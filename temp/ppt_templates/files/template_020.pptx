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16.bin" ContentType="image/jpeg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media/image19.bin" ContentType="image/jpe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22.bin" ContentType="image/jpeg"/>
  <Override PartName="/ppt/media/image23.bin" ContentType="image/jpeg"/>
  <Override PartName="/ppt/media/image26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5cc18b83be240b1" /><Relationship Type="http://schemas.openxmlformats.org/package/2006/relationships/metadata/core-properties" Target="/docProps/core.xml" Id="R7b0f40be0da04a10" /><Relationship Type="http://schemas.openxmlformats.org/officeDocument/2006/relationships/extended-properties" Target="/docProps/app.xml" Id="Rc4fa42e3741d4421" /><Relationship Type="http://schemas.openxmlformats.org/officeDocument/2006/relationships/custom-properties" Target="/docProps/custom.xml" Id="R61561f1ef4564b1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17f5689885744159"/>
  </p:sldMasterIdLst>
  <p:notesMasterIdLst>
    <p:notesMasterId r:id="R7823c3fd63af4eb8"/>
  </p:notesMasterIdLst>
  <p:sldIdLst>
    <p:sldId id="256" r:id="R8f1aa8ef3e4b458e"/>
    <p:sldId id="257" r:id="Rf3a2a2d140d44b0a"/>
    <p:sldId id="258" r:id="R640e0756bcb643c2"/>
    <p:sldId id="259" r:id="Rd452e5656f0d41a2"/>
    <p:sldId id="260" r:id="R5596a99aa66b4974"/>
    <p:sldId id="261" r:id="R886e9989179a4b88"/>
    <p:sldId id="262" r:id="Rb6c63a265e7347bd"/>
    <p:sldId id="263" r:id="R7ee7a6c368354f52"/>
    <p:sldId id="264" r:id="R030a24291547485a"/>
    <p:sldId id="265" r:id="R18a58dcd8ddc4f25"/>
    <p:sldId id="266" r:id="R1bd7ca2f0c2e43d8"/>
    <p:sldId id="267" r:id="R0dcdff221aa44995"/>
    <p:sldId id="268" r:id="R404ffd2566a84e0a"/>
    <p:sldId id="269" r:id="R062930fa8d9d4bc1"/>
    <p:sldId id="270" r:id="Rf3cfcd4b7b474326"/>
    <p:sldId id="271" r:id="R61cb6bec771e447b"/>
    <p:sldId id="272" r:id="R20a43156834e4e02"/>
    <p:sldId id="273" r:id="Rf17921c04365400c"/>
    <p:sldId id="274" r:id="Rb6f5a5a304354045"/>
    <p:sldId id="275" r:id="Re1de902e6f09469f"/>
    <p:sldId id="276" r:id="R93fad70f250f41d0"/>
    <p:sldId id="277" r:id="R1b845a5a8c954d43"/>
    <p:sldId id="278" r:id="R31f4eb23ba984617"/>
    <p:sldId id="279" r:id="Ra3c7c4dd34f342bd"/>
    <p:sldId id="280" r:id="R9e291727d6d24747"/>
    <p:sldId id="281" r:id="Ra90e4a06f18f4ac9"/>
    <p:sldId id="282" r:id="Rd1120b40b86c47a7"/>
    <p:sldId id="283" r:id="R97e94dee065f4f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834" autoAdjust="0"/>
    <p:restoredTop sz="95016" autoAdjust="0"/>
  </p:normalViewPr>
  <p:slideViewPr>
    <p:cSldViewPr snapToGrid="0">
      <p:cViewPr varScale="1">
        <p:scale>
          <a:sx n="64" d="100"/>
          <a:sy n="64" d="100"/>
        </p:scale>
        <p:origin x="45" y="8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23c3fd63af4eb8" /><Relationship Type="http://schemas.openxmlformats.org/officeDocument/2006/relationships/presProps" Target="/ppt/presProps.xml" Id="Re9e2ca6dc47e4126" /><Relationship Type="http://schemas.openxmlformats.org/officeDocument/2006/relationships/viewProps" Target="/ppt/viewProps.xml" Id="R54e5474433fb4074" /><Relationship Type="http://schemas.openxmlformats.org/officeDocument/2006/relationships/slideMaster" Target="/ppt/slideMasters/slideMaster1.xml" Id="R17f5689885744159" /><Relationship Type="http://schemas.openxmlformats.org/officeDocument/2006/relationships/theme" Target="/ppt/slideMasters/theme/theme2.xml" Id="R5a9b862150644ec7" /><Relationship Type="http://schemas.openxmlformats.org/officeDocument/2006/relationships/slide" Target="/ppt/slides/slide1.xml" Id="R8f1aa8ef3e4b458e" /><Relationship Type="http://schemas.openxmlformats.org/officeDocument/2006/relationships/slide" Target="/ppt/slides/slide2.xml" Id="Rf3a2a2d140d44b0a" /><Relationship Type="http://schemas.openxmlformats.org/officeDocument/2006/relationships/slide" Target="/ppt/slides/slide3.xml" Id="R640e0756bcb643c2" /><Relationship Type="http://schemas.openxmlformats.org/officeDocument/2006/relationships/slide" Target="/ppt/slides/slide4.xml" Id="Rd452e5656f0d41a2" /><Relationship Type="http://schemas.openxmlformats.org/officeDocument/2006/relationships/slide" Target="/ppt/slides/slide5.xml" Id="R5596a99aa66b4974" /><Relationship Type="http://schemas.openxmlformats.org/officeDocument/2006/relationships/slide" Target="/ppt/slides/slide6.xml" Id="R886e9989179a4b88" /><Relationship Type="http://schemas.openxmlformats.org/officeDocument/2006/relationships/slide" Target="/ppt/slides/slide7.xml" Id="Rb6c63a265e7347bd" /><Relationship Type="http://schemas.openxmlformats.org/officeDocument/2006/relationships/slide" Target="/ppt/slides/slide8.xml" Id="R7ee7a6c368354f52" /><Relationship Type="http://schemas.openxmlformats.org/officeDocument/2006/relationships/slide" Target="/ppt/slides/slide9.xml" Id="R030a24291547485a" /><Relationship Type="http://schemas.openxmlformats.org/officeDocument/2006/relationships/slide" Target="/ppt/slides/slide10.xml" Id="R18a58dcd8ddc4f25" /><Relationship Type="http://schemas.openxmlformats.org/officeDocument/2006/relationships/slide" Target="/ppt/slides/slide11.xml" Id="R1bd7ca2f0c2e43d8" /><Relationship Type="http://schemas.openxmlformats.org/officeDocument/2006/relationships/slide" Target="/ppt/slides/slide12.xml" Id="R0dcdff221aa44995" /><Relationship Type="http://schemas.openxmlformats.org/officeDocument/2006/relationships/slide" Target="/ppt/slides/slide13.xml" Id="R404ffd2566a84e0a" /><Relationship Type="http://schemas.openxmlformats.org/officeDocument/2006/relationships/slide" Target="/ppt/slides/slide14.xml" Id="R062930fa8d9d4bc1" /><Relationship Type="http://schemas.openxmlformats.org/officeDocument/2006/relationships/slide" Target="/ppt/slides/slide15.xml" Id="Rf3cfcd4b7b474326" /><Relationship Type="http://schemas.openxmlformats.org/officeDocument/2006/relationships/slide" Target="/ppt/slides/slide16.xml" Id="R61cb6bec771e447b" /><Relationship Type="http://schemas.openxmlformats.org/officeDocument/2006/relationships/slide" Target="/ppt/slides/slide17.xml" Id="R20a43156834e4e02" /><Relationship Type="http://schemas.openxmlformats.org/officeDocument/2006/relationships/slide" Target="/ppt/slides/slide18.xml" Id="Rf17921c04365400c" /><Relationship Type="http://schemas.openxmlformats.org/officeDocument/2006/relationships/slide" Target="/ppt/slides/slide19.xml" Id="Rb6f5a5a304354045" /><Relationship Type="http://schemas.openxmlformats.org/officeDocument/2006/relationships/slide" Target="/ppt/slides/slide20.xml" Id="Re1de902e6f09469f" /><Relationship Type="http://schemas.openxmlformats.org/officeDocument/2006/relationships/slide" Target="/ppt/slides/slide21.xml" Id="R93fad70f250f41d0" /><Relationship Type="http://schemas.openxmlformats.org/officeDocument/2006/relationships/slide" Target="/ppt/slides/slide22.xml" Id="R1b845a5a8c954d43" /><Relationship Type="http://schemas.openxmlformats.org/officeDocument/2006/relationships/slide" Target="/ppt/slides/slide23.xml" Id="R31f4eb23ba984617" /><Relationship Type="http://schemas.openxmlformats.org/officeDocument/2006/relationships/slide" Target="/ppt/slides/slide24.xml" Id="Ra3c7c4dd34f342bd" /><Relationship Type="http://schemas.openxmlformats.org/officeDocument/2006/relationships/slide" Target="/ppt/slides/slide25.xml" Id="R9e291727d6d24747" /><Relationship Type="http://schemas.openxmlformats.org/officeDocument/2006/relationships/slide" Target="/ppt/slides/slide26.xml" Id="Ra90e4a06f18f4ac9" /><Relationship Type="http://schemas.openxmlformats.org/officeDocument/2006/relationships/slide" Target="/ppt/slides/slide27.xml" Id="Rd1120b40b86c47a7" /><Relationship Type="http://schemas.openxmlformats.org/officeDocument/2006/relationships/slide" Target="/ppt/slides/slide28.xml" Id="R97e94dee065f4f11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02ca41939aaf46c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F5EEE-9991-4436-A1E3-3A528F674ACB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9E8F3-A419-4330-B9DC-53A431B4A4A0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756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d7560e5504e39" /><Relationship Type="http://schemas.openxmlformats.org/officeDocument/2006/relationships/notesMaster" Target="/ppt/notesMasters/notesMaster1.xml" Id="R50f86abba18a46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704b968c44dc7" /><Relationship Type="http://schemas.openxmlformats.org/officeDocument/2006/relationships/notesMaster" Target="/ppt/notesMasters/notesMaster1.xml" Id="R1440c9066e2b4a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52b935f704e7a" /><Relationship Type="http://schemas.openxmlformats.org/officeDocument/2006/relationships/notesMaster" Target="/ppt/notesMasters/notesMaster1.xml" Id="R164bcb6e1ebb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50b20505ea4a64" /><Relationship Type="http://schemas.openxmlformats.org/officeDocument/2006/relationships/notesMaster" Target="/ppt/notesMasters/notesMaster1.xml" Id="R7fee1afde4e548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66bc2b7eb4d4e" /><Relationship Type="http://schemas.openxmlformats.org/officeDocument/2006/relationships/notesMaster" Target="/ppt/notesMasters/notesMaster1.xml" Id="Rcbc5657d6d93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83812fe00f4a3e" /><Relationship Type="http://schemas.openxmlformats.org/officeDocument/2006/relationships/notesMaster" Target="/ppt/notesMasters/notesMaster1.xml" Id="Re199ca5bbc28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0a15e2ab8546db" /><Relationship Type="http://schemas.openxmlformats.org/officeDocument/2006/relationships/notesMaster" Target="/ppt/notesMasters/notesMaster1.xml" Id="Rdc435b4a2b9b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0ff44199364231" /><Relationship Type="http://schemas.openxmlformats.org/officeDocument/2006/relationships/notesMaster" Target="/ppt/notesMasters/notesMaster1.xml" Id="Re4ecb0814010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f7666beac3448f" /><Relationship Type="http://schemas.openxmlformats.org/officeDocument/2006/relationships/notesMaster" Target="/ppt/notesMasters/notesMaster1.xml" Id="Ra58ea09f50004b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b8c12a358d4594" /><Relationship Type="http://schemas.openxmlformats.org/officeDocument/2006/relationships/notesMaster" Target="/ppt/notesMasters/notesMaster1.xml" Id="R20d78d102c794d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b3622a1471409a" /><Relationship Type="http://schemas.openxmlformats.org/officeDocument/2006/relationships/notesMaster" Target="/ppt/notesMasters/notesMaster1.xml" Id="Rc232c712cf214e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be8e7ffbe44ed6" /><Relationship Type="http://schemas.openxmlformats.org/officeDocument/2006/relationships/notesMaster" Target="/ppt/notesMasters/notesMaster1.xml" Id="Radc3295a69314b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3f020b24944192" /><Relationship Type="http://schemas.openxmlformats.org/officeDocument/2006/relationships/notesMaster" Target="/ppt/notesMasters/notesMaster1.xml" Id="Re72479878bac44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353d662ba54881" /><Relationship Type="http://schemas.openxmlformats.org/officeDocument/2006/relationships/notesMaster" Target="/ppt/notesMasters/notesMaster1.xml" Id="Re18350499dcc4d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4eb957b18b47fe" /><Relationship Type="http://schemas.openxmlformats.org/officeDocument/2006/relationships/notesMaster" Target="/ppt/notesMasters/notesMaster1.xml" Id="Rc535600677dd47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d40168d0ec4141" /><Relationship Type="http://schemas.openxmlformats.org/officeDocument/2006/relationships/notesMaster" Target="/ppt/notesMasters/notesMaster1.xml" Id="R6124b4723d094a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87cfe146374d6e" /><Relationship Type="http://schemas.openxmlformats.org/officeDocument/2006/relationships/notesMaster" Target="/ppt/notesMasters/notesMaster1.xml" Id="Raaebcefad6da4a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b1b1b7009149d2" /><Relationship Type="http://schemas.openxmlformats.org/officeDocument/2006/relationships/notesMaster" Target="/ppt/notesMasters/notesMaster1.xml" Id="R317c7098257546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4a8dd09d7b4fa4" /><Relationship Type="http://schemas.openxmlformats.org/officeDocument/2006/relationships/notesMaster" Target="/ppt/notesMasters/notesMaster1.xml" Id="Rdcc2a8d2e32441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dbfb064c1c47cf" /><Relationship Type="http://schemas.openxmlformats.org/officeDocument/2006/relationships/notesMaster" Target="/ppt/notesMasters/notesMaster1.xml" Id="Re08b46b0d7c84e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1669a7b3794f8f" /><Relationship Type="http://schemas.openxmlformats.org/officeDocument/2006/relationships/notesMaster" Target="/ppt/notesMasters/notesMaster1.xml" Id="R0776693250744f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f91e5f7bb3460b" /><Relationship Type="http://schemas.openxmlformats.org/officeDocument/2006/relationships/notesMaster" Target="/ppt/notesMasters/notesMaster1.xml" Id="Re0db598e9a1643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a7078fd24d4156" /><Relationship Type="http://schemas.openxmlformats.org/officeDocument/2006/relationships/notesMaster" Target="/ppt/notesMasters/notesMaster1.xml" Id="R3e050257030547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88f579b3ab4083" /><Relationship Type="http://schemas.openxmlformats.org/officeDocument/2006/relationships/notesMaster" Target="/ppt/notesMasters/notesMaster1.xml" Id="Re5a490d65b5f474f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XX</a:t>
            </a:r>
            <a:r>
              <a:rPr lang="en-US" altLang="zh-CN"/>
              <a:t>PPT https://www.1ppt.com/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5f94c730c42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1626019cd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a7f5a0eeb4b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13c31f18948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294ca85f049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3137d1bf244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d2142c10c4b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1eebdeed548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6ba77f95a47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7c011647847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52a9263b2487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07678792b4a9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bac5699434d5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0148e20394a7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43b18932b43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4169f377c40d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6de9e042a4f0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67286d63c45a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2422b32ecb4e4c67b410e55d0dafb5dc" /><Relationship Type="http://schemas.openxmlformats.org/officeDocument/2006/relationships/image" Target="/ppt/media/image.bin" Id="R886091a7f3d640e0" /><Relationship Type="http://schemas.openxmlformats.org/officeDocument/2006/relationships/slideMaster" Target="/ppt/slideMasters/slideMaster1.xml" Id="R6fadbd1637a64b9e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墨迹 6">
            <a:extLst>
              <a:ext uri="{FF2B5EF4-FFF2-40B4-BE49-F238E27FC236}">
                <a16:creationId xmlns:a16="http://schemas.microsoft.com/office/drawing/2014/main" id="{6EBBEC50-721B-9297-DE8C-65115C350AC0}"/>
              </a:ext>
            </a:extLst>
          </p:cNvPr>
          <p:cNvPicPr/>
          <p:nvPr/>
        </p:nvPicPr>
        <p:blipFill>
          <a:blip r:embed="R886091a7f3d640e0"/>
          <a:stretch>
            <a:fillRect/>
          </a:stretch>
        </p:blipFill>
        <p:spPr>
          <a:xfrm>
            <a:off x="-1286677" y="471795"/>
            <a:ext cx="36000" cy="162000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270030" y="494801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873970" y="0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2422b32ecb4e4c67b410e55d0dafb5dc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2422b32ecb4e4c67b410e55d0dafb5dc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2422b32ecb4e4c67b410e55d0dafb5dc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bc6b5e8e24fe9" /><Relationship Type="http://schemas.openxmlformats.org/officeDocument/2006/relationships/slideLayout" Target="/ppt/slideLayouts/slideLayout1.xml" Id="R862210adbc604074" /><Relationship Type="http://schemas.openxmlformats.org/officeDocument/2006/relationships/slideLayout" Target="/ppt/slideLayouts/slideLayout2.xml" Id="R46a7fef8691f4f68" /><Relationship Type="http://schemas.openxmlformats.org/officeDocument/2006/relationships/slideLayout" Target="/ppt/slideLayouts/slideLayout3.xml" Id="Ra58a229c560c4469" /><Relationship Type="http://schemas.openxmlformats.org/officeDocument/2006/relationships/slideLayout" Target="/ppt/slideLayouts/slideLayout4.xml" Id="Ra3a6e1a5ba2a433e" /><Relationship Type="http://schemas.openxmlformats.org/officeDocument/2006/relationships/slideLayout" Target="/ppt/slideLayouts/slideLayout5.xml" Id="R78c0e96e84364993" /><Relationship Type="http://schemas.openxmlformats.org/officeDocument/2006/relationships/slideLayout" Target="/ppt/slideLayouts/slideLayout6.xml" Id="Rf06d4553df974431" /><Relationship Type="http://schemas.openxmlformats.org/officeDocument/2006/relationships/slideLayout" Target="/ppt/slideLayouts/slideLayout7.xml" Id="Reb42448adf904dfd" /><Relationship Type="http://schemas.openxmlformats.org/officeDocument/2006/relationships/slideLayout" Target="/ppt/slideLayouts/slideLayout8.xml" Id="Rc4483060a6d14522" /><Relationship Type="http://schemas.openxmlformats.org/officeDocument/2006/relationships/slideLayout" Target="/ppt/slideLayouts/slideLayout9.xml" Id="R00e5f9985df04d0f" /><Relationship Type="http://schemas.openxmlformats.org/officeDocument/2006/relationships/slideLayout" Target="/ppt/slideLayouts/slideLayout10.xml" Id="Re8dc9f7e0a3146dd" /><Relationship Type="http://schemas.openxmlformats.org/officeDocument/2006/relationships/slideLayout" Target="/ppt/slideLayouts/slideLayout11.xml" Id="R02670110bbc64da8" /><Relationship Type="http://schemas.openxmlformats.org/officeDocument/2006/relationships/slideLayout" Target="/ppt/slideLayouts/slideLayout12.xml" Id="R15583cf389f44197" /><Relationship Type="http://schemas.openxmlformats.org/officeDocument/2006/relationships/slideLayout" Target="/ppt/slideLayouts/slideLayout13.xml" Id="Rc622f267b3c54f06" /><Relationship Type="http://schemas.openxmlformats.org/officeDocument/2006/relationships/slideLayout" Target="/ppt/slideLayouts/slideLayout14.xml" Id="R2ee601ef5e9242b2" /><Relationship Type="http://schemas.openxmlformats.org/officeDocument/2006/relationships/slideLayout" Target="/ppt/slideLayouts/slideLayout15.xml" Id="R0fca43f7983f4b68" /><Relationship Type="http://schemas.openxmlformats.org/officeDocument/2006/relationships/slideLayout" Target="/ppt/slideLayouts/slideLayout16.xml" Id="R8cbc321841bb43fe" /><Relationship Type="http://schemas.openxmlformats.org/officeDocument/2006/relationships/slideLayout" Target="/ppt/slideLayouts/slideLayout17.xml" Id="R24302d399a974c71" /><Relationship Type="http://schemas.openxmlformats.org/officeDocument/2006/relationships/slideLayout" Target="/ppt/slideLayouts/slideLayout18.xml" Id="R36186a3c237c46d5" /><Relationship Type="http://schemas.openxmlformats.org/officeDocument/2006/relationships/slideLayout" Target="/ppt/slideLayouts/slideLayout19.xml" Id="Ree97f640bdb244c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e8dc9f7e0a3146dd"/>
    <p:sldLayoutId id="2147483656" r:id="Rc4483060a6d14522"/>
    <p:sldLayoutId id="2147483652" r:id="Ra3a6e1a5ba2a433e"/>
    <p:sldLayoutId id="2147483665" r:id="R24302d399a974c71"/>
    <p:sldLayoutId id="2147483661" r:id="Rc622f267b3c54f06"/>
    <p:sldLayoutId id="2147483659" r:id="R02670110bbc64da8"/>
    <p:sldLayoutId id="2147483653" r:id="R78c0e96e84364993"/>
    <p:sldLayoutId id="2147483649" r:id="R862210adbc604074"/>
    <p:sldLayoutId id="2147483666" r:id="R36186a3c237c46d5"/>
    <p:sldLayoutId id="2147483663" r:id="R0fca43f7983f4b68"/>
    <p:sldLayoutId id="2147483660" r:id="R15583cf389f44197"/>
    <p:sldLayoutId id="2147483654" r:id="Rf06d4553df974431"/>
    <p:sldLayoutId id="2147483650" r:id="R46a7fef8691f4f68"/>
    <p:sldLayoutId id="2147483667" r:id="Ree97f640bdb244cd"/>
    <p:sldLayoutId id="2147483662" r:id="R2ee601ef5e9242b2"/>
    <p:sldLayoutId id="2147483657" r:id="R00e5f9985df04d0f"/>
    <p:sldLayoutId id="2147483655" r:id="Reb42448adf904dfd"/>
    <p:sldLayoutId id="2147483651" r:id="Ra58a229c560c4469"/>
    <p:sldLayoutId id="2147483664" r:id="R8cbc321841bb43fe"/>
  </p:sldLayoutIdLst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33s0lb3">
      <a:majorFont>
        <a:latin typeface="Arial"/>
        <a:ea typeface="仓耳青禾体-谷力 W05"/>
        <a:cs typeface=""/>
      </a:majorFont>
      <a:minorFont>
        <a:latin typeface="Arial"/>
        <a:ea typeface="仓耳青禾体-谷力 W0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bin" Id="Ra0eef5679cef44e0" /><Relationship Type="http://schemas.openxmlformats.org/officeDocument/2006/relationships/image" Target="/ppt/media/image3.bin" Id="R3f5af8ee42ea45ce" /><Relationship Type="http://schemas.openxmlformats.org/officeDocument/2006/relationships/image" Target="/ppt/media/image4.bin" Id="Re1b3e7fc19484688" /><Relationship Type="http://schemas.openxmlformats.org/officeDocument/2006/relationships/image" Target="/ppt/media/image5.bin" Id="R902fa8fbcfea406a" /><Relationship Type="http://schemas.openxmlformats.org/officeDocument/2006/relationships/image" Target="/ppt/media/image6.bin" Id="Rb1fc58f7ebc544e2" /><Relationship Type="http://schemas.openxmlformats.org/officeDocument/2006/relationships/image" Target="/ppt/media/image7.bin" Id="Rae76875737714bf9" /><Relationship Type="http://schemas.openxmlformats.org/officeDocument/2006/relationships/image" Target="/ppt/media/image8.bin" Id="R72e63784002e4891" /><Relationship Type="http://schemas.microsoft.com/office/2007/relationships/hdphoto" Target="/ppt/slides/udata/data.wdp" Id="R54836a61f97f4050" /><Relationship Type="http://schemas.microsoft.com/office/2007/relationships/hdphoto" Target="/ppt/slides/udata/data2.wdp" Id="R23beff83b4994dbe" /><Relationship Type="http://schemas.openxmlformats.org/officeDocument/2006/relationships/notesSlide" Target="/ppt/notesSlides/notesSlide1.xml" Id="R3b9ff8db4fcb4739" /><Relationship Type="http://schemas.openxmlformats.org/officeDocument/2006/relationships/slideLayout" Target="/ppt/slideLayouts/slideLayout8.xml" Id="R4d3ce1aff8f3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312e448c5c8f4bec" /><Relationship Type="http://schemas.openxmlformats.org/officeDocument/2006/relationships/image" Target="/ppt/media/image5.bin" Id="Refad6cb01e784589" /><Relationship Type="http://schemas.openxmlformats.org/officeDocument/2006/relationships/image" Target="/ppt/media/image7.bin" Id="R77ebccb9300d455a" /><Relationship Type="http://schemas.openxmlformats.org/officeDocument/2006/relationships/image" Target="/ppt/media/image2.bin" Id="Rb174d87002374fb0" /><Relationship Type="http://schemas.openxmlformats.org/officeDocument/2006/relationships/notesSlide" Target="/ppt/notesSlides/notesSlide2.xml" Id="Ree7a982b3a944151" /><Relationship Type="http://schemas.openxmlformats.org/officeDocument/2006/relationships/slideLayout" Target="/ppt/slideLayouts/slideLayout8.xml" Id="Ra1de5dee6cde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5.bin" Id="Rf5740872eff241ba" /><Relationship Type="http://schemas.openxmlformats.org/officeDocument/2006/relationships/image" Target="/ppt/media/image7.bin" Id="Reec6f30203b84ff9" /><Relationship Type="http://schemas.openxmlformats.org/officeDocument/2006/relationships/notesSlide" Target="/ppt/notesSlides/notesSlide3.xml" Id="R46bc76d0d6fc42a7" /><Relationship Type="http://schemas.openxmlformats.org/officeDocument/2006/relationships/slideLayout" Target="/ppt/slideLayouts/slideLayout8.xml" Id="Ra14b74e44bad4d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bin" Id="R6f24182051314b7a" /><Relationship Type="http://schemas.openxmlformats.org/officeDocument/2006/relationships/image" Target="/ppt/media/image7.bin" Id="Red2933582d4349a9" /><Relationship Type="http://schemas.openxmlformats.org/officeDocument/2006/relationships/image" Target="/ppt/media/image2.bin" Id="R4f79cd74f0dc4fc1" /><Relationship Type="http://schemas.openxmlformats.org/officeDocument/2006/relationships/image" Target="/ppt/media/image9.bin" Id="R110f7bad23ac4760" /><Relationship Type="http://schemas.openxmlformats.org/officeDocument/2006/relationships/notesSlide" Target="/ppt/notesSlides/notesSlide4.xml" Id="R447441ede78e4916" /><Relationship Type="http://schemas.openxmlformats.org/officeDocument/2006/relationships/slideLayout" Target="/ppt/slideLayouts/slideLayout8.xml" Id="Re8681c4cb68243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bin" Id="R1131ba75ae544881" /><Relationship Type="http://schemas.openxmlformats.org/officeDocument/2006/relationships/image" Target="/ppt/media/image7.bin" Id="Rd6149f8d6ee04911" /><Relationship Type="http://schemas.openxmlformats.org/officeDocument/2006/relationships/image" Target="/ppt/media/image10.bin" Id="R851c2446af89470c" /><Relationship Type="http://schemas.openxmlformats.org/officeDocument/2006/relationships/image" Target="/ppt/media/image2.bin" Id="R9fb3c54ff519449d" /><Relationship Type="http://schemas.openxmlformats.org/officeDocument/2006/relationships/notesSlide" Target="/ppt/notesSlides/notesSlide5.xml" Id="Rc7d61fa2fb674955" /><Relationship Type="http://schemas.openxmlformats.org/officeDocument/2006/relationships/slideLayout" Target="/ppt/slideLayouts/slideLayout8.xml" Id="R0562a60ab9604d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5.bin" Id="R3c64d68437c845f8" /><Relationship Type="http://schemas.openxmlformats.org/officeDocument/2006/relationships/image" Target="/ppt/media/image7.bin" Id="R7464f7f7e7e04a50" /><Relationship Type="http://schemas.openxmlformats.org/officeDocument/2006/relationships/image" Target="/ppt/media/image11.bin" Id="Rf792449bc5f446dc" /><Relationship Type="http://schemas.openxmlformats.org/officeDocument/2006/relationships/image" Target="/ppt/media/image2.bin" Id="Rcdbf60d252c442b4" /><Relationship Type="http://schemas.microsoft.com/office/2007/relationships/hdphoto" Target="/ppt/slides/udata/data3.wdp" Id="R0386a74940a0412b" /><Relationship Type="http://schemas.openxmlformats.org/officeDocument/2006/relationships/notesSlide" Target="/ppt/notesSlides/notesSlide6.xml" Id="Rc96dd3b3f9aa4e94" /><Relationship Type="http://schemas.openxmlformats.org/officeDocument/2006/relationships/slideLayout" Target="/ppt/slideLayouts/slideLayout8.xml" Id="R4bbb2586c13141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2.bin" Id="Rd362a48757d34efe" /><Relationship Type="http://schemas.openxmlformats.org/officeDocument/2006/relationships/image" Target="/ppt/media/image5.bin" Id="R3f3b8245d85d49e4" /><Relationship Type="http://schemas.openxmlformats.org/officeDocument/2006/relationships/image" Target="/ppt/media/image7.bin" Id="R8f00641895a047ce" /><Relationship Type="http://schemas.openxmlformats.org/officeDocument/2006/relationships/image" Target="/ppt/media/image13.bin" Id="Re8475801058040d7" /><Relationship Type="http://schemas.microsoft.com/office/2007/relationships/hdphoto" Target="/ppt/slides/udata/data4.wdp" Id="R6558f8c75dfa479f" /><Relationship Type="http://schemas.openxmlformats.org/officeDocument/2006/relationships/notesSlide" Target="/ppt/notesSlides/notesSlide7.xml" Id="R4532722d422f48cc" /><Relationship Type="http://schemas.openxmlformats.org/officeDocument/2006/relationships/slideLayout" Target="/ppt/slideLayouts/slideLayout8.xml" Id="R5c2be8abdb2b4a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5.bin" Id="Rf2fc618cf948450d" /><Relationship Type="http://schemas.openxmlformats.org/officeDocument/2006/relationships/image" Target="/ppt/media/image7.bin" Id="Rcff86990ac134e83" /><Relationship Type="http://schemas.openxmlformats.org/officeDocument/2006/relationships/notesSlide" Target="/ppt/notesSlides/notesSlide8.xml" Id="Rb5c0a4e5976c4a79" /><Relationship Type="http://schemas.openxmlformats.org/officeDocument/2006/relationships/slideLayout" Target="/ppt/slideLayouts/slideLayout8.xml" Id="Refa824f993ac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5.bin" Id="Rfeb39264febc4ce9" /><Relationship Type="http://schemas.openxmlformats.org/officeDocument/2006/relationships/image" Target="/ppt/media/image7.bin" Id="Rd3956e42271f45ce" /><Relationship Type="http://schemas.openxmlformats.org/officeDocument/2006/relationships/image" Target="/ppt/media/image10.bin" Id="Re9064c33bb8f42b0" /><Relationship Type="http://schemas.openxmlformats.org/officeDocument/2006/relationships/image" Target="/ppt/media/image2.bin" Id="R0270590accfe4163" /><Relationship Type="http://schemas.openxmlformats.org/officeDocument/2006/relationships/notesSlide" Target="/ppt/notesSlides/notesSlide9.xml" Id="Re3119a742ecd41a6" /><Relationship Type="http://schemas.openxmlformats.org/officeDocument/2006/relationships/slideLayout" Target="/ppt/slideLayouts/slideLayout8.xml" Id="R9d9c16c2a3d04a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7.bin" Id="Rb0c9db4cc7e24480" /><Relationship Type="http://schemas.openxmlformats.org/officeDocument/2006/relationships/image" Target="/ppt/media/image4.bin" Id="R9cfbfcfe24054a6f" /><Relationship Type="http://schemas.openxmlformats.org/officeDocument/2006/relationships/image" Target="/ppt/media/image2.bin" Id="Rb405d913c0ff432f" /><Relationship Type="http://schemas.openxmlformats.org/officeDocument/2006/relationships/notesSlide" Target="/ppt/notesSlides/notesSlide10.xml" Id="R5b86b23522c94dae" /><Relationship Type="http://schemas.openxmlformats.org/officeDocument/2006/relationships/slideLayout" Target="/ppt/slideLayouts/slideLayout8.xml" Id="Rbeb269d93a5b4d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5.bin" Id="Rb6033171c64d422b" /><Relationship Type="http://schemas.openxmlformats.org/officeDocument/2006/relationships/image" Target="/ppt/media/image7.bin" Id="R8b1c2661577a4fe6" /><Relationship Type="http://schemas.openxmlformats.org/officeDocument/2006/relationships/notesSlide" Target="/ppt/notesSlides/notesSlide11.xml" Id="R100f26ce8e7b46a0" /><Relationship Type="http://schemas.openxmlformats.org/officeDocument/2006/relationships/slideLayout" Target="/ppt/slideLayouts/slideLayout8.xml" Id="Re0eb0994772149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5.bin" Id="R17fc0eb3c84c48c6" /><Relationship Type="http://schemas.openxmlformats.org/officeDocument/2006/relationships/image" Target="/ppt/media/image7.bin" Id="R539360833094413f" /><Relationship Type="http://schemas.openxmlformats.org/officeDocument/2006/relationships/notesSlide" Target="/ppt/notesSlides/notesSlide12.xml" Id="Rd2bd87689d944677" /><Relationship Type="http://schemas.openxmlformats.org/officeDocument/2006/relationships/slideLayout" Target="/ppt/slideLayouts/slideLayout8.xml" Id="R023e6847e7f2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5.bin" Id="R9b503d66ff53476c" /><Relationship Type="http://schemas.openxmlformats.org/officeDocument/2006/relationships/image" Target="/ppt/media/image7.bin" Id="R2a23667d7fca429f" /><Relationship Type="http://schemas.openxmlformats.org/officeDocument/2006/relationships/image" Target="/ppt/media/image13.bin" Id="R72bba813a51647f4" /><Relationship Type="http://schemas.openxmlformats.org/officeDocument/2006/relationships/notesSlide" Target="/ppt/notesSlides/notesSlide13.xml" Id="R092639c9136545a6" /><Relationship Type="http://schemas.openxmlformats.org/officeDocument/2006/relationships/slideLayout" Target="/ppt/slideLayouts/slideLayout8.xml" Id="Rc069c4204d514e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5.bin" Id="R1796a7a03ba94f93" /><Relationship Type="http://schemas.openxmlformats.org/officeDocument/2006/relationships/image" Target="/ppt/media/image7.bin" Id="Rad2218113973496d" /><Relationship Type="http://schemas.openxmlformats.org/officeDocument/2006/relationships/image" Target="/ppt/media/image14.bin" Id="Reb934722db7e42db" /><Relationship Type="http://schemas.openxmlformats.org/officeDocument/2006/relationships/notesSlide" Target="/ppt/notesSlides/notesSlide14.xml" Id="Rd6663d9a20904b07" /><Relationship Type="http://schemas.openxmlformats.org/officeDocument/2006/relationships/slideLayout" Target="/ppt/slideLayouts/slideLayout8.xml" Id="R6652b67c88274a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5.bin" Id="R95bf41c4ee084617" /><Relationship Type="http://schemas.openxmlformats.org/officeDocument/2006/relationships/image" Target="/ppt/media/image7.bin" Id="R0200a0238f074407" /><Relationship Type="http://schemas.openxmlformats.org/officeDocument/2006/relationships/image" Target="/ppt/media/image14.bin" Id="Rec3bd5037da3473f" /><Relationship Type="http://schemas.openxmlformats.org/officeDocument/2006/relationships/image" Target="/ppt/media/image2.bin" Id="Rc25dfb4aab3c4e2e" /><Relationship Type="http://schemas.openxmlformats.org/officeDocument/2006/relationships/notesSlide" Target="/ppt/notesSlides/notesSlide15.xml" Id="R78989100e0fd49ac" /><Relationship Type="http://schemas.openxmlformats.org/officeDocument/2006/relationships/slideLayout" Target="/ppt/slideLayouts/slideLayout8.xml" Id="R1de17dd4f34241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5.bin" Id="R79795d6ba7d648b0" /><Relationship Type="http://schemas.openxmlformats.org/officeDocument/2006/relationships/image" Target="/ppt/media/image7.bin" Id="R84f61be8d74f485d" /><Relationship Type="http://schemas.openxmlformats.org/officeDocument/2006/relationships/image" Target="/ppt/media/image13.bin" Id="Rc3bbb4252aa5403c" /><Relationship Type="http://schemas.openxmlformats.org/officeDocument/2006/relationships/image" Target="/ppt/media/image15.bin" Id="Rde7ca2a55ce04933" /><Relationship Type="http://schemas.openxmlformats.org/officeDocument/2006/relationships/notesSlide" Target="/ppt/notesSlides/notesSlide16.xml" Id="R08cc5a5c9b8f44fc" /><Relationship Type="http://schemas.openxmlformats.org/officeDocument/2006/relationships/slideLayout" Target="/ppt/slideLayouts/slideLayout8.xml" Id="R653b7acac08643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5.bin" Id="Rdd57c774c4ca4927" /><Relationship Type="http://schemas.openxmlformats.org/officeDocument/2006/relationships/image" Target="/ppt/media/image7.bin" Id="Rcdcbf9ae428e4aec" /><Relationship Type="http://schemas.openxmlformats.org/officeDocument/2006/relationships/image" Target="/ppt/media/image11.bin" Id="R3edae3c1042a482b" /><Relationship Type="http://schemas.microsoft.com/office/2007/relationships/hdphoto" Target="/ppt/slides/udata/data5.wdp" Id="Re29b5a1c8af84359" /><Relationship Type="http://schemas.openxmlformats.org/officeDocument/2006/relationships/notesSlide" Target="/ppt/notesSlides/notesSlide17.xml" Id="R40fd96c17cc5434a" /><Relationship Type="http://schemas.openxmlformats.org/officeDocument/2006/relationships/slideLayout" Target="/ppt/slideLayouts/slideLayout8.xml" Id="R2b553da9593641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5.bin" Id="R23ae5010bf784ea3" /><Relationship Type="http://schemas.openxmlformats.org/officeDocument/2006/relationships/image" Target="/ppt/media/image7.bin" Id="R51fa4252e1fa4514" /><Relationship Type="http://schemas.openxmlformats.org/officeDocument/2006/relationships/notesSlide" Target="/ppt/notesSlides/notesSlide18.xml" Id="Rec5c18abe5fc4ef6" /><Relationship Type="http://schemas.openxmlformats.org/officeDocument/2006/relationships/slideLayout" Target="/ppt/slideLayouts/slideLayout8.xml" Id="R8c67cad6fc234b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5.bin" Id="R0828e3f7a6e54f7b" /><Relationship Type="http://schemas.openxmlformats.org/officeDocument/2006/relationships/image" Target="/ppt/media/image7.bin" Id="Rfa0c2fd6cb0c4b20" /><Relationship Type="http://schemas.openxmlformats.org/officeDocument/2006/relationships/image" Target="/ppt/media/image9.bin" Id="R122313e7d3444729" /><Relationship Type="http://schemas.openxmlformats.org/officeDocument/2006/relationships/image" Target="/ppt/media/image15.bin" Id="R0b490feb91e44ade" /><Relationship Type="http://schemas.openxmlformats.org/officeDocument/2006/relationships/image" Target="/ppt/media/image2.bin" Id="R7f7c0a975dc841ab" /><Relationship Type="http://schemas.openxmlformats.org/officeDocument/2006/relationships/notesSlide" Target="/ppt/notesSlides/notesSlide19.xml" Id="R817385c0511246be" /><Relationship Type="http://schemas.openxmlformats.org/officeDocument/2006/relationships/slideLayout" Target="/ppt/slideLayouts/slideLayout8.xml" Id="R2f7f51a89d3f4b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16.bin" Id="R636549046cdb4626" /><Relationship Type="http://schemas.openxmlformats.org/officeDocument/2006/relationships/image" Target="/ppt/media/image5.bin" Id="R5a43adf034724e77" /><Relationship Type="http://schemas.openxmlformats.org/officeDocument/2006/relationships/image" Target="/ppt/media/image7.bin" Id="R43c7c44243f24f95" /><Relationship Type="http://schemas.openxmlformats.org/officeDocument/2006/relationships/image" Target="/ppt/media/image13.bin" Id="R312a19c4e1f74a59" /><Relationship Type="http://schemas.openxmlformats.org/officeDocument/2006/relationships/notesSlide" Target="/ppt/notesSlides/notesSlide20.xml" Id="Rafbc2c059f3d4fb0" /><Relationship Type="http://schemas.openxmlformats.org/officeDocument/2006/relationships/slideLayout" Target="/ppt/slideLayouts/slideLayout8.xml" Id="R1232d5a1d69948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5.bin" Id="R240384a8bfd841a7" /><Relationship Type="http://schemas.openxmlformats.org/officeDocument/2006/relationships/image" Target="/ppt/media/image7.bin" Id="R00b76c07347f4349" /><Relationship Type="http://schemas.openxmlformats.org/officeDocument/2006/relationships/image" Target="/ppt/media/image17.bin" Id="R55ebe26609fc4f31" /><Relationship Type="http://schemas.openxmlformats.org/officeDocument/2006/relationships/notesSlide" Target="/ppt/notesSlides/notesSlide21.xml" Id="R5090594f197f4f08" /><Relationship Type="http://schemas.openxmlformats.org/officeDocument/2006/relationships/slideLayout" Target="/ppt/slideLayouts/slideLayout8.xml" Id="R6239645172d348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5.bin" Id="R17c2cd08f28d4184" /><Relationship Type="http://schemas.openxmlformats.org/officeDocument/2006/relationships/image" Target="/ppt/media/image7.bin" Id="R85a71439fb1f4a59" /><Relationship Type="http://schemas.openxmlformats.org/officeDocument/2006/relationships/image" Target="/ppt/media/image17.bin" Id="Rf0ce8eee29104167" /><Relationship Type="http://schemas.openxmlformats.org/officeDocument/2006/relationships/image" Target="/ppt/media/image2.bin" Id="R72ec7114aae44a5d" /><Relationship Type="http://schemas.openxmlformats.org/officeDocument/2006/relationships/notesSlide" Target="/ppt/notesSlides/notesSlide22.xml" Id="R828814f8752e4951" /><Relationship Type="http://schemas.openxmlformats.org/officeDocument/2006/relationships/slideLayout" Target="/ppt/slideLayouts/slideLayout8.xml" Id="Rfb907f6a0ac546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5.bin" Id="R759acf92b9074582" /><Relationship Type="http://schemas.openxmlformats.org/officeDocument/2006/relationships/image" Target="/ppt/media/image7.bin" Id="R43c68cc83dd442ba" /><Relationship Type="http://schemas.openxmlformats.org/officeDocument/2006/relationships/image" Target="/ppt/media/image18.bin" Id="Rd1187faeadac4d68" /><Relationship Type="http://schemas.openxmlformats.org/officeDocument/2006/relationships/notesSlide" Target="/ppt/notesSlides/notesSlide23.xml" Id="Rcc03dd3abae84251" /><Relationship Type="http://schemas.openxmlformats.org/officeDocument/2006/relationships/slideLayout" Target="/ppt/slideLayouts/slideLayout8.xml" Id="R2cbd7e36a3bd4c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2.bin" Id="R5e281b24ee58421f" /><Relationship Type="http://schemas.openxmlformats.org/officeDocument/2006/relationships/image" Target="/ppt/media/image3.bin" Id="Rdca43d5040be433e" /><Relationship Type="http://schemas.openxmlformats.org/officeDocument/2006/relationships/image" Target="/ppt/media/image4.bin" Id="R4b115ff471f542f1" /><Relationship Type="http://schemas.openxmlformats.org/officeDocument/2006/relationships/image" Target="/ppt/media/image5.bin" Id="Rf431a29e68084670" /><Relationship Type="http://schemas.openxmlformats.org/officeDocument/2006/relationships/image" Target="/ppt/media/image7.bin" Id="R2f0087f9f4924f97" /><Relationship Type="http://schemas.openxmlformats.org/officeDocument/2006/relationships/image" Target="/ppt/media/image8.bin" Id="R87008f6385d840ed" /><Relationship Type="http://schemas.microsoft.com/office/2007/relationships/hdphoto" Target="/ppt/slides/udata/data6.wdp" Id="Rd1057386d0ac40ac" /><Relationship Type="http://schemas.openxmlformats.org/officeDocument/2006/relationships/notesSlide" Target="/ppt/notesSlides/notesSlide24.xml" Id="R0a530641e8744160" /><Relationship Type="http://schemas.openxmlformats.org/officeDocument/2006/relationships/slideLayout" Target="/ppt/slideLayouts/slideLayout8.xml" Id="R31de9699bc3f45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67644fb7c754467da39890b2d884d197" /><Relationship Type="http://schemas.openxmlformats.org/officeDocument/2006/relationships/image" Target="/ppt/media/image19.bin" Id="R713834e4a8d3460e" /><Relationship Type="http://schemas.openxmlformats.org/officeDocument/2006/relationships/image" Target="/ppt/media/image20.bin" Id="R09f8a8c3d73c48a3" /><Relationship Type="http://schemas.openxmlformats.org/officeDocument/2006/relationships/image" Target="/ppt/media/image21.bin" Id="R20bae32729f94e85" /><Relationship Type="http://schemas.openxmlformats.org/officeDocument/2006/relationships/customXml" Target="/ppt/customXML/item.xml" Id="R39b4ffa9965e4f56" /><Relationship Type="http://schemas.openxmlformats.org/officeDocument/2006/relationships/customXml" Target="/ppt/customXML/item2.xml" Id="R177e246664ec4e92" /><Relationship Type="http://schemas.openxmlformats.org/officeDocument/2006/relationships/slideLayout" Target="/ppt/slideLayouts/slideLayout8.xml" Id="R2ad01e16a98a4b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f075d1606b6b49db9521509aaf185a0f" /><Relationship Type="http://schemas.openxmlformats.org/officeDocument/2006/relationships/image" Target="/ppt/media/image22.bin" Id="Racfcc0bd22b44115" /><Relationship Type="http://schemas.openxmlformats.org/officeDocument/2006/relationships/image" Target="/ppt/media/image23.bin" Id="R553b4bfad5484c50" /><Relationship Type="http://schemas.openxmlformats.org/officeDocument/2006/relationships/image" Target="/ppt/media/image24.bin" Id="R5921ef4703cd44e4" /><Relationship Type="http://schemas.openxmlformats.org/officeDocument/2006/relationships/image" Target="/ppt/media/image20.bin" Id="Rbaf21a4c405f4993" /><Relationship Type="http://schemas.openxmlformats.org/officeDocument/2006/relationships/image" Target="/ppt/media/image25.bin" Id="Rb6e72299a3234b15" /><Relationship Type="http://schemas.openxmlformats.org/officeDocument/2006/relationships/image" Target="/ppt/media/image26.bin" Id="R4bc00ed13ebf4e03" /><Relationship Type="http://schemas.openxmlformats.org/officeDocument/2006/relationships/image" Target="/ppt/media/image21.bin" Id="Rdc3c7c9709ef41a1" /><Relationship Type="http://schemas.openxmlformats.org/officeDocument/2006/relationships/customXml" Target="/ppt/customXML/item3.xml" Id="R264bfc082c4f469a" /><Relationship Type="http://schemas.openxmlformats.org/officeDocument/2006/relationships/customXml" Target="/ppt/customXML/item4.xml" Id="R284cdcc144ac4771" /><Relationship Type="http://schemas.openxmlformats.org/officeDocument/2006/relationships/customXml" Target="/ppt/customXML/item5.xml" Id="R1898c3fb679144db" /><Relationship Type="http://schemas.openxmlformats.org/officeDocument/2006/relationships/slideLayout" Target="/ppt/slideLayouts/slideLayout8.xml" Id="Rbc6b7d5d66334b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7.bin" Id="R48e279b2e40549fb" /><Relationship Type="http://schemas.openxmlformats.org/officeDocument/2006/relationships/image" Target="/ppt/media/image28.bin" Id="R2116f66852094a01" /><Relationship Type="http://schemas.openxmlformats.org/officeDocument/2006/relationships/image" Target="/ppt/media/image26.bin" Id="Re10be28992194a1a" /><Relationship Type="http://schemas.openxmlformats.org/officeDocument/2006/relationships/image" Target="/ppt/media/image29.bin" Id="R45d503a007364524" /><Relationship Type="http://schemas.openxmlformats.org/officeDocument/2006/relationships/customXml" Target="/ppt/customXML/item6.xml" Id="Rcb974356ad0d461e" /><Relationship Type="http://schemas.openxmlformats.org/officeDocument/2006/relationships/customXml" Target="/ppt/customXML/item7.xml" Id="R388f77a2e61e48c4" /><Relationship Type="http://schemas.openxmlformats.org/officeDocument/2006/relationships/customXml" Target="/ppt/customXML/item8.xml" Id="R2a78eff2244d4a3e" /><Relationship Type="http://schemas.openxmlformats.org/officeDocument/2006/relationships/slideLayout" Target="/ppt/slideLayouts/slideLayout10.xml" Id="R507656085ade4c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c498fb145504f2a9364664820516883" /><Relationship Type="http://schemas.openxmlformats.org/officeDocument/2006/relationships/hyperlink" Target="https://storyset.com/" TargetMode="External" Id="Rcdd124bf11414cfda9f17449745b1e25" /><Relationship Type="http://schemas.openxmlformats.org/officeDocument/2006/relationships/slideLayout" Target="/ppt/slideLayouts/slideLayout8.xml" Id="R16866fe0b2e6497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H="1">
            <a:off x="5676290" y="989447"/>
            <a:ext cx="1280160" cy="1280160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303083" y="3656583"/>
            <a:ext cx="21178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2149924" y="1762649"/>
            <a:ext cx="2339094" cy="2560313"/>
            <a:chOff x="2149924" y="1762649"/>
            <a:chExt cx="2339094" cy="2560313"/>
          </a:xfrm>
        </p:grpSpPr>
        <p:sp>
          <p:nvSpPr>
            <p:cNvPr id="12" name="矩形: 圆角 11"/>
            <p:cNvSpPr/>
            <p:nvPr/>
          </p:nvSpPr>
          <p:spPr>
            <a:xfrm>
              <a:off x="2149924" y="1762649"/>
              <a:ext cx="1280160" cy="2560313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393291">
                  <a:moveTo>
                    <a:pt x="0" y="196646"/>
                  </a:moveTo>
                  <a:cubicBezTo>
                    <a:pt x="0" y="88041"/>
                    <a:pt x="88041" y="0"/>
                    <a:pt x="196646" y="0"/>
                  </a:cubicBezTo>
                  <a:lnTo>
                    <a:pt x="196646" y="393291"/>
                  </a:lnTo>
                  <a:cubicBezTo>
                    <a:pt x="88041" y="393291"/>
                    <a:pt x="0" y="305250"/>
                    <a:pt x="0" y="196645"/>
                  </a:cubicBezTo>
                  <a:lnTo>
                    <a:pt x="0" y="196646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71150" y="1981914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阳</a:t>
              </a: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810393" y="2470149"/>
              <a:ext cx="325039" cy="1176869"/>
            </a:xfrm>
            <a:custGeom>
              <a:avLst/>
              <a:gdLst>
                <a:gd name="connsiteX0" fmla="*/ 0 w 353568"/>
                <a:gd name="connsiteY0" fmla="*/ 109728 h 280416"/>
                <a:gd name="connsiteX1" fmla="*/ 85344 w 353568"/>
                <a:gd name="connsiteY1" fmla="*/ 0 h 280416"/>
                <a:gd name="connsiteX2" fmla="*/ 353568 w 353568"/>
                <a:gd name="connsiteY2" fmla="*/ 158496 h 280416"/>
                <a:gd name="connsiteX3" fmla="*/ 256032 w 353568"/>
                <a:gd name="connsiteY3" fmla="*/ 280416 h 280416"/>
                <a:gd name="connsiteX0-1" fmla="*/ 0 w 353568"/>
                <a:gd name="connsiteY0-2" fmla="*/ 109728 h 286586"/>
                <a:gd name="connsiteX1-3" fmla="*/ 85344 w 353568"/>
                <a:gd name="connsiteY1-4" fmla="*/ 0 h 286586"/>
                <a:gd name="connsiteX2-5" fmla="*/ 353568 w 353568"/>
                <a:gd name="connsiteY2-6" fmla="*/ 158496 h 286586"/>
                <a:gd name="connsiteX3-7" fmla="*/ 256032 w 353568"/>
                <a:gd name="connsiteY3-8" fmla="*/ 280416 h 286586"/>
                <a:gd name="connsiteX4" fmla="*/ 262128 w 353568"/>
                <a:gd name="connsiteY4" fmla="*/ 268224 h 286586"/>
                <a:gd name="connsiteX0-9" fmla="*/ 0 w 353568"/>
                <a:gd name="connsiteY0-10" fmla="*/ 109728 h 1280164"/>
                <a:gd name="connsiteX1-11" fmla="*/ 85344 w 353568"/>
                <a:gd name="connsiteY1-12" fmla="*/ 0 h 1280164"/>
                <a:gd name="connsiteX2-13" fmla="*/ 353568 w 353568"/>
                <a:gd name="connsiteY2-14" fmla="*/ 158496 h 1280164"/>
                <a:gd name="connsiteX3-15" fmla="*/ 256032 w 353568"/>
                <a:gd name="connsiteY3-16" fmla="*/ 280416 h 1280164"/>
                <a:gd name="connsiteX4-17" fmla="*/ 262128 w 353568"/>
                <a:gd name="connsiteY4-18" fmla="*/ 1280160 h 12801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353568" h="1280164">
                  <a:moveTo>
                    <a:pt x="0" y="109728"/>
                  </a:moveTo>
                  <a:lnTo>
                    <a:pt x="85344" y="0"/>
                  </a:lnTo>
                  <a:lnTo>
                    <a:pt x="353568" y="158496"/>
                  </a:lnTo>
                  <a:lnTo>
                    <a:pt x="256032" y="280416"/>
                  </a:lnTo>
                  <a:cubicBezTo>
                    <a:pt x="240792" y="298704"/>
                    <a:pt x="260858" y="1282700"/>
                    <a:pt x="262128" y="1280160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 flipH="1">
            <a:off x="2509676" y="5160007"/>
            <a:ext cx="1280160" cy="1280160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5713761" y="1915116"/>
            <a:ext cx="897908" cy="897908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4378274" y="2213074"/>
            <a:ext cx="864127" cy="1659462"/>
            <a:chOff x="10972473" y="286894"/>
            <a:chExt cx="864127" cy="165946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a0eef5679cef44e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52344" y="541049"/>
            <a:ext cx="2117868" cy="2215991"/>
            <a:chOff x="4055259" y="539123"/>
            <a:chExt cx="2117868" cy="2215991"/>
          </a:xfrm>
        </p:grpSpPr>
        <p:sp>
          <p:nvSpPr>
            <p:cNvPr id="33" name="矩形 32"/>
            <p:cNvSpPr/>
            <p:nvPr/>
          </p:nvSpPr>
          <p:spPr>
            <a:xfrm>
              <a:off x="4601944" y="719523"/>
              <a:ext cx="1463040" cy="1681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: 圆角 11"/>
            <p:cNvSpPr/>
            <p:nvPr/>
          </p:nvSpPr>
          <p:spPr>
            <a:xfrm rot="10800000">
              <a:off x="5048891" y="1126607"/>
              <a:ext cx="571502" cy="1143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393291">
                  <a:moveTo>
                    <a:pt x="0" y="196646"/>
                  </a:moveTo>
                  <a:cubicBezTo>
                    <a:pt x="0" y="88041"/>
                    <a:pt x="88041" y="0"/>
                    <a:pt x="196646" y="0"/>
                  </a:cubicBezTo>
                  <a:lnTo>
                    <a:pt x="196646" y="393291"/>
                  </a:lnTo>
                  <a:cubicBezTo>
                    <a:pt x="88041" y="393291"/>
                    <a:pt x="0" y="305250"/>
                    <a:pt x="0" y="196645"/>
                  </a:cubicBezTo>
                  <a:lnTo>
                    <a:pt x="0" y="196646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55259" y="539123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重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5323797"/>
            <a:ext cx="12192000" cy="2512390"/>
            <a:chOff x="0" y="5323797"/>
            <a:chExt cx="12192000" cy="2512390"/>
          </a:xfrm>
        </p:grpSpPr>
        <p:sp>
          <p:nvSpPr>
            <p:cNvPr id="45" name="任意多边形: 形状 44"/>
            <p:cNvSpPr/>
            <p:nvPr/>
          </p:nvSpPr>
          <p:spPr>
            <a:xfrm>
              <a:off x="0" y="5323797"/>
              <a:ext cx="12192000" cy="1534203"/>
            </a:xfrm>
            <a:custGeom>
              <a:avLst/>
              <a:gdLst>
                <a:gd name="connsiteX0" fmla="*/ 11696187 w 12162526"/>
                <a:gd name="connsiteY0" fmla="*/ 0 h 1802850"/>
                <a:gd name="connsiteX1" fmla="*/ 12162526 w 12162526"/>
                <a:gd name="connsiteY1" fmla="*/ 0 h 1802850"/>
                <a:gd name="connsiteX2" fmla="*/ 12147286 w 12162526"/>
                <a:gd name="connsiteY2" fmla="*/ 12750 h 1802850"/>
                <a:gd name="connsiteX3" fmla="*/ 12162526 w 12162526"/>
                <a:gd name="connsiteY3" fmla="*/ 1802850 h 1802850"/>
                <a:gd name="connsiteX4" fmla="*/ 0 w 12162526"/>
                <a:gd name="connsiteY4" fmla="*/ 1802850 h 1802850"/>
                <a:gd name="connsiteX5" fmla="*/ 108895 w 12162526"/>
                <a:gd name="connsiteY5" fmla="*/ 1627576 h 1802850"/>
                <a:gd name="connsiteX6" fmla="*/ 1969029 w 12162526"/>
                <a:gd name="connsiteY6" fmla="*/ 710652 h 1802850"/>
                <a:gd name="connsiteX7" fmla="*/ 7996004 w 12162526"/>
                <a:gd name="connsiteY7" fmla="*/ 1527126 h 1802850"/>
                <a:gd name="connsiteX8" fmla="*/ 9259521 w 12162526"/>
                <a:gd name="connsiteY8" fmla="*/ 887554 h 1802850"/>
                <a:gd name="connsiteX9" fmla="*/ 11587517 w 12162526"/>
                <a:gd name="connsiteY9" fmla="*/ 33305 h 1802850"/>
                <a:gd name="connsiteX0-1" fmla="*/ 11696187 w 12162526"/>
                <a:gd name="connsiteY0-2" fmla="*/ 0 h 1802850"/>
                <a:gd name="connsiteX1-3" fmla="*/ 12162526 w 12162526"/>
                <a:gd name="connsiteY1-4" fmla="*/ 0 h 1802850"/>
                <a:gd name="connsiteX2-5" fmla="*/ 12147286 w 12162526"/>
                <a:gd name="connsiteY2-6" fmla="*/ 12750 h 1802850"/>
                <a:gd name="connsiteX3-7" fmla="*/ 12162526 w 12162526"/>
                <a:gd name="connsiteY3-8" fmla="*/ 1802850 h 1802850"/>
                <a:gd name="connsiteX4-9" fmla="*/ 0 w 12162526"/>
                <a:gd name="connsiteY4-10" fmla="*/ 1802850 h 1802850"/>
                <a:gd name="connsiteX5-11" fmla="*/ 108895 w 12162526"/>
                <a:gd name="connsiteY5-12" fmla="*/ 1627576 h 1802850"/>
                <a:gd name="connsiteX6-13" fmla="*/ 1969029 w 12162526"/>
                <a:gd name="connsiteY6-14" fmla="*/ 710652 h 1802850"/>
                <a:gd name="connsiteX7-15" fmla="*/ 7996004 w 12162526"/>
                <a:gd name="connsiteY7-16" fmla="*/ 1527126 h 1802850"/>
                <a:gd name="connsiteX8-17" fmla="*/ 11587517 w 12162526"/>
                <a:gd name="connsiteY8-18" fmla="*/ 33305 h 1802850"/>
                <a:gd name="connsiteX9-19" fmla="*/ 11696187 w 12162526"/>
                <a:gd name="connsiteY9-20" fmla="*/ 0 h 1802850"/>
                <a:gd name="connsiteX0-21" fmla="*/ 11587517 w 12162526"/>
                <a:gd name="connsiteY0-22" fmla="*/ 33305 h 1802850"/>
                <a:gd name="connsiteX1-23" fmla="*/ 12162526 w 12162526"/>
                <a:gd name="connsiteY1-24" fmla="*/ 0 h 1802850"/>
                <a:gd name="connsiteX2-25" fmla="*/ 12147286 w 12162526"/>
                <a:gd name="connsiteY2-26" fmla="*/ 12750 h 1802850"/>
                <a:gd name="connsiteX3-27" fmla="*/ 12162526 w 12162526"/>
                <a:gd name="connsiteY3-28" fmla="*/ 1802850 h 1802850"/>
                <a:gd name="connsiteX4-29" fmla="*/ 0 w 12162526"/>
                <a:gd name="connsiteY4-30" fmla="*/ 1802850 h 1802850"/>
                <a:gd name="connsiteX5-31" fmla="*/ 108895 w 12162526"/>
                <a:gd name="connsiteY5-32" fmla="*/ 1627576 h 1802850"/>
                <a:gd name="connsiteX6-33" fmla="*/ 1969029 w 12162526"/>
                <a:gd name="connsiteY6-34" fmla="*/ 710652 h 1802850"/>
                <a:gd name="connsiteX7-35" fmla="*/ 7996004 w 12162526"/>
                <a:gd name="connsiteY7-36" fmla="*/ 1527126 h 1802850"/>
                <a:gd name="connsiteX8-37" fmla="*/ 11587517 w 12162526"/>
                <a:gd name="connsiteY8-38" fmla="*/ 33305 h 1802850"/>
                <a:gd name="connsiteX0-39" fmla="*/ 11587517 w 12162526"/>
                <a:gd name="connsiteY0-40" fmla="*/ 33305 h 1802850"/>
                <a:gd name="connsiteX1-41" fmla="*/ 12162526 w 12162526"/>
                <a:gd name="connsiteY1-42" fmla="*/ 0 h 1802850"/>
                <a:gd name="connsiteX2-43" fmla="*/ 12162526 w 12162526"/>
                <a:gd name="connsiteY2-44" fmla="*/ 1802850 h 1802850"/>
                <a:gd name="connsiteX3-45" fmla="*/ 0 w 12162526"/>
                <a:gd name="connsiteY3-46" fmla="*/ 1802850 h 1802850"/>
                <a:gd name="connsiteX4-47" fmla="*/ 108895 w 12162526"/>
                <a:gd name="connsiteY4-48" fmla="*/ 1627576 h 1802850"/>
                <a:gd name="connsiteX5-49" fmla="*/ 1969029 w 12162526"/>
                <a:gd name="connsiteY5-50" fmla="*/ 710652 h 1802850"/>
                <a:gd name="connsiteX6-51" fmla="*/ 7996004 w 12162526"/>
                <a:gd name="connsiteY6-52" fmla="*/ 1527126 h 1802850"/>
                <a:gd name="connsiteX7-53" fmla="*/ 11587517 w 12162526"/>
                <a:gd name="connsiteY7-54" fmla="*/ 33305 h 1802850"/>
                <a:gd name="connsiteX0-55" fmla="*/ 7996004 w 12162526"/>
                <a:gd name="connsiteY0-56" fmla="*/ 1528191 h 1803915"/>
                <a:gd name="connsiteX1-57" fmla="*/ 12162526 w 12162526"/>
                <a:gd name="connsiteY1-58" fmla="*/ 1065 h 1803915"/>
                <a:gd name="connsiteX2-59" fmla="*/ 12162526 w 12162526"/>
                <a:gd name="connsiteY2-60" fmla="*/ 1803915 h 1803915"/>
                <a:gd name="connsiteX3-61" fmla="*/ 0 w 12162526"/>
                <a:gd name="connsiteY3-62" fmla="*/ 1803915 h 1803915"/>
                <a:gd name="connsiteX4-63" fmla="*/ 108895 w 12162526"/>
                <a:gd name="connsiteY4-64" fmla="*/ 1628641 h 1803915"/>
                <a:gd name="connsiteX5-65" fmla="*/ 1969029 w 12162526"/>
                <a:gd name="connsiteY5-66" fmla="*/ 711717 h 1803915"/>
                <a:gd name="connsiteX6-67" fmla="*/ 7996004 w 12162526"/>
                <a:gd name="connsiteY6-68" fmla="*/ 1528191 h 18039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2162526" h="1803915">
                  <a:moveTo>
                    <a:pt x="7996004" y="1528191"/>
                  </a:moveTo>
                  <a:cubicBezTo>
                    <a:pt x="9694920" y="1409749"/>
                    <a:pt x="11468106" y="-44889"/>
                    <a:pt x="12162526" y="1065"/>
                  </a:cubicBezTo>
                  <a:lnTo>
                    <a:pt x="12162526" y="1803915"/>
                  </a:lnTo>
                  <a:lnTo>
                    <a:pt x="0" y="1803915"/>
                  </a:lnTo>
                  <a:lnTo>
                    <a:pt x="108895" y="1628641"/>
                  </a:lnTo>
                  <a:cubicBezTo>
                    <a:pt x="406479" y="1168892"/>
                    <a:pt x="800802" y="755375"/>
                    <a:pt x="1969029" y="711717"/>
                  </a:cubicBezTo>
                  <a:cubicBezTo>
                    <a:pt x="3304145" y="661821"/>
                    <a:pt x="6297088" y="1646633"/>
                    <a:pt x="7996004" y="1528191"/>
                  </a:cubicBezTo>
                  <a:close/>
                </a:path>
              </a:pathLst>
            </a:custGeom>
            <a:solidFill>
              <a:srgbClr val="895623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弧形 49"/>
            <p:cNvSpPr/>
            <p:nvPr/>
          </p:nvSpPr>
          <p:spPr>
            <a:xfrm>
              <a:off x="540665" y="6293543"/>
              <a:ext cx="3672841" cy="1542644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555056" stroke="0" extrusionOk="0">
                  <a:moveTo>
                    <a:pt x="1051560" y="1555056"/>
                  </a:moveTo>
                  <a:cubicBezTo>
                    <a:pt x="2932889" y="1555056"/>
                    <a:pt x="3741728" y="375657"/>
                    <a:pt x="3741728" y="819544"/>
                  </a:cubicBezTo>
                  <a:lnTo>
                    <a:pt x="1051560" y="1555056"/>
                  </a:lnTo>
                  <a:close/>
                </a:path>
                <a:path w="3741728" h="1555056" fill="none">
                  <a:moveTo>
                    <a:pt x="0" y="610176"/>
                  </a:moveTo>
                  <a:cubicBezTo>
                    <a:pt x="540209" y="-258504"/>
                    <a:pt x="2796848" y="40377"/>
                    <a:pt x="3345488" y="88024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弧形 49"/>
            <p:cNvSpPr/>
            <p:nvPr/>
          </p:nvSpPr>
          <p:spPr>
            <a:xfrm>
              <a:off x="1358818" y="6547199"/>
              <a:ext cx="4578344" cy="1259038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  <a:gd name="connsiteX0-119" fmla="*/ 1051560 w 3741728"/>
                <a:gd name="connsiteY0-120" fmla="*/ 1488180 h 1488180"/>
                <a:gd name="connsiteX1-121" fmla="*/ 3741728 w 3741728"/>
                <a:gd name="connsiteY1-122" fmla="*/ 752668 h 1488180"/>
                <a:gd name="connsiteX2-123" fmla="*/ 1051560 w 3741728"/>
                <a:gd name="connsiteY2-124" fmla="*/ 1488180 h 1488180"/>
                <a:gd name="connsiteX0-125" fmla="*/ 0 w 3741728"/>
                <a:gd name="connsiteY0-126" fmla="*/ 543300 h 1488180"/>
                <a:gd name="connsiteX1-127" fmla="*/ 2895239 w 3741728"/>
                <a:gd name="connsiteY1-128" fmla="*/ 144049 h 1488180"/>
                <a:gd name="connsiteX0-129" fmla="*/ 1051560 w 3741728"/>
                <a:gd name="connsiteY0-130" fmla="*/ 1381188 h 1381188"/>
                <a:gd name="connsiteX1-131" fmla="*/ 3741728 w 3741728"/>
                <a:gd name="connsiteY1-132" fmla="*/ 645676 h 1381188"/>
                <a:gd name="connsiteX2-133" fmla="*/ 1051560 w 3741728"/>
                <a:gd name="connsiteY2-134" fmla="*/ 1381188 h 1381188"/>
                <a:gd name="connsiteX0-135" fmla="*/ 0 w 3741728"/>
                <a:gd name="connsiteY0-136" fmla="*/ 436308 h 1381188"/>
                <a:gd name="connsiteX1-137" fmla="*/ 2919753 w 3741728"/>
                <a:gd name="connsiteY1-138" fmla="*/ 303881 h 1381188"/>
                <a:gd name="connsiteX0-139" fmla="*/ 1051560 w 3741728"/>
                <a:gd name="connsiteY0-140" fmla="*/ 1424444 h 1424444"/>
                <a:gd name="connsiteX1-141" fmla="*/ 3741728 w 3741728"/>
                <a:gd name="connsiteY1-142" fmla="*/ 688932 h 1424444"/>
                <a:gd name="connsiteX2-143" fmla="*/ 1051560 w 3741728"/>
                <a:gd name="connsiteY2-144" fmla="*/ 1424444 h 1424444"/>
                <a:gd name="connsiteX0-145" fmla="*/ 0 w 3741728"/>
                <a:gd name="connsiteY0-146" fmla="*/ 479564 h 1424444"/>
                <a:gd name="connsiteX1-147" fmla="*/ 2919753 w 3741728"/>
                <a:gd name="connsiteY1-148" fmla="*/ 225853 h 1424444"/>
                <a:gd name="connsiteX0-149" fmla="*/ 1051560 w 3741728"/>
                <a:gd name="connsiteY0-150" fmla="*/ 1447804 h 1447804"/>
                <a:gd name="connsiteX1-151" fmla="*/ 3741728 w 3741728"/>
                <a:gd name="connsiteY1-152" fmla="*/ 712292 h 1447804"/>
                <a:gd name="connsiteX2-153" fmla="*/ 1051560 w 3741728"/>
                <a:gd name="connsiteY2-154" fmla="*/ 1447804 h 1447804"/>
                <a:gd name="connsiteX0-155" fmla="*/ 0 w 3741728"/>
                <a:gd name="connsiteY0-156" fmla="*/ 502924 h 1447804"/>
                <a:gd name="connsiteX1-157" fmla="*/ 2919753 w 3741728"/>
                <a:gd name="connsiteY1-158" fmla="*/ 249213 h 1447804"/>
                <a:gd name="connsiteX0-159" fmla="*/ 1051560 w 3741728"/>
                <a:gd name="connsiteY0-160" fmla="*/ 1342676 h 1342676"/>
                <a:gd name="connsiteX1-161" fmla="*/ 3741728 w 3741728"/>
                <a:gd name="connsiteY1-162" fmla="*/ 607164 h 1342676"/>
                <a:gd name="connsiteX2-163" fmla="*/ 1051560 w 3741728"/>
                <a:gd name="connsiteY2-164" fmla="*/ 1342676 h 1342676"/>
                <a:gd name="connsiteX0-165" fmla="*/ 0 w 3741728"/>
                <a:gd name="connsiteY0-166" fmla="*/ 397796 h 1342676"/>
                <a:gd name="connsiteX1-167" fmla="*/ 2919753 w 3741728"/>
                <a:gd name="connsiteY1-168" fmla="*/ 144085 h 1342676"/>
                <a:gd name="connsiteX0-169" fmla="*/ 1051560 w 3741728"/>
                <a:gd name="connsiteY0-170" fmla="*/ 1269167 h 1269167"/>
                <a:gd name="connsiteX1-171" fmla="*/ 3741728 w 3741728"/>
                <a:gd name="connsiteY1-172" fmla="*/ 533655 h 1269167"/>
                <a:gd name="connsiteX2-173" fmla="*/ 1051560 w 3741728"/>
                <a:gd name="connsiteY2-174" fmla="*/ 1269167 h 1269167"/>
                <a:gd name="connsiteX0-175" fmla="*/ 0 w 3741728"/>
                <a:gd name="connsiteY0-176" fmla="*/ 324287 h 1269167"/>
                <a:gd name="connsiteX1-177" fmla="*/ 3287470 w 3741728"/>
                <a:gd name="connsiteY1-178" fmla="*/ 240373 h 126916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269167" stroke="0" extrusionOk="0">
                  <a:moveTo>
                    <a:pt x="1051560" y="1269167"/>
                  </a:moveTo>
                  <a:cubicBezTo>
                    <a:pt x="2932889" y="1269167"/>
                    <a:pt x="3741728" y="89768"/>
                    <a:pt x="3741728" y="533655"/>
                  </a:cubicBezTo>
                  <a:lnTo>
                    <a:pt x="1051560" y="1269167"/>
                  </a:lnTo>
                  <a:close/>
                </a:path>
                <a:path w="3741728" h="1269167" fill="none">
                  <a:moveTo>
                    <a:pt x="0" y="324287"/>
                  </a:moveTo>
                  <a:cubicBezTo>
                    <a:pt x="809869" y="-277569"/>
                    <a:pt x="2616258" y="119957"/>
                    <a:pt x="3287470" y="240373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3f5af8ee42ea45c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9" y="4250015"/>
            <a:ext cx="2721533" cy="1544312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03888" y="-15693"/>
            <a:ext cx="8188112" cy="6873693"/>
            <a:chOff x="4003888" y="-15693"/>
            <a:chExt cx="8188112" cy="687369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e1b3e7fc1948468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321" b="4431"/>
            <a:stretch>
              <a:fillRect/>
            </a:stretch>
          </p:blipFill>
          <p:spPr>
            <a:xfrm>
              <a:off x="7844006" y="-15693"/>
              <a:ext cx="4347994" cy="6873693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902fa8fbcfea406a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8847" y="5508597"/>
              <a:ext cx="799709" cy="719884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b1fc58f7ebc544e2">
              <a:extLst>
                <a:ext uri="{BEBA8EAE-BF5A-486C-A8C5-ECC9F3942E4B}">
                  <a14:imgProps xmlns:a14="http://schemas.microsoft.com/office/drawing/2010/main">
                    <a14:imgLayer r:embed="R54836a61f97f4050">
                      <a14:imgEffect>
                        <a14:backgroundRemoval t="8889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6018607" y="3879445"/>
              <a:ext cx="668553" cy="601820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902fa8fbcfea406a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4003888" y="5952654"/>
              <a:ext cx="668553" cy="60182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902fa8fbcfea406a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7224406" y="4335335"/>
              <a:ext cx="668553" cy="60182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902fa8fbcfea406a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5105980" y="5748737"/>
              <a:ext cx="430417" cy="387454"/>
            </a:xfrm>
            <a:prstGeom prst="rect">
              <a:avLst/>
            </a:prstGeom>
          </p:spPr>
        </p:pic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ae76875737714bf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72e63784002e4891">
            <a:extLst>
              <a:ext uri="{BEBA8EAE-BF5A-486C-A8C5-ECC9F3942E4B}">
                <a14:imgProps xmlns:a14="http://schemas.microsoft.com/office/drawing/2010/main">
                  <a14:imgLayer r:embed="R23beff83b4994dbe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827" y="4014213"/>
            <a:ext cx="1828804" cy="2743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  <p:cond evt="onBegin" delay="0">
                          <p:tn val="20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  <p:cond evt="onBegin" delay="0">
                          <p:tn val="38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  <p:cond evt="onBegin" delay="0">
                          <p:tn val="44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  <p:cond evt="onBegin" delay="0">
                          <p:tn val="51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782620" y="3904679"/>
            <a:ext cx="1491877" cy="1491877"/>
          </a:xfrm>
          <a:prstGeom prst="ellipse">
            <a:avLst/>
          </a:prstGeom>
          <a:solidFill>
            <a:srgbClr val="E1C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312e448c5c8f4be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9" y="4250015"/>
            <a:ext cx="2721533" cy="1544312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efad6cb01e7845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091" y="5244799"/>
            <a:ext cx="799709" cy="71988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efad6cb01e7845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5459851" y="3615647"/>
            <a:ext cx="668553" cy="60182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efad6cb01e7845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445132" y="5688856"/>
            <a:ext cx="668553" cy="60182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efad6cb01e7845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547224" y="5484939"/>
            <a:ext cx="430417" cy="38745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77ebccb9300d455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2149924" y="1762649"/>
            <a:ext cx="2339094" cy="2560313"/>
            <a:chOff x="2149924" y="1762649"/>
            <a:chExt cx="2339094" cy="2560313"/>
          </a:xfrm>
        </p:grpSpPr>
        <p:sp>
          <p:nvSpPr>
            <p:cNvPr id="31" name="矩形: 圆角 11"/>
            <p:cNvSpPr/>
            <p:nvPr/>
          </p:nvSpPr>
          <p:spPr>
            <a:xfrm>
              <a:off x="2149924" y="1762649"/>
              <a:ext cx="1280160" cy="2560313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393291">
                  <a:moveTo>
                    <a:pt x="0" y="196646"/>
                  </a:moveTo>
                  <a:cubicBezTo>
                    <a:pt x="0" y="88041"/>
                    <a:pt x="88041" y="0"/>
                    <a:pt x="196646" y="0"/>
                  </a:cubicBezTo>
                  <a:lnTo>
                    <a:pt x="196646" y="393291"/>
                  </a:lnTo>
                  <a:cubicBezTo>
                    <a:pt x="88041" y="393291"/>
                    <a:pt x="0" y="305250"/>
                    <a:pt x="0" y="196645"/>
                  </a:cubicBezTo>
                  <a:lnTo>
                    <a:pt x="0" y="196646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371150" y="1981914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录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378274" y="2213074"/>
            <a:ext cx="864127" cy="1659462"/>
            <a:chOff x="10972473" y="286894"/>
            <a:chExt cx="864127" cy="1659462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b174d87002374fb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947116" y="538867"/>
            <a:ext cx="2117868" cy="2215991"/>
            <a:chOff x="3947116" y="538867"/>
            <a:chExt cx="2117868" cy="2215991"/>
          </a:xfrm>
        </p:grpSpPr>
        <p:sp>
          <p:nvSpPr>
            <p:cNvPr id="29" name="矩形 28"/>
            <p:cNvSpPr/>
            <p:nvPr/>
          </p:nvSpPr>
          <p:spPr>
            <a:xfrm>
              <a:off x="4601944" y="719523"/>
              <a:ext cx="1463040" cy="1681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947116" y="538867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目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176434" y="2602599"/>
            <a:ext cx="615553" cy="27149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7960476" y="2602599"/>
            <a:ext cx="615553" cy="27149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744518" y="2602599"/>
            <a:ext cx="615553" cy="27149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528559" y="2602599"/>
            <a:ext cx="615553" cy="27149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7117080" y="1020719"/>
            <a:ext cx="4226346" cy="1143081"/>
            <a:chOff x="7117080" y="1020719"/>
            <a:chExt cx="4226346" cy="1143081"/>
          </a:xfrm>
        </p:grpSpPr>
        <p:sp>
          <p:nvSpPr>
            <p:cNvPr id="3" name="文本框 2"/>
            <p:cNvSpPr txBox="1"/>
            <p:nvPr/>
          </p:nvSpPr>
          <p:spPr>
            <a:xfrm>
              <a:off x="7117080" y="1332803"/>
              <a:ext cx="746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壹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899039" y="1332803"/>
              <a:ext cx="746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贰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8680998" y="1332803"/>
              <a:ext cx="746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叁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9462956" y="1332803"/>
              <a:ext cx="746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肆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806579" y="1020719"/>
              <a:ext cx="3536847" cy="1110699"/>
              <a:chOff x="7866739" y="1044783"/>
              <a:chExt cx="3536847" cy="1110699"/>
            </a:xfrm>
          </p:grpSpPr>
          <p:sp>
            <p:nvSpPr>
              <p:cNvPr id="64" name="矩形: 圆角 63"/>
              <p:cNvSpPr/>
              <p:nvPr/>
            </p:nvSpPr>
            <p:spPr>
              <a:xfrm>
                <a:off x="7866739" y="1442778"/>
                <a:ext cx="3536847" cy="712704"/>
              </a:xfrm>
              <a:custGeom>
                <a:avLst/>
                <a:gdLst>
                  <a:gd name="connsiteX0" fmla="*/ 0 w 2117868"/>
                  <a:gd name="connsiteY0" fmla="*/ 183335 h 366669"/>
                  <a:gd name="connsiteX1" fmla="*/ 183335 w 2117868"/>
                  <a:gd name="connsiteY1" fmla="*/ 0 h 366669"/>
                  <a:gd name="connsiteX2" fmla="*/ 1934534 w 2117868"/>
                  <a:gd name="connsiteY2" fmla="*/ 0 h 366669"/>
                  <a:gd name="connsiteX3" fmla="*/ 2117869 w 2117868"/>
                  <a:gd name="connsiteY3" fmla="*/ 183335 h 366669"/>
                  <a:gd name="connsiteX4" fmla="*/ 2117868 w 2117868"/>
                  <a:gd name="connsiteY4" fmla="*/ 183335 h 366669"/>
                  <a:gd name="connsiteX5" fmla="*/ 1934533 w 2117868"/>
                  <a:gd name="connsiteY5" fmla="*/ 366670 h 366669"/>
                  <a:gd name="connsiteX6" fmla="*/ 183335 w 2117868"/>
                  <a:gd name="connsiteY6" fmla="*/ 366669 h 366669"/>
                  <a:gd name="connsiteX7" fmla="*/ 0 w 2117868"/>
                  <a:gd name="connsiteY7" fmla="*/ 183334 h 366669"/>
                  <a:gd name="connsiteX8" fmla="*/ 0 w 2117868"/>
                  <a:gd name="connsiteY8" fmla="*/ 183335 h 366669"/>
                  <a:gd name="connsiteX0-1" fmla="*/ 0 w 2117869"/>
                  <a:gd name="connsiteY0-2" fmla="*/ 183334 h 366670"/>
                  <a:gd name="connsiteX1-3" fmla="*/ 183335 w 2117869"/>
                  <a:gd name="connsiteY1-4" fmla="*/ 0 h 366670"/>
                  <a:gd name="connsiteX2-5" fmla="*/ 1934534 w 2117869"/>
                  <a:gd name="connsiteY2-6" fmla="*/ 0 h 366670"/>
                  <a:gd name="connsiteX3-7" fmla="*/ 2117869 w 2117869"/>
                  <a:gd name="connsiteY3-8" fmla="*/ 183335 h 366670"/>
                  <a:gd name="connsiteX4-9" fmla="*/ 2117868 w 2117869"/>
                  <a:gd name="connsiteY4-10" fmla="*/ 183335 h 366670"/>
                  <a:gd name="connsiteX5-11" fmla="*/ 1934533 w 2117869"/>
                  <a:gd name="connsiteY5-12" fmla="*/ 366670 h 366670"/>
                  <a:gd name="connsiteX6-13" fmla="*/ 183335 w 2117869"/>
                  <a:gd name="connsiteY6-14" fmla="*/ 366669 h 366670"/>
                  <a:gd name="connsiteX7-15" fmla="*/ 0 w 2117869"/>
                  <a:gd name="connsiteY7-16" fmla="*/ 183334 h 366670"/>
                  <a:gd name="connsiteX0-17" fmla="*/ 218899 w 2153433"/>
                  <a:gd name="connsiteY0-18" fmla="*/ 366669 h 366670"/>
                  <a:gd name="connsiteX1-19" fmla="*/ 218899 w 2153433"/>
                  <a:gd name="connsiteY1-20" fmla="*/ 0 h 366670"/>
                  <a:gd name="connsiteX2-21" fmla="*/ 1970098 w 2153433"/>
                  <a:gd name="connsiteY2-22" fmla="*/ 0 h 366670"/>
                  <a:gd name="connsiteX3-23" fmla="*/ 2153433 w 2153433"/>
                  <a:gd name="connsiteY3-24" fmla="*/ 183335 h 366670"/>
                  <a:gd name="connsiteX4-25" fmla="*/ 2153432 w 2153433"/>
                  <a:gd name="connsiteY4-26" fmla="*/ 183335 h 366670"/>
                  <a:gd name="connsiteX5-27" fmla="*/ 1970097 w 2153433"/>
                  <a:gd name="connsiteY5-28" fmla="*/ 366670 h 366670"/>
                  <a:gd name="connsiteX6-29" fmla="*/ 218899 w 2153433"/>
                  <a:gd name="connsiteY6-30" fmla="*/ 366669 h 366670"/>
                  <a:gd name="connsiteX0-31" fmla="*/ 0 w 1934534"/>
                  <a:gd name="connsiteY0-32" fmla="*/ 0 h 458109"/>
                  <a:gd name="connsiteX1-33" fmla="*/ 1751199 w 1934534"/>
                  <a:gd name="connsiteY1-34" fmla="*/ 0 h 458109"/>
                  <a:gd name="connsiteX2-35" fmla="*/ 1934534 w 1934534"/>
                  <a:gd name="connsiteY2-36" fmla="*/ 183335 h 458109"/>
                  <a:gd name="connsiteX3-37" fmla="*/ 1934533 w 1934534"/>
                  <a:gd name="connsiteY3-38" fmla="*/ 183335 h 458109"/>
                  <a:gd name="connsiteX4-39" fmla="*/ 1751198 w 1934534"/>
                  <a:gd name="connsiteY4-40" fmla="*/ 366670 h 458109"/>
                  <a:gd name="connsiteX5-41" fmla="*/ 91440 w 1934534"/>
                  <a:gd name="connsiteY5-42" fmla="*/ 458109 h 458109"/>
                  <a:gd name="connsiteX0-43" fmla="*/ 6096 w 1940630"/>
                  <a:gd name="connsiteY0-44" fmla="*/ 0 h 391053"/>
                  <a:gd name="connsiteX1-45" fmla="*/ 1757295 w 1940630"/>
                  <a:gd name="connsiteY1-46" fmla="*/ 0 h 391053"/>
                  <a:gd name="connsiteX2-47" fmla="*/ 1940630 w 1940630"/>
                  <a:gd name="connsiteY2-48" fmla="*/ 183335 h 391053"/>
                  <a:gd name="connsiteX3-49" fmla="*/ 1940629 w 1940630"/>
                  <a:gd name="connsiteY3-50" fmla="*/ 183335 h 391053"/>
                  <a:gd name="connsiteX4-51" fmla="*/ 1757294 w 1940630"/>
                  <a:gd name="connsiteY4-52" fmla="*/ 366670 h 391053"/>
                  <a:gd name="connsiteX5-53" fmla="*/ 0 w 1940630"/>
                  <a:gd name="connsiteY5-54" fmla="*/ 391053 h 39105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1940630" h="391053">
                    <a:moveTo>
                      <a:pt x="6096" y="0"/>
                    </a:moveTo>
                    <a:lnTo>
                      <a:pt x="1757295" y="0"/>
                    </a:lnTo>
                    <a:cubicBezTo>
                      <a:pt x="1858548" y="0"/>
                      <a:pt x="1940630" y="82082"/>
                      <a:pt x="1940630" y="183335"/>
                    </a:cubicBezTo>
                    <a:lnTo>
                      <a:pt x="1940629" y="183335"/>
                    </a:lnTo>
                    <a:cubicBezTo>
                      <a:pt x="1940629" y="284588"/>
                      <a:pt x="1858547" y="366670"/>
                      <a:pt x="1757294" y="366670"/>
                    </a:cubicBezTo>
                    <a:cubicBezTo>
                      <a:pt x="1173561" y="366670"/>
                      <a:pt x="0" y="391053"/>
                      <a:pt x="0" y="391053"/>
                    </a:cubicBezTo>
                  </a:path>
                </a:pathLst>
              </a:custGeom>
              <a:noFill/>
              <a:ln>
                <a:solidFill>
                  <a:srgbClr val="E1C79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8135442" y="1044783"/>
                <a:ext cx="1918128" cy="399484"/>
              </a:xfrm>
              <a:custGeom>
                <a:avLst/>
                <a:gdLst>
                  <a:gd name="connsiteX0" fmla="*/ 199742 w 1918128"/>
                  <a:gd name="connsiteY0" fmla="*/ 0 h 399484"/>
                  <a:gd name="connsiteX1" fmla="*/ 436737 w 1918128"/>
                  <a:gd name="connsiteY1" fmla="*/ 341 h 399484"/>
                  <a:gd name="connsiteX2" fmla="*/ 400046 w 1918128"/>
                  <a:gd name="connsiteY2" fmla="*/ 4040 h 399484"/>
                  <a:gd name="connsiteX3" fmla="*/ 244617 w 1918128"/>
                  <a:gd name="connsiteY3" fmla="*/ 159469 h 399484"/>
                  <a:gd name="connsiteX4" fmla="*/ 240559 w 1918128"/>
                  <a:gd name="connsiteY4" fmla="*/ 199724 h 399484"/>
                  <a:gd name="connsiteX5" fmla="*/ 240559 w 1918128"/>
                  <a:gd name="connsiteY5" fmla="*/ 199723 h 399484"/>
                  <a:gd name="connsiteX6" fmla="*/ 240559 w 1918128"/>
                  <a:gd name="connsiteY6" fmla="*/ 199724 h 399484"/>
                  <a:gd name="connsiteX7" fmla="*/ 240559 w 1918128"/>
                  <a:gd name="connsiteY7" fmla="*/ 199724 h 399484"/>
                  <a:gd name="connsiteX8" fmla="*/ 244617 w 1918128"/>
                  <a:gd name="connsiteY8" fmla="*/ 239978 h 399484"/>
                  <a:gd name="connsiteX9" fmla="*/ 440301 w 1918128"/>
                  <a:gd name="connsiteY9" fmla="*/ 399465 h 399484"/>
                  <a:gd name="connsiteX10" fmla="*/ 1918128 w 1918128"/>
                  <a:gd name="connsiteY10" fmla="*/ 399466 h 399484"/>
                  <a:gd name="connsiteX11" fmla="*/ 1918126 w 1918128"/>
                  <a:gd name="connsiteY11" fmla="*/ 399484 h 399484"/>
                  <a:gd name="connsiteX12" fmla="*/ 199742 w 1918128"/>
                  <a:gd name="connsiteY12" fmla="*/ 399483 h 399484"/>
                  <a:gd name="connsiteX13" fmla="*/ 4058 w 1918128"/>
                  <a:gd name="connsiteY13" fmla="*/ 239996 h 399484"/>
                  <a:gd name="connsiteX14" fmla="*/ 0 w 1918128"/>
                  <a:gd name="connsiteY14" fmla="*/ 199742 h 399484"/>
                  <a:gd name="connsiteX15" fmla="*/ 4058 w 1918128"/>
                  <a:gd name="connsiteY15" fmla="*/ 159487 h 399484"/>
                  <a:gd name="connsiteX16" fmla="*/ 199742 w 1918128"/>
                  <a:gd name="connsiteY16" fmla="*/ 0 h 399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18128" h="399484">
                    <a:moveTo>
                      <a:pt x="199742" y="0"/>
                    </a:moveTo>
                    <a:lnTo>
                      <a:pt x="436737" y="341"/>
                    </a:lnTo>
                    <a:lnTo>
                      <a:pt x="400046" y="4040"/>
                    </a:lnTo>
                    <a:cubicBezTo>
                      <a:pt x="322030" y="20005"/>
                      <a:pt x="260582" y="81453"/>
                      <a:pt x="244617" y="159469"/>
                    </a:cubicBezTo>
                    <a:lnTo>
                      <a:pt x="240559" y="199724"/>
                    </a:lnTo>
                    <a:lnTo>
                      <a:pt x="240559" y="199723"/>
                    </a:lnTo>
                    <a:lnTo>
                      <a:pt x="240559" y="199724"/>
                    </a:lnTo>
                    <a:lnTo>
                      <a:pt x="240559" y="199724"/>
                    </a:lnTo>
                    <a:lnTo>
                      <a:pt x="244617" y="239978"/>
                    </a:lnTo>
                    <a:cubicBezTo>
                      <a:pt x="263242" y="330997"/>
                      <a:pt x="343776" y="399465"/>
                      <a:pt x="440301" y="399465"/>
                    </a:cubicBezTo>
                    <a:lnTo>
                      <a:pt x="1918128" y="399466"/>
                    </a:lnTo>
                    <a:lnTo>
                      <a:pt x="1918126" y="399484"/>
                    </a:lnTo>
                    <a:lnTo>
                      <a:pt x="199742" y="399483"/>
                    </a:lnTo>
                    <a:cubicBezTo>
                      <a:pt x="103217" y="399483"/>
                      <a:pt x="22683" y="331015"/>
                      <a:pt x="4058" y="239996"/>
                    </a:cubicBezTo>
                    <a:lnTo>
                      <a:pt x="0" y="199742"/>
                    </a:lnTo>
                    <a:lnTo>
                      <a:pt x="4058" y="159487"/>
                    </a:lnTo>
                    <a:cubicBezTo>
                      <a:pt x="22683" y="68468"/>
                      <a:pt x="103217" y="0"/>
                      <a:pt x="199742" y="0"/>
                    </a:cubicBezTo>
                    <a:close/>
                  </a:path>
                </a:pathLst>
              </a:custGeom>
              <a:solidFill>
                <a:srgbClr val="E1C796">
                  <a:alpha val="47000"/>
                </a:srgbClr>
              </a:solidFill>
              <a:ln>
                <a:solidFill>
                  <a:srgbClr val="E1C79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矩形: 圆角 63"/>
              <p:cNvSpPr/>
              <p:nvPr/>
            </p:nvSpPr>
            <p:spPr>
              <a:xfrm>
                <a:off x="8608359" y="1044784"/>
                <a:ext cx="1581177" cy="4329"/>
              </a:xfrm>
              <a:custGeom>
                <a:avLst/>
                <a:gdLst>
                  <a:gd name="connsiteX0" fmla="*/ 0 w 2117868"/>
                  <a:gd name="connsiteY0" fmla="*/ 183335 h 366669"/>
                  <a:gd name="connsiteX1" fmla="*/ 183335 w 2117868"/>
                  <a:gd name="connsiteY1" fmla="*/ 0 h 366669"/>
                  <a:gd name="connsiteX2" fmla="*/ 1934534 w 2117868"/>
                  <a:gd name="connsiteY2" fmla="*/ 0 h 366669"/>
                  <a:gd name="connsiteX3" fmla="*/ 2117869 w 2117868"/>
                  <a:gd name="connsiteY3" fmla="*/ 183335 h 366669"/>
                  <a:gd name="connsiteX4" fmla="*/ 2117868 w 2117868"/>
                  <a:gd name="connsiteY4" fmla="*/ 183335 h 366669"/>
                  <a:gd name="connsiteX5" fmla="*/ 1934533 w 2117868"/>
                  <a:gd name="connsiteY5" fmla="*/ 366670 h 366669"/>
                  <a:gd name="connsiteX6" fmla="*/ 183335 w 2117868"/>
                  <a:gd name="connsiteY6" fmla="*/ 366669 h 366669"/>
                  <a:gd name="connsiteX7" fmla="*/ 0 w 2117868"/>
                  <a:gd name="connsiteY7" fmla="*/ 183334 h 366669"/>
                  <a:gd name="connsiteX8" fmla="*/ 0 w 2117868"/>
                  <a:gd name="connsiteY8" fmla="*/ 183335 h 366669"/>
                  <a:gd name="connsiteX0-1" fmla="*/ 0 w 2117869"/>
                  <a:gd name="connsiteY0-2" fmla="*/ 183334 h 366670"/>
                  <a:gd name="connsiteX1-3" fmla="*/ 183335 w 2117869"/>
                  <a:gd name="connsiteY1-4" fmla="*/ 0 h 366670"/>
                  <a:gd name="connsiteX2-5" fmla="*/ 1934534 w 2117869"/>
                  <a:gd name="connsiteY2-6" fmla="*/ 0 h 366670"/>
                  <a:gd name="connsiteX3-7" fmla="*/ 2117869 w 2117869"/>
                  <a:gd name="connsiteY3-8" fmla="*/ 183335 h 366670"/>
                  <a:gd name="connsiteX4-9" fmla="*/ 2117868 w 2117869"/>
                  <a:gd name="connsiteY4-10" fmla="*/ 183335 h 366670"/>
                  <a:gd name="connsiteX5-11" fmla="*/ 1934533 w 2117869"/>
                  <a:gd name="connsiteY5-12" fmla="*/ 366670 h 366670"/>
                  <a:gd name="connsiteX6-13" fmla="*/ 183335 w 2117869"/>
                  <a:gd name="connsiteY6-14" fmla="*/ 366669 h 366670"/>
                  <a:gd name="connsiteX7-15" fmla="*/ 0 w 2117869"/>
                  <a:gd name="connsiteY7-16" fmla="*/ 183334 h 366670"/>
                  <a:gd name="connsiteX0-17" fmla="*/ 218899 w 2153433"/>
                  <a:gd name="connsiteY0-18" fmla="*/ 366669 h 366670"/>
                  <a:gd name="connsiteX1-19" fmla="*/ 218899 w 2153433"/>
                  <a:gd name="connsiteY1-20" fmla="*/ 0 h 366670"/>
                  <a:gd name="connsiteX2-21" fmla="*/ 1970098 w 2153433"/>
                  <a:gd name="connsiteY2-22" fmla="*/ 0 h 366670"/>
                  <a:gd name="connsiteX3-23" fmla="*/ 2153433 w 2153433"/>
                  <a:gd name="connsiteY3-24" fmla="*/ 183335 h 366670"/>
                  <a:gd name="connsiteX4-25" fmla="*/ 2153432 w 2153433"/>
                  <a:gd name="connsiteY4-26" fmla="*/ 183335 h 366670"/>
                  <a:gd name="connsiteX5-27" fmla="*/ 1970097 w 2153433"/>
                  <a:gd name="connsiteY5-28" fmla="*/ 366670 h 366670"/>
                  <a:gd name="connsiteX6-29" fmla="*/ 218899 w 2153433"/>
                  <a:gd name="connsiteY6-30" fmla="*/ 366669 h 366670"/>
                  <a:gd name="connsiteX0-31" fmla="*/ 0 w 1934534"/>
                  <a:gd name="connsiteY0-32" fmla="*/ 0 h 458109"/>
                  <a:gd name="connsiteX1-33" fmla="*/ 1751199 w 1934534"/>
                  <a:gd name="connsiteY1-34" fmla="*/ 0 h 458109"/>
                  <a:gd name="connsiteX2-35" fmla="*/ 1934534 w 1934534"/>
                  <a:gd name="connsiteY2-36" fmla="*/ 183335 h 458109"/>
                  <a:gd name="connsiteX3-37" fmla="*/ 1934533 w 1934534"/>
                  <a:gd name="connsiteY3-38" fmla="*/ 183335 h 458109"/>
                  <a:gd name="connsiteX4-39" fmla="*/ 1751198 w 1934534"/>
                  <a:gd name="connsiteY4-40" fmla="*/ 366670 h 458109"/>
                  <a:gd name="connsiteX5-41" fmla="*/ 91440 w 1934534"/>
                  <a:gd name="connsiteY5-42" fmla="*/ 458109 h 458109"/>
                  <a:gd name="connsiteX0-43" fmla="*/ 6096 w 1940630"/>
                  <a:gd name="connsiteY0-44" fmla="*/ 0 h 391053"/>
                  <a:gd name="connsiteX1-45" fmla="*/ 1757295 w 1940630"/>
                  <a:gd name="connsiteY1-46" fmla="*/ 0 h 391053"/>
                  <a:gd name="connsiteX2-47" fmla="*/ 1940630 w 1940630"/>
                  <a:gd name="connsiteY2-48" fmla="*/ 183335 h 391053"/>
                  <a:gd name="connsiteX3-49" fmla="*/ 1940629 w 1940630"/>
                  <a:gd name="connsiteY3-50" fmla="*/ 183335 h 391053"/>
                  <a:gd name="connsiteX4-51" fmla="*/ 1757294 w 1940630"/>
                  <a:gd name="connsiteY4-52" fmla="*/ 366670 h 391053"/>
                  <a:gd name="connsiteX5-53" fmla="*/ 0 w 1940630"/>
                  <a:gd name="connsiteY5-54" fmla="*/ 391053 h 391053"/>
                  <a:gd name="connsiteX0-55" fmla="*/ 6096 w 1940630"/>
                  <a:gd name="connsiteY0-56" fmla="*/ 0 h 391053"/>
                  <a:gd name="connsiteX1-57" fmla="*/ 1940630 w 1940630"/>
                  <a:gd name="connsiteY1-58" fmla="*/ 183335 h 391053"/>
                  <a:gd name="connsiteX2-59" fmla="*/ 1940629 w 1940630"/>
                  <a:gd name="connsiteY2-60" fmla="*/ 183335 h 391053"/>
                  <a:gd name="connsiteX3-61" fmla="*/ 1757294 w 1940630"/>
                  <a:gd name="connsiteY3-62" fmla="*/ 366670 h 391053"/>
                  <a:gd name="connsiteX4-63" fmla="*/ 0 w 1940630"/>
                  <a:gd name="connsiteY4-64" fmla="*/ 391053 h 391053"/>
                  <a:gd name="connsiteX0-65" fmla="*/ 6096 w 1940630"/>
                  <a:gd name="connsiteY0-66" fmla="*/ 0 h 391053"/>
                  <a:gd name="connsiteX1-67" fmla="*/ 1940630 w 1940630"/>
                  <a:gd name="connsiteY1-68" fmla="*/ 183335 h 391053"/>
                  <a:gd name="connsiteX2-69" fmla="*/ 1757294 w 1940630"/>
                  <a:gd name="connsiteY2-70" fmla="*/ 366670 h 391053"/>
                  <a:gd name="connsiteX3-71" fmla="*/ 0 w 1940630"/>
                  <a:gd name="connsiteY3-72" fmla="*/ 391053 h 391053"/>
                  <a:gd name="connsiteX0-73" fmla="*/ 6096 w 1757294"/>
                  <a:gd name="connsiteY0-74" fmla="*/ 0 h 391053"/>
                  <a:gd name="connsiteX1-75" fmla="*/ 1757294 w 1757294"/>
                  <a:gd name="connsiteY1-76" fmla="*/ 366670 h 391053"/>
                  <a:gd name="connsiteX2-77" fmla="*/ 0 w 1757294"/>
                  <a:gd name="connsiteY2-78" fmla="*/ 391053 h 391053"/>
                  <a:gd name="connsiteX0-79" fmla="*/ 1757294 w 1757294"/>
                  <a:gd name="connsiteY0-80" fmla="*/ 0 h 24383"/>
                  <a:gd name="connsiteX1-81" fmla="*/ 0 w 1757294"/>
                  <a:gd name="connsiteY1-82" fmla="*/ 24383 h 24383"/>
                  <a:gd name="connsiteX0-83" fmla="*/ 867575 w 867575"/>
                  <a:gd name="connsiteY0-84" fmla="*/ 2375 h 2375"/>
                  <a:gd name="connsiteX1-85" fmla="*/ 0 w 867575"/>
                  <a:gd name="connsiteY1-86" fmla="*/ 0 h 237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867575" h="2375">
                    <a:moveTo>
                      <a:pt x="867575" y="2375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E1C79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efad6cb01e7845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453" y="135546"/>
            <a:ext cx="1041867" cy="937870"/>
          </a:xfrm>
          <a:prstGeom prst="rect">
            <a:avLst/>
          </a:prstGeom>
        </p:spPr>
      </p:pic>
      <p:sp>
        <p:nvSpPr>
          <p:cNvPr id="39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5"/>
            <a:ext cx="604867" cy="12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3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33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33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33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:a16="http://schemas.microsoft.com/office/drawing/2014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7" grpId="0" animBg="1"/>
      <p:bldP spid="6" grpId="0"/>
      <p:bldP spid="58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f5740872eff241b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f5740872eff241b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f5740872eff241b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eec6f30203b84ff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75894" y="2159930"/>
            <a:ext cx="2647297" cy="1222549"/>
            <a:chOff x="8518524" y="1842033"/>
            <a:chExt cx="2647297" cy="1222549"/>
          </a:xfrm>
        </p:grpSpPr>
        <p:sp>
          <p:nvSpPr>
            <p:cNvPr id="4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0337147" y="4127945"/>
            <a:ext cx="2647297" cy="1222549"/>
            <a:chOff x="8518524" y="1842033"/>
            <a:chExt cx="2647297" cy="1222549"/>
          </a:xfrm>
        </p:grpSpPr>
        <p:sp>
          <p:nvSpPr>
            <p:cNvPr id="53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86570" y="729735"/>
            <a:ext cx="3818860" cy="3818860"/>
            <a:chOff x="4186570" y="729735"/>
            <a:chExt cx="3818860" cy="3818860"/>
          </a:xfrm>
        </p:grpSpPr>
        <p:sp>
          <p:nvSpPr>
            <p:cNvPr id="7" name="椭圆 6"/>
            <p:cNvSpPr/>
            <p:nvPr/>
          </p:nvSpPr>
          <p:spPr>
            <a:xfrm>
              <a:off x="4186570" y="729735"/>
              <a:ext cx="3818860" cy="3818860"/>
            </a:xfrm>
            <a:prstGeom prst="ellipse">
              <a:avLst/>
            </a:prstGeom>
            <a:solidFill>
              <a:srgbClr val="89562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矩形: 圆角 11"/>
            <p:cNvSpPr/>
            <p:nvPr/>
          </p:nvSpPr>
          <p:spPr>
            <a:xfrm rot="16200000">
              <a:off x="5511642" y="2217933"/>
              <a:ext cx="1157324" cy="3504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  <a:gd name="connsiteX0-53" fmla="*/ 0 w 196646"/>
                <a:gd name="connsiteY0-54" fmla="*/ 196646 h 408321"/>
                <a:gd name="connsiteX1-55" fmla="*/ 196646 w 196646"/>
                <a:gd name="connsiteY1-56" fmla="*/ 0 h 408321"/>
                <a:gd name="connsiteX2-57" fmla="*/ 194469 w 196646"/>
                <a:gd name="connsiteY2-58" fmla="*/ 408321 h 408321"/>
                <a:gd name="connsiteX3-59" fmla="*/ 0 w 196646"/>
                <a:gd name="connsiteY3-60" fmla="*/ 196645 h 408321"/>
                <a:gd name="connsiteX4-61" fmla="*/ 0 w 196646"/>
                <a:gd name="connsiteY4-62" fmla="*/ 196646 h 408321"/>
                <a:gd name="connsiteX0-63" fmla="*/ 0 w 196646"/>
                <a:gd name="connsiteY0-64" fmla="*/ 196646 h 408321"/>
                <a:gd name="connsiteX1-65" fmla="*/ 196646 w 196646"/>
                <a:gd name="connsiteY1-66" fmla="*/ 0 h 408321"/>
                <a:gd name="connsiteX2-67" fmla="*/ 194469 w 196646"/>
                <a:gd name="connsiteY2-68" fmla="*/ 408321 h 408321"/>
                <a:gd name="connsiteX3-69" fmla="*/ 0 w 196646"/>
                <a:gd name="connsiteY3-70" fmla="*/ 196645 h 408321"/>
                <a:gd name="connsiteX4-71" fmla="*/ 0 w 196646"/>
                <a:gd name="connsiteY4-72" fmla="*/ 196646 h 408321"/>
                <a:gd name="connsiteX0-73" fmla="*/ 0 w 196646"/>
                <a:gd name="connsiteY0-74" fmla="*/ 196646 h 408321"/>
                <a:gd name="connsiteX1-75" fmla="*/ 196646 w 196646"/>
                <a:gd name="connsiteY1-76" fmla="*/ 0 h 408321"/>
                <a:gd name="connsiteX2-77" fmla="*/ 194469 w 196646"/>
                <a:gd name="connsiteY2-78" fmla="*/ 408321 h 408321"/>
                <a:gd name="connsiteX3-79" fmla="*/ 0 w 196646"/>
                <a:gd name="connsiteY3-80" fmla="*/ 196645 h 408321"/>
                <a:gd name="connsiteX4-81" fmla="*/ 0 w 196646"/>
                <a:gd name="connsiteY4-82" fmla="*/ 196646 h 408321"/>
                <a:gd name="connsiteX0-83" fmla="*/ 0 w 196646"/>
                <a:gd name="connsiteY0-84" fmla="*/ 196646 h 408321"/>
                <a:gd name="connsiteX1-85" fmla="*/ 196646 w 196646"/>
                <a:gd name="connsiteY1-86" fmla="*/ 0 h 408321"/>
                <a:gd name="connsiteX2-87" fmla="*/ 194469 w 196646"/>
                <a:gd name="connsiteY2-88" fmla="*/ 408321 h 408321"/>
                <a:gd name="connsiteX3-89" fmla="*/ 0 w 196646"/>
                <a:gd name="connsiteY3-90" fmla="*/ 196645 h 408321"/>
                <a:gd name="connsiteX4-91" fmla="*/ 0 w 196646"/>
                <a:gd name="connsiteY4-92" fmla="*/ 196646 h 408321"/>
                <a:gd name="connsiteX0-93" fmla="*/ 0 w 196646"/>
                <a:gd name="connsiteY0-94" fmla="*/ 196646 h 408321"/>
                <a:gd name="connsiteX1-95" fmla="*/ 196646 w 196646"/>
                <a:gd name="connsiteY1-96" fmla="*/ 0 h 408321"/>
                <a:gd name="connsiteX2-97" fmla="*/ 194469 w 196646"/>
                <a:gd name="connsiteY2-98" fmla="*/ 408321 h 408321"/>
                <a:gd name="connsiteX3-99" fmla="*/ 0 w 196646"/>
                <a:gd name="connsiteY3-100" fmla="*/ 196645 h 408321"/>
                <a:gd name="connsiteX4-101" fmla="*/ 0 w 196646"/>
                <a:gd name="connsiteY4-102" fmla="*/ 196646 h 408321"/>
                <a:gd name="connsiteX0-103" fmla="*/ 0 w 196646"/>
                <a:gd name="connsiteY0-104" fmla="*/ 196646 h 408321"/>
                <a:gd name="connsiteX1-105" fmla="*/ 196646 w 196646"/>
                <a:gd name="connsiteY1-106" fmla="*/ 0 h 408321"/>
                <a:gd name="connsiteX2-107" fmla="*/ 194469 w 196646"/>
                <a:gd name="connsiteY2-108" fmla="*/ 408321 h 408321"/>
                <a:gd name="connsiteX3-109" fmla="*/ 0 w 196646"/>
                <a:gd name="connsiteY3-110" fmla="*/ 196645 h 408321"/>
                <a:gd name="connsiteX4-111" fmla="*/ 0 w 196646"/>
                <a:gd name="connsiteY4-112" fmla="*/ 196646 h 408321"/>
                <a:gd name="connsiteX0-113" fmla="*/ 0 w 196646"/>
                <a:gd name="connsiteY0-114" fmla="*/ 196646 h 408321"/>
                <a:gd name="connsiteX1-115" fmla="*/ 196646 w 196646"/>
                <a:gd name="connsiteY1-116" fmla="*/ 0 h 408321"/>
                <a:gd name="connsiteX2-117" fmla="*/ 194469 w 196646"/>
                <a:gd name="connsiteY2-118" fmla="*/ 408321 h 408321"/>
                <a:gd name="connsiteX3-119" fmla="*/ 0 w 196646"/>
                <a:gd name="connsiteY3-120" fmla="*/ 196645 h 408321"/>
                <a:gd name="connsiteX4-121" fmla="*/ 0 w 196646"/>
                <a:gd name="connsiteY4-122" fmla="*/ 196646 h 408321"/>
                <a:gd name="connsiteX0-123" fmla="*/ 0 w 196646"/>
                <a:gd name="connsiteY0-124" fmla="*/ 196646 h 408321"/>
                <a:gd name="connsiteX1-125" fmla="*/ 196646 w 196646"/>
                <a:gd name="connsiteY1-126" fmla="*/ 0 h 408321"/>
                <a:gd name="connsiteX2-127" fmla="*/ 194469 w 196646"/>
                <a:gd name="connsiteY2-128" fmla="*/ 408321 h 408321"/>
                <a:gd name="connsiteX3-129" fmla="*/ 0 w 196646"/>
                <a:gd name="connsiteY3-130" fmla="*/ 196645 h 408321"/>
                <a:gd name="connsiteX4-131" fmla="*/ 0 w 196646"/>
                <a:gd name="connsiteY4-132" fmla="*/ 196646 h 408321"/>
                <a:gd name="connsiteX0-133" fmla="*/ 0 w 196646"/>
                <a:gd name="connsiteY0-134" fmla="*/ 192225 h 403900"/>
                <a:gd name="connsiteX1-135" fmla="*/ 196646 w 196646"/>
                <a:gd name="connsiteY1-136" fmla="*/ 0 h 403900"/>
                <a:gd name="connsiteX2-137" fmla="*/ 194469 w 196646"/>
                <a:gd name="connsiteY2-138" fmla="*/ 403900 h 403900"/>
                <a:gd name="connsiteX3-139" fmla="*/ 0 w 196646"/>
                <a:gd name="connsiteY3-140" fmla="*/ 192224 h 403900"/>
                <a:gd name="connsiteX4-141" fmla="*/ 0 w 196646"/>
                <a:gd name="connsiteY4-142" fmla="*/ 192225 h 403900"/>
                <a:gd name="connsiteX0-143" fmla="*/ 0 w 196646"/>
                <a:gd name="connsiteY0-144" fmla="*/ 194877 h 406552"/>
                <a:gd name="connsiteX1-145" fmla="*/ 196646 w 196646"/>
                <a:gd name="connsiteY1-146" fmla="*/ 0 h 406552"/>
                <a:gd name="connsiteX2-147" fmla="*/ 194469 w 196646"/>
                <a:gd name="connsiteY2-148" fmla="*/ 406552 h 406552"/>
                <a:gd name="connsiteX3-149" fmla="*/ 0 w 196646"/>
                <a:gd name="connsiteY3-150" fmla="*/ 194876 h 406552"/>
                <a:gd name="connsiteX4-151" fmla="*/ 0 w 196646"/>
                <a:gd name="connsiteY4-152" fmla="*/ 194877 h 406552"/>
                <a:gd name="connsiteX0-153" fmla="*/ 0 w 196646"/>
                <a:gd name="connsiteY0-154" fmla="*/ 194877 h 406552"/>
                <a:gd name="connsiteX1-155" fmla="*/ 196646 w 196646"/>
                <a:gd name="connsiteY1-156" fmla="*/ 0 h 406552"/>
                <a:gd name="connsiteX2-157" fmla="*/ 194469 w 196646"/>
                <a:gd name="connsiteY2-158" fmla="*/ 406552 h 406552"/>
                <a:gd name="connsiteX3-159" fmla="*/ 0 w 196646"/>
                <a:gd name="connsiteY3-160" fmla="*/ 194876 h 406552"/>
                <a:gd name="connsiteX4-161" fmla="*/ 0 w 196646"/>
                <a:gd name="connsiteY4-162" fmla="*/ 194877 h 406552"/>
                <a:gd name="connsiteX0-163" fmla="*/ 0 w 196646"/>
                <a:gd name="connsiteY0-164" fmla="*/ 194877 h 406552"/>
                <a:gd name="connsiteX1-165" fmla="*/ 196646 w 196646"/>
                <a:gd name="connsiteY1-166" fmla="*/ 0 h 406552"/>
                <a:gd name="connsiteX2-167" fmla="*/ 194469 w 196646"/>
                <a:gd name="connsiteY2-168" fmla="*/ 406552 h 406552"/>
                <a:gd name="connsiteX3-169" fmla="*/ 0 w 196646"/>
                <a:gd name="connsiteY3-170" fmla="*/ 194876 h 406552"/>
                <a:gd name="connsiteX4-171" fmla="*/ 0 w 196646"/>
                <a:gd name="connsiteY4-172" fmla="*/ 194877 h 4065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406551">
                  <a:moveTo>
                    <a:pt x="0" y="194877"/>
                  </a:moveTo>
                  <a:cubicBezTo>
                    <a:pt x="13347" y="70358"/>
                    <a:pt x="142063" y="18388"/>
                    <a:pt x="196646" y="0"/>
                  </a:cubicBezTo>
                  <a:cubicBezTo>
                    <a:pt x="196646" y="131097"/>
                    <a:pt x="194469" y="275455"/>
                    <a:pt x="194469" y="406552"/>
                  </a:cubicBezTo>
                  <a:cubicBezTo>
                    <a:pt x="95660" y="380029"/>
                    <a:pt x="0" y="303481"/>
                    <a:pt x="0" y="194876"/>
                  </a:cubicBezTo>
                  <a:lnTo>
                    <a:pt x="0" y="194877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4971939" y="1332595"/>
              <a:ext cx="2313454" cy="26468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600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rPr>
                <a:t>壹</a:t>
              </a: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4674206" y="4867545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-266456" y="4929395"/>
            <a:ext cx="1671511" cy="771921"/>
            <a:chOff x="8518524" y="1842033"/>
            <a:chExt cx="2647297" cy="1222549"/>
          </a:xfrm>
        </p:grpSpPr>
        <p:sp>
          <p:nvSpPr>
            <p:cNvPr id="78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798385" y="645205"/>
            <a:ext cx="1671511" cy="771921"/>
            <a:chOff x="8518524" y="1842033"/>
            <a:chExt cx="2647297" cy="1222549"/>
          </a:xfrm>
        </p:grpSpPr>
        <p:sp>
          <p:nvSpPr>
            <p:cNvPr id="84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f5740872eff241b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6f24182051314b7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ed2933582d4349a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6f24182051314b7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54122" y="2508825"/>
            <a:ext cx="38709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cs typeface="+mn-ea"/>
                <a:sym typeface="+mn-lt"/>
              </a:rPr>
              <a:t>重阳节的拜祭，是出于作物收成后，祭谢祖先恩德，并祈求祖先保佑，所以气氛是轻松愉悦的，不会有“行人欲断魂”般的哀伤；</a:t>
            </a:r>
            <a:endParaRPr lang="zh-CN" altLang="en-US" sz="2400" dirty="0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09673" y="1479674"/>
            <a:ext cx="1847890" cy="2369724"/>
            <a:chOff x="2509673" y="1479674"/>
            <a:chExt cx="1847890" cy="2369724"/>
          </a:xfrm>
        </p:grpSpPr>
        <p:sp>
          <p:nvSpPr>
            <p:cNvPr id="4" name="矩形 3"/>
            <p:cNvSpPr/>
            <p:nvPr/>
          </p:nvSpPr>
          <p:spPr>
            <a:xfrm>
              <a:off x="3475531" y="3018401"/>
              <a:ext cx="75779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800" dirty="0">
                  <a:solidFill>
                    <a:srgbClr val="895623"/>
                  </a:solidFill>
                  <a:cs typeface="+mn-ea"/>
                  <a:sym typeface="+mn-lt"/>
                </a:rPr>
                <a:t>祖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2509673" y="2504634"/>
              <a:ext cx="1107996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7200" dirty="0">
                  <a:solidFill>
                    <a:srgbClr val="895623"/>
                  </a:solidFill>
                  <a:cs typeface="+mn-ea"/>
                  <a:sym typeface="+mn-lt"/>
                </a:rPr>
                <a:t>祭</a:t>
              </a:r>
              <a:endParaRPr lang="zh-CN" altLang="en-US" sz="7200" dirty="0"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3493436" y="1479674"/>
              <a:ext cx="864127" cy="1659462"/>
              <a:chOff x="10972473" y="286894"/>
              <a:chExt cx="864127" cy="1659462"/>
            </a:xfrm>
          </p:grpSpPr>
          <p:pic>
            <p:nvPicPr>
              <p:cNvPr id="37" name="图片 36"/>
              <p:cNvPicPr>
                <a:picLocks noChangeAspect="1"/>
              </p:cNvPicPr>
              <p:nvPr/>
            </p:nvPicPr>
            <p:blipFill>
              <a:blip r:embed="R4f79cd74f0dc4fc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72473" y="286894"/>
                <a:ext cx="864127" cy="1659462"/>
              </a:xfrm>
              <a:prstGeom prst="rect">
                <a:avLst/>
              </a:prstGeom>
            </p:spPr>
          </p:pic>
          <p:sp>
            <p:nvSpPr>
              <p:cNvPr id="38" name="文本框 37"/>
              <p:cNvSpPr txBox="1"/>
              <p:nvPr/>
            </p:nvSpPr>
            <p:spPr>
              <a:xfrm>
                <a:off x="11112552" y="815054"/>
                <a:ext cx="5113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节日</a:t>
                </a:r>
              </a:p>
            </p:txBody>
          </p:sp>
        </p:grp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110f7bad23ac47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44" b="37161"/>
          <a:stretch>
            <a:fillRect/>
          </a:stretch>
        </p:blipFill>
        <p:spPr>
          <a:xfrm>
            <a:off x="-75288" y="4202465"/>
            <a:ext cx="6858000" cy="213937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10089326" y="5313695"/>
            <a:ext cx="1671511" cy="771921"/>
            <a:chOff x="8518524" y="1842033"/>
            <a:chExt cx="2647297" cy="1222549"/>
          </a:xfrm>
        </p:grpSpPr>
        <p:sp>
          <p:nvSpPr>
            <p:cNvPr id="45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1131ba75ae5448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d6149f8d6ee049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1131ba75ae5448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539950" y="1797196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237665" y="2546150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" y="1972134"/>
            <a:ext cx="12193467" cy="5864053"/>
            <a:chOff x="-2" y="1972134"/>
            <a:chExt cx="12193467" cy="5864053"/>
          </a:xfrm>
        </p:grpSpPr>
        <p:sp>
          <p:nvSpPr>
            <p:cNvPr id="25" name="任意多边形: 形状 24"/>
            <p:cNvSpPr/>
            <p:nvPr/>
          </p:nvSpPr>
          <p:spPr>
            <a:xfrm>
              <a:off x="-2" y="1972134"/>
              <a:ext cx="12193467" cy="4901594"/>
            </a:xfrm>
            <a:custGeom>
              <a:avLst/>
              <a:gdLst>
                <a:gd name="connsiteX0" fmla="*/ 11696187 w 12162526"/>
                <a:gd name="connsiteY0" fmla="*/ 0 h 1802850"/>
                <a:gd name="connsiteX1" fmla="*/ 12162526 w 12162526"/>
                <a:gd name="connsiteY1" fmla="*/ 0 h 1802850"/>
                <a:gd name="connsiteX2" fmla="*/ 12147286 w 12162526"/>
                <a:gd name="connsiteY2" fmla="*/ 12750 h 1802850"/>
                <a:gd name="connsiteX3" fmla="*/ 12162526 w 12162526"/>
                <a:gd name="connsiteY3" fmla="*/ 1802850 h 1802850"/>
                <a:gd name="connsiteX4" fmla="*/ 0 w 12162526"/>
                <a:gd name="connsiteY4" fmla="*/ 1802850 h 1802850"/>
                <a:gd name="connsiteX5" fmla="*/ 108895 w 12162526"/>
                <a:gd name="connsiteY5" fmla="*/ 1627576 h 1802850"/>
                <a:gd name="connsiteX6" fmla="*/ 1969029 w 12162526"/>
                <a:gd name="connsiteY6" fmla="*/ 710652 h 1802850"/>
                <a:gd name="connsiteX7" fmla="*/ 7996004 w 12162526"/>
                <a:gd name="connsiteY7" fmla="*/ 1527126 h 1802850"/>
                <a:gd name="connsiteX8" fmla="*/ 9259521 w 12162526"/>
                <a:gd name="connsiteY8" fmla="*/ 887554 h 1802850"/>
                <a:gd name="connsiteX9" fmla="*/ 11587517 w 12162526"/>
                <a:gd name="connsiteY9" fmla="*/ 33305 h 1802850"/>
                <a:gd name="connsiteX0-1" fmla="*/ 11696187 w 12162526"/>
                <a:gd name="connsiteY0-2" fmla="*/ 0 h 1802850"/>
                <a:gd name="connsiteX1-3" fmla="*/ 12162526 w 12162526"/>
                <a:gd name="connsiteY1-4" fmla="*/ 0 h 1802850"/>
                <a:gd name="connsiteX2-5" fmla="*/ 12147286 w 12162526"/>
                <a:gd name="connsiteY2-6" fmla="*/ 12750 h 1802850"/>
                <a:gd name="connsiteX3-7" fmla="*/ 12162526 w 12162526"/>
                <a:gd name="connsiteY3-8" fmla="*/ 1802850 h 1802850"/>
                <a:gd name="connsiteX4-9" fmla="*/ 0 w 12162526"/>
                <a:gd name="connsiteY4-10" fmla="*/ 1802850 h 1802850"/>
                <a:gd name="connsiteX5-11" fmla="*/ 108895 w 12162526"/>
                <a:gd name="connsiteY5-12" fmla="*/ 1627576 h 1802850"/>
                <a:gd name="connsiteX6-13" fmla="*/ 1969029 w 12162526"/>
                <a:gd name="connsiteY6-14" fmla="*/ 710652 h 1802850"/>
                <a:gd name="connsiteX7-15" fmla="*/ 7996004 w 12162526"/>
                <a:gd name="connsiteY7-16" fmla="*/ 1527126 h 1802850"/>
                <a:gd name="connsiteX8-17" fmla="*/ 11587517 w 12162526"/>
                <a:gd name="connsiteY8-18" fmla="*/ 33305 h 1802850"/>
                <a:gd name="connsiteX9-19" fmla="*/ 11696187 w 12162526"/>
                <a:gd name="connsiteY9-20" fmla="*/ 0 h 1802850"/>
                <a:gd name="connsiteX0-21" fmla="*/ 11587517 w 12162526"/>
                <a:gd name="connsiteY0-22" fmla="*/ 33305 h 1802850"/>
                <a:gd name="connsiteX1-23" fmla="*/ 12162526 w 12162526"/>
                <a:gd name="connsiteY1-24" fmla="*/ 0 h 1802850"/>
                <a:gd name="connsiteX2-25" fmla="*/ 12147286 w 12162526"/>
                <a:gd name="connsiteY2-26" fmla="*/ 12750 h 1802850"/>
                <a:gd name="connsiteX3-27" fmla="*/ 12162526 w 12162526"/>
                <a:gd name="connsiteY3-28" fmla="*/ 1802850 h 1802850"/>
                <a:gd name="connsiteX4-29" fmla="*/ 0 w 12162526"/>
                <a:gd name="connsiteY4-30" fmla="*/ 1802850 h 1802850"/>
                <a:gd name="connsiteX5-31" fmla="*/ 108895 w 12162526"/>
                <a:gd name="connsiteY5-32" fmla="*/ 1627576 h 1802850"/>
                <a:gd name="connsiteX6-33" fmla="*/ 1969029 w 12162526"/>
                <a:gd name="connsiteY6-34" fmla="*/ 710652 h 1802850"/>
                <a:gd name="connsiteX7-35" fmla="*/ 7996004 w 12162526"/>
                <a:gd name="connsiteY7-36" fmla="*/ 1527126 h 1802850"/>
                <a:gd name="connsiteX8-37" fmla="*/ 11587517 w 12162526"/>
                <a:gd name="connsiteY8-38" fmla="*/ 33305 h 1802850"/>
                <a:gd name="connsiteX0-39" fmla="*/ 11587517 w 12162526"/>
                <a:gd name="connsiteY0-40" fmla="*/ 33305 h 1802850"/>
                <a:gd name="connsiteX1-41" fmla="*/ 12162526 w 12162526"/>
                <a:gd name="connsiteY1-42" fmla="*/ 0 h 1802850"/>
                <a:gd name="connsiteX2-43" fmla="*/ 12162526 w 12162526"/>
                <a:gd name="connsiteY2-44" fmla="*/ 1802850 h 1802850"/>
                <a:gd name="connsiteX3-45" fmla="*/ 0 w 12162526"/>
                <a:gd name="connsiteY3-46" fmla="*/ 1802850 h 1802850"/>
                <a:gd name="connsiteX4-47" fmla="*/ 108895 w 12162526"/>
                <a:gd name="connsiteY4-48" fmla="*/ 1627576 h 1802850"/>
                <a:gd name="connsiteX5-49" fmla="*/ 1969029 w 12162526"/>
                <a:gd name="connsiteY5-50" fmla="*/ 710652 h 1802850"/>
                <a:gd name="connsiteX6-51" fmla="*/ 7996004 w 12162526"/>
                <a:gd name="connsiteY6-52" fmla="*/ 1527126 h 1802850"/>
                <a:gd name="connsiteX7-53" fmla="*/ 11587517 w 12162526"/>
                <a:gd name="connsiteY7-54" fmla="*/ 33305 h 1802850"/>
                <a:gd name="connsiteX0-55" fmla="*/ 7996004 w 12162526"/>
                <a:gd name="connsiteY0-56" fmla="*/ 1528191 h 1803915"/>
                <a:gd name="connsiteX1-57" fmla="*/ 12162526 w 12162526"/>
                <a:gd name="connsiteY1-58" fmla="*/ 1065 h 1803915"/>
                <a:gd name="connsiteX2-59" fmla="*/ 12162526 w 12162526"/>
                <a:gd name="connsiteY2-60" fmla="*/ 1803915 h 1803915"/>
                <a:gd name="connsiteX3-61" fmla="*/ 0 w 12162526"/>
                <a:gd name="connsiteY3-62" fmla="*/ 1803915 h 1803915"/>
                <a:gd name="connsiteX4-63" fmla="*/ 108895 w 12162526"/>
                <a:gd name="connsiteY4-64" fmla="*/ 1628641 h 1803915"/>
                <a:gd name="connsiteX5-65" fmla="*/ 1969029 w 12162526"/>
                <a:gd name="connsiteY5-66" fmla="*/ 711717 h 1803915"/>
                <a:gd name="connsiteX6-67" fmla="*/ 7996004 w 12162526"/>
                <a:gd name="connsiteY6-68" fmla="*/ 1528191 h 1803915"/>
                <a:gd name="connsiteX0-69" fmla="*/ 7996004 w 12177729"/>
                <a:gd name="connsiteY0-70" fmla="*/ 4448312 h 4724036"/>
                <a:gd name="connsiteX1-71" fmla="*/ 12177729 w 12177729"/>
                <a:gd name="connsiteY1-72" fmla="*/ 359 h 4724036"/>
                <a:gd name="connsiteX2-73" fmla="*/ 12162526 w 12177729"/>
                <a:gd name="connsiteY2-74" fmla="*/ 4724036 h 4724036"/>
                <a:gd name="connsiteX3-75" fmla="*/ 0 w 12177729"/>
                <a:gd name="connsiteY3-76" fmla="*/ 4724036 h 4724036"/>
                <a:gd name="connsiteX4-77" fmla="*/ 108895 w 12177729"/>
                <a:gd name="connsiteY4-78" fmla="*/ 4548762 h 4724036"/>
                <a:gd name="connsiteX5-79" fmla="*/ 1969029 w 12177729"/>
                <a:gd name="connsiteY5-80" fmla="*/ 3631838 h 4724036"/>
                <a:gd name="connsiteX6-81" fmla="*/ 7996004 w 12177729"/>
                <a:gd name="connsiteY6-82" fmla="*/ 4448312 h 4724036"/>
                <a:gd name="connsiteX0-83" fmla="*/ 7509503 w 12177729"/>
                <a:gd name="connsiteY0-84" fmla="*/ 3462860 h 4724139"/>
                <a:gd name="connsiteX1-85" fmla="*/ 12177729 w 12177729"/>
                <a:gd name="connsiteY1-86" fmla="*/ 462 h 4724139"/>
                <a:gd name="connsiteX2-87" fmla="*/ 12162526 w 12177729"/>
                <a:gd name="connsiteY2-88" fmla="*/ 4724139 h 4724139"/>
                <a:gd name="connsiteX3-89" fmla="*/ 0 w 12177729"/>
                <a:gd name="connsiteY3-90" fmla="*/ 4724139 h 4724139"/>
                <a:gd name="connsiteX4-91" fmla="*/ 108895 w 12177729"/>
                <a:gd name="connsiteY4-92" fmla="*/ 4548865 h 4724139"/>
                <a:gd name="connsiteX5-93" fmla="*/ 1969029 w 12177729"/>
                <a:gd name="connsiteY5-94" fmla="*/ 3631941 h 4724139"/>
                <a:gd name="connsiteX6-95" fmla="*/ 7509503 w 12177729"/>
                <a:gd name="connsiteY6-96" fmla="*/ 3462860 h 4724139"/>
                <a:gd name="connsiteX0-97" fmla="*/ 7509503 w 12163989"/>
                <a:gd name="connsiteY0-98" fmla="*/ 4502065 h 5763344"/>
                <a:gd name="connsiteX1-99" fmla="*/ 12162526 w 12163989"/>
                <a:gd name="connsiteY1-100" fmla="*/ 355 h 5763344"/>
                <a:gd name="connsiteX2-101" fmla="*/ 12162526 w 12163989"/>
                <a:gd name="connsiteY2-102" fmla="*/ 5763344 h 5763344"/>
                <a:gd name="connsiteX3-103" fmla="*/ 0 w 12163989"/>
                <a:gd name="connsiteY3-104" fmla="*/ 5763344 h 5763344"/>
                <a:gd name="connsiteX4-105" fmla="*/ 108895 w 12163989"/>
                <a:gd name="connsiteY4-106" fmla="*/ 5588070 h 5763344"/>
                <a:gd name="connsiteX5-107" fmla="*/ 1969029 w 12163989"/>
                <a:gd name="connsiteY5-108" fmla="*/ 4671146 h 5763344"/>
                <a:gd name="connsiteX6-109" fmla="*/ 7509503 w 12163989"/>
                <a:gd name="connsiteY6-110" fmla="*/ 4502065 h 5763344"/>
                <a:gd name="connsiteX0-111" fmla="*/ 7889583 w 12163989"/>
                <a:gd name="connsiteY0-112" fmla="*/ 5308374 h 5763290"/>
                <a:gd name="connsiteX1-113" fmla="*/ 12162526 w 12163989"/>
                <a:gd name="connsiteY1-114" fmla="*/ 301 h 5763290"/>
                <a:gd name="connsiteX2-115" fmla="*/ 12162526 w 12163989"/>
                <a:gd name="connsiteY2-116" fmla="*/ 5763290 h 5763290"/>
                <a:gd name="connsiteX3-117" fmla="*/ 0 w 12163989"/>
                <a:gd name="connsiteY3-118" fmla="*/ 5763290 h 5763290"/>
                <a:gd name="connsiteX4-119" fmla="*/ 108895 w 12163989"/>
                <a:gd name="connsiteY4-120" fmla="*/ 5588016 h 5763290"/>
                <a:gd name="connsiteX5-121" fmla="*/ 1969029 w 12163989"/>
                <a:gd name="connsiteY5-122" fmla="*/ 4671092 h 5763290"/>
                <a:gd name="connsiteX6-123" fmla="*/ 7889583 w 12163989"/>
                <a:gd name="connsiteY6-124" fmla="*/ 5308374 h 57632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2163989" h="5763290">
                  <a:moveTo>
                    <a:pt x="7889583" y="5308374"/>
                  </a:moveTo>
                  <a:cubicBezTo>
                    <a:pt x="9588499" y="5189932"/>
                    <a:pt x="11468106" y="-45653"/>
                    <a:pt x="12162526" y="301"/>
                  </a:cubicBezTo>
                  <a:cubicBezTo>
                    <a:pt x="12157458" y="1574860"/>
                    <a:pt x="12167594" y="4188731"/>
                    <a:pt x="12162526" y="5763290"/>
                  </a:cubicBezTo>
                  <a:lnTo>
                    <a:pt x="0" y="5763290"/>
                  </a:lnTo>
                  <a:lnTo>
                    <a:pt x="108895" y="5588016"/>
                  </a:lnTo>
                  <a:cubicBezTo>
                    <a:pt x="406479" y="5128267"/>
                    <a:pt x="672248" y="4717699"/>
                    <a:pt x="1969029" y="4671092"/>
                  </a:cubicBezTo>
                  <a:cubicBezTo>
                    <a:pt x="3265810" y="4624485"/>
                    <a:pt x="6190667" y="5426816"/>
                    <a:pt x="7889583" y="5308374"/>
                  </a:cubicBezTo>
                  <a:close/>
                </a:path>
              </a:pathLst>
            </a:custGeom>
            <a:solidFill>
              <a:srgbClr val="895623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弧形 49"/>
            <p:cNvSpPr/>
            <p:nvPr/>
          </p:nvSpPr>
          <p:spPr>
            <a:xfrm>
              <a:off x="540665" y="6293543"/>
              <a:ext cx="3672841" cy="1542644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555056" stroke="0" extrusionOk="0">
                  <a:moveTo>
                    <a:pt x="1051560" y="1555056"/>
                  </a:moveTo>
                  <a:cubicBezTo>
                    <a:pt x="2932889" y="1555056"/>
                    <a:pt x="3741728" y="375657"/>
                    <a:pt x="3741728" y="819544"/>
                  </a:cubicBezTo>
                  <a:lnTo>
                    <a:pt x="1051560" y="1555056"/>
                  </a:lnTo>
                  <a:close/>
                </a:path>
                <a:path w="3741728" h="1555056" fill="none">
                  <a:moveTo>
                    <a:pt x="0" y="610176"/>
                  </a:moveTo>
                  <a:cubicBezTo>
                    <a:pt x="540209" y="-258504"/>
                    <a:pt x="2796848" y="40377"/>
                    <a:pt x="3345488" y="88024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弧形 49"/>
            <p:cNvSpPr/>
            <p:nvPr/>
          </p:nvSpPr>
          <p:spPr>
            <a:xfrm>
              <a:off x="1358818" y="6547199"/>
              <a:ext cx="4578344" cy="1259038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  <a:gd name="connsiteX0-119" fmla="*/ 1051560 w 3741728"/>
                <a:gd name="connsiteY0-120" fmla="*/ 1488180 h 1488180"/>
                <a:gd name="connsiteX1-121" fmla="*/ 3741728 w 3741728"/>
                <a:gd name="connsiteY1-122" fmla="*/ 752668 h 1488180"/>
                <a:gd name="connsiteX2-123" fmla="*/ 1051560 w 3741728"/>
                <a:gd name="connsiteY2-124" fmla="*/ 1488180 h 1488180"/>
                <a:gd name="connsiteX0-125" fmla="*/ 0 w 3741728"/>
                <a:gd name="connsiteY0-126" fmla="*/ 543300 h 1488180"/>
                <a:gd name="connsiteX1-127" fmla="*/ 2895239 w 3741728"/>
                <a:gd name="connsiteY1-128" fmla="*/ 144049 h 1488180"/>
                <a:gd name="connsiteX0-129" fmla="*/ 1051560 w 3741728"/>
                <a:gd name="connsiteY0-130" fmla="*/ 1381188 h 1381188"/>
                <a:gd name="connsiteX1-131" fmla="*/ 3741728 w 3741728"/>
                <a:gd name="connsiteY1-132" fmla="*/ 645676 h 1381188"/>
                <a:gd name="connsiteX2-133" fmla="*/ 1051560 w 3741728"/>
                <a:gd name="connsiteY2-134" fmla="*/ 1381188 h 1381188"/>
                <a:gd name="connsiteX0-135" fmla="*/ 0 w 3741728"/>
                <a:gd name="connsiteY0-136" fmla="*/ 436308 h 1381188"/>
                <a:gd name="connsiteX1-137" fmla="*/ 2919753 w 3741728"/>
                <a:gd name="connsiteY1-138" fmla="*/ 303881 h 1381188"/>
                <a:gd name="connsiteX0-139" fmla="*/ 1051560 w 3741728"/>
                <a:gd name="connsiteY0-140" fmla="*/ 1424444 h 1424444"/>
                <a:gd name="connsiteX1-141" fmla="*/ 3741728 w 3741728"/>
                <a:gd name="connsiteY1-142" fmla="*/ 688932 h 1424444"/>
                <a:gd name="connsiteX2-143" fmla="*/ 1051560 w 3741728"/>
                <a:gd name="connsiteY2-144" fmla="*/ 1424444 h 1424444"/>
                <a:gd name="connsiteX0-145" fmla="*/ 0 w 3741728"/>
                <a:gd name="connsiteY0-146" fmla="*/ 479564 h 1424444"/>
                <a:gd name="connsiteX1-147" fmla="*/ 2919753 w 3741728"/>
                <a:gd name="connsiteY1-148" fmla="*/ 225853 h 1424444"/>
                <a:gd name="connsiteX0-149" fmla="*/ 1051560 w 3741728"/>
                <a:gd name="connsiteY0-150" fmla="*/ 1447804 h 1447804"/>
                <a:gd name="connsiteX1-151" fmla="*/ 3741728 w 3741728"/>
                <a:gd name="connsiteY1-152" fmla="*/ 712292 h 1447804"/>
                <a:gd name="connsiteX2-153" fmla="*/ 1051560 w 3741728"/>
                <a:gd name="connsiteY2-154" fmla="*/ 1447804 h 1447804"/>
                <a:gd name="connsiteX0-155" fmla="*/ 0 w 3741728"/>
                <a:gd name="connsiteY0-156" fmla="*/ 502924 h 1447804"/>
                <a:gd name="connsiteX1-157" fmla="*/ 2919753 w 3741728"/>
                <a:gd name="connsiteY1-158" fmla="*/ 249213 h 1447804"/>
                <a:gd name="connsiteX0-159" fmla="*/ 1051560 w 3741728"/>
                <a:gd name="connsiteY0-160" fmla="*/ 1342676 h 1342676"/>
                <a:gd name="connsiteX1-161" fmla="*/ 3741728 w 3741728"/>
                <a:gd name="connsiteY1-162" fmla="*/ 607164 h 1342676"/>
                <a:gd name="connsiteX2-163" fmla="*/ 1051560 w 3741728"/>
                <a:gd name="connsiteY2-164" fmla="*/ 1342676 h 1342676"/>
                <a:gd name="connsiteX0-165" fmla="*/ 0 w 3741728"/>
                <a:gd name="connsiteY0-166" fmla="*/ 397796 h 1342676"/>
                <a:gd name="connsiteX1-167" fmla="*/ 2919753 w 3741728"/>
                <a:gd name="connsiteY1-168" fmla="*/ 144085 h 1342676"/>
                <a:gd name="connsiteX0-169" fmla="*/ 1051560 w 3741728"/>
                <a:gd name="connsiteY0-170" fmla="*/ 1269167 h 1269167"/>
                <a:gd name="connsiteX1-171" fmla="*/ 3741728 w 3741728"/>
                <a:gd name="connsiteY1-172" fmla="*/ 533655 h 1269167"/>
                <a:gd name="connsiteX2-173" fmla="*/ 1051560 w 3741728"/>
                <a:gd name="connsiteY2-174" fmla="*/ 1269167 h 1269167"/>
                <a:gd name="connsiteX0-175" fmla="*/ 0 w 3741728"/>
                <a:gd name="connsiteY0-176" fmla="*/ 324287 h 1269167"/>
                <a:gd name="connsiteX1-177" fmla="*/ 3287470 w 3741728"/>
                <a:gd name="connsiteY1-178" fmla="*/ 240373 h 126916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269167" stroke="0" extrusionOk="0">
                  <a:moveTo>
                    <a:pt x="1051560" y="1269167"/>
                  </a:moveTo>
                  <a:cubicBezTo>
                    <a:pt x="2932889" y="1269167"/>
                    <a:pt x="3741728" y="89768"/>
                    <a:pt x="3741728" y="533655"/>
                  </a:cubicBezTo>
                  <a:lnTo>
                    <a:pt x="1051560" y="1269167"/>
                  </a:lnTo>
                  <a:close/>
                </a:path>
                <a:path w="3741728" h="1269167" fill="none">
                  <a:moveTo>
                    <a:pt x="0" y="324287"/>
                  </a:moveTo>
                  <a:cubicBezTo>
                    <a:pt x="809869" y="-277569"/>
                    <a:pt x="2616258" y="119957"/>
                    <a:pt x="3287470" y="240373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1131ba75ae5448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1131ba75ae5448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851c2446af89470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71" y="2558471"/>
            <a:ext cx="2670779" cy="4006169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912860" y="3561387"/>
            <a:ext cx="187102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rgbClr val="D3C4B4"/>
                </a:solidFill>
                <a:cs typeface="+mn-ea"/>
                <a:sym typeface="+mn-lt"/>
              </a:rPr>
              <a:t>敬</a:t>
            </a:r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老</a:t>
            </a:r>
          </a:p>
        </p:txBody>
      </p:sp>
      <p:sp>
        <p:nvSpPr>
          <p:cNvPr id="32" name="矩形 31"/>
          <p:cNvSpPr/>
          <p:nvPr/>
        </p:nvSpPr>
        <p:spPr>
          <a:xfrm>
            <a:off x="4222683" y="3508609"/>
            <a:ext cx="5406643" cy="185653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法定老年节，重阳节，也是中国老人节，人们要表达对老人的孝敬，倡导全社会树立尊老、敬老、爱老、助老的风气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733186" y="4682863"/>
            <a:ext cx="864127" cy="1659462"/>
            <a:chOff x="10972473" y="286894"/>
            <a:chExt cx="864127" cy="1659462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9fb3c54ff519449d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1131ba75ae5448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5261618" y="2039782"/>
            <a:ext cx="986055" cy="887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3c64d68437c845f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7464f7f7e7e04a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3c64d68437c845f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539950" y="1797196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714942" y="5135782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3c64d68437c845f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1442709" y="4926117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3c64d68437c845f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2753734" y="5274975"/>
            <a:ext cx="430417" cy="387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f792449bc5f446dc">
            <a:extLst>
              <a:ext uri="{BEBA8EAE-BF5A-486C-A8C5-ECC9F3942E4B}">
                <a14:imgProps xmlns:a14="http://schemas.microsoft.com/office/drawing/2010/main">
                  <a14:imgLayer r:embed="R0386a74940a0412b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87" t="9777" r="33684" b="16806"/>
          <a:stretch>
            <a:fillRect/>
          </a:stretch>
        </p:blipFill>
        <p:spPr>
          <a:xfrm>
            <a:off x="7857994" y="1840412"/>
            <a:ext cx="3691637" cy="5034986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263103" y="1979348"/>
            <a:ext cx="100834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dirty="0">
                <a:solidFill>
                  <a:srgbClr val="895623"/>
                </a:solidFill>
                <a:cs typeface="+mn-ea"/>
                <a:sym typeface="+mn-lt"/>
              </a:rPr>
              <a:t>赏菊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5335212" y="4244025"/>
            <a:ext cx="864127" cy="1659462"/>
            <a:chOff x="10972473" y="286894"/>
            <a:chExt cx="864127" cy="1659462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cdbf60d252c442b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3485930" y="2166593"/>
            <a:ext cx="1846659" cy="387329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寓意长寿，菊是长寿之花又为文人们赞美作凌霜不屈的象征。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27" grpId="0" animBg="1"/>
      <p:bldP spid="31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2916242" y="1816847"/>
            <a:ext cx="8473306" cy="3627302"/>
          </a:xfrm>
          <a:prstGeom prst="rect">
            <a:avLst/>
          </a:prstGeom>
          <a:noFill/>
          <a:ln>
            <a:solidFill>
              <a:srgbClr val="E1C7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d362a48757d34efe"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6558f8c75dfa479f">
                    <a14:imgEffect>
                      <a14:colorTemperature colorTemp="2721"/>
                    </a14:imgEffect>
                    <a14:imgEffect>
                      <a14:saturation sat="1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56656"/>
            <a:ext cx="7038475" cy="186464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3f3b8245d85d49e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8f00641895a047c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3f3b8245d85d49e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6" name="矩形 65"/>
          <p:cNvSpPr/>
          <p:nvPr/>
        </p:nvSpPr>
        <p:spPr>
          <a:xfrm>
            <a:off x="10332835" y="2035528"/>
            <a:ext cx="800219" cy="2421128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r>
              <a:rPr lang="en-US" altLang="zh-CN" sz="4000" dirty="0">
                <a:cs typeface="+mn-ea"/>
                <a:sym typeface="+mn-lt"/>
              </a:rPr>
              <a:t>《</a:t>
            </a:r>
            <a:r>
              <a:rPr lang="zh-CN" altLang="en-US" sz="4000" dirty="0">
                <a:cs typeface="+mn-ea"/>
                <a:sym typeface="+mn-lt"/>
              </a:rPr>
              <a:t>登高</a:t>
            </a:r>
            <a:r>
              <a:rPr lang="en-US" altLang="zh-CN" sz="4000" dirty="0">
                <a:cs typeface="+mn-ea"/>
                <a:sym typeface="+mn-lt"/>
              </a:rPr>
              <a:t>》</a:t>
            </a:r>
            <a:endParaRPr lang="zh-CN" altLang="en-US" sz="4000" dirty="0">
              <a:cs typeface="+mn-ea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356925" y="2243141"/>
            <a:ext cx="6093976" cy="2800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风急天高猿啸哀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渚清沙白鸟飞回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无边落木萧萧下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不尽长江滚滚来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万里悲秋常作客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百年多病独登台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艰难苦恨繁霜鬓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潦倒新停浊酒杯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9625081" y="2198397"/>
            <a:ext cx="707754" cy="1359165"/>
            <a:chOff x="10972473" y="286894"/>
            <a:chExt cx="864127" cy="1659462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e8475801058040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70" name="文本框 69"/>
            <p:cNvSpPr txBox="1"/>
            <p:nvPr/>
          </p:nvSpPr>
          <p:spPr>
            <a:xfrm>
              <a:off x="11112552" y="815054"/>
              <a:ext cx="511384" cy="789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杜甫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1423870" y="1817514"/>
            <a:ext cx="1671511" cy="766841"/>
            <a:chOff x="8518524" y="1850078"/>
            <a:chExt cx="2647297" cy="1214504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50078"/>
              <a:ext cx="1918129" cy="399483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2" y="1850080"/>
              <a:ext cx="1581177" cy="4328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0158655" y="5444149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4" grpId="0"/>
      <p:bldP spid="66" grpId="0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f2fc618cf94845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f2fc618cf94845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f2fc618cf94845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cff86990ac134e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75894" y="2159930"/>
            <a:ext cx="2647297" cy="1222549"/>
            <a:chOff x="8518524" y="1842033"/>
            <a:chExt cx="2647297" cy="1222549"/>
          </a:xfrm>
        </p:grpSpPr>
        <p:sp>
          <p:nvSpPr>
            <p:cNvPr id="4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0337147" y="4127945"/>
            <a:ext cx="2647297" cy="1222549"/>
            <a:chOff x="8518524" y="1842033"/>
            <a:chExt cx="2647297" cy="1222549"/>
          </a:xfrm>
        </p:grpSpPr>
        <p:sp>
          <p:nvSpPr>
            <p:cNvPr id="53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86570" y="729735"/>
            <a:ext cx="3818860" cy="3818860"/>
            <a:chOff x="4186570" y="729735"/>
            <a:chExt cx="3818860" cy="3818860"/>
          </a:xfrm>
        </p:grpSpPr>
        <p:sp>
          <p:nvSpPr>
            <p:cNvPr id="7" name="椭圆 6"/>
            <p:cNvSpPr/>
            <p:nvPr/>
          </p:nvSpPr>
          <p:spPr>
            <a:xfrm>
              <a:off x="4186570" y="729735"/>
              <a:ext cx="3818860" cy="3818860"/>
            </a:xfrm>
            <a:prstGeom prst="ellipse">
              <a:avLst/>
            </a:prstGeom>
            <a:solidFill>
              <a:srgbClr val="89562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矩形: 圆角 11"/>
            <p:cNvSpPr/>
            <p:nvPr/>
          </p:nvSpPr>
          <p:spPr>
            <a:xfrm rot="16200000">
              <a:off x="5511642" y="2217933"/>
              <a:ext cx="1157324" cy="3504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  <a:gd name="connsiteX0-53" fmla="*/ 0 w 196646"/>
                <a:gd name="connsiteY0-54" fmla="*/ 196646 h 408321"/>
                <a:gd name="connsiteX1-55" fmla="*/ 196646 w 196646"/>
                <a:gd name="connsiteY1-56" fmla="*/ 0 h 408321"/>
                <a:gd name="connsiteX2-57" fmla="*/ 194469 w 196646"/>
                <a:gd name="connsiteY2-58" fmla="*/ 408321 h 408321"/>
                <a:gd name="connsiteX3-59" fmla="*/ 0 w 196646"/>
                <a:gd name="connsiteY3-60" fmla="*/ 196645 h 408321"/>
                <a:gd name="connsiteX4-61" fmla="*/ 0 w 196646"/>
                <a:gd name="connsiteY4-62" fmla="*/ 196646 h 408321"/>
                <a:gd name="connsiteX0-63" fmla="*/ 0 w 196646"/>
                <a:gd name="connsiteY0-64" fmla="*/ 196646 h 408321"/>
                <a:gd name="connsiteX1-65" fmla="*/ 196646 w 196646"/>
                <a:gd name="connsiteY1-66" fmla="*/ 0 h 408321"/>
                <a:gd name="connsiteX2-67" fmla="*/ 194469 w 196646"/>
                <a:gd name="connsiteY2-68" fmla="*/ 408321 h 408321"/>
                <a:gd name="connsiteX3-69" fmla="*/ 0 w 196646"/>
                <a:gd name="connsiteY3-70" fmla="*/ 196645 h 408321"/>
                <a:gd name="connsiteX4-71" fmla="*/ 0 w 196646"/>
                <a:gd name="connsiteY4-72" fmla="*/ 196646 h 408321"/>
                <a:gd name="connsiteX0-73" fmla="*/ 0 w 196646"/>
                <a:gd name="connsiteY0-74" fmla="*/ 196646 h 408321"/>
                <a:gd name="connsiteX1-75" fmla="*/ 196646 w 196646"/>
                <a:gd name="connsiteY1-76" fmla="*/ 0 h 408321"/>
                <a:gd name="connsiteX2-77" fmla="*/ 194469 w 196646"/>
                <a:gd name="connsiteY2-78" fmla="*/ 408321 h 408321"/>
                <a:gd name="connsiteX3-79" fmla="*/ 0 w 196646"/>
                <a:gd name="connsiteY3-80" fmla="*/ 196645 h 408321"/>
                <a:gd name="connsiteX4-81" fmla="*/ 0 w 196646"/>
                <a:gd name="connsiteY4-82" fmla="*/ 196646 h 408321"/>
                <a:gd name="connsiteX0-83" fmla="*/ 0 w 196646"/>
                <a:gd name="connsiteY0-84" fmla="*/ 196646 h 408321"/>
                <a:gd name="connsiteX1-85" fmla="*/ 196646 w 196646"/>
                <a:gd name="connsiteY1-86" fmla="*/ 0 h 408321"/>
                <a:gd name="connsiteX2-87" fmla="*/ 194469 w 196646"/>
                <a:gd name="connsiteY2-88" fmla="*/ 408321 h 408321"/>
                <a:gd name="connsiteX3-89" fmla="*/ 0 w 196646"/>
                <a:gd name="connsiteY3-90" fmla="*/ 196645 h 408321"/>
                <a:gd name="connsiteX4-91" fmla="*/ 0 w 196646"/>
                <a:gd name="connsiteY4-92" fmla="*/ 196646 h 408321"/>
                <a:gd name="connsiteX0-93" fmla="*/ 0 w 196646"/>
                <a:gd name="connsiteY0-94" fmla="*/ 196646 h 408321"/>
                <a:gd name="connsiteX1-95" fmla="*/ 196646 w 196646"/>
                <a:gd name="connsiteY1-96" fmla="*/ 0 h 408321"/>
                <a:gd name="connsiteX2-97" fmla="*/ 194469 w 196646"/>
                <a:gd name="connsiteY2-98" fmla="*/ 408321 h 408321"/>
                <a:gd name="connsiteX3-99" fmla="*/ 0 w 196646"/>
                <a:gd name="connsiteY3-100" fmla="*/ 196645 h 408321"/>
                <a:gd name="connsiteX4-101" fmla="*/ 0 w 196646"/>
                <a:gd name="connsiteY4-102" fmla="*/ 196646 h 408321"/>
                <a:gd name="connsiteX0-103" fmla="*/ 0 w 196646"/>
                <a:gd name="connsiteY0-104" fmla="*/ 196646 h 408321"/>
                <a:gd name="connsiteX1-105" fmla="*/ 196646 w 196646"/>
                <a:gd name="connsiteY1-106" fmla="*/ 0 h 408321"/>
                <a:gd name="connsiteX2-107" fmla="*/ 194469 w 196646"/>
                <a:gd name="connsiteY2-108" fmla="*/ 408321 h 408321"/>
                <a:gd name="connsiteX3-109" fmla="*/ 0 w 196646"/>
                <a:gd name="connsiteY3-110" fmla="*/ 196645 h 408321"/>
                <a:gd name="connsiteX4-111" fmla="*/ 0 w 196646"/>
                <a:gd name="connsiteY4-112" fmla="*/ 196646 h 408321"/>
                <a:gd name="connsiteX0-113" fmla="*/ 0 w 196646"/>
                <a:gd name="connsiteY0-114" fmla="*/ 196646 h 408321"/>
                <a:gd name="connsiteX1-115" fmla="*/ 196646 w 196646"/>
                <a:gd name="connsiteY1-116" fmla="*/ 0 h 408321"/>
                <a:gd name="connsiteX2-117" fmla="*/ 194469 w 196646"/>
                <a:gd name="connsiteY2-118" fmla="*/ 408321 h 408321"/>
                <a:gd name="connsiteX3-119" fmla="*/ 0 w 196646"/>
                <a:gd name="connsiteY3-120" fmla="*/ 196645 h 408321"/>
                <a:gd name="connsiteX4-121" fmla="*/ 0 w 196646"/>
                <a:gd name="connsiteY4-122" fmla="*/ 196646 h 408321"/>
                <a:gd name="connsiteX0-123" fmla="*/ 0 w 196646"/>
                <a:gd name="connsiteY0-124" fmla="*/ 196646 h 408321"/>
                <a:gd name="connsiteX1-125" fmla="*/ 196646 w 196646"/>
                <a:gd name="connsiteY1-126" fmla="*/ 0 h 408321"/>
                <a:gd name="connsiteX2-127" fmla="*/ 194469 w 196646"/>
                <a:gd name="connsiteY2-128" fmla="*/ 408321 h 408321"/>
                <a:gd name="connsiteX3-129" fmla="*/ 0 w 196646"/>
                <a:gd name="connsiteY3-130" fmla="*/ 196645 h 408321"/>
                <a:gd name="connsiteX4-131" fmla="*/ 0 w 196646"/>
                <a:gd name="connsiteY4-132" fmla="*/ 196646 h 408321"/>
                <a:gd name="connsiteX0-133" fmla="*/ 0 w 196646"/>
                <a:gd name="connsiteY0-134" fmla="*/ 192225 h 403900"/>
                <a:gd name="connsiteX1-135" fmla="*/ 196646 w 196646"/>
                <a:gd name="connsiteY1-136" fmla="*/ 0 h 403900"/>
                <a:gd name="connsiteX2-137" fmla="*/ 194469 w 196646"/>
                <a:gd name="connsiteY2-138" fmla="*/ 403900 h 403900"/>
                <a:gd name="connsiteX3-139" fmla="*/ 0 w 196646"/>
                <a:gd name="connsiteY3-140" fmla="*/ 192224 h 403900"/>
                <a:gd name="connsiteX4-141" fmla="*/ 0 w 196646"/>
                <a:gd name="connsiteY4-142" fmla="*/ 192225 h 403900"/>
                <a:gd name="connsiteX0-143" fmla="*/ 0 w 196646"/>
                <a:gd name="connsiteY0-144" fmla="*/ 194877 h 406552"/>
                <a:gd name="connsiteX1-145" fmla="*/ 196646 w 196646"/>
                <a:gd name="connsiteY1-146" fmla="*/ 0 h 406552"/>
                <a:gd name="connsiteX2-147" fmla="*/ 194469 w 196646"/>
                <a:gd name="connsiteY2-148" fmla="*/ 406552 h 406552"/>
                <a:gd name="connsiteX3-149" fmla="*/ 0 w 196646"/>
                <a:gd name="connsiteY3-150" fmla="*/ 194876 h 406552"/>
                <a:gd name="connsiteX4-151" fmla="*/ 0 w 196646"/>
                <a:gd name="connsiteY4-152" fmla="*/ 194877 h 406552"/>
                <a:gd name="connsiteX0-153" fmla="*/ 0 w 196646"/>
                <a:gd name="connsiteY0-154" fmla="*/ 194877 h 406552"/>
                <a:gd name="connsiteX1-155" fmla="*/ 196646 w 196646"/>
                <a:gd name="connsiteY1-156" fmla="*/ 0 h 406552"/>
                <a:gd name="connsiteX2-157" fmla="*/ 194469 w 196646"/>
                <a:gd name="connsiteY2-158" fmla="*/ 406552 h 406552"/>
                <a:gd name="connsiteX3-159" fmla="*/ 0 w 196646"/>
                <a:gd name="connsiteY3-160" fmla="*/ 194876 h 406552"/>
                <a:gd name="connsiteX4-161" fmla="*/ 0 w 196646"/>
                <a:gd name="connsiteY4-162" fmla="*/ 194877 h 406552"/>
                <a:gd name="connsiteX0-163" fmla="*/ 0 w 196646"/>
                <a:gd name="connsiteY0-164" fmla="*/ 194877 h 406552"/>
                <a:gd name="connsiteX1-165" fmla="*/ 196646 w 196646"/>
                <a:gd name="connsiteY1-166" fmla="*/ 0 h 406552"/>
                <a:gd name="connsiteX2-167" fmla="*/ 194469 w 196646"/>
                <a:gd name="connsiteY2-168" fmla="*/ 406552 h 406552"/>
                <a:gd name="connsiteX3-169" fmla="*/ 0 w 196646"/>
                <a:gd name="connsiteY3-170" fmla="*/ 194876 h 406552"/>
                <a:gd name="connsiteX4-171" fmla="*/ 0 w 196646"/>
                <a:gd name="connsiteY4-172" fmla="*/ 194877 h 4065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406551">
                  <a:moveTo>
                    <a:pt x="0" y="194877"/>
                  </a:moveTo>
                  <a:cubicBezTo>
                    <a:pt x="13347" y="70358"/>
                    <a:pt x="142063" y="18388"/>
                    <a:pt x="196646" y="0"/>
                  </a:cubicBezTo>
                  <a:cubicBezTo>
                    <a:pt x="196646" y="131097"/>
                    <a:pt x="194469" y="275455"/>
                    <a:pt x="194469" y="406552"/>
                  </a:cubicBezTo>
                  <a:cubicBezTo>
                    <a:pt x="95660" y="380029"/>
                    <a:pt x="0" y="303481"/>
                    <a:pt x="0" y="194876"/>
                  </a:cubicBezTo>
                  <a:lnTo>
                    <a:pt x="0" y="194877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4971939" y="1332595"/>
              <a:ext cx="2313454" cy="26468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600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rPr>
                <a:t>贰</a:t>
              </a: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4674206" y="4867545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-266456" y="4929395"/>
            <a:ext cx="1671511" cy="771921"/>
            <a:chOff x="8518524" y="1842033"/>
            <a:chExt cx="2647297" cy="1222549"/>
          </a:xfrm>
        </p:grpSpPr>
        <p:sp>
          <p:nvSpPr>
            <p:cNvPr id="78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798385" y="645205"/>
            <a:ext cx="1671511" cy="771921"/>
            <a:chOff x="8518524" y="1842033"/>
            <a:chExt cx="2647297" cy="1222549"/>
          </a:xfrm>
        </p:grpSpPr>
        <p:sp>
          <p:nvSpPr>
            <p:cNvPr id="84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f2fc618cf94845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803508"/>
            <a:ext cx="12192001" cy="2494300"/>
          </a:xfrm>
          <a:prstGeom prst="rect">
            <a:avLst/>
          </a:prstGeom>
          <a:solidFill>
            <a:srgbClr val="D3C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feb39264febc4ce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d3956e42271f45c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feb39264febc4ce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7" name="矩形 66"/>
          <p:cNvSpPr/>
          <p:nvPr/>
        </p:nvSpPr>
        <p:spPr>
          <a:xfrm>
            <a:off x="2833061" y="3159369"/>
            <a:ext cx="5406643" cy="184557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法定老年节，重阳节，也是中国老人节，人们要表达对老人的孝敬，倡导全社会树立尊老、敬老、爱老、助老的风气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2856139" y="1529319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9533421" y="5970429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feb39264febc4ce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6430033" y="2302241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feb39264febc4ce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118108" y="6196606"/>
            <a:ext cx="430417" cy="3874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e9064c33bb8f42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769" y="1660906"/>
            <a:ext cx="2670779" cy="400616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82972" y="3511320"/>
            <a:ext cx="187102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敬老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358818" y="5295236"/>
            <a:ext cx="1391661" cy="642683"/>
            <a:chOff x="8518524" y="1842033"/>
            <a:chExt cx="2647297" cy="1222549"/>
          </a:xfrm>
        </p:grpSpPr>
        <p:sp>
          <p:nvSpPr>
            <p:cNvPr id="3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feb39264febc4ce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161230" y="5435083"/>
            <a:ext cx="986055" cy="88763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11220639" y="5162273"/>
            <a:ext cx="864127" cy="1659462"/>
            <a:chOff x="10972473" y="286894"/>
            <a:chExt cx="864127" cy="1659462"/>
          </a:xfrm>
        </p:grpSpPr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0270590accfe416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4" grpId="0"/>
      <p:bldP spid="67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b0c9db4cc7e244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4783412" y="2096062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9cfbfcfe24054a6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21" b="4431"/>
          <a:stretch>
            <a:fillRect/>
          </a:stretch>
        </p:blipFill>
        <p:spPr>
          <a:xfrm>
            <a:off x="7844006" y="-15693"/>
            <a:ext cx="4347994" cy="6873693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697320" y="1969233"/>
            <a:ext cx="2031325" cy="4515209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法定老年节，重阳节，也是中国老人节，人们要表达对老人的孝敬，倡导全社会树立尊老、敬老、爱老、助老的风气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82436" y="3118842"/>
            <a:ext cx="187102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敬老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292195" y="4226837"/>
            <a:ext cx="864127" cy="1659462"/>
            <a:chOff x="10972473" y="286894"/>
            <a:chExt cx="864127" cy="1659462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b405d913c0ff432f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b6033171c64d422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8b1c2661577a4fe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b6033171c64d422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559005" y="4724329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b6033171c64d422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55350" y="1646221"/>
            <a:ext cx="2370017" cy="1155701"/>
            <a:chOff x="1221767" y="2192338"/>
            <a:chExt cx="2370017" cy="1155701"/>
          </a:xfrm>
        </p:grpSpPr>
        <p:sp>
          <p:nvSpPr>
            <p:cNvPr id="31" name="矩形 30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189589" y="1985317"/>
            <a:ext cx="2370017" cy="1155701"/>
            <a:chOff x="1221767" y="2192338"/>
            <a:chExt cx="2370017" cy="1155701"/>
          </a:xfrm>
        </p:grpSpPr>
        <p:sp>
          <p:nvSpPr>
            <p:cNvPr id="34" name="矩形 33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197885" y="4637776"/>
            <a:ext cx="2370017" cy="1155701"/>
            <a:chOff x="1221767" y="2192338"/>
            <a:chExt cx="2370017" cy="1155701"/>
          </a:xfrm>
        </p:grpSpPr>
        <p:sp>
          <p:nvSpPr>
            <p:cNvPr id="38" name="矩形 37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879660" y="4294870"/>
            <a:ext cx="2370017" cy="1155701"/>
            <a:chOff x="1221767" y="2192338"/>
            <a:chExt cx="2370017" cy="1155701"/>
          </a:xfrm>
        </p:grpSpPr>
        <p:sp>
          <p:nvSpPr>
            <p:cNvPr id="41" name="矩形 40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422415" y="5575871"/>
            <a:ext cx="187102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rgbClr val="D3C4B4"/>
                </a:solidFill>
                <a:cs typeface="+mn-ea"/>
                <a:sym typeface="+mn-lt"/>
              </a:rPr>
              <a:t>敬</a:t>
            </a:r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老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-30480" y="1795528"/>
            <a:ext cx="12222480" cy="3203192"/>
            <a:chOff x="-30480" y="1795528"/>
            <a:chExt cx="12222480" cy="3203192"/>
          </a:xfrm>
        </p:grpSpPr>
        <p:sp>
          <p:nvSpPr>
            <p:cNvPr id="2" name="任意多边形: 形状 1"/>
            <p:cNvSpPr/>
            <p:nvPr/>
          </p:nvSpPr>
          <p:spPr>
            <a:xfrm>
              <a:off x="-30480" y="2845010"/>
              <a:ext cx="12222480" cy="2153710"/>
            </a:xfrm>
            <a:custGeom>
              <a:avLst/>
              <a:gdLst>
                <a:gd name="connsiteX0" fmla="*/ 0 w 12222480"/>
                <a:gd name="connsiteY0" fmla="*/ 949750 h 2153710"/>
                <a:gd name="connsiteX1" fmla="*/ 2377440 w 12222480"/>
                <a:gd name="connsiteY1" fmla="*/ 172510 h 2153710"/>
                <a:gd name="connsiteX2" fmla="*/ 6918960 w 12222480"/>
                <a:gd name="connsiteY2" fmla="*/ 1528870 h 2153710"/>
                <a:gd name="connsiteX3" fmla="*/ 9692640 w 12222480"/>
                <a:gd name="connsiteY3" fmla="*/ 4870 h 2153710"/>
                <a:gd name="connsiteX4" fmla="*/ 12222480 w 12222480"/>
                <a:gd name="connsiteY4" fmla="*/ 2153710 h 215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22480" h="2153710">
                  <a:moveTo>
                    <a:pt x="0" y="949750"/>
                  </a:moveTo>
                  <a:cubicBezTo>
                    <a:pt x="612140" y="512870"/>
                    <a:pt x="1224280" y="75990"/>
                    <a:pt x="2377440" y="172510"/>
                  </a:cubicBezTo>
                  <a:cubicBezTo>
                    <a:pt x="3530600" y="269030"/>
                    <a:pt x="5699760" y="1556810"/>
                    <a:pt x="6918960" y="1528870"/>
                  </a:cubicBezTo>
                  <a:cubicBezTo>
                    <a:pt x="8138160" y="1500930"/>
                    <a:pt x="8808720" y="-99270"/>
                    <a:pt x="9692640" y="4870"/>
                  </a:cubicBezTo>
                  <a:cubicBezTo>
                    <a:pt x="10576560" y="109010"/>
                    <a:pt x="11399520" y="1131360"/>
                    <a:pt x="12222480" y="2153710"/>
                  </a:cubicBezTo>
                </a:path>
              </a:pathLst>
            </a:custGeom>
            <a:noFill/>
            <a:ln>
              <a:solidFill>
                <a:srgbClr val="D3C4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b6033171c64d422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866737" y="1795528"/>
              <a:ext cx="2365980" cy="2129815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b6033171c64d422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3594707" y="2495978"/>
              <a:ext cx="2365980" cy="2129815"/>
            </a:xfrm>
            <a:prstGeom prst="rect">
              <a:avLst/>
            </a:prstGeom>
          </p:spPr>
        </p:pic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b6033171c64d422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6718127" y="2802400"/>
              <a:ext cx="2365980" cy="2129815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b6033171c64d422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9483505" y="1910443"/>
              <a:ext cx="2365980" cy="212981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dur="1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17fc0eb3c84c48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17fc0eb3c84c48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17fc0eb3c84c48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539360833094413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75894" y="2159930"/>
            <a:ext cx="2647297" cy="1222549"/>
            <a:chOff x="8518524" y="1842033"/>
            <a:chExt cx="2647297" cy="1222549"/>
          </a:xfrm>
        </p:grpSpPr>
        <p:sp>
          <p:nvSpPr>
            <p:cNvPr id="4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0337147" y="4127945"/>
            <a:ext cx="2647297" cy="1222549"/>
            <a:chOff x="8518524" y="1842033"/>
            <a:chExt cx="2647297" cy="1222549"/>
          </a:xfrm>
        </p:grpSpPr>
        <p:sp>
          <p:nvSpPr>
            <p:cNvPr id="53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86570" y="729735"/>
            <a:ext cx="3818860" cy="3818860"/>
            <a:chOff x="4186570" y="729735"/>
            <a:chExt cx="3818860" cy="3818860"/>
          </a:xfrm>
        </p:grpSpPr>
        <p:sp>
          <p:nvSpPr>
            <p:cNvPr id="7" name="椭圆 6"/>
            <p:cNvSpPr/>
            <p:nvPr/>
          </p:nvSpPr>
          <p:spPr>
            <a:xfrm>
              <a:off x="4186570" y="729735"/>
              <a:ext cx="3818860" cy="3818860"/>
            </a:xfrm>
            <a:prstGeom prst="ellipse">
              <a:avLst/>
            </a:prstGeom>
            <a:solidFill>
              <a:srgbClr val="89562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矩形: 圆角 11"/>
            <p:cNvSpPr/>
            <p:nvPr/>
          </p:nvSpPr>
          <p:spPr>
            <a:xfrm rot="16200000">
              <a:off x="5511642" y="2217933"/>
              <a:ext cx="1157324" cy="3504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  <a:gd name="connsiteX0-53" fmla="*/ 0 w 196646"/>
                <a:gd name="connsiteY0-54" fmla="*/ 196646 h 408321"/>
                <a:gd name="connsiteX1-55" fmla="*/ 196646 w 196646"/>
                <a:gd name="connsiteY1-56" fmla="*/ 0 h 408321"/>
                <a:gd name="connsiteX2-57" fmla="*/ 194469 w 196646"/>
                <a:gd name="connsiteY2-58" fmla="*/ 408321 h 408321"/>
                <a:gd name="connsiteX3-59" fmla="*/ 0 w 196646"/>
                <a:gd name="connsiteY3-60" fmla="*/ 196645 h 408321"/>
                <a:gd name="connsiteX4-61" fmla="*/ 0 w 196646"/>
                <a:gd name="connsiteY4-62" fmla="*/ 196646 h 408321"/>
                <a:gd name="connsiteX0-63" fmla="*/ 0 w 196646"/>
                <a:gd name="connsiteY0-64" fmla="*/ 196646 h 408321"/>
                <a:gd name="connsiteX1-65" fmla="*/ 196646 w 196646"/>
                <a:gd name="connsiteY1-66" fmla="*/ 0 h 408321"/>
                <a:gd name="connsiteX2-67" fmla="*/ 194469 w 196646"/>
                <a:gd name="connsiteY2-68" fmla="*/ 408321 h 408321"/>
                <a:gd name="connsiteX3-69" fmla="*/ 0 w 196646"/>
                <a:gd name="connsiteY3-70" fmla="*/ 196645 h 408321"/>
                <a:gd name="connsiteX4-71" fmla="*/ 0 w 196646"/>
                <a:gd name="connsiteY4-72" fmla="*/ 196646 h 408321"/>
                <a:gd name="connsiteX0-73" fmla="*/ 0 w 196646"/>
                <a:gd name="connsiteY0-74" fmla="*/ 196646 h 408321"/>
                <a:gd name="connsiteX1-75" fmla="*/ 196646 w 196646"/>
                <a:gd name="connsiteY1-76" fmla="*/ 0 h 408321"/>
                <a:gd name="connsiteX2-77" fmla="*/ 194469 w 196646"/>
                <a:gd name="connsiteY2-78" fmla="*/ 408321 h 408321"/>
                <a:gd name="connsiteX3-79" fmla="*/ 0 w 196646"/>
                <a:gd name="connsiteY3-80" fmla="*/ 196645 h 408321"/>
                <a:gd name="connsiteX4-81" fmla="*/ 0 w 196646"/>
                <a:gd name="connsiteY4-82" fmla="*/ 196646 h 408321"/>
                <a:gd name="connsiteX0-83" fmla="*/ 0 w 196646"/>
                <a:gd name="connsiteY0-84" fmla="*/ 196646 h 408321"/>
                <a:gd name="connsiteX1-85" fmla="*/ 196646 w 196646"/>
                <a:gd name="connsiteY1-86" fmla="*/ 0 h 408321"/>
                <a:gd name="connsiteX2-87" fmla="*/ 194469 w 196646"/>
                <a:gd name="connsiteY2-88" fmla="*/ 408321 h 408321"/>
                <a:gd name="connsiteX3-89" fmla="*/ 0 w 196646"/>
                <a:gd name="connsiteY3-90" fmla="*/ 196645 h 408321"/>
                <a:gd name="connsiteX4-91" fmla="*/ 0 w 196646"/>
                <a:gd name="connsiteY4-92" fmla="*/ 196646 h 408321"/>
                <a:gd name="connsiteX0-93" fmla="*/ 0 w 196646"/>
                <a:gd name="connsiteY0-94" fmla="*/ 196646 h 408321"/>
                <a:gd name="connsiteX1-95" fmla="*/ 196646 w 196646"/>
                <a:gd name="connsiteY1-96" fmla="*/ 0 h 408321"/>
                <a:gd name="connsiteX2-97" fmla="*/ 194469 w 196646"/>
                <a:gd name="connsiteY2-98" fmla="*/ 408321 h 408321"/>
                <a:gd name="connsiteX3-99" fmla="*/ 0 w 196646"/>
                <a:gd name="connsiteY3-100" fmla="*/ 196645 h 408321"/>
                <a:gd name="connsiteX4-101" fmla="*/ 0 w 196646"/>
                <a:gd name="connsiteY4-102" fmla="*/ 196646 h 408321"/>
                <a:gd name="connsiteX0-103" fmla="*/ 0 w 196646"/>
                <a:gd name="connsiteY0-104" fmla="*/ 196646 h 408321"/>
                <a:gd name="connsiteX1-105" fmla="*/ 196646 w 196646"/>
                <a:gd name="connsiteY1-106" fmla="*/ 0 h 408321"/>
                <a:gd name="connsiteX2-107" fmla="*/ 194469 w 196646"/>
                <a:gd name="connsiteY2-108" fmla="*/ 408321 h 408321"/>
                <a:gd name="connsiteX3-109" fmla="*/ 0 w 196646"/>
                <a:gd name="connsiteY3-110" fmla="*/ 196645 h 408321"/>
                <a:gd name="connsiteX4-111" fmla="*/ 0 w 196646"/>
                <a:gd name="connsiteY4-112" fmla="*/ 196646 h 408321"/>
                <a:gd name="connsiteX0-113" fmla="*/ 0 w 196646"/>
                <a:gd name="connsiteY0-114" fmla="*/ 196646 h 408321"/>
                <a:gd name="connsiteX1-115" fmla="*/ 196646 w 196646"/>
                <a:gd name="connsiteY1-116" fmla="*/ 0 h 408321"/>
                <a:gd name="connsiteX2-117" fmla="*/ 194469 w 196646"/>
                <a:gd name="connsiteY2-118" fmla="*/ 408321 h 408321"/>
                <a:gd name="connsiteX3-119" fmla="*/ 0 w 196646"/>
                <a:gd name="connsiteY3-120" fmla="*/ 196645 h 408321"/>
                <a:gd name="connsiteX4-121" fmla="*/ 0 w 196646"/>
                <a:gd name="connsiteY4-122" fmla="*/ 196646 h 408321"/>
                <a:gd name="connsiteX0-123" fmla="*/ 0 w 196646"/>
                <a:gd name="connsiteY0-124" fmla="*/ 196646 h 408321"/>
                <a:gd name="connsiteX1-125" fmla="*/ 196646 w 196646"/>
                <a:gd name="connsiteY1-126" fmla="*/ 0 h 408321"/>
                <a:gd name="connsiteX2-127" fmla="*/ 194469 w 196646"/>
                <a:gd name="connsiteY2-128" fmla="*/ 408321 h 408321"/>
                <a:gd name="connsiteX3-129" fmla="*/ 0 w 196646"/>
                <a:gd name="connsiteY3-130" fmla="*/ 196645 h 408321"/>
                <a:gd name="connsiteX4-131" fmla="*/ 0 w 196646"/>
                <a:gd name="connsiteY4-132" fmla="*/ 196646 h 408321"/>
                <a:gd name="connsiteX0-133" fmla="*/ 0 w 196646"/>
                <a:gd name="connsiteY0-134" fmla="*/ 192225 h 403900"/>
                <a:gd name="connsiteX1-135" fmla="*/ 196646 w 196646"/>
                <a:gd name="connsiteY1-136" fmla="*/ 0 h 403900"/>
                <a:gd name="connsiteX2-137" fmla="*/ 194469 w 196646"/>
                <a:gd name="connsiteY2-138" fmla="*/ 403900 h 403900"/>
                <a:gd name="connsiteX3-139" fmla="*/ 0 w 196646"/>
                <a:gd name="connsiteY3-140" fmla="*/ 192224 h 403900"/>
                <a:gd name="connsiteX4-141" fmla="*/ 0 w 196646"/>
                <a:gd name="connsiteY4-142" fmla="*/ 192225 h 403900"/>
                <a:gd name="connsiteX0-143" fmla="*/ 0 w 196646"/>
                <a:gd name="connsiteY0-144" fmla="*/ 194877 h 406552"/>
                <a:gd name="connsiteX1-145" fmla="*/ 196646 w 196646"/>
                <a:gd name="connsiteY1-146" fmla="*/ 0 h 406552"/>
                <a:gd name="connsiteX2-147" fmla="*/ 194469 w 196646"/>
                <a:gd name="connsiteY2-148" fmla="*/ 406552 h 406552"/>
                <a:gd name="connsiteX3-149" fmla="*/ 0 w 196646"/>
                <a:gd name="connsiteY3-150" fmla="*/ 194876 h 406552"/>
                <a:gd name="connsiteX4-151" fmla="*/ 0 w 196646"/>
                <a:gd name="connsiteY4-152" fmla="*/ 194877 h 406552"/>
                <a:gd name="connsiteX0-153" fmla="*/ 0 w 196646"/>
                <a:gd name="connsiteY0-154" fmla="*/ 194877 h 406552"/>
                <a:gd name="connsiteX1-155" fmla="*/ 196646 w 196646"/>
                <a:gd name="connsiteY1-156" fmla="*/ 0 h 406552"/>
                <a:gd name="connsiteX2-157" fmla="*/ 194469 w 196646"/>
                <a:gd name="connsiteY2-158" fmla="*/ 406552 h 406552"/>
                <a:gd name="connsiteX3-159" fmla="*/ 0 w 196646"/>
                <a:gd name="connsiteY3-160" fmla="*/ 194876 h 406552"/>
                <a:gd name="connsiteX4-161" fmla="*/ 0 w 196646"/>
                <a:gd name="connsiteY4-162" fmla="*/ 194877 h 406552"/>
                <a:gd name="connsiteX0-163" fmla="*/ 0 w 196646"/>
                <a:gd name="connsiteY0-164" fmla="*/ 194877 h 406552"/>
                <a:gd name="connsiteX1-165" fmla="*/ 196646 w 196646"/>
                <a:gd name="connsiteY1-166" fmla="*/ 0 h 406552"/>
                <a:gd name="connsiteX2-167" fmla="*/ 194469 w 196646"/>
                <a:gd name="connsiteY2-168" fmla="*/ 406552 h 406552"/>
                <a:gd name="connsiteX3-169" fmla="*/ 0 w 196646"/>
                <a:gd name="connsiteY3-170" fmla="*/ 194876 h 406552"/>
                <a:gd name="connsiteX4-171" fmla="*/ 0 w 196646"/>
                <a:gd name="connsiteY4-172" fmla="*/ 194877 h 4065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406551">
                  <a:moveTo>
                    <a:pt x="0" y="194877"/>
                  </a:moveTo>
                  <a:cubicBezTo>
                    <a:pt x="13347" y="70358"/>
                    <a:pt x="142063" y="18388"/>
                    <a:pt x="196646" y="0"/>
                  </a:cubicBezTo>
                  <a:cubicBezTo>
                    <a:pt x="196646" y="131097"/>
                    <a:pt x="194469" y="275455"/>
                    <a:pt x="194469" y="406552"/>
                  </a:cubicBezTo>
                  <a:cubicBezTo>
                    <a:pt x="95660" y="380029"/>
                    <a:pt x="0" y="303481"/>
                    <a:pt x="0" y="194876"/>
                  </a:cubicBezTo>
                  <a:lnTo>
                    <a:pt x="0" y="194877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4971939" y="1332595"/>
              <a:ext cx="2313454" cy="26468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600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rPr>
                <a:t>叁</a:t>
              </a: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4674206" y="4867545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-266456" y="4929395"/>
            <a:ext cx="1671511" cy="771921"/>
            <a:chOff x="8518524" y="1842033"/>
            <a:chExt cx="2647297" cy="1222549"/>
          </a:xfrm>
        </p:grpSpPr>
        <p:sp>
          <p:nvSpPr>
            <p:cNvPr id="78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798385" y="645205"/>
            <a:ext cx="1671511" cy="771921"/>
            <a:chOff x="8518524" y="1842033"/>
            <a:chExt cx="2647297" cy="1222549"/>
          </a:xfrm>
        </p:grpSpPr>
        <p:sp>
          <p:nvSpPr>
            <p:cNvPr id="84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17fc0eb3c84c48c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9b503d66ff53476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2a23667d7fca429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9b503d66ff53476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6" name="矩形 65"/>
          <p:cNvSpPr/>
          <p:nvPr/>
        </p:nvSpPr>
        <p:spPr>
          <a:xfrm>
            <a:off x="9560078" y="1971451"/>
            <a:ext cx="800219" cy="2199587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r>
              <a:rPr lang="en-US" altLang="zh-CN" sz="4000" dirty="0">
                <a:cs typeface="+mn-ea"/>
                <a:sym typeface="+mn-lt"/>
              </a:rPr>
              <a:t>《</a:t>
            </a:r>
            <a:r>
              <a:rPr lang="zh-CN" altLang="en-US" sz="4000" dirty="0">
                <a:cs typeface="+mn-ea"/>
                <a:sym typeface="+mn-lt"/>
              </a:rPr>
              <a:t>登高</a:t>
            </a:r>
            <a:r>
              <a:rPr lang="en-US" altLang="zh-CN" sz="4000" dirty="0">
                <a:cs typeface="+mn-ea"/>
                <a:sym typeface="+mn-lt"/>
              </a:rPr>
              <a:t>》</a:t>
            </a:r>
            <a:endParaRPr lang="zh-CN" altLang="en-US" sz="4000" dirty="0">
              <a:cs typeface="+mn-ea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650752" y="2304765"/>
            <a:ext cx="6093976" cy="2800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风急天高猿啸哀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渚清沙白鸟飞回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无边落木萧萧下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不尽长江滚滚来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万里悲秋常作客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百年多病独登台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艰难苦恨繁霜鬓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潦倒新停浊酒杯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741161" y="2183157"/>
            <a:ext cx="707754" cy="1359165"/>
            <a:chOff x="10972473" y="286894"/>
            <a:chExt cx="864127" cy="1659462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72bba813a51647f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70" name="文本框 69"/>
            <p:cNvSpPr txBox="1"/>
            <p:nvPr/>
          </p:nvSpPr>
          <p:spPr>
            <a:xfrm>
              <a:off x="11112552" y="815054"/>
              <a:ext cx="511384" cy="789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杜甫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39950" y="1812436"/>
            <a:ext cx="1671511" cy="756681"/>
            <a:chOff x="8518524" y="1866170"/>
            <a:chExt cx="2647297" cy="1198412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66170"/>
              <a:ext cx="1918129" cy="399483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2" y="1866171"/>
              <a:ext cx="1581177" cy="4328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9274735" y="5428909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任意多边形: 形状 24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9b503d66ff53476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9b503d66ff53476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/>
      <p:bldP spid="67" grpId="0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1796a7a03ba94f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ad2218113973496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1796a7a03ba94f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7" name="矩形 66"/>
          <p:cNvSpPr/>
          <p:nvPr/>
        </p:nvSpPr>
        <p:spPr>
          <a:xfrm>
            <a:off x="1212746" y="2789396"/>
            <a:ext cx="7571303" cy="1745768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寓意长寿，菊是长寿之花，又为文人们赞美作凌霜不屈的象征。重阳又称菊花节，赏菊也就成了重阳节习俗的重要组成部分农历九月俗称菊月，节日举办菊花大会，倾城的人潮赴会赏菊。北京人还将菊花枝叶贴在门窗上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9321173" y="2280856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1796a7a03ba94f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1796a7a03ba94f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54836" y="1712251"/>
            <a:ext cx="52629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895623"/>
                </a:solidFill>
                <a:cs typeface="+mn-ea"/>
                <a:sym typeface="+mn-lt"/>
              </a:rPr>
              <a:t>解除凶秽，以招吉祥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342213" y="4715472"/>
            <a:ext cx="3043539" cy="1405537"/>
            <a:chOff x="8518524" y="1842033"/>
            <a:chExt cx="2647297" cy="1222549"/>
          </a:xfrm>
        </p:grpSpPr>
        <p:sp>
          <p:nvSpPr>
            <p:cNvPr id="3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eb934722db7e42d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58" y="4182576"/>
            <a:ext cx="4572896" cy="25230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95bf41c4ee0846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0200a0238f0744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95bf41c4ee0846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539950" y="1797196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666434" y="5120777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任意多边形: 形状 24"/>
          <p:cNvSpPr/>
          <p:nvPr/>
        </p:nvSpPr>
        <p:spPr>
          <a:xfrm>
            <a:off x="-2" y="5943269"/>
            <a:ext cx="12470681" cy="930460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  <a:gd name="connsiteX0-69" fmla="*/ 7996004 w 12177729"/>
              <a:gd name="connsiteY0-70" fmla="*/ 4448312 h 4724036"/>
              <a:gd name="connsiteX1-71" fmla="*/ 12177729 w 12177729"/>
              <a:gd name="connsiteY1-72" fmla="*/ 359 h 4724036"/>
              <a:gd name="connsiteX2-73" fmla="*/ 12162526 w 12177729"/>
              <a:gd name="connsiteY2-74" fmla="*/ 4724036 h 4724036"/>
              <a:gd name="connsiteX3-75" fmla="*/ 0 w 12177729"/>
              <a:gd name="connsiteY3-76" fmla="*/ 4724036 h 4724036"/>
              <a:gd name="connsiteX4-77" fmla="*/ 108895 w 12177729"/>
              <a:gd name="connsiteY4-78" fmla="*/ 4548762 h 4724036"/>
              <a:gd name="connsiteX5-79" fmla="*/ 1969029 w 12177729"/>
              <a:gd name="connsiteY5-80" fmla="*/ 3631838 h 4724036"/>
              <a:gd name="connsiteX6-81" fmla="*/ 7996004 w 12177729"/>
              <a:gd name="connsiteY6-82" fmla="*/ 4448312 h 4724036"/>
              <a:gd name="connsiteX0-83" fmla="*/ 7996004 w 12162529"/>
              <a:gd name="connsiteY0-84" fmla="*/ 818310 h 2935996"/>
              <a:gd name="connsiteX1-85" fmla="*/ 7130281 w 12162529"/>
              <a:gd name="connsiteY1-86" fmla="*/ 2606232 h 2935996"/>
              <a:gd name="connsiteX2-87" fmla="*/ 12162526 w 12162529"/>
              <a:gd name="connsiteY2-88" fmla="*/ 1094034 h 2935996"/>
              <a:gd name="connsiteX3-89" fmla="*/ 0 w 12162529"/>
              <a:gd name="connsiteY3-90" fmla="*/ 1094034 h 2935996"/>
              <a:gd name="connsiteX4-91" fmla="*/ 108895 w 12162529"/>
              <a:gd name="connsiteY4-92" fmla="*/ 918760 h 2935996"/>
              <a:gd name="connsiteX5-93" fmla="*/ 1969029 w 12162529"/>
              <a:gd name="connsiteY5-94" fmla="*/ 1836 h 2935996"/>
              <a:gd name="connsiteX6-95" fmla="*/ 7996004 w 12162529"/>
              <a:gd name="connsiteY6-96" fmla="*/ 818310 h 2935996"/>
              <a:gd name="connsiteX0-97" fmla="*/ 7996004 w 12440533"/>
              <a:gd name="connsiteY0-98" fmla="*/ 818310 h 1094034"/>
              <a:gd name="connsiteX1-99" fmla="*/ 12162526 w 12440533"/>
              <a:gd name="connsiteY1-100" fmla="*/ 1094034 h 1094034"/>
              <a:gd name="connsiteX2-101" fmla="*/ 0 w 12440533"/>
              <a:gd name="connsiteY2-102" fmla="*/ 1094034 h 1094034"/>
              <a:gd name="connsiteX3-103" fmla="*/ 108895 w 12440533"/>
              <a:gd name="connsiteY3-104" fmla="*/ 918760 h 1094034"/>
              <a:gd name="connsiteX4-105" fmla="*/ 1969029 w 12440533"/>
              <a:gd name="connsiteY4-106" fmla="*/ 1836 h 1094034"/>
              <a:gd name="connsiteX5-107" fmla="*/ 7996004 w 12440533"/>
              <a:gd name="connsiteY5-108" fmla="*/ 818310 h 1094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440533" h="1094034">
                <a:moveTo>
                  <a:pt x="7996004" y="818310"/>
                </a:moveTo>
                <a:cubicBezTo>
                  <a:pt x="9694920" y="1000343"/>
                  <a:pt x="13495193" y="1048080"/>
                  <a:pt x="12162526" y="1094034"/>
                </a:cubicBezTo>
                <a:lnTo>
                  <a:pt x="0" y="1094034"/>
                </a:lnTo>
                <a:lnTo>
                  <a:pt x="108895" y="918760"/>
                </a:lnTo>
                <a:cubicBezTo>
                  <a:pt x="406479" y="459011"/>
                  <a:pt x="800802" y="45494"/>
                  <a:pt x="1969029" y="1836"/>
                </a:cubicBezTo>
                <a:cubicBezTo>
                  <a:pt x="3304145" y="-48060"/>
                  <a:pt x="6297088" y="936752"/>
                  <a:pt x="7996004" y="818310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95bf41c4ee0846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95bf41c4ee0846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ec3bd5037da3473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538" y="2278721"/>
            <a:ext cx="4572896" cy="2523023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9700957" y="2128626"/>
            <a:ext cx="100834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dirty="0">
                <a:solidFill>
                  <a:srgbClr val="895623"/>
                </a:solidFill>
                <a:cs typeface="+mn-ea"/>
                <a:sym typeface="+mn-lt"/>
              </a:rPr>
              <a:t>赏菊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9773066" y="4393303"/>
            <a:ext cx="864127" cy="1659462"/>
            <a:chOff x="10972473" y="286894"/>
            <a:chExt cx="864127" cy="1659462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c25dfb4aab3c4e2e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7923784" y="2315871"/>
            <a:ext cx="1846659" cy="387329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寓意长寿，菊是长寿之花又为文人们赞美作凌霜不屈的象征。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25" grpId="0" animBg="1"/>
      <p:bldP spid="31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79795d6ba7d648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84f61be8d74f485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79795d6ba7d648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6" name="矩形 65"/>
          <p:cNvSpPr/>
          <p:nvPr/>
        </p:nvSpPr>
        <p:spPr>
          <a:xfrm>
            <a:off x="9560078" y="1971451"/>
            <a:ext cx="800219" cy="2199587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r>
              <a:rPr lang="en-US" altLang="zh-CN" sz="4000" dirty="0">
                <a:cs typeface="+mn-ea"/>
                <a:sym typeface="+mn-lt"/>
              </a:rPr>
              <a:t>《</a:t>
            </a:r>
            <a:r>
              <a:rPr lang="zh-CN" altLang="en-US" sz="4000" dirty="0">
                <a:cs typeface="+mn-ea"/>
                <a:sym typeface="+mn-lt"/>
              </a:rPr>
              <a:t>登高</a:t>
            </a:r>
            <a:r>
              <a:rPr lang="en-US" altLang="zh-CN" sz="4000" dirty="0">
                <a:cs typeface="+mn-ea"/>
                <a:sym typeface="+mn-lt"/>
              </a:rPr>
              <a:t>》</a:t>
            </a:r>
            <a:endParaRPr lang="zh-CN" altLang="en-US" sz="4000" dirty="0">
              <a:cs typeface="+mn-ea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650752" y="2304765"/>
            <a:ext cx="6093976" cy="2800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风急天高猿啸哀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渚清沙白鸟飞回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无边落木萧萧下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不尽长江滚滚来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万里悲秋常作客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百年多病独登台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艰难苦恨繁霜鬓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潦倒新停浊酒杯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741161" y="2183157"/>
            <a:ext cx="707754" cy="1359165"/>
            <a:chOff x="10972473" y="286894"/>
            <a:chExt cx="864127" cy="1659462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c3bbb4252aa5403c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70" name="文本框 69"/>
            <p:cNvSpPr txBox="1"/>
            <p:nvPr/>
          </p:nvSpPr>
          <p:spPr>
            <a:xfrm>
              <a:off x="11112552" y="815054"/>
              <a:ext cx="511384" cy="789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杜甫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39950" y="1797196"/>
            <a:ext cx="1671511" cy="771921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714942" y="5135782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任意多边形: 形状 24"/>
          <p:cNvSpPr/>
          <p:nvPr/>
        </p:nvSpPr>
        <p:spPr>
          <a:xfrm>
            <a:off x="-1" y="2856005"/>
            <a:ext cx="12207240" cy="401772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  <a:gd name="connsiteX0-69" fmla="*/ 7996004 w 12177729"/>
              <a:gd name="connsiteY0-70" fmla="*/ 4448312 h 4724036"/>
              <a:gd name="connsiteX1-71" fmla="*/ 12177729 w 12177729"/>
              <a:gd name="connsiteY1-72" fmla="*/ 359 h 4724036"/>
              <a:gd name="connsiteX2-73" fmla="*/ 12162526 w 12177729"/>
              <a:gd name="connsiteY2-74" fmla="*/ 4724036 h 4724036"/>
              <a:gd name="connsiteX3-75" fmla="*/ 0 w 12177729"/>
              <a:gd name="connsiteY3-76" fmla="*/ 4724036 h 4724036"/>
              <a:gd name="connsiteX4-77" fmla="*/ 108895 w 12177729"/>
              <a:gd name="connsiteY4-78" fmla="*/ 4548762 h 4724036"/>
              <a:gd name="connsiteX5-79" fmla="*/ 1969029 w 12177729"/>
              <a:gd name="connsiteY5-80" fmla="*/ 3631838 h 4724036"/>
              <a:gd name="connsiteX6-81" fmla="*/ 7996004 w 12177729"/>
              <a:gd name="connsiteY6-82" fmla="*/ 4448312 h 47240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77729" h="4724036">
                <a:moveTo>
                  <a:pt x="7996004" y="4448312"/>
                </a:moveTo>
                <a:cubicBezTo>
                  <a:pt x="9694920" y="4329870"/>
                  <a:pt x="11483309" y="-45595"/>
                  <a:pt x="12177729" y="359"/>
                </a:cubicBezTo>
                <a:cubicBezTo>
                  <a:pt x="12172661" y="1574918"/>
                  <a:pt x="12167594" y="3149477"/>
                  <a:pt x="12162526" y="4724036"/>
                </a:cubicBezTo>
                <a:lnTo>
                  <a:pt x="0" y="4724036"/>
                </a:lnTo>
                <a:lnTo>
                  <a:pt x="108895" y="4548762"/>
                </a:lnTo>
                <a:cubicBezTo>
                  <a:pt x="406479" y="4089013"/>
                  <a:pt x="800802" y="3675496"/>
                  <a:pt x="1969029" y="3631838"/>
                </a:cubicBezTo>
                <a:cubicBezTo>
                  <a:pt x="3304145" y="3581942"/>
                  <a:pt x="6297088" y="4566754"/>
                  <a:pt x="7996004" y="4448312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79795d6ba7d648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79795d6ba7d648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de7ca2a55ce049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335" y="3764179"/>
            <a:ext cx="1828804" cy="2743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/>
      <p:bldP spid="67" grpId="0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dd57c774c4ca49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cdcbf9ae428e4ae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dd57c774c4ca49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3edae3c1042a482b">
            <a:extLst>
              <a:ext uri="{BEBA8EAE-BF5A-486C-A8C5-ECC9F3942E4B}">
                <a14:imgProps xmlns:a14="http://schemas.microsoft.com/office/drawing/2010/main">
                  <a14:imgLayer r:embed="Re29b5a1c8af8435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87" t="9777" r="33684" b="16806"/>
          <a:stretch>
            <a:fillRect/>
          </a:stretch>
        </p:blipFill>
        <p:spPr>
          <a:xfrm>
            <a:off x="3808457" y="1823014"/>
            <a:ext cx="3691637" cy="5034986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1254836" y="2423461"/>
            <a:ext cx="2370017" cy="1155701"/>
            <a:chOff x="1221767" y="2192338"/>
            <a:chExt cx="2370017" cy="1155701"/>
          </a:xfrm>
        </p:grpSpPr>
        <p:sp>
          <p:nvSpPr>
            <p:cNvPr id="32" name="矩形 31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168988" y="4694221"/>
            <a:ext cx="2370017" cy="1155701"/>
            <a:chOff x="1221767" y="2192338"/>
            <a:chExt cx="2370017" cy="1155701"/>
          </a:xfrm>
        </p:grpSpPr>
        <p:sp>
          <p:nvSpPr>
            <p:cNvPr id="35" name="矩形 34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555065" y="2423461"/>
            <a:ext cx="2370017" cy="1155701"/>
            <a:chOff x="1221767" y="2192338"/>
            <a:chExt cx="2370017" cy="1155701"/>
          </a:xfrm>
        </p:grpSpPr>
        <p:sp>
          <p:nvSpPr>
            <p:cNvPr id="39" name="矩形 38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632531" y="4694221"/>
            <a:ext cx="2370017" cy="1155701"/>
            <a:chOff x="1221767" y="2192338"/>
            <a:chExt cx="2370017" cy="1155701"/>
          </a:xfrm>
        </p:grpSpPr>
        <p:sp>
          <p:nvSpPr>
            <p:cNvPr id="42" name="矩形 41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/>
        </p:nvSpPr>
        <p:spPr>
          <a:xfrm>
            <a:off x="0" y="5323797"/>
            <a:ext cx="12192000" cy="1534203"/>
          </a:xfrm>
          <a:custGeom>
            <a:avLst/>
            <a:gdLst>
              <a:gd name="connsiteX0" fmla="*/ 11696187 w 12162526"/>
              <a:gd name="connsiteY0" fmla="*/ 0 h 1802850"/>
              <a:gd name="connsiteX1" fmla="*/ 12162526 w 12162526"/>
              <a:gd name="connsiteY1" fmla="*/ 0 h 1802850"/>
              <a:gd name="connsiteX2" fmla="*/ 12147286 w 12162526"/>
              <a:gd name="connsiteY2" fmla="*/ 12750 h 1802850"/>
              <a:gd name="connsiteX3" fmla="*/ 12162526 w 12162526"/>
              <a:gd name="connsiteY3" fmla="*/ 1802850 h 1802850"/>
              <a:gd name="connsiteX4" fmla="*/ 0 w 12162526"/>
              <a:gd name="connsiteY4" fmla="*/ 1802850 h 1802850"/>
              <a:gd name="connsiteX5" fmla="*/ 108895 w 12162526"/>
              <a:gd name="connsiteY5" fmla="*/ 1627576 h 1802850"/>
              <a:gd name="connsiteX6" fmla="*/ 1969029 w 12162526"/>
              <a:gd name="connsiteY6" fmla="*/ 710652 h 1802850"/>
              <a:gd name="connsiteX7" fmla="*/ 7996004 w 12162526"/>
              <a:gd name="connsiteY7" fmla="*/ 1527126 h 1802850"/>
              <a:gd name="connsiteX8" fmla="*/ 9259521 w 12162526"/>
              <a:gd name="connsiteY8" fmla="*/ 887554 h 1802850"/>
              <a:gd name="connsiteX9" fmla="*/ 11587517 w 12162526"/>
              <a:gd name="connsiteY9" fmla="*/ 33305 h 1802850"/>
              <a:gd name="connsiteX0-1" fmla="*/ 11696187 w 12162526"/>
              <a:gd name="connsiteY0-2" fmla="*/ 0 h 1802850"/>
              <a:gd name="connsiteX1-3" fmla="*/ 12162526 w 12162526"/>
              <a:gd name="connsiteY1-4" fmla="*/ 0 h 1802850"/>
              <a:gd name="connsiteX2-5" fmla="*/ 12147286 w 12162526"/>
              <a:gd name="connsiteY2-6" fmla="*/ 12750 h 1802850"/>
              <a:gd name="connsiteX3-7" fmla="*/ 12162526 w 12162526"/>
              <a:gd name="connsiteY3-8" fmla="*/ 1802850 h 1802850"/>
              <a:gd name="connsiteX4-9" fmla="*/ 0 w 12162526"/>
              <a:gd name="connsiteY4-10" fmla="*/ 1802850 h 1802850"/>
              <a:gd name="connsiteX5-11" fmla="*/ 108895 w 12162526"/>
              <a:gd name="connsiteY5-12" fmla="*/ 1627576 h 1802850"/>
              <a:gd name="connsiteX6-13" fmla="*/ 1969029 w 12162526"/>
              <a:gd name="connsiteY6-14" fmla="*/ 710652 h 1802850"/>
              <a:gd name="connsiteX7-15" fmla="*/ 7996004 w 12162526"/>
              <a:gd name="connsiteY7-16" fmla="*/ 1527126 h 1802850"/>
              <a:gd name="connsiteX8-17" fmla="*/ 11587517 w 12162526"/>
              <a:gd name="connsiteY8-18" fmla="*/ 33305 h 1802850"/>
              <a:gd name="connsiteX9-19" fmla="*/ 11696187 w 12162526"/>
              <a:gd name="connsiteY9-20" fmla="*/ 0 h 1802850"/>
              <a:gd name="connsiteX0-21" fmla="*/ 11587517 w 12162526"/>
              <a:gd name="connsiteY0-22" fmla="*/ 33305 h 1802850"/>
              <a:gd name="connsiteX1-23" fmla="*/ 12162526 w 12162526"/>
              <a:gd name="connsiteY1-24" fmla="*/ 0 h 1802850"/>
              <a:gd name="connsiteX2-25" fmla="*/ 12147286 w 12162526"/>
              <a:gd name="connsiteY2-26" fmla="*/ 12750 h 1802850"/>
              <a:gd name="connsiteX3-27" fmla="*/ 12162526 w 12162526"/>
              <a:gd name="connsiteY3-28" fmla="*/ 1802850 h 1802850"/>
              <a:gd name="connsiteX4-29" fmla="*/ 0 w 12162526"/>
              <a:gd name="connsiteY4-30" fmla="*/ 1802850 h 1802850"/>
              <a:gd name="connsiteX5-31" fmla="*/ 108895 w 12162526"/>
              <a:gd name="connsiteY5-32" fmla="*/ 1627576 h 1802850"/>
              <a:gd name="connsiteX6-33" fmla="*/ 1969029 w 12162526"/>
              <a:gd name="connsiteY6-34" fmla="*/ 710652 h 1802850"/>
              <a:gd name="connsiteX7-35" fmla="*/ 7996004 w 12162526"/>
              <a:gd name="connsiteY7-36" fmla="*/ 1527126 h 1802850"/>
              <a:gd name="connsiteX8-37" fmla="*/ 11587517 w 12162526"/>
              <a:gd name="connsiteY8-38" fmla="*/ 33305 h 1802850"/>
              <a:gd name="connsiteX0-39" fmla="*/ 11587517 w 12162526"/>
              <a:gd name="connsiteY0-40" fmla="*/ 33305 h 1802850"/>
              <a:gd name="connsiteX1-41" fmla="*/ 12162526 w 12162526"/>
              <a:gd name="connsiteY1-42" fmla="*/ 0 h 1802850"/>
              <a:gd name="connsiteX2-43" fmla="*/ 12162526 w 12162526"/>
              <a:gd name="connsiteY2-44" fmla="*/ 1802850 h 1802850"/>
              <a:gd name="connsiteX3-45" fmla="*/ 0 w 12162526"/>
              <a:gd name="connsiteY3-46" fmla="*/ 1802850 h 1802850"/>
              <a:gd name="connsiteX4-47" fmla="*/ 108895 w 12162526"/>
              <a:gd name="connsiteY4-48" fmla="*/ 1627576 h 1802850"/>
              <a:gd name="connsiteX5-49" fmla="*/ 1969029 w 12162526"/>
              <a:gd name="connsiteY5-50" fmla="*/ 710652 h 1802850"/>
              <a:gd name="connsiteX6-51" fmla="*/ 7996004 w 12162526"/>
              <a:gd name="connsiteY6-52" fmla="*/ 1527126 h 1802850"/>
              <a:gd name="connsiteX7-53" fmla="*/ 11587517 w 12162526"/>
              <a:gd name="connsiteY7-54" fmla="*/ 33305 h 1802850"/>
              <a:gd name="connsiteX0-55" fmla="*/ 7996004 w 12162526"/>
              <a:gd name="connsiteY0-56" fmla="*/ 1528191 h 1803915"/>
              <a:gd name="connsiteX1-57" fmla="*/ 12162526 w 12162526"/>
              <a:gd name="connsiteY1-58" fmla="*/ 1065 h 1803915"/>
              <a:gd name="connsiteX2-59" fmla="*/ 12162526 w 12162526"/>
              <a:gd name="connsiteY2-60" fmla="*/ 1803915 h 1803915"/>
              <a:gd name="connsiteX3-61" fmla="*/ 0 w 12162526"/>
              <a:gd name="connsiteY3-62" fmla="*/ 1803915 h 1803915"/>
              <a:gd name="connsiteX4-63" fmla="*/ 108895 w 12162526"/>
              <a:gd name="connsiteY4-64" fmla="*/ 1628641 h 1803915"/>
              <a:gd name="connsiteX5-65" fmla="*/ 1969029 w 12162526"/>
              <a:gd name="connsiteY5-66" fmla="*/ 711717 h 1803915"/>
              <a:gd name="connsiteX6-67" fmla="*/ 7996004 w 12162526"/>
              <a:gd name="connsiteY6-68" fmla="*/ 1528191 h 18039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162526" h="1803915">
                <a:moveTo>
                  <a:pt x="7996004" y="1528191"/>
                </a:moveTo>
                <a:cubicBezTo>
                  <a:pt x="9694920" y="1409749"/>
                  <a:pt x="11468106" y="-44889"/>
                  <a:pt x="12162526" y="1065"/>
                </a:cubicBezTo>
                <a:lnTo>
                  <a:pt x="12162526" y="1803915"/>
                </a:lnTo>
                <a:lnTo>
                  <a:pt x="0" y="1803915"/>
                </a:lnTo>
                <a:lnTo>
                  <a:pt x="108895" y="1628641"/>
                </a:lnTo>
                <a:cubicBezTo>
                  <a:pt x="406479" y="1168892"/>
                  <a:pt x="800802" y="755375"/>
                  <a:pt x="1969029" y="711717"/>
                </a:cubicBezTo>
                <a:cubicBezTo>
                  <a:pt x="3304145" y="661821"/>
                  <a:pt x="6297088" y="1646633"/>
                  <a:pt x="7996004" y="1528191"/>
                </a:cubicBezTo>
                <a:close/>
              </a:path>
            </a:pathLst>
          </a:custGeom>
          <a:solidFill>
            <a:srgbClr val="89562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23ae5010bf784ea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23ae5010bf784ea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23ae5010bf784ea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51fa4252e1fa45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975894" y="2159930"/>
            <a:ext cx="2647297" cy="1222549"/>
            <a:chOff x="8518524" y="1842033"/>
            <a:chExt cx="2647297" cy="1222549"/>
          </a:xfrm>
        </p:grpSpPr>
        <p:sp>
          <p:nvSpPr>
            <p:cNvPr id="41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0337147" y="4127945"/>
            <a:ext cx="2647297" cy="1222549"/>
            <a:chOff x="8518524" y="1842033"/>
            <a:chExt cx="2647297" cy="1222549"/>
          </a:xfrm>
        </p:grpSpPr>
        <p:sp>
          <p:nvSpPr>
            <p:cNvPr id="53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86570" y="729735"/>
            <a:ext cx="3818860" cy="3818860"/>
            <a:chOff x="4186570" y="729735"/>
            <a:chExt cx="3818860" cy="3818860"/>
          </a:xfrm>
        </p:grpSpPr>
        <p:sp>
          <p:nvSpPr>
            <p:cNvPr id="7" name="椭圆 6"/>
            <p:cNvSpPr/>
            <p:nvPr/>
          </p:nvSpPr>
          <p:spPr>
            <a:xfrm>
              <a:off x="4186570" y="729735"/>
              <a:ext cx="3818860" cy="3818860"/>
            </a:xfrm>
            <a:prstGeom prst="ellipse">
              <a:avLst/>
            </a:prstGeom>
            <a:solidFill>
              <a:srgbClr val="89562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矩形: 圆角 11"/>
            <p:cNvSpPr/>
            <p:nvPr/>
          </p:nvSpPr>
          <p:spPr>
            <a:xfrm rot="16200000">
              <a:off x="5511642" y="2217933"/>
              <a:ext cx="1157324" cy="3504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  <a:gd name="connsiteX0-53" fmla="*/ 0 w 196646"/>
                <a:gd name="connsiteY0-54" fmla="*/ 196646 h 408321"/>
                <a:gd name="connsiteX1-55" fmla="*/ 196646 w 196646"/>
                <a:gd name="connsiteY1-56" fmla="*/ 0 h 408321"/>
                <a:gd name="connsiteX2-57" fmla="*/ 194469 w 196646"/>
                <a:gd name="connsiteY2-58" fmla="*/ 408321 h 408321"/>
                <a:gd name="connsiteX3-59" fmla="*/ 0 w 196646"/>
                <a:gd name="connsiteY3-60" fmla="*/ 196645 h 408321"/>
                <a:gd name="connsiteX4-61" fmla="*/ 0 w 196646"/>
                <a:gd name="connsiteY4-62" fmla="*/ 196646 h 408321"/>
                <a:gd name="connsiteX0-63" fmla="*/ 0 w 196646"/>
                <a:gd name="connsiteY0-64" fmla="*/ 196646 h 408321"/>
                <a:gd name="connsiteX1-65" fmla="*/ 196646 w 196646"/>
                <a:gd name="connsiteY1-66" fmla="*/ 0 h 408321"/>
                <a:gd name="connsiteX2-67" fmla="*/ 194469 w 196646"/>
                <a:gd name="connsiteY2-68" fmla="*/ 408321 h 408321"/>
                <a:gd name="connsiteX3-69" fmla="*/ 0 w 196646"/>
                <a:gd name="connsiteY3-70" fmla="*/ 196645 h 408321"/>
                <a:gd name="connsiteX4-71" fmla="*/ 0 w 196646"/>
                <a:gd name="connsiteY4-72" fmla="*/ 196646 h 408321"/>
                <a:gd name="connsiteX0-73" fmla="*/ 0 w 196646"/>
                <a:gd name="connsiteY0-74" fmla="*/ 196646 h 408321"/>
                <a:gd name="connsiteX1-75" fmla="*/ 196646 w 196646"/>
                <a:gd name="connsiteY1-76" fmla="*/ 0 h 408321"/>
                <a:gd name="connsiteX2-77" fmla="*/ 194469 w 196646"/>
                <a:gd name="connsiteY2-78" fmla="*/ 408321 h 408321"/>
                <a:gd name="connsiteX3-79" fmla="*/ 0 w 196646"/>
                <a:gd name="connsiteY3-80" fmla="*/ 196645 h 408321"/>
                <a:gd name="connsiteX4-81" fmla="*/ 0 w 196646"/>
                <a:gd name="connsiteY4-82" fmla="*/ 196646 h 408321"/>
                <a:gd name="connsiteX0-83" fmla="*/ 0 w 196646"/>
                <a:gd name="connsiteY0-84" fmla="*/ 196646 h 408321"/>
                <a:gd name="connsiteX1-85" fmla="*/ 196646 w 196646"/>
                <a:gd name="connsiteY1-86" fmla="*/ 0 h 408321"/>
                <a:gd name="connsiteX2-87" fmla="*/ 194469 w 196646"/>
                <a:gd name="connsiteY2-88" fmla="*/ 408321 h 408321"/>
                <a:gd name="connsiteX3-89" fmla="*/ 0 w 196646"/>
                <a:gd name="connsiteY3-90" fmla="*/ 196645 h 408321"/>
                <a:gd name="connsiteX4-91" fmla="*/ 0 w 196646"/>
                <a:gd name="connsiteY4-92" fmla="*/ 196646 h 408321"/>
                <a:gd name="connsiteX0-93" fmla="*/ 0 w 196646"/>
                <a:gd name="connsiteY0-94" fmla="*/ 196646 h 408321"/>
                <a:gd name="connsiteX1-95" fmla="*/ 196646 w 196646"/>
                <a:gd name="connsiteY1-96" fmla="*/ 0 h 408321"/>
                <a:gd name="connsiteX2-97" fmla="*/ 194469 w 196646"/>
                <a:gd name="connsiteY2-98" fmla="*/ 408321 h 408321"/>
                <a:gd name="connsiteX3-99" fmla="*/ 0 w 196646"/>
                <a:gd name="connsiteY3-100" fmla="*/ 196645 h 408321"/>
                <a:gd name="connsiteX4-101" fmla="*/ 0 w 196646"/>
                <a:gd name="connsiteY4-102" fmla="*/ 196646 h 408321"/>
                <a:gd name="connsiteX0-103" fmla="*/ 0 w 196646"/>
                <a:gd name="connsiteY0-104" fmla="*/ 196646 h 408321"/>
                <a:gd name="connsiteX1-105" fmla="*/ 196646 w 196646"/>
                <a:gd name="connsiteY1-106" fmla="*/ 0 h 408321"/>
                <a:gd name="connsiteX2-107" fmla="*/ 194469 w 196646"/>
                <a:gd name="connsiteY2-108" fmla="*/ 408321 h 408321"/>
                <a:gd name="connsiteX3-109" fmla="*/ 0 w 196646"/>
                <a:gd name="connsiteY3-110" fmla="*/ 196645 h 408321"/>
                <a:gd name="connsiteX4-111" fmla="*/ 0 w 196646"/>
                <a:gd name="connsiteY4-112" fmla="*/ 196646 h 408321"/>
                <a:gd name="connsiteX0-113" fmla="*/ 0 w 196646"/>
                <a:gd name="connsiteY0-114" fmla="*/ 196646 h 408321"/>
                <a:gd name="connsiteX1-115" fmla="*/ 196646 w 196646"/>
                <a:gd name="connsiteY1-116" fmla="*/ 0 h 408321"/>
                <a:gd name="connsiteX2-117" fmla="*/ 194469 w 196646"/>
                <a:gd name="connsiteY2-118" fmla="*/ 408321 h 408321"/>
                <a:gd name="connsiteX3-119" fmla="*/ 0 w 196646"/>
                <a:gd name="connsiteY3-120" fmla="*/ 196645 h 408321"/>
                <a:gd name="connsiteX4-121" fmla="*/ 0 w 196646"/>
                <a:gd name="connsiteY4-122" fmla="*/ 196646 h 408321"/>
                <a:gd name="connsiteX0-123" fmla="*/ 0 w 196646"/>
                <a:gd name="connsiteY0-124" fmla="*/ 196646 h 408321"/>
                <a:gd name="connsiteX1-125" fmla="*/ 196646 w 196646"/>
                <a:gd name="connsiteY1-126" fmla="*/ 0 h 408321"/>
                <a:gd name="connsiteX2-127" fmla="*/ 194469 w 196646"/>
                <a:gd name="connsiteY2-128" fmla="*/ 408321 h 408321"/>
                <a:gd name="connsiteX3-129" fmla="*/ 0 w 196646"/>
                <a:gd name="connsiteY3-130" fmla="*/ 196645 h 408321"/>
                <a:gd name="connsiteX4-131" fmla="*/ 0 w 196646"/>
                <a:gd name="connsiteY4-132" fmla="*/ 196646 h 408321"/>
                <a:gd name="connsiteX0-133" fmla="*/ 0 w 196646"/>
                <a:gd name="connsiteY0-134" fmla="*/ 192225 h 403900"/>
                <a:gd name="connsiteX1-135" fmla="*/ 196646 w 196646"/>
                <a:gd name="connsiteY1-136" fmla="*/ 0 h 403900"/>
                <a:gd name="connsiteX2-137" fmla="*/ 194469 w 196646"/>
                <a:gd name="connsiteY2-138" fmla="*/ 403900 h 403900"/>
                <a:gd name="connsiteX3-139" fmla="*/ 0 w 196646"/>
                <a:gd name="connsiteY3-140" fmla="*/ 192224 h 403900"/>
                <a:gd name="connsiteX4-141" fmla="*/ 0 w 196646"/>
                <a:gd name="connsiteY4-142" fmla="*/ 192225 h 403900"/>
                <a:gd name="connsiteX0-143" fmla="*/ 0 w 196646"/>
                <a:gd name="connsiteY0-144" fmla="*/ 194877 h 406552"/>
                <a:gd name="connsiteX1-145" fmla="*/ 196646 w 196646"/>
                <a:gd name="connsiteY1-146" fmla="*/ 0 h 406552"/>
                <a:gd name="connsiteX2-147" fmla="*/ 194469 w 196646"/>
                <a:gd name="connsiteY2-148" fmla="*/ 406552 h 406552"/>
                <a:gd name="connsiteX3-149" fmla="*/ 0 w 196646"/>
                <a:gd name="connsiteY3-150" fmla="*/ 194876 h 406552"/>
                <a:gd name="connsiteX4-151" fmla="*/ 0 w 196646"/>
                <a:gd name="connsiteY4-152" fmla="*/ 194877 h 406552"/>
                <a:gd name="connsiteX0-153" fmla="*/ 0 w 196646"/>
                <a:gd name="connsiteY0-154" fmla="*/ 194877 h 406552"/>
                <a:gd name="connsiteX1-155" fmla="*/ 196646 w 196646"/>
                <a:gd name="connsiteY1-156" fmla="*/ 0 h 406552"/>
                <a:gd name="connsiteX2-157" fmla="*/ 194469 w 196646"/>
                <a:gd name="connsiteY2-158" fmla="*/ 406552 h 406552"/>
                <a:gd name="connsiteX3-159" fmla="*/ 0 w 196646"/>
                <a:gd name="connsiteY3-160" fmla="*/ 194876 h 406552"/>
                <a:gd name="connsiteX4-161" fmla="*/ 0 w 196646"/>
                <a:gd name="connsiteY4-162" fmla="*/ 194877 h 406552"/>
                <a:gd name="connsiteX0-163" fmla="*/ 0 w 196646"/>
                <a:gd name="connsiteY0-164" fmla="*/ 194877 h 406552"/>
                <a:gd name="connsiteX1-165" fmla="*/ 196646 w 196646"/>
                <a:gd name="connsiteY1-166" fmla="*/ 0 h 406552"/>
                <a:gd name="connsiteX2-167" fmla="*/ 194469 w 196646"/>
                <a:gd name="connsiteY2-168" fmla="*/ 406552 h 406552"/>
                <a:gd name="connsiteX3-169" fmla="*/ 0 w 196646"/>
                <a:gd name="connsiteY3-170" fmla="*/ 194876 h 406552"/>
                <a:gd name="connsiteX4-171" fmla="*/ 0 w 196646"/>
                <a:gd name="connsiteY4-172" fmla="*/ 194877 h 4065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406551">
                  <a:moveTo>
                    <a:pt x="0" y="194877"/>
                  </a:moveTo>
                  <a:cubicBezTo>
                    <a:pt x="13347" y="70358"/>
                    <a:pt x="142063" y="18388"/>
                    <a:pt x="196646" y="0"/>
                  </a:cubicBezTo>
                  <a:cubicBezTo>
                    <a:pt x="196646" y="131097"/>
                    <a:pt x="194469" y="275455"/>
                    <a:pt x="194469" y="406552"/>
                  </a:cubicBezTo>
                  <a:cubicBezTo>
                    <a:pt x="95660" y="380029"/>
                    <a:pt x="0" y="303481"/>
                    <a:pt x="0" y="194876"/>
                  </a:cubicBezTo>
                  <a:lnTo>
                    <a:pt x="0" y="194877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4971939" y="1332595"/>
              <a:ext cx="2313454" cy="26468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600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rPr>
                <a:t>肆</a:t>
              </a: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4674206" y="4867545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-266456" y="4929395"/>
            <a:ext cx="1671511" cy="771921"/>
            <a:chOff x="8518524" y="1842033"/>
            <a:chExt cx="2647297" cy="1222549"/>
          </a:xfrm>
        </p:grpSpPr>
        <p:sp>
          <p:nvSpPr>
            <p:cNvPr id="78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798385" y="645205"/>
            <a:ext cx="1671511" cy="771921"/>
            <a:chOff x="8518524" y="1842033"/>
            <a:chExt cx="2647297" cy="1222549"/>
          </a:xfrm>
        </p:grpSpPr>
        <p:sp>
          <p:nvSpPr>
            <p:cNvPr id="84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23ae5010bf784ea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0828e3f7a6e54f7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fa0c2fd6cb0c4b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0828e3f7a6e54f7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54274" y="1859098"/>
            <a:ext cx="6858000" cy="4097846"/>
            <a:chOff x="-75288" y="2243989"/>
            <a:chExt cx="6858000" cy="4097846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122313e7d34447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644" b="37161"/>
            <a:stretch>
              <a:fillRect/>
            </a:stretch>
          </p:blipFill>
          <p:spPr>
            <a:xfrm>
              <a:off x="-75288" y="4202465"/>
              <a:ext cx="6858000" cy="213937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0b490feb91e44ade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685" y="2243989"/>
              <a:ext cx="1828804" cy="2743206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3131820" y="4697730"/>
              <a:ext cx="53340" cy="112395"/>
            </a:xfrm>
            <a:prstGeom prst="rect">
              <a:avLst/>
            </a:prstGeom>
            <a:solidFill>
              <a:srgbClr val="E2DD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3678555" y="4728210"/>
              <a:ext cx="53340" cy="112395"/>
            </a:xfrm>
            <a:prstGeom prst="rect">
              <a:avLst/>
            </a:prstGeom>
            <a:solidFill>
              <a:srgbClr val="E2DD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998104" y="1969650"/>
            <a:ext cx="6334332" cy="169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cs typeface="+mn-ea"/>
                <a:sym typeface="+mn-lt"/>
              </a:rPr>
              <a:t>重阳节的拜祭，是出于作物收成后，祭谢祖先恩德，并祈求祖先保佑，所以气氛是轻松愉悦的，不会有“行人欲断魂”般的哀伤；</a:t>
            </a:r>
            <a:endParaRPr lang="zh-CN" altLang="en-US" sz="2400" dirty="0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900775" y="5056737"/>
            <a:ext cx="1671511" cy="771921"/>
            <a:chOff x="8518524" y="1842033"/>
            <a:chExt cx="2647297" cy="1222549"/>
          </a:xfrm>
        </p:grpSpPr>
        <p:sp>
          <p:nvSpPr>
            <p:cNvPr id="34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2034980" y="5356301"/>
            <a:ext cx="7577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srgbClr val="895623"/>
                </a:solidFill>
                <a:cs typeface="+mn-ea"/>
                <a:sym typeface="+mn-lt"/>
              </a:rPr>
              <a:t>祖</a:t>
            </a:r>
          </a:p>
        </p:txBody>
      </p:sp>
      <p:sp>
        <p:nvSpPr>
          <p:cNvPr id="40" name="矩形 39"/>
          <p:cNvSpPr/>
          <p:nvPr/>
        </p:nvSpPr>
        <p:spPr>
          <a:xfrm>
            <a:off x="1069122" y="4842534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dirty="0">
                <a:solidFill>
                  <a:srgbClr val="895623"/>
                </a:solidFill>
                <a:cs typeface="+mn-ea"/>
                <a:sym typeface="+mn-lt"/>
              </a:rPr>
              <a:t>祭</a:t>
            </a:r>
            <a:endParaRPr lang="zh-CN" altLang="en-US" sz="7200" dirty="0">
              <a:cs typeface="+mn-ea"/>
              <a:sym typeface="+mn-lt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052885" y="3817574"/>
            <a:ext cx="864127" cy="1659462"/>
            <a:chOff x="10972473" y="286894"/>
            <a:chExt cx="864127" cy="1659462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7f7c0a975dc841a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44" name="文本框 43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32" grpId="0"/>
      <p:bldP spid="39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636549046cdb46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670235"/>
            <a:ext cx="5937162" cy="323789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5a43adf034724e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43c7c44243f24f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5a43adf034724e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6" name="矩形 65"/>
          <p:cNvSpPr/>
          <p:nvPr/>
        </p:nvSpPr>
        <p:spPr>
          <a:xfrm>
            <a:off x="6140753" y="1903028"/>
            <a:ext cx="2284927" cy="70788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r>
              <a:rPr lang="en-US" altLang="zh-CN" sz="4000" dirty="0">
                <a:cs typeface="+mn-ea"/>
                <a:sym typeface="+mn-lt"/>
              </a:rPr>
              <a:t>《</a:t>
            </a:r>
            <a:r>
              <a:rPr lang="zh-CN" altLang="en-US" sz="4000" dirty="0">
                <a:cs typeface="+mn-ea"/>
                <a:sym typeface="+mn-lt"/>
              </a:rPr>
              <a:t>登高</a:t>
            </a:r>
            <a:r>
              <a:rPr lang="en-US" altLang="zh-CN" sz="4000" dirty="0">
                <a:cs typeface="+mn-ea"/>
                <a:sym typeface="+mn-lt"/>
              </a:rPr>
              <a:t>》</a:t>
            </a:r>
            <a:endParaRPr lang="zh-CN" altLang="en-US" sz="4000" dirty="0">
              <a:cs typeface="+mn-ea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001883" y="3133377"/>
            <a:ext cx="6093976" cy="2800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风急天高猿啸哀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渚清沙白鸟飞回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无边落木萧萧下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不尽长江滚滚来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万里悲秋常作客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百年多病独登台</a:t>
            </a:r>
            <a:br>
              <a:rPr lang="zh-CN" altLang="en-US" sz="3200" dirty="0">
                <a:cs typeface="+mn-ea"/>
                <a:sym typeface="+mn-lt"/>
              </a:rPr>
            </a:br>
            <a:r>
              <a:rPr lang="zh-CN" altLang="en-US" sz="2400" dirty="0">
                <a:cs typeface="+mn-ea"/>
                <a:sym typeface="+mn-lt"/>
              </a:rPr>
              <a:t>艰难苦恨繁霜鬓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cs typeface="+mn-ea"/>
                <a:sym typeface="+mn-lt"/>
              </a:rPr>
              <a:t>潦倒新停浊酒杯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638432" y="1415617"/>
            <a:ext cx="707754" cy="1359165"/>
            <a:chOff x="10972473" y="286894"/>
            <a:chExt cx="864127" cy="1659462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312a19c4e1f74a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70" name="文本框 69"/>
            <p:cNvSpPr txBox="1"/>
            <p:nvPr/>
          </p:nvSpPr>
          <p:spPr>
            <a:xfrm>
              <a:off x="11112552" y="815054"/>
              <a:ext cx="511384" cy="789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杜甫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1358818" y="2149824"/>
            <a:ext cx="1671511" cy="771920"/>
            <a:chOff x="8518524" y="1842033"/>
            <a:chExt cx="2647297" cy="1222549"/>
          </a:xfrm>
        </p:grpSpPr>
        <p:sp>
          <p:nvSpPr>
            <p:cNvPr id="72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774776" y="1842033"/>
              <a:ext cx="1918129" cy="399482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矩形: 圆角 63"/>
            <p:cNvSpPr/>
            <p:nvPr/>
          </p:nvSpPr>
          <p:spPr>
            <a:xfrm>
              <a:off x="9247692" y="1842035"/>
              <a:ext cx="1581177" cy="4328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0641515" y="5750659"/>
            <a:ext cx="1391661" cy="642683"/>
            <a:chOff x="8518524" y="1842033"/>
            <a:chExt cx="2647297" cy="1222549"/>
          </a:xfrm>
        </p:grpSpPr>
        <p:sp>
          <p:nvSpPr>
            <p:cNvPr id="89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5a43adf034724e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3590582" y="5226904"/>
            <a:ext cx="986055" cy="88763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5a43adf034724e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2400">
            <a:off x="4901607" y="5575762"/>
            <a:ext cx="430417" cy="38745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74658" y="2925913"/>
            <a:ext cx="9903982" cy="2831089"/>
          </a:xfrm>
          <a:prstGeom prst="rect">
            <a:avLst/>
          </a:prstGeom>
          <a:noFill/>
          <a:ln>
            <a:solidFill>
              <a:srgbClr val="E1C7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/>
      <p:bldP spid="67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240384a8bfd841a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00b76c07347f43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240384a8bfd841a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55ebe26609fc4f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238" y="2646070"/>
            <a:ext cx="5376683" cy="2590805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964651" y="2295181"/>
            <a:ext cx="2370017" cy="1155701"/>
            <a:chOff x="1221767" y="2192338"/>
            <a:chExt cx="2370017" cy="1155701"/>
          </a:xfrm>
        </p:grpSpPr>
        <p:sp>
          <p:nvSpPr>
            <p:cNvPr id="31" name="矩形 30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78803" y="4565941"/>
            <a:ext cx="2370017" cy="1155701"/>
            <a:chOff x="1221767" y="2192338"/>
            <a:chExt cx="2370017" cy="1155701"/>
          </a:xfrm>
        </p:grpSpPr>
        <p:sp>
          <p:nvSpPr>
            <p:cNvPr id="34" name="矩形 33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711351" y="2186897"/>
            <a:ext cx="2370017" cy="1155701"/>
            <a:chOff x="1221767" y="2192338"/>
            <a:chExt cx="2370017" cy="1155701"/>
          </a:xfrm>
        </p:grpSpPr>
        <p:sp>
          <p:nvSpPr>
            <p:cNvPr id="38" name="矩形 37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625503" y="4457657"/>
            <a:ext cx="2370017" cy="1155701"/>
            <a:chOff x="1221767" y="2192338"/>
            <a:chExt cx="2370017" cy="1155701"/>
          </a:xfrm>
        </p:grpSpPr>
        <p:sp>
          <p:nvSpPr>
            <p:cNvPr id="41" name="矩形 40"/>
            <p:cNvSpPr/>
            <p:nvPr/>
          </p:nvSpPr>
          <p:spPr>
            <a:xfrm>
              <a:off x="1599503" y="2192338"/>
              <a:ext cx="161454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221767" y="2715558"/>
              <a:ext cx="2370017" cy="6324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请输入内容请输入内容请输入内容请输入内容</a:t>
              </a:r>
            </a:p>
          </p:txBody>
        </p:sp>
      </p:grpSp>
      <p:cxnSp>
        <p:nvCxnSpPr>
          <p:cNvPr id="44" name="直接连接符 43"/>
          <p:cNvCxnSpPr/>
          <p:nvPr/>
        </p:nvCxnSpPr>
        <p:spPr>
          <a:xfrm flipV="1">
            <a:off x="3011183" y="4591895"/>
            <a:ext cx="971270" cy="276470"/>
          </a:xfrm>
          <a:prstGeom prst="bentConnector3">
            <a:avLst>
              <a:gd name="adj1" fmla="val 100128"/>
            </a:avLst>
          </a:prstGeom>
          <a:ln>
            <a:solidFill>
              <a:srgbClr val="E1C7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43"/>
          <p:cNvCxnSpPr/>
          <p:nvPr/>
        </p:nvCxnSpPr>
        <p:spPr>
          <a:xfrm flipV="1">
            <a:off x="7762230" y="2490834"/>
            <a:ext cx="949121" cy="438565"/>
          </a:xfrm>
          <a:prstGeom prst="bentConnector3">
            <a:avLst>
              <a:gd name="adj1" fmla="val -312"/>
            </a:avLst>
          </a:prstGeom>
          <a:ln>
            <a:solidFill>
              <a:srgbClr val="E1C7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43"/>
          <p:cNvCxnSpPr/>
          <p:nvPr/>
        </p:nvCxnSpPr>
        <p:spPr>
          <a:xfrm rot="10800000" flipV="1">
            <a:off x="6852213" y="4774013"/>
            <a:ext cx="1867114" cy="206864"/>
          </a:xfrm>
          <a:prstGeom prst="bentConnector3">
            <a:avLst>
              <a:gd name="adj1" fmla="val 50000"/>
            </a:avLst>
          </a:prstGeom>
          <a:ln>
            <a:solidFill>
              <a:srgbClr val="E1C7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43"/>
          <p:cNvCxnSpPr/>
          <p:nvPr/>
        </p:nvCxnSpPr>
        <p:spPr>
          <a:xfrm rot="10800000">
            <a:off x="3048978" y="2569170"/>
            <a:ext cx="1164529" cy="453341"/>
          </a:xfrm>
          <a:prstGeom prst="bentConnector3">
            <a:avLst>
              <a:gd name="adj1" fmla="val 33103"/>
            </a:avLst>
          </a:prstGeom>
          <a:ln>
            <a:solidFill>
              <a:srgbClr val="E1C7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17c2cd08f28d4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85a71439fb1f4a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17c2cd08f28d4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26" name="弧形 49"/>
          <p:cNvSpPr/>
          <p:nvPr/>
        </p:nvSpPr>
        <p:spPr>
          <a:xfrm>
            <a:off x="540665" y="6293543"/>
            <a:ext cx="3672841" cy="1542644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555056" stroke="0" extrusionOk="0">
                <a:moveTo>
                  <a:pt x="1051560" y="1555056"/>
                </a:moveTo>
                <a:cubicBezTo>
                  <a:pt x="2932889" y="1555056"/>
                  <a:pt x="3741728" y="375657"/>
                  <a:pt x="3741728" y="819544"/>
                </a:cubicBezTo>
                <a:lnTo>
                  <a:pt x="1051560" y="1555056"/>
                </a:lnTo>
                <a:close/>
              </a:path>
              <a:path w="3741728" h="1555056" fill="none">
                <a:moveTo>
                  <a:pt x="0" y="610176"/>
                </a:moveTo>
                <a:cubicBezTo>
                  <a:pt x="540209" y="-258504"/>
                  <a:pt x="2796848" y="40377"/>
                  <a:pt x="3345488" y="88024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弧形 49"/>
          <p:cNvSpPr/>
          <p:nvPr/>
        </p:nvSpPr>
        <p:spPr>
          <a:xfrm>
            <a:off x="1358818" y="6547199"/>
            <a:ext cx="4578344" cy="1259038"/>
          </a:xfrm>
          <a:custGeom>
            <a:avLst/>
            <a:gdLst>
              <a:gd name="connsiteX0" fmla="*/ 3406448 w 6812896"/>
              <a:gd name="connsiteY0" fmla="*/ 0 h 1607456"/>
              <a:gd name="connsiteX1" fmla="*/ 6812896 w 6812896"/>
              <a:gd name="connsiteY1" fmla="*/ 803728 h 1607456"/>
              <a:gd name="connsiteX2" fmla="*/ 3406448 w 6812896"/>
              <a:gd name="connsiteY2" fmla="*/ 803728 h 1607456"/>
              <a:gd name="connsiteX3" fmla="*/ 3406448 w 6812896"/>
              <a:gd name="connsiteY3" fmla="*/ 0 h 1607456"/>
              <a:gd name="connsiteX0-1" fmla="*/ 3406448 w 6812896"/>
              <a:gd name="connsiteY0-2" fmla="*/ 0 h 1607456"/>
              <a:gd name="connsiteX1-3" fmla="*/ 6812896 w 6812896"/>
              <a:gd name="connsiteY1-4" fmla="*/ 803728 h 1607456"/>
              <a:gd name="connsiteX0-5" fmla="*/ 152400 w 3558848"/>
              <a:gd name="connsiteY0-6" fmla="*/ 0 h 803728"/>
              <a:gd name="connsiteX1-7" fmla="*/ 3558848 w 3558848"/>
              <a:gd name="connsiteY1-8" fmla="*/ 803728 h 803728"/>
              <a:gd name="connsiteX2-9" fmla="*/ 152400 w 3558848"/>
              <a:gd name="connsiteY2-10" fmla="*/ 803728 h 803728"/>
              <a:gd name="connsiteX3-11" fmla="*/ 152400 w 3558848"/>
              <a:gd name="connsiteY3-12" fmla="*/ 0 h 803728"/>
              <a:gd name="connsiteX0-13" fmla="*/ 0 w 3558848"/>
              <a:gd name="connsiteY0-14" fmla="*/ 548640 h 803728"/>
              <a:gd name="connsiteX1-15" fmla="*/ 3558848 w 3558848"/>
              <a:gd name="connsiteY1-16" fmla="*/ 803728 h 803728"/>
              <a:gd name="connsiteX0-17" fmla="*/ 152400 w 3558848"/>
              <a:gd name="connsiteY0-18" fmla="*/ 0 h 803728"/>
              <a:gd name="connsiteX1-19" fmla="*/ 3558848 w 3558848"/>
              <a:gd name="connsiteY1-20" fmla="*/ 803728 h 803728"/>
              <a:gd name="connsiteX2-21" fmla="*/ 152400 w 3558848"/>
              <a:gd name="connsiteY2-22" fmla="*/ 803728 h 803728"/>
              <a:gd name="connsiteX3-23" fmla="*/ 152400 w 3558848"/>
              <a:gd name="connsiteY3-24" fmla="*/ 0 h 803728"/>
              <a:gd name="connsiteX0-25" fmla="*/ 0 w 3558848"/>
              <a:gd name="connsiteY0-26" fmla="*/ 548640 h 803728"/>
              <a:gd name="connsiteX1-27" fmla="*/ 3558848 w 3558848"/>
              <a:gd name="connsiteY1-28" fmla="*/ 803728 h 803728"/>
              <a:gd name="connsiteX0-29" fmla="*/ 152400 w 3558848"/>
              <a:gd name="connsiteY0-30" fmla="*/ 0 h 803728"/>
              <a:gd name="connsiteX1-31" fmla="*/ 3558848 w 3558848"/>
              <a:gd name="connsiteY1-32" fmla="*/ 803728 h 803728"/>
              <a:gd name="connsiteX2-33" fmla="*/ 152400 w 3558848"/>
              <a:gd name="connsiteY2-34" fmla="*/ 0 h 803728"/>
              <a:gd name="connsiteX0-35" fmla="*/ 0 w 3558848"/>
              <a:gd name="connsiteY0-36" fmla="*/ 548640 h 803728"/>
              <a:gd name="connsiteX1-37" fmla="*/ 3558848 w 3558848"/>
              <a:gd name="connsiteY1-38" fmla="*/ 803728 h 803728"/>
              <a:gd name="connsiteX0-39" fmla="*/ 868680 w 3558848"/>
              <a:gd name="connsiteY0-40" fmla="*/ 1416898 h 1416898"/>
              <a:gd name="connsiteX1-41" fmla="*/ 3558848 w 3558848"/>
              <a:gd name="connsiteY1-42" fmla="*/ 681386 h 1416898"/>
              <a:gd name="connsiteX2-43" fmla="*/ 868680 w 3558848"/>
              <a:gd name="connsiteY2-44" fmla="*/ 1416898 h 1416898"/>
              <a:gd name="connsiteX0-45" fmla="*/ 0 w 3558848"/>
              <a:gd name="connsiteY0-46" fmla="*/ 426298 h 1416898"/>
              <a:gd name="connsiteX1-47" fmla="*/ 3558848 w 3558848"/>
              <a:gd name="connsiteY1-48" fmla="*/ 681386 h 1416898"/>
              <a:gd name="connsiteX0-49" fmla="*/ 868680 w 3604568"/>
              <a:gd name="connsiteY0-50" fmla="*/ 1527574 h 1527574"/>
              <a:gd name="connsiteX1-51" fmla="*/ 3558848 w 3604568"/>
              <a:gd name="connsiteY1-52" fmla="*/ 792062 h 1527574"/>
              <a:gd name="connsiteX2-53" fmla="*/ 868680 w 3604568"/>
              <a:gd name="connsiteY2-54" fmla="*/ 1527574 h 1527574"/>
              <a:gd name="connsiteX0-55" fmla="*/ 0 w 3604568"/>
              <a:gd name="connsiteY0-56" fmla="*/ 536974 h 1527574"/>
              <a:gd name="connsiteX1-57" fmla="*/ 3604568 w 3604568"/>
              <a:gd name="connsiteY1-58" fmla="*/ 472022 h 1527574"/>
              <a:gd name="connsiteX0-59" fmla="*/ 868680 w 3604568"/>
              <a:gd name="connsiteY0-60" fmla="*/ 1521311 h 1521311"/>
              <a:gd name="connsiteX1-61" fmla="*/ 3558848 w 3604568"/>
              <a:gd name="connsiteY1-62" fmla="*/ 785799 h 1521311"/>
              <a:gd name="connsiteX2-63" fmla="*/ 868680 w 3604568"/>
              <a:gd name="connsiteY2-64" fmla="*/ 1521311 h 1521311"/>
              <a:gd name="connsiteX0-65" fmla="*/ 0 w 3604568"/>
              <a:gd name="connsiteY0-66" fmla="*/ 530711 h 1521311"/>
              <a:gd name="connsiteX1-67" fmla="*/ 3604568 w 3604568"/>
              <a:gd name="connsiteY1-68" fmla="*/ 465759 h 1521311"/>
              <a:gd name="connsiteX0-69" fmla="*/ 1051560 w 3787448"/>
              <a:gd name="connsiteY0-70" fmla="*/ 1495327 h 1495327"/>
              <a:gd name="connsiteX1-71" fmla="*/ 3741728 w 3787448"/>
              <a:gd name="connsiteY1-72" fmla="*/ 759815 h 1495327"/>
              <a:gd name="connsiteX2-73" fmla="*/ 1051560 w 3787448"/>
              <a:gd name="connsiteY2-74" fmla="*/ 1495327 h 1495327"/>
              <a:gd name="connsiteX0-75" fmla="*/ 0 w 3787448"/>
              <a:gd name="connsiteY0-76" fmla="*/ 550447 h 1495327"/>
              <a:gd name="connsiteX1-77" fmla="*/ 3787448 w 3787448"/>
              <a:gd name="connsiteY1-78" fmla="*/ 439775 h 1495327"/>
              <a:gd name="connsiteX0-79" fmla="*/ 1051560 w 3741728"/>
              <a:gd name="connsiteY0-80" fmla="*/ 1561369 h 1561369"/>
              <a:gd name="connsiteX1-81" fmla="*/ 3741728 w 3741728"/>
              <a:gd name="connsiteY1-82" fmla="*/ 825857 h 1561369"/>
              <a:gd name="connsiteX2-83" fmla="*/ 1051560 w 3741728"/>
              <a:gd name="connsiteY2-84" fmla="*/ 1561369 h 1561369"/>
              <a:gd name="connsiteX0-85" fmla="*/ 0 w 3741728"/>
              <a:gd name="connsiteY0-86" fmla="*/ 616489 h 1561369"/>
              <a:gd name="connsiteX1-87" fmla="*/ 3147368 w 3741728"/>
              <a:gd name="connsiteY1-88" fmla="*/ 368657 h 1561369"/>
              <a:gd name="connsiteX0-89" fmla="*/ 1051560 w 3741728"/>
              <a:gd name="connsiteY0-90" fmla="*/ 1543911 h 1543911"/>
              <a:gd name="connsiteX1-91" fmla="*/ 3741728 w 3741728"/>
              <a:gd name="connsiteY1-92" fmla="*/ 808399 h 1543911"/>
              <a:gd name="connsiteX2-93" fmla="*/ 1051560 w 3741728"/>
              <a:gd name="connsiteY2-94" fmla="*/ 1543911 h 1543911"/>
              <a:gd name="connsiteX0-95" fmla="*/ 0 w 3741728"/>
              <a:gd name="connsiteY0-96" fmla="*/ 599031 h 1543911"/>
              <a:gd name="connsiteX1-97" fmla="*/ 3147368 w 3741728"/>
              <a:gd name="connsiteY1-98" fmla="*/ 351199 h 1543911"/>
              <a:gd name="connsiteX0-99" fmla="*/ 1051560 w 3741728"/>
              <a:gd name="connsiteY0-100" fmla="*/ 1705949 h 1705949"/>
              <a:gd name="connsiteX1-101" fmla="*/ 3741728 w 3741728"/>
              <a:gd name="connsiteY1-102" fmla="*/ 970437 h 1705949"/>
              <a:gd name="connsiteX2-103" fmla="*/ 1051560 w 3741728"/>
              <a:gd name="connsiteY2-104" fmla="*/ 1705949 h 1705949"/>
              <a:gd name="connsiteX0-105" fmla="*/ 0 w 3741728"/>
              <a:gd name="connsiteY0-106" fmla="*/ 761069 h 1705949"/>
              <a:gd name="connsiteX1-107" fmla="*/ 3345488 w 3741728"/>
              <a:gd name="connsiteY1-108" fmla="*/ 238917 h 1705949"/>
              <a:gd name="connsiteX0-109" fmla="*/ 1051560 w 3741728"/>
              <a:gd name="connsiteY0-110" fmla="*/ 1555056 h 1555056"/>
              <a:gd name="connsiteX1-111" fmla="*/ 3741728 w 3741728"/>
              <a:gd name="connsiteY1-112" fmla="*/ 819544 h 1555056"/>
              <a:gd name="connsiteX2-113" fmla="*/ 1051560 w 3741728"/>
              <a:gd name="connsiteY2-114" fmla="*/ 1555056 h 1555056"/>
              <a:gd name="connsiteX0-115" fmla="*/ 0 w 3741728"/>
              <a:gd name="connsiteY0-116" fmla="*/ 610176 h 1555056"/>
              <a:gd name="connsiteX1-117" fmla="*/ 3345488 w 3741728"/>
              <a:gd name="connsiteY1-118" fmla="*/ 88024 h 1555056"/>
              <a:gd name="connsiteX0-119" fmla="*/ 1051560 w 3741728"/>
              <a:gd name="connsiteY0-120" fmla="*/ 1488180 h 1488180"/>
              <a:gd name="connsiteX1-121" fmla="*/ 3741728 w 3741728"/>
              <a:gd name="connsiteY1-122" fmla="*/ 752668 h 1488180"/>
              <a:gd name="connsiteX2-123" fmla="*/ 1051560 w 3741728"/>
              <a:gd name="connsiteY2-124" fmla="*/ 1488180 h 1488180"/>
              <a:gd name="connsiteX0-125" fmla="*/ 0 w 3741728"/>
              <a:gd name="connsiteY0-126" fmla="*/ 543300 h 1488180"/>
              <a:gd name="connsiteX1-127" fmla="*/ 2895239 w 3741728"/>
              <a:gd name="connsiteY1-128" fmla="*/ 144049 h 1488180"/>
              <a:gd name="connsiteX0-129" fmla="*/ 1051560 w 3741728"/>
              <a:gd name="connsiteY0-130" fmla="*/ 1381188 h 1381188"/>
              <a:gd name="connsiteX1-131" fmla="*/ 3741728 w 3741728"/>
              <a:gd name="connsiteY1-132" fmla="*/ 645676 h 1381188"/>
              <a:gd name="connsiteX2-133" fmla="*/ 1051560 w 3741728"/>
              <a:gd name="connsiteY2-134" fmla="*/ 1381188 h 1381188"/>
              <a:gd name="connsiteX0-135" fmla="*/ 0 w 3741728"/>
              <a:gd name="connsiteY0-136" fmla="*/ 436308 h 1381188"/>
              <a:gd name="connsiteX1-137" fmla="*/ 2919753 w 3741728"/>
              <a:gd name="connsiteY1-138" fmla="*/ 303881 h 1381188"/>
              <a:gd name="connsiteX0-139" fmla="*/ 1051560 w 3741728"/>
              <a:gd name="connsiteY0-140" fmla="*/ 1424444 h 1424444"/>
              <a:gd name="connsiteX1-141" fmla="*/ 3741728 w 3741728"/>
              <a:gd name="connsiteY1-142" fmla="*/ 688932 h 1424444"/>
              <a:gd name="connsiteX2-143" fmla="*/ 1051560 w 3741728"/>
              <a:gd name="connsiteY2-144" fmla="*/ 1424444 h 1424444"/>
              <a:gd name="connsiteX0-145" fmla="*/ 0 w 3741728"/>
              <a:gd name="connsiteY0-146" fmla="*/ 479564 h 1424444"/>
              <a:gd name="connsiteX1-147" fmla="*/ 2919753 w 3741728"/>
              <a:gd name="connsiteY1-148" fmla="*/ 225853 h 1424444"/>
              <a:gd name="connsiteX0-149" fmla="*/ 1051560 w 3741728"/>
              <a:gd name="connsiteY0-150" fmla="*/ 1447804 h 1447804"/>
              <a:gd name="connsiteX1-151" fmla="*/ 3741728 w 3741728"/>
              <a:gd name="connsiteY1-152" fmla="*/ 712292 h 1447804"/>
              <a:gd name="connsiteX2-153" fmla="*/ 1051560 w 3741728"/>
              <a:gd name="connsiteY2-154" fmla="*/ 1447804 h 1447804"/>
              <a:gd name="connsiteX0-155" fmla="*/ 0 w 3741728"/>
              <a:gd name="connsiteY0-156" fmla="*/ 502924 h 1447804"/>
              <a:gd name="connsiteX1-157" fmla="*/ 2919753 w 3741728"/>
              <a:gd name="connsiteY1-158" fmla="*/ 249213 h 1447804"/>
              <a:gd name="connsiteX0-159" fmla="*/ 1051560 w 3741728"/>
              <a:gd name="connsiteY0-160" fmla="*/ 1342676 h 1342676"/>
              <a:gd name="connsiteX1-161" fmla="*/ 3741728 w 3741728"/>
              <a:gd name="connsiteY1-162" fmla="*/ 607164 h 1342676"/>
              <a:gd name="connsiteX2-163" fmla="*/ 1051560 w 3741728"/>
              <a:gd name="connsiteY2-164" fmla="*/ 1342676 h 1342676"/>
              <a:gd name="connsiteX0-165" fmla="*/ 0 w 3741728"/>
              <a:gd name="connsiteY0-166" fmla="*/ 397796 h 1342676"/>
              <a:gd name="connsiteX1-167" fmla="*/ 2919753 w 3741728"/>
              <a:gd name="connsiteY1-168" fmla="*/ 144085 h 1342676"/>
              <a:gd name="connsiteX0-169" fmla="*/ 1051560 w 3741728"/>
              <a:gd name="connsiteY0-170" fmla="*/ 1269167 h 1269167"/>
              <a:gd name="connsiteX1-171" fmla="*/ 3741728 w 3741728"/>
              <a:gd name="connsiteY1-172" fmla="*/ 533655 h 1269167"/>
              <a:gd name="connsiteX2-173" fmla="*/ 1051560 w 3741728"/>
              <a:gd name="connsiteY2-174" fmla="*/ 1269167 h 1269167"/>
              <a:gd name="connsiteX0-175" fmla="*/ 0 w 3741728"/>
              <a:gd name="connsiteY0-176" fmla="*/ 324287 h 1269167"/>
              <a:gd name="connsiteX1-177" fmla="*/ 3287470 w 3741728"/>
              <a:gd name="connsiteY1-178" fmla="*/ 240373 h 126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741728" h="1269167" stroke="0" extrusionOk="0">
                <a:moveTo>
                  <a:pt x="1051560" y="1269167"/>
                </a:moveTo>
                <a:cubicBezTo>
                  <a:pt x="2932889" y="1269167"/>
                  <a:pt x="3741728" y="89768"/>
                  <a:pt x="3741728" y="533655"/>
                </a:cubicBezTo>
                <a:lnTo>
                  <a:pt x="1051560" y="1269167"/>
                </a:lnTo>
                <a:close/>
              </a:path>
              <a:path w="3741728" h="1269167" fill="none">
                <a:moveTo>
                  <a:pt x="0" y="324287"/>
                </a:moveTo>
                <a:cubicBezTo>
                  <a:pt x="809869" y="-277569"/>
                  <a:pt x="2616258" y="119957"/>
                  <a:pt x="3287470" y="240373"/>
                </a:cubicBezTo>
              </a:path>
            </a:pathLst>
          </a:cu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f0ce8eee29104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58" y="2448042"/>
            <a:ext cx="5376683" cy="2590805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5238939" y="4331850"/>
            <a:ext cx="6334332" cy="169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cs typeface="+mn-ea"/>
                <a:sym typeface="+mn-lt"/>
              </a:rPr>
              <a:t>重阳节的拜祭，是出于作物收成后，祭谢祖先恩德，并祈求祖先保佑，所以气氛是轻松愉悦的，不会有“行人欲断魂”般的哀伤；</a:t>
            </a:r>
            <a:endParaRPr lang="zh-CN" altLang="en-US" sz="2400" dirty="0">
              <a:cs typeface="+mn-ea"/>
              <a:sym typeface="+mn-lt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9279014" y="2889951"/>
            <a:ext cx="1671511" cy="771921"/>
            <a:chOff x="8518524" y="1842033"/>
            <a:chExt cx="2647297" cy="1222549"/>
          </a:xfrm>
        </p:grpSpPr>
        <p:sp>
          <p:nvSpPr>
            <p:cNvPr id="53" name="矩形: 圆角 63"/>
            <p:cNvSpPr/>
            <p:nvPr/>
          </p:nvSpPr>
          <p:spPr>
            <a:xfrm flipH="1">
              <a:off x="8518524" y="2640797"/>
              <a:ext cx="2430632" cy="423785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40630" h="391053">
                  <a:moveTo>
                    <a:pt x="6096" y="0"/>
                  </a:moveTo>
                  <a:lnTo>
                    <a:pt x="1757295" y="0"/>
                  </a:lnTo>
                  <a:cubicBezTo>
                    <a:pt x="1858548" y="0"/>
                    <a:pt x="1940630" y="82082"/>
                    <a:pt x="1940630" y="183335"/>
                  </a:cubicBezTo>
                  <a:lnTo>
                    <a:pt x="1940629" y="183335"/>
                  </a:lnTo>
                  <a:cubicBezTo>
                    <a:pt x="1940629" y="284588"/>
                    <a:pt x="1858547" y="366670"/>
                    <a:pt x="1757294" y="366670"/>
                  </a:cubicBezTo>
                  <a:cubicBezTo>
                    <a:pt x="1173561" y="366670"/>
                    <a:pt x="0" y="391053"/>
                    <a:pt x="0" y="391053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8774776" y="184203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矩形: 圆角 63"/>
            <p:cNvSpPr/>
            <p:nvPr/>
          </p:nvSpPr>
          <p:spPr>
            <a:xfrm>
              <a:off x="9247693" y="1842034"/>
              <a:ext cx="1581177" cy="4329"/>
            </a:xfrm>
            <a:custGeom>
              <a:avLst/>
              <a:gdLst>
                <a:gd name="connsiteX0" fmla="*/ 0 w 2117868"/>
                <a:gd name="connsiteY0" fmla="*/ 183335 h 366669"/>
                <a:gd name="connsiteX1" fmla="*/ 183335 w 2117868"/>
                <a:gd name="connsiteY1" fmla="*/ 0 h 366669"/>
                <a:gd name="connsiteX2" fmla="*/ 1934534 w 2117868"/>
                <a:gd name="connsiteY2" fmla="*/ 0 h 366669"/>
                <a:gd name="connsiteX3" fmla="*/ 2117869 w 2117868"/>
                <a:gd name="connsiteY3" fmla="*/ 183335 h 366669"/>
                <a:gd name="connsiteX4" fmla="*/ 2117868 w 2117868"/>
                <a:gd name="connsiteY4" fmla="*/ 183335 h 366669"/>
                <a:gd name="connsiteX5" fmla="*/ 1934533 w 2117868"/>
                <a:gd name="connsiteY5" fmla="*/ 366670 h 366669"/>
                <a:gd name="connsiteX6" fmla="*/ 183335 w 2117868"/>
                <a:gd name="connsiteY6" fmla="*/ 366669 h 366669"/>
                <a:gd name="connsiteX7" fmla="*/ 0 w 2117868"/>
                <a:gd name="connsiteY7" fmla="*/ 183334 h 366669"/>
                <a:gd name="connsiteX8" fmla="*/ 0 w 2117868"/>
                <a:gd name="connsiteY8" fmla="*/ 183335 h 366669"/>
                <a:gd name="connsiteX0-1" fmla="*/ 0 w 2117869"/>
                <a:gd name="connsiteY0-2" fmla="*/ 183334 h 366670"/>
                <a:gd name="connsiteX1-3" fmla="*/ 183335 w 2117869"/>
                <a:gd name="connsiteY1-4" fmla="*/ 0 h 366670"/>
                <a:gd name="connsiteX2-5" fmla="*/ 1934534 w 2117869"/>
                <a:gd name="connsiteY2-6" fmla="*/ 0 h 366670"/>
                <a:gd name="connsiteX3-7" fmla="*/ 2117869 w 2117869"/>
                <a:gd name="connsiteY3-8" fmla="*/ 183335 h 366670"/>
                <a:gd name="connsiteX4-9" fmla="*/ 2117868 w 2117869"/>
                <a:gd name="connsiteY4-10" fmla="*/ 183335 h 366670"/>
                <a:gd name="connsiteX5-11" fmla="*/ 1934533 w 2117869"/>
                <a:gd name="connsiteY5-12" fmla="*/ 366670 h 366670"/>
                <a:gd name="connsiteX6-13" fmla="*/ 183335 w 2117869"/>
                <a:gd name="connsiteY6-14" fmla="*/ 366669 h 366670"/>
                <a:gd name="connsiteX7-15" fmla="*/ 0 w 2117869"/>
                <a:gd name="connsiteY7-16" fmla="*/ 183334 h 366670"/>
                <a:gd name="connsiteX0-17" fmla="*/ 218899 w 2153433"/>
                <a:gd name="connsiteY0-18" fmla="*/ 366669 h 366670"/>
                <a:gd name="connsiteX1-19" fmla="*/ 218899 w 2153433"/>
                <a:gd name="connsiteY1-20" fmla="*/ 0 h 366670"/>
                <a:gd name="connsiteX2-21" fmla="*/ 1970098 w 2153433"/>
                <a:gd name="connsiteY2-22" fmla="*/ 0 h 366670"/>
                <a:gd name="connsiteX3-23" fmla="*/ 2153433 w 2153433"/>
                <a:gd name="connsiteY3-24" fmla="*/ 183335 h 366670"/>
                <a:gd name="connsiteX4-25" fmla="*/ 2153432 w 2153433"/>
                <a:gd name="connsiteY4-26" fmla="*/ 183335 h 366670"/>
                <a:gd name="connsiteX5-27" fmla="*/ 1970097 w 2153433"/>
                <a:gd name="connsiteY5-28" fmla="*/ 366670 h 366670"/>
                <a:gd name="connsiteX6-29" fmla="*/ 218899 w 2153433"/>
                <a:gd name="connsiteY6-30" fmla="*/ 366669 h 366670"/>
                <a:gd name="connsiteX0-31" fmla="*/ 0 w 1934534"/>
                <a:gd name="connsiteY0-32" fmla="*/ 0 h 458109"/>
                <a:gd name="connsiteX1-33" fmla="*/ 1751199 w 1934534"/>
                <a:gd name="connsiteY1-34" fmla="*/ 0 h 458109"/>
                <a:gd name="connsiteX2-35" fmla="*/ 1934534 w 1934534"/>
                <a:gd name="connsiteY2-36" fmla="*/ 183335 h 458109"/>
                <a:gd name="connsiteX3-37" fmla="*/ 1934533 w 1934534"/>
                <a:gd name="connsiteY3-38" fmla="*/ 183335 h 458109"/>
                <a:gd name="connsiteX4-39" fmla="*/ 1751198 w 1934534"/>
                <a:gd name="connsiteY4-40" fmla="*/ 366670 h 458109"/>
                <a:gd name="connsiteX5-41" fmla="*/ 91440 w 1934534"/>
                <a:gd name="connsiteY5-42" fmla="*/ 458109 h 458109"/>
                <a:gd name="connsiteX0-43" fmla="*/ 6096 w 1940630"/>
                <a:gd name="connsiteY0-44" fmla="*/ 0 h 391053"/>
                <a:gd name="connsiteX1-45" fmla="*/ 1757295 w 1940630"/>
                <a:gd name="connsiteY1-46" fmla="*/ 0 h 391053"/>
                <a:gd name="connsiteX2-47" fmla="*/ 1940630 w 1940630"/>
                <a:gd name="connsiteY2-48" fmla="*/ 183335 h 391053"/>
                <a:gd name="connsiteX3-49" fmla="*/ 1940629 w 1940630"/>
                <a:gd name="connsiteY3-50" fmla="*/ 183335 h 391053"/>
                <a:gd name="connsiteX4-51" fmla="*/ 1757294 w 1940630"/>
                <a:gd name="connsiteY4-52" fmla="*/ 366670 h 391053"/>
                <a:gd name="connsiteX5-53" fmla="*/ 0 w 1940630"/>
                <a:gd name="connsiteY5-54" fmla="*/ 391053 h 391053"/>
                <a:gd name="connsiteX0-55" fmla="*/ 6096 w 1940630"/>
                <a:gd name="connsiteY0-56" fmla="*/ 0 h 391053"/>
                <a:gd name="connsiteX1-57" fmla="*/ 1940630 w 1940630"/>
                <a:gd name="connsiteY1-58" fmla="*/ 183335 h 391053"/>
                <a:gd name="connsiteX2-59" fmla="*/ 1940629 w 1940630"/>
                <a:gd name="connsiteY2-60" fmla="*/ 183335 h 391053"/>
                <a:gd name="connsiteX3-61" fmla="*/ 1757294 w 1940630"/>
                <a:gd name="connsiteY3-62" fmla="*/ 366670 h 391053"/>
                <a:gd name="connsiteX4-63" fmla="*/ 0 w 1940630"/>
                <a:gd name="connsiteY4-64" fmla="*/ 391053 h 391053"/>
                <a:gd name="connsiteX0-65" fmla="*/ 6096 w 1940630"/>
                <a:gd name="connsiteY0-66" fmla="*/ 0 h 391053"/>
                <a:gd name="connsiteX1-67" fmla="*/ 1940630 w 1940630"/>
                <a:gd name="connsiteY1-68" fmla="*/ 183335 h 391053"/>
                <a:gd name="connsiteX2-69" fmla="*/ 1757294 w 1940630"/>
                <a:gd name="connsiteY2-70" fmla="*/ 366670 h 391053"/>
                <a:gd name="connsiteX3-71" fmla="*/ 0 w 1940630"/>
                <a:gd name="connsiteY3-72" fmla="*/ 391053 h 391053"/>
                <a:gd name="connsiteX0-73" fmla="*/ 6096 w 1757294"/>
                <a:gd name="connsiteY0-74" fmla="*/ 0 h 391053"/>
                <a:gd name="connsiteX1-75" fmla="*/ 1757294 w 1757294"/>
                <a:gd name="connsiteY1-76" fmla="*/ 366670 h 391053"/>
                <a:gd name="connsiteX2-77" fmla="*/ 0 w 1757294"/>
                <a:gd name="connsiteY2-78" fmla="*/ 391053 h 391053"/>
                <a:gd name="connsiteX0-79" fmla="*/ 1757294 w 1757294"/>
                <a:gd name="connsiteY0-80" fmla="*/ 0 h 24383"/>
                <a:gd name="connsiteX1-81" fmla="*/ 0 w 1757294"/>
                <a:gd name="connsiteY1-82" fmla="*/ 24383 h 24383"/>
                <a:gd name="connsiteX0-83" fmla="*/ 867575 w 867575"/>
                <a:gd name="connsiteY0-84" fmla="*/ 2375 h 2375"/>
                <a:gd name="connsiteX1-85" fmla="*/ 0 w 867575"/>
                <a:gd name="connsiteY1-86" fmla="*/ 0 h 23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867575" h="2375">
                  <a:moveTo>
                    <a:pt x="867575" y="237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 rot="10800000">
              <a:off x="9247693" y="2243493"/>
              <a:ext cx="1918128" cy="399484"/>
            </a:xfrm>
            <a:custGeom>
              <a:avLst/>
              <a:gdLst>
                <a:gd name="connsiteX0" fmla="*/ 199742 w 1918128"/>
                <a:gd name="connsiteY0" fmla="*/ 0 h 399484"/>
                <a:gd name="connsiteX1" fmla="*/ 436737 w 1918128"/>
                <a:gd name="connsiteY1" fmla="*/ 341 h 399484"/>
                <a:gd name="connsiteX2" fmla="*/ 400046 w 1918128"/>
                <a:gd name="connsiteY2" fmla="*/ 4040 h 399484"/>
                <a:gd name="connsiteX3" fmla="*/ 244617 w 1918128"/>
                <a:gd name="connsiteY3" fmla="*/ 159469 h 399484"/>
                <a:gd name="connsiteX4" fmla="*/ 240559 w 1918128"/>
                <a:gd name="connsiteY4" fmla="*/ 199724 h 399484"/>
                <a:gd name="connsiteX5" fmla="*/ 240559 w 1918128"/>
                <a:gd name="connsiteY5" fmla="*/ 199723 h 399484"/>
                <a:gd name="connsiteX6" fmla="*/ 240559 w 1918128"/>
                <a:gd name="connsiteY6" fmla="*/ 199724 h 399484"/>
                <a:gd name="connsiteX7" fmla="*/ 240559 w 1918128"/>
                <a:gd name="connsiteY7" fmla="*/ 199724 h 399484"/>
                <a:gd name="connsiteX8" fmla="*/ 244617 w 1918128"/>
                <a:gd name="connsiteY8" fmla="*/ 239978 h 399484"/>
                <a:gd name="connsiteX9" fmla="*/ 440301 w 1918128"/>
                <a:gd name="connsiteY9" fmla="*/ 399465 h 399484"/>
                <a:gd name="connsiteX10" fmla="*/ 1918128 w 1918128"/>
                <a:gd name="connsiteY10" fmla="*/ 399466 h 399484"/>
                <a:gd name="connsiteX11" fmla="*/ 1918126 w 1918128"/>
                <a:gd name="connsiteY11" fmla="*/ 399484 h 399484"/>
                <a:gd name="connsiteX12" fmla="*/ 199742 w 1918128"/>
                <a:gd name="connsiteY12" fmla="*/ 399483 h 399484"/>
                <a:gd name="connsiteX13" fmla="*/ 4058 w 1918128"/>
                <a:gd name="connsiteY13" fmla="*/ 239996 h 399484"/>
                <a:gd name="connsiteX14" fmla="*/ 0 w 1918128"/>
                <a:gd name="connsiteY14" fmla="*/ 199742 h 399484"/>
                <a:gd name="connsiteX15" fmla="*/ 4058 w 1918128"/>
                <a:gd name="connsiteY15" fmla="*/ 159487 h 399484"/>
                <a:gd name="connsiteX16" fmla="*/ 199742 w 1918128"/>
                <a:gd name="connsiteY16" fmla="*/ 0 h 39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8128" h="399484">
                  <a:moveTo>
                    <a:pt x="199742" y="0"/>
                  </a:moveTo>
                  <a:lnTo>
                    <a:pt x="436737" y="341"/>
                  </a:lnTo>
                  <a:lnTo>
                    <a:pt x="400046" y="4040"/>
                  </a:lnTo>
                  <a:cubicBezTo>
                    <a:pt x="322030" y="20005"/>
                    <a:pt x="260582" y="81453"/>
                    <a:pt x="244617" y="159469"/>
                  </a:cubicBezTo>
                  <a:lnTo>
                    <a:pt x="240559" y="199724"/>
                  </a:lnTo>
                  <a:lnTo>
                    <a:pt x="240559" y="199723"/>
                  </a:lnTo>
                  <a:lnTo>
                    <a:pt x="240559" y="199724"/>
                  </a:lnTo>
                  <a:lnTo>
                    <a:pt x="240559" y="199724"/>
                  </a:lnTo>
                  <a:lnTo>
                    <a:pt x="244617" y="239978"/>
                  </a:lnTo>
                  <a:cubicBezTo>
                    <a:pt x="263242" y="330997"/>
                    <a:pt x="343776" y="399465"/>
                    <a:pt x="440301" y="399465"/>
                  </a:cubicBezTo>
                  <a:lnTo>
                    <a:pt x="1918128" y="399466"/>
                  </a:lnTo>
                  <a:lnTo>
                    <a:pt x="1918126" y="399484"/>
                  </a:lnTo>
                  <a:lnTo>
                    <a:pt x="199742" y="399483"/>
                  </a:lnTo>
                  <a:cubicBezTo>
                    <a:pt x="103217" y="399483"/>
                    <a:pt x="22683" y="331015"/>
                    <a:pt x="4058" y="239996"/>
                  </a:cubicBezTo>
                  <a:lnTo>
                    <a:pt x="0" y="199742"/>
                  </a:lnTo>
                  <a:lnTo>
                    <a:pt x="4058" y="159487"/>
                  </a:lnTo>
                  <a:cubicBezTo>
                    <a:pt x="22683" y="68468"/>
                    <a:pt x="103217" y="0"/>
                    <a:pt x="199742" y="0"/>
                  </a:cubicBezTo>
                  <a:close/>
                </a:path>
              </a:pathLst>
            </a:custGeom>
            <a:solidFill>
              <a:srgbClr val="E1C796">
                <a:alpha val="47000"/>
              </a:srgbClr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7413219" y="3189515"/>
            <a:ext cx="7577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srgbClr val="895623"/>
                </a:solidFill>
                <a:cs typeface="+mn-ea"/>
                <a:sym typeface="+mn-lt"/>
              </a:rPr>
              <a:t>祖</a:t>
            </a:r>
          </a:p>
        </p:txBody>
      </p:sp>
      <p:sp>
        <p:nvSpPr>
          <p:cNvPr id="58" name="矩形 57"/>
          <p:cNvSpPr/>
          <p:nvPr/>
        </p:nvSpPr>
        <p:spPr>
          <a:xfrm>
            <a:off x="6447361" y="267574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dirty="0">
                <a:solidFill>
                  <a:srgbClr val="895623"/>
                </a:solidFill>
                <a:cs typeface="+mn-ea"/>
                <a:sym typeface="+mn-lt"/>
              </a:rPr>
              <a:t>祭</a:t>
            </a:r>
            <a:endParaRPr lang="zh-CN" altLang="en-US" sz="7200" dirty="0">
              <a:cs typeface="+mn-ea"/>
              <a:sym typeface="+mn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7431124" y="1650788"/>
            <a:ext cx="864127" cy="1659462"/>
            <a:chOff x="10972473" y="286894"/>
            <a:chExt cx="864127" cy="1659462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72ec7114aae44a5d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44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759acf92b90745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82" y="515675"/>
            <a:ext cx="724389" cy="65208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43c68cc83dd442b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759acf92b90745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548" y="-403732"/>
            <a:ext cx="1445453" cy="1301172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2353997" y="293360"/>
            <a:ext cx="290892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358818" y="2858365"/>
            <a:ext cx="2370017" cy="2597842"/>
            <a:chOff x="1358818" y="2858365"/>
            <a:chExt cx="2370017" cy="259784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d1187faeadac4d6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9039" y="2858365"/>
              <a:ext cx="1978951" cy="88420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358818" y="4300506"/>
              <a:ext cx="2370017" cy="1155701"/>
              <a:chOff x="1221767" y="2192338"/>
              <a:chExt cx="2370017" cy="1155701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599503" y="2192338"/>
                <a:ext cx="16145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输入标题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221767" y="2715558"/>
                <a:ext cx="2370017" cy="632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请输入内容请输入内容请输入内容请输入内容</a:t>
                </a: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853647" y="2858365"/>
            <a:ext cx="2370017" cy="2597842"/>
            <a:chOff x="4853647" y="2858365"/>
            <a:chExt cx="2370017" cy="259784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d1187faeadac4d6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525" y="2858365"/>
              <a:ext cx="1978951" cy="884208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4853647" y="4300506"/>
              <a:ext cx="2370017" cy="1155701"/>
              <a:chOff x="1221767" y="2192338"/>
              <a:chExt cx="2370017" cy="1155701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599503" y="2192338"/>
                <a:ext cx="16145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输入标题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221767" y="2715558"/>
                <a:ext cx="2370017" cy="632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请输入内容请输入内容请输入内容请输入内容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8348476" y="2858365"/>
            <a:ext cx="2370017" cy="2597842"/>
            <a:chOff x="8348476" y="2858365"/>
            <a:chExt cx="2370017" cy="259784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d1187faeadac4d6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010" y="2858365"/>
              <a:ext cx="1978951" cy="884208"/>
            </a:xfrm>
            <a:prstGeom prst="rect">
              <a:avLst/>
            </a:prstGeom>
          </p:spPr>
        </p:pic>
        <p:grpSp>
          <p:nvGrpSpPr>
            <p:cNvPr id="17" name="组合 16"/>
            <p:cNvGrpSpPr/>
            <p:nvPr/>
          </p:nvGrpSpPr>
          <p:grpSpPr>
            <a:xfrm>
              <a:off x="8348476" y="4300506"/>
              <a:ext cx="2370017" cy="1155701"/>
              <a:chOff x="1221767" y="2192338"/>
              <a:chExt cx="2370017" cy="1155701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599503" y="2192338"/>
                <a:ext cx="16145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输入标题</a:t>
                </a: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221767" y="2715558"/>
                <a:ext cx="2370017" cy="632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请输入内容请输入内容请输入内容请输入内容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H="1">
            <a:off x="5676290" y="989447"/>
            <a:ext cx="1280160" cy="1280160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303083" y="3656583"/>
            <a:ext cx="21178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您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2149924" y="1762649"/>
            <a:ext cx="2339094" cy="2560313"/>
            <a:chOff x="2149924" y="1762649"/>
            <a:chExt cx="2339094" cy="2560313"/>
          </a:xfrm>
        </p:grpSpPr>
        <p:sp>
          <p:nvSpPr>
            <p:cNvPr id="12" name="矩形: 圆角 11"/>
            <p:cNvSpPr/>
            <p:nvPr/>
          </p:nvSpPr>
          <p:spPr>
            <a:xfrm>
              <a:off x="2149924" y="1762649"/>
              <a:ext cx="1280160" cy="2560313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393291">
                  <a:moveTo>
                    <a:pt x="0" y="196646"/>
                  </a:moveTo>
                  <a:cubicBezTo>
                    <a:pt x="0" y="88041"/>
                    <a:pt x="88041" y="0"/>
                    <a:pt x="196646" y="0"/>
                  </a:cubicBezTo>
                  <a:lnTo>
                    <a:pt x="196646" y="393291"/>
                  </a:lnTo>
                  <a:cubicBezTo>
                    <a:pt x="88041" y="393291"/>
                    <a:pt x="0" y="305250"/>
                    <a:pt x="0" y="196645"/>
                  </a:cubicBezTo>
                  <a:lnTo>
                    <a:pt x="0" y="196646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71150" y="1981914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谢</a:t>
              </a: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767068" y="2238038"/>
              <a:ext cx="274574" cy="1216245"/>
            </a:xfrm>
            <a:custGeom>
              <a:avLst/>
              <a:gdLst>
                <a:gd name="connsiteX0" fmla="*/ 0 w 353568"/>
                <a:gd name="connsiteY0" fmla="*/ 109728 h 280416"/>
                <a:gd name="connsiteX1" fmla="*/ 85344 w 353568"/>
                <a:gd name="connsiteY1" fmla="*/ 0 h 280416"/>
                <a:gd name="connsiteX2" fmla="*/ 353568 w 353568"/>
                <a:gd name="connsiteY2" fmla="*/ 158496 h 280416"/>
                <a:gd name="connsiteX3" fmla="*/ 256032 w 353568"/>
                <a:gd name="connsiteY3" fmla="*/ 280416 h 280416"/>
                <a:gd name="connsiteX0-1" fmla="*/ 0 w 353568"/>
                <a:gd name="connsiteY0-2" fmla="*/ 109728 h 286586"/>
                <a:gd name="connsiteX1-3" fmla="*/ 85344 w 353568"/>
                <a:gd name="connsiteY1-4" fmla="*/ 0 h 286586"/>
                <a:gd name="connsiteX2-5" fmla="*/ 353568 w 353568"/>
                <a:gd name="connsiteY2-6" fmla="*/ 158496 h 286586"/>
                <a:gd name="connsiteX3-7" fmla="*/ 256032 w 353568"/>
                <a:gd name="connsiteY3-8" fmla="*/ 280416 h 286586"/>
                <a:gd name="connsiteX4" fmla="*/ 262128 w 353568"/>
                <a:gd name="connsiteY4" fmla="*/ 268224 h 286586"/>
                <a:gd name="connsiteX0-9" fmla="*/ 0 w 353568"/>
                <a:gd name="connsiteY0-10" fmla="*/ 109728 h 1280164"/>
                <a:gd name="connsiteX1-11" fmla="*/ 85344 w 353568"/>
                <a:gd name="connsiteY1-12" fmla="*/ 0 h 1280164"/>
                <a:gd name="connsiteX2-13" fmla="*/ 353568 w 353568"/>
                <a:gd name="connsiteY2-14" fmla="*/ 158496 h 1280164"/>
                <a:gd name="connsiteX3-15" fmla="*/ 256032 w 353568"/>
                <a:gd name="connsiteY3-16" fmla="*/ 280416 h 1280164"/>
                <a:gd name="connsiteX4-17" fmla="*/ 262128 w 353568"/>
                <a:gd name="connsiteY4-18" fmla="*/ 1280160 h 12801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353568" h="1280164">
                  <a:moveTo>
                    <a:pt x="0" y="109728"/>
                  </a:moveTo>
                  <a:lnTo>
                    <a:pt x="85344" y="0"/>
                  </a:lnTo>
                  <a:lnTo>
                    <a:pt x="353568" y="158496"/>
                  </a:lnTo>
                  <a:lnTo>
                    <a:pt x="256032" y="280416"/>
                  </a:lnTo>
                  <a:cubicBezTo>
                    <a:pt x="240792" y="298704"/>
                    <a:pt x="260858" y="1282700"/>
                    <a:pt x="262128" y="1280160"/>
                  </a:cubicBezTo>
                </a:path>
              </a:pathLst>
            </a:custGeom>
            <a:noFill/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 flipH="1">
            <a:off x="2509676" y="5160007"/>
            <a:ext cx="1280160" cy="1280160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5713761" y="1915116"/>
            <a:ext cx="897908" cy="897908"/>
          </a:xfrm>
          <a:prstGeom prst="line">
            <a:avLst/>
          </a:prstGeom>
          <a:ln>
            <a:solidFill>
              <a:srgbClr val="89562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4378274" y="2213074"/>
            <a:ext cx="864127" cy="1659462"/>
            <a:chOff x="10972473" y="286894"/>
            <a:chExt cx="864127" cy="165946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5e281b24ee58421f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473" y="286894"/>
              <a:ext cx="864127" cy="1659462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11112552" y="815054"/>
              <a:ext cx="511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节日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55259" y="539123"/>
            <a:ext cx="2117868" cy="2215991"/>
            <a:chOff x="4055259" y="539123"/>
            <a:chExt cx="2117868" cy="2215991"/>
          </a:xfrm>
        </p:grpSpPr>
        <p:sp>
          <p:nvSpPr>
            <p:cNvPr id="33" name="矩形 32"/>
            <p:cNvSpPr/>
            <p:nvPr/>
          </p:nvSpPr>
          <p:spPr>
            <a:xfrm>
              <a:off x="4601944" y="719523"/>
              <a:ext cx="1463040" cy="1681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: 圆角 11"/>
            <p:cNvSpPr/>
            <p:nvPr/>
          </p:nvSpPr>
          <p:spPr>
            <a:xfrm rot="10800000">
              <a:off x="5048891" y="1126607"/>
              <a:ext cx="571502" cy="1143000"/>
            </a:xfrm>
            <a:custGeom>
              <a:avLst/>
              <a:gdLst>
                <a:gd name="connsiteX0" fmla="*/ 0 w 1897626"/>
                <a:gd name="connsiteY0" fmla="*/ 196646 h 393291"/>
                <a:gd name="connsiteX1" fmla="*/ 196646 w 1897626"/>
                <a:gd name="connsiteY1" fmla="*/ 0 h 393291"/>
                <a:gd name="connsiteX2" fmla="*/ 1700981 w 1897626"/>
                <a:gd name="connsiteY2" fmla="*/ 0 h 393291"/>
                <a:gd name="connsiteX3" fmla="*/ 1897627 w 1897626"/>
                <a:gd name="connsiteY3" fmla="*/ 196646 h 393291"/>
                <a:gd name="connsiteX4" fmla="*/ 1897626 w 1897626"/>
                <a:gd name="connsiteY4" fmla="*/ 196646 h 393291"/>
                <a:gd name="connsiteX5" fmla="*/ 1700980 w 1897626"/>
                <a:gd name="connsiteY5" fmla="*/ 393292 h 393291"/>
                <a:gd name="connsiteX6" fmla="*/ 196646 w 1897626"/>
                <a:gd name="connsiteY6" fmla="*/ 393291 h 393291"/>
                <a:gd name="connsiteX7" fmla="*/ 0 w 1897626"/>
                <a:gd name="connsiteY7" fmla="*/ 196645 h 393291"/>
                <a:gd name="connsiteX8" fmla="*/ 0 w 1897626"/>
                <a:gd name="connsiteY8" fmla="*/ 196646 h 393291"/>
                <a:gd name="connsiteX0-1" fmla="*/ 0 w 1897627"/>
                <a:gd name="connsiteY0-2" fmla="*/ 196646 h 393292"/>
                <a:gd name="connsiteX1-3" fmla="*/ 196646 w 1897627"/>
                <a:gd name="connsiteY1-4" fmla="*/ 0 h 393292"/>
                <a:gd name="connsiteX2-5" fmla="*/ 1700981 w 1897627"/>
                <a:gd name="connsiteY2-6" fmla="*/ 0 h 393292"/>
                <a:gd name="connsiteX3-7" fmla="*/ 1897627 w 1897627"/>
                <a:gd name="connsiteY3-8" fmla="*/ 196646 h 393292"/>
                <a:gd name="connsiteX4-9" fmla="*/ 1700980 w 1897627"/>
                <a:gd name="connsiteY4-10" fmla="*/ 393292 h 393292"/>
                <a:gd name="connsiteX5-11" fmla="*/ 196646 w 1897627"/>
                <a:gd name="connsiteY5-12" fmla="*/ 393291 h 393292"/>
                <a:gd name="connsiteX6-13" fmla="*/ 0 w 1897627"/>
                <a:gd name="connsiteY6-14" fmla="*/ 196645 h 393292"/>
                <a:gd name="connsiteX7-15" fmla="*/ 0 w 1897627"/>
                <a:gd name="connsiteY7-16" fmla="*/ 196646 h 393292"/>
                <a:gd name="connsiteX0-17" fmla="*/ 0 w 1889022"/>
                <a:gd name="connsiteY0-18" fmla="*/ 196646 h 393292"/>
                <a:gd name="connsiteX1-19" fmla="*/ 196646 w 1889022"/>
                <a:gd name="connsiteY1-20" fmla="*/ 0 h 393292"/>
                <a:gd name="connsiteX2-21" fmla="*/ 1700981 w 1889022"/>
                <a:gd name="connsiteY2-22" fmla="*/ 0 h 393292"/>
                <a:gd name="connsiteX3-23" fmla="*/ 1700980 w 1889022"/>
                <a:gd name="connsiteY3-24" fmla="*/ 393292 h 393292"/>
                <a:gd name="connsiteX4-25" fmla="*/ 196646 w 1889022"/>
                <a:gd name="connsiteY4-26" fmla="*/ 393291 h 393292"/>
                <a:gd name="connsiteX5-27" fmla="*/ 0 w 1889022"/>
                <a:gd name="connsiteY5-28" fmla="*/ 196645 h 393292"/>
                <a:gd name="connsiteX6-29" fmla="*/ 0 w 1889022"/>
                <a:gd name="connsiteY6-30" fmla="*/ 196646 h 393292"/>
                <a:gd name="connsiteX0-31" fmla="*/ 0 w 1700980"/>
                <a:gd name="connsiteY0-32" fmla="*/ 196646 h 393292"/>
                <a:gd name="connsiteX1-33" fmla="*/ 196646 w 1700980"/>
                <a:gd name="connsiteY1-34" fmla="*/ 0 h 393292"/>
                <a:gd name="connsiteX2-35" fmla="*/ 1700980 w 1700980"/>
                <a:gd name="connsiteY2-36" fmla="*/ 393292 h 393292"/>
                <a:gd name="connsiteX3-37" fmla="*/ 196646 w 1700980"/>
                <a:gd name="connsiteY3-38" fmla="*/ 393291 h 393292"/>
                <a:gd name="connsiteX4-39" fmla="*/ 0 w 1700980"/>
                <a:gd name="connsiteY4-40" fmla="*/ 196645 h 393292"/>
                <a:gd name="connsiteX5-41" fmla="*/ 0 w 1700980"/>
                <a:gd name="connsiteY5-42" fmla="*/ 196646 h 393292"/>
                <a:gd name="connsiteX0-43" fmla="*/ 0 w 196646"/>
                <a:gd name="connsiteY0-44" fmla="*/ 196646 h 393291"/>
                <a:gd name="connsiteX1-45" fmla="*/ 196646 w 196646"/>
                <a:gd name="connsiteY1-46" fmla="*/ 0 h 393291"/>
                <a:gd name="connsiteX2-47" fmla="*/ 196646 w 196646"/>
                <a:gd name="connsiteY2-48" fmla="*/ 393291 h 393291"/>
                <a:gd name="connsiteX3-49" fmla="*/ 0 w 196646"/>
                <a:gd name="connsiteY3-50" fmla="*/ 196645 h 393291"/>
                <a:gd name="connsiteX4-51" fmla="*/ 0 w 196646"/>
                <a:gd name="connsiteY4-52" fmla="*/ 196646 h 3932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6646" h="393291">
                  <a:moveTo>
                    <a:pt x="0" y="196646"/>
                  </a:moveTo>
                  <a:cubicBezTo>
                    <a:pt x="0" y="88041"/>
                    <a:pt x="88041" y="0"/>
                    <a:pt x="196646" y="0"/>
                  </a:cubicBezTo>
                  <a:lnTo>
                    <a:pt x="196646" y="393291"/>
                  </a:lnTo>
                  <a:cubicBezTo>
                    <a:pt x="88041" y="393291"/>
                    <a:pt x="0" y="305250"/>
                    <a:pt x="0" y="196645"/>
                  </a:cubicBezTo>
                  <a:lnTo>
                    <a:pt x="0" y="196646"/>
                  </a:lnTo>
                  <a:close/>
                </a:path>
              </a:pathLst>
            </a:custGeom>
            <a:solidFill>
              <a:srgbClr val="E1C796"/>
            </a:solidFill>
            <a:ln>
              <a:solidFill>
                <a:srgbClr val="E1C7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55259" y="539123"/>
              <a:ext cx="2117868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5323797"/>
            <a:ext cx="12192000" cy="2512390"/>
            <a:chOff x="0" y="5323797"/>
            <a:chExt cx="12192000" cy="2512390"/>
          </a:xfrm>
        </p:grpSpPr>
        <p:sp>
          <p:nvSpPr>
            <p:cNvPr id="45" name="任意多边形: 形状 44"/>
            <p:cNvSpPr/>
            <p:nvPr/>
          </p:nvSpPr>
          <p:spPr>
            <a:xfrm>
              <a:off x="0" y="5323797"/>
              <a:ext cx="12192000" cy="1534203"/>
            </a:xfrm>
            <a:custGeom>
              <a:avLst/>
              <a:gdLst>
                <a:gd name="connsiteX0" fmla="*/ 11696187 w 12162526"/>
                <a:gd name="connsiteY0" fmla="*/ 0 h 1802850"/>
                <a:gd name="connsiteX1" fmla="*/ 12162526 w 12162526"/>
                <a:gd name="connsiteY1" fmla="*/ 0 h 1802850"/>
                <a:gd name="connsiteX2" fmla="*/ 12147286 w 12162526"/>
                <a:gd name="connsiteY2" fmla="*/ 12750 h 1802850"/>
                <a:gd name="connsiteX3" fmla="*/ 12162526 w 12162526"/>
                <a:gd name="connsiteY3" fmla="*/ 1802850 h 1802850"/>
                <a:gd name="connsiteX4" fmla="*/ 0 w 12162526"/>
                <a:gd name="connsiteY4" fmla="*/ 1802850 h 1802850"/>
                <a:gd name="connsiteX5" fmla="*/ 108895 w 12162526"/>
                <a:gd name="connsiteY5" fmla="*/ 1627576 h 1802850"/>
                <a:gd name="connsiteX6" fmla="*/ 1969029 w 12162526"/>
                <a:gd name="connsiteY6" fmla="*/ 710652 h 1802850"/>
                <a:gd name="connsiteX7" fmla="*/ 7996004 w 12162526"/>
                <a:gd name="connsiteY7" fmla="*/ 1527126 h 1802850"/>
                <a:gd name="connsiteX8" fmla="*/ 9259521 w 12162526"/>
                <a:gd name="connsiteY8" fmla="*/ 887554 h 1802850"/>
                <a:gd name="connsiteX9" fmla="*/ 11587517 w 12162526"/>
                <a:gd name="connsiteY9" fmla="*/ 33305 h 1802850"/>
                <a:gd name="connsiteX0-1" fmla="*/ 11696187 w 12162526"/>
                <a:gd name="connsiteY0-2" fmla="*/ 0 h 1802850"/>
                <a:gd name="connsiteX1-3" fmla="*/ 12162526 w 12162526"/>
                <a:gd name="connsiteY1-4" fmla="*/ 0 h 1802850"/>
                <a:gd name="connsiteX2-5" fmla="*/ 12147286 w 12162526"/>
                <a:gd name="connsiteY2-6" fmla="*/ 12750 h 1802850"/>
                <a:gd name="connsiteX3-7" fmla="*/ 12162526 w 12162526"/>
                <a:gd name="connsiteY3-8" fmla="*/ 1802850 h 1802850"/>
                <a:gd name="connsiteX4-9" fmla="*/ 0 w 12162526"/>
                <a:gd name="connsiteY4-10" fmla="*/ 1802850 h 1802850"/>
                <a:gd name="connsiteX5-11" fmla="*/ 108895 w 12162526"/>
                <a:gd name="connsiteY5-12" fmla="*/ 1627576 h 1802850"/>
                <a:gd name="connsiteX6-13" fmla="*/ 1969029 w 12162526"/>
                <a:gd name="connsiteY6-14" fmla="*/ 710652 h 1802850"/>
                <a:gd name="connsiteX7-15" fmla="*/ 7996004 w 12162526"/>
                <a:gd name="connsiteY7-16" fmla="*/ 1527126 h 1802850"/>
                <a:gd name="connsiteX8-17" fmla="*/ 11587517 w 12162526"/>
                <a:gd name="connsiteY8-18" fmla="*/ 33305 h 1802850"/>
                <a:gd name="connsiteX9-19" fmla="*/ 11696187 w 12162526"/>
                <a:gd name="connsiteY9-20" fmla="*/ 0 h 1802850"/>
                <a:gd name="connsiteX0-21" fmla="*/ 11587517 w 12162526"/>
                <a:gd name="connsiteY0-22" fmla="*/ 33305 h 1802850"/>
                <a:gd name="connsiteX1-23" fmla="*/ 12162526 w 12162526"/>
                <a:gd name="connsiteY1-24" fmla="*/ 0 h 1802850"/>
                <a:gd name="connsiteX2-25" fmla="*/ 12147286 w 12162526"/>
                <a:gd name="connsiteY2-26" fmla="*/ 12750 h 1802850"/>
                <a:gd name="connsiteX3-27" fmla="*/ 12162526 w 12162526"/>
                <a:gd name="connsiteY3-28" fmla="*/ 1802850 h 1802850"/>
                <a:gd name="connsiteX4-29" fmla="*/ 0 w 12162526"/>
                <a:gd name="connsiteY4-30" fmla="*/ 1802850 h 1802850"/>
                <a:gd name="connsiteX5-31" fmla="*/ 108895 w 12162526"/>
                <a:gd name="connsiteY5-32" fmla="*/ 1627576 h 1802850"/>
                <a:gd name="connsiteX6-33" fmla="*/ 1969029 w 12162526"/>
                <a:gd name="connsiteY6-34" fmla="*/ 710652 h 1802850"/>
                <a:gd name="connsiteX7-35" fmla="*/ 7996004 w 12162526"/>
                <a:gd name="connsiteY7-36" fmla="*/ 1527126 h 1802850"/>
                <a:gd name="connsiteX8-37" fmla="*/ 11587517 w 12162526"/>
                <a:gd name="connsiteY8-38" fmla="*/ 33305 h 1802850"/>
                <a:gd name="connsiteX0-39" fmla="*/ 11587517 w 12162526"/>
                <a:gd name="connsiteY0-40" fmla="*/ 33305 h 1802850"/>
                <a:gd name="connsiteX1-41" fmla="*/ 12162526 w 12162526"/>
                <a:gd name="connsiteY1-42" fmla="*/ 0 h 1802850"/>
                <a:gd name="connsiteX2-43" fmla="*/ 12162526 w 12162526"/>
                <a:gd name="connsiteY2-44" fmla="*/ 1802850 h 1802850"/>
                <a:gd name="connsiteX3-45" fmla="*/ 0 w 12162526"/>
                <a:gd name="connsiteY3-46" fmla="*/ 1802850 h 1802850"/>
                <a:gd name="connsiteX4-47" fmla="*/ 108895 w 12162526"/>
                <a:gd name="connsiteY4-48" fmla="*/ 1627576 h 1802850"/>
                <a:gd name="connsiteX5-49" fmla="*/ 1969029 w 12162526"/>
                <a:gd name="connsiteY5-50" fmla="*/ 710652 h 1802850"/>
                <a:gd name="connsiteX6-51" fmla="*/ 7996004 w 12162526"/>
                <a:gd name="connsiteY6-52" fmla="*/ 1527126 h 1802850"/>
                <a:gd name="connsiteX7-53" fmla="*/ 11587517 w 12162526"/>
                <a:gd name="connsiteY7-54" fmla="*/ 33305 h 1802850"/>
                <a:gd name="connsiteX0-55" fmla="*/ 7996004 w 12162526"/>
                <a:gd name="connsiteY0-56" fmla="*/ 1528191 h 1803915"/>
                <a:gd name="connsiteX1-57" fmla="*/ 12162526 w 12162526"/>
                <a:gd name="connsiteY1-58" fmla="*/ 1065 h 1803915"/>
                <a:gd name="connsiteX2-59" fmla="*/ 12162526 w 12162526"/>
                <a:gd name="connsiteY2-60" fmla="*/ 1803915 h 1803915"/>
                <a:gd name="connsiteX3-61" fmla="*/ 0 w 12162526"/>
                <a:gd name="connsiteY3-62" fmla="*/ 1803915 h 1803915"/>
                <a:gd name="connsiteX4-63" fmla="*/ 108895 w 12162526"/>
                <a:gd name="connsiteY4-64" fmla="*/ 1628641 h 1803915"/>
                <a:gd name="connsiteX5-65" fmla="*/ 1969029 w 12162526"/>
                <a:gd name="connsiteY5-66" fmla="*/ 711717 h 1803915"/>
                <a:gd name="connsiteX6-67" fmla="*/ 7996004 w 12162526"/>
                <a:gd name="connsiteY6-68" fmla="*/ 1528191 h 18039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2162526" h="1803915">
                  <a:moveTo>
                    <a:pt x="7996004" y="1528191"/>
                  </a:moveTo>
                  <a:cubicBezTo>
                    <a:pt x="9694920" y="1409749"/>
                    <a:pt x="11468106" y="-44889"/>
                    <a:pt x="12162526" y="1065"/>
                  </a:cubicBezTo>
                  <a:lnTo>
                    <a:pt x="12162526" y="1803915"/>
                  </a:lnTo>
                  <a:lnTo>
                    <a:pt x="0" y="1803915"/>
                  </a:lnTo>
                  <a:lnTo>
                    <a:pt x="108895" y="1628641"/>
                  </a:lnTo>
                  <a:cubicBezTo>
                    <a:pt x="406479" y="1168892"/>
                    <a:pt x="800802" y="755375"/>
                    <a:pt x="1969029" y="711717"/>
                  </a:cubicBezTo>
                  <a:cubicBezTo>
                    <a:pt x="3304145" y="661821"/>
                    <a:pt x="6297088" y="1646633"/>
                    <a:pt x="7996004" y="1528191"/>
                  </a:cubicBezTo>
                  <a:close/>
                </a:path>
              </a:pathLst>
            </a:custGeom>
            <a:solidFill>
              <a:srgbClr val="895623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弧形 49"/>
            <p:cNvSpPr/>
            <p:nvPr/>
          </p:nvSpPr>
          <p:spPr>
            <a:xfrm>
              <a:off x="540665" y="6293543"/>
              <a:ext cx="3672841" cy="1542644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555056" stroke="0" extrusionOk="0">
                  <a:moveTo>
                    <a:pt x="1051560" y="1555056"/>
                  </a:moveTo>
                  <a:cubicBezTo>
                    <a:pt x="2932889" y="1555056"/>
                    <a:pt x="3741728" y="375657"/>
                    <a:pt x="3741728" y="819544"/>
                  </a:cubicBezTo>
                  <a:lnTo>
                    <a:pt x="1051560" y="1555056"/>
                  </a:lnTo>
                  <a:close/>
                </a:path>
                <a:path w="3741728" h="1555056" fill="none">
                  <a:moveTo>
                    <a:pt x="0" y="610176"/>
                  </a:moveTo>
                  <a:cubicBezTo>
                    <a:pt x="540209" y="-258504"/>
                    <a:pt x="2796848" y="40377"/>
                    <a:pt x="3345488" y="88024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弧形 49"/>
            <p:cNvSpPr/>
            <p:nvPr/>
          </p:nvSpPr>
          <p:spPr>
            <a:xfrm>
              <a:off x="1358818" y="6547199"/>
              <a:ext cx="4578344" cy="1259038"/>
            </a:xfrm>
            <a:custGeom>
              <a:avLst/>
              <a:gdLst>
                <a:gd name="connsiteX0" fmla="*/ 3406448 w 6812896"/>
                <a:gd name="connsiteY0" fmla="*/ 0 h 1607456"/>
                <a:gd name="connsiteX1" fmla="*/ 6812896 w 6812896"/>
                <a:gd name="connsiteY1" fmla="*/ 803728 h 1607456"/>
                <a:gd name="connsiteX2" fmla="*/ 3406448 w 6812896"/>
                <a:gd name="connsiteY2" fmla="*/ 803728 h 1607456"/>
                <a:gd name="connsiteX3" fmla="*/ 3406448 w 6812896"/>
                <a:gd name="connsiteY3" fmla="*/ 0 h 1607456"/>
                <a:gd name="connsiteX0-1" fmla="*/ 3406448 w 6812896"/>
                <a:gd name="connsiteY0-2" fmla="*/ 0 h 1607456"/>
                <a:gd name="connsiteX1-3" fmla="*/ 6812896 w 6812896"/>
                <a:gd name="connsiteY1-4" fmla="*/ 803728 h 1607456"/>
                <a:gd name="connsiteX0-5" fmla="*/ 152400 w 3558848"/>
                <a:gd name="connsiteY0-6" fmla="*/ 0 h 803728"/>
                <a:gd name="connsiteX1-7" fmla="*/ 3558848 w 3558848"/>
                <a:gd name="connsiteY1-8" fmla="*/ 803728 h 803728"/>
                <a:gd name="connsiteX2-9" fmla="*/ 152400 w 3558848"/>
                <a:gd name="connsiteY2-10" fmla="*/ 803728 h 803728"/>
                <a:gd name="connsiteX3-11" fmla="*/ 152400 w 3558848"/>
                <a:gd name="connsiteY3-12" fmla="*/ 0 h 803728"/>
                <a:gd name="connsiteX0-13" fmla="*/ 0 w 3558848"/>
                <a:gd name="connsiteY0-14" fmla="*/ 548640 h 803728"/>
                <a:gd name="connsiteX1-15" fmla="*/ 3558848 w 3558848"/>
                <a:gd name="connsiteY1-16" fmla="*/ 803728 h 803728"/>
                <a:gd name="connsiteX0-17" fmla="*/ 152400 w 3558848"/>
                <a:gd name="connsiteY0-18" fmla="*/ 0 h 803728"/>
                <a:gd name="connsiteX1-19" fmla="*/ 3558848 w 3558848"/>
                <a:gd name="connsiteY1-20" fmla="*/ 803728 h 803728"/>
                <a:gd name="connsiteX2-21" fmla="*/ 152400 w 3558848"/>
                <a:gd name="connsiteY2-22" fmla="*/ 803728 h 803728"/>
                <a:gd name="connsiteX3-23" fmla="*/ 152400 w 3558848"/>
                <a:gd name="connsiteY3-24" fmla="*/ 0 h 803728"/>
                <a:gd name="connsiteX0-25" fmla="*/ 0 w 3558848"/>
                <a:gd name="connsiteY0-26" fmla="*/ 548640 h 803728"/>
                <a:gd name="connsiteX1-27" fmla="*/ 3558848 w 3558848"/>
                <a:gd name="connsiteY1-28" fmla="*/ 803728 h 803728"/>
                <a:gd name="connsiteX0-29" fmla="*/ 152400 w 3558848"/>
                <a:gd name="connsiteY0-30" fmla="*/ 0 h 803728"/>
                <a:gd name="connsiteX1-31" fmla="*/ 3558848 w 3558848"/>
                <a:gd name="connsiteY1-32" fmla="*/ 803728 h 803728"/>
                <a:gd name="connsiteX2-33" fmla="*/ 152400 w 3558848"/>
                <a:gd name="connsiteY2-34" fmla="*/ 0 h 803728"/>
                <a:gd name="connsiteX0-35" fmla="*/ 0 w 3558848"/>
                <a:gd name="connsiteY0-36" fmla="*/ 548640 h 803728"/>
                <a:gd name="connsiteX1-37" fmla="*/ 3558848 w 3558848"/>
                <a:gd name="connsiteY1-38" fmla="*/ 803728 h 803728"/>
                <a:gd name="connsiteX0-39" fmla="*/ 868680 w 3558848"/>
                <a:gd name="connsiteY0-40" fmla="*/ 1416898 h 1416898"/>
                <a:gd name="connsiteX1-41" fmla="*/ 3558848 w 3558848"/>
                <a:gd name="connsiteY1-42" fmla="*/ 681386 h 1416898"/>
                <a:gd name="connsiteX2-43" fmla="*/ 868680 w 3558848"/>
                <a:gd name="connsiteY2-44" fmla="*/ 1416898 h 1416898"/>
                <a:gd name="connsiteX0-45" fmla="*/ 0 w 3558848"/>
                <a:gd name="connsiteY0-46" fmla="*/ 426298 h 1416898"/>
                <a:gd name="connsiteX1-47" fmla="*/ 3558848 w 3558848"/>
                <a:gd name="connsiteY1-48" fmla="*/ 681386 h 1416898"/>
                <a:gd name="connsiteX0-49" fmla="*/ 868680 w 3604568"/>
                <a:gd name="connsiteY0-50" fmla="*/ 1527574 h 1527574"/>
                <a:gd name="connsiteX1-51" fmla="*/ 3558848 w 3604568"/>
                <a:gd name="connsiteY1-52" fmla="*/ 792062 h 1527574"/>
                <a:gd name="connsiteX2-53" fmla="*/ 868680 w 3604568"/>
                <a:gd name="connsiteY2-54" fmla="*/ 1527574 h 1527574"/>
                <a:gd name="connsiteX0-55" fmla="*/ 0 w 3604568"/>
                <a:gd name="connsiteY0-56" fmla="*/ 536974 h 1527574"/>
                <a:gd name="connsiteX1-57" fmla="*/ 3604568 w 3604568"/>
                <a:gd name="connsiteY1-58" fmla="*/ 472022 h 1527574"/>
                <a:gd name="connsiteX0-59" fmla="*/ 868680 w 3604568"/>
                <a:gd name="connsiteY0-60" fmla="*/ 1521311 h 1521311"/>
                <a:gd name="connsiteX1-61" fmla="*/ 3558848 w 3604568"/>
                <a:gd name="connsiteY1-62" fmla="*/ 785799 h 1521311"/>
                <a:gd name="connsiteX2-63" fmla="*/ 868680 w 3604568"/>
                <a:gd name="connsiteY2-64" fmla="*/ 1521311 h 1521311"/>
                <a:gd name="connsiteX0-65" fmla="*/ 0 w 3604568"/>
                <a:gd name="connsiteY0-66" fmla="*/ 530711 h 1521311"/>
                <a:gd name="connsiteX1-67" fmla="*/ 3604568 w 3604568"/>
                <a:gd name="connsiteY1-68" fmla="*/ 465759 h 1521311"/>
                <a:gd name="connsiteX0-69" fmla="*/ 1051560 w 3787448"/>
                <a:gd name="connsiteY0-70" fmla="*/ 1495327 h 1495327"/>
                <a:gd name="connsiteX1-71" fmla="*/ 3741728 w 3787448"/>
                <a:gd name="connsiteY1-72" fmla="*/ 759815 h 1495327"/>
                <a:gd name="connsiteX2-73" fmla="*/ 1051560 w 3787448"/>
                <a:gd name="connsiteY2-74" fmla="*/ 1495327 h 1495327"/>
                <a:gd name="connsiteX0-75" fmla="*/ 0 w 3787448"/>
                <a:gd name="connsiteY0-76" fmla="*/ 550447 h 1495327"/>
                <a:gd name="connsiteX1-77" fmla="*/ 3787448 w 3787448"/>
                <a:gd name="connsiteY1-78" fmla="*/ 439775 h 1495327"/>
                <a:gd name="connsiteX0-79" fmla="*/ 1051560 w 3741728"/>
                <a:gd name="connsiteY0-80" fmla="*/ 1561369 h 1561369"/>
                <a:gd name="connsiteX1-81" fmla="*/ 3741728 w 3741728"/>
                <a:gd name="connsiteY1-82" fmla="*/ 825857 h 1561369"/>
                <a:gd name="connsiteX2-83" fmla="*/ 1051560 w 3741728"/>
                <a:gd name="connsiteY2-84" fmla="*/ 1561369 h 1561369"/>
                <a:gd name="connsiteX0-85" fmla="*/ 0 w 3741728"/>
                <a:gd name="connsiteY0-86" fmla="*/ 616489 h 1561369"/>
                <a:gd name="connsiteX1-87" fmla="*/ 3147368 w 3741728"/>
                <a:gd name="connsiteY1-88" fmla="*/ 368657 h 1561369"/>
                <a:gd name="connsiteX0-89" fmla="*/ 1051560 w 3741728"/>
                <a:gd name="connsiteY0-90" fmla="*/ 1543911 h 1543911"/>
                <a:gd name="connsiteX1-91" fmla="*/ 3741728 w 3741728"/>
                <a:gd name="connsiteY1-92" fmla="*/ 808399 h 1543911"/>
                <a:gd name="connsiteX2-93" fmla="*/ 1051560 w 3741728"/>
                <a:gd name="connsiteY2-94" fmla="*/ 1543911 h 1543911"/>
                <a:gd name="connsiteX0-95" fmla="*/ 0 w 3741728"/>
                <a:gd name="connsiteY0-96" fmla="*/ 599031 h 1543911"/>
                <a:gd name="connsiteX1-97" fmla="*/ 3147368 w 3741728"/>
                <a:gd name="connsiteY1-98" fmla="*/ 351199 h 1543911"/>
                <a:gd name="connsiteX0-99" fmla="*/ 1051560 w 3741728"/>
                <a:gd name="connsiteY0-100" fmla="*/ 1705949 h 1705949"/>
                <a:gd name="connsiteX1-101" fmla="*/ 3741728 w 3741728"/>
                <a:gd name="connsiteY1-102" fmla="*/ 970437 h 1705949"/>
                <a:gd name="connsiteX2-103" fmla="*/ 1051560 w 3741728"/>
                <a:gd name="connsiteY2-104" fmla="*/ 1705949 h 1705949"/>
                <a:gd name="connsiteX0-105" fmla="*/ 0 w 3741728"/>
                <a:gd name="connsiteY0-106" fmla="*/ 761069 h 1705949"/>
                <a:gd name="connsiteX1-107" fmla="*/ 3345488 w 3741728"/>
                <a:gd name="connsiteY1-108" fmla="*/ 238917 h 1705949"/>
                <a:gd name="connsiteX0-109" fmla="*/ 1051560 w 3741728"/>
                <a:gd name="connsiteY0-110" fmla="*/ 1555056 h 1555056"/>
                <a:gd name="connsiteX1-111" fmla="*/ 3741728 w 3741728"/>
                <a:gd name="connsiteY1-112" fmla="*/ 819544 h 1555056"/>
                <a:gd name="connsiteX2-113" fmla="*/ 1051560 w 3741728"/>
                <a:gd name="connsiteY2-114" fmla="*/ 1555056 h 1555056"/>
                <a:gd name="connsiteX0-115" fmla="*/ 0 w 3741728"/>
                <a:gd name="connsiteY0-116" fmla="*/ 610176 h 1555056"/>
                <a:gd name="connsiteX1-117" fmla="*/ 3345488 w 3741728"/>
                <a:gd name="connsiteY1-118" fmla="*/ 88024 h 1555056"/>
                <a:gd name="connsiteX0-119" fmla="*/ 1051560 w 3741728"/>
                <a:gd name="connsiteY0-120" fmla="*/ 1488180 h 1488180"/>
                <a:gd name="connsiteX1-121" fmla="*/ 3741728 w 3741728"/>
                <a:gd name="connsiteY1-122" fmla="*/ 752668 h 1488180"/>
                <a:gd name="connsiteX2-123" fmla="*/ 1051560 w 3741728"/>
                <a:gd name="connsiteY2-124" fmla="*/ 1488180 h 1488180"/>
                <a:gd name="connsiteX0-125" fmla="*/ 0 w 3741728"/>
                <a:gd name="connsiteY0-126" fmla="*/ 543300 h 1488180"/>
                <a:gd name="connsiteX1-127" fmla="*/ 2895239 w 3741728"/>
                <a:gd name="connsiteY1-128" fmla="*/ 144049 h 1488180"/>
                <a:gd name="connsiteX0-129" fmla="*/ 1051560 w 3741728"/>
                <a:gd name="connsiteY0-130" fmla="*/ 1381188 h 1381188"/>
                <a:gd name="connsiteX1-131" fmla="*/ 3741728 w 3741728"/>
                <a:gd name="connsiteY1-132" fmla="*/ 645676 h 1381188"/>
                <a:gd name="connsiteX2-133" fmla="*/ 1051560 w 3741728"/>
                <a:gd name="connsiteY2-134" fmla="*/ 1381188 h 1381188"/>
                <a:gd name="connsiteX0-135" fmla="*/ 0 w 3741728"/>
                <a:gd name="connsiteY0-136" fmla="*/ 436308 h 1381188"/>
                <a:gd name="connsiteX1-137" fmla="*/ 2919753 w 3741728"/>
                <a:gd name="connsiteY1-138" fmla="*/ 303881 h 1381188"/>
                <a:gd name="connsiteX0-139" fmla="*/ 1051560 w 3741728"/>
                <a:gd name="connsiteY0-140" fmla="*/ 1424444 h 1424444"/>
                <a:gd name="connsiteX1-141" fmla="*/ 3741728 w 3741728"/>
                <a:gd name="connsiteY1-142" fmla="*/ 688932 h 1424444"/>
                <a:gd name="connsiteX2-143" fmla="*/ 1051560 w 3741728"/>
                <a:gd name="connsiteY2-144" fmla="*/ 1424444 h 1424444"/>
                <a:gd name="connsiteX0-145" fmla="*/ 0 w 3741728"/>
                <a:gd name="connsiteY0-146" fmla="*/ 479564 h 1424444"/>
                <a:gd name="connsiteX1-147" fmla="*/ 2919753 w 3741728"/>
                <a:gd name="connsiteY1-148" fmla="*/ 225853 h 1424444"/>
                <a:gd name="connsiteX0-149" fmla="*/ 1051560 w 3741728"/>
                <a:gd name="connsiteY0-150" fmla="*/ 1447804 h 1447804"/>
                <a:gd name="connsiteX1-151" fmla="*/ 3741728 w 3741728"/>
                <a:gd name="connsiteY1-152" fmla="*/ 712292 h 1447804"/>
                <a:gd name="connsiteX2-153" fmla="*/ 1051560 w 3741728"/>
                <a:gd name="connsiteY2-154" fmla="*/ 1447804 h 1447804"/>
                <a:gd name="connsiteX0-155" fmla="*/ 0 w 3741728"/>
                <a:gd name="connsiteY0-156" fmla="*/ 502924 h 1447804"/>
                <a:gd name="connsiteX1-157" fmla="*/ 2919753 w 3741728"/>
                <a:gd name="connsiteY1-158" fmla="*/ 249213 h 1447804"/>
                <a:gd name="connsiteX0-159" fmla="*/ 1051560 w 3741728"/>
                <a:gd name="connsiteY0-160" fmla="*/ 1342676 h 1342676"/>
                <a:gd name="connsiteX1-161" fmla="*/ 3741728 w 3741728"/>
                <a:gd name="connsiteY1-162" fmla="*/ 607164 h 1342676"/>
                <a:gd name="connsiteX2-163" fmla="*/ 1051560 w 3741728"/>
                <a:gd name="connsiteY2-164" fmla="*/ 1342676 h 1342676"/>
                <a:gd name="connsiteX0-165" fmla="*/ 0 w 3741728"/>
                <a:gd name="connsiteY0-166" fmla="*/ 397796 h 1342676"/>
                <a:gd name="connsiteX1-167" fmla="*/ 2919753 w 3741728"/>
                <a:gd name="connsiteY1-168" fmla="*/ 144085 h 1342676"/>
                <a:gd name="connsiteX0-169" fmla="*/ 1051560 w 3741728"/>
                <a:gd name="connsiteY0-170" fmla="*/ 1269167 h 1269167"/>
                <a:gd name="connsiteX1-171" fmla="*/ 3741728 w 3741728"/>
                <a:gd name="connsiteY1-172" fmla="*/ 533655 h 1269167"/>
                <a:gd name="connsiteX2-173" fmla="*/ 1051560 w 3741728"/>
                <a:gd name="connsiteY2-174" fmla="*/ 1269167 h 1269167"/>
                <a:gd name="connsiteX0-175" fmla="*/ 0 w 3741728"/>
                <a:gd name="connsiteY0-176" fmla="*/ 324287 h 1269167"/>
                <a:gd name="connsiteX1-177" fmla="*/ 3287470 w 3741728"/>
                <a:gd name="connsiteY1-178" fmla="*/ 240373 h 126916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741728" h="1269167" stroke="0" extrusionOk="0">
                  <a:moveTo>
                    <a:pt x="1051560" y="1269167"/>
                  </a:moveTo>
                  <a:cubicBezTo>
                    <a:pt x="2932889" y="1269167"/>
                    <a:pt x="3741728" y="89768"/>
                    <a:pt x="3741728" y="533655"/>
                  </a:cubicBezTo>
                  <a:lnTo>
                    <a:pt x="1051560" y="1269167"/>
                  </a:lnTo>
                  <a:close/>
                </a:path>
                <a:path w="3741728" h="1269167" fill="none">
                  <a:moveTo>
                    <a:pt x="0" y="324287"/>
                  </a:moveTo>
                  <a:cubicBezTo>
                    <a:pt x="809869" y="-277569"/>
                    <a:pt x="2616258" y="119957"/>
                    <a:pt x="3287470" y="240373"/>
                  </a:cubicBezTo>
                </a:path>
              </a:pathLst>
            </a:cu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dca43d5040be433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9" y="4250015"/>
            <a:ext cx="2721533" cy="1544312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03888" y="-15693"/>
            <a:ext cx="8188112" cy="6873693"/>
            <a:chOff x="4003888" y="-15693"/>
            <a:chExt cx="8188112" cy="687369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4b115ff471f542f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321" b="4431"/>
            <a:stretch>
              <a:fillRect/>
            </a:stretch>
          </p:blipFill>
          <p:spPr>
            <a:xfrm>
              <a:off x="7844006" y="-15693"/>
              <a:ext cx="4347994" cy="6873693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f431a29e680846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8847" y="5508597"/>
              <a:ext cx="799709" cy="719884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f431a29e680846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6018607" y="3879445"/>
              <a:ext cx="668553" cy="601820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f431a29e680846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4003888" y="5952654"/>
              <a:ext cx="668553" cy="60182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f431a29e680846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7224406" y="4335335"/>
              <a:ext cx="668553" cy="60182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f431a29e6808467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400">
              <a:off x="5105980" y="5748737"/>
              <a:ext cx="430417" cy="387454"/>
            </a:xfrm>
            <a:prstGeom prst="rect">
              <a:avLst/>
            </a:prstGeom>
          </p:spPr>
        </p:pic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2f0087f9f4924f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693"/>
            <a:ext cx="2509674" cy="11423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87008f6385d840ed">
            <a:extLst>
              <a:ext uri="{BEBA8EAE-BF5A-486C-A8C5-ECC9F3942E4B}">
                <a14:imgProps xmlns:a14="http://schemas.microsoft.com/office/drawing/2010/main">
                  <a14:imgLayer r:embed="Rd1057386d0ac40ac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827" y="4014213"/>
            <a:ext cx="1828804" cy="2743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713834e4a8d3460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39b4ffa9965e4f56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9f8a8c3d73c48a3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177e246664ec4e92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09f8a8c3d73c48a3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67644fb7c754467da39890b2d884d197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20bae32729f94e8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acfcc0bd22b441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53b4bfad5484c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264bfc082c4f469a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5921ef4703cd44e4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284cdcc144ac4771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af21a4c405f4993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898c3fb679144db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b6e72299a3234b15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4bc00ed13ebf4e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dc3c7c9709ef41a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075d1606b6b49db9521509aaf185a0f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48e279b2e40549fb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2116f66852094a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10be28992194a1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cb974356ad0d461e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45d503a007364524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88f77a2e61e48c4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45d503a007364524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2a78eff2244d4a3e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45d503a007364524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c498fb145504f2a9364664820516883"/>
              </a:rPr>
              <a:t>部分字体来源于</a:t>
            </a:r>
            <a:r>
              <a:rPr lang="en-US" altLang="zh-CN" dirty="0">
                <a:hlinkClick r:id="Rbc498fb145504f2a9364664820516883"/>
              </a:rPr>
              <a:t>100font.com  </a:t>
            </a:r>
            <a:r>
              <a:rPr lang="zh-CN" altLang="en-US" dirty="0">
                <a:hlinkClick r:id="Rbc498fb145504f2a9364664820516883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cdd124bf11414cfda9f17449745b1e25"/>
              </a:rPr>
              <a:t>部分图标来源于</a:t>
            </a:r>
            <a:r>
              <a:rPr lang="en-US" altLang="zh-CN" dirty="0">
                <a:hlinkClick r:id="Rcdd124bf11414cfda9f17449745b1e25"/>
              </a:rPr>
              <a:t>Storyset.com </a:t>
            </a:r>
            <a:r>
              <a:rPr lang="zh-CN" altLang="en-US" dirty="0">
                <a:hlinkClick r:id="Rcdd124bf11414cfda9f17449745b1e25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867</Words>
  <Application>Microsoft Office PowerPoint</Application>
  <PresentationFormat>宽屏</PresentationFormat>
  <Paragraphs>134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微软雅黑</vt:lpstr>
      <vt:lpstr>Arial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重阳节</dc:title>
  <dc:creator>第一PPT</dc:creator>
  <cp:keywords>www.1ppt.com</cp:keywords>
  <dc:description>www.1ppt.com</dc:description>
  <cp:lastModifiedBy>JP Liu</cp:lastModifiedBy>
  <cp:revision>61</cp:revision>
  <dcterms:created xsi:type="dcterms:W3CDTF">2018-09-14T00:19:00Z</dcterms:created>
  <dcterms:modified xsi:type="dcterms:W3CDTF">2025-04-28T04:26:21Z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87020C4A7E164AE98614192AB8CDDE49_12</vt:lpwstr>
  </property>
  <property fmtid="{D5CDD505-2E9C-101B-9397-08002B2CF9AE}" pid="3" name="KSOProductBuildVer">
    <vt:lpwstr>2052-12.1.0.16729</vt:lpwstr>
  </property>
</Properties>
</file>