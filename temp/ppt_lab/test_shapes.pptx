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32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B0191-1C69-F099-AFF1-0DE777C0E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45964F-7FB1-C822-8A74-38ADEF3EC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38F360-C4D7-4341-2EA1-8BCE1836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9791C7-2333-32D9-EBE1-583E5A5F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2287E-A2D4-92F3-F7A0-FED24378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58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A9B0B-0A1E-6AD3-90A1-B617F6C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BE2AAA-6089-0719-37C0-11E2028E9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AFF047-20BE-6017-9387-ACD76BC8A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B10665-6361-A20E-3FB5-2F020D5C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4964E-714B-455B-32A7-79991AEC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53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30193-7478-C869-DB87-A5D30B50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0D2B15-2290-7F46-5F89-5857A74B4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CC8E6B-189B-639C-4395-4E50317C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85D777-60C0-7239-D131-2E2AF59F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69AB54-23EF-1568-5722-726F00FC6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28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9EEEB-33B8-7E91-1818-CA8BD296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F1956D-1F4C-3272-32E0-97D9C530C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ECD4B1-2C0B-1AC4-1CF5-21D8362C2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C9E319-6BFE-562B-91C4-3AB9EC70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79D885-C916-E108-BE74-53E293B7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8EC0FE-97D3-24A7-9655-3E658969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7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02774-67A1-2533-A8FE-72C2599C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6E56AC-E256-81B9-BCEF-8264B7F00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B08398-D210-FD20-32CE-9502C769A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022288-1ABD-9830-891F-26B6F92E7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B13F1B-D912-99A7-7DA6-B47145AB5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E5052B-8A43-A2DB-E899-F4239B54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19568E-ECDA-1CFA-5C66-1CA377938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650179-10A0-ACDD-C745-A3A1A587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30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EA5F8-DD29-149F-5204-F6820FA3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4F3034-D515-8F22-1815-16705B22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A60F5F-5070-6348-2C12-F36B0837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18CE5C-3DD9-3304-0924-EDAEBA54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C8DCFA-5C46-F736-0002-76440170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D32310-1F26-B2C5-CCE5-F96E8091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028CF-E562-37C5-0DAF-5B77374D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2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C9E80-CCBE-8FC5-0B36-1F3BBF24D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D2F5D-F367-ABF4-64AD-62294C4B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9482B5-65B2-219B-0A95-530BEFD84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52001B-0976-66E7-68C5-8B8B1841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9D31DE-D9F8-94E4-F49A-376CDA15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80B119-3F29-D9FC-0146-97C8A85D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15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2260E-15A2-54BB-B200-2E229E6BE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8BBAE88-7C1A-7F22-F923-75E283E11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27E570-476A-BF1F-93B9-B645CD98E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DF103B-4523-3A93-0279-7482C578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76EC67-1E8E-4156-9C62-0723A822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3B7C59-E8D9-F464-212C-59F39A4E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26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9A6A3-38F8-0423-E82E-EF4C34BC9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9A3C4C-4C09-461C-344C-FC93E722C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7CF274-DA03-87D2-7623-591C92AB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48E2F6-E62D-C8F1-8C4C-D2E4D4A36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09DACB-5E2A-DB4F-29DA-E179FD55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08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75C43E-6295-042B-C9C3-F1F6CC9C0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E6B44C-ABBB-DE05-B39D-AE5E6625F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423CB2-B408-71BB-CA74-87CDFB7A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BDC995-F0BB-A1E5-7C98-69B4584F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866A99-BD07-542E-EE89-4320EAC3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35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193F2FB-8FAC-311F-A648-CF59DF0B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C35695-6FB5-3582-9A62-FD4397C52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884B2D-204D-C842-C706-F13AD409D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AC817-A96C-4B2C-A2F7-CC088699925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FD439D-72D6-EB44-CBA2-E272BB771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8805B-35F4-AF5B-359E-FF18F4632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8240D-23FE-4EC0-A06F-F32D74704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CD85B1-CD2B-CBAA-5944-61B415160EEE}"/>
              </a:ext>
            </a:extLst>
          </p:cNvPr>
          <p:cNvSpPr txBox="1"/>
          <p:nvPr/>
        </p:nvSpPr>
        <p:spPr>
          <a:xfrm>
            <a:off x="180000" y="72000"/>
            <a:ext cx="68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2800" b="1">
                <a:solidFill>
                  <a:srgbClr val="FFFFFF"/>
                </a:solidFill>
                <a:latin typeface="微软雅黑" panose="020B0503020204020204" pitchFamily="34" charset="-122"/>
              </a:rPr>
              <a:t>AutoShape </a:t>
            </a:r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</a:rPr>
              <a:t>形状测试 </a:t>
            </a:r>
            <a:r>
              <a:rPr lang="en-US" altLang="zh-CN" sz="2800" b="1">
                <a:solidFill>
                  <a:srgbClr val="FFFFFF"/>
                </a:solidFill>
                <a:latin typeface="微软雅黑" panose="020B0503020204020204" pitchFamily="34" charset="-122"/>
              </a:rPr>
              <a:t>(R107)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圆柱体 2">
            <a:extLst>
              <a:ext uri="{FF2B5EF4-FFF2-40B4-BE49-F238E27FC236}">
                <a16:creationId xmlns:a16="http://schemas.microsoft.com/office/drawing/2014/main" id="{826878E0-2A4A-A4E6-0753-6A04969EB9CC}"/>
              </a:ext>
            </a:extLst>
          </p:cNvPr>
          <p:cNvSpPr/>
          <p:nvPr/>
        </p:nvSpPr>
        <p:spPr>
          <a:xfrm>
            <a:off x="180000" y="648000"/>
            <a:ext cx="1080000" cy="900000"/>
          </a:xfrm>
          <a:prstGeom prst="can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三角形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00C043-E050-C6F7-B35F-76D3B7707454}"/>
              </a:ext>
            </a:extLst>
          </p:cNvPr>
          <p:cNvSpPr txBox="1"/>
          <p:nvPr/>
        </p:nvSpPr>
        <p:spPr>
          <a:xfrm>
            <a:off x="180000" y="1566000"/>
            <a:ext cx="108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1100">
                <a:solidFill>
                  <a:srgbClr val="B4B4B4"/>
                </a:solidFill>
                <a:latin typeface="微软雅黑" panose="020B0503020204020204" pitchFamily="34" charset="-122"/>
              </a:rPr>
              <a:t>13-</a:t>
            </a:r>
            <a:r>
              <a:rPr lang="zh-CN" altLang="en-US" sz="1100">
                <a:solidFill>
                  <a:srgbClr val="B4B4B4"/>
                </a:solidFill>
                <a:latin typeface="微软雅黑" panose="020B0503020204020204" pitchFamily="34" charset="-122"/>
              </a:rPr>
              <a:t>等腰三角形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0651234A-B46F-50C1-0409-52344A5E81C5}"/>
              </a:ext>
            </a:extLst>
          </p:cNvPr>
          <p:cNvSpPr/>
          <p:nvPr/>
        </p:nvSpPr>
        <p:spPr>
          <a:xfrm>
            <a:off x="1440000" y="648000"/>
            <a:ext cx="1260000" cy="720000"/>
          </a:xfrm>
          <a:prstGeom prst="blockArc">
            <a:avLst/>
          </a:prstGeom>
          <a:solidFill>
            <a:srgbClr val="428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右箭头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2D1686-5A9B-F0B6-8125-9E9D302557DA}"/>
              </a:ext>
            </a:extLst>
          </p:cNvPr>
          <p:cNvSpPr txBox="1"/>
          <p:nvPr/>
        </p:nvSpPr>
        <p:spPr>
          <a:xfrm>
            <a:off x="1440000" y="1386000"/>
            <a:ext cx="126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1100">
                <a:solidFill>
                  <a:srgbClr val="B4B4B4"/>
                </a:solidFill>
                <a:latin typeface="微软雅黑" panose="020B0503020204020204" pitchFamily="34" charset="-122"/>
              </a:rPr>
              <a:t>20-</a:t>
            </a:r>
            <a:r>
              <a:rPr lang="zh-CN" altLang="en-US" sz="1100">
                <a:solidFill>
                  <a:srgbClr val="B4B4B4"/>
                </a:solidFill>
                <a:latin typeface="微软雅黑" panose="020B0503020204020204" pitchFamily="34" charset="-122"/>
              </a:rPr>
              <a:t>右箭头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C7AABE09-B5F8-8D33-4024-569ED36FD0A8}"/>
              </a:ext>
            </a:extLst>
          </p:cNvPr>
          <p:cNvSpPr/>
          <p:nvPr/>
        </p:nvSpPr>
        <p:spPr>
          <a:xfrm>
            <a:off x="2880000" y="648000"/>
            <a:ext cx="1008000" cy="1008000"/>
          </a:xfrm>
          <a:prstGeom prst="pentagon">
            <a:avLst/>
          </a:prstGeom>
          <a:solidFill>
            <a:srgbClr val="FBBC0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五角星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FC7E1-87EE-20A7-7E92-A82FAB5F259F}"/>
              </a:ext>
            </a:extLst>
          </p:cNvPr>
          <p:cNvSpPr txBox="1"/>
          <p:nvPr/>
        </p:nvSpPr>
        <p:spPr>
          <a:xfrm>
            <a:off x="2880000" y="1674000"/>
            <a:ext cx="1008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1100">
                <a:solidFill>
                  <a:srgbClr val="B4B4B4"/>
                </a:solidFill>
                <a:latin typeface="微软雅黑" panose="020B0503020204020204" pitchFamily="34" charset="-122"/>
              </a:rPr>
              <a:t>12-</a:t>
            </a:r>
            <a:r>
              <a:rPr lang="zh-CN" altLang="en-US" sz="1100">
                <a:solidFill>
                  <a:srgbClr val="B4B4B4"/>
                </a:solidFill>
                <a:latin typeface="微软雅黑" panose="020B0503020204020204" pitchFamily="34" charset="-122"/>
              </a:rPr>
              <a:t>五角星</a:t>
            </a:r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E6501B20-0959-FF80-3CDF-CB99A4734048}"/>
              </a:ext>
            </a:extLst>
          </p:cNvPr>
          <p:cNvSpPr/>
          <p:nvPr/>
        </p:nvSpPr>
        <p:spPr>
          <a:xfrm>
            <a:off x="180000" y="1800000"/>
            <a:ext cx="1080000" cy="792000"/>
          </a:xfrm>
          <a:prstGeom prst="diamond">
            <a:avLst/>
          </a:prstGeom>
          <a:solidFill>
            <a:srgbClr val="EA43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菱形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75A314-2A67-EC27-91EE-27E8B3AD3FCD}"/>
              </a:ext>
            </a:extLst>
          </p:cNvPr>
          <p:cNvSpPr txBox="1"/>
          <p:nvPr/>
        </p:nvSpPr>
        <p:spPr>
          <a:xfrm>
            <a:off x="180000" y="2610000"/>
            <a:ext cx="108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1100">
                <a:solidFill>
                  <a:srgbClr val="B4B4B4"/>
                </a:solidFill>
                <a:latin typeface="微软雅黑" panose="020B0503020204020204" pitchFamily="34" charset="-122"/>
              </a:rPr>
              <a:t>4-</a:t>
            </a:r>
            <a:r>
              <a:rPr lang="zh-CN" altLang="en-US" sz="1100">
                <a:solidFill>
                  <a:srgbClr val="B4B4B4"/>
                </a:solidFill>
                <a:latin typeface="微软雅黑" panose="020B0503020204020204" pitchFamily="34" charset="-122"/>
              </a:rPr>
              <a:t>菱形</a:t>
            </a:r>
          </a:p>
        </p:txBody>
      </p:sp>
      <p:sp>
        <p:nvSpPr>
          <p:cNvPr id="11" name="标注: 线形 10">
            <a:extLst>
              <a:ext uri="{FF2B5EF4-FFF2-40B4-BE49-F238E27FC236}">
                <a16:creationId xmlns:a16="http://schemas.microsoft.com/office/drawing/2014/main" id="{B7364D7E-B80B-CE1D-3902-E577270EA959}"/>
              </a:ext>
            </a:extLst>
          </p:cNvPr>
          <p:cNvSpPr/>
          <p:nvPr/>
        </p:nvSpPr>
        <p:spPr>
          <a:xfrm>
            <a:off x="1440000" y="1800000"/>
            <a:ext cx="1260000" cy="720000"/>
          </a:xfrm>
          <a:prstGeom prst="borderCallout1">
            <a:avLst/>
          </a:prstGeom>
          <a:solidFill>
            <a:srgbClr val="673A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流程框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191889-1D3D-EFF2-7155-BBEEAA2C55AA}"/>
              </a:ext>
            </a:extLst>
          </p:cNvPr>
          <p:cNvSpPr txBox="1"/>
          <p:nvPr/>
        </p:nvSpPr>
        <p:spPr>
          <a:xfrm>
            <a:off x="1440000" y="2538000"/>
            <a:ext cx="126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1100">
                <a:solidFill>
                  <a:srgbClr val="B4B4B4"/>
                </a:solidFill>
                <a:latin typeface="微软雅黑" panose="020B0503020204020204" pitchFamily="34" charset="-122"/>
              </a:rPr>
              <a:t>109-</a:t>
            </a:r>
            <a:r>
              <a:rPr lang="zh-CN" altLang="en-US" sz="1100">
                <a:solidFill>
                  <a:srgbClr val="B4B4B4"/>
                </a:solidFill>
                <a:latin typeface="微软雅黑" panose="020B0503020204020204" pitchFamily="34" charset="-122"/>
              </a:rPr>
              <a:t>流程图</a:t>
            </a:r>
          </a:p>
        </p:txBody>
      </p:sp>
      <p:sp>
        <p:nvSpPr>
          <p:cNvPr id="13" name="带形: 前凸弯 12">
            <a:extLst>
              <a:ext uri="{FF2B5EF4-FFF2-40B4-BE49-F238E27FC236}">
                <a16:creationId xmlns:a16="http://schemas.microsoft.com/office/drawing/2014/main" id="{7B78C375-3C5B-0ADD-BC09-D951BB20A2C6}"/>
              </a:ext>
            </a:extLst>
          </p:cNvPr>
          <p:cNvSpPr/>
          <p:nvPr/>
        </p:nvSpPr>
        <p:spPr>
          <a:xfrm>
            <a:off x="2880000" y="1800000"/>
            <a:ext cx="1080000" cy="792000"/>
          </a:xfrm>
          <a:prstGeom prst="ellipseRibbon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标注框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FF5F09-35DB-CC28-1916-44F5B6D234A4}"/>
              </a:ext>
            </a:extLst>
          </p:cNvPr>
          <p:cNvSpPr txBox="1"/>
          <p:nvPr/>
        </p:nvSpPr>
        <p:spPr>
          <a:xfrm>
            <a:off x="2880000" y="2610000"/>
            <a:ext cx="108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1100">
                <a:solidFill>
                  <a:srgbClr val="B4B4B4"/>
                </a:solidFill>
                <a:latin typeface="微软雅黑" panose="020B0503020204020204" pitchFamily="34" charset="-122"/>
              </a:rPr>
              <a:t>100-</a:t>
            </a:r>
            <a:r>
              <a:rPr lang="zh-CN" altLang="en-US" sz="1100">
                <a:solidFill>
                  <a:srgbClr val="B4B4B4"/>
                </a:solidFill>
                <a:latin typeface="微软雅黑" panose="020B0503020204020204" pitchFamily="34" charset="-122"/>
              </a:rPr>
              <a:t>标注</a:t>
            </a:r>
          </a:p>
        </p:txBody>
      </p:sp>
    </p:spTree>
    <p:extLst>
      <p:ext uri="{BB962C8B-B14F-4D97-AF65-F5344CB8AC3E}">
        <p14:creationId xmlns:p14="http://schemas.microsoft.com/office/powerpoint/2010/main" val="423111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11453-758B-2DD1-120A-BBD1C1B43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DA6FD9-1AA9-2636-6BE4-61C81E6818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771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自定义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w</dc:creator>
  <cp:lastModifiedBy>hy w</cp:lastModifiedBy>
  <cp:revision>1</cp:revision>
  <dcterms:created xsi:type="dcterms:W3CDTF">2026-03-26T11:31:16Z</dcterms:created>
  <dcterms:modified xsi:type="dcterms:W3CDTF">2026-03-26T11:31:16Z</dcterms:modified>
</cp:coreProperties>
</file>