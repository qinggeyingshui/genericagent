
<file path=[Content_Types].xml><?xml version="1.0" encoding="utf-8"?>
<Types xmlns="http://schemas.openxmlformats.org/package/2006/content-types">
  <Default Extension="xml" ContentType="application/vnd.openxmlformats-officedocument.presentationml.presentation.main+xml"/>
  <Default Extension="rels" ContentType="application/vnd.openxmlformats-package.relationships+xml"/>
  <Default Extension="bin" ContentType="image/pn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handoutMasters/handoutMaster1.xml" ContentType="application/vnd.openxmlformats-officedocument.presentationml.handoutMaster+xml"/>
  <Override PartName="/ppt/handoutMasters/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slideMasters/slideMaster1.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tags/tag1.xml" ContentType="application/vnd.openxmlformats-officedocument.presentationml.tags+xml"/>
  <Override PartName="/ppt/slides/slide1.xml" ContentType="application/vnd.openxmlformats-officedocument.presentationml.slide+xml"/>
  <Override PartName="/ppt/slides/tags/tag2.xml" ContentType="application/vnd.openxmlformats-officedocument.presentationml.tags+xml"/>
  <Override PartName="/ppt/slides/tags/tag3.xml" ContentType="application/vnd.openxmlformats-officedocument.presentationml.tags+xml"/>
  <Override PartName="/ppt/slides/tags/tag4.xml" ContentType="application/vnd.openxmlformats-officedocument.presentationml.tags+xml"/>
  <Override PartName="/ppt/slides/tags/tag5.xml" ContentType="application/vnd.openxmlformats-officedocument.presentationml.tags+xml"/>
  <Override PartName="/ppt/slides/tags/tag6.xml" ContentType="application/vnd.openxmlformats-officedocument.presentationml.tags+xml"/>
  <Override PartName="/ppt/slides/tags/tag7.xml" ContentType="application/vnd.openxmlformats-officedocument.presentationml.tags+xml"/>
  <Override PartName="/ppt/notesSlides/notesSlide1.xml" ContentType="application/vnd.openxmlformats-officedocument.presentationml.notesSlide+xml"/>
  <Override PartName="/ppt/slides/slide2.xml" ContentType="application/vnd.openxmlformats-officedocument.presentationml.slide+xml"/>
  <Override PartName="/ppt/slides/tags/tag8.xml" ContentType="application/vnd.openxmlformats-officedocument.presentationml.tags+xml"/>
  <Override PartName="/ppt/slides/tags/tag9.xml" ContentType="application/vnd.openxmlformats-officedocument.presentationml.tags+xml"/>
  <Override PartName="/ppt/slides/tags/tag10.xml" ContentType="application/vnd.openxmlformats-officedocument.presentationml.tags+xml"/>
  <Override PartName="/ppt/slides/tags/tag11.xml" ContentType="application/vnd.openxmlformats-officedocument.presentationml.tags+xml"/>
  <Override PartName="/ppt/slides/tags/tag12.xml" ContentType="application/vnd.openxmlformats-officedocument.presentationml.tags+xml"/>
  <Override PartName="/ppt/slides/tags/tag13.xml" ContentType="application/vnd.openxmlformats-officedocument.presentationml.tags+xml"/>
  <Override PartName="/ppt/slides/tags/tag14.xml" ContentType="application/vnd.openxmlformats-officedocument.presentationml.tags+xml"/>
  <Override PartName="/ppt/slides/slide3.xml" ContentType="application/vnd.openxmlformats-officedocument.presentationml.slide+xml"/>
  <Override PartName="/ppt/slides/tags/tag15.xml" ContentType="application/vnd.openxmlformats-officedocument.presentationml.tags+xml"/>
  <Override PartName="/ppt/slides/tags/tag16.xml" ContentType="application/vnd.openxmlformats-officedocument.presentationml.tags+xml"/>
  <Override PartName="/ppt/slides/tags/tag17.xml" ContentType="application/vnd.openxmlformats-officedocument.presentationml.tags+xml"/>
  <Override PartName="/ppt/notesSlides/notesSlide2.xml" ContentType="application/vnd.openxmlformats-officedocument.presentationml.notesSlide+xml"/>
  <Override PartName="/ppt/slides/slide4.xml" ContentType="application/vnd.openxmlformats-officedocument.presentationml.slide+xml"/>
  <Override PartName="/ppt/media/image4.bin" ContentType="image/jpeg"/>
  <Override PartName="/ppt/slides/tags/tag18.xml" ContentType="application/vnd.openxmlformats-officedocument.presentationml.tags+xml"/>
  <Override PartName="/ppt/slides/tags/tag19.xml" ContentType="application/vnd.openxmlformats-officedocument.presentationml.tags+xml"/>
  <Override PartName="/ppt/slides/tags/tag20.xml" ContentType="application/vnd.openxmlformats-officedocument.presentationml.tags+xml"/>
  <Override PartName="/ppt/slides/tags/tag21.xml" ContentType="application/vnd.openxmlformats-officedocument.presentationml.tags+xml"/>
  <Override PartName="/ppt/slides/tags/tag22.xml" ContentType="application/vnd.openxmlformats-officedocument.presentationml.tags+xml"/>
  <Override PartName="/ppt/slides/tags/tag23.xml" ContentType="application/vnd.openxmlformats-officedocument.presentationml.tags+xml"/>
  <Override PartName="/ppt/slides/tags/tag24.xml" ContentType="application/vnd.openxmlformats-officedocument.presentationml.tags+xml"/>
  <Override PartName="/ppt/slides/slide5.xml" ContentType="application/vnd.openxmlformats-officedocument.presentationml.slide+xml"/>
  <Override PartName="/ppt/media/image5.bin" ContentType="image/jpeg"/>
  <Override PartName="/ppt/media/image6.bin" ContentType="image/jpeg"/>
  <Override PartName="/ppt/media/image7.bin" ContentType="image/jpeg"/>
  <Override PartName="/ppt/media/image8.bin" ContentType="image/jpeg"/>
  <Override PartName="/ppt/slides/tags/tag25.xml" ContentType="application/vnd.openxmlformats-officedocument.presentationml.tags+xml"/>
  <Override PartName="/ppt/slides/tags/tag26.xml" ContentType="application/vnd.openxmlformats-officedocument.presentationml.tags+xml"/>
  <Override PartName="/ppt/slides/tags/tag27.xml" ContentType="application/vnd.openxmlformats-officedocument.presentationml.tags+xml"/>
  <Override PartName="/ppt/slides/tags/tag28.xml" ContentType="application/vnd.openxmlformats-officedocument.presentationml.tags+xml"/>
  <Override PartName="/ppt/slides/tags/tag29.xml" ContentType="application/vnd.openxmlformats-officedocument.presentationml.tags+xml"/>
  <Override PartName="/ppt/slides/tags/tag30.xml" ContentType="application/vnd.openxmlformats-officedocument.presentationml.tags+xml"/>
  <Override PartName="/ppt/slides/tags/tag31.xml" ContentType="application/vnd.openxmlformats-officedocument.presentationml.tags+xml"/>
  <Override PartName="/ppt/slides/tags/tag32.xml" ContentType="application/vnd.openxmlformats-officedocument.presentationml.tags+xml"/>
  <Override PartName="/ppt/slides/tags/tag33.xml" ContentType="application/vnd.openxmlformats-officedocument.presentationml.tags+xml"/>
  <Override PartName="/ppt/slides/tags/tag34.xml" ContentType="application/vnd.openxmlformats-officedocument.presentationml.tags+xml"/>
  <Override PartName="/ppt/slides/tags/tag35.xml" ContentType="application/vnd.openxmlformats-officedocument.presentationml.tags+xml"/>
  <Override PartName="/ppt/slides/tags/tag36.xml" ContentType="application/vnd.openxmlformats-officedocument.presentationml.tags+xml"/>
  <Override PartName="/ppt/slides/tags/tag37.xml" ContentType="application/vnd.openxmlformats-officedocument.presentationml.tags+xml"/>
  <Override PartName="/ppt/slides/tags/tag38.xml" ContentType="application/vnd.openxmlformats-officedocument.presentationml.tags+xml"/>
  <Override PartName="/ppt/slides/tags/tag39.xml" ContentType="application/vnd.openxmlformats-officedocument.presentationml.tags+xml"/>
  <Override PartName="/ppt/slides/tags/tag40.xml" ContentType="application/vnd.openxmlformats-officedocument.presentationml.tags+xml"/>
  <Override PartName="/ppt/slides/tags/tag41.xml" ContentType="application/vnd.openxmlformats-officedocument.presentationml.tags+xml"/>
  <Override PartName="/ppt/slides/tags/tag42.xml" ContentType="application/vnd.openxmlformats-officedocument.presentationml.tags+xml"/>
  <Override PartName="/ppt/slides/tags/tag43.xml" ContentType="application/vnd.openxmlformats-officedocument.presentationml.tags+xml"/>
  <Override PartName="/ppt/slides/tags/tag44.xml" ContentType="application/vnd.openxmlformats-officedocument.presentationml.tags+xml"/>
  <Override PartName="/ppt/slides/tags/tag45.xml" ContentType="application/vnd.openxmlformats-officedocument.presentationml.tags+xml"/>
  <Override PartName="/ppt/slides/tags/tag46.xml" ContentType="application/vnd.openxmlformats-officedocument.presentationml.tags+xml"/>
  <Override PartName="/ppt/slides/tags/tag47.xml" ContentType="application/vnd.openxmlformats-officedocument.presentationml.tags+xml"/>
  <Override PartName="/ppt/notesSlides/notesSlide3.xml" ContentType="application/vnd.openxmlformats-officedocument.presentationml.notesSlide+xml"/>
  <Override PartName="/ppt/slides/slide6.xml" ContentType="application/vnd.openxmlformats-officedocument.presentationml.slide+xml"/>
  <Override PartName="/ppt/media/image9.bin" ContentType="image/jpeg"/>
  <Override PartName="/ppt/slides/tags/tag48.xml" ContentType="application/vnd.openxmlformats-officedocument.presentationml.tags+xml"/>
  <Override PartName="/ppt/slides/tags/tag49.xml" ContentType="application/vnd.openxmlformats-officedocument.presentationml.tags+xml"/>
  <Override PartName="/ppt/slides/tags/tag50.xml" ContentType="application/vnd.openxmlformats-officedocument.presentationml.tags+xml"/>
  <Override PartName="/ppt/slides/tags/tag51.xml" ContentType="application/vnd.openxmlformats-officedocument.presentationml.tags+xml"/>
  <Override PartName="/ppt/slides/tags/tag52.xml" ContentType="application/vnd.openxmlformats-officedocument.presentationml.tags+xml"/>
  <Override PartName="/ppt/slides/tags/tag53.xml" ContentType="application/vnd.openxmlformats-officedocument.presentationml.tags+xml"/>
  <Override PartName="/ppt/slides/tags/tag54.xml" ContentType="application/vnd.openxmlformats-officedocument.presentationml.tags+xml"/>
  <Override PartName="/ppt/slides/tags/tag55.xml" ContentType="application/vnd.openxmlformats-officedocument.presentationml.tags+xml"/>
  <Override PartName="/ppt/slides/tags/tag56.xml" ContentType="application/vnd.openxmlformats-officedocument.presentationml.tags+xml"/>
  <Override PartName="/ppt/slides/tags/tag57.xml" ContentType="application/vnd.openxmlformats-officedocument.presentationml.tags+xml"/>
  <Override PartName="/ppt/slides/tags/tag58.xml" ContentType="application/vnd.openxmlformats-officedocument.presentationml.tags+xml"/>
  <Override PartName="/ppt/slides/tags/tag59.xml" ContentType="application/vnd.openxmlformats-officedocument.presentationml.tags+xml"/>
  <Override PartName="/ppt/slides/tags/tag60.xml" ContentType="application/vnd.openxmlformats-officedocument.presentationml.tags+xml"/>
  <Override PartName="/ppt/slides/tags/tag61.xml" ContentType="application/vnd.openxmlformats-officedocument.presentationml.tags+xml"/>
  <Override PartName="/ppt/slides/tags/tag62.xml" ContentType="application/vnd.openxmlformats-officedocument.presentationml.tags+xml"/>
  <Override PartName="/ppt/slides/tags/tag63.xml" ContentType="application/vnd.openxmlformats-officedocument.presentationml.tags+xml"/>
  <Override PartName="/ppt/slides/tags/tag64.xml" ContentType="application/vnd.openxmlformats-officedocument.presentationml.tags+xml"/>
  <Override PartName="/ppt/slides/tags/tag65.xml" ContentType="application/vnd.openxmlformats-officedocument.presentationml.tags+xml"/>
  <Override PartName="/ppt/slides/tags/tag66.xml" ContentType="application/vnd.openxmlformats-officedocument.presentationml.tags+xml"/>
  <Override PartName="/ppt/slides/tags/tag67.xml" ContentType="application/vnd.openxmlformats-officedocument.presentationml.tags+xml"/>
  <Override PartName="/ppt/slides/tags/tag68.xml" ContentType="application/vnd.openxmlformats-officedocument.presentationml.tags+xml"/>
  <Override PartName="/ppt/slides/slide7.xml" ContentType="application/vnd.openxmlformats-officedocument.presentationml.slide+xml"/>
  <Override PartName="/ppt/slides/tags/tag69.xml" ContentType="application/vnd.openxmlformats-officedocument.presentationml.tags+xml"/>
  <Override PartName="/ppt/slides/tags/tag70.xml" ContentType="application/vnd.openxmlformats-officedocument.presentationml.tags+xml"/>
  <Override PartName="/ppt/slides/tags/tag71.xml" ContentType="application/vnd.openxmlformats-officedocument.presentationml.tags+xml"/>
  <Override PartName="/ppt/slides/tags/tag72.xml" ContentType="application/vnd.openxmlformats-officedocument.presentationml.tags+xml"/>
  <Override PartName="/ppt/slides/tags/tag73.xml" ContentType="application/vnd.openxmlformats-officedocument.presentationml.tags+xml"/>
  <Override PartName="/ppt/slides/tags/tag74.xml" ContentType="application/vnd.openxmlformats-officedocument.presentationml.tags+xml"/>
  <Override PartName="/ppt/slides/tags/tag75.xml" ContentType="application/vnd.openxmlformats-officedocument.presentationml.tags+xml"/>
  <Override PartName="/ppt/slides/tags/tag76.xml" ContentType="application/vnd.openxmlformats-officedocument.presentationml.tags+xml"/>
  <Override PartName="/ppt/slides/tags/tag77.xml" ContentType="application/vnd.openxmlformats-officedocument.presentationml.tags+xml"/>
  <Override PartName="/ppt/slides/slide8.xml" ContentType="application/vnd.openxmlformats-officedocument.presentationml.slide+xml"/>
  <Override PartName="/ppt/slides/tags/tag78.xml" ContentType="application/vnd.openxmlformats-officedocument.presentationml.tags+xml"/>
  <Override PartName="/ppt/slides/tags/tag79.xml" ContentType="application/vnd.openxmlformats-officedocument.presentationml.tags+xml"/>
  <Override PartName="/ppt/slides/tags/tag80.xml" ContentType="application/vnd.openxmlformats-officedocument.presentationml.tags+xml"/>
  <Override PartName="/ppt/slides/tags/tag81.xml" ContentType="application/vnd.openxmlformats-officedocument.presentationml.tags+xml"/>
  <Override PartName="/ppt/slides/tags/tag82.xml" ContentType="application/vnd.openxmlformats-officedocument.presentationml.tags+xml"/>
  <Override PartName="/ppt/slides/tags/tag83.xml" ContentType="application/vnd.openxmlformats-officedocument.presentationml.tags+xml"/>
  <Override PartName="/ppt/slides/tags/tag84.xml" ContentType="application/vnd.openxmlformats-officedocument.presentationml.tags+xml"/>
  <Override PartName="/ppt/slides/tags/tag85.xml" ContentType="application/vnd.openxmlformats-officedocument.presentationml.tags+xml"/>
  <Override PartName="/ppt/slides/tags/tag86.xml" ContentType="application/vnd.openxmlformats-officedocument.presentationml.tags+xml"/>
  <Override PartName="/ppt/slides/tags/tag87.xml" ContentType="application/vnd.openxmlformats-officedocument.presentationml.tags+xml"/>
  <Override PartName="/ppt/slides/slide9.xml" ContentType="application/vnd.openxmlformats-officedocument.presentationml.slide+xml"/>
  <Override PartName="/ppt/media/image10.bin" ContentType="image/jpeg"/>
  <Override PartName="/ppt/slides/tags/tag88.xml" ContentType="application/vnd.openxmlformats-officedocument.presentationml.tags+xml"/>
  <Override PartName="/ppt/slides/tags/tag89.xml" ContentType="application/vnd.openxmlformats-officedocument.presentationml.tags+xml"/>
  <Override PartName="/ppt/slides/tags/tag90.xml" ContentType="application/vnd.openxmlformats-officedocument.presentationml.tags+xml"/>
  <Override PartName="/ppt/slides/tags/tag91.xml" ContentType="application/vnd.openxmlformats-officedocument.presentationml.tags+xml"/>
  <Override PartName="/ppt/slides/tags/tag92.xml" ContentType="application/vnd.openxmlformats-officedocument.presentationml.tags+xml"/>
  <Override PartName="/ppt/slides/tags/tag93.xml" ContentType="application/vnd.openxmlformats-officedocument.presentationml.tags+xml"/>
  <Override PartName="/ppt/slides/tags/tag94.xml" ContentType="application/vnd.openxmlformats-officedocument.presentationml.tags+xml"/>
  <Override PartName="/ppt/slides/tags/tag95.xml" ContentType="application/vnd.openxmlformats-officedocument.presentationml.tags+xml"/>
  <Override PartName="/ppt/slides/tags/tag96.xml" ContentType="application/vnd.openxmlformats-officedocument.presentationml.tags+xml"/>
  <Override PartName="/ppt/slides/tags/tag97.xml" ContentType="application/vnd.openxmlformats-officedocument.presentationml.tags+xml"/>
  <Override PartName="/ppt/slides/tags/tag98.xml" ContentType="application/vnd.openxmlformats-officedocument.presentationml.tags+xml"/>
  <Override PartName="/ppt/slides/tags/tag99.xml" ContentType="application/vnd.openxmlformats-officedocument.presentationml.tags+xml"/>
  <Override PartName="/ppt/slides/tags/tag100.xml" ContentType="application/vnd.openxmlformats-officedocument.presentationml.tags+xml"/>
  <Override PartName="/ppt/slides/tags/tag101.xml" ContentType="application/vnd.openxmlformats-officedocument.presentationml.tags+xml"/>
  <Override PartName="/ppt/slides/tags/tag102.xml" ContentType="application/vnd.openxmlformats-officedocument.presentationml.tags+xml"/>
  <Override PartName="/ppt/slides/tags/tag103.xml" ContentType="application/vnd.openxmlformats-officedocument.presentationml.tags+xml"/>
  <Override PartName="/ppt/slides/slide10.xml" ContentType="application/vnd.openxmlformats-officedocument.presentationml.slide+xml"/>
  <Override PartName="/ppt/media/image11.bin" ContentType="image/jpeg"/>
  <Override PartName="/ppt/media/image12.bin" ContentType="image/jpeg"/>
  <Override PartName="/ppt/slides/tags/tag104.xml" ContentType="application/vnd.openxmlformats-officedocument.presentationml.tags+xml"/>
  <Override PartName="/ppt/slides/tags/tag105.xml" ContentType="application/vnd.openxmlformats-officedocument.presentationml.tags+xml"/>
  <Override PartName="/ppt/slides/tags/tag106.xml" ContentType="application/vnd.openxmlformats-officedocument.presentationml.tags+xml"/>
  <Override PartName="/ppt/slides/tags/tag107.xml" ContentType="application/vnd.openxmlformats-officedocument.presentationml.tags+xml"/>
  <Override PartName="/ppt/slides/tags/tag108.xml" ContentType="application/vnd.openxmlformats-officedocument.presentationml.tags+xml"/>
  <Override PartName="/ppt/slides/tags/tag109.xml" ContentType="application/vnd.openxmlformats-officedocument.presentationml.tags+xml"/>
  <Override PartName="/ppt/slides/tags/tag110.xml" ContentType="application/vnd.openxmlformats-officedocument.presentationml.tags+xml"/>
  <Override PartName="/ppt/slides/tags/tag111.xml" ContentType="application/vnd.openxmlformats-officedocument.presentationml.tags+xml"/>
  <Override PartName="/ppt/slides/tags/tag112.xml" ContentType="application/vnd.openxmlformats-officedocument.presentationml.tags+xml"/>
  <Override PartName="/ppt/slides/tags/tag113.xml" ContentType="application/vnd.openxmlformats-officedocument.presentationml.tags+xml"/>
  <Override PartName="/ppt/slides/tags/tag114.xml" ContentType="application/vnd.openxmlformats-officedocument.presentationml.tags+xml"/>
  <Override PartName="/ppt/slides/tags/tag115.xml" ContentType="application/vnd.openxmlformats-officedocument.presentationml.tags+xml"/>
  <Override PartName="/ppt/slides/tags/tag116.xml" ContentType="application/vnd.openxmlformats-officedocument.presentationml.tags+xml"/>
  <Override PartName="/ppt/slides/tags/tag117.xml" ContentType="application/vnd.openxmlformats-officedocument.presentationml.tags+xml"/>
  <Override PartName="/ppt/slides/tags/tag118.xml" ContentType="application/vnd.openxmlformats-officedocument.presentationml.tags+xml"/>
  <Override PartName="/ppt/slides/tags/tag119.xml" ContentType="application/vnd.openxmlformats-officedocument.presentationml.tags+xml"/>
  <Override PartName="/ppt/slides/tags/tag120.xml" ContentType="application/vnd.openxmlformats-officedocument.presentationml.tags+xml"/>
  <Override PartName="/ppt/slides/tags/tag121.xml" ContentType="application/vnd.openxmlformats-officedocument.presentationml.tags+xml"/>
  <Override PartName="/ppt/notesSlides/notesSlide4.xml" ContentType="application/vnd.openxmlformats-officedocument.presentationml.notesSlide+xml"/>
  <Override PartName="/ppt/slides/slide11.xml" ContentType="application/vnd.openxmlformats-officedocument.presentationml.slide+xml"/>
  <Override PartName="/ppt/slides/tags/tag122.xml" ContentType="application/vnd.openxmlformats-officedocument.presentationml.tags+xml"/>
  <Override PartName="/ppt/slides/tags/tag123.xml" ContentType="application/vnd.openxmlformats-officedocument.presentationml.tags+xml"/>
  <Override PartName="/ppt/slides/tags/tag124.xml" ContentType="application/vnd.openxmlformats-officedocument.presentationml.tags+xml"/>
  <Override PartName="/ppt/slides/tags/tag125.xml" ContentType="application/vnd.openxmlformats-officedocument.presentationml.tags+xml"/>
  <Override PartName="/ppt/slides/tags/tag126.xml" ContentType="application/vnd.openxmlformats-officedocument.presentationml.tags+xml"/>
  <Override PartName="/ppt/slides/tags/tag127.xml" ContentType="application/vnd.openxmlformats-officedocument.presentationml.tags+xml"/>
  <Override PartName="/ppt/slides/tags/tag128.xml" ContentType="application/vnd.openxmlformats-officedocument.presentationml.tags+xml"/>
  <Override PartName="/ppt/slides/tags/tag129.xml" ContentType="application/vnd.openxmlformats-officedocument.presentationml.tags+xml"/>
  <Override PartName="/ppt/slides/tags/tag130.xml" ContentType="application/vnd.openxmlformats-officedocument.presentationml.tags+xml"/>
  <Override PartName="/ppt/slides/tags/tag131.xml" ContentType="application/vnd.openxmlformats-officedocument.presentationml.tags+xml"/>
  <Override PartName="/ppt/slides/tags/tag132.xml" ContentType="application/vnd.openxmlformats-officedocument.presentationml.tags+xml"/>
  <Override PartName="/ppt/slides/tags/tag133.xml" ContentType="application/vnd.openxmlformats-officedocument.presentationml.tags+xml"/>
  <Override PartName="/ppt/slides/tags/tag134.xml" ContentType="application/vnd.openxmlformats-officedocument.presentationml.tags+xml"/>
  <Override PartName="/ppt/slides/tags/tag135.xml" ContentType="application/vnd.openxmlformats-officedocument.presentationml.tags+xml"/>
  <Override PartName="/ppt/slides/tags/tag136.xml" ContentType="application/vnd.openxmlformats-officedocument.presentationml.tags+xml"/>
  <Override PartName="/ppt/slides/tags/tag137.xml" ContentType="application/vnd.openxmlformats-officedocument.presentationml.tags+xml"/>
  <Override PartName="/ppt/slides/tags/tag138.xml" ContentType="application/vnd.openxmlformats-officedocument.presentationml.tags+xml"/>
  <Override PartName="/ppt/slides/tags/tag139.xml" ContentType="application/vnd.openxmlformats-officedocument.presentationml.tags+xml"/>
  <Override PartName="/ppt/slides/tags/tag140.xml" ContentType="application/vnd.openxmlformats-officedocument.presentationml.tags+xml"/>
  <Override PartName="/ppt/slides/tags/tag141.xml" ContentType="application/vnd.openxmlformats-officedocument.presentationml.tags+xml"/>
  <Override PartName="/ppt/slides/tags/tag142.xml" ContentType="application/vnd.openxmlformats-officedocument.presentationml.tags+xml"/>
  <Override PartName="/ppt/slides/tags/tag143.xml" ContentType="application/vnd.openxmlformats-officedocument.presentationml.tags+xml"/>
  <Override PartName="/ppt/slides/tags/tag144.xml" ContentType="application/vnd.openxmlformats-officedocument.presentationml.tags+xml"/>
  <Override PartName="/ppt/slides/tags/tag145.xml" ContentType="application/vnd.openxmlformats-officedocument.presentationml.tags+xml"/>
  <Override PartName="/ppt/slides/tags/tag146.xml" ContentType="application/vnd.openxmlformats-officedocument.presentationml.tags+xml"/>
  <Override PartName="/ppt/slides/tags/tag147.xml" ContentType="application/vnd.openxmlformats-officedocument.presentationml.tags+xml"/>
  <Override PartName="/ppt/slides/tags/tag148.xml" ContentType="application/vnd.openxmlformats-officedocument.presentationml.tags+xml"/>
  <Override PartName="/ppt/slides/tags/tag149.xml" ContentType="application/vnd.openxmlformats-officedocument.presentationml.tags+xml"/>
  <Override PartName="/ppt/slides/tags/tag150.xml" ContentType="application/vnd.openxmlformats-officedocument.presentationml.tags+xml"/>
  <Override PartName="/ppt/slides/tags/tag151.xml" ContentType="application/vnd.openxmlformats-officedocument.presentationml.tags+xml"/>
  <Override PartName="/ppt/slides/slide12.xml" ContentType="application/vnd.openxmlformats-officedocument.presentationml.slide+xml"/>
  <Override PartName="/ppt/media/image13.bin" ContentType="image/jpeg"/>
  <Override PartName="/ppt/media/image14.bin" ContentType="image/jpeg"/>
  <Override PartName="/ppt/slides/tags/tag152.xml" ContentType="application/vnd.openxmlformats-officedocument.presentationml.tags+xml"/>
  <Override PartName="/ppt/slides/tags/tag153.xml" ContentType="application/vnd.openxmlformats-officedocument.presentationml.tags+xml"/>
  <Override PartName="/ppt/slides/tags/tag154.xml" ContentType="application/vnd.openxmlformats-officedocument.presentationml.tags+xml"/>
  <Override PartName="/ppt/slides/tags/tag155.xml" ContentType="application/vnd.openxmlformats-officedocument.presentationml.tags+xml"/>
  <Override PartName="/ppt/slides/tags/tag156.xml" ContentType="application/vnd.openxmlformats-officedocument.presentationml.tags+xml"/>
  <Override PartName="/ppt/slides/tags/tag157.xml" ContentType="application/vnd.openxmlformats-officedocument.presentationml.tags+xml"/>
  <Override PartName="/ppt/slides/tags/tag158.xml" ContentType="application/vnd.openxmlformats-officedocument.presentationml.tags+xml"/>
  <Override PartName="/ppt/slides/tags/tag159.xml" ContentType="application/vnd.openxmlformats-officedocument.presentationml.tags+xml"/>
  <Override PartName="/ppt/slides/slide13.xml" ContentType="application/vnd.openxmlformats-officedocument.presentationml.slide+xml"/>
  <Override PartName="/ppt/slides/tags/tag160.xml" ContentType="application/vnd.openxmlformats-officedocument.presentationml.tags+xml"/>
  <Override PartName="/ppt/slides/tags/tag161.xml" ContentType="application/vnd.openxmlformats-officedocument.presentationml.tags+xml"/>
  <Override PartName="/ppt/slides/tags/tag162.xml" ContentType="application/vnd.openxmlformats-officedocument.presentationml.tags+xml"/>
  <Override PartName="/ppt/slides/slide14.xml" ContentType="application/vnd.openxmlformats-officedocument.presentationml.slide+xml"/>
  <Override PartName="/ppt/media/image15.bin" ContentType="image/jpeg"/>
  <Override PartName="/ppt/slides/tags/tag163.xml" ContentType="application/vnd.openxmlformats-officedocument.presentationml.tags+xml"/>
  <Override PartName="/ppt/slides/tags/tag164.xml" ContentType="application/vnd.openxmlformats-officedocument.presentationml.tags+xml"/>
  <Override PartName="/ppt/slides/tags/tag165.xml" ContentType="application/vnd.openxmlformats-officedocument.presentationml.tags+xml"/>
  <Override PartName="/ppt/slides/tags/tag166.xml" ContentType="application/vnd.openxmlformats-officedocument.presentationml.tags+xml"/>
  <Override PartName="/ppt/slides/tags/tag167.xml" ContentType="application/vnd.openxmlformats-officedocument.presentationml.tags+xml"/>
  <Override PartName="/ppt/slides/tags/tag168.xml" ContentType="application/vnd.openxmlformats-officedocument.presentationml.tags+xml"/>
  <Override PartName="/ppt/slides/tags/tag169.xml" ContentType="application/vnd.openxmlformats-officedocument.presentationml.tags+xml"/>
  <Override PartName="/ppt/slides/tags/tag170.xml" ContentType="application/vnd.openxmlformats-officedocument.presentationml.tags+xml"/>
  <Override PartName="/ppt/slides/tags/tag171.xml" ContentType="application/vnd.openxmlformats-officedocument.presentationml.tags+xml"/>
  <Override PartName="/ppt/slides/tags/tag172.xml" ContentType="application/vnd.openxmlformats-officedocument.presentationml.tags+xml"/>
  <Override PartName="/ppt/slides/tags/tag173.xml" ContentType="application/vnd.openxmlformats-officedocument.presentationml.tags+xml"/>
  <Override PartName="/ppt/slides/tags/tag174.xml" ContentType="application/vnd.openxmlformats-officedocument.presentationml.tags+xml"/>
  <Override PartName="/ppt/slides/tags/tag175.xml" ContentType="application/vnd.openxmlformats-officedocument.presentationml.tags+xml"/>
  <Override PartName="/ppt/slides/slide15.xml" ContentType="application/vnd.openxmlformats-officedocument.presentationml.slide+xml"/>
  <Override PartName="/ppt/media/image16.bin" ContentType="image/jpeg"/>
  <Override PartName="/ppt/slides/tags/tag176.xml" ContentType="application/vnd.openxmlformats-officedocument.presentationml.tags+xml"/>
  <Override PartName="/ppt/slides/tags/tag177.xml" ContentType="application/vnd.openxmlformats-officedocument.presentationml.tags+xml"/>
  <Override PartName="/ppt/slides/tags/tag178.xml" ContentType="application/vnd.openxmlformats-officedocument.presentationml.tags+xml"/>
  <Override PartName="/ppt/slides/tags/tag179.xml" ContentType="application/vnd.openxmlformats-officedocument.presentationml.tags+xml"/>
  <Override PartName="/ppt/slides/tags/tag180.xml" ContentType="application/vnd.openxmlformats-officedocument.presentationml.tags+xml"/>
  <Override PartName="/ppt/slides/tags/tag181.xml" ContentType="application/vnd.openxmlformats-officedocument.presentationml.tags+xml"/>
  <Override PartName="/ppt/slides/tags/tag182.xml" ContentType="application/vnd.openxmlformats-officedocument.presentationml.tags+xml"/>
  <Override PartName="/ppt/slides/tags/tag183.xml" ContentType="application/vnd.openxmlformats-officedocument.presentationml.tags+xml"/>
  <Override PartName="/ppt/slides/tags/tag184.xml" ContentType="application/vnd.openxmlformats-officedocument.presentationml.tags+xml"/>
  <Override PartName="/ppt/slides/tags/tag185.xml" ContentType="application/vnd.openxmlformats-officedocument.presentationml.tags+xml"/>
  <Override PartName="/ppt/slides/tags/tag186.xml" ContentType="application/vnd.openxmlformats-officedocument.presentationml.tags+xml"/>
  <Override PartName="/ppt/slides/tags/tag187.xml" ContentType="application/vnd.openxmlformats-officedocument.presentationml.tags+xml"/>
  <Override PartName="/ppt/slides/tags/tag188.xml" ContentType="application/vnd.openxmlformats-officedocument.presentationml.tags+xml"/>
  <Override PartName="/ppt/slides/tags/tag189.xml" ContentType="application/vnd.openxmlformats-officedocument.presentationml.tags+xml"/>
  <Override PartName="/ppt/slides/tags/tag190.xml" ContentType="application/vnd.openxmlformats-officedocument.presentationml.tags+xml"/>
  <Override PartName="/ppt/slides/tags/tag191.xml" ContentType="application/vnd.openxmlformats-officedocument.presentationml.tags+xml"/>
  <Override PartName="/ppt/slides/tags/tag192.xml" ContentType="application/vnd.openxmlformats-officedocument.presentationml.tags+xml"/>
  <Override PartName="/ppt/slides/tags/tag193.xml" ContentType="application/vnd.openxmlformats-officedocument.presentationml.tags+xml"/>
  <Override PartName="/ppt/slides/tags/tag194.xml" ContentType="application/vnd.openxmlformats-officedocument.presentationml.tags+xml"/>
  <Override PartName="/ppt/slides/tags/tag195.xml" ContentType="application/vnd.openxmlformats-officedocument.presentationml.tags+xml"/>
  <Override PartName="/ppt/slides/tags/tag196.xml" ContentType="application/vnd.openxmlformats-officedocument.presentationml.tags+xml"/>
  <Override PartName="/ppt/slides/tags/tag197.xml" ContentType="application/vnd.openxmlformats-officedocument.presentationml.tags+xml"/>
  <Override PartName="/ppt/slides/tags/tag198.xml" ContentType="application/vnd.openxmlformats-officedocument.presentationml.tags+xml"/>
  <Override PartName="/ppt/slides/tags/tag199.xml" ContentType="application/vnd.openxmlformats-officedocument.presentationml.tags+xml"/>
  <Override PartName="/ppt/slides/slide16.xml" ContentType="application/vnd.openxmlformats-officedocument.presentationml.slide+xml"/>
  <Override PartName="/ppt/media/image21.bin" ContentType="image/jpeg"/>
  <Override PartName="/ppt/slides/tags/tag200.xml" ContentType="application/vnd.openxmlformats-officedocument.presentationml.tags+xml"/>
  <Override PartName="/ppt/slides/tags/tag201.xml" ContentType="application/vnd.openxmlformats-officedocument.presentationml.tags+xml"/>
  <Override PartName="/ppt/slides/tags/tag202.xml" ContentType="application/vnd.openxmlformats-officedocument.presentationml.tags+xml"/>
  <Override PartName="/ppt/slides/tags/tag203.xml" ContentType="application/vnd.openxmlformats-officedocument.presentationml.tags+xml"/>
  <Override PartName="/ppt/slides/tags/tag204.xml" ContentType="application/vnd.openxmlformats-officedocument.presentationml.tags+xml"/>
  <Override PartName="/ppt/slides/tags/tag205.xml" ContentType="application/vnd.openxmlformats-officedocument.presentationml.tags+xml"/>
  <Override PartName="/ppt/slides/tags/tag206.xml" ContentType="application/vnd.openxmlformats-officedocument.presentationml.tags+xml"/>
  <Override PartName="/ppt/slides/tags/tag207.xml" ContentType="application/vnd.openxmlformats-officedocument.presentationml.tags+xml"/>
  <Override PartName="/ppt/slides/slide17.xml" ContentType="application/vnd.openxmlformats-officedocument.presentationml.slide+xml"/>
  <Override PartName="/ppt/slides/tags/tag208.xml" ContentType="application/vnd.openxmlformats-officedocument.presentationml.tags+xml"/>
  <Override PartName="/ppt/slides/tags/tag209.xml" ContentType="application/vnd.openxmlformats-officedocument.presentationml.tags+xml"/>
  <Override PartName="/ppt/slides/tags/tag210.xml" ContentType="application/vnd.openxmlformats-officedocument.presentationml.tags+xml"/>
  <Override PartName="/ppt/slides/tags/tag211.xml" ContentType="application/vnd.openxmlformats-officedocument.presentationml.tags+xml"/>
  <Override PartName="/ppt/slides/tags/tag212.xml" ContentType="application/vnd.openxmlformats-officedocument.presentationml.tags+xml"/>
  <Override PartName="/ppt/slides/tags/tag213.xml" ContentType="application/vnd.openxmlformats-officedocument.presentationml.tags+xml"/>
  <Override PartName="/ppt/slides/tags/tag214.xml" ContentType="application/vnd.openxmlformats-officedocument.presentationml.tags+xml"/>
  <Override PartName="/ppt/slides/tags/tag215.xml" ContentType="application/vnd.openxmlformats-officedocument.presentationml.tags+xml"/>
  <Override PartName="/ppt/slides/tags/tag216.xml" ContentType="application/vnd.openxmlformats-officedocument.presentationml.tags+xml"/>
  <Override PartName="/ppt/slides/tags/tag217.xml" ContentType="application/vnd.openxmlformats-officedocument.presentationml.tags+xml"/>
  <Override PartName="/ppt/slides/tags/tag218.xml" ContentType="application/vnd.openxmlformats-officedocument.presentationml.tags+xml"/>
  <Override PartName="/ppt/slides/tags/tag219.xml" ContentType="application/vnd.openxmlformats-officedocument.presentationml.tags+xml"/>
  <Override PartName="/ppt/slides/tags/tag220.xml" ContentType="application/vnd.openxmlformats-officedocument.presentationml.tags+xml"/>
  <Override PartName="/ppt/slides/tags/tag221.xml" ContentType="application/vnd.openxmlformats-officedocument.presentationml.tags+xml"/>
  <Override PartName="/ppt/slides/tags/tag222.xml" ContentType="application/vnd.openxmlformats-officedocument.presentationml.tags+xml"/>
  <Override PartName="/ppt/slides/tags/tag223.xml" ContentType="application/vnd.openxmlformats-officedocument.presentationml.tags+xml"/>
  <Override PartName="/ppt/slides/tags/tag224.xml" ContentType="application/vnd.openxmlformats-officedocument.presentationml.tags+xml"/>
  <Override PartName="/ppt/slides/tags/tag225.xml" ContentType="application/vnd.openxmlformats-officedocument.presentationml.tags+xml"/>
  <Override PartName="/ppt/slides/tags/tag226.xml" ContentType="application/vnd.openxmlformats-officedocument.presentationml.tags+xml"/>
  <Override PartName="/ppt/slides/tags/tag227.xml" ContentType="application/vnd.openxmlformats-officedocument.presentationml.tags+xml"/>
  <Override PartName="/ppt/slides/tags/tag228.xml" ContentType="application/vnd.openxmlformats-officedocument.presentationml.tags+xml"/>
  <Override PartName="/ppt/slides/tags/tag229.xml" ContentType="application/vnd.openxmlformats-officedocument.presentationml.tags+xml"/>
  <Override PartName="/ppt/slides/tags/tag230.xml" ContentType="application/vnd.openxmlformats-officedocument.presentationml.tags+xml"/>
  <Override PartName="/ppt/slides/slide18.xml" ContentType="application/vnd.openxmlformats-officedocument.presentationml.slide+xml"/>
  <Override PartName="/ppt/slides/tags/tag231.xml" ContentType="application/vnd.openxmlformats-officedocument.presentationml.tags+xml"/>
  <Override PartName="/ppt/slides/tags/tag232.xml" ContentType="application/vnd.openxmlformats-officedocument.presentationml.tags+xml"/>
  <Override PartName="/ppt/slides/tags/tag233.xml" ContentType="application/vnd.openxmlformats-officedocument.presentationml.tags+xml"/>
  <Override PartName="/ppt/slides/tags/tag234.xml" ContentType="application/vnd.openxmlformats-officedocument.presentationml.tags+xml"/>
  <Override PartName="/ppt/slides/tags/tag235.xml" ContentType="application/vnd.openxmlformats-officedocument.presentationml.tags+xml"/>
  <Override PartName="/ppt/slides/tags/tag236.xml" ContentType="application/vnd.openxmlformats-officedocument.presentationml.tags+xml"/>
  <Override PartName="/ppt/slides/tags/tag237.xml" ContentType="application/vnd.openxmlformats-officedocument.presentationml.tags+xml"/>
  <Override PartName="/ppt/slides/tags/tag238.xml" ContentType="application/vnd.openxmlformats-officedocument.presentationml.tags+xml"/>
  <Override PartName="/ppt/slides/tags/tag239.xml" ContentType="application/vnd.openxmlformats-officedocument.presentationml.tags+xml"/>
  <Override PartName="/ppt/slides/tags/tag240.xml" ContentType="application/vnd.openxmlformats-officedocument.presentationml.tags+xml"/>
  <Override PartName="/ppt/slides/tags/tag241.xml" ContentType="application/vnd.openxmlformats-officedocument.presentationml.tags+xml"/>
  <Override PartName="/ppt/slides/tags/tag242.xml" ContentType="application/vnd.openxmlformats-officedocument.presentationml.tags+xml"/>
  <Override PartName="/ppt/slides/tags/tag243.xml" ContentType="application/vnd.openxmlformats-officedocument.presentationml.tags+xml"/>
  <Override PartName="/ppt/slides/tags/tag244.xml" ContentType="application/vnd.openxmlformats-officedocument.presentationml.tags+xml"/>
  <Override PartName="/ppt/slides/tags/tag245.xml" ContentType="application/vnd.openxmlformats-officedocument.presentationml.tags+xml"/>
  <Override PartName="/ppt/slides/tags/tag246.xml" ContentType="application/vnd.openxmlformats-officedocument.presentationml.tags+xml"/>
  <Override PartName="/ppt/slides/slide19.xml" ContentType="application/vnd.openxmlformats-officedocument.presentationml.slide+xml"/>
  <Override PartName="/ppt/slides/tags/tag247.xml" ContentType="application/vnd.openxmlformats-officedocument.presentationml.tags+xml"/>
  <Override PartName="/ppt/slides/tags/tag248.xml" ContentType="application/vnd.openxmlformats-officedocument.presentationml.tags+xml"/>
  <Override PartName="/ppt/slides/tags/tag249.xml" ContentType="application/vnd.openxmlformats-officedocument.presentationml.tags+xml"/>
  <Override PartName="/ppt/slides/slide20.xml" ContentType="application/vnd.openxmlformats-officedocument.presentationml.slide+xml"/>
  <Override PartName="/ppt/media/image22.bin" ContentType="image/jpeg"/>
  <Override PartName="/ppt/media/image23.bin" ContentType="image/jpeg"/>
  <Override PartName="/ppt/slides/tags/tag250.xml" ContentType="application/vnd.openxmlformats-officedocument.presentationml.tags+xml"/>
  <Override PartName="/ppt/slides/tags/tag251.xml" ContentType="application/vnd.openxmlformats-officedocument.presentationml.tags+xml"/>
  <Override PartName="/ppt/slides/tags/tag252.xml" ContentType="application/vnd.openxmlformats-officedocument.presentationml.tags+xml"/>
  <Override PartName="/ppt/slides/tags/tag253.xml" ContentType="application/vnd.openxmlformats-officedocument.presentationml.tags+xml"/>
  <Override PartName="/ppt/slides/tags/tag254.xml" ContentType="application/vnd.openxmlformats-officedocument.presentationml.tags+xml"/>
  <Override PartName="/ppt/slides/tags/tag255.xml" ContentType="application/vnd.openxmlformats-officedocument.presentationml.tags+xml"/>
  <Override PartName="/ppt/slides/tags/tag256.xml" ContentType="application/vnd.openxmlformats-officedocument.presentationml.tags+xml"/>
  <Override PartName="/ppt/slides/tags/tag257.xml" ContentType="application/vnd.openxmlformats-officedocument.presentationml.tags+xml"/>
  <Override PartName="/ppt/slides/tags/tag258.xml" ContentType="application/vnd.openxmlformats-officedocument.presentationml.tags+xml"/>
  <Override PartName="/ppt/slides/tags/tag259.xml" ContentType="application/vnd.openxmlformats-officedocument.presentationml.tags+xml"/>
  <Override PartName="/ppt/slides/tags/tag260.xml" ContentType="application/vnd.openxmlformats-officedocument.presentationml.tags+xml"/>
  <Override PartName="/ppt/slides/slide21.xml" ContentType="application/vnd.openxmlformats-officedocument.presentationml.slide+xml"/>
  <Override PartName="/ppt/slides/tags/tag261.xml" ContentType="application/vnd.openxmlformats-officedocument.presentationml.tags+xml"/>
  <Override PartName="/ppt/slides/tags/tag262.xml" ContentType="application/vnd.openxmlformats-officedocument.presentationml.tags+xml"/>
  <Override PartName="/ppt/slides/tags/tag263.xml" ContentType="application/vnd.openxmlformats-officedocument.presentationml.tags+xml"/>
  <Override PartName="/ppt/slides/tags/tag264.xml" ContentType="application/vnd.openxmlformats-officedocument.presentationml.tags+xml"/>
  <Override PartName="/ppt/slides/tags/tag265.xml" ContentType="application/vnd.openxmlformats-officedocument.presentationml.tags+xml"/>
  <Override PartName="/ppt/slides/tags/tag266.xml" ContentType="application/vnd.openxmlformats-officedocument.presentationml.tags+xml"/>
  <Override PartName="/ppt/slides/tags/tag267.xml" ContentType="application/vnd.openxmlformats-officedocument.presentationml.tags+xml"/>
  <Override PartName="/ppt/slides/tags/tag268.xml" ContentType="application/vnd.openxmlformats-officedocument.presentationml.tags+xml"/>
  <Override PartName="/ppt/slides/tags/tag269.xml" ContentType="application/vnd.openxmlformats-officedocument.presentationml.tags+xml"/>
  <Override PartName="/ppt/slides/tags/tag270.xml" ContentType="application/vnd.openxmlformats-officedocument.presentationml.tags+xml"/>
  <Override PartName="/ppt/slides/tags/tag271.xml" ContentType="application/vnd.openxmlformats-officedocument.presentationml.tags+xml"/>
  <Override PartName="/ppt/slides/tags/tag272.xml" ContentType="application/vnd.openxmlformats-officedocument.presentationml.tags+xml"/>
  <Override PartName="/ppt/slides/tags/tag273.xml" ContentType="application/vnd.openxmlformats-officedocument.presentationml.tags+xml"/>
  <Override PartName="/ppt/slides/tags/tag274.xml" ContentType="application/vnd.openxmlformats-officedocument.presentationml.tags+xml"/>
  <Override PartName="/ppt/slides/tags/tag275.xml" ContentType="application/vnd.openxmlformats-officedocument.presentationml.tags+xml"/>
  <Override PartName="/ppt/slides/tags/tag276.xml" ContentType="application/vnd.openxmlformats-officedocument.presentationml.tags+xml"/>
  <Override PartName="/ppt/slides/tags/tag277.xml" ContentType="application/vnd.openxmlformats-officedocument.presentationml.tags+xml"/>
  <Override PartName="/ppt/slides/tags/tag278.xml" ContentType="application/vnd.openxmlformats-officedocument.presentationml.tags+xml"/>
  <Override PartName="/ppt/slides/tags/tag279.xml" ContentType="application/vnd.openxmlformats-officedocument.presentationml.tags+xml"/>
  <Override PartName="/ppt/slides/tags/tag280.xml" ContentType="application/vnd.openxmlformats-officedocument.presentationml.tags+xml"/>
  <Override PartName="/ppt/slides/tags/tag281.xml" ContentType="application/vnd.openxmlformats-officedocument.presentationml.tags+xml"/>
  <Override PartName="/ppt/slides/tags/tag282.xml" ContentType="application/vnd.openxmlformats-officedocument.presentationml.tags+xml"/>
  <Override PartName="/ppt/slides/slide22.xml" ContentType="application/vnd.openxmlformats-officedocument.presentationml.slide+xml"/>
  <Override PartName="/ppt/slides/tags/tag283.xml" ContentType="application/vnd.openxmlformats-officedocument.presentationml.tags+xml"/>
  <Override PartName="/ppt/slides/tags/tag284.xml" ContentType="application/vnd.openxmlformats-officedocument.presentationml.tags+xml"/>
  <Override PartName="/ppt/slides/tags/tag285.xml" ContentType="application/vnd.openxmlformats-officedocument.presentationml.tags+xml"/>
  <Override PartName="/ppt/slides/tags/tag286.xml" ContentType="application/vnd.openxmlformats-officedocument.presentationml.tags+xml"/>
  <Override PartName="/ppt/slides/tags/tag287.xml" ContentType="application/vnd.openxmlformats-officedocument.presentationml.tags+xml"/>
  <Override PartName="/ppt/slides/tags/tag288.xml" ContentType="application/vnd.openxmlformats-officedocument.presentationml.tags+xml"/>
  <Override PartName="/ppt/slides/tags/tag289.xml" ContentType="application/vnd.openxmlformats-officedocument.presentationml.tags+xml"/>
  <Override PartName="/ppt/slides/tags/tag290.xml" ContentType="application/vnd.openxmlformats-officedocument.presentationml.tags+xml"/>
  <Override PartName="/ppt/slides/tags/tag291.xml" ContentType="application/vnd.openxmlformats-officedocument.presentationml.tags+xml"/>
  <Override PartName="/ppt/slides/tags/tag292.xml" ContentType="application/vnd.openxmlformats-officedocument.presentationml.tags+xml"/>
  <Override PartName="/ppt/slides/tags/tag293.xml" ContentType="application/vnd.openxmlformats-officedocument.presentationml.tags+xml"/>
  <Override PartName="/ppt/slides/tags/tag294.xml" ContentType="application/vnd.openxmlformats-officedocument.presentationml.tags+xml"/>
  <Override PartName="/ppt/slides/tags/tag295.xml" ContentType="application/vnd.openxmlformats-officedocument.presentationml.tags+xml"/>
  <Override PartName="/ppt/slides/tags/tag296.xml" ContentType="application/vnd.openxmlformats-officedocument.presentationml.tags+xml"/>
  <Override PartName="/ppt/slides/slide23.xml" ContentType="application/vnd.openxmlformats-officedocument.presentationml.slide+xml"/>
  <Override PartName="/ppt/media/image24.bin" ContentType="image/jpeg"/>
  <Override PartName="/ppt/slides/tags/tag297.xml" ContentType="application/vnd.openxmlformats-officedocument.presentationml.tags+xml"/>
  <Override PartName="/ppt/slides/tags/tag298.xml" ContentType="application/vnd.openxmlformats-officedocument.presentationml.tags+xml"/>
  <Override PartName="/ppt/slides/tags/tag299.xml" ContentType="application/vnd.openxmlformats-officedocument.presentationml.tags+xml"/>
  <Override PartName="/ppt/slides/tags/tag300.xml" ContentType="application/vnd.openxmlformats-officedocument.presentationml.tags+xml"/>
  <Override PartName="/ppt/slides/tags/tag301.xml" ContentType="application/vnd.openxmlformats-officedocument.presentationml.tags+xml"/>
  <Override PartName="/ppt/slides/tags/tag302.xml" ContentType="application/vnd.openxmlformats-officedocument.presentationml.tags+xml"/>
  <Override PartName="/ppt/slides/tags/tag303.xml" ContentType="application/vnd.openxmlformats-officedocument.presentationml.tags+xml"/>
  <Override PartName="/ppt/slides/tags/tag304.xml" ContentType="application/vnd.openxmlformats-officedocument.presentationml.tags+xml"/>
  <Override PartName="/ppt/slides/tags/tag305.xml" ContentType="application/vnd.openxmlformats-officedocument.presentationml.tags+xml"/>
  <Override PartName="/ppt/slides/slide24.xml" ContentType="application/vnd.openxmlformats-officedocument.presentationml.slide+xml"/>
  <Override PartName="/ppt/slides/tags/tag306.xml" ContentType="application/vnd.openxmlformats-officedocument.presentationml.tags+xml"/>
  <Override PartName="/ppt/slides/tags/tag307.xml" ContentType="application/vnd.openxmlformats-officedocument.presentationml.tags+xml"/>
  <Override PartName="/ppt/slides/tags/tag308.xml" ContentType="application/vnd.openxmlformats-officedocument.presentationml.tags+xml"/>
  <Override PartName="/ppt/slides/tags/tag309.xml" ContentType="application/vnd.openxmlformats-officedocument.presentationml.tags+xml"/>
  <Override PartName="/ppt/slides/tags/tag310.xml" ContentType="application/vnd.openxmlformats-officedocument.presentationml.tags+xml"/>
  <Override PartName="/ppt/slides/tags/tag311.xml" ContentType="application/vnd.openxmlformats-officedocument.presentationml.tags+xml"/>
  <Override PartName="/ppt/slides/tags/tag312.xml" ContentType="application/vnd.openxmlformats-officedocument.presentationml.tags+xml"/>
  <Override PartName="/ppt/slides/tags/tag313.xml" ContentType="application/vnd.openxmlformats-officedocument.presentationml.tags+xml"/>
  <Override PartName="/ppt/slides/tags/tag314.xml" ContentType="application/vnd.openxmlformats-officedocument.presentationml.tags+xml"/>
  <Override PartName="/ppt/slides/tags/tag315.xml" ContentType="application/vnd.openxmlformats-officedocument.presentationml.tags+xml"/>
  <Override PartName="/ppt/slides/tags/tag316.xml" ContentType="application/vnd.openxmlformats-officedocument.presentationml.tags+xml"/>
  <Override PartName="/ppt/slides/tags/tag317.xml" ContentType="application/vnd.openxmlformats-officedocument.presentationml.tags+xml"/>
  <Override PartName="/ppt/slides/tags/tag318.xml" ContentType="application/vnd.openxmlformats-officedocument.presentationml.tags+xml"/>
  <Override PartName="/ppt/slides/tags/tag319.xml" ContentType="application/vnd.openxmlformats-officedocument.presentationml.tags+xml"/>
  <Override PartName="/ppt/slides/tags/tag320.xml" ContentType="application/vnd.openxmlformats-officedocument.presentationml.tags+xml"/>
  <Override PartName="/ppt/slides/tags/tag321.xml" ContentType="application/vnd.openxmlformats-officedocument.presentationml.tags+xml"/>
  <Override PartName="/ppt/slides/slide25.xml" ContentType="application/vnd.openxmlformats-officedocument.presentationml.slide+xml"/>
  <Override PartName="/ppt/media/image25.bin" ContentType="image/jpeg"/>
  <Override PartName="/ppt/customXML/item.xml" ContentType="application/inkml+xml"/>
  <Override PartName="/ppt/customXML/item2.xml" ContentType="application/inkml+xml"/>
  <Override PartName="/ppt/slides/slide26.xml" ContentType="application/vnd.openxmlformats-officedocument.presentationml.slide+xml"/>
  <Override PartName="/ppt/media/image28.bin" ContentType="image/jpeg"/>
  <Override PartName="/ppt/media/image29.bin" ContentType="image/jpeg"/>
  <Override PartName="/ppt/media/image32.bin" ContentType="image/jpeg"/>
  <Override PartName="/ppt/customXML/item3.xml" ContentType="application/inkml+xml"/>
  <Override PartName="/ppt/customXML/item4.xml" ContentType="application/inkml+xml"/>
  <Override PartName="/ppt/customXML/item5.xml" ContentType="application/inkml+xml"/>
  <Override PartName="/ppt/slides/slide27.xml" ContentType="application/vnd.openxmlformats-officedocument.presentationml.slide+xml"/>
  <Override PartName="/ppt/customXML/item6.xml" ContentType="application/inkml+xml"/>
  <Override PartName="/ppt/customXML/item7.xml" ContentType="application/inkml+xml"/>
  <Override PartName="/ppt/customXML/item8.xml" ContentType="application/inkml+xml"/>
  <Override PartName="/ppt/slides/slide28.xml" ContentType="application/vnd.openxmlformats-officedocument.presentationml.slide+xml"/>
</Types>
</file>

<file path=_rels/.rels>&#65279;<?xml version="1.0" encoding="utf-8"?><Relationships xmlns="http://schemas.openxmlformats.org/package/2006/relationships"><Relationship Type="http://schemas.openxmlformats.org/officeDocument/2006/relationships/officeDocument" Target="/ppt/presentation.xml" Id="R3ae955e18b3d4ff2" /><Relationship Type="http://schemas.openxmlformats.org/package/2006/relationships/metadata/core-properties" Target="/docProps/core.xml" Id="Rfffb21cc7e624410" /><Relationship Type="http://schemas.openxmlformats.org/officeDocument/2006/relationships/extended-properties" Target="/docProps/app.xml" Id="Rd551af88ac2c47f9" /><Relationship Type="http://schemas.openxmlformats.org/officeDocument/2006/relationships/custom-properties" Target="/docProps/custom.xml" Id="R2aac55d2084f480b"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9e89a01564f5490b"/>
  </p:sldMasterIdLst>
  <p:notesMasterIdLst>
    <p:notesMasterId r:id="R438bf7e45ddc42bd"/>
  </p:notesMasterIdLst>
  <p:handoutMasterIdLst>
    <p:handoutMasterId r:id="R35a835a06d6e464e"/>
  </p:handoutMasterIdLst>
  <p:sldIdLst>
    <p:sldId id="256" r:id="Rc8caca80e2cb423c"/>
    <p:sldId id="257" r:id="R3895a152f51e4ef0"/>
    <p:sldId id="258" r:id="Rbd57b2603d1e4e75"/>
    <p:sldId id="259" r:id="Ra28b7da367544ade"/>
    <p:sldId id="260" r:id="Ra7d740cb2ba64069"/>
    <p:sldId id="261" r:id="R225a4feab212453a"/>
    <p:sldId id="262" r:id="Racb01d947aec4168"/>
    <p:sldId id="263" r:id="Rb7dcda62e8694a44"/>
    <p:sldId id="264" r:id="R7abfafe561e7458e"/>
    <p:sldId id="265" r:id="R98ef04f083a04fa1"/>
    <p:sldId id="266" r:id="R2b91a14085a34abf"/>
    <p:sldId id="267" r:id="R83a3eaf7b5ad42cb"/>
    <p:sldId id="268" r:id="Rc87f96ec2ddd45d7"/>
    <p:sldId id="269" r:id="R4e368c8716bb4272"/>
    <p:sldId id="270" r:id="R08a4f2843d934266"/>
    <p:sldId id="271" r:id="R0579307961fa41a3"/>
    <p:sldId id="272" r:id="R0ab0ba88511146b0"/>
    <p:sldId id="273" r:id="Rffd96d12459c4ded"/>
    <p:sldId id="274" r:id="R2729d4027f3b4e4b"/>
    <p:sldId id="275" r:id="R7882c7f68f2f47ef"/>
    <p:sldId id="276" r:id="Rc62cc9b7f3824ac6"/>
    <p:sldId id="277" r:id="R49887a16af854c95"/>
    <p:sldId id="278" r:id="R7b3017da54744996"/>
    <p:sldId id="279" r:id="R91d850cbdf53480a"/>
    <p:sldId id="280" r:id="R51a5146a9fba4915"/>
    <p:sldId id="281" r:id="Rd4664679415d4011"/>
    <p:sldId id="282" r:id="Rbba06f6a999d4756"/>
    <p:sldId id="283" r:id="R1a56e17015cc4e2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61" userDrawn="1">
          <p15:clr>
            <a:srgbClr val="A4A3A4"/>
          </p15:clr>
        </p15:guide>
        <p15:guide id="2" pos="3834" userDrawn="1">
          <p15:clr>
            <a:srgbClr val="A4A3A4"/>
          </p15:clr>
        </p15:guide>
        <p15:guide id="3" pos="3835">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F454E"/>
    <a:srgbClr val="8A0006"/>
    <a:srgbClr val="B40005"/>
    <a:srgbClr val="64F1FA"/>
    <a:srgbClr val="83E1FF"/>
    <a:srgbClr val="FFD9A3"/>
    <a:srgbClr val="98EDB6"/>
    <a:srgbClr val="34705E"/>
    <a:srgbClr val="F0C2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778" autoAdjust="0"/>
    <p:restoredTop sz="95029" autoAdjust="0"/>
  </p:normalViewPr>
  <p:slideViewPr>
    <p:cSldViewPr snapToGrid="0" showGuides="1">
      <p:cViewPr varScale="1">
        <p:scale>
          <a:sx n="83" d="100"/>
          <a:sy n="83" d="100"/>
        </p:scale>
        <p:origin x="72" y="429"/>
      </p:cViewPr>
      <p:guideLst>
        <p:guide orient="horz" pos="2061"/>
        <p:guide pos="3834"/>
        <p:guide pos="3835"/>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&#65279;<?xml version="1.0" encoding="utf-8"?><Relationships xmlns="http://schemas.openxmlformats.org/package/2006/relationships"><Relationship Type="http://schemas.openxmlformats.org/officeDocument/2006/relationships/handoutMaster" Target="/ppt/handoutMasters/handoutMaster1.xml" Id="R35a835a06d6e464e" /><Relationship Type="http://schemas.openxmlformats.org/officeDocument/2006/relationships/notesMaster" Target="/ppt/notesMasters/notesMaster1.xml" Id="R438bf7e45ddc42bd" /><Relationship Type="http://schemas.openxmlformats.org/officeDocument/2006/relationships/presProps" Target="/ppt/presProps.xml" Id="Re7c365d1d447444c" /><Relationship Type="http://schemas.openxmlformats.org/officeDocument/2006/relationships/viewProps" Target="/ppt/viewProps.xml" Id="Rc34a5ec8f0174b16" /><Relationship Type="http://schemas.openxmlformats.org/officeDocument/2006/relationships/slideMaster" Target="/ppt/slideMasters/slideMaster1.xml" Id="R9e89a01564f5490b" /><Relationship Type="http://schemas.openxmlformats.org/officeDocument/2006/relationships/theme" Target="/ppt/slideMasters/theme/theme3.xml" Id="R8c19d48d6ee44b98" /><Relationship Type="http://schemas.openxmlformats.org/officeDocument/2006/relationships/slide" Target="/ppt/slides/slide1.xml" Id="Rc8caca80e2cb423c" /><Relationship Type="http://schemas.openxmlformats.org/officeDocument/2006/relationships/slide" Target="/ppt/slides/slide2.xml" Id="R3895a152f51e4ef0" /><Relationship Type="http://schemas.openxmlformats.org/officeDocument/2006/relationships/slide" Target="/ppt/slides/slide3.xml" Id="Rbd57b2603d1e4e75" /><Relationship Type="http://schemas.openxmlformats.org/officeDocument/2006/relationships/slide" Target="/ppt/slides/slide4.xml" Id="Ra28b7da367544ade" /><Relationship Type="http://schemas.openxmlformats.org/officeDocument/2006/relationships/slide" Target="/ppt/slides/slide5.xml" Id="Ra7d740cb2ba64069" /><Relationship Type="http://schemas.openxmlformats.org/officeDocument/2006/relationships/slide" Target="/ppt/slides/slide6.xml" Id="R225a4feab212453a" /><Relationship Type="http://schemas.openxmlformats.org/officeDocument/2006/relationships/slide" Target="/ppt/slides/slide7.xml" Id="Racb01d947aec4168" /><Relationship Type="http://schemas.openxmlformats.org/officeDocument/2006/relationships/slide" Target="/ppt/slides/slide8.xml" Id="Rb7dcda62e8694a44" /><Relationship Type="http://schemas.openxmlformats.org/officeDocument/2006/relationships/slide" Target="/ppt/slides/slide9.xml" Id="R7abfafe561e7458e" /><Relationship Type="http://schemas.openxmlformats.org/officeDocument/2006/relationships/slide" Target="/ppt/slides/slide10.xml" Id="R98ef04f083a04fa1" /><Relationship Type="http://schemas.openxmlformats.org/officeDocument/2006/relationships/slide" Target="/ppt/slides/slide11.xml" Id="R2b91a14085a34abf" /><Relationship Type="http://schemas.openxmlformats.org/officeDocument/2006/relationships/slide" Target="/ppt/slides/slide12.xml" Id="R83a3eaf7b5ad42cb" /><Relationship Type="http://schemas.openxmlformats.org/officeDocument/2006/relationships/slide" Target="/ppt/slides/slide13.xml" Id="Rc87f96ec2ddd45d7" /><Relationship Type="http://schemas.openxmlformats.org/officeDocument/2006/relationships/slide" Target="/ppt/slides/slide14.xml" Id="R4e368c8716bb4272" /><Relationship Type="http://schemas.openxmlformats.org/officeDocument/2006/relationships/slide" Target="/ppt/slides/slide15.xml" Id="R08a4f2843d934266" /><Relationship Type="http://schemas.openxmlformats.org/officeDocument/2006/relationships/slide" Target="/ppt/slides/slide16.xml" Id="R0579307961fa41a3" /><Relationship Type="http://schemas.openxmlformats.org/officeDocument/2006/relationships/slide" Target="/ppt/slides/slide17.xml" Id="R0ab0ba88511146b0" /><Relationship Type="http://schemas.openxmlformats.org/officeDocument/2006/relationships/slide" Target="/ppt/slides/slide18.xml" Id="Rffd96d12459c4ded" /><Relationship Type="http://schemas.openxmlformats.org/officeDocument/2006/relationships/slide" Target="/ppt/slides/slide19.xml" Id="R2729d4027f3b4e4b" /><Relationship Type="http://schemas.openxmlformats.org/officeDocument/2006/relationships/slide" Target="/ppt/slides/slide20.xml" Id="R7882c7f68f2f47ef" /><Relationship Type="http://schemas.openxmlformats.org/officeDocument/2006/relationships/slide" Target="/ppt/slides/slide21.xml" Id="Rc62cc9b7f3824ac6" /><Relationship Type="http://schemas.openxmlformats.org/officeDocument/2006/relationships/slide" Target="/ppt/slides/slide22.xml" Id="R49887a16af854c95" /><Relationship Type="http://schemas.openxmlformats.org/officeDocument/2006/relationships/slide" Target="/ppt/slides/slide23.xml" Id="R7b3017da54744996" /><Relationship Type="http://schemas.openxmlformats.org/officeDocument/2006/relationships/slide" Target="/ppt/slides/slide24.xml" Id="R91d850cbdf53480a" /><Relationship Type="http://schemas.openxmlformats.org/officeDocument/2006/relationships/slide" Target="/ppt/slides/slide25.xml" Id="R51a5146a9fba4915" /><Relationship Type="http://schemas.openxmlformats.org/officeDocument/2006/relationships/slide" Target="/ppt/slides/slide26.xml" Id="Rd4664679415d4011" /><Relationship Type="http://schemas.openxmlformats.org/officeDocument/2006/relationships/slide" Target="/ppt/slides/slide27.xml" Id="Rbba06f6a999d4756" /><Relationship Type="http://schemas.openxmlformats.org/officeDocument/2006/relationships/slide" Target="/ppt/slides/slide28.xml" Id="R1a56e17015cc4e22" /></Relationships>
</file>

<file path=ppt/customXML/item.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06"/>
    </inkml:context>
    <inkml:brush xml:id="br0">
      <inkml:brushProperty name="width" value="0.2" units="cm"/>
      <inkml:brushProperty name="height" value="0.2" units="cm"/>
      <inkml:brushProperty name="color" value="#EAEAEA"/>
    </inkml:brush>
  </inkml:definitions>
  <inkml:trace contextRef="#ctx0" brushRef="#br0">0 1 24575,'0'0'-8191</inkml:trace>
</inkml:ink>
</file>

<file path=ppt/customXML/item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17"/>
    </inkml:context>
    <inkml:brush xml:id="br0">
      <inkml:brushProperty name="width" value="0.2" units="cm"/>
      <inkml:brushProperty name="height" value="0.2" units="cm"/>
      <inkml:brushProperty name="color" value="#EAEAEA"/>
    </inkml:brush>
  </inkml:definitions>
  <inkml:trace contextRef="#ctx0" brushRef="#br0">0 1 24575</inkml:trace>
</inkml:ink>
</file>

<file path=ppt/customXML/item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03"/>
    </inkml:context>
    <inkml:brush xml:id="br0">
      <inkml:brushProperty name="width" value="0.2" units="cm"/>
      <inkml:brushProperty name="height" value="0.2" units="cm"/>
      <inkml:brushProperty name="color" value="#EAEAEA"/>
    </inkml:brush>
  </inkml:definitions>
  <inkml:trace contextRef="#ctx0" brushRef="#br0">1 1 24575,'5255'0'-1365</inkml:trace>
</inkml:ink>
</file>

<file path=ppt/customXML/item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06"/>
    </inkml:context>
    <inkml:brush xml:id="br0">
      <inkml:brushProperty name="width" value="0.2" units="cm"/>
      <inkml:brushProperty name="height" value="0.2" units="cm"/>
      <inkml:brushProperty name="color" value="#EAEAEA"/>
    </inkml:brush>
  </inkml:definitions>
  <inkml:trace contextRef="#ctx0" brushRef="#br0">0 1 24575,'0'0'-8191</inkml:trace>
</inkml:ink>
</file>

<file path=ppt/customXML/item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17"/>
    </inkml:context>
    <inkml:brush xml:id="br0">
      <inkml:brushProperty name="width" value="0.2" units="cm"/>
      <inkml:brushProperty name="height" value="0.2" units="cm"/>
      <inkml:brushProperty name="color" value="#EAEAEA"/>
    </inkml:brush>
  </inkml:definitions>
  <inkml:trace contextRef="#ctx0" brushRef="#br0">0 1 24575</inkml:trace>
</inkml:ink>
</file>

<file path=ppt/customXML/item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37"/>
    </inkml:context>
    <inkml:brush xml:id="br0">
      <inkml:brushProperty name="width" value="0.2" units="cm"/>
      <inkml:brushProperty name="height" value="0.2" units="cm"/>
      <inkml:brushProperty name="color" value="#EAEAEA"/>
    </inkml:brush>
  </inkml:definitions>
  <inkml:trace contextRef="#ctx0" brushRef="#br0">0 0 24575,'0'0'-8191</inkml:trace>
</inkml:ink>
</file>

<file path=ppt/customXML/item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8:18"/>
    </inkml:context>
    <inkml:brush xml:id="br0">
      <inkml:brushProperty name="width" value="0.2" units="cm"/>
      <inkml:brushProperty name="height" value="0.2" units="cm"/>
      <inkml:brushProperty name="color" value="#EAEAEA"/>
    </inkml:brush>
  </inkml:definitions>
  <inkml:trace contextRef="#ctx0" brushRef="#br0">0 1 24575,'0'0'-8191</inkml:trace>
</inkml:ink>
</file>

<file path=ppt/customXML/item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8:18"/>
    </inkml:context>
    <inkml:brush xml:id="br0">
      <inkml:brushProperty name="width" value="0.2" units="cm"/>
      <inkml:brushProperty name="height" value="0.2" units="cm"/>
      <inkml:brushProperty name="color" value="#EAEAEA"/>
    </inkml:brush>
  </inkml:definitions>
  <inkml:trace contextRef="#ctx0" brushRef="#br0">0 1 24575,'0'0'-8191</inkml:trace>
</inkml:ink>
</file>

<file path=ppt/handoutMasters/_rels/handoutMaster1.xml.rels>&#65279;<?xml version="1.0" encoding="utf-8"?><Relationships xmlns="http://schemas.openxmlformats.org/package/2006/relationships"><Relationship Type="http://schemas.openxmlformats.org/officeDocument/2006/relationships/theme" Target="/ppt/handoutMasters/theme/theme1.xml" Id="Rf244b2bf24184cdd" /></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思源黑体 Normal"/>
              <a:ea typeface="思源黑体 Normal"/>
              <a:cs typeface="思源黑体 Normal" panose="020B0400000000000000"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a:latin typeface="思源黑体 Normal"/>
                <a:ea typeface="思源黑体 Normal"/>
                <a:cs typeface="思源黑体 Normal" panose="020B0400000000000000" charset="-122"/>
              </a:rPr>
              <a:t>2025/4/28</a:t>
            </a:fld>
            <a:endParaRPr lang="zh-CN" altLang="en-US">
              <a:latin typeface="思源黑体 Normal"/>
              <a:ea typeface="思源黑体 Normal"/>
              <a:cs typeface="思源黑体 Normal" panose="020B0400000000000000"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思源黑体 Normal"/>
              <a:ea typeface="思源黑体 Normal"/>
              <a:cs typeface="思源黑体 Normal" panose="020B0400000000000000"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a:latin typeface="思源黑体 Normal"/>
                <a:ea typeface="思源黑体 Normal"/>
                <a:cs typeface="思源黑体 Normal" panose="020B0400000000000000" charset="-122"/>
              </a:rPr>
              <a:t>‹#›</a:t>
            </a:fld>
            <a:endParaRPr lang="zh-CN" altLang="en-US">
              <a:latin typeface="思源黑体 Normal"/>
              <a:ea typeface="思源黑体 Normal"/>
              <a:cs typeface="思源黑体 Normal" panose="020B0400000000000000" charset="-122"/>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handoutMasters/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Arial"/>
        <a:cs typeface="Arial"/>
        <a:font script="Jpan" typeface="ＭＳ Ｐゴシック"/>
        <a:font script="Hang" typeface="맑은 고딕"/>
        <a:font script="Hans" typeface="思源黑体 Normal"/>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思源黑体 Normal"/>
        <a:ea typeface="Arial"/>
        <a:cs typeface="Arial"/>
        <a:font script="Jpan" typeface="ＭＳ Ｐゴシック"/>
        <a:font script="Hang" typeface="맑은 고딕"/>
        <a:font script="Hans" typeface="思源黑体 Normal"/>
        <a:font script="Hant" typeface="新細明體"/>
        <a:font script="Arab" typeface="思源黑体 Normal"/>
        <a:font script="Hebr" typeface="思源黑体 Norm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黑体 Norm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notesMasters/_rels/notesMaster1.xml.rels>&#65279;<?xml version="1.0" encoding="utf-8"?><Relationships xmlns="http://schemas.openxmlformats.org/package/2006/relationships"><Relationship Type="http://schemas.openxmlformats.org/officeDocument/2006/relationships/theme" Target="/ppt/notesMasters/theme/theme2.xml" Id="R24fc94fee0fa4d5d"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思源黑体 Normal"/>
                <a:ea typeface="思源黑体 Normal"/>
                <a:cs typeface="思源黑体 Normal" panose="020B0400000000000000"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思源黑体 Normal"/>
                <a:ea typeface="思源黑体 Normal"/>
                <a:cs typeface="思源黑体 Normal" panose="020B0400000000000000" charset="-122"/>
              </a:defRPr>
            </a:lvl1pPr>
          </a:lstStyle>
          <a:p>
            <a:fld id="{D2A48B96-639E-45A3-A0BA-2464DFDB1FAA}" type="datetimeFigureOut">
              <a:rPr lang="zh-CN" altLang="en-US"/>
              <a:t>2025/4/28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思源黑体 Normal"/>
                <a:ea typeface="思源黑体 Normal"/>
                <a:cs typeface="思源黑体 Normal" panose="020B0400000000000000"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思源黑体 Normal"/>
                <a:ea typeface="思源黑体 Normal"/>
                <a:cs typeface="思源黑体 Normal" panose="020B0400000000000000" charset="-122"/>
              </a:defRPr>
            </a:lvl1pPr>
          </a:lstStyle>
          <a:p>
            <a:fld id="{A6837353-30EB-4A48-80EB-173D804AEFBD}" type="slidenum">
              <a:rPr lang="zh-CN" altLang="en-US"/>
              <a:t>‹#›</a:t>
            </a:fld>
            <a:endParaRPr lang="zh-CN" altLang="en-US"/>
          </a:p>
        </p:txBody>
      </p:sp>
    </p:spTree>
    <p:extLst>
      <p:ext uri="{BB962C8B-B14F-4D97-AF65-F5344CB8AC3E}">
        <p14:creationId xmlns:p14="http://schemas.microsoft.com/office/powerpoint/2010/main" val="30397224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思源黑体 Normal"/>
        <a:ea typeface="思源黑体 Normal"/>
        <a:cs typeface="思源黑体 Normal" panose="020B0400000000000000" charset="-122"/>
      </a:defRPr>
    </a:lvl1pPr>
    <a:lvl2pPr marL="457200" algn="l" defTabSz="914400" rtl="0" eaLnBrk="1" latinLnBrk="0" hangingPunct="1">
      <a:defRPr sz="1200" kern="1200">
        <a:solidFill>
          <a:schemeClr val="tx1"/>
        </a:solidFill>
        <a:latin typeface="思源黑体 Normal"/>
        <a:ea typeface="思源黑体 Normal"/>
        <a:cs typeface="思源黑体 Normal" panose="020B0400000000000000" charset="-122"/>
      </a:defRPr>
    </a:lvl2pPr>
    <a:lvl3pPr marL="914400" algn="l" defTabSz="914400" rtl="0" eaLnBrk="1" latinLnBrk="0" hangingPunct="1">
      <a:defRPr sz="1200" kern="1200">
        <a:solidFill>
          <a:schemeClr val="tx1"/>
        </a:solidFill>
        <a:latin typeface="思源黑体 Normal"/>
        <a:ea typeface="思源黑体 Normal"/>
        <a:cs typeface="思源黑体 Normal" panose="020B0400000000000000" charset="-122"/>
      </a:defRPr>
    </a:lvl3pPr>
    <a:lvl4pPr marL="1371600" algn="l" defTabSz="914400" rtl="0" eaLnBrk="1" latinLnBrk="0" hangingPunct="1">
      <a:defRPr sz="1200" kern="1200">
        <a:solidFill>
          <a:schemeClr val="tx1"/>
        </a:solidFill>
        <a:latin typeface="思源黑体 Normal"/>
        <a:ea typeface="思源黑体 Normal"/>
        <a:cs typeface="思源黑体 Normal" panose="020B0400000000000000" charset="-122"/>
      </a:defRPr>
    </a:lvl4pPr>
    <a:lvl5pPr marL="1828800" algn="l" defTabSz="914400" rtl="0" eaLnBrk="1" latinLnBrk="0" hangingPunct="1">
      <a:defRPr sz="1200" kern="1200">
        <a:solidFill>
          <a:schemeClr val="tx1"/>
        </a:solidFill>
        <a:latin typeface="思源黑体 Normal"/>
        <a:ea typeface="思源黑体 Normal"/>
        <a:cs typeface="思源黑体 Normal" panose="020B0400000000000000"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Arial"/>
        <a:cs typeface="Arial"/>
        <a:font script="Jpan" typeface="ＭＳ Ｐゴシック"/>
        <a:font script="Hang" typeface="맑은 고딕"/>
        <a:font script="Hans" typeface="思源黑体 Normal"/>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思源黑体 Normal"/>
        <a:ea typeface="Arial"/>
        <a:cs typeface="Arial"/>
        <a:font script="Jpan" typeface="ＭＳ Ｐゴシック"/>
        <a:font script="Hang" typeface="맑은 고딕"/>
        <a:font script="Hans" typeface="思源黑体 Normal"/>
        <a:font script="Hant" typeface="新細明體"/>
        <a:font script="Arab" typeface="思源黑体 Normal"/>
        <a:font script="Hebr" typeface="思源黑体 Norm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黑体 Norm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notesSlides/_rels/notesSlide1.xml.rels>&#65279;<?xml version="1.0" encoding="utf-8"?><Relationships xmlns="http://schemas.openxmlformats.org/package/2006/relationships"><Relationship Type="http://schemas.openxmlformats.org/officeDocument/2006/relationships/slide" Target="/ppt/slides/slide1.xml" Id="R3c7aa98147144ac5" /><Relationship Type="http://schemas.openxmlformats.org/officeDocument/2006/relationships/notesMaster" Target="/ppt/notesMasters/notesMaster1.xml" Id="R984416e2407548e7" /></Relationships>
</file>

<file path=ppt/notesSlides/_rels/notesSlide2.xml.rels>&#65279;<?xml version="1.0" encoding="utf-8"?><Relationships xmlns="http://schemas.openxmlformats.org/package/2006/relationships"><Relationship Type="http://schemas.openxmlformats.org/officeDocument/2006/relationships/slide" Target="/ppt/slides/slide3.xml" Id="R8d1032efe2b24799" /><Relationship Type="http://schemas.openxmlformats.org/officeDocument/2006/relationships/notesMaster" Target="/ppt/notesMasters/notesMaster1.xml" Id="Raa73398428924e61" /></Relationships>
</file>

<file path=ppt/notesSlides/_rels/notesSlide3.xml.rels>&#65279;<?xml version="1.0" encoding="utf-8"?><Relationships xmlns="http://schemas.openxmlformats.org/package/2006/relationships"><Relationship Type="http://schemas.openxmlformats.org/officeDocument/2006/relationships/slide" Target="/ppt/slides/slide5.xml" Id="Rd2c376c86a3c4b3a" /><Relationship Type="http://schemas.openxmlformats.org/officeDocument/2006/relationships/notesMaster" Target="/ppt/notesMasters/notesMaster1.xml" Id="Rfd08c484e4454509" /></Relationships>
</file>

<file path=ppt/notesSlides/_rels/notesSlide4.xml.rels>&#65279;<?xml version="1.0" encoding="utf-8"?><Relationships xmlns="http://schemas.openxmlformats.org/package/2006/relationships"><Relationship Type="http://schemas.openxmlformats.org/officeDocument/2006/relationships/slide" Target="/ppt/slides/slide10.xml" Id="Rf043cbea18d9438b" /><Relationship Type="http://schemas.openxmlformats.org/officeDocument/2006/relationships/notesMaster" Target="/ppt/notesMasters/notesMaster1.xml" Id="R6dedd02be98447d5"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ct val="0"/>
              </a:spcBef>
              <a:spcAft>
                <a:spcPct val="0"/>
              </a:spcAft>
              <a:buClrTx/>
              <a:buSzTx/>
              <a:buFontTx/>
              <a:buNone/>
              <a:defRPr/>
            </a:pPr>
            <a:r>
              <a:rPr lang="zh-CN" altLang="en-US" sz="1200">
                <a:latin typeface="微软雅黑" panose="020B0503020204020204" pitchFamily="34" charset="-122"/>
                <a:ea typeface="微软雅黑" panose="020B0503020204020204" pitchFamily="34" charset="-122"/>
              </a:rPr>
              <a:t>模板来自于：XX</a:t>
            </a:r>
            <a:r>
              <a:rPr lang="en-US" altLang="zh-CN" sz="1200">
                <a:latin typeface="微软雅黑" panose="020B0503020204020204" pitchFamily="34" charset="-122"/>
                <a:ea typeface="微软雅黑" panose="020B0503020204020204" pitchFamily="34" charset="-122"/>
              </a:rPr>
              <a:t>PPT</a:t>
            </a:r>
            <a:r>
              <a:rPr lang="zh-CN" altLang="en-US" sz="1200">
                <a:latin typeface="微软雅黑" panose="020B0503020204020204" pitchFamily="34" charset="-122"/>
                <a:ea typeface="微软雅黑" panose="020B0503020204020204" pitchFamily="34" charset="-122"/>
              </a:rPr>
              <a:t> </a:t>
            </a:r>
            <a:r>
              <a:rPr lang="en-US" altLang="zh-CN" sz="1200">
                <a:latin typeface="微软雅黑" panose="020B0503020204020204" pitchFamily="34" charset="-122"/>
                <a:ea typeface="微软雅黑" panose="020B0503020204020204" pitchFamily="34" charset="-122"/>
              </a:rPr>
              <a:t>https://www.1ppt.com/</a:t>
            </a:r>
            <a:endParaRPr lang="zh-CN" altLang="en-US" sz="1200">
              <a:latin typeface="微软雅黑" panose="020B0503020204020204" pitchFamily="34" charset="-122"/>
              <a:ea typeface="微软雅黑" panose="020B0503020204020204" pitchFamily="34" charset="-122"/>
            </a:endParaRPr>
          </a:p>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a:t>3</a:t>
            </a:fld>
            <a:endParaRPr lang="zh-CN" altLang="en-US"/>
          </a:p>
        </p:txBody>
      </p:sp>
    </p:spTree>
    <p:extLst>
      <p:ext uri="{BB962C8B-B14F-4D97-AF65-F5344CB8AC3E}">
        <p14:creationId xmlns:p14="http://schemas.microsoft.com/office/powerpoint/2010/main" val="20613941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hyperlink" Target="http://www.1ppt.com/xiazai/" TargetMode="External" Id="R453221e317c747eda4d9e04da2f2dd9b" /><Relationship Type="http://schemas.openxmlformats.org/officeDocument/2006/relationships/slideMaster" Target="/ppt/slideMasters/slideMaster1.xml" Id="R0e86fb7fa2b74a9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2b125da29294f3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a8249dbb95141b5"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自定义版式">
    <p:bg>
      <p:bgPr>
        <a:solidFill>
          <a:schemeClr val="bg1"/>
        </a:solidFill>
        <a:effectLst/>
      </p:bgPr>
    </p:bg>
    <p:spTree>
      <p:nvGrpSpPr>
        <p:cNvPr id="1" name=""/>
        <p:cNvGrpSpPr/>
        <p:nvPr/>
      </p:nvGrpSpPr>
      <p:grpSpPr>
        <a:xfrm>
          <a:off x="0" y="0"/>
          <a:ext cx="0" cy="0"/>
          <a:chOff x="0" y="0"/>
          <a:chExt cx="0" cy="0"/>
        </a:xfrm>
      </p:grpSpPr>
      <p:sp>
        <p:nvSpPr>
          <p:cNvPr id="2" name="TextBox 1"/>
          <p:cNvSpPr txBox="1"/>
          <p:nvPr userDrawn="1"/>
        </p:nvSpPr>
        <p:spPr>
          <a:xfrm>
            <a:off x="11759951" y="999"/>
            <a:ext cx="432049" cy="118430"/>
          </a:xfrm>
          <a:prstGeom prst="rect">
            <a:avLst/>
          </a:prstGeom>
          <a:noFill/>
        </p:spPr>
        <p:txBody>
          <a:bodyPr wrap="square" rtlCol="0">
            <a:spAutoFit/>
          </a:bodyPr>
          <a:lstStyle/>
          <a:p>
            <a:pPr>
              <a:lnSpc>
                <a:spcPct val="200000"/>
              </a:lnSpc>
            </a:pPr>
            <a:r>
              <a:rPr lang="en-US" altLang="zh-CN" sz="100">
                <a:latin typeface="微软雅黑" panose="020B0503020204020204" pitchFamily="34" charset="-122"/>
                <a:ea typeface="微软雅黑" panose="020B0503020204020204" pitchFamily="34" charset="-122"/>
                <a:hlinkClick r:id="R453221e317c747eda4d9e04da2f2dd9b"/>
              </a:rPr>
              <a:t>PPT</a:t>
            </a:r>
            <a:r>
              <a:rPr lang="zh-CN" altLang="en-US" sz="100">
                <a:latin typeface="微软雅黑" panose="020B0503020204020204" pitchFamily="34" charset="-122"/>
                <a:ea typeface="微软雅黑" panose="020B0503020204020204" pitchFamily="34" charset="-122"/>
                <a:hlinkClick r:id="R453221e317c747eda4d9e04da2f2dd9b"/>
              </a:rPr>
              <a:t>下载</a:t>
            </a:r>
            <a:r>
              <a:rPr lang="zh-CN" altLang="en-US" sz="100">
                <a:latin typeface="微软雅黑" panose="020B0503020204020204" pitchFamily="34" charset="-122"/>
                <a:ea typeface="微软雅黑" panose="020B0503020204020204" pitchFamily="34" charset="-122"/>
              </a:rPr>
              <a:t> </a:t>
            </a:r>
            <a:r>
              <a:rPr lang="en-US" altLang="zh-CN" sz="100">
                <a:latin typeface="微软雅黑" panose="020B0503020204020204" pitchFamily="34" charset="-122"/>
                <a:ea typeface="微软雅黑" panose="020B0503020204020204" pitchFamily="34" charset="-122"/>
              </a:rPr>
              <a:t>http://www.1ppt.com/xiazai/</a:t>
            </a:r>
          </a:p>
        </p:txBody>
      </p:sp>
    </p:spTree>
    <p:extLst>
      <p:ext uri="{BB962C8B-B14F-4D97-AF65-F5344CB8AC3E}">
        <p14:creationId xmlns:p14="http://schemas.microsoft.com/office/powerpoint/2010/main" val="2715642729"/>
      </p:ext>
    </p:extLst>
  </p:cSld>
  <p:clrMapOvr>
    <a:masterClrMapping/>
  </p:clrMapOvr>
  <p:transition advTm="2000">
    <p:wedg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bg1"/>
        </a:solidFill>
        <a:effectLst/>
      </p:bgPr>
    </p:bg>
    <p:spTree>
      <p:nvGrpSpPr>
        <p:cNvPr id="1" name=""/>
        <p:cNvGrpSpPr/>
        <p:nvPr/>
      </p:nvGrpSpPr>
      <p:grpSpPr>
        <a:xfrm>
          <a:off x="0" y="0"/>
          <a:ext cx="0" cy="0"/>
          <a:chOff x="0" y="0"/>
          <a:chExt cx="0" cy="0"/>
        </a:xfrm>
      </p:grpSpPr>
    </p:spTree>
  </p:cSld>
  <p:clrMapOvr>
    <a:masterClrMapping/>
  </p:clrMapOvr>
  <p:transition advTm="2000">
    <p:wedg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p:transition advTm="2000">
    <p:wedge/>
  </p:transition>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3.xml" Id="Rd5396c02258740b0" /><Relationship Type="http://schemas.openxmlformats.org/officeDocument/2006/relationships/slideLayout" Target="/ppt/slideLayouts/slideLayout1.xml" Id="Red66daf2aa034361" /><Relationship Type="http://schemas.openxmlformats.org/officeDocument/2006/relationships/slideLayout" Target="/ppt/slideLayouts/slideLayout2.xml" Id="Rca9f5b287d6046c0" /><Relationship Type="http://schemas.openxmlformats.org/officeDocument/2006/relationships/slideLayout" Target="/ppt/slideLayouts/slideLayout3.xml" Id="R4d0884c530cd4754" /><Relationship Type="http://schemas.openxmlformats.org/officeDocument/2006/relationships/tags" Target="/ppt/slideMasters/tags/tag1.xml" Id="R1c093c09a9664d41"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Tree>
    <p:custDataLst>
      <p:tags r:id="R1c093c09a9664d41"/>
    </p:custDataLst>
  </p:cSld>
  <p:clrMap bg1="lt1" tx1="dk1" bg2="lt2" tx2="dk2" accent1="accent1" accent2="accent2" accent3="accent3" accent4="accent4" accent5="accent5" accent6="accent6" hlink="hlink" folHlink="folHlink"/>
  <p:sldLayoutIdLst>
    <p:sldLayoutId id="2147483651" r:id="R4d0884c530cd4754"/>
    <p:sldLayoutId id="2147483650" r:id="Rca9f5b287d6046c0"/>
    <p:sldLayoutId id="2147483649" r:id="Red66daf2aa034361"/>
  </p:sldLayoutIdLst>
  <p:transition advTm="2000">
    <p:wedge/>
  </p:transition>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ct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ct val="0"/>
        </a:spcBef>
        <a:spcAft>
          <a:spcPts val="600"/>
        </a:spcAft>
        <a:buFont typeface="Arial" panose="020B0604020202020204" pitchFamily="34" charset="0"/>
        <a:buChar char="●"/>
        <a:tabLst>
          <a:tab pos="1610360" algn="l"/>
        </a:tabLst>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ct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ct val="0"/>
        </a:spcBef>
        <a:spcAft>
          <a:spcPts val="300"/>
        </a:spcAft>
        <a:buFont typeface="Wingdings"/>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ct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51523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43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63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835" algn="l" defTabSz="914400" rtl="0" eaLnBrk="1" latinLnBrk="0" hangingPunct="1">
        <a:defRPr sz="1800" kern="1200">
          <a:solidFill>
            <a:schemeClr val="tx1"/>
          </a:solidFill>
          <a:latin typeface="+mn-lt"/>
          <a:ea typeface="+mn-ea"/>
          <a:cs typeface="+mn-cs"/>
        </a:defRPr>
      </a:lvl7pPr>
      <a:lvl8pPr marL="3201035" algn="l" defTabSz="914400" rtl="0" eaLnBrk="1" latinLnBrk="0" hangingPunct="1">
        <a:defRPr sz="1800" kern="1200">
          <a:solidFill>
            <a:schemeClr val="tx1"/>
          </a:solidFill>
          <a:latin typeface="+mn-lt"/>
          <a:ea typeface="+mn-ea"/>
          <a:cs typeface="+mn-cs"/>
        </a:defRPr>
      </a:lvl8pPr>
      <a:lvl9pPr marL="3658235" algn="l" defTabSz="914400" rtl="0" eaLnBrk="1" latinLnBrk="0" hangingPunct="1">
        <a:defRPr sz="1800" kern="1200">
          <a:solidFill>
            <a:schemeClr val="tx1"/>
          </a:solidFill>
          <a:latin typeface="+mn-lt"/>
          <a:ea typeface="+mn-ea"/>
          <a:cs typeface="+mn-cs"/>
        </a:defRPr>
      </a:lvl9pPr>
    </p:otherStyle>
  </p:txStyles>
</p:sldMaster>
</file>

<file path=ppt/slideMasters/tags/tag1.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TEMPLATE_CATEGORY" val="custom"/>
  <p:tag name="KSO_WM_TEMPLATE_COLOR_TYPE" val="1"/>
  <p:tag name="KSO_WM_TEMPLATE_INDEX" val="20205081"/>
  <p:tag name="KSO_WM_TEMPLATE_MASTER_TYPE" val="0"/>
  <p:tag name="KSO_WM_TEMPLATE_SUBCATEGORY" val="19"/>
  <p:tag name="KSO_WM_TEMPLATE_THUMBS_INDEX" val="1、4、7、12、13、14、15、16、17、18、20、24、25、28、33、36、40、43、44"/>
  <p:tag name="KSO_WM_UNIT_SHOW_EDIT_AREA_INDICATION" val="1"/>
</p:tagLst>
</file>

<file path=ppt/slideMasters/theme/theme3.xml><?xml version="1.0" encoding="utf-8"?>
<a:theme xmlns:a="http://schemas.openxmlformats.org/drawingml/2006/main" name="第一PPT，www.1ppt.com​">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思源黑体 Normal"/>
        <a:ea typeface="思源黑体 Normal"/>
        <a:cs typeface="Arial"/>
      </a:majorFont>
      <a:minorFont>
        <a:latin typeface="思源黑体 Normal"/>
        <a:ea typeface="思源黑体 Normal"/>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spAutoFit/>
      </a:bodyPr>
      <a:lstStyle>
        <a:defPPr algn="ctr">
          <a:lnSpc>
            <a:spcPct val="150000"/>
          </a:lnSpc>
          <a:defRPr lang="en-US" altLang="zh-CN" sz="1400" noProof="0">
            <a:ln>
              <a:noFill/>
            </a:ln>
            <a:solidFill>
              <a:schemeClr val="bg1"/>
            </a:solidFill>
            <a:effectLst/>
            <a:uLnTx/>
            <a:uFillTx/>
            <a:latin typeface="思源黑体 Normal" panose="020B0400000000000000" charset="-122"/>
            <a:ea typeface="思源黑体 Normal" panose="020B0400000000000000" charset="-122"/>
            <a:cs typeface="+mn-ea"/>
            <a:sym typeface="+mn-lt"/>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slides/_rels/slide1.xml.rels>&#65279;<?xml version="1.0" encoding="utf-8"?><Relationships xmlns="http://schemas.openxmlformats.org/package/2006/relationships"><Relationship Type="http://schemas.openxmlformats.org/officeDocument/2006/relationships/image" Target="/ppt/media/image.bin" Id="R7abad7a1afb84bf8" /><Relationship Type="http://schemas.openxmlformats.org/officeDocument/2006/relationships/tags" Target="/ppt/slides/tags/tag2.xml" Id="R0585dc7f2f0d4ad6" /><Relationship Type="http://schemas.openxmlformats.org/officeDocument/2006/relationships/tags" Target="/ppt/slides/tags/tag3.xml" Id="R8ec46a69830344d5" /><Relationship Type="http://schemas.openxmlformats.org/officeDocument/2006/relationships/tags" Target="/ppt/slides/tags/tag4.xml" Id="Rc12f45a85b7c4192" /><Relationship Type="http://schemas.openxmlformats.org/officeDocument/2006/relationships/tags" Target="/ppt/slides/tags/tag5.xml" Id="Rec260531e46f4f55" /><Relationship Type="http://schemas.openxmlformats.org/officeDocument/2006/relationships/tags" Target="/ppt/slides/tags/tag6.xml" Id="R46f0ec3fb0c14e03" /><Relationship Type="http://schemas.openxmlformats.org/officeDocument/2006/relationships/tags" Target="/ppt/slides/tags/tag7.xml" Id="R1c90e96a3e7243ea" /><Relationship Type="http://schemas.openxmlformats.org/officeDocument/2006/relationships/notesSlide" Target="/ppt/notesSlides/notesSlide1.xml" Id="Rc931d55c5b9b43fd" /><Relationship Type="http://schemas.openxmlformats.org/officeDocument/2006/relationships/slideLayout" Target="/ppt/slideLayouts/slideLayout3.xml" Id="R04a2a3ca97a64546" /></Relationships>
</file>

<file path=ppt/slides/_rels/slide2.xml.rels>&#65279;<?xml version="1.0" encoding="utf-8"?><Relationships xmlns="http://schemas.openxmlformats.org/package/2006/relationships"><Relationship Type="http://schemas.openxmlformats.org/officeDocument/2006/relationships/image" Target="/ppt/media/image2.bin" Id="R8c2c6f18dc2d43a0" /><Relationship Type="http://schemas.openxmlformats.org/officeDocument/2006/relationships/tags" Target="/ppt/slides/tags/tag8.xml" Id="R089bf404ff664f59" /><Relationship Type="http://schemas.openxmlformats.org/officeDocument/2006/relationships/tags" Target="/ppt/slides/tags/tag9.xml" Id="Rcdf0105452994df8" /><Relationship Type="http://schemas.openxmlformats.org/officeDocument/2006/relationships/tags" Target="/ppt/slides/tags/tag10.xml" Id="Rf9159bd4d6ab455f" /><Relationship Type="http://schemas.openxmlformats.org/officeDocument/2006/relationships/tags" Target="/ppt/slides/tags/tag11.xml" Id="Ra7c146e3dc6d4c2f" /><Relationship Type="http://schemas.openxmlformats.org/officeDocument/2006/relationships/tags" Target="/ppt/slides/tags/tag12.xml" Id="R6a358f386f054130" /><Relationship Type="http://schemas.openxmlformats.org/officeDocument/2006/relationships/tags" Target="/ppt/slides/tags/tag13.xml" Id="R968d032e5fe44ce6" /><Relationship Type="http://schemas.openxmlformats.org/officeDocument/2006/relationships/tags" Target="/ppt/slides/tags/tag14.xml" Id="R8d8b31bfcd9f4126" /><Relationship Type="http://schemas.openxmlformats.org/officeDocument/2006/relationships/slideLayout" Target="/ppt/slideLayouts/slideLayout3.xml" Id="R8ca12c6a21bc4d4c" /></Relationships>
</file>

<file path=ppt/slides/_rels/slide3.xml.rels>&#65279;<?xml version="1.0" encoding="utf-8"?><Relationships xmlns="http://schemas.openxmlformats.org/package/2006/relationships"><Relationship Type="http://schemas.openxmlformats.org/officeDocument/2006/relationships/image" Target="/ppt/media/image3.bin" Id="Ra6e99d6fd2a84d5b" /><Relationship Type="http://schemas.openxmlformats.org/officeDocument/2006/relationships/tags" Target="/ppt/slides/tags/tag15.xml" Id="R088de2d8830b4e43" /><Relationship Type="http://schemas.openxmlformats.org/officeDocument/2006/relationships/tags" Target="/ppt/slides/tags/tag16.xml" Id="R7c0431793160483d" /><Relationship Type="http://schemas.openxmlformats.org/officeDocument/2006/relationships/tags" Target="/ppt/slides/tags/tag17.xml" Id="R8cd8505b3c5e4cf9" /><Relationship Type="http://schemas.openxmlformats.org/officeDocument/2006/relationships/notesSlide" Target="/ppt/notesSlides/notesSlide2.xml" Id="Rfc2a42bde5694e33" /><Relationship Type="http://schemas.openxmlformats.org/officeDocument/2006/relationships/slideLayout" Target="/ppt/slideLayouts/slideLayout3.xml" Id="R5e19940bea9048ba" /></Relationships>
</file>

<file path=ppt/slides/_rels/slide4.xml.rels>&#65279;<?xml version="1.0" encoding="utf-8"?><Relationships xmlns="http://schemas.openxmlformats.org/package/2006/relationships"><Relationship Type="http://schemas.openxmlformats.org/officeDocument/2006/relationships/image" Target="/ppt/media/image4.bin" Id="Rf476046105cb4fb8" /><Relationship Type="http://schemas.openxmlformats.org/officeDocument/2006/relationships/tags" Target="/ppt/slides/tags/tag18.xml" Id="R4878c4ba526643ff" /><Relationship Type="http://schemas.openxmlformats.org/officeDocument/2006/relationships/tags" Target="/ppt/slides/tags/tag19.xml" Id="Rd927211fa8f143df" /><Relationship Type="http://schemas.openxmlformats.org/officeDocument/2006/relationships/tags" Target="/ppt/slides/tags/tag20.xml" Id="R0e75a8bb6e0745aa" /><Relationship Type="http://schemas.openxmlformats.org/officeDocument/2006/relationships/tags" Target="/ppt/slides/tags/tag21.xml" Id="R136cdbdf00a345da" /><Relationship Type="http://schemas.openxmlformats.org/officeDocument/2006/relationships/tags" Target="/ppt/slides/tags/tag22.xml" Id="Rec6a6474daf4454e" /><Relationship Type="http://schemas.openxmlformats.org/officeDocument/2006/relationships/tags" Target="/ppt/slides/tags/tag23.xml" Id="Rdc3812c626a44dc7" /><Relationship Type="http://schemas.openxmlformats.org/officeDocument/2006/relationships/tags" Target="/ppt/slides/tags/tag24.xml" Id="R84093531e09e4374" /><Relationship Type="http://schemas.openxmlformats.org/officeDocument/2006/relationships/slideLayout" Target="/ppt/slideLayouts/slideLayout2.xml" Id="R7ed14a3c9b9e4af0" /></Relationships>
</file>

<file path=ppt/slides/_rels/slide5.xml.rels>&#65279;<?xml version="1.0" encoding="utf-8"?><Relationships xmlns="http://schemas.openxmlformats.org/package/2006/relationships"><Relationship Type="http://schemas.openxmlformats.org/officeDocument/2006/relationships/image" Target="/ppt/media/image5.bin" Id="R826770531b4442a3" /><Relationship Type="http://schemas.openxmlformats.org/officeDocument/2006/relationships/image" Target="/ppt/media/image6.bin" Id="R0ad485eb35344d17" /><Relationship Type="http://schemas.openxmlformats.org/officeDocument/2006/relationships/image" Target="/ppt/media/image7.bin" Id="R7bba5293fdec4a77" /><Relationship Type="http://schemas.openxmlformats.org/officeDocument/2006/relationships/image" Target="/ppt/media/image8.bin" Id="R721ac23b91b44c5b" /><Relationship Type="http://schemas.openxmlformats.org/officeDocument/2006/relationships/tags" Target="/ppt/slides/tags/tag25.xml" Id="Re24bdf75319c4fbc" /><Relationship Type="http://schemas.openxmlformats.org/officeDocument/2006/relationships/tags" Target="/ppt/slides/tags/tag26.xml" Id="R09f3ee7da88547c9" /><Relationship Type="http://schemas.openxmlformats.org/officeDocument/2006/relationships/tags" Target="/ppt/slides/tags/tag27.xml" Id="R1014ab2be9dc4fc5" /><Relationship Type="http://schemas.openxmlformats.org/officeDocument/2006/relationships/tags" Target="/ppt/slides/tags/tag28.xml" Id="R43e39f3548274d7b" /><Relationship Type="http://schemas.openxmlformats.org/officeDocument/2006/relationships/tags" Target="/ppt/slides/tags/tag29.xml" Id="Raf314e2a771e4537" /><Relationship Type="http://schemas.openxmlformats.org/officeDocument/2006/relationships/tags" Target="/ppt/slides/tags/tag30.xml" Id="R2ff8086e4c3b45c4" /><Relationship Type="http://schemas.openxmlformats.org/officeDocument/2006/relationships/tags" Target="/ppt/slides/tags/tag31.xml" Id="R9dc3abfb041d4fee" /><Relationship Type="http://schemas.openxmlformats.org/officeDocument/2006/relationships/tags" Target="/ppt/slides/tags/tag32.xml" Id="Raaa671ca6e97417f" /><Relationship Type="http://schemas.openxmlformats.org/officeDocument/2006/relationships/tags" Target="/ppt/slides/tags/tag33.xml" Id="R0f7139cc113349e7" /><Relationship Type="http://schemas.openxmlformats.org/officeDocument/2006/relationships/tags" Target="/ppt/slides/tags/tag34.xml" Id="R6ba8cdca047543d3" /><Relationship Type="http://schemas.openxmlformats.org/officeDocument/2006/relationships/tags" Target="/ppt/slides/tags/tag35.xml" Id="R84efce84c4a24efc" /><Relationship Type="http://schemas.openxmlformats.org/officeDocument/2006/relationships/tags" Target="/ppt/slides/tags/tag36.xml" Id="Re9c3fadbe3df4882" /><Relationship Type="http://schemas.openxmlformats.org/officeDocument/2006/relationships/tags" Target="/ppt/slides/tags/tag37.xml" Id="Re6be075eadbb4403" /><Relationship Type="http://schemas.openxmlformats.org/officeDocument/2006/relationships/tags" Target="/ppt/slides/tags/tag38.xml" Id="R6bbc0a2255414d6a" /><Relationship Type="http://schemas.openxmlformats.org/officeDocument/2006/relationships/tags" Target="/ppt/slides/tags/tag39.xml" Id="Ra1effccc4f5041cb" /><Relationship Type="http://schemas.openxmlformats.org/officeDocument/2006/relationships/tags" Target="/ppt/slides/tags/tag40.xml" Id="R81517e95bfc14472" /><Relationship Type="http://schemas.openxmlformats.org/officeDocument/2006/relationships/tags" Target="/ppt/slides/tags/tag41.xml" Id="R73f769fa1f5b472d" /><Relationship Type="http://schemas.openxmlformats.org/officeDocument/2006/relationships/tags" Target="/ppt/slides/tags/tag42.xml" Id="R154b21f89e864231" /><Relationship Type="http://schemas.openxmlformats.org/officeDocument/2006/relationships/tags" Target="/ppt/slides/tags/tag43.xml" Id="R2a3bcb81885549c4" /><Relationship Type="http://schemas.openxmlformats.org/officeDocument/2006/relationships/tags" Target="/ppt/slides/tags/tag44.xml" Id="R4de03c97b5474d95" /><Relationship Type="http://schemas.openxmlformats.org/officeDocument/2006/relationships/tags" Target="/ppt/slides/tags/tag45.xml" Id="R7945ab02087842af" /><Relationship Type="http://schemas.openxmlformats.org/officeDocument/2006/relationships/tags" Target="/ppt/slides/tags/tag46.xml" Id="R9fb9f684585644b9" /><Relationship Type="http://schemas.openxmlformats.org/officeDocument/2006/relationships/tags" Target="/ppt/slides/tags/tag47.xml" Id="R1972a60c0c934e2c" /><Relationship Type="http://schemas.openxmlformats.org/officeDocument/2006/relationships/notesSlide" Target="/ppt/notesSlides/notesSlide3.xml" Id="Reac2521ebdfc4f99" /><Relationship Type="http://schemas.openxmlformats.org/officeDocument/2006/relationships/slideLayout" Target="/ppt/slideLayouts/slideLayout2.xml" Id="R5e0858b845374107" /></Relationships>
</file>

<file path=ppt/slides/_rels/slide6.xml.rels>&#65279;<?xml version="1.0" encoding="utf-8"?><Relationships xmlns="http://schemas.openxmlformats.org/package/2006/relationships"><Relationship Type="http://schemas.openxmlformats.org/officeDocument/2006/relationships/image" Target="/ppt/media/image9.bin" Id="Rabbe7ed371f7478d" /><Relationship Type="http://schemas.openxmlformats.org/officeDocument/2006/relationships/tags" Target="/ppt/slides/tags/tag48.xml" Id="Rccae2671270e4141" /><Relationship Type="http://schemas.openxmlformats.org/officeDocument/2006/relationships/tags" Target="/ppt/slides/tags/tag49.xml" Id="Rb7b085bf3258438d" /><Relationship Type="http://schemas.openxmlformats.org/officeDocument/2006/relationships/tags" Target="/ppt/slides/tags/tag50.xml" Id="Rd5c075dacefe4f08" /><Relationship Type="http://schemas.openxmlformats.org/officeDocument/2006/relationships/tags" Target="/ppt/slides/tags/tag51.xml" Id="R2a18726b546645b5" /><Relationship Type="http://schemas.openxmlformats.org/officeDocument/2006/relationships/tags" Target="/ppt/slides/tags/tag52.xml" Id="R8fdb9ad00c314143" /><Relationship Type="http://schemas.openxmlformats.org/officeDocument/2006/relationships/tags" Target="/ppt/slides/tags/tag53.xml" Id="R1cb6cc21a0d84ea7" /><Relationship Type="http://schemas.openxmlformats.org/officeDocument/2006/relationships/tags" Target="/ppt/slides/tags/tag54.xml" Id="R562b4242453e469a" /><Relationship Type="http://schemas.openxmlformats.org/officeDocument/2006/relationships/tags" Target="/ppt/slides/tags/tag55.xml" Id="Rd5fe56ee5f894b1a" /><Relationship Type="http://schemas.openxmlformats.org/officeDocument/2006/relationships/tags" Target="/ppt/slides/tags/tag56.xml" Id="Rc180bb46f9b5456e" /><Relationship Type="http://schemas.openxmlformats.org/officeDocument/2006/relationships/tags" Target="/ppt/slides/tags/tag57.xml" Id="R1a040a52332e4d24" /><Relationship Type="http://schemas.openxmlformats.org/officeDocument/2006/relationships/tags" Target="/ppt/slides/tags/tag58.xml" Id="Rb9c4a7074c4a449c" /><Relationship Type="http://schemas.openxmlformats.org/officeDocument/2006/relationships/tags" Target="/ppt/slides/tags/tag59.xml" Id="Ra029ee37c6ba40ed" /><Relationship Type="http://schemas.openxmlformats.org/officeDocument/2006/relationships/tags" Target="/ppt/slides/tags/tag60.xml" Id="R272d77d0a2d746c0" /><Relationship Type="http://schemas.openxmlformats.org/officeDocument/2006/relationships/tags" Target="/ppt/slides/tags/tag61.xml" Id="Re6ffea052b4540dc" /><Relationship Type="http://schemas.openxmlformats.org/officeDocument/2006/relationships/tags" Target="/ppt/slides/tags/tag62.xml" Id="Rdd47f0dc114e497c" /><Relationship Type="http://schemas.openxmlformats.org/officeDocument/2006/relationships/tags" Target="/ppt/slides/tags/tag63.xml" Id="R0175fad615f34811" /><Relationship Type="http://schemas.openxmlformats.org/officeDocument/2006/relationships/tags" Target="/ppt/slides/tags/tag64.xml" Id="R7547d398ce0a4a81" /><Relationship Type="http://schemas.openxmlformats.org/officeDocument/2006/relationships/tags" Target="/ppt/slides/tags/tag65.xml" Id="Rb1d79864fc444017" /><Relationship Type="http://schemas.openxmlformats.org/officeDocument/2006/relationships/tags" Target="/ppt/slides/tags/tag66.xml" Id="R01d52b56e3904965" /><Relationship Type="http://schemas.openxmlformats.org/officeDocument/2006/relationships/tags" Target="/ppt/slides/tags/tag67.xml" Id="Rc46af915528c4f79" /><Relationship Type="http://schemas.openxmlformats.org/officeDocument/2006/relationships/tags" Target="/ppt/slides/tags/tag68.xml" Id="R2a9cabe4d5ca4471" /><Relationship Type="http://schemas.openxmlformats.org/officeDocument/2006/relationships/slideLayout" Target="/ppt/slideLayouts/slideLayout2.xml" Id="Rc3e0e869af3e4885" /></Relationships>
</file>

<file path=ppt/slides/_rels/slide7.xml.rels>&#65279;<?xml version="1.0" encoding="utf-8"?><Relationships xmlns="http://schemas.openxmlformats.org/package/2006/relationships"><Relationship Type="http://schemas.openxmlformats.org/officeDocument/2006/relationships/tags" Target="/ppt/slides/tags/tag69.xml" Id="R56146e1a26d74cf9" /><Relationship Type="http://schemas.openxmlformats.org/officeDocument/2006/relationships/tags" Target="/ppt/slides/tags/tag70.xml" Id="R23267f716bf54c6d" /><Relationship Type="http://schemas.openxmlformats.org/officeDocument/2006/relationships/tags" Target="/ppt/slides/tags/tag71.xml" Id="Rc440981b50af4786" /><Relationship Type="http://schemas.openxmlformats.org/officeDocument/2006/relationships/tags" Target="/ppt/slides/tags/tag72.xml" Id="Rd80cbfaf22054055" /><Relationship Type="http://schemas.openxmlformats.org/officeDocument/2006/relationships/tags" Target="/ppt/slides/tags/tag73.xml" Id="Re817d0f471ae4a91" /><Relationship Type="http://schemas.openxmlformats.org/officeDocument/2006/relationships/tags" Target="/ppt/slides/tags/tag74.xml" Id="R9c834358f18e4c38" /><Relationship Type="http://schemas.openxmlformats.org/officeDocument/2006/relationships/tags" Target="/ppt/slides/tags/tag75.xml" Id="Rd12b40f6a7e04849" /><Relationship Type="http://schemas.openxmlformats.org/officeDocument/2006/relationships/tags" Target="/ppt/slides/tags/tag76.xml" Id="R111de77823cb45d6" /><Relationship Type="http://schemas.openxmlformats.org/officeDocument/2006/relationships/tags" Target="/ppt/slides/tags/tag77.xml" Id="R4022b77d82e043dd" /><Relationship Type="http://schemas.openxmlformats.org/officeDocument/2006/relationships/slideLayout" Target="/ppt/slideLayouts/slideLayout2.xml" Id="R51e86b50c0e4413f" /></Relationships>
</file>

<file path=ppt/slides/_rels/slide8.xml.rels>&#65279;<?xml version="1.0" encoding="utf-8"?><Relationships xmlns="http://schemas.openxmlformats.org/package/2006/relationships"><Relationship Type="http://schemas.openxmlformats.org/officeDocument/2006/relationships/image" Target="/ppt/media/image3.bin" Id="R0fee1f9d04d64257" /><Relationship Type="http://schemas.openxmlformats.org/officeDocument/2006/relationships/tags" Target="/ppt/slides/tags/tag78.xml" Id="Rf23652595c4d48f2" /><Relationship Type="http://schemas.openxmlformats.org/officeDocument/2006/relationships/tags" Target="/ppt/slides/tags/tag79.xml" Id="Rb58545c7f73442bf" /><Relationship Type="http://schemas.openxmlformats.org/officeDocument/2006/relationships/tags" Target="/ppt/slides/tags/tag80.xml" Id="R2245412987284f45" /><Relationship Type="http://schemas.openxmlformats.org/officeDocument/2006/relationships/tags" Target="/ppt/slides/tags/tag81.xml" Id="R67104c91acf044fe" /><Relationship Type="http://schemas.openxmlformats.org/officeDocument/2006/relationships/tags" Target="/ppt/slides/tags/tag82.xml" Id="R1d5e57245085471b" /><Relationship Type="http://schemas.openxmlformats.org/officeDocument/2006/relationships/tags" Target="/ppt/slides/tags/tag83.xml" Id="R51418df12e6f401c" /><Relationship Type="http://schemas.openxmlformats.org/officeDocument/2006/relationships/tags" Target="/ppt/slides/tags/tag84.xml" Id="Rc27a17a31c1d4f4f" /><Relationship Type="http://schemas.openxmlformats.org/officeDocument/2006/relationships/tags" Target="/ppt/slides/tags/tag85.xml" Id="R0ec55a040760491e" /><Relationship Type="http://schemas.openxmlformats.org/officeDocument/2006/relationships/tags" Target="/ppt/slides/tags/tag86.xml" Id="R9a75ef4168614466" /><Relationship Type="http://schemas.openxmlformats.org/officeDocument/2006/relationships/tags" Target="/ppt/slides/tags/tag87.xml" Id="R1ddacbb3a0cb4e9b" /><Relationship Type="http://schemas.openxmlformats.org/officeDocument/2006/relationships/slideLayout" Target="/ppt/slideLayouts/slideLayout2.xml" Id="Rb6410ab3b8c14fa5" /></Relationships>
</file>

<file path=ppt/slides/_rels/slide9.xml.rels>&#65279;<?xml version="1.0" encoding="utf-8"?><Relationships xmlns="http://schemas.openxmlformats.org/package/2006/relationships"><Relationship Type="http://schemas.openxmlformats.org/officeDocument/2006/relationships/image" Target="/ppt/media/image10.bin" Id="Rfe1d6b82402a47e7" /><Relationship Type="http://schemas.openxmlformats.org/officeDocument/2006/relationships/tags" Target="/ppt/slides/tags/tag88.xml" Id="R1d60bd03fb454135" /><Relationship Type="http://schemas.openxmlformats.org/officeDocument/2006/relationships/tags" Target="/ppt/slides/tags/tag89.xml" Id="R44ad88942dd54f3e" /><Relationship Type="http://schemas.openxmlformats.org/officeDocument/2006/relationships/tags" Target="/ppt/slides/tags/tag90.xml" Id="R5b9d9948396e42b1" /><Relationship Type="http://schemas.openxmlformats.org/officeDocument/2006/relationships/tags" Target="/ppt/slides/tags/tag91.xml" Id="R6405ae5a0b00438c" /><Relationship Type="http://schemas.openxmlformats.org/officeDocument/2006/relationships/tags" Target="/ppt/slides/tags/tag92.xml" Id="R30509d60248c4c3e" /><Relationship Type="http://schemas.openxmlformats.org/officeDocument/2006/relationships/tags" Target="/ppt/slides/tags/tag93.xml" Id="R9742de90b2014f64" /><Relationship Type="http://schemas.openxmlformats.org/officeDocument/2006/relationships/tags" Target="/ppt/slides/tags/tag94.xml" Id="Rbfe4adf0597640f1" /><Relationship Type="http://schemas.openxmlformats.org/officeDocument/2006/relationships/tags" Target="/ppt/slides/tags/tag95.xml" Id="R446212ebbf544f5f" /><Relationship Type="http://schemas.openxmlformats.org/officeDocument/2006/relationships/tags" Target="/ppt/slides/tags/tag96.xml" Id="R06c2f083b12045d2" /><Relationship Type="http://schemas.openxmlformats.org/officeDocument/2006/relationships/tags" Target="/ppt/slides/tags/tag97.xml" Id="R43682c327dcb4994" /><Relationship Type="http://schemas.openxmlformats.org/officeDocument/2006/relationships/tags" Target="/ppt/slides/tags/tag98.xml" Id="Re9a1c2f735dc49ab" /><Relationship Type="http://schemas.openxmlformats.org/officeDocument/2006/relationships/tags" Target="/ppt/slides/tags/tag99.xml" Id="R08586d7344534d5b" /><Relationship Type="http://schemas.openxmlformats.org/officeDocument/2006/relationships/tags" Target="/ppt/slides/tags/tag100.xml" Id="R1ddd045e574b4d6c" /><Relationship Type="http://schemas.openxmlformats.org/officeDocument/2006/relationships/tags" Target="/ppt/slides/tags/tag101.xml" Id="R1f35079b3b7a4b5a" /><Relationship Type="http://schemas.openxmlformats.org/officeDocument/2006/relationships/tags" Target="/ppt/slides/tags/tag102.xml" Id="Rd5d269a12eab4fae" /><Relationship Type="http://schemas.openxmlformats.org/officeDocument/2006/relationships/tags" Target="/ppt/slides/tags/tag103.xml" Id="R218a052f32aa4644" /><Relationship Type="http://schemas.openxmlformats.org/officeDocument/2006/relationships/slideLayout" Target="/ppt/slideLayouts/slideLayout2.xml" Id="Re523e7f6012140e9" /></Relationships>
</file>

<file path=ppt/slides/_rels/slide10.xml.rels>&#65279;<?xml version="1.0" encoding="utf-8"?><Relationships xmlns="http://schemas.openxmlformats.org/package/2006/relationships"><Relationship Type="http://schemas.openxmlformats.org/officeDocument/2006/relationships/image" Target="/ppt/media/image11.bin" Id="R96997c27efae4ee7" /><Relationship Type="http://schemas.openxmlformats.org/officeDocument/2006/relationships/image" Target="/ppt/media/image12.bin" Id="R5d7edc856b6d4141" /><Relationship Type="http://schemas.openxmlformats.org/officeDocument/2006/relationships/tags" Target="/ppt/slides/tags/tag104.xml" Id="Re7d3d71be3c44242" /><Relationship Type="http://schemas.openxmlformats.org/officeDocument/2006/relationships/tags" Target="/ppt/slides/tags/tag105.xml" Id="R76fa95df57cb4cc6" /><Relationship Type="http://schemas.openxmlformats.org/officeDocument/2006/relationships/tags" Target="/ppt/slides/tags/tag106.xml" Id="Rc81d870089874d89" /><Relationship Type="http://schemas.openxmlformats.org/officeDocument/2006/relationships/tags" Target="/ppt/slides/tags/tag107.xml" Id="Re48dac7c572947b3" /><Relationship Type="http://schemas.openxmlformats.org/officeDocument/2006/relationships/tags" Target="/ppt/slides/tags/tag108.xml" Id="R25b2a2ccf13a45d6" /><Relationship Type="http://schemas.openxmlformats.org/officeDocument/2006/relationships/tags" Target="/ppt/slides/tags/tag109.xml" Id="R6cc154fea52447ca" /><Relationship Type="http://schemas.openxmlformats.org/officeDocument/2006/relationships/tags" Target="/ppt/slides/tags/tag110.xml" Id="R5fa905cc13d74a7a" /><Relationship Type="http://schemas.openxmlformats.org/officeDocument/2006/relationships/tags" Target="/ppt/slides/tags/tag111.xml" Id="R39bd149ec9f743bf" /><Relationship Type="http://schemas.openxmlformats.org/officeDocument/2006/relationships/tags" Target="/ppt/slides/tags/tag112.xml" Id="Rcff7070947124d00" /><Relationship Type="http://schemas.openxmlformats.org/officeDocument/2006/relationships/tags" Target="/ppt/slides/tags/tag113.xml" Id="R095ec1ed46624a61" /><Relationship Type="http://schemas.openxmlformats.org/officeDocument/2006/relationships/tags" Target="/ppt/slides/tags/tag114.xml" Id="R8ca55a535a954e8d" /><Relationship Type="http://schemas.openxmlformats.org/officeDocument/2006/relationships/tags" Target="/ppt/slides/tags/tag115.xml" Id="R2057c415266f454b" /><Relationship Type="http://schemas.openxmlformats.org/officeDocument/2006/relationships/tags" Target="/ppt/slides/tags/tag116.xml" Id="Rea8ec8bede544e1b" /><Relationship Type="http://schemas.openxmlformats.org/officeDocument/2006/relationships/tags" Target="/ppt/slides/tags/tag117.xml" Id="Rb6012a9dbbb841e1" /><Relationship Type="http://schemas.openxmlformats.org/officeDocument/2006/relationships/tags" Target="/ppt/slides/tags/tag118.xml" Id="Rba060ee0116f485d" /><Relationship Type="http://schemas.openxmlformats.org/officeDocument/2006/relationships/tags" Target="/ppt/slides/tags/tag119.xml" Id="Rc3f6f5247d164dd5" /><Relationship Type="http://schemas.openxmlformats.org/officeDocument/2006/relationships/tags" Target="/ppt/slides/tags/tag120.xml" Id="Rfa891c5a38ef420c" /><Relationship Type="http://schemas.openxmlformats.org/officeDocument/2006/relationships/tags" Target="/ppt/slides/tags/tag121.xml" Id="Re6745c5787d04fb9" /><Relationship Type="http://schemas.openxmlformats.org/officeDocument/2006/relationships/notesSlide" Target="/ppt/notesSlides/notesSlide4.xml" Id="Re76a821cd9f44d22" /><Relationship Type="http://schemas.openxmlformats.org/officeDocument/2006/relationships/slideLayout" Target="/ppt/slideLayouts/slideLayout2.xml" Id="Rb08a01b37f184d2a" /></Relationships>
</file>

<file path=ppt/slides/_rels/slide11.xml.rels>&#65279;<?xml version="1.0" encoding="utf-8"?><Relationships xmlns="http://schemas.openxmlformats.org/package/2006/relationships"><Relationship Type="http://schemas.openxmlformats.org/officeDocument/2006/relationships/tags" Target="/ppt/slides/tags/tag122.xml" Id="Ra18966d773b3442f" /><Relationship Type="http://schemas.openxmlformats.org/officeDocument/2006/relationships/tags" Target="/ppt/slides/tags/tag123.xml" Id="R37ec914ada904fec" /><Relationship Type="http://schemas.openxmlformats.org/officeDocument/2006/relationships/tags" Target="/ppt/slides/tags/tag124.xml" Id="R7231a2e57ad144fe" /><Relationship Type="http://schemas.openxmlformats.org/officeDocument/2006/relationships/tags" Target="/ppt/slides/tags/tag125.xml" Id="Rafed8aa447cc451e" /><Relationship Type="http://schemas.openxmlformats.org/officeDocument/2006/relationships/tags" Target="/ppt/slides/tags/tag126.xml" Id="R2901f9d7b3bf4fbd" /><Relationship Type="http://schemas.openxmlformats.org/officeDocument/2006/relationships/tags" Target="/ppt/slides/tags/tag127.xml" Id="R1ad7ac6514e94244" /><Relationship Type="http://schemas.openxmlformats.org/officeDocument/2006/relationships/tags" Target="/ppt/slides/tags/tag128.xml" Id="Rebe4f10fb47f4c98" /><Relationship Type="http://schemas.openxmlformats.org/officeDocument/2006/relationships/tags" Target="/ppt/slides/tags/tag129.xml" Id="Rde7351ed6c094cf9" /><Relationship Type="http://schemas.openxmlformats.org/officeDocument/2006/relationships/tags" Target="/ppt/slides/tags/tag130.xml" Id="R1822709ee5c14b62" /><Relationship Type="http://schemas.openxmlformats.org/officeDocument/2006/relationships/tags" Target="/ppt/slides/tags/tag131.xml" Id="R4096ac441a124300" /><Relationship Type="http://schemas.openxmlformats.org/officeDocument/2006/relationships/tags" Target="/ppt/slides/tags/tag132.xml" Id="R4892ece9f23849eb" /><Relationship Type="http://schemas.openxmlformats.org/officeDocument/2006/relationships/tags" Target="/ppt/slides/tags/tag133.xml" Id="R2777440e37874770" /><Relationship Type="http://schemas.openxmlformats.org/officeDocument/2006/relationships/tags" Target="/ppt/slides/tags/tag134.xml" Id="Rec0c929652c84432" /><Relationship Type="http://schemas.openxmlformats.org/officeDocument/2006/relationships/tags" Target="/ppt/slides/tags/tag135.xml" Id="R4361b031fba84eff" /><Relationship Type="http://schemas.openxmlformats.org/officeDocument/2006/relationships/tags" Target="/ppt/slides/tags/tag136.xml" Id="Rc1146feb66fc47c8" /><Relationship Type="http://schemas.openxmlformats.org/officeDocument/2006/relationships/tags" Target="/ppt/slides/tags/tag137.xml" Id="R801200d576d94b86" /><Relationship Type="http://schemas.openxmlformats.org/officeDocument/2006/relationships/tags" Target="/ppt/slides/tags/tag138.xml" Id="R127a3e0e1fc245c0" /><Relationship Type="http://schemas.openxmlformats.org/officeDocument/2006/relationships/tags" Target="/ppt/slides/tags/tag139.xml" Id="R74ade6d6887d40ca" /><Relationship Type="http://schemas.openxmlformats.org/officeDocument/2006/relationships/tags" Target="/ppt/slides/tags/tag140.xml" Id="Rdf8744eeeedc46a9" /><Relationship Type="http://schemas.openxmlformats.org/officeDocument/2006/relationships/tags" Target="/ppt/slides/tags/tag141.xml" Id="Rbd87ad0b59564392" /><Relationship Type="http://schemas.openxmlformats.org/officeDocument/2006/relationships/tags" Target="/ppt/slides/tags/tag142.xml" Id="R868a3f6613904019" /><Relationship Type="http://schemas.openxmlformats.org/officeDocument/2006/relationships/tags" Target="/ppt/slides/tags/tag143.xml" Id="Ra86f73bab81a43e7" /><Relationship Type="http://schemas.openxmlformats.org/officeDocument/2006/relationships/tags" Target="/ppt/slides/tags/tag144.xml" Id="Rf6670310aebe4b7a" /><Relationship Type="http://schemas.openxmlformats.org/officeDocument/2006/relationships/tags" Target="/ppt/slides/tags/tag145.xml" Id="R024f56663cab4c52" /><Relationship Type="http://schemas.openxmlformats.org/officeDocument/2006/relationships/tags" Target="/ppt/slides/tags/tag146.xml" Id="R5e90beb6fb9b43e9" /><Relationship Type="http://schemas.openxmlformats.org/officeDocument/2006/relationships/tags" Target="/ppt/slides/tags/tag147.xml" Id="R83f0be76cc804ed3" /><Relationship Type="http://schemas.openxmlformats.org/officeDocument/2006/relationships/tags" Target="/ppt/slides/tags/tag148.xml" Id="R785986a914544ead" /><Relationship Type="http://schemas.openxmlformats.org/officeDocument/2006/relationships/tags" Target="/ppt/slides/tags/tag149.xml" Id="R6cde7de0767c469e" /><Relationship Type="http://schemas.openxmlformats.org/officeDocument/2006/relationships/tags" Target="/ppt/slides/tags/tag150.xml" Id="Rc9f3f1f835a84878" /><Relationship Type="http://schemas.openxmlformats.org/officeDocument/2006/relationships/tags" Target="/ppt/slides/tags/tag151.xml" Id="R75f7e88ade394d61" /><Relationship Type="http://schemas.openxmlformats.org/officeDocument/2006/relationships/slideLayout" Target="/ppt/slideLayouts/slideLayout2.xml" Id="R35ac7348b10848da" /></Relationships>
</file>

<file path=ppt/slides/_rels/slide12.xml.rels>&#65279;<?xml version="1.0" encoding="utf-8"?><Relationships xmlns="http://schemas.openxmlformats.org/package/2006/relationships"><Relationship Type="http://schemas.openxmlformats.org/officeDocument/2006/relationships/image" Target="/ppt/media/image13.bin" Id="R6eb82ca588af4ddc" /><Relationship Type="http://schemas.openxmlformats.org/officeDocument/2006/relationships/image" Target="/ppt/media/image14.bin" Id="Rfff1c3c6b9f64b3c" /><Relationship Type="http://schemas.openxmlformats.org/officeDocument/2006/relationships/tags" Target="/ppt/slides/tags/tag152.xml" Id="Ra862168736cc480b" /><Relationship Type="http://schemas.openxmlformats.org/officeDocument/2006/relationships/tags" Target="/ppt/slides/tags/tag153.xml" Id="R711421e0390641d5" /><Relationship Type="http://schemas.openxmlformats.org/officeDocument/2006/relationships/tags" Target="/ppt/slides/tags/tag154.xml" Id="R6506ec664b0f4ca0" /><Relationship Type="http://schemas.openxmlformats.org/officeDocument/2006/relationships/tags" Target="/ppt/slides/tags/tag155.xml" Id="R9ad0b19b3e954d86" /><Relationship Type="http://schemas.openxmlformats.org/officeDocument/2006/relationships/tags" Target="/ppt/slides/tags/tag156.xml" Id="R3e7d924120054926" /><Relationship Type="http://schemas.openxmlformats.org/officeDocument/2006/relationships/tags" Target="/ppt/slides/tags/tag157.xml" Id="Rdae9514e332149bd" /><Relationship Type="http://schemas.openxmlformats.org/officeDocument/2006/relationships/tags" Target="/ppt/slides/tags/tag158.xml" Id="Re9f561c8c19740a4" /><Relationship Type="http://schemas.openxmlformats.org/officeDocument/2006/relationships/tags" Target="/ppt/slides/tags/tag159.xml" Id="Rb869e09762d94e1a" /><Relationship Type="http://schemas.openxmlformats.org/officeDocument/2006/relationships/slideLayout" Target="/ppt/slideLayouts/slideLayout2.xml" Id="R0703cb77822b4629" /></Relationships>
</file>

<file path=ppt/slides/_rels/slide13.xml.rels>&#65279;<?xml version="1.0" encoding="utf-8"?><Relationships xmlns="http://schemas.openxmlformats.org/package/2006/relationships"><Relationship Type="http://schemas.openxmlformats.org/officeDocument/2006/relationships/image" Target="/ppt/media/image3.bin" Id="Rb1dfd9c972664bda" /><Relationship Type="http://schemas.openxmlformats.org/officeDocument/2006/relationships/tags" Target="/ppt/slides/tags/tag160.xml" Id="R987f8b919f374553" /><Relationship Type="http://schemas.openxmlformats.org/officeDocument/2006/relationships/tags" Target="/ppt/slides/tags/tag161.xml" Id="R9eed602866c84696" /><Relationship Type="http://schemas.openxmlformats.org/officeDocument/2006/relationships/tags" Target="/ppt/slides/tags/tag162.xml" Id="Ra9a4f809d1954c6d" /><Relationship Type="http://schemas.openxmlformats.org/officeDocument/2006/relationships/slideLayout" Target="/ppt/slideLayouts/slideLayout2.xml" Id="R27c05bdda83b45e8" /></Relationships>
</file>

<file path=ppt/slides/_rels/slide14.xml.rels>&#65279;<?xml version="1.0" encoding="utf-8"?><Relationships xmlns="http://schemas.openxmlformats.org/package/2006/relationships"><Relationship Type="http://schemas.openxmlformats.org/officeDocument/2006/relationships/image" Target="/ppt/media/image15.bin" Id="R038ddc998e6441b3" /><Relationship Type="http://schemas.openxmlformats.org/officeDocument/2006/relationships/tags" Target="/ppt/slides/tags/tag163.xml" Id="R448c69114d784d42" /><Relationship Type="http://schemas.openxmlformats.org/officeDocument/2006/relationships/tags" Target="/ppt/slides/tags/tag164.xml" Id="Ra1cef75d46694f2d" /><Relationship Type="http://schemas.openxmlformats.org/officeDocument/2006/relationships/tags" Target="/ppt/slides/tags/tag165.xml" Id="R03c30232c8304c2e" /><Relationship Type="http://schemas.openxmlformats.org/officeDocument/2006/relationships/tags" Target="/ppt/slides/tags/tag166.xml" Id="Rf25a7617234e430f" /><Relationship Type="http://schemas.openxmlformats.org/officeDocument/2006/relationships/tags" Target="/ppt/slides/tags/tag167.xml" Id="Rf2ee8a4a115946d0" /><Relationship Type="http://schemas.openxmlformats.org/officeDocument/2006/relationships/tags" Target="/ppt/slides/tags/tag168.xml" Id="Rc3e568eea7d44942" /><Relationship Type="http://schemas.openxmlformats.org/officeDocument/2006/relationships/tags" Target="/ppt/slides/tags/tag169.xml" Id="Reda503fbd7f34e30" /><Relationship Type="http://schemas.openxmlformats.org/officeDocument/2006/relationships/tags" Target="/ppt/slides/tags/tag170.xml" Id="Rbca493c74b3e4dc4" /><Relationship Type="http://schemas.openxmlformats.org/officeDocument/2006/relationships/tags" Target="/ppt/slides/tags/tag171.xml" Id="Rc0540f8627054884" /><Relationship Type="http://schemas.openxmlformats.org/officeDocument/2006/relationships/tags" Target="/ppt/slides/tags/tag172.xml" Id="Rb64da47c5af24aae" /><Relationship Type="http://schemas.openxmlformats.org/officeDocument/2006/relationships/tags" Target="/ppt/slides/tags/tag173.xml" Id="Rd6aa9e2dbb6f4d57" /><Relationship Type="http://schemas.openxmlformats.org/officeDocument/2006/relationships/tags" Target="/ppt/slides/tags/tag174.xml" Id="R654cca2f490340bd" /><Relationship Type="http://schemas.openxmlformats.org/officeDocument/2006/relationships/tags" Target="/ppt/slides/tags/tag175.xml" Id="R802b75a4e70647a5" /><Relationship Type="http://schemas.openxmlformats.org/officeDocument/2006/relationships/slideLayout" Target="/ppt/slideLayouts/slideLayout2.xml" Id="R17a7bd60bbff40f9" /></Relationships>
</file>

<file path=ppt/slides/_rels/slide15.xml.rels>&#65279;<?xml version="1.0" encoding="utf-8"?><Relationships xmlns="http://schemas.openxmlformats.org/package/2006/relationships"><Relationship Type="http://schemas.openxmlformats.org/officeDocument/2006/relationships/image" Target="/ppt/media/image16.bin" Id="R6c7dcef3db234aaf" /><Relationship Type="http://schemas.openxmlformats.org/officeDocument/2006/relationships/image" Target="/ppt/media/image17.bin" Id="R3d2fa339176a43d5" /><Relationship Type="http://schemas.openxmlformats.org/officeDocument/2006/relationships/image" Target="/ppt/media/image18.bin" Id="R2aa056034ec14e78" /><Relationship Type="http://schemas.openxmlformats.org/officeDocument/2006/relationships/image" Target="/ppt/media/image19.bin" Id="Rd70ee98d5988481c" /><Relationship Type="http://schemas.openxmlformats.org/officeDocument/2006/relationships/image" Target="/ppt/media/image20.bin" Id="R75ef3beecb144175" /><Relationship Type="http://schemas.openxmlformats.org/officeDocument/2006/relationships/tags" Target="/ppt/slides/tags/tag176.xml" Id="R807a382a47b54155" /><Relationship Type="http://schemas.openxmlformats.org/officeDocument/2006/relationships/tags" Target="/ppt/slides/tags/tag177.xml" Id="R6593bbc74c534e0a" /><Relationship Type="http://schemas.openxmlformats.org/officeDocument/2006/relationships/tags" Target="/ppt/slides/tags/tag178.xml" Id="R10312ed8b15a430b" /><Relationship Type="http://schemas.openxmlformats.org/officeDocument/2006/relationships/tags" Target="/ppt/slides/tags/tag179.xml" Id="R69ffe63a2943435f" /><Relationship Type="http://schemas.openxmlformats.org/officeDocument/2006/relationships/tags" Target="/ppt/slides/tags/tag180.xml" Id="Rd39bec959140417b" /><Relationship Type="http://schemas.openxmlformats.org/officeDocument/2006/relationships/tags" Target="/ppt/slides/tags/tag181.xml" Id="R2a534325e03a439e" /><Relationship Type="http://schemas.openxmlformats.org/officeDocument/2006/relationships/tags" Target="/ppt/slides/tags/tag182.xml" Id="Rcbbc61760ba24a96" /><Relationship Type="http://schemas.openxmlformats.org/officeDocument/2006/relationships/tags" Target="/ppt/slides/tags/tag183.xml" Id="R138f0c9ab7434e9f" /><Relationship Type="http://schemas.openxmlformats.org/officeDocument/2006/relationships/tags" Target="/ppt/slides/tags/tag184.xml" Id="R242e4cbbff5c49a3" /><Relationship Type="http://schemas.openxmlformats.org/officeDocument/2006/relationships/tags" Target="/ppt/slides/tags/tag185.xml" Id="R3a1a23891f00467e" /><Relationship Type="http://schemas.openxmlformats.org/officeDocument/2006/relationships/tags" Target="/ppt/slides/tags/tag186.xml" Id="R08626d8cc2664aed" /><Relationship Type="http://schemas.openxmlformats.org/officeDocument/2006/relationships/tags" Target="/ppt/slides/tags/tag187.xml" Id="Raf17621c715347f3" /><Relationship Type="http://schemas.openxmlformats.org/officeDocument/2006/relationships/tags" Target="/ppt/slides/tags/tag188.xml" Id="Rcd08be4579da4642" /><Relationship Type="http://schemas.openxmlformats.org/officeDocument/2006/relationships/tags" Target="/ppt/slides/tags/tag189.xml" Id="Reb0d24995fc64190" /><Relationship Type="http://schemas.openxmlformats.org/officeDocument/2006/relationships/tags" Target="/ppt/slides/tags/tag190.xml" Id="Re0f58674d72f419a" /><Relationship Type="http://schemas.openxmlformats.org/officeDocument/2006/relationships/tags" Target="/ppt/slides/tags/tag191.xml" Id="R37aa01e179bf46f8" /><Relationship Type="http://schemas.openxmlformats.org/officeDocument/2006/relationships/tags" Target="/ppt/slides/tags/tag192.xml" Id="R8a6638b3d2e24b0b" /><Relationship Type="http://schemas.openxmlformats.org/officeDocument/2006/relationships/tags" Target="/ppt/slides/tags/tag193.xml" Id="Rcb9b041f3c1a4b35" /><Relationship Type="http://schemas.openxmlformats.org/officeDocument/2006/relationships/tags" Target="/ppt/slides/tags/tag194.xml" Id="Re0396ec889c24b78" /><Relationship Type="http://schemas.openxmlformats.org/officeDocument/2006/relationships/tags" Target="/ppt/slides/tags/tag195.xml" Id="R45629baa399643ee" /><Relationship Type="http://schemas.openxmlformats.org/officeDocument/2006/relationships/tags" Target="/ppt/slides/tags/tag196.xml" Id="R474d32a058964991" /><Relationship Type="http://schemas.openxmlformats.org/officeDocument/2006/relationships/tags" Target="/ppt/slides/tags/tag197.xml" Id="R847aa2ba76d24c76" /><Relationship Type="http://schemas.openxmlformats.org/officeDocument/2006/relationships/tags" Target="/ppt/slides/tags/tag198.xml" Id="R6c61f272553c429b" /><Relationship Type="http://schemas.openxmlformats.org/officeDocument/2006/relationships/tags" Target="/ppt/slides/tags/tag199.xml" Id="Rbd6c5b03ba3a4851" /><Relationship Type="http://schemas.openxmlformats.org/officeDocument/2006/relationships/slideLayout" Target="/ppt/slideLayouts/slideLayout2.xml" Id="Re11840e572014a9e" /></Relationships>
</file>

<file path=ppt/slides/_rels/slide16.xml.rels>&#65279;<?xml version="1.0" encoding="utf-8"?><Relationships xmlns="http://schemas.openxmlformats.org/package/2006/relationships"><Relationship Type="http://schemas.openxmlformats.org/officeDocument/2006/relationships/image" Target="/ppt/media/image21.bin" Id="Rb961a26a4e1d4b86" /><Relationship Type="http://schemas.openxmlformats.org/officeDocument/2006/relationships/tags" Target="/ppt/slides/tags/tag200.xml" Id="Rb58730bf0a084538" /><Relationship Type="http://schemas.openxmlformats.org/officeDocument/2006/relationships/tags" Target="/ppt/slides/tags/tag201.xml" Id="Rbac36810548f4a5f" /><Relationship Type="http://schemas.openxmlformats.org/officeDocument/2006/relationships/tags" Target="/ppt/slides/tags/tag202.xml" Id="R62103afd916c4915" /><Relationship Type="http://schemas.openxmlformats.org/officeDocument/2006/relationships/tags" Target="/ppt/slides/tags/tag203.xml" Id="Rd6f083a48cae4f64" /><Relationship Type="http://schemas.openxmlformats.org/officeDocument/2006/relationships/tags" Target="/ppt/slides/tags/tag204.xml" Id="Re2fe7bd3c971486f" /><Relationship Type="http://schemas.openxmlformats.org/officeDocument/2006/relationships/tags" Target="/ppt/slides/tags/tag205.xml" Id="Rd7ef5af536334601" /><Relationship Type="http://schemas.openxmlformats.org/officeDocument/2006/relationships/tags" Target="/ppt/slides/tags/tag206.xml" Id="Rd41e9e6ac5b14366" /><Relationship Type="http://schemas.openxmlformats.org/officeDocument/2006/relationships/tags" Target="/ppt/slides/tags/tag207.xml" Id="Rb8ae0a7a72b34876" /><Relationship Type="http://schemas.openxmlformats.org/officeDocument/2006/relationships/slideLayout" Target="/ppt/slideLayouts/slideLayout2.xml" Id="R884cd5449d0640e1" /></Relationships>
</file>

<file path=ppt/slides/_rels/slide17.xml.rels>&#65279;<?xml version="1.0" encoding="utf-8"?><Relationships xmlns="http://schemas.openxmlformats.org/package/2006/relationships"><Relationship Type="http://schemas.openxmlformats.org/officeDocument/2006/relationships/tags" Target="/ppt/slides/tags/tag208.xml" Id="Rd595be48cbae4413" /><Relationship Type="http://schemas.openxmlformats.org/officeDocument/2006/relationships/tags" Target="/ppt/slides/tags/tag209.xml" Id="R24d2d0ebd72a45f4" /><Relationship Type="http://schemas.openxmlformats.org/officeDocument/2006/relationships/tags" Target="/ppt/slides/tags/tag210.xml" Id="Rb318eba632ee43a6" /><Relationship Type="http://schemas.openxmlformats.org/officeDocument/2006/relationships/tags" Target="/ppt/slides/tags/tag211.xml" Id="Rfe716f612eb140ae" /><Relationship Type="http://schemas.openxmlformats.org/officeDocument/2006/relationships/tags" Target="/ppt/slides/tags/tag212.xml" Id="Ra2814a62b68c4e55" /><Relationship Type="http://schemas.openxmlformats.org/officeDocument/2006/relationships/tags" Target="/ppt/slides/tags/tag213.xml" Id="Rd1a7a077a5614cb1" /><Relationship Type="http://schemas.openxmlformats.org/officeDocument/2006/relationships/tags" Target="/ppt/slides/tags/tag214.xml" Id="Rc3dc80cd1133450e" /><Relationship Type="http://schemas.openxmlformats.org/officeDocument/2006/relationships/tags" Target="/ppt/slides/tags/tag215.xml" Id="R9ec0c5f433ff4b75" /><Relationship Type="http://schemas.openxmlformats.org/officeDocument/2006/relationships/tags" Target="/ppt/slides/tags/tag216.xml" Id="R1f9c4a406be34983" /><Relationship Type="http://schemas.openxmlformats.org/officeDocument/2006/relationships/tags" Target="/ppt/slides/tags/tag217.xml" Id="R36210d0f4e014018" /><Relationship Type="http://schemas.openxmlformats.org/officeDocument/2006/relationships/tags" Target="/ppt/slides/tags/tag218.xml" Id="R8291ca2ebbc94b03" /><Relationship Type="http://schemas.openxmlformats.org/officeDocument/2006/relationships/tags" Target="/ppt/slides/tags/tag219.xml" Id="R8535891b407e4f61" /><Relationship Type="http://schemas.openxmlformats.org/officeDocument/2006/relationships/tags" Target="/ppt/slides/tags/tag220.xml" Id="R328dc0a3fb1f4615" /><Relationship Type="http://schemas.openxmlformats.org/officeDocument/2006/relationships/tags" Target="/ppt/slides/tags/tag221.xml" Id="Rafb4ab148f564760" /><Relationship Type="http://schemas.openxmlformats.org/officeDocument/2006/relationships/tags" Target="/ppt/slides/tags/tag222.xml" Id="R58bbc543361f4696" /><Relationship Type="http://schemas.openxmlformats.org/officeDocument/2006/relationships/tags" Target="/ppt/slides/tags/tag223.xml" Id="Reff4143a3f2946bd" /><Relationship Type="http://schemas.openxmlformats.org/officeDocument/2006/relationships/tags" Target="/ppt/slides/tags/tag224.xml" Id="Rfde327d87be34739" /><Relationship Type="http://schemas.openxmlformats.org/officeDocument/2006/relationships/tags" Target="/ppt/slides/tags/tag225.xml" Id="R6f5c9100c74f41b6" /><Relationship Type="http://schemas.openxmlformats.org/officeDocument/2006/relationships/tags" Target="/ppt/slides/tags/tag226.xml" Id="R267ea44e220c43d7" /><Relationship Type="http://schemas.openxmlformats.org/officeDocument/2006/relationships/tags" Target="/ppt/slides/tags/tag227.xml" Id="Rc29d2d1ed73b43c0" /><Relationship Type="http://schemas.openxmlformats.org/officeDocument/2006/relationships/tags" Target="/ppt/slides/tags/tag228.xml" Id="R510a260bf0d44895" /><Relationship Type="http://schemas.openxmlformats.org/officeDocument/2006/relationships/tags" Target="/ppt/slides/tags/tag229.xml" Id="R76ae46d1770d4dc3" /><Relationship Type="http://schemas.openxmlformats.org/officeDocument/2006/relationships/tags" Target="/ppt/slides/tags/tag230.xml" Id="Rd7a357bc5d3c42db" /><Relationship Type="http://schemas.openxmlformats.org/officeDocument/2006/relationships/slideLayout" Target="/ppt/slideLayouts/slideLayout2.xml" Id="R24dc7e806e824e6f" /></Relationships>
</file>

<file path=ppt/slides/_rels/slide18.xml.rels>&#65279;<?xml version="1.0" encoding="utf-8"?><Relationships xmlns="http://schemas.openxmlformats.org/package/2006/relationships"><Relationship Type="http://schemas.openxmlformats.org/officeDocument/2006/relationships/tags" Target="/ppt/slides/tags/tag231.xml" Id="R94af299dcbc64f95" /><Relationship Type="http://schemas.openxmlformats.org/officeDocument/2006/relationships/tags" Target="/ppt/slides/tags/tag232.xml" Id="Rf9bf3479e5bd463e" /><Relationship Type="http://schemas.openxmlformats.org/officeDocument/2006/relationships/tags" Target="/ppt/slides/tags/tag233.xml" Id="R2526fd5f780f4bfb" /><Relationship Type="http://schemas.openxmlformats.org/officeDocument/2006/relationships/tags" Target="/ppt/slides/tags/tag234.xml" Id="Rca128b21f8e14805" /><Relationship Type="http://schemas.openxmlformats.org/officeDocument/2006/relationships/tags" Target="/ppt/slides/tags/tag235.xml" Id="Re6587206a50c4b0c" /><Relationship Type="http://schemas.openxmlformats.org/officeDocument/2006/relationships/tags" Target="/ppt/slides/tags/tag236.xml" Id="Recfa79caea9b4325" /><Relationship Type="http://schemas.openxmlformats.org/officeDocument/2006/relationships/tags" Target="/ppt/slides/tags/tag237.xml" Id="R5b48dbc666be45d1" /><Relationship Type="http://schemas.openxmlformats.org/officeDocument/2006/relationships/tags" Target="/ppt/slides/tags/tag238.xml" Id="R149b9e778f034a61" /><Relationship Type="http://schemas.openxmlformats.org/officeDocument/2006/relationships/tags" Target="/ppt/slides/tags/tag239.xml" Id="R6bd57c4897db42be" /><Relationship Type="http://schemas.openxmlformats.org/officeDocument/2006/relationships/tags" Target="/ppt/slides/tags/tag240.xml" Id="R01da0292b55045e1" /><Relationship Type="http://schemas.openxmlformats.org/officeDocument/2006/relationships/tags" Target="/ppt/slides/tags/tag241.xml" Id="R49d7f63c3d534fb1" /><Relationship Type="http://schemas.openxmlformats.org/officeDocument/2006/relationships/tags" Target="/ppt/slides/tags/tag242.xml" Id="Rbbe13accee8048ff" /><Relationship Type="http://schemas.openxmlformats.org/officeDocument/2006/relationships/tags" Target="/ppt/slides/tags/tag243.xml" Id="R03115e83069445f6" /><Relationship Type="http://schemas.openxmlformats.org/officeDocument/2006/relationships/tags" Target="/ppt/slides/tags/tag244.xml" Id="R148c806cd21d41ff" /><Relationship Type="http://schemas.openxmlformats.org/officeDocument/2006/relationships/tags" Target="/ppt/slides/tags/tag245.xml" Id="R177056bc88ed4f63" /><Relationship Type="http://schemas.openxmlformats.org/officeDocument/2006/relationships/tags" Target="/ppt/slides/tags/tag246.xml" Id="Rfa899818416041d1" /><Relationship Type="http://schemas.openxmlformats.org/officeDocument/2006/relationships/slideLayout" Target="/ppt/slideLayouts/slideLayout2.xml" Id="R14d79040cbc04176" /></Relationships>
</file>

<file path=ppt/slides/_rels/slide19.xml.rels>&#65279;<?xml version="1.0" encoding="utf-8"?><Relationships xmlns="http://schemas.openxmlformats.org/package/2006/relationships"><Relationship Type="http://schemas.openxmlformats.org/officeDocument/2006/relationships/image" Target="/ppt/media/image3.bin" Id="R8fae96e123554ee4" /><Relationship Type="http://schemas.openxmlformats.org/officeDocument/2006/relationships/tags" Target="/ppt/slides/tags/tag247.xml" Id="R49feb1fbba12473b" /><Relationship Type="http://schemas.openxmlformats.org/officeDocument/2006/relationships/tags" Target="/ppt/slides/tags/tag248.xml" Id="R285c035d8dcc4003" /><Relationship Type="http://schemas.openxmlformats.org/officeDocument/2006/relationships/tags" Target="/ppt/slides/tags/tag249.xml" Id="R80fead0773a942f6" /><Relationship Type="http://schemas.openxmlformats.org/officeDocument/2006/relationships/slideLayout" Target="/ppt/slideLayouts/slideLayout2.xml" Id="Rb0f920e18a5f415e" /></Relationships>
</file>

<file path=ppt/slides/_rels/slide20.xml.rels>&#65279;<?xml version="1.0" encoding="utf-8"?><Relationships xmlns="http://schemas.openxmlformats.org/package/2006/relationships"><Relationship Type="http://schemas.openxmlformats.org/officeDocument/2006/relationships/image" Target="/ppt/media/image22.bin" Id="Rd414aaa18b6d4cc2" /><Relationship Type="http://schemas.openxmlformats.org/officeDocument/2006/relationships/image" Target="/ppt/media/image23.bin" Id="Re6db8bac63f54e16" /><Relationship Type="http://schemas.openxmlformats.org/officeDocument/2006/relationships/tags" Target="/ppt/slides/tags/tag250.xml" Id="R7791b26d2f654224" /><Relationship Type="http://schemas.openxmlformats.org/officeDocument/2006/relationships/tags" Target="/ppt/slides/tags/tag251.xml" Id="R1fb11f7f287240ba" /><Relationship Type="http://schemas.openxmlformats.org/officeDocument/2006/relationships/tags" Target="/ppt/slides/tags/tag252.xml" Id="R05a3f7ce57b346b6" /><Relationship Type="http://schemas.openxmlformats.org/officeDocument/2006/relationships/tags" Target="/ppt/slides/tags/tag253.xml" Id="R8606096c37ad4384" /><Relationship Type="http://schemas.openxmlformats.org/officeDocument/2006/relationships/tags" Target="/ppt/slides/tags/tag254.xml" Id="R143b582e8baa4649" /><Relationship Type="http://schemas.openxmlformats.org/officeDocument/2006/relationships/tags" Target="/ppt/slides/tags/tag255.xml" Id="R5a3f95fe78024fab" /><Relationship Type="http://schemas.openxmlformats.org/officeDocument/2006/relationships/tags" Target="/ppt/slides/tags/tag256.xml" Id="Re59b3a0e1bbb4076" /><Relationship Type="http://schemas.openxmlformats.org/officeDocument/2006/relationships/tags" Target="/ppt/slides/tags/tag257.xml" Id="Rd6543f9ae7ca4ac5" /><Relationship Type="http://schemas.openxmlformats.org/officeDocument/2006/relationships/tags" Target="/ppt/slides/tags/tag258.xml" Id="R88938d130dcd4286" /><Relationship Type="http://schemas.openxmlformats.org/officeDocument/2006/relationships/tags" Target="/ppt/slides/tags/tag259.xml" Id="R7d86809b298e4b8e" /><Relationship Type="http://schemas.openxmlformats.org/officeDocument/2006/relationships/tags" Target="/ppt/slides/tags/tag260.xml" Id="R5e270449e30f4592" /><Relationship Type="http://schemas.openxmlformats.org/officeDocument/2006/relationships/slideLayout" Target="/ppt/slideLayouts/slideLayout2.xml" Id="Rbb1679441af345a8" /></Relationships>
</file>

<file path=ppt/slides/_rels/slide21.xml.rels>&#65279;<?xml version="1.0" encoding="utf-8"?><Relationships xmlns="http://schemas.openxmlformats.org/package/2006/relationships"><Relationship Type="http://schemas.openxmlformats.org/officeDocument/2006/relationships/tags" Target="/ppt/slides/tags/tag261.xml" Id="R802813196ee84790" /><Relationship Type="http://schemas.openxmlformats.org/officeDocument/2006/relationships/tags" Target="/ppt/slides/tags/tag262.xml" Id="R143b8f2657c946c1" /><Relationship Type="http://schemas.openxmlformats.org/officeDocument/2006/relationships/tags" Target="/ppt/slides/tags/tag263.xml" Id="R1b325700b2b64371" /><Relationship Type="http://schemas.openxmlformats.org/officeDocument/2006/relationships/tags" Target="/ppt/slides/tags/tag264.xml" Id="R3fb60a44970340ac" /><Relationship Type="http://schemas.openxmlformats.org/officeDocument/2006/relationships/tags" Target="/ppt/slides/tags/tag265.xml" Id="R8c946c3e5dff41b9" /><Relationship Type="http://schemas.openxmlformats.org/officeDocument/2006/relationships/tags" Target="/ppt/slides/tags/tag266.xml" Id="R7be98197eeb24489" /><Relationship Type="http://schemas.openxmlformats.org/officeDocument/2006/relationships/tags" Target="/ppt/slides/tags/tag267.xml" Id="R61c1f75c134c4473" /><Relationship Type="http://schemas.openxmlformats.org/officeDocument/2006/relationships/tags" Target="/ppt/slides/tags/tag268.xml" Id="R8a855fc637b14d2b" /><Relationship Type="http://schemas.openxmlformats.org/officeDocument/2006/relationships/tags" Target="/ppt/slides/tags/tag269.xml" Id="R8dd1086f02914f94" /><Relationship Type="http://schemas.openxmlformats.org/officeDocument/2006/relationships/tags" Target="/ppt/slides/tags/tag270.xml" Id="Redb1d7a7315b4ebe" /><Relationship Type="http://schemas.openxmlformats.org/officeDocument/2006/relationships/tags" Target="/ppt/slides/tags/tag271.xml" Id="R562c274bf60a4047" /><Relationship Type="http://schemas.openxmlformats.org/officeDocument/2006/relationships/tags" Target="/ppt/slides/tags/tag272.xml" Id="R830d7cfffd954f0c" /><Relationship Type="http://schemas.openxmlformats.org/officeDocument/2006/relationships/tags" Target="/ppt/slides/tags/tag273.xml" Id="Rae8b2516da614403" /><Relationship Type="http://schemas.openxmlformats.org/officeDocument/2006/relationships/tags" Target="/ppt/slides/tags/tag274.xml" Id="Redd1fb315af94ee5" /><Relationship Type="http://schemas.openxmlformats.org/officeDocument/2006/relationships/tags" Target="/ppt/slides/tags/tag275.xml" Id="Ra1f7625310a348d4" /><Relationship Type="http://schemas.openxmlformats.org/officeDocument/2006/relationships/tags" Target="/ppt/slides/tags/tag276.xml" Id="R28d24462672a44d8" /><Relationship Type="http://schemas.openxmlformats.org/officeDocument/2006/relationships/tags" Target="/ppt/slides/tags/tag277.xml" Id="R8045f072fe554168" /><Relationship Type="http://schemas.openxmlformats.org/officeDocument/2006/relationships/tags" Target="/ppt/slides/tags/tag278.xml" Id="Re233f3fdf6004dd8" /><Relationship Type="http://schemas.openxmlformats.org/officeDocument/2006/relationships/tags" Target="/ppt/slides/tags/tag279.xml" Id="Rb40b1faa50164dab" /><Relationship Type="http://schemas.openxmlformats.org/officeDocument/2006/relationships/tags" Target="/ppt/slides/tags/tag280.xml" Id="Rbcd62dfefcae431d" /><Relationship Type="http://schemas.openxmlformats.org/officeDocument/2006/relationships/tags" Target="/ppt/slides/tags/tag281.xml" Id="Rc94a4a6742bf485c" /><Relationship Type="http://schemas.openxmlformats.org/officeDocument/2006/relationships/tags" Target="/ppt/slides/tags/tag282.xml" Id="R9c91d2c3c1c3466f" /><Relationship Type="http://schemas.openxmlformats.org/officeDocument/2006/relationships/slideLayout" Target="/ppt/slideLayouts/slideLayout2.xml" Id="R06539da30fa84057" /></Relationships>
</file>

<file path=ppt/slides/_rels/slide22.xml.rels>&#65279;<?xml version="1.0" encoding="utf-8"?><Relationships xmlns="http://schemas.openxmlformats.org/package/2006/relationships"><Relationship Type="http://schemas.openxmlformats.org/officeDocument/2006/relationships/tags" Target="/ppt/slides/tags/tag283.xml" Id="R13a2dfbc50864d6d" /><Relationship Type="http://schemas.openxmlformats.org/officeDocument/2006/relationships/tags" Target="/ppt/slides/tags/tag284.xml" Id="Rec327d30febb4b81" /><Relationship Type="http://schemas.openxmlformats.org/officeDocument/2006/relationships/tags" Target="/ppt/slides/tags/tag285.xml" Id="Rb9e27775729f4953" /><Relationship Type="http://schemas.openxmlformats.org/officeDocument/2006/relationships/tags" Target="/ppt/slides/tags/tag286.xml" Id="R356ccbe5578547eb" /><Relationship Type="http://schemas.openxmlformats.org/officeDocument/2006/relationships/tags" Target="/ppt/slides/tags/tag287.xml" Id="Refa878ebbe154bb8" /><Relationship Type="http://schemas.openxmlformats.org/officeDocument/2006/relationships/tags" Target="/ppt/slides/tags/tag288.xml" Id="R4381297d316e4fcd" /><Relationship Type="http://schemas.openxmlformats.org/officeDocument/2006/relationships/tags" Target="/ppt/slides/tags/tag289.xml" Id="R499330b773de4ad2" /><Relationship Type="http://schemas.openxmlformats.org/officeDocument/2006/relationships/tags" Target="/ppt/slides/tags/tag290.xml" Id="Raa4c1c43bc374219" /><Relationship Type="http://schemas.openxmlformats.org/officeDocument/2006/relationships/tags" Target="/ppt/slides/tags/tag291.xml" Id="R5b69dc81f8d6432e" /><Relationship Type="http://schemas.openxmlformats.org/officeDocument/2006/relationships/tags" Target="/ppt/slides/tags/tag292.xml" Id="Rb75530d1b22443b5" /><Relationship Type="http://schemas.openxmlformats.org/officeDocument/2006/relationships/tags" Target="/ppt/slides/tags/tag293.xml" Id="R7f3f8a2e7b474129" /><Relationship Type="http://schemas.openxmlformats.org/officeDocument/2006/relationships/tags" Target="/ppt/slides/tags/tag294.xml" Id="Ra312eead85a44792" /><Relationship Type="http://schemas.openxmlformats.org/officeDocument/2006/relationships/tags" Target="/ppt/slides/tags/tag295.xml" Id="R92038da3d8d14fa5" /><Relationship Type="http://schemas.openxmlformats.org/officeDocument/2006/relationships/tags" Target="/ppt/slides/tags/tag296.xml" Id="R24e3413b4455448a" /><Relationship Type="http://schemas.openxmlformats.org/officeDocument/2006/relationships/slideLayout" Target="/ppt/slideLayouts/slideLayout2.xml" Id="R932d3a841494497f" /></Relationships>
</file>

<file path=ppt/slides/_rels/slide23.xml.rels>&#65279;<?xml version="1.0" encoding="utf-8"?><Relationships xmlns="http://schemas.openxmlformats.org/package/2006/relationships"><Relationship Type="http://schemas.openxmlformats.org/officeDocument/2006/relationships/image" Target="/ppt/media/image24.bin" Id="R81d0df9b56c848af" /><Relationship Type="http://schemas.openxmlformats.org/officeDocument/2006/relationships/tags" Target="/ppt/slides/tags/tag297.xml" Id="R163798df77ac486e" /><Relationship Type="http://schemas.openxmlformats.org/officeDocument/2006/relationships/tags" Target="/ppt/slides/tags/tag298.xml" Id="Rce693cc5d2634d42" /><Relationship Type="http://schemas.openxmlformats.org/officeDocument/2006/relationships/tags" Target="/ppt/slides/tags/tag299.xml" Id="R22786b36b8684d94" /><Relationship Type="http://schemas.openxmlformats.org/officeDocument/2006/relationships/tags" Target="/ppt/slides/tags/tag300.xml" Id="R84e94e27a7a34fc2" /><Relationship Type="http://schemas.openxmlformats.org/officeDocument/2006/relationships/tags" Target="/ppt/slides/tags/tag301.xml" Id="R0d50767e0a7f457b" /><Relationship Type="http://schemas.openxmlformats.org/officeDocument/2006/relationships/tags" Target="/ppt/slides/tags/tag302.xml" Id="Rbd2aa1e12ccd4348" /><Relationship Type="http://schemas.openxmlformats.org/officeDocument/2006/relationships/tags" Target="/ppt/slides/tags/tag303.xml" Id="R5d54a6a4b32f47ad" /><Relationship Type="http://schemas.openxmlformats.org/officeDocument/2006/relationships/tags" Target="/ppt/slides/tags/tag304.xml" Id="R83b3a7227f734514" /><Relationship Type="http://schemas.openxmlformats.org/officeDocument/2006/relationships/tags" Target="/ppt/slides/tags/tag305.xml" Id="R1fc2073a51204e36" /><Relationship Type="http://schemas.openxmlformats.org/officeDocument/2006/relationships/slideLayout" Target="/ppt/slideLayouts/slideLayout2.xml" Id="R8bcf3c57c98e4ebe" /></Relationships>
</file>

<file path=ppt/slides/_rels/slide24.xml.rels>&#65279;<?xml version="1.0" encoding="utf-8"?><Relationships xmlns="http://schemas.openxmlformats.org/package/2006/relationships"><Relationship Type="http://schemas.openxmlformats.org/officeDocument/2006/relationships/image" Target="/ppt/media/image.bin" Id="R6d7caf6ec14249e9" /><Relationship Type="http://schemas.openxmlformats.org/officeDocument/2006/relationships/tags" Target="/ppt/slides/tags/tag306.xml" Id="R07730bd4eba24018" /><Relationship Type="http://schemas.openxmlformats.org/officeDocument/2006/relationships/tags" Target="/ppt/slides/tags/tag307.xml" Id="R4445b5fcd0174a26" /><Relationship Type="http://schemas.openxmlformats.org/officeDocument/2006/relationships/tags" Target="/ppt/slides/tags/tag308.xml" Id="R2f0d955e7e804492" /><Relationship Type="http://schemas.openxmlformats.org/officeDocument/2006/relationships/tags" Target="/ppt/slides/tags/tag309.xml" Id="Re0b7e7fadf7d4dc3" /><Relationship Type="http://schemas.openxmlformats.org/officeDocument/2006/relationships/tags" Target="/ppt/slides/tags/tag310.xml" Id="R192b4d3f6579403c" /><Relationship Type="http://schemas.openxmlformats.org/officeDocument/2006/relationships/tags" Target="/ppt/slides/tags/tag311.xml" Id="Rd71644024c5d4418" /><Relationship Type="http://schemas.openxmlformats.org/officeDocument/2006/relationships/tags" Target="/ppt/slides/tags/tag312.xml" Id="Rc7ca35f7147c4a86" /><Relationship Type="http://schemas.openxmlformats.org/officeDocument/2006/relationships/tags" Target="/ppt/slides/tags/tag313.xml" Id="R2f4285ac54064fff" /><Relationship Type="http://schemas.openxmlformats.org/officeDocument/2006/relationships/tags" Target="/ppt/slides/tags/tag314.xml" Id="R1f82423d10fc4866" /><Relationship Type="http://schemas.openxmlformats.org/officeDocument/2006/relationships/tags" Target="/ppt/slides/tags/tag315.xml" Id="R65cf769818544f6a" /><Relationship Type="http://schemas.openxmlformats.org/officeDocument/2006/relationships/tags" Target="/ppt/slides/tags/tag316.xml" Id="R72fdc76737da4125" /><Relationship Type="http://schemas.openxmlformats.org/officeDocument/2006/relationships/tags" Target="/ppt/slides/tags/tag317.xml" Id="R1f89609976cd4634" /><Relationship Type="http://schemas.openxmlformats.org/officeDocument/2006/relationships/tags" Target="/ppt/slides/tags/tag318.xml" Id="R7681220f5d894eff" /><Relationship Type="http://schemas.openxmlformats.org/officeDocument/2006/relationships/tags" Target="/ppt/slides/tags/tag319.xml" Id="Re6c7b24c672649f0" /><Relationship Type="http://schemas.openxmlformats.org/officeDocument/2006/relationships/tags" Target="/ppt/slides/tags/tag320.xml" Id="R13202077c9b3483a" /><Relationship Type="http://schemas.openxmlformats.org/officeDocument/2006/relationships/tags" Target="/ppt/slides/tags/tag321.xml" Id="Rf26a6216dba54491" /><Relationship Type="http://schemas.openxmlformats.org/officeDocument/2006/relationships/slideLayout" Target="/ppt/slideLayouts/slideLayout2.xml" Id="R78054441189444a5" /></Relationships>
</file>

<file path=ppt/slides/_rels/slide25.xml.rels>&#65279;<?xml version="1.0" encoding="utf-8"?><Relationships xmlns="http://schemas.openxmlformats.org/package/2006/relationships"><Relationship Type="http://schemas.openxmlformats.org/officeDocument/2006/relationships/hyperlink" Target="https://pptsupermarket.com/customizes" TargetMode="External" Id="Rdc8b4f6dfb7c409c9e853d5f8e33ea0d" /><Relationship Type="http://schemas.openxmlformats.org/officeDocument/2006/relationships/image" Target="/ppt/media/image25.bin" Id="R562d633c540043f0" /><Relationship Type="http://schemas.openxmlformats.org/officeDocument/2006/relationships/image" Target="/ppt/media/image26.bin" Id="R006ffef1517f4501" /><Relationship Type="http://schemas.openxmlformats.org/officeDocument/2006/relationships/image" Target="/ppt/media/image27.bin" Id="Rf7bc9dd341114486" /><Relationship Type="http://schemas.openxmlformats.org/officeDocument/2006/relationships/customXml" Target="/ppt/customXML/item.xml" Id="Rff1d2bc978f24b41" /><Relationship Type="http://schemas.openxmlformats.org/officeDocument/2006/relationships/customXml" Target="/ppt/customXML/item2.xml" Id="R6d43592405e949e6" /><Relationship Type="http://schemas.openxmlformats.org/officeDocument/2006/relationships/slideLayout" Target="/ppt/slideLayouts/slideLayout1.xml" Id="Rcbfbe499d4524b7c" /></Relationships>
</file>

<file path=ppt/slides/_rels/slide26.xml.rels>&#65279;<?xml version="1.0" encoding="utf-8"?><Relationships xmlns="http://schemas.openxmlformats.org/package/2006/relationships"><Relationship Type="http://schemas.openxmlformats.org/officeDocument/2006/relationships/hyperlink" Target="https://www.pptsupermarket.com/" TargetMode="External" Id="R9dd79502b5f5430da16a80f2020b0b28" /><Relationship Type="http://schemas.openxmlformats.org/officeDocument/2006/relationships/image" Target="/ppt/media/image28.bin" Id="R8275499eb20048b8" /><Relationship Type="http://schemas.openxmlformats.org/officeDocument/2006/relationships/image" Target="/ppt/media/image29.bin" Id="R44f40cb466c04e7c" /><Relationship Type="http://schemas.openxmlformats.org/officeDocument/2006/relationships/image" Target="/ppt/media/image30.bin" Id="R15a1069ddad944ea" /><Relationship Type="http://schemas.openxmlformats.org/officeDocument/2006/relationships/image" Target="/ppt/media/image26.bin" Id="R7d99cc2963724acf" /><Relationship Type="http://schemas.openxmlformats.org/officeDocument/2006/relationships/image" Target="/ppt/media/image31.bin" Id="R8b48db26e9184354" /><Relationship Type="http://schemas.openxmlformats.org/officeDocument/2006/relationships/image" Target="/ppt/media/image32.bin" Id="R3f3232110ad9474f" /><Relationship Type="http://schemas.openxmlformats.org/officeDocument/2006/relationships/image" Target="/ppt/media/image27.bin" Id="R60a8b4bd3867461f" /><Relationship Type="http://schemas.openxmlformats.org/officeDocument/2006/relationships/customXml" Target="/ppt/customXML/item3.xml" Id="R8051312489134b25" /><Relationship Type="http://schemas.openxmlformats.org/officeDocument/2006/relationships/customXml" Target="/ppt/customXML/item4.xml" Id="Re59f535dc76347cf" /><Relationship Type="http://schemas.openxmlformats.org/officeDocument/2006/relationships/customXml" Target="/ppt/customXML/item5.xml" Id="Rdff4767b7ffd4869" /><Relationship Type="http://schemas.openxmlformats.org/officeDocument/2006/relationships/slideLayout" Target="/ppt/slideLayouts/slideLayout1.xml" Id="Rae37d5b2d38143fc" /></Relationships>
</file>

<file path=ppt/slides/_rels/slide27.xml.rels>&#65279;<?xml version="1.0" encoding="utf-8"?><Relationships xmlns="http://schemas.openxmlformats.org/package/2006/relationships"><Relationship Type="http://schemas.openxmlformats.org/officeDocument/2006/relationships/image" Target="/ppt/media/image33.bin" Id="R3a0edd306bd54147" /><Relationship Type="http://schemas.openxmlformats.org/officeDocument/2006/relationships/image" Target="/ppt/media/image34.bin" Id="Rd179022f3fbd420e" /><Relationship Type="http://schemas.openxmlformats.org/officeDocument/2006/relationships/image" Target="/ppt/media/image32.bin" Id="R848dce1257f547ff" /><Relationship Type="http://schemas.openxmlformats.org/officeDocument/2006/relationships/image" Target="/ppt/media/image35.bin" Id="R9f174b8627e948cb" /><Relationship Type="http://schemas.openxmlformats.org/officeDocument/2006/relationships/customXml" Target="/ppt/customXML/item6.xml" Id="R2d920692481a45a7" /><Relationship Type="http://schemas.openxmlformats.org/officeDocument/2006/relationships/customXml" Target="/ppt/customXML/item7.xml" Id="Re6f0d906f1df494d" /><Relationship Type="http://schemas.openxmlformats.org/officeDocument/2006/relationships/customXml" Target="/ppt/customXML/item8.xml" Id="R8370c31cc82645d5" /><Relationship Type="http://schemas.openxmlformats.org/officeDocument/2006/relationships/slideLayout" Target="/ppt/slideLayouts/slideLayout3.xml" Id="R4205055227ca4985" /></Relationships>
</file>

<file path=ppt/slides/_rels/slide28.xml.rels>&#65279;<?xml version="1.0" encoding="utf-8"?><Relationships xmlns="http://schemas.openxmlformats.org/package/2006/relationships"><Relationship Type="http://schemas.openxmlformats.org/officeDocument/2006/relationships/hyperlink" Target="https://www.100font.com/thread-118.htm" TargetMode="External" Id="Rceb2468a46f94bd18608712cce8333f9" /><Relationship Type="http://schemas.openxmlformats.org/officeDocument/2006/relationships/hyperlink" Target="https://storyset.com/" TargetMode="External" Id="R3c04c9909da6425bb3b92e187518e804" /><Relationship Type="http://schemas.openxmlformats.org/officeDocument/2006/relationships/slideLayout" Target="/ppt/slideLayouts/slideLayout1.xml" Id="R83a8fcc96b1a4391"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 name="图形"/>
          <p:cNvGrpSpPr/>
          <p:nvPr/>
        </p:nvGrpSpPr>
        <p:grpSpPr>
          <a:xfrm>
            <a:off x="-635" y="0"/>
            <a:ext cx="12192635" cy="6858000"/>
            <a:chOff x="-1" y="0"/>
            <a:chExt cx="19201" cy="10800"/>
          </a:xfrm>
        </p:grpSpPr>
        <p:pic>
          <p:nvPicPr>
            <p:cNvPr id="4" name="图形" descr="D:/包图网/5db00e60c5d5e.png5db00e60c5d5e"/>
            <p:cNvPicPr>
              <a:picLocks noChangeAspect="1"/>
            </p:cNvPicPr>
            <p:nvPr/>
          </p:nvPicPr>
          <p:blipFill>
            <a:blip r:embed="R7abad7a1afb84bf8">
              <a:extLst>
                <a:ext uri="{28A0092B-C50C-407E-A947-70E740481C1C}">
                  <a14:useLocalDpi xmlns:a14="http://schemas.microsoft.com/office/drawing/2010/main"/>
                </a:ext>
              </a:extLst>
            </a:blip>
            <a:stretch>
              <a:fillRect/>
            </a:stretch>
          </p:blipFill>
          <p:spPr>
            <a:xfrm>
              <a:off x="-1" y="0"/>
              <a:ext cx="19201" cy="10800"/>
            </a:xfrm>
            <a:prstGeom prst="rect">
              <a:avLst/>
            </a:prstGeom>
          </p:spPr>
        </p:pic>
        <p:sp>
          <p:nvSpPr>
            <p:cNvPr id="43" name="图形"/>
            <p:cNvSpPr/>
            <p:nvPr/>
          </p:nvSpPr>
          <p:spPr>
            <a:xfrm>
              <a:off x="402" y="386"/>
              <a:ext cx="1170" cy="1170"/>
            </a:xfrm>
            <a:prstGeom prst="halfFrame">
              <a:avLst>
                <a:gd name="adj1" fmla="val 16250"/>
                <a:gd name="adj2" fmla="val 14583"/>
              </a:avLst>
            </a:prstGeom>
            <a:solidFill>
              <a:srgbClr val="FF454E">
                <a:alpha val="50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tx1"/>
                </a:solidFill>
                <a:latin typeface="Arial"/>
                <a:ea typeface="阿里巴巴普惠体 Medium"/>
                <a:cs typeface="阿里巴巴普惠体 Medium"/>
                <a:sym typeface="Arial"/>
              </a:endParaRPr>
            </a:p>
          </p:txBody>
        </p:sp>
        <p:sp>
          <p:nvSpPr>
            <p:cNvPr id="44" name="图形"/>
            <p:cNvSpPr/>
            <p:nvPr>
              <p:custDataLst>
                <p:tags r:id="R0585dc7f2f0d4ad6"/>
              </p:custDataLst>
            </p:nvPr>
          </p:nvSpPr>
          <p:spPr>
            <a:xfrm flipH="1">
              <a:off x="17517" y="386"/>
              <a:ext cx="1170" cy="1170"/>
            </a:xfrm>
            <a:prstGeom prst="halfFrame">
              <a:avLst>
                <a:gd name="adj1" fmla="val 16250"/>
                <a:gd name="adj2" fmla="val 14583"/>
              </a:avLst>
            </a:prstGeom>
            <a:solidFill>
              <a:srgbClr val="FF454E">
                <a:alpha val="50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tx1"/>
                </a:solidFill>
                <a:latin typeface="Arial"/>
                <a:ea typeface="阿里巴巴普惠体 Medium"/>
                <a:cs typeface="阿里巴巴普惠体 Medium"/>
                <a:sym typeface="Arial"/>
              </a:endParaRPr>
            </a:p>
          </p:txBody>
        </p:sp>
        <p:sp>
          <p:nvSpPr>
            <p:cNvPr id="45" name="图形"/>
            <p:cNvSpPr/>
            <p:nvPr>
              <p:custDataLst>
                <p:tags r:id="R8ec46a69830344d5"/>
              </p:custDataLst>
            </p:nvPr>
          </p:nvSpPr>
          <p:spPr>
            <a:xfrm flipH="1" flipV="1">
              <a:off x="17517" y="9094"/>
              <a:ext cx="1170" cy="1170"/>
            </a:xfrm>
            <a:prstGeom prst="halfFrame">
              <a:avLst>
                <a:gd name="adj1" fmla="val 16250"/>
                <a:gd name="adj2" fmla="val 14583"/>
              </a:avLst>
            </a:prstGeom>
            <a:solidFill>
              <a:srgbClr val="FF454E">
                <a:alpha val="50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tx1"/>
                </a:solidFill>
                <a:latin typeface="Arial"/>
                <a:ea typeface="阿里巴巴普惠体 Medium"/>
                <a:cs typeface="阿里巴巴普惠体 Medium"/>
                <a:sym typeface="Arial"/>
              </a:endParaRPr>
            </a:p>
          </p:txBody>
        </p:sp>
        <p:sp>
          <p:nvSpPr>
            <p:cNvPr id="46" name="图形"/>
            <p:cNvSpPr/>
            <p:nvPr>
              <p:custDataLst>
                <p:tags r:id="Rc12f45a85b7c4192"/>
              </p:custDataLst>
            </p:nvPr>
          </p:nvSpPr>
          <p:spPr>
            <a:xfrm flipV="1">
              <a:off x="402" y="9094"/>
              <a:ext cx="1170" cy="1170"/>
            </a:xfrm>
            <a:prstGeom prst="halfFrame">
              <a:avLst>
                <a:gd name="adj1" fmla="val 16250"/>
                <a:gd name="adj2" fmla="val 14583"/>
              </a:avLst>
            </a:prstGeom>
            <a:solidFill>
              <a:srgbClr val="FF454E">
                <a:alpha val="50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tx1"/>
                </a:solidFill>
                <a:latin typeface="Arial"/>
                <a:ea typeface="阿里巴巴普惠体 Medium"/>
                <a:cs typeface="阿里巴巴普惠体 Medium"/>
                <a:sym typeface="Arial"/>
              </a:endParaRPr>
            </a:p>
          </p:txBody>
        </p:sp>
      </p:grpSp>
      <p:sp>
        <p:nvSpPr>
          <p:cNvPr id="37" name="图形"/>
          <p:cNvSpPr txBox="1"/>
          <p:nvPr/>
        </p:nvSpPr>
        <p:spPr>
          <a:xfrm>
            <a:off x="1818005" y="2506981"/>
            <a:ext cx="8493760" cy="1231106"/>
          </a:xfrm>
          <a:prstGeom prst="rect">
            <a:avLst/>
          </a:prstGeom>
          <a:noFill/>
        </p:spPr>
        <p:txBody>
          <a:bodyPr wrap="square" lIns="0" tIns="0" rIns="0" bIns="0" rtlCol="0">
            <a:spAutoFit/>
          </a:bodyPr>
          <a:lstStyle/>
          <a:p>
            <a:pPr algn="dist"/>
            <a:r>
              <a:rPr lang="zh-CN" altLang="en-US" sz="8000">
                <a:solidFill>
                  <a:schemeClr val="bg1"/>
                </a:solidFill>
                <a:effectLst>
                  <a:outerShdw blurRad="38100" dist="38100" dir="2700000" algn="tl">
                    <a:srgbClr val="000000">
                      <a:alpha val="43137"/>
                    </a:srgbClr>
                  </a:outerShdw>
                </a:effectLst>
                <a:latin typeface="印品粗朗体" pitchFamily="2" charset="-122"/>
                <a:ea typeface="印品粗朗体" pitchFamily="2" charset="-122"/>
                <a:cs typeface="创客贴金刚体 Bold" pitchFamily="18" charset="-122"/>
                <a:sym typeface="Arial"/>
              </a:rPr>
              <a:t>跨年活动策划方案</a:t>
            </a:r>
          </a:p>
        </p:txBody>
      </p:sp>
      <p:sp>
        <p:nvSpPr>
          <p:cNvPr id="77" name="图形"/>
          <p:cNvSpPr txBox="1"/>
          <p:nvPr/>
        </p:nvSpPr>
        <p:spPr>
          <a:xfrm>
            <a:off x="1818005" y="3897631"/>
            <a:ext cx="8493760" cy="646331"/>
          </a:xfrm>
          <a:prstGeom prst="rect">
            <a:avLst/>
          </a:prstGeom>
          <a:noFill/>
        </p:spPr>
        <p:txBody>
          <a:bodyPr wrap="square" lIns="0" tIns="0" rIns="0" bIns="0" rtlCol="0">
            <a:spAutoFit/>
          </a:bodyPr>
          <a:lstStyle/>
          <a:p>
            <a:pPr algn="ctr">
              <a:lnSpc>
                <a:spcPct val="150000"/>
              </a:lnSpc>
            </a:pPr>
            <a:r>
              <a:rPr lang="en-US" altLang="zh-CN" sz="1400" noProof="0">
                <a:ln>
                  <a:noFill/>
                </a:ln>
                <a:solidFill>
                  <a:schemeClr val="bg1"/>
                </a:solidFill>
                <a:effectLst/>
                <a:uLnTx/>
                <a:uFillTx/>
                <a:latin typeface="Arial"/>
                <a:ea typeface="阿里巴巴普惠体 Medium"/>
                <a:cs typeface="阿里巴巴普惠体 Medium"/>
                <a:sym typeface="Arial"/>
              </a:rPr>
              <a:t>Click here to enter your text,change the color or size of the text.Click here to enter your text,change the color or size of the text.Click here to enter your text,change the color or size of the text.</a:t>
            </a:r>
          </a:p>
        </p:txBody>
      </p:sp>
      <p:grpSp>
        <p:nvGrpSpPr>
          <p:cNvPr id="41" name="图形"/>
          <p:cNvGrpSpPr/>
          <p:nvPr/>
        </p:nvGrpSpPr>
        <p:grpSpPr>
          <a:xfrm>
            <a:off x="3448685" y="5010785"/>
            <a:ext cx="5232400" cy="452120"/>
            <a:chOff x="5320" y="7267"/>
            <a:chExt cx="8240" cy="712"/>
          </a:xfrm>
        </p:grpSpPr>
        <p:sp>
          <p:nvSpPr>
            <p:cNvPr id="39" name="图形"/>
            <p:cNvSpPr/>
            <p:nvPr/>
          </p:nvSpPr>
          <p:spPr>
            <a:xfrm>
              <a:off x="5320" y="7267"/>
              <a:ext cx="3639" cy="713"/>
            </a:xfrm>
            <a:prstGeom prst="roundRect">
              <a:avLst>
                <a:gd name="adj" fmla="val 50000"/>
              </a:avLst>
            </a:prstGeom>
            <a:solidFill>
              <a:schemeClr val="bg1">
                <a:alpha val="30000"/>
              </a:schemeClr>
            </a:solidFill>
            <a:ln w="2540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a:latin typeface="Arial"/>
                  <a:ea typeface="阿里巴巴普惠体 Medium"/>
                  <a:cs typeface="阿里巴巴普惠体 Medium"/>
                  <a:sym typeface="Arial"/>
                </a:rPr>
                <a:t>主讲人：XX</a:t>
              </a:r>
              <a:r>
                <a:rPr lang="en-US" altLang="zh-CN">
                  <a:latin typeface="Arial"/>
                  <a:ea typeface="阿里巴巴普惠体 Medium"/>
                  <a:cs typeface="阿里巴巴普惠体 Medium"/>
                  <a:sym typeface="Arial"/>
                </a:rPr>
                <a:t>PPT</a:t>
              </a:r>
              <a:endParaRPr lang="zh-CN" altLang="en-US">
                <a:latin typeface="Arial"/>
                <a:ea typeface="阿里巴巴普惠体 Medium"/>
                <a:cs typeface="阿里巴巴普惠体 Medium"/>
                <a:sym typeface="Arial"/>
              </a:endParaRPr>
            </a:p>
          </p:txBody>
        </p:sp>
        <p:sp>
          <p:nvSpPr>
            <p:cNvPr id="40" name="图形"/>
            <p:cNvSpPr/>
            <p:nvPr>
              <p:custDataLst>
                <p:tags r:id="Rec260531e46f4f55"/>
              </p:custDataLst>
            </p:nvPr>
          </p:nvSpPr>
          <p:spPr>
            <a:xfrm>
              <a:off x="9922" y="7267"/>
              <a:ext cx="3639" cy="713"/>
            </a:xfrm>
            <a:prstGeom prst="roundRect">
              <a:avLst>
                <a:gd name="adj" fmla="val 50000"/>
              </a:avLst>
            </a:prstGeom>
            <a:solidFill>
              <a:schemeClr val="bg1">
                <a:alpha val="30000"/>
              </a:schemeClr>
            </a:solidFill>
            <a:ln w="2540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a:latin typeface="Arial"/>
                  <a:ea typeface="阿里巴巴普惠体 Medium"/>
                  <a:cs typeface="阿里巴巴普惠体 Medium"/>
                  <a:sym typeface="Arial"/>
                </a:rPr>
                <a:t>主讲时间：</a:t>
              </a:r>
              <a:r>
                <a:rPr lang="en-US" altLang="zh-CN">
                  <a:latin typeface="Arial"/>
                  <a:ea typeface="阿里巴巴普惠体 Medium"/>
                  <a:cs typeface="阿里巴巴普惠体 Medium"/>
                  <a:sym typeface="Arial"/>
                </a:rPr>
                <a:t>202X</a:t>
              </a:r>
            </a:p>
          </p:txBody>
        </p:sp>
      </p:grpSp>
      <p:grpSp>
        <p:nvGrpSpPr>
          <p:cNvPr id="57" name="图形"/>
          <p:cNvGrpSpPr/>
          <p:nvPr/>
        </p:nvGrpSpPr>
        <p:grpSpPr>
          <a:xfrm>
            <a:off x="3458846" y="1584960"/>
            <a:ext cx="5215255" cy="774700"/>
            <a:chOff x="6403" y="-2160"/>
            <a:chExt cx="8213" cy="1220"/>
          </a:xfrm>
          <a:solidFill>
            <a:schemeClr val="bg1"/>
          </a:solidFill>
        </p:grpSpPr>
        <p:sp>
          <p:nvSpPr>
            <p:cNvPr id="47" name="图形"/>
            <p:cNvSpPr txBox="1"/>
            <p:nvPr>
              <p:custDataLst>
                <p:tags r:id="R46f0ec3fb0c14e03"/>
              </p:custDataLst>
            </p:nvPr>
          </p:nvSpPr>
          <p:spPr>
            <a:xfrm>
              <a:off x="6403" y="-2138"/>
              <a:ext cx="806" cy="1178"/>
            </a:xfrm>
            <a:custGeom>
              <a:avLst/>
              <a:gdLst/>
              <a:ahLst/>
              <a:cxnLst>
                <a:cxn ang="3">
                  <a:pos x="hc" y="t"/>
                </a:cxn>
                <a:cxn ang="cd2">
                  <a:pos x="l" y="vc"/>
                </a:cxn>
                <a:cxn ang="cd4">
                  <a:pos x="hc" y="b"/>
                </a:cxn>
                <a:cxn ang="0">
                  <a:pos x="r" y="vc"/>
                </a:cxn>
              </a:cxnLst>
              <a:rect l="l" t="t" r="r" b="b"/>
              <a:pathLst>
                <a:path w="805" h="1178">
                  <a:moveTo>
                    <a:pt x="357" y="150"/>
                  </a:moveTo>
                  <a:cubicBezTo>
                    <a:pt x="351" y="150"/>
                    <a:pt x="345" y="150"/>
                    <a:pt x="339" y="150"/>
                  </a:cubicBezTo>
                  <a:lnTo>
                    <a:pt x="186" y="150"/>
                  </a:lnTo>
                  <a:lnTo>
                    <a:pt x="186" y="583"/>
                  </a:lnTo>
                  <a:lnTo>
                    <a:pt x="346" y="583"/>
                  </a:lnTo>
                  <a:cubicBezTo>
                    <a:pt x="440" y="583"/>
                    <a:pt x="510" y="565"/>
                    <a:pt x="556" y="528"/>
                  </a:cubicBezTo>
                  <a:cubicBezTo>
                    <a:pt x="601" y="491"/>
                    <a:pt x="624" y="433"/>
                    <a:pt x="624" y="356"/>
                  </a:cubicBezTo>
                  <a:cubicBezTo>
                    <a:pt x="624" y="280"/>
                    <a:pt x="600" y="226"/>
                    <a:pt x="552" y="195"/>
                  </a:cubicBezTo>
                  <a:cubicBezTo>
                    <a:pt x="507" y="166"/>
                    <a:pt x="442" y="151"/>
                    <a:pt x="357" y="150"/>
                  </a:cubicBezTo>
                  <a:close/>
                  <a:moveTo>
                    <a:pt x="0" y="0"/>
                  </a:moveTo>
                  <a:lnTo>
                    <a:pt x="357" y="0"/>
                  </a:lnTo>
                  <a:cubicBezTo>
                    <a:pt x="445" y="0"/>
                    <a:pt x="523" y="11"/>
                    <a:pt x="590" y="33"/>
                  </a:cubicBezTo>
                  <a:cubicBezTo>
                    <a:pt x="657" y="56"/>
                    <a:pt x="710" y="94"/>
                    <a:pt x="748" y="146"/>
                  </a:cubicBezTo>
                  <a:cubicBezTo>
                    <a:pt x="786" y="198"/>
                    <a:pt x="805" y="268"/>
                    <a:pt x="806" y="356"/>
                  </a:cubicBezTo>
                  <a:cubicBezTo>
                    <a:pt x="805" y="442"/>
                    <a:pt x="786" y="512"/>
                    <a:pt x="748" y="568"/>
                  </a:cubicBezTo>
                  <a:cubicBezTo>
                    <a:pt x="710" y="623"/>
                    <a:pt x="658" y="665"/>
                    <a:pt x="592" y="692"/>
                  </a:cubicBezTo>
                  <a:cubicBezTo>
                    <a:pt x="525" y="719"/>
                    <a:pt x="449" y="732"/>
                    <a:pt x="363" y="732"/>
                  </a:cubicBezTo>
                  <a:lnTo>
                    <a:pt x="186" y="732"/>
                  </a:lnTo>
                  <a:lnTo>
                    <a:pt x="186" y="1178"/>
                  </a:lnTo>
                  <a:lnTo>
                    <a:pt x="0" y="1178"/>
                  </a:lnTo>
                  <a:lnTo>
                    <a:pt x="0" y="0"/>
                  </a:lnTo>
                  <a:close/>
                </a:path>
              </a:pathLst>
            </a:custGeom>
            <a:gradFill>
              <a:gsLst>
                <a:gs pos="64000">
                  <a:schemeClr val="bg1"/>
                </a:gs>
                <a:gs pos="89000">
                  <a:schemeClr val="bg1">
                    <a:alpha val="0"/>
                  </a:schemeClr>
                </a:gs>
              </a:gsLst>
              <a:lin ang="5400000" scaled="0"/>
            </a:gradFill>
            <a:effectLst/>
          </p:spPr>
          <p:txBody>
            <a:bodyPr wrap="square" lIns="0" tIns="0" rIns="0" bIns="0" rtlCol="0">
              <a:noAutofit/>
            </a:bodyPr>
            <a:lstStyle/>
            <a:p>
              <a:pPr algn="dist"/>
              <a:endParaRPr lang="zh-CN" altLang="en-US" sz="8000">
                <a:solidFill>
                  <a:schemeClr val="bg1"/>
                </a:solidFill>
                <a:latin typeface="Arial"/>
                <a:ea typeface="阿里巴巴普惠体 Medium"/>
                <a:cs typeface="阿里巴巴普惠体 Medium"/>
                <a:sym typeface="Arial"/>
              </a:endParaRPr>
            </a:p>
          </p:txBody>
        </p:sp>
        <p:sp>
          <p:nvSpPr>
            <p:cNvPr id="50" name="图形"/>
            <p:cNvSpPr txBox="1"/>
            <p:nvPr/>
          </p:nvSpPr>
          <p:spPr>
            <a:xfrm>
              <a:off x="13700" y="-2160"/>
              <a:ext cx="917" cy="1221"/>
            </a:xfrm>
            <a:custGeom>
              <a:avLst/>
              <a:gdLst/>
              <a:ahLst/>
              <a:cxnLst>
                <a:cxn ang="3">
                  <a:pos x="hc" y="t"/>
                </a:cxn>
                <a:cxn ang="cd2">
                  <a:pos x="l" y="vc"/>
                </a:cxn>
                <a:cxn ang="cd4">
                  <a:pos x="hc" y="b"/>
                </a:cxn>
                <a:cxn ang="0">
                  <a:pos x="r" y="vc"/>
                </a:cxn>
              </a:cxnLst>
              <a:rect l="l" t="t" r="r" b="b"/>
              <a:pathLst>
                <a:path w="917" h="1221">
                  <a:moveTo>
                    <a:pt x="549" y="0"/>
                  </a:moveTo>
                  <a:cubicBezTo>
                    <a:pt x="632" y="2"/>
                    <a:pt x="702" y="17"/>
                    <a:pt x="760" y="46"/>
                  </a:cubicBezTo>
                  <a:cubicBezTo>
                    <a:pt x="817" y="76"/>
                    <a:pt x="864" y="110"/>
                    <a:pt x="899" y="149"/>
                  </a:cubicBezTo>
                  <a:lnTo>
                    <a:pt x="800" y="267"/>
                  </a:lnTo>
                  <a:cubicBezTo>
                    <a:pt x="771" y="237"/>
                    <a:pt x="737" y="212"/>
                    <a:pt x="698" y="192"/>
                  </a:cubicBezTo>
                  <a:cubicBezTo>
                    <a:pt x="659" y="173"/>
                    <a:pt x="611" y="162"/>
                    <a:pt x="555" y="162"/>
                  </a:cubicBezTo>
                  <a:cubicBezTo>
                    <a:pt x="444" y="163"/>
                    <a:pt x="356" y="203"/>
                    <a:pt x="290" y="281"/>
                  </a:cubicBezTo>
                  <a:cubicBezTo>
                    <a:pt x="225" y="359"/>
                    <a:pt x="191" y="468"/>
                    <a:pt x="190" y="608"/>
                  </a:cubicBezTo>
                  <a:cubicBezTo>
                    <a:pt x="190" y="749"/>
                    <a:pt x="222" y="859"/>
                    <a:pt x="285" y="938"/>
                  </a:cubicBezTo>
                  <a:cubicBezTo>
                    <a:pt x="348" y="1018"/>
                    <a:pt x="441" y="1058"/>
                    <a:pt x="563" y="1059"/>
                  </a:cubicBezTo>
                  <a:cubicBezTo>
                    <a:pt x="600" y="1059"/>
                    <a:pt x="635" y="1054"/>
                    <a:pt x="667" y="1044"/>
                  </a:cubicBezTo>
                  <a:cubicBezTo>
                    <a:pt x="700" y="1034"/>
                    <a:pt x="728" y="1020"/>
                    <a:pt x="749" y="1001"/>
                  </a:cubicBezTo>
                  <a:lnTo>
                    <a:pt x="749" y="725"/>
                  </a:lnTo>
                  <a:lnTo>
                    <a:pt x="515" y="725"/>
                  </a:lnTo>
                  <a:lnTo>
                    <a:pt x="515" y="573"/>
                  </a:lnTo>
                  <a:lnTo>
                    <a:pt x="917" y="573"/>
                  </a:lnTo>
                  <a:lnTo>
                    <a:pt x="917" y="1083"/>
                  </a:lnTo>
                  <a:cubicBezTo>
                    <a:pt x="877" y="1123"/>
                    <a:pt x="825" y="1156"/>
                    <a:pt x="762" y="1181"/>
                  </a:cubicBezTo>
                  <a:cubicBezTo>
                    <a:pt x="698" y="1207"/>
                    <a:pt x="625" y="1220"/>
                    <a:pt x="544" y="1221"/>
                  </a:cubicBezTo>
                  <a:cubicBezTo>
                    <a:pt x="438" y="1220"/>
                    <a:pt x="345" y="1197"/>
                    <a:pt x="263" y="1149"/>
                  </a:cubicBezTo>
                  <a:cubicBezTo>
                    <a:pt x="182" y="1102"/>
                    <a:pt x="118" y="1033"/>
                    <a:pt x="71" y="943"/>
                  </a:cubicBezTo>
                  <a:cubicBezTo>
                    <a:pt x="25" y="853"/>
                    <a:pt x="1" y="743"/>
                    <a:pt x="0" y="614"/>
                  </a:cubicBezTo>
                  <a:cubicBezTo>
                    <a:pt x="1" y="486"/>
                    <a:pt x="25" y="376"/>
                    <a:pt x="73" y="285"/>
                  </a:cubicBezTo>
                  <a:cubicBezTo>
                    <a:pt x="120" y="193"/>
                    <a:pt x="185" y="123"/>
                    <a:pt x="268" y="74"/>
                  </a:cubicBezTo>
                  <a:cubicBezTo>
                    <a:pt x="350" y="25"/>
                    <a:pt x="444" y="0"/>
                    <a:pt x="549" y="0"/>
                  </a:cubicBezTo>
                  <a:close/>
                </a:path>
              </a:pathLst>
            </a:custGeom>
            <a:gradFill>
              <a:gsLst>
                <a:gs pos="72000">
                  <a:schemeClr val="bg1"/>
                </a:gs>
                <a:gs pos="87000">
                  <a:schemeClr val="bg1">
                    <a:alpha val="0"/>
                  </a:schemeClr>
                </a:gs>
              </a:gsLst>
              <a:lin ang="5400000" scaled="0"/>
            </a:gradFill>
            <a:effectLst/>
          </p:spPr>
          <p:txBody>
            <a:bodyPr wrap="square" lIns="0" tIns="0" rIns="0" bIns="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endParaRPr lang="zh-CN" altLang="en-US" sz="8000">
                <a:solidFill>
                  <a:schemeClr val="bg1"/>
                </a:solidFill>
                <a:latin typeface="Arial"/>
                <a:ea typeface="阿里巴巴普惠体 Medium"/>
                <a:cs typeface="阿里巴巴普惠体 Medium"/>
                <a:sym typeface="Arial"/>
              </a:endParaRPr>
            </a:p>
          </p:txBody>
        </p:sp>
        <p:sp>
          <p:nvSpPr>
            <p:cNvPr id="51" name="图形"/>
            <p:cNvSpPr txBox="1"/>
            <p:nvPr/>
          </p:nvSpPr>
          <p:spPr>
            <a:xfrm>
              <a:off x="7498" y="-2138"/>
              <a:ext cx="685" cy="1178"/>
            </a:xfrm>
            <a:custGeom>
              <a:avLst/>
              <a:gdLst/>
              <a:ahLst/>
              <a:cxnLst>
                <a:cxn ang="3">
                  <a:pos x="hc" y="t"/>
                </a:cxn>
                <a:cxn ang="cd2">
                  <a:pos x="l" y="vc"/>
                </a:cxn>
                <a:cxn ang="cd4">
                  <a:pos x="hc" y="b"/>
                </a:cxn>
                <a:cxn ang="0">
                  <a:pos x="r" y="vc"/>
                </a:cxn>
              </a:cxnLst>
              <a:rect l="l" t="t" r="r" b="b"/>
              <a:pathLst>
                <a:path w="685" h="1178">
                  <a:moveTo>
                    <a:pt x="0" y="0"/>
                  </a:moveTo>
                  <a:lnTo>
                    <a:pt x="186" y="0"/>
                  </a:lnTo>
                  <a:lnTo>
                    <a:pt x="186" y="1021"/>
                  </a:lnTo>
                  <a:lnTo>
                    <a:pt x="685" y="1021"/>
                  </a:lnTo>
                  <a:lnTo>
                    <a:pt x="685" y="1178"/>
                  </a:lnTo>
                  <a:lnTo>
                    <a:pt x="0" y="1178"/>
                  </a:lnTo>
                  <a:lnTo>
                    <a:pt x="0" y="0"/>
                  </a:lnTo>
                  <a:close/>
                </a:path>
              </a:pathLst>
            </a:custGeom>
            <a:gradFill>
              <a:gsLst>
                <a:gs pos="52000">
                  <a:schemeClr val="bg1"/>
                </a:gs>
                <a:gs pos="65000">
                  <a:schemeClr val="bg1">
                    <a:alpha val="0"/>
                  </a:schemeClr>
                </a:gs>
              </a:gsLst>
              <a:lin ang="8100000" scaled="0"/>
            </a:gradFill>
            <a:effectLst/>
          </p:spPr>
          <p:txBody>
            <a:bodyPr wrap="square" lIns="0" tIns="0" rIns="0" bIns="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endParaRPr lang="zh-CN" altLang="en-US" sz="8000">
                <a:solidFill>
                  <a:schemeClr val="bg1"/>
                </a:solidFill>
                <a:latin typeface="Arial"/>
                <a:ea typeface="阿里巴巴普惠体 Medium"/>
                <a:cs typeface="阿里巴巴普惠体 Medium"/>
                <a:sym typeface="Arial"/>
              </a:endParaRPr>
            </a:p>
          </p:txBody>
        </p:sp>
        <p:sp>
          <p:nvSpPr>
            <p:cNvPr id="52" name="图形"/>
            <p:cNvSpPr txBox="1"/>
            <p:nvPr/>
          </p:nvSpPr>
          <p:spPr>
            <a:xfrm>
              <a:off x="9506" y="-2138"/>
              <a:ext cx="864" cy="1178"/>
            </a:xfrm>
            <a:custGeom>
              <a:avLst/>
              <a:gdLst/>
              <a:ahLst/>
              <a:cxnLst>
                <a:cxn ang="3">
                  <a:pos x="hc" y="t"/>
                </a:cxn>
                <a:cxn ang="cd2">
                  <a:pos x="l" y="vc"/>
                </a:cxn>
                <a:cxn ang="cd4">
                  <a:pos x="hc" y="b"/>
                </a:cxn>
                <a:cxn ang="0">
                  <a:pos x="r" y="vc"/>
                </a:cxn>
              </a:cxnLst>
              <a:rect l="l" t="t" r="r" b="b"/>
              <a:pathLst>
                <a:path w="864" h="1178">
                  <a:moveTo>
                    <a:pt x="0" y="0"/>
                  </a:moveTo>
                  <a:lnTo>
                    <a:pt x="190" y="0"/>
                  </a:lnTo>
                  <a:lnTo>
                    <a:pt x="581" y="692"/>
                  </a:lnTo>
                  <a:lnTo>
                    <a:pt x="704" y="941"/>
                  </a:lnTo>
                  <a:lnTo>
                    <a:pt x="712" y="941"/>
                  </a:lnTo>
                  <a:cubicBezTo>
                    <a:pt x="707" y="880"/>
                    <a:pt x="702" y="815"/>
                    <a:pt x="696" y="748"/>
                  </a:cubicBezTo>
                  <a:cubicBezTo>
                    <a:pt x="691" y="680"/>
                    <a:pt x="688" y="614"/>
                    <a:pt x="688" y="550"/>
                  </a:cubicBezTo>
                  <a:lnTo>
                    <a:pt x="688" y="0"/>
                  </a:lnTo>
                  <a:lnTo>
                    <a:pt x="864" y="0"/>
                  </a:lnTo>
                  <a:lnTo>
                    <a:pt x="864" y="1178"/>
                  </a:lnTo>
                  <a:lnTo>
                    <a:pt x="674" y="1178"/>
                  </a:lnTo>
                  <a:lnTo>
                    <a:pt x="283" y="484"/>
                  </a:lnTo>
                  <a:lnTo>
                    <a:pt x="160" y="238"/>
                  </a:lnTo>
                  <a:lnTo>
                    <a:pt x="152" y="238"/>
                  </a:lnTo>
                  <a:cubicBezTo>
                    <a:pt x="157" y="299"/>
                    <a:pt x="162" y="363"/>
                    <a:pt x="167" y="428"/>
                  </a:cubicBezTo>
                  <a:cubicBezTo>
                    <a:pt x="173" y="494"/>
                    <a:pt x="175" y="559"/>
                    <a:pt x="176" y="623"/>
                  </a:cubicBezTo>
                  <a:lnTo>
                    <a:pt x="176" y="1178"/>
                  </a:lnTo>
                  <a:lnTo>
                    <a:pt x="0" y="1178"/>
                  </a:lnTo>
                  <a:lnTo>
                    <a:pt x="0" y="0"/>
                  </a:lnTo>
                  <a:close/>
                </a:path>
              </a:pathLst>
            </a:custGeom>
            <a:grpFill/>
            <a:effectLst/>
          </p:spPr>
          <p:txBody>
            <a:bodyPr wrap="square" lIns="0" tIns="0" rIns="0" bIns="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endParaRPr lang="zh-CN" altLang="en-US" sz="8000">
                <a:solidFill>
                  <a:schemeClr val="bg1"/>
                </a:solidFill>
                <a:latin typeface="Arial"/>
                <a:ea typeface="阿里巴巴普惠体 Medium"/>
                <a:cs typeface="阿里巴巴普惠体 Medium"/>
                <a:sym typeface="Arial"/>
              </a:endParaRPr>
            </a:p>
          </p:txBody>
        </p:sp>
        <p:sp>
          <p:nvSpPr>
            <p:cNvPr id="53" name="图形"/>
            <p:cNvSpPr txBox="1"/>
            <p:nvPr/>
          </p:nvSpPr>
          <p:spPr>
            <a:xfrm>
              <a:off x="10740" y="-2138"/>
              <a:ext cx="864" cy="1178"/>
            </a:xfrm>
            <a:custGeom>
              <a:avLst/>
              <a:gdLst/>
              <a:ahLst/>
              <a:cxnLst>
                <a:cxn ang="3">
                  <a:pos x="hc" y="t"/>
                </a:cxn>
                <a:cxn ang="cd2">
                  <a:pos x="l" y="vc"/>
                </a:cxn>
                <a:cxn ang="cd4">
                  <a:pos x="hc" y="b"/>
                </a:cxn>
                <a:cxn ang="0">
                  <a:pos x="r" y="vc"/>
                </a:cxn>
              </a:cxnLst>
              <a:rect l="l" t="t" r="r" b="b"/>
              <a:pathLst>
                <a:path w="864" h="1178">
                  <a:moveTo>
                    <a:pt x="0" y="0"/>
                  </a:moveTo>
                  <a:lnTo>
                    <a:pt x="190" y="0"/>
                  </a:lnTo>
                  <a:lnTo>
                    <a:pt x="581" y="692"/>
                  </a:lnTo>
                  <a:lnTo>
                    <a:pt x="704" y="941"/>
                  </a:lnTo>
                  <a:lnTo>
                    <a:pt x="712" y="941"/>
                  </a:lnTo>
                  <a:cubicBezTo>
                    <a:pt x="707" y="880"/>
                    <a:pt x="702" y="815"/>
                    <a:pt x="696" y="748"/>
                  </a:cubicBezTo>
                  <a:cubicBezTo>
                    <a:pt x="691" y="680"/>
                    <a:pt x="688" y="614"/>
                    <a:pt x="688" y="550"/>
                  </a:cubicBezTo>
                  <a:lnTo>
                    <a:pt x="688" y="0"/>
                  </a:lnTo>
                  <a:lnTo>
                    <a:pt x="864" y="0"/>
                  </a:lnTo>
                  <a:lnTo>
                    <a:pt x="864" y="1178"/>
                  </a:lnTo>
                  <a:lnTo>
                    <a:pt x="674" y="1178"/>
                  </a:lnTo>
                  <a:lnTo>
                    <a:pt x="283" y="484"/>
                  </a:lnTo>
                  <a:lnTo>
                    <a:pt x="160" y="238"/>
                  </a:lnTo>
                  <a:lnTo>
                    <a:pt x="152" y="238"/>
                  </a:lnTo>
                  <a:cubicBezTo>
                    <a:pt x="157" y="299"/>
                    <a:pt x="162" y="363"/>
                    <a:pt x="167" y="428"/>
                  </a:cubicBezTo>
                  <a:cubicBezTo>
                    <a:pt x="173" y="494"/>
                    <a:pt x="175" y="559"/>
                    <a:pt x="176" y="623"/>
                  </a:cubicBezTo>
                  <a:lnTo>
                    <a:pt x="176" y="1178"/>
                  </a:lnTo>
                  <a:lnTo>
                    <a:pt x="0" y="1178"/>
                  </a:lnTo>
                  <a:lnTo>
                    <a:pt x="0" y="0"/>
                  </a:lnTo>
                  <a:close/>
                </a:path>
              </a:pathLst>
            </a:custGeom>
            <a:gradFill>
              <a:gsLst>
                <a:gs pos="72000">
                  <a:schemeClr val="bg1"/>
                </a:gs>
                <a:gs pos="90000">
                  <a:schemeClr val="bg1">
                    <a:alpha val="0"/>
                  </a:schemeClr>
                </a:gs>
              </a:gsLst>
              <a:lin ang="2700000" scaled="0"/>
            </a:gradFill>
            <a:effectLst/>
          </p:spPr>
          <p:txBody>
            <a:bodyPr wrap="square" lIns="0" tIns="0" rIns="0" bIns="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endParaRPr lang="zh-CN" altLang="en-US" sz="8000">
                <a:solidFill>
                  <a:schemeClr val="bg1"/>
                </a:solidFill>
                <a:latin typeface="Arial"/>
                <a:ea typeface="阿里巴巴普惠体 Medium"/>
                <a:cs typeface="阿里巴巴普惠体 Medium"/>
                <a:sym typeface="Arial"/>
              </a:endParaRPr>
            </a:p>
          </p:txBody>
        </p:sp>
        <p:sp>
          <p:nvSpPr>
            <p:cNvPr id="54" name="图形"/>
            <p:cNvSpPr txBox="1"/>
            <p:nvPr/>
          </p:nvSpPr>
          <p:spPr>
            <a:xfrm>
              <a:off x="11974" y="-2138"/>
              <a:ext cx="186" cy="1178"/>
            </a:xfrm>
            <a:custGeom>
              <a:avLst/>
              <a:gdLst/>
              <a:ahLst/>
              <a:cxnLst>
                <a:cxn ang="3">
                  <a:pos x="hc" y="t"/>
                </a:cxn>
                <a:cxn ang="cd2">
                  <a:pos x="l" y="vc"/>
                </a:cxn>
                <a:cxn ang="cd4">
                  <a:pos x="hc" y="b"/>
                </a:cxn>
                <a:cxn ang="0">
                  <a:pos x="r" y="vc"/>
                </a:cxn>
              </a:cxnLst>
              <a:rect l="l" t="t" r="r" b="b"/>
              <a:pathLst>
                <a:path w="186" h="1178">
                  <a:moveTo>
                    <a:pt x="0" y="0"/>
                  </a:moveTo>
                  <a:lnTo>
                    <a:pt x="186" y="0"/>
                  </a:lnTo>
                  <a:lnTo>
                    <a:pt x="186" y="1178"/>
                  </a:lnTo>
                  <a:lnTo>
                    <a:pt x="0" y="1178"/>
                  </a:lnTo>
                  <a:lnTo>
                    <a:pt x="0" y="0"/>
                  </a:lnTo>
                  <a:close/>
                </a:path>
              </a:pathLst>
            </a:custGeom>
            <a:gradFill>
              <a:gsLst>
                <a:gs pos="63000">
                  <a:schemeClr val="bg1"/>
                </a:gs>
                <a:gs pos="82000">
                  <a:schemeClr val="bg1">
                    <a:alpha val="0"/>
                  </a:schemeClr>
                </a:gs>
              </a:gsLst>
              <a:lin ang="5400000" scaled="0"/>
            </a:gradFill>
            <a:effectLst/>
          </p:spPr>
          <p:txBody>
            <a:bodyPr wrap="square" lIns="0" tIns="0" rIns="0" bIns="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endParaRPr lang="zh-CN" altLang="en-US" sz="8000">
                <a:solidFill>
                  <a:schemeClr val="bg1"/>
                </a:solidFill>
                <a:latin typeface="Arial"/>
                <a:ea typeface="阿里巴巴普惠体 Medium"/>
                <a:cs typeface="阿里巴巴普惠体 Medium"/>
                <a:sym typeface="Arial"/>
              </a:endParaRPr>
            </a:p>
          </p:txBody>
        </p:sp>
        <p:sp>
          <p:nvSpPr>
            <p:cNvPr id="55" name="图形"/>
            <p:cNvSpPr txBox="1"/>
            <p:nvPr/>
          </p:nvSpPr>
          <p:spPr>
            <a:xfrm>
              <a:off x="12529" y="-2138"/>
              <a:ext cx="864" cy="1178"/>
            </a:xfrm>
            <a:custGeom>
              <a:avLst/>
              <a:gdLst/>
              <a:ahLst/>
              <a:cxnLst>
                <a:cxn ang="3">
                  <a:pos x="hc" y="t"/>
                </a:cxn>
                <a:cxn ang="cd2">
                  <a:pos x="l" y="vc"/>
                </a:cxn>
                <a:cxn ang="cd4">
                  <a:pos x="hc" y="b"/>
                </a:cxn>
                <a:cxn ang="0">
                  <a:pos x="r" y="vc"/>
                </a:cxn>
              </a:cxnLst>
              <a:rect l="l" t="t" r="r" b="b"/>
              <a:pathLst>
                <a:path w="864" h="1178">
                  <a:moveTo>
                    <a:pt x="0" y="0"/>
                  </a:moveTo>
                  <a:lnTo>
                    <a:pt x="190" y="0"/>
                  </a:lnTo>
                  <a:lnTo>
                    <a:pt x="581" y="692"/>
                  </a:lnTo>
                  <a:lnTo>
                    <a:pt x="704" y="941"/>
                  </a:lnTo>
                  <a:lnTo>
                    <a:pt x="712" y="941"/>
                  </a:lnTo>
                  <a:cubicBezTo>
                    <a:pt x="707" y="880"/>
                    <a:pt x="702" y="815"/>
                    <a:pt x="696" y="748"/>
                  </a:cubicBezTo>
                  <a:cubicBezTo>
                    <a:pt x="691" y="680"/>
                    <a:pt x="688" y="614"/>
                    <a:pt x="688" y="550"/>
                  </a:cubicBezTo>
                  <a:lnTo>
                    <a:pt x="688" y="0"/>
                  </a:lnTo>
                  <a:lnTo>
                    <a:pt x="864" y="0"/>
                  </a:lnTo>
                  <a:lnTo>
                    <a:pt x="864" y="1178"/>
                  </a:lnTo>
                  <a:lnTo>
                    <a:pt x="674" y="1178"/>
                  </a:lnTo>
                  <a:lnTo>
                    <a:pt x="283" y="484"/>
                  </a:lnTo>
                  <a:lnTo>
                    <a:pt x="160" y="238"/>
                  </a:lnTo>
                  <a:lnTo>
                    <a:pt x="152" y="238"/>
                  </a:lnTo>
                  <a:cubicBezTo>
                    <a:pt x="157" y="299"/>
                    <a:pt x="162" y="363"/>
                    <a:pt x="167" y="428"/>
                  </a:cubicBezTo>
                  <a:cubicBezTo>
                    <a:pt x="173" y="494"/>
                    <a:pt x="175" y="559"/>
                    <a:pt x="176" y="623"/>
                  </a:cubicBezTo>
                  <a:lnTo>
                    <a:pt x="176" y="1178"/>
                  </a:lnTo>
                  <a:lnTo>
                    <a:pt x="0" y="1178"/>
                  </a:lnTo>
                  <a:lnTo>
                    <a:pt x="0" y="0"/>
                  </a:lnTo>
                  <a:close/>
                </a:path>
              </a:pathLst>
            </a:custGeom>
            <a:grpFill/>
            <a:effectLst/>
          </p:spPr>
          <p:txBody>
            <a:bodyPr wrap="square" lIns="0" tIns="0" rIns="0" bIns="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endParaRPr lang="zh-CN" altLang="en-US" sz="8000">
                <a:solidFill>
                  <a:schemeClr val="bg1"/>
                </a:solidFill>
                <a:latin typeface="Arial"/>
                <a:ea typeface="阿里巴巴普惠体 Medium"/>
                <a:cs typeface="阿里巴巴普惠体 Medium"/>
                <a:sym typeface="Arial"/>
              </a:endParaRPr>
            </a:p>
          </p:txBody>
        </p:sp>
        <p:sp>
          <p:nvSpPr>
            <p:cNvPr id="56" name="图形"/>
            <p:cNvSpPr txBox="1"/>
            <p:nvPr/>
          </p:nvSpPr>
          <p:spPr>
            <a:xfrm>
              <a:off x="8296" y="-2138"/>
              <a:ext cx="995" cy="1178"/>
            </a:xfrm>
            <a:custGeom>
              <a:avLst/>
              <a:gdLst/>
              <a:ahLst/>
              <a:cxnLst>
                <a:cxn ang="3">
                  <a:pos x="hc" y="t"/>
                </a:cxn>
                <a:cxn ang="cd2">
                  <a:pos x="l" y="vc"/>
                </a:cxn>
                <a:cxn ang="cd4">
                  <a:pos x="hc" y="b"/>
                </a:cxn>
                <a:cxn ang="0">
                  <a:pos x="r" y="vc"/>
                </a:cxn>
              </a:cxnLst>
              <a:rect l="l" t="t" r="r" b="b"/>
              <a:pathLst>
                <a:path w="995" h="1178">
                  <a:moveTo>
                    <a:pt x="489" y="147"/>
                  </a:moveTo>
                  <a:cubicBezTo>
                    <a:pt x="473" y="214"/>
                    <a:pt x="455" y="280"/>
                    <a:pt x="437" y="345"/>
                  </a:cubicBezTo>
                  <a:cubicBezTo>
                    <a:pt x="419" y="410"/>
                    <a:pt x="400" y="474"/>
                    <a:pt x="381" y="538"/>
                  </a:cubicBezTo>
                  <a:lnTo>
                    <a:pt x="333" y="696"/>
                  </a:lnTo>
                  <a:lnTo>
                    <a:pt x="654" y="696"/>
                  </a:lnTo>
                  <a:lnTo>
                    <a:pt x="608" y="538"/>
                  </a:lnTo>
                  <a:cubicBezTo>
                    <a:pt x="588" y="474"/>
                    <a:pt x="569" y="410"/>
                    <a:pt x="551" y="344"/>
                  </a:cubicBezTo>
                  <a:cubicBezTo>
                    <a:pt x="533" y="279"/>
                    <a:pt x="515" y="213"/>
                    <a:pt x="497" y="147"/>
                  </a:cubicBezTo>
                  <a:lnTo>
                    <a:pt x="489" y="147"/>
                  </a:lnTo>
                  <a:close/>
                  <a:moveTo>
                    <a:pt x="390" y="0"/>
                  </a:moveTo>
                  <a:lnTo>
                    <a:pt x="605" y="0"/>
                  </a:lnTo>
                  <a:lnTo>
                    <a:pt x="995" y="1178"/>
                  </a:lnTo>
                  <a:lnTo>
                    <a:pt x="798" y="1178"/>
                  </a:lnTo>
                  <a:lnTo>
                    <a:pt x="699" y="842"/>
                  </a:lnTo>
                  <a:lnTo>
                    <a:pt x="290" y="842"/>
                  </a:lnTo>
                  <a:lnTo>
                    <a:pt x="189" y="1178"/>
                  </a:lnTo>
                  <a:lnTo>
                    <a:pt x="0" y="1178"/>
                  </a:lnTo>
                  <a:lnTo>
                    <a:pt x="390" y="0"/>
                  </a:lnTo>
                  <a:close/>
                </a:path>
              </a:pathLst>
            </a:custGeom>
            <a:grpFill/>
            <a:effectLst/>
          </p:spPr>
          <p:txBody>
            <a:bodyPr wrap="square" lIns="0" tIns="0" rIns="0" bIns="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endParaRPr lang="zh-CN" altLang="en-US" sz="8000">
                <a:solidFill>
                  <a:schemeClr val="bg1"/>
                </a:solidFill>
                <a:latin typeface="Arial"/>
                <a:ea typeface="阿里巴巴普惠体 Medium"/>
                <a:cs typeface="阿里巴巴普惠体 Medium"/>
                <a:sym typeface="Arial"/>
              </a:endParaRPr>
            </a:p>
          </p:txBody>
        </p:sp>
      </p:grpSp>
    </p:spTree>
    <p:custDataLst>
      <p:tags r:id="R1c90e96a3e7243ea"/>
    </p:custDataLst>
    <p:extLst>
      <p:ext uri="{BB962C8B-B14F-4D97-AF65-F5344CB8AC3E}">
        <p14:creationId xmlns:p14="http://schemas.microsoft.com/office/powerpoint/2010/main" val="1827365288"/>
      </p:ext>
    </p:extLst>
  </p:cSld>
  <p:clrMapOvr>
    <a:masterClrMapping/>
  </p:clrMapOvr>
  <mc:AlternateContent xmlns:mc="http://schemas.openxmlformats.org/markup-compatibility/2006" xmlns:p14="http://schemas.microsoft.com/office/powerpoint/2010/main">
    <mc:Choice Requires="p14">
      <p:transition spd="slow" p14:dur="2000" advTm="2000">
        <p:wipe/>
      </p:transition>
    </mc:Choice>
    <mc:Fallback xmlns:p15="http://schemas.microsoft.com/office/powerpoint/2012/main" xmlns:a14="http://schemas.microsoft.com/office/drawing/2010/main" xmlns="">
      <p:transition spd="slow" advTm="2000">
        <p:wip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8" presetClass="entr" presetSubtype="12" fill="hold" nodeType="afterEffect">
                                  <p:stCondLst>
                                    <p:cond delay="0"/>
                                  </p:stCondLst>
                                  <p:childTnLst>
                                    <p:set>
                                      <p:cBhvr>
                                        <p:cTn id="6" dur="1000" fill="hold">
                                          <p:stCondLst>
                                            <p:cond delay="0"/>
                                          </p:stCondLst>
                                        </p:cTn>
                                        <p:tgtEl>
                                          <p:spTgt spid="2"/>
                                        </p:tgtEl>
                                        <p:attrNameLst>
                                          <p:attrName>style.visibility</p:attrName>
                                        </p:attrNameLst>
                                      </p:cBhvr>
                                      <p:to>
                                        <p:strVal val="visible"/>
                                      </p:to>
                                    </p:set>
                                    <p:animEffect transition="in" filter="strips(downLeft)">
                                      <p:cBhvr>
                                        <p:cTn id="7" dur="1000"/>
                                        <p:tgtEl>
                                          <p:spTgt spid="2"/>
                                        </p:tgtEl>
                                      </p:cBhvr>
                                    </p:animEffect>
                                  </p:childTnLst>
                                </p:cTn>
                              </p:par>
                            </p:childTnLst>
                          </p:cTn>
                        </p:par>
                        <p:par>
                          <p:cTn id="8" fill="hold" nodeType="afterGroup">
                            <p:stCondLst>
                              <p:cond delay="1000"/>
                            </p:stCondLst>
                            <p:childTnLst>
                              <p:par>
                                <p:cTn id="9" presetID="47" presetClass="entr" presetSubtype="0" fill="hold" nodeType="afterEffect">
                                  <p:stCondLst>
                                    <p:cond delay="0"/>
                                  </p:stCondLst>
                                  <p:childTnLst>
                                    <p:set>
                                      <p:cBhvr>
                                        <p:cTn id="10" dur="1000" fill="hold">
                                          <p:stCondLst>
                                            <p:cond delay="0"/>
                                          </p:stCondLst>
                                        </p:cTn>
                                        <p:tgtEl>
                                          <p:spTgt spid="57"/>
                                        </p:tgtEl>
                                        <p:attrNameLst>
                                          <p:attrName>style.visibility</p:attrName>
                                        </p:attrNameLst>
                                      </p:cBhvr>
                                      <p:to>
                                        <p:strVal val="visible"/>
                                      </p:to>
                                    </p:set>
                                    <p:animEffect transition="in" filter="fade">
                                      <p:cBhvr>
                                        <p:cTn id="11" dur="1000"/>
                                        <p:tgtEl>
                                          <p:spTgt spid="57"/>
                                        </p:tgtEl>
                                      </p:cBhvr>
                                    </p:animEffect>
                                    <p:anim calcmode="lin" valueType="num">
                                      <p:cBhvr>
                                        <p:cTn id="12" dur="1000" fill="hold"/>
                                        <p:tgtEl>
                                          <p:spTgt spid="57"/>
                                        </p:tgtEl>
                                        <p:attrNameLst>
                                          <p:attrName>ppt_x</p:attrName>
                                        </p:attrNameLst>
                                      </p:cBhvr>
                                      <p:tavLst>
                                        <p:tav tm="0">
                                          <p:val>
                                            <p:strVal val="#ppt_x"/>
                                          </p:val>
                                        </p:tav>
                                        <p:tav tm="100000">
                                          <p:val>
                                            <p:strVal val="#ppt_x"/>
                                          </p:val>
                                        </p:tav>
                                      </p:tavLst>
                                    </p:anim>
                                    <p:anim calcmode="lin" valueType="num">
                                      <p:cBhvr>
                                        <p:cTn id="13" dur="1000" fill="hold"/>
                                        <p:tgtEl>
                                          <p:spTgt spid="57"/>
                                        </p:tgtEl>
                                        <p:attrNameLst>
                                          <p:attrName>ppt_y</p:attrName>
                                        </p:attrNameLst>
                                      </p:cBhvr>
                                      <p:tavLst>
                                        <p:tav tm="0">
                                          <p:val>
                                            <p:strVal val="#ppt_y-.1"/>
                                          </p:val>
                                        </p:tav>
                                        <p:tav tm="100000">
                                          <p:val>
                                            <p:strVal val="#ppt_y"/>
                                          </p:val>
                                        </p:tav>
                                      </p:tavLst>
                                    </p:anim>
                                  </p:childTnLst>
                                </p:cTn>
                              </p:par>
                            </p:childTnLst>
                          </p:cTn>
                        </p:par>
                        <p:par>
                          <p:cTn id="14" fill="hold" nodeType="afterGroup">
                            <p:stCondLst>
                              <p:cond delay="2000"/>
                            </p:stCondLst>
                            <p:childTnLst>
                              <p:par>
                                <p:cTn id="15" presetID="50" presetClass="entr" presetSubtype="0" decel="100000" fill="hold" grpId="0" nodeType="afterEffect">
                                  <p:stCondLst>
                                    <p:cond delay="0"/>
                                  </p:stCondLst>
                                  <p:childTnLst>
                                    <p:set>
                                      <p:cBhvr>
                                        <p:cTn id="16" dur="1000" fill="hold">
                                          <p:stCondLst>
                                            <p:cond delay="0"/>
                                          </p:stCondLst>
                                        </p:cTn>
                                        <p:tgtEl>
                                          <p:spTgt spid="37"/>
                                        </p:tgtEl>
                                        <p:attrNameLst>
                                          <p:attrName>style.visibility</p:attrName>
                                        </p:attrNameLst>
                                      </p:cBhvr>
                                      <p:to>
                                        <p:strVal val="visible"/>
                                      </p:to>
                                    </p:set>
                                    <p:anim calcmode="lin" valueType="num">
                                      <p:cBhvr>
                                        <p:cTn id="17" dur="1000" fill="hold"/>
                                        <p:tgtEl>
                                          <p:spTgt spid="37"/>
                                        </p:tgtEl>
                                        <p:attrNameLst>
                                          <p:attrName>ppt_w</p:attrName>
                                        </p:attrNameLst>
                                      </p:cBhvr>
                                      <p:tavLst>
                                        <p:tav tm="0">
                                          <p:val>
                                            <p:strVal val="#ppt_w+.3"/>
                                          </p:val>
                                        </p:tav>
                                        <p:tav tm="100000">
                                          <p:val>
                                            <p:strVal val="#ppt_w"/>
                                          </p:val>
                                        </p:tav>
                                      </p:tavLst>
                                    </p:anim>
                                    <p:anim calcmode="lin" valueType="num">
                                      <p:cBhvr>
                                        <p:cTn id="18" dur="1000" fill="hold"/>
                                        <p:tgtEl>
                                          <p:spTgt spid="37"/>
                                        </p:tgtEl>
                                        <p:attrNameLst>
                                          <p:attrName>ppt_h</p:attrName>
                                        </p:attrNameLst>
                                      </p:cBhvr>
                                      <p:tavLst>
                                        <p:tav tm="0">
                                          <p:val>
                                            <p:strVal val="#ppt_h"/>
                                          </p:val>
                                        </p:tav>
                                        <p:tav tm="100000">
                                          <p:val>
                                            <p:strVal val="#ppt_h"/>
                                          </p:val>
                                        </p:tav>
                                      </p:tavLst>
                                    </p:anim>
                                    <p:animEffect transition="in" filter="fade">
                                      <p:cBhvr>
                                        <p:cTn id="19" dur="1000"/>
                                        <p:tgtEl>
                                          <p:spTgt spid="37"/>
                                        </p:tgtEl>
                                      </p:cBhvr>
                                    </p:animEffect>
                                  </p:childTnLst>
                                </p:cTn>
                              </p:par>
                            </p:childTnLst>
                          </p:cTn>
                        </p:par>
                        <p:par>
                          <p:cTn id="20" fill="hold" nodeType="afterGroup">
                            <p:stCondLst>
                              <p:cond delay="3000"/>
                            </p:stCondLst>
                            <p:childTnLst>
                              <p:par>
                                <p:cTn id="21" presetID="50" presetClass="entr" presetSubtype="0" decel="100000" fill="hold" grpId="0" nodeType="afterEffect">
                                  <p:stCondLst>
                                    <p:cond delay="0"/>
                                  </p:stCondLst>
                                  <p:childTnLst>
                                    <p:set>
                                      <p:cBhvr>
                                        <p:cTn id="22" dur="1000" fill="hold">
                                          <p:stCondLst>
                                            <p:cond delay="0"/>
                                          </p:stCondLst>
                                        </p:cTn>
                                        <p:tgtEl>
                                          <p:spTgt spid="77"/>
                                        </p:tgtEl>
                                        <p:attrNameLst>
                                          <p:attrName>style.visibility</p:attrName>
                                        </p:attrNameLst>
                                      </p:cBhvr>
                                      <p:to>
                                        <p:strVal val="visible"/>
                                      </p:to>
                                    </p:set>
                                    <p:anim calcmode="lin" valueType="num">
                                      <p:cBhvr>
                                        <p:cTn id="23" dur="1000" fill="hold"/>
                                        <p:tgtEl>
                                          <p:spTgt spid="77"/>
                                        </p:tgtEl>
                                        <p:attrNameLst>
                                          <p:attrName>ppt_w</p:attrName>
                                        </p:attrNameLst>
                                      </p:cBhvr>
                                      <p:tavLst>
                                        <p:tav tm="0">
                                          <p:val>
                                            <p:strVal val="#ppt_w+.3"/>
                                          </p:val>
                                        </p:tav>
                                        <p:tav tm="100000">
                                          <p:val>
                                            <p:strVal val="#ppt_w"/>
                                          </p:val>
                                        </p:tav>
                                      </p:tavLst>
                                    </p:anim>
                                    <p:anim calcmode="lin" valueType="num">
                                      <p:cBhvr>
                                        <p:cTn id="24" dur="1000" fill="hold"/>
                                        <p:tgtEl>
                                          <p:spTgt spid="77"/>
                                        </p:tgtEl>
                                        <p:attrNameLst>
                                          <p:attrName>ppt_h</p:attrName>
                                        </p:attrNameLst>
                                      </p:cBhvr>
                                      <p:tavLst>
                                        <p:tav tm="0">
                                          <p:val>
                                            <p:strVal val="#ppt_h"/>
                                          </p:val>
                                        </p:tav>
                                        <p:tav tm="100000">
                                          <p:val>
                                            <p:strVal val="#ppt_h"/>
                                          </p:val>
                                        </p:tav>
                                      </p:tavLst>
                                    </p:anim>
                                    <p:animEffect transition="in" filter="fade">
                                      <p:cBhvr>
                                        <p:cTn id="25" dur="1000"/>
                                        <p:tgtEl>
                                          <p:spTgt spid="77"/>
                                        </p:tgtEl>
                                      </p:cBhvr>
                                    </p:animEffect>
                                  </p:childTnLst>
                                </p:cTn>
                              </p:par>
                            </p:childTnLst>
                          </p:cTn>
                        </p:par>
                        <p:par>
                          <p:cTn id="26" fill="hold" nodeType="afterGroup">
                            <p:stCondLst>
                              <p:cond delay="4000"/>
                            </p:stCondLst>
                            <p:childTnLst>
                              <p:par>
                                <p:cTn id="27" presetID="50" presetClass="entr" presetSubtype="0" decel="100000" fill="hold" nodeType="afterEffect">
                                  <p:stCondLst>
                                    <p:cond delay="0"/>
                                  </p:stCondLst>
                                  <p:childTnLst>
                                    <p:set>
                                      <p:cBhvr>
                                        <p:cTn id="28" dur="1000" fill="hold">
                                          <p:stCondLst>
                                            <p:cond delay="0"/>
                                          </p:stCondLst>
                                        </p:cTn>
                                        <p:tgtEl>
                                          <p:spTgt spid="41"/>
                                        </p:tgtEl>
                                        <p:attrNameLst>
                                          <p:attrName>style.visibility</p:attrName>
                                        </p:attrNameLst>
                                      </p:cBhvr>
                                      <p:to>
                                        <p:strVal val="visible"/>
                                      </p:to>
                                    </p:set>
                                    <p:anim calcmode="lin" valueType="num">
                                      <p:cBhvr>
                                        <p:cTn id="29" dur="1000" fill="hold"/>
                                        <p:tgtEl>
                                          <p:spTgt spid="41"/>
                                        </p:tgtEl>
                                        <p:attrNameLst>
                                          <p:attrName>ppt_w</p:attrName>
                                        </p:attrNameLst>
                                      </p:cBhvr>
                                      <p:tavLst>
                                        <p:tav tm="0">
                                          <p:val>
                                            <p:strVal val="#ppt_w+.3"/>
                                          </p:val>
                                        </p:tav>
                                        <p:tav tm="100000">
                                          <p:val>
                                            <p:strVal val="#ppt_w"/>
                                          </p:val>
                                        </p:tav>
                                      </p:tavLst>
                                    </p:anim>
                                    <p:anim calcmode="lin" valueType="num">
                                      <p:cBhvr>
                                        <p:cTn id="30" dur="1000" fill="hold"/>
                                        <p:tgtEl>
                                          <p:spTgt spid="41"/>
                                        </p:tgtEl>
                                        <p:attrNameLst>
                                          <p:attrName>ppt_h</p:attrName>
                                        </p:attrNameLst>
                                      </p:cBhvr>
                                      <p:tavLst>
                                        <p:tav tm="0">
                                          <p:val>
                                            <p:strVal val="#ppt_h"/>
                                          </p:val>
                                        </p:tav>
                                        <p:tav tm="100000">
                                          <p:val>
                                            <p:strVal val="#ppt_h"/>
                                          </p:val>
                                        </p:tav>
                                      </p:tavLst>
                                    </p:anim>
                                    <p:animEffect transition="in" filter="fade">
                                      <p:cBhvr>
                                        <p:cTn id="31" dur="10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37" grpId="1"/>
      <p:bldP spid="77" grpId="0"/>
      <p:bldP spid="77" grpId="1"/>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图形" descr="D:/包图网/5db00e60c5d5e.png5db00e60c5d5e"/>
          <p:cNvPicPr>
            <a:picLocks noChangeAspect="1"/>
          </p:cNvPicPr>
          <p:nvPr/>
        </p:nvPicPr>
        <p:blipFill>
          <a:blip r:embed="R8c2c6f18dc2d43a0">
            <a:extLst>
              <a:ext uri="{28A0092B-C50C-407E-A947-70E740481C1C}">
                <a14:useLocalDpi xmlns:a14="http://schemas.microsoft.com/office/drawing/2010/main"/>
              </a:ext>
            </a:extLst>
          </a:blip>
          <a:srcRect b="-166"/>
          <a:stretch>
            <a:fillRect/>
          </a:stretch>
        </p:blipFill>
        <p:spPr>
          <a:xfrm>
            <a:off x="1" y="0"/>
            <a:ext cx="6696075" cy="6858000"/>
          </a:xfrm>
          <a:custGeom>
            <a:avLst/>
            <a:gdLst/>
            <a:ahLst/>
            <a:cxnLst>
              <a:cxn ang="3">
                <a:pos x="hc" y="t"/>
              </a:cxn>
              <a:cxn ang="cd2">
                <a:pos x="l" y="vc"/>
              </a:cxn>
              <a:cxn ang="cd4">
                <a:pos x="hc" y="b"/>
              </a:cxn>
              <a:cxn ang="0">
                <a:pos x="r" y="vc"/>
              </a:cxn>
            </a:cxnLst>
            <a:rect l="l" t="t" r="r" b="b"/>
            <a:pathLst>
              <a:path w="11051" h="10800">
                <a:moveTo>
                  <a:pt x="0" y="0"/>
                </a:moveTo>
                <a:lnTo>
                  <a:pt x="9600" y="0"/>
                </a:lnTo>
                <a:lnTo>
                  <a:pt x="9600" y="1103"/>
                </a:lnTo>
                <a:lnTo>
                  <a:pt x="8654" y="1103"/>
                </a:lnTo>
                <a:cubicBezTo>
                  <a:pt x="8375" y="1103"/>
                  <a:pt x="8149" y="1329"/>
                  <a:pt x="8149" y="1608"/>
                </a:cubicBezTo>
                <a:cubicBezTo>
                  <a:pt x="8149" y="1887"/>
                  <a:pt x="8375" y="2113"/>
                  <a:pt x="8654" y="2113"/>
                </a:cubicBezTo>
                <a:lnTo>
                  <a:pt x="9600" y="2113"/>
                </a:lnTo>
                <a:lnTo>
                  <a:pt x="9600" y="3631"/>
                </a:lnTo>
                <a:lnTo>
                  <a:pt x="8654" y="3631"/>
                </a:lnTo>
                <a:cubicBezTo>
                  <a:pt x="8375" y="3631"/>
                  <a:pt x="8149" y="3857"/>
                  <a:pt x="8149" y="4136"/>
                </a:cubicBezTo>
                <a:cubicBezTo>
                  <a:pt x="8149" y="4415"/>
                  <a:pt x="8375" y="4641"/>
                  <a:pt x="8654" y="4641"/>
                </a:cubicBezTo>
                <a:lnTo>
                  <a:pt x="9600" y="4641"/>
                </a:lnTo>
                <a:lnTo>
                  <a:pt x="9600" y="6159"/>
                </a:lnTo>
                <a:lnTo>
                  <a:pt x="8654" y="6159"/>
                </a:lnTo>
                <a:cubicBezTo>
                  <a:pt x="8375" y="6159"/>
                  <a:pt x="8149" y="6385"/>
                  <a:pt x="8149" y="6664"/>
                </a:cubicBezTo>
                <a:cubicBezTo>
                  <a:pt x="8149" y="6943"/>
                  <a:pt x="8375" y="7169"/>
                  <a:pt x="8654" y="7169"/>
                </a:cubicBezTo>
                <a:lnTo>
                  <a:pt x="9600" y="7169"/>
                </a:lnTo>
                <a:lnTo>
                  <a:pt x="9600" y="8687"/>
                </a:lnTo>
                <a:lnTo>
                  <a:pt x="8654" y="8687"/>
                </a:lnTo>
                <a:cubicBezTo>
                  <a:pt x="8375" y="8687"/>
                  <a:pt x="8149" y="8913"/>
                  <a:pt x="8149" y="9192"/>
                </a:cubicBezTo>
                <a:cubicBezTo>
                  <a:pt x="8149" y="9471"/>
                  <a:pt x="8375" y="9697"/>
                  <a:pt x="8654" y="9697"/>
                </a:cubicBezTo>
                <a:lnTo>
                  <a:pt x="9600" y="9697"/>
                </a:lnTo>
                <a:lnTo>
                  <a:pt x="9600" y="10800"/>
                </a:lnTo>
                <a:lnTo>
                  <a:pt x="0" y="10800"/>
                </a:lnTo>
                <a:lnTo>
                  <a:pt x="0" y="0"/>
                </a:lnTo>
                <a:close/>
                <a:moveTo>
                  <a:pt x="9600" y="8687"/>
                </a:moveTo>
                <a:lnTo>
                  <a:pt x="10546" y="8687"/>
                </a:lnTo>
                <a:cubicBezTo>
                  <a:pt x="10825" y="8687"/>
                  <a:pt x="11051" y="8913"/>
                  <a:pt x="11051" y="9192"/>
                </a:cubicBezTo>
                <a:cubicBezTo>
                  <a:pt x="11051" y="9471"/>
                  <a:pt x="10825" y="9697"/>
                  <a:pt x="10546" y="9697"/>
                </a:cubicBezTo>
                <a:lnTo>
                  <a:pt x="9600" y="9697"/>
                </a:lnTo>
                <a:lnTo>
                  <a:pt x="9600" y="8687"/>
                </a:lnTo>
                <a:close/>
                <a:moveTo>
                  <a:pt x="9600" y="1103"/>
                </a:moveTo>
                <a:lnTo>
                  <a:pt x="10546" y="1103"/>
                </a:lnTo>
                <a:cubicBezTo>
                  <a:pt x="10825" y="1103"/>
                  <a:pt x="11051" y="1329"/>
                  <a:pt x="11051" y="1608"/>
                </a:cubicBezTo>
                <a:cubicBezTo>
                  <a:pt x="11051" y="1887"/>
                  <a:pt x="10825" y="2113"/>
                  <a:pt x="10546" y="2113"/>
                </a:cubicBezTo>
                <a:lnTo>
                  <a:pt x="9600" y="2113"/>
                </a:lnTo>
                <a:lnTo>
                  <a:pt x="9600" y="1103"/>
                </a:lnTo>
                <a:close/>
                <a:moveTo>
                  <a:pt x="9600" y="3631"/>
                </a:moveTo>
                <a:lnTo>
                  <a:pt x="10546" y="3631"/>
                </a:lnTo>
                <a:cubicBezTo>
                  <a:pt x="10825" y="3631"/>
                  <a:pt x="11051" y="3857"/>
                  <a:pt x="11051" y="4136"/>
                </a:cubicBezTo>
                <a:cubicBezTo>
                  <a:pt x="11051" y="4415"/>
                  <a:pt x="10825" y="4641"/>
                  <a:pt x="10546" y="4641"/>
                </a:cubicBezTo>
                <a:lnTo>
                  <a:pt x="9600" y="4641"/>
                </a:lnTo>
                <a:lnTo>
                  <a:pt x="9600" y="3631"/>
                </a:lnTo>
                <a:close/>
                <a:moveTo>
                  <a:pt x="9600" y="6159"/>
                </a:moveTo>
                <a:lnTo>
                  <a:pt x="10546" y="6159"/>
                </a:lnTo>
                <a:cubicBezTo>
                  <a:pt x="10825" y="6159"/>
                  <a:pt x="11051" y="6385"/>
                  <a:pt x="11051" y="6664"/>
                </a:cubicBezTo>
                <a:cubicBezTo>
                  <a:pt x="11051" y="6943"/>
                  <a:pt x="10825" y="7169"/>
                  <a:pt x="10546" y="7169"/>
                </a:cubicBezTo>
                <a:lnTo>
                  <a:pt x="9600" y="7169"/>
                </a:lnTo>
                <a:lnTo>
                  <a:pt x="9600" y="6159"/>
                </a:lnTo>
                <a:close/>
              </a:path>
            </a:pathLst>
          </a:custGeom>
        </p:spPr>
      </p:pic>
      <p:sp>
        <p:nvSpPr>
          <p:cNvPr id="25" name="图形"/>
          <p:cNvSpPr txBox="1"/>
          <p:nvPr/>
        </p:nvSpPr>
        <p:spPr>
          <a:xfrm>
            <a:off x="5284471" y="720725"/>
            <a:ext cx="1046480" cy="615315"/>
          </a:xfrm>
          <a:prstGeom prst="rect">
            <a:avLst/>
          </a:prstGeom>
          <a:noFill/>
        </p:spPr>
        <p:txBody>
          <a:bodyPr wrap="square" lIns="0" tIns="0" rIns="0" bIns="0" rtlCol="0">
            <a:spAutoFit/>
          </a:bodyPr>
          <a:lstStyle/>
          <a:p>
            <a:pPr algn="dist">
              <a:lnSpc>
                <a:spcPct val="100000"/>
              </a:lnSpc>
            </a:pPr>
            <a:r>
              <a:rPr lang="en-US" altLang="zh-CN" sz="4000" b="1" noProof="0">
                <a:ln>
                  <a:noFill/>
                </a:ln>
                <a:solidFill>
                  <a:schemeClr val="tx1">
                    <a:lumMod val="75000"/>
                    <a:lumOff val="25000"/>
                  </a:schemeClr>
                </a:solidFill>
                <a:effectLst/>
                <a:uLnTx/>
                <a:uFillTx/>
                <a:latin typeface="Arial" panose="020B0604020202020204" pitchFamily="34" charset="0"/>
                <a:ea typeface="阿里巴巴普惠体 Medium"/>
                <a:cs typeface="Arial" panose="020B0604020202020204" pitchFamily="34" charset="0"/>
                <a:sym typeface="Arial"/>
              </a:rPr>
              <a:t>0</a:t>
            </a:r>
            <a:r>
              <a:rPr lang="en-US" altLang="zh-CN" sz="4000" b="1" noProof="0">
                <a:ln>
                  <a:noFill/>
                </a:ln>
                <a:solidFill>
                  <a:schemeClr val="bg1"/>
                </a:solidFill>
                <a:effectLst/>
                <a:uLnTx/>
                <a:uFillTx/>
                <a:latin typeface="Arial" panose="020B0604020202020204" pitchFamily="34" charset="0"/>
                <a:ea typeface="阿里巴巴普惠体 Medium"/>
                <a:cs typeface="Arial" panose="020B0604020202020204" pitchFamily="34" charset="0"/>
                <a:sym typeface="Arial"/>
              </a:rPr>
              <a:t>1</a:t>
            </a:r>
          </a:p>
        </p:txBody>
      </p:sp>
      <p:sp>
        <p:nvSpPr>
          <p:cNvPr id="26" name="图形"/>
          <p:cNvSpPr txBox="1"/>
          <p:nvPr/>
        </p:nvSpPr>
        <p:spPr>
          <a:xfrm>
            <a:off x="5284471" y="2326007"/>
            <a:ext cx="1046480" cy="615315"/>
          </a:xfrm>
          <a:prstGeom prst="rect">
            <a:avLst/>
          </a:prstGeom>
          <a:noFill/>
        </p:spPr>
        <p:txBody>
          <a:bodyPr wrap="square" lIns="0" tIns="0" rIns="0" bIns="0" rtlCol="0">
            <a:spAutoFit/>
          </a:bodyPr>
          <a:lstStyle/>
          <a:p>
            <a:pPr algn="dist">
              <a:lnSpc>
                <a:spcPct val="100000"/>
              </a:lnSpc>
            </a:pPr>
            <a:r>
              <a:rPr lang="en-US" altLang="zh-CN" sz="4000" b="1" noProof="0">
                <a:ln>
                  <a:noFill/>
                </a:ln>
                <a:solidFill>
                  <a:schemeClr val="tx1">
                    <a:lumMod val="75000"/>
                    <a:lumOff val="25000"/>
                  </a:schemeClr>
                </a:solidFill>
                <a:effectLst/>
                <a:uLnTx/>
                <a:uFillTx/>
                <a:latin typeface="Arial" panose="020B0604020202020204" pitchFamily="34" charset="0"/>
                <a:ea typeface="阿里巴巴普惠体 Medium"/>
                <a:cs typeface="Arial" panose="020B0604020202020204" pitchFamily="34" charset="0"/>
                <a:sym typeface="Arial"/>
              </a:rPr>
              <a:t>0</a:t>
            </a:r>
            <a:r>
              <a:rPr lang="en-US" altLang="zh-CN" sz="4000" b="1" noProof="0">
                <a:ln>
                  <a:noFill/>
                </a:ln>
                <a:solidFill>
                  <a:schemeClr val="bg1"/>
                </a:solidFill>
                <a:effectLst/>
                <a:uLnTx/>
                <a:uFillTx/>
                <a:latin typeface="Arial" panose="020B0604020202020204" pitchFamily="34" charset="0"/>
                <a:ea typeface="阿里巴巴普惠体 Medium"/>
                <a:cs typeface="Arial" panose="020B0604020202020204" pitchFamily="34" charset="0"/>
                <a:sym typeface="Arial"/>
              </a:rPr>
              <a:t>2</a:t>
            </a:r>
          </a:p>
        </p:txBody>
      </p:sp>
      <p:sp>
        <p:nvSpPr>
          <p:cNvPr id="27" name="图形"/>
          <p:cNvSpPr txBox="1"/>
          <p:nvPr/>
        </p:nvSpPr>
        <p:spPr>
          <a:xfrm>
            <a:off x="5284471" y="3931287"/>
            <a:ext cx="1046480" cy="615315"/>
          </a:xfrm>
          <a:prstGeom prst="rect">
            <a:avLst/>
          </a:prstGeom>
          <a:noFill/>
        </p:spPr>
        <p:txBody>
          <a:bodyPr wrap="square" lIns="0" tIns="0" rIns="0" bIns="0" rtlCol="0">
            <a:spAutoFit/>
          </a:bodyPr>
          <a:lstStyle/>
          <a:p>
            <a:pPr algn="dist">
              <a:lnSpc>
                <a:spcPct val="100000"/>
              </a:lnSpc>
            </a:pPr>
            <a:r>
              <a:rPr lang="en-US" altLang="zh-CN" sz="4000" b="1" noProof="0">
                <a:ln>
                  <a:noFill/>
                </a:ln>
                <a:solidFill>
                  <a:schemeClr val="tx1">
                    <a:lumMod val="75000"/>
                    <a:lumOff val="25000"/>
                  </a:schemeClr>
                </a:solidFill>
                <a:effectLst/>
                <a:uLnTx/>
                <a:uFillTx/>
                <a:latin typeface="Arial" panose="020B0604020202020204" pitchFamily="34" charset="0"/>
                <a:ea typeface="阿里巴巴普惠体 Medium"/>
                <a:cs typeface="Arial" panose="020B0604020202020204" pitchFamily="34" charset="0"/>
                <a:sym typeface="Arial"/>
              </a:rPr>
              <a:t>0</a:t>
            </a:r>
            <a:r>
              <a:rPr lang="en-US" altLang="zh-CN" sz="4000" b="1" noProof="0">
                <a:ln>
                  <a:noFill/>
                </a:ln>
                <a:solidFill>
                  <a:schemeClr val="bg1"/>
                </a:solidFill>
                <a:effectLst/>
                <a:uLnTx/>
                <a:uFillTx/>
                <a:latin typeface="Arial" panose="020B0604020202020204" pitchFamily="34" charset="0"/>
                <a:ea typeface="阿里巴巴普惠体 Medium"/>
                <a:cs typeface="Arial" panose="020B0604020202020204" pitchFamily="34" charset="0"/>
                <a:sym typeface="Arial"/>
              </a:rPr>
              <a:t>3</a:t>
            </a:r>
          </a:p>
        </p:txBody>
      </p:sp>
      <p:sp>
        <p:nvSpPr>
          <p:cNvPr id="28" name="图形"/>
          <p:cNvSpPr txBox="1"/>
          <p:nvPr/>
        </p:nvSpPr>
        <p:spPr>
          <a:xfrm>
            <a:off x="5284471" y="5536567"/>
            <a:ext cx="1046480" cy="615315"/>
          </a:xfrm>
          <a:prstGeom prst="rect">
            <a:avLst/>
          </a:prstGeom>
          <a:noFill/>
        </p:spPr>
        <p:txBody>
          <a:bodyPr wrap="square" lIns="0" tIns="0" rIns="0" bIns="0" rtlCol="0">
            <a:spAutoFit/>
          </a:bodyPr>
          <a:lstStyle/>
          <a:p>
            <a:pPr algn="dist">
              <a:lnSpc>
                <a:spcPct val="100000"/>
              </a:lnSpc>
            </a:pPr>
            <a:r>
              <a:rPr lang="en-US" altLang="zh-CN" sz="4000" b="1" noProof="0">
                <a:ln>
                  <a:noFill/>
                </a:ln>
                <a:solidFill>
                  <a:schemeClr val="tx1">
                    <a:lumMod val="75000"/>
                    <a:lumOff val="25000"/>
                  </a:schemeClr>
                </a:solidFill>
                <a:effectLst/>
                <a:uLnTx/>
                <a:uFillTx/>
                <a:latin typeface="Arial" panose="020B0604020202020204" pitchFamily="34" charset="0"/>
                <a:ea typeface="阿里巴巴普惠体 Medium"/>
                <a:cs typeface="Arial" panose="020B0604020202020204" pitchFamily="34" charset="0"/>
                <a:sym typeface="Arial"/>
              </a:rPr>
              <a:t>0</a:t>
            </a:r>
            <a:r>
              <a:rPr lang="en-US" altLang="zh-CN" sz="4000" b="1" noProof="0">
                <a:ln>
                  <a:noFill/>
                </a:ln>
                <a:solidFill>
                  <a:schemeClr val="bg1"/>
                </a:solidFill>
                <a:effectLst/>
                <a:uLnTx/>
                <a:uFillTx/>
                <a:latin typeface="Arial" panose="020B0604020202020204" pitchFamily="34" charset="0"/>
                <a:ea typeface="阿里巴巴普惠体 Medium"/>
                <a:cs typeface="Arial" panose="020B0604020202020204" pitchFamily="34" charset="0"/>
                <a:sym typeface="Arial"/>
              </a:rPr>
              <a:t>4</a:t>
            </a:r>
          </a:p>
        </p:txBody>
      </p:sp>
      <p:grpSp>
        <p:nvGrpSpPr>
          <p:cNvPr id="37" name="图形"/>
          <p:cNvGrpSpPr/>
          <p:nvPr/>
        </p:nvGrpSpPr>
        <p:grpSpPr>
          <a:xfrm>
            <a:off x="6920229" y="597537"/>
            <a:ext cx="4387851" cy="892175"/>
            <a:chOff x="11258" y="989"/>
            <a:chExt cx="6910" cy="1405"/>
          </a:xfrm>
        </p:grpSpPr>
        <p:sp>
          <p:nvSpPr>
            <p:cNvPr id="29" name="图形"/>
            <p:cNvSpPr txBox="1"/>
            <p:nvPr/>
          </p:nvSpPr>
          <p:spPr>
            <a:xfrm>
              <a:off x="11258" y="989"/>
              <a:ext cx="3467" cy="969"/>
            </a:xfrm>
            <a:prstGeom prst="rect">
              <a:avLst/>
            </a:prstGeom>
            <a:noFill/>
          </p:spPr>
          <p:txBody>
            <a:bodyPr wrap="square" lIns="0" tIns="0" rIns="0" bIns="0" rtlCol="0">
              <a:spAutoFit/>
            </a:bodyPr>
            <a:lstStyle/>
            <a:p>
              <a:pPr algn="dist">
                <a:lnSpc>
                  <a:spcPct val="100000"/>
                </a:lnSpc>
              </a:pPr>
              <a:r>
                <a:rPr lang="zh-CN" altLang="en-US" sz="4000" noProof="0">
                  <a:ln>
                    <a:noFill/>
                  </a:ln>
                  <a:solidFill>
                    <a:schemeClr val="tx1">
                      <a:lumMod val="75000"/>
                      <a:lumOff val="25000"/>
                    </a:schemeClr>
                  </a:solidFill>
                  <a:effectLst/>
                  <a:uLnTx/>
                  <a:uFillTx/>
                  <a:latin typeface="印品粗朗体" pitchFamily="2" charset="-122"/>
                  <a:ea typeface="印品粗朗体" pitchFamily="2" charset="-122"/>
                  <a:cs typeface="创客贴金刚体 Bold" pitchFamily="18" charset="-122"/>
                  <a:sym typeface="Arial"/>
                </a:rPr>
                <a:t>活动概述</a:t>
              </a:r>
            </a:p>
          </p:txBody>
        </p:sp>
        <p:sp>
          <p:nvSpPr>
            <p:cNvPr id="33" name="图形"/>
            <p:cNvSpPr txBox="1"/>
            <p:nvPr/>
          </p:nvSpPr>
          <p:spPr>
            <a:xfrm>
              <a:off x="11258" y="1958"/>
              <a:ext cx="6910" cy="436"/>
            </a:xfrm>
            <a:prstGeom prst="rect">
              <a:avLst/>
            </a:prstGeom>
            <a:noFill/>
          </p:spPr>
          <p:txBody>
            <a:bodyPr wrap="square" lIns="0" tIns="0" rIns="0" bIns="0" rtlCol="0">
              <a:spAutoFit/>
            </a:bodyPr>
            <a:lstStyle/>
            <a:p>
              <a:pPr algn="l">
                <a:lnSpc>
                  <a:spcPct val="150000"/>
                </a:lnSpc>
              </a:pPr>
              <a:r>
                <a:rPr lang="en-US" altLang="zh-CN" sz="1200" noProof="0">
                  <a:ln>
                    <a:noFill/>
                  </a:ln>
                  <a:solidFill>
                    <a:schemeClr val="tx1">
                      <a:lumMod val="65000"/>
                      <a:lumOff val="35000"/>
                    </a:schemeClr>
                  </a:solidFill>
                  <a:effectLst/>
                  <a:uLnTx/>
                  <a:uFillTx/>
                  <a:latin typeface="Arial"/>
                  <a:ea typeface="阿里巴巴普惠体 Medium"/>
                  <a:cs typeface="阿里巴巴普惠体 Medium"/>
                  <a:sym typeface="Arial"/>
                </a:rPr>
                <a:t>Click here to enter your text,change the color or size of the text.</a:t>
              </a:r>
            </a:p>
          </p:txBody>
        </p:sp>
      </p:grpSp>
      <p:grpSp>
        <p:nvGrpSpPr>
          <p:cNvPr id="38" name="图形"/>
          <p:cNvGrpSpPr/>
          <p:nvPr/>
        </p:nvGrpSpPr>
        <p:grpSpPr>
          <a:xfrm>
            <a:off x="6920229" y="2198372"/>
            <a:ext cx="4387851" cy="892175"/>
            <a:chOff x="11258" y="3510"/>
            <a:chExt cx="6910" cy="1405"/>
          </a:xfrm>
        </p:grpSpPr>
        <p:sp>
          <p:nvSpPr>
            <p:cNvPr id="30" name="图形"/>
            <p:cNvSpPr txBox="1"/>
            <p:nvPr>
              <p:custDataLst>
                <p:tags r:id="R089bf404ff664f59"/>
              </p:custDataLst>
            </p:nvPr>
          </p:nvSpPr>
          <p:spPr>
            <a:xfrm>
              <a:off x="11258" y="3510"/>
              <a:ext cx="3467" cy="969"/>
            </a:xfrm>
            <a:prstGeom prst="rect">
              <a:avLst/>
            </a:prstGeom>
            <a:noFill/>
          </p:spPr>
          <p:txBody>
            <a:bodyPr wrap="square" lIns="0" tIns="0" rIns="0" bIns="0" rtlCol="0">
              <a:spAutoFit/>
            </a:bodyPr>
            <a:lstStyle>
              <a:defPPr>
                <a:defRPr lang="zh-CN"/>
              </a:defPPr>
              <a:lvl1pPr algn="dist">
                <a:lnSpc>
                  <a:spcPct val="100000"/>
                </a:lnSpc>
                <a:defRPr sz="4000">
                  <a:ln>
                    <a:noFill/>
                  </a:ln>
                  <a:solidFill>
                    <a:schemeClr val="tx1">
                      <a:lumMod val="75000"/>
                      <a:lumOff val="25000"/>
                    </a:schemeClr>
                  </a:solidFill>
                  <a:effectLst/>
                  <a:uLnTx/>
                  <a:uFillTx/>
                  <a:latin typeface="印品粗朗体" pitchFamily="2" charset="-122"/>
                  <a:ea typeface="印品粗朗体" pitchFamily="2" charset="-122"/>
                  <a:cs typeface="创客贴金刚体 Bold" pitchFamily="18" charset="-122"/>
                </a:defRPr>
              </a:lvl1pPr>
            </a:lstStyle>
            <a:p>
              <a:r>
                <a:rPr lang="zh-CN" altLang="en-US">
                  <a:sym typeface="Arial"/>
                </a:rPr>
                <a:t>活动规划</a:t>
              </a:r>
            </a:p>
          </p:txBody>
        </p:sp>
        <p:sp>
          <p:nvSpPr>
            <p:cNvPr id="34" name="图形"/>
            <p:cNvSpPr txBox="1"/>
            <p:nvPr>
              <p:custDataLst>
                <p:tags r:id="Rcdf0105452994df8"/>
              </p:custDataLst>
            </p:nvPr>
          </p:nvSpPr>
          <p:spPr>
            <a:xfrm>
              <a:off x="11258" y="4479"/>
              <a:ext cx="6910" cy="436"/>
            </a:xfrm>
            <a:prstGeom prst="rect">
              <a:avLst/>
            </a:prstGeom>
            <a:noFill/>
          </p:spPr>
          <p:txBody>
            <a:bodyPr wrap="square" lIns="0" tIns="0" rIns="0" bIns="0" rtlCol="0">
              <a:spAutoFit/>
            </a:bodyPr>
            <a:lstStyle/>
            <a:p>
              <a:pPr algn="l">
                <a:lnSpc>
                  <a:spcPct val="150000"/>
                </a:lnSpc>
              </a:pPr>
              <a:r>
                <a:rPr lang="en-US" altLang="zh-CN" sz="1200" noProof="0">
                  <a:ln>
                    <a:noFill/>
                  </a:ln>
                  <a:solidFill>
                    <a:schemeClr val="tx1">
                      <a:lumMod val="65000"/>
                      <a:lumOff val="35000"/>
                    </a:schemeClr>
                  </a:solidFill>
                  <a:effectLst/>
                  <a:uLnTx/>
                  <a:uFillTx/>
                  <a:latin typeface="Arial"/>
                  <a:ea typeface="阿里巴巴普惠体 Medium"/>
                  <a:cs typeface="阿里巴巴普惠体 Medium"/>
                  <a:sym typeface="Arial"/>
                </a:rPr>
                <a:t>Click here to enter your text,change the color or size of the text.</a:t>
              </a:r>
            </a:p>
          </p:txBody>
        </p:sp>
      </p:grpSp>
      <p:grpSp>
        <p:nvGrpSpPr>
          <p:cNvPr id="39" name="图形"/>
          <p:cNvGrpSpPr/>
          <p:nvPr/>
        </p:nvGrpSpPr>
        <p:grpSpPr>
          <a:xfrm>
            <a:off x="6920229" y="3799207"/>
            <a:ext cx="4387851" cy="892175"/>
            <a:chOff x="11258" y="6031"/>
            <a:chExt cx="6910" cy="1405"/>
          </a:xfrm>
        </p:grpSpPr>
        <p:sp>
          <p:nvSpPr>
            <p:cNvPr id="31" name="图形"/>
            <p:cNvSpPr txBox="1"/>
            <p:nvPr>
              <p:custDataLst>
                <p:tags r:id="Rf9159bd4d6ab455f"/>
              </p:custDataLst>
            </p:nvPr>
          </p:nvSpPr>
          <p:spPr>
            <a:xfrm>
              <a:off x="11258" y="6031"/>
              <a:ext cx="3467" cy="969"/>
            </a:xfrm>
            <a:prstGeom prst="rect">
              <a:avLst/>
            </a:prstGeom>
            <a:noFill/>
          </p:spPr>
          <p:txBody>
            <a:bodyPr wrap="square" lIns="0" tIns="0" rIns="0" bIns="0" rtlCol="0">
              <a:spAutoFit/>
            </a:bodyPr>
            <a:lstStyle>
              <a:defPPr>
                <a:defRPr lang="zh-CN"/>
              </a:defPPr>
              <a:lvl1pPr algn="dist">
                <a:lnSpc>
                  <a:spcPct val="100000"/>
                </a:lnSpc>
                <a:defRPr sz="4000">
                  <a:ln>
                    <a:noFill/>
                  </a:ln>
                  <a:solidFill>
                    <a:schemeClr val="tx1">
                      <a:lumMod val="75000"/>
                      <a:lumOff val="25000"/>
                    </a:schemeClr>
                  </a:solidFill>
                  <a:effectLst/>
                  <a:uLnTx/>
                  <a:uFillTx/>
                  <a:latin typeface="印品粗朗体" pitchFamily="2" charset="-122"/>
                  <a:ea typeface="印品粗朗体" pitchFamily="2" charset="-122"/>
                  <a:cs typeface="创客贴金刚体 Bold" pitchFamily="18" charset="-122"/>
                </a:defRPr>
              </a:lvl1pPr>
            </a:lstStyle>
            <a:p>
              <a:r>
                <a:rPr lang="zh-CN" altLang="en-US">
                  <a:sym typeface="Arial"/>
                </a:rPr>
                <a:t>宣传造势</a:t>
              </a:r>
            </a:p>
          </p:txBody>
        </p:sp>
        <p:sp>
          <p:nvSpPr>
            <p:cNvPr id="35" name="图形"/>
            <p:cNvSpPr txBox="1"/>
            <p:nvPr>
              <p:custDataLst>
                <p:tags r:id="Ra7c146e3dc6d4c2f"/>
              </p:custDataLst>
            </p:nvPr>
          </p:nvSpPr>
          <p:spPr>
            <a:xfrm>
              <a:off x="11258" y="7000"/>
              <a:ext cx="6910" cy="436"/>
            </a:xfrm>
            <a:prstGeom prst="rect">
              <a:avLst/>
            </a:prstGeom>
            <a:noFill/>
          </p:spPr>
          <p:txBody>
            <a:bodyPr wrap="square" lIns="0" tIns="0" rIns="0" bIns="0" rtlCol="0">
              <a:spAutoFit/>
            </a:bodyPr>
            <a:lstStyle/>
            <a:p>
              <a:pPr algn="l">
                <a:lnSpc>
                  <a:spcPct val="150000"/>
                </a:lnSpc>
              </a:pPr>
              <a:r>
                <a:rPr lang="en-US" altLang="zh-CN" sz="1200" noProof="0">
                  <a:ln>
                    <a:noFill/>
                  </a:ln>
                  <a:solidFill>
                    <a:schemeClr val="tx1">
                      <a:lumMod val="65000"/>
                      <a:lumOff val="35000"/>
                    </a:schemeClr>
                  </a:solidFill>
                  <a:effectLst/>
                  <a:uLnTx/>
                  <a:uFillTx/>
                  <a:latin typeface="Arial"/>
                  <a:ea typeface="阿里巴巴普惠体 Medium"/>
                  <a:cs typeface="阿里巴巴普惠体 Medium"/>
                  <a:sym typeface="Arial"/>
                </a:rPr>
                <a:t>Click here to enter your text,change the color or size of the text.</a:t>
              </a:r>
            </a:p>
          </p:txBody>
        </p:sp>
      </p:grpSp>
      <p:grpSp>
        <p:nvGrpSpPr>
          <p:cNvPr id="40" name="图形"/>
          <p:cNvGrpSpPr/>
          <p:nvPr/>
        </p:nvGrpSpPr>
        <p:grpSpPr>
          <a:xfrm>
            <a:off x="6920229" y="5400042"/>
            <a:ext cx="4387851" cy="892175"/>
            <a:chOff x="11258" y="8552"/>
            <a:chExt cx="6910" cy="1405"/>
          </a:xfrm>
        </p:grpSpPr>
        <p:sp>
          <p:nvSpPr>
            <p:cNvPr id="32" name="图形"/>
            <p:cNvSpPr txBox="1"/>
            <p:nvPr>
              <p:custDataLst>
                <p:tags r:id="R6a358f386f054130"/>
              </p:custDataLst>
            </p:nvPr>
          </p:nvSpPr>
          <p:spPr>
            <a:xfrm>
              <a:off x="11258" y="8552"/>
              <a:ext cx="3467" cy="969"/>
            </a:xfrm>
            <a:prstGeom prst="rect">
              <a:avLst/>
            </a:prstGeom>
            <a:noFill/>
          </p:spPr>
          <p:txBody>
            <a:bodyPr wrap="square" lIns="0" tIns="0" rIns="0" bIns="0" rtlCol="0">
              <a:spAutoFit/>
            </a:bodyPr>
            <a:lstStyle>
              <a:defPPr>
                <a:defRPr lang="zh-CN"/>
              </a:defPPr>
              <a:lvl1pPr algn="dist">
                <a:lnSpc>
                  <a:spcPct val="100000"/>
                </a:lnSpc>
                <a:defRPr sz="4000">
                  <a:ln>
                    <a:noFill/>
                  </a:ln>
                  <a:solidFill>
                    <a:schemeClr val="tx1">
                      <a:lumMod val="75000"/>
                      <a:lumOff val="25000"/>
                    </a:schemeClr>
                  </a:solidFill>
                  <a:effectLst/>
                  <a:uLnTx/>
                  <a:uFillTx/>
                  <a:latin typeface="印品粗朗体" pitchFamily="2" charset="-122"/>
                  <a:ea typeface="印品粗朗体" pitchFamily="2" charset="-122"/>
                  <a:cs typeface="创客贴金刚体 Bold" pitchFamily="18" charset="-122"/>
                </a:defRPr>
              </a:lvl1pPr>
            </a:lstStyle>
            <a:p>
              <a:r>
                <a:rPr lang="zh-CN" altLang="en-US">
                  <a:sym typeface="Arial"/>
                </a:rPr>
                <a:t>氛围布置</a:t>
              </a:r>
            </a:p>
          </p:txBody>
        </p:sp>
        <p:sp>
          <p:nvSpPr>
            <p:cNvPr id="36" name="图形"/>
            <p:cNvSpPr txBox="1"/>
            <p:nvPr>
              <p:custDataLst>
                <p:tags r:id="R968d032e5fe44ce6"/>
              </p:custDataLst>
            </p:nvPr>
          </p:nvSpPr>
          <p:spPr>
            <a:xfrm>
              <a:off x="11258" y="9521"/>
              <a:ext cx="6910" cy="436"/>
            </a:xfrm>
            <a:prstGeom prst="rect">
              <a:avLst/>
            </a:prstGeom>
            <a:noFill/>
          </p:spPr>
          <p:txBody>
            <a:bodyPr wrap="square" lIns="0" tIns="0" rIns="0" bIns="0" rtlCol="0">
              <a:spAutoFit/>
            </a:bodyPr>
            <a:lstStyle/>
            <a:p>
              <a:pPr algn="l">
                <a:lnSpc>
                  <a:spcPct val="150000"/>
                </a:lnSpc>
              </a:pPr>
              <a:r>
                <a:rPr lang="en-US" altLang="zh-CN" sz="1200" noProof="0">
                  <a:ln>
                    <a:noFill/>
                  </a:ln>
                  <a:solidFill>
                    <a:schemeClr val="tx1">
                      <a:lumMod val="65000"/>
                      <a:lumOff val="35000"/>
                    </a:schemeClr>
                  </a:solidFill>
                  <a:effectLst/>
                  <a:uLnTx/>
                  <a:uFillTx/>
                  <a:latin typeface="Arial"/>
                  <a:ea typeface="阿里巴巴普惠体 Medium"/>
                  <a:cs typeface="阿里巴巴普惠体 Medium"/>
                  <a:sym typeface="Arial"/>
                </a:rPr>
                <a:t>Click here to enter your text,change the color or size of the text.</a:t>
              </a:r>
            </a:p>
          </p:txBody>
        </p:sp>
      </p:grpSp>
      <p:sp>
        <p:nvSpPr>
          <p:cNvPr id="41" name="图形"/>
          <p:cNvSpPr txBox="1"/>
          <p:nvPr/>
        </p:nvSpPr>
        <p:spPr>
          <a:xfrm>
            <a:off x="1036322" y="875032"/>
            <a:ext cx="1669415" cy="1769745"/>
          </a:xfrm>
          <a:prstGeom prst="rect">
            <a:avLst/>
          </a:prstGeom>
          <a:noFill/>
        </p:spPr>
        <p:txBody>
          <a:bodyPr wrap="square" lIns="0" tIns="0" rIns="0" bIns="0" rtlCol="0">
            <a:spAutoFit/>
          </a:bodyPr>
          <a:lstStyle/>
          <a:p>
            <a:pPr algn="ctr">
              <a:lnSpc>
                <a:spcPct val="100000"/>
              </a:lnSpc>
            </a:pPr>
            <a:r>
              <a:rPr lang="zh-CN" altLang="en-US" sz="11500" noProof="0">
                <a:ln>
                  <a:noFill/>
                </a:ln>
                <a:gradFill>
                  <a:gsLst>
                    <a:gs pos="60000">
                      <a:schemeClr val="bg1"/>
                    </a:gs>
                    <a:gs pos="80000">
                      <a:schemeClr val="bg1">
                        <a:alpha val="0"/>
                      </a:schemeClr>
                    </a:gs>
                  </a:gsLst>
                  <a:lin ang="5400000" scaled="0"/>
                </a:gradFill>
                <a:effectLst/>
                <a:uLnTx/>
                <a:uFillTx/>
                <a:latin typeface="印品粗朗体" pitchFamily="2" charset="-122"/>
                <a:ea typeface="印品粗朗体" pitchFamily="2" charset="-122"/>
                <a:cs typeface="阿里巴巴普惠体 Medium"/>
                <a:sym typeface="Arial"/>
              </a:rPr>
              <a:t>目</a:t>
            </a:r>
          </a:p>
        </p:txBody>
      </p:sp>
      <p:sp>
        <p:nvSpPr>
          <p:cNvPr id="42" name="图形"/>
          <p:cNvSpPr txBox="1"/>
          <p:nvPr/>
        </p:nvSpPr>
        <p:spPr>
          <a:xfrm>
            <a:off x="2513331" y="2452372"/>
            <a:ext cx="1669415" cy="1769745"/>
          </a:xfrm>
          <a:prstGeom prst="rect">
            <a:avLst/>
          </a:prstGeom>
          <a:noFill/>
        </p:spPr>
        <p:txBody>
          <a:bodyPr wrap="square" lIns="0" tIns="0" rIns="0" bIns="0" rtlCol="0">
            <a:spAutoFit/>
          </a:bodyPr>
          <a:lstStyle/>
          <a:p>
            <a:pPr algn="ctr">
              <a:lnSpc>
                <a:spcPct val="100000"/>
              </a:lnSpc>
            </a:pPr>
            <a:r>
              <a:rPr lang="zh-CN" altLang="en-US" sz="11500" noProof="0">
                <a:ln>
                  <a:noFill/>
                </a:ln>
                <a:gradFill>
                  <a:gsLst>
                    <a:gs pos="74000">
                      <a:schemeClr val="bg1"/>
                    </a:gs>
                    <a:gs pos="85000">
                      <a:schemeClr val="bg1">
                        <a:alpha val="0"/>
                      </a:schemeClr>
                    </a:gs>
                  </a:gsLst>
                  <a:lin ang="8400000" scaled="0"/>
                </a:gradFill>
                <a:effectLst/>
                <a:uLnTx/>
                <a:uFillTx/>
                <a:latin typeface="印品粗朗体" pitchFamily="2" charset="-122"/>
                <a:ea typeface="印品粗朗体" pitchFamily="2" charset="-122"/>
                <a:cs typeface="阿里巴巴普惠体 Medium"/>
                <a:sym typeface="Arial"/>
              </a:rPr>
              <a:t>录</a:t>
            </a:r>
          </a:p>
        </p:txBody>
      </p:sp>
      <p:sp>
        <p:nvSpPr>
          <p:cNvPr id="21" name="TextBox 9">
            <a:extLst>
              <a:ext uri="{FF2B5EF4-FFF2-40B4-BE49-F238E27FC236}">
                <a16:creationId xmlns:a16="http://schemas.microsoft.com/office/drawing/2014/main" id="{FF11A90E-4E60-197F-DCE6-A43776017FDA}"/>
              </a:ext>
            </a:extLst>
          </p:cNvPr>
          <p:cNvSpPr txBox="1"/>
          <p:nvPr/>
        </p:nvSpPr>
        <p:spPr>
          <a:xfrm>
            <a:off x="1" y="0"/>
            <a:ext cx="453651" cy="118430"/>
          </a:xfrm>
          <a:prstGeom prst="rect">
            <a:avLst/>
          </a:prstGeom>
          <a:noFill/>
        </p:spPr>
        <p:txBody>
          <a:bodyPr wrap="square" rtlCol="0">
            <a:spAutoFit/>
          </a:bodyPr>
          <a:lstStyle/>
          <a:p>
            <a:pPr>
              <a:lnSpc>
                <a:spcPct val="200000"/>
              </a:lnSpc>
            </a:pPr>
            <a:r>
              <a:rPr lang="en-US" altLang="zh-CN" sz="100">
                <a:noFill/>
                <a:latin typeface="微软雅黑" panose="020B0503020204020204" pitchFamily="34" charset="-122"/>
                <a:ea typeface="微软雅黑" panose="020B0503020204020204" pitchFamily="34" charset="-122"/>
              </a:rPr>
              <a:t>PPT</a:t>
            </a:r>
            <a:r>
              <a:rPr lang="zh-CN" altLang="en-US" sz="100">
                <a:noFill/>
                <a:latin typeface="微软雅黑" panose="020B0503020204020204" pitchFamily="34" charset="-122"/>
                <a:ea typeface="微软雅黑" panose="020B0503020204020204" pitchFamily="34" charset="-122"/>
              </a:rPr>
              <a:t>下载 </a:t>
            </a:r>
            <a:r>
              <a:rPr lang="en-US" altLang="zh-CN" sz="100">
                <a:noFill/>
                <a:latin typeface="微软雅黑" panose="020B0503020204020204" pitchFamily="34" charset="-122"/>
                <a:ea typeface="微软雅黑" panose="020B0503020204020204" pitchFamily="34" charset="-122"/>
              </a:rPr>
              <a:t>http://www.1ppt.com/xiazai/</a:t>
            </a:r>
          </a:p>
        </p:txBody>
      </p:sp>
    </p:spTree>
    <p:custDataLst>
      <p:tags r:id="R8d8b31bfcd9f4126"/>
    </p:custDataLst>
  </p:cSld>
  <p:clrMapOvr>
    <a:masterClrMapping/>
  </p:clrMapOvr>
  <p:transition advTm="2000">
    <p:wheel spokes="8"/>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9"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ppt_x</p:attrName>
                                        </p:attrNameLst>
                                      </p:cBhvr>
                                      <p:tavLst>
                                        <p:tav tm="0">
                                          <p:val>
                                            <p:strVal val="#ppt_x-.2"/>
                                          </p:val>
                                        </p:tav>
                                        <p:tav tm="100000">
                                          <p:val>
                                            <p:strVal val="#ppt_x"/>
                                          </p:val>
                                        </p:tav>
                                      </p:tavLst>
                                    </p:anim>
                                    <p:anim calcmode="lin" valueType="num">
                                      <p:cBhvr>
                                        <p:cTn id="8" dur="1000" fill="hold"/>
                                        <p:tgtEl>
                                          <p:spTgt spid="2"/>
                                        </p:tgtEl>
                                        <p:attrNameLst>
                                          <p:attrName>ppt_y</p:attrName>
                                        </p:attrNameLst>
                                      </p:cBhvr>
                                      <p:tavLst>
                                        <p:tav tm="0">
                                          <p:val>
                                            <p:strVal val="#ppt_y"/>
                                          </p:val>
                                        </p:tav>
                                        <p:tav tm="100000">
                                          <p:val>
                                            <p:strVal val="#ppt_y"/>
                                          </p:val>
                                        </p:tav>
                                      </p:tavLst>
                                    </p:anim>
                                    <p:animEffect transition="in" filter="wipe(right)" prLst="gradientSize: 0.1">
                                      <p:cBhvr>
                                        <p:cTn id="9" dur="1000"/>
                                        <p:tgtEl>
                                          <p:spTgt spid="2"/>
                                        </p:tgtEl>
                                      </p:cBhvr>
                                    </p:animEffect>
                                  </p:childTnLst>
                                </p:cTn>
                              </p:par>
                            </p:childTnLst>
                          </p:cTn>
                        </p:par>
                        <p:par>
                          <p:cTn id="10" fill="hold" nodeType="afterGroup">
                            <p:stCondLst>
                              <p:cond delay="1000"/>
                            </p:stCondLst>
                            <p:childTnLst>
                              <p:par>
                                <p:cTn id="11" presetID="47" presetClass="entr" presetSubtype="0" fill="hold" grpId="0" nodeType="afterEffect">
                                  <p:stCondLst>
                                    <p:cond delay="0"/>
                                  </p:stCondLst>
                                  <p:childTnLst>
                                    <p:set>
                                      <p:cBhvr>
                                        <p:cTn id="12" dur="1" fill="hold">
                                          <p:stCondLst>
                                            <p:cond delay="0"/>
                                          </p:stCondLst>
                                        </p:cTn>
                                        <p:tgtEl>
                                          <p:spTgt spid="41"/>
                                        </p:tgtEl>
                                        <p:attrNameLst>
                                          <p:attrName>style.visibility</p:attrName>
                                        </p:attrNameLst>
                                      </p:cBhvr>
                                      <p:to>
                                        <p:strVal val="visible"/>
                                      </p:to>
                                    </p:set>
                                    <p:animEffect transition="in" filter="fade">
                                      <p:cBhvr>
                                        <p:cTn id="13" dur="1000"/>
                                        <p:tgtEl>
                                          <p:spTgt spid="41"/>
                                        </p:tgtEl>
                                      </p:cBhvr>
                                    </p:animEffect>
                                    <p:anim calcmode="lin" valueType="num">
                                      <p:cBhvr>
                                        <p:cTn id="14" dur="1000" fill="hold"/>
                                        <p:tgtEl>
                                          <p:spTgt spid="41"/>
                                        </p:tgtEl>
                                        <p:attrNameLst>
                                          <p:attrName>ppt_x</p:attrName>
                                        </p:attrNameLst>
                                      </p:cBhvr>
                                      <p:tavLst>
                                        <p:tav tm="0">
                                          <p:val>
                                            <p:strVal val="#ppt_x"/>
                                          </p:val>
                                        </p:tav>
                                        <p:tav tm="100000">
                                          <p:val>
                                            <p:strVal val="#ppt_x"/>
                                          </p:val>
                                        </p:tav>
                                      </p:tavLst>
                                    </p:anim>
                                    <p:anim calcmode="lin" valueType="num">
                                      <p:cBhvr>
                                        <p:cTn id="15" dur="1000" fill="hold"/>
                                        <p:tgtEl>
                                          <p:spTgt spid="41"/>
                                        </p:tgtEl>
                                        <p:attrNameLst>
                                          <p:attrName>ppt_y</p:attrName>
                                        </p:attrNameLst>
                                      </p:cBhvr>
                                      <p:tavLst>
                                        <p:tav tm="0">
                                          <p:val>
                                            <p:strVal val="#ppt_y-.1"/>
                                          </p:val>
                                        </p:tav>
                                        <p:tav tm="100000">
                                          <p:val>
                                            <p:strVal val="#ppt_y"/>
                                          </p:val>
                                        </p:tav>
                                      </p:tavLst>
                                    </p:anim>
                                  </p:childTnLst>
                                </p:cTn>
                              </p:par>
                            </p:childTnLst>
                          </p:cTn>
                        </p:par>
                        <p:par>
                          <p:cTn id="16" fill="hold" nodeType="afterGroup">
                            <p:stCondLst>
                              <p:cond delay="2000"/>
                            </p:stCondLst>
                            <p:childTnLst>
                              <p:par>
                                <p:cTn id="17" presetID="47" presetClass="entr" presetSubtype="0" fill="hold" grpId="0" nodeType="afterEffect">
                                  <p:stCondLst>
                                    <p:cond delay="0"/>
                                  </p:stCondLst>
                                  <p:childTnLst>
                                    <p:set>
                                      <p:cBhvr>
                                        <p:cTn id="18" dur="1" fill="hold">
                                          <p:stCondLst>
                                            <p:cond delay="0"/>
                                          </p:stCondLst>
                                        </p:cTn>
                                        <p:tgtEl>
                                          <p:spTgt spid="42"/>
                                        </p:tgtEl>
                                        <p:attrNameLst>
                                          <p:attrName>style.visibility</p:attrName>
                                        </p:attrNameLst>
                                      </p:cBhvr>
                                      <p:to>
                                        <p:strVal val="visible"/>
                                      </p:to>
                                    </p:set>
                                    <p:animEffect transition="in" filter="fade">
                                      <p:cBhvr>
                                        <p:cTn id="19" dur="1000"/>
                                        <p:tgtEl>
                                          <p:spTgt spid="42"/>
                                        </p:tgtEl>
                                      </p:cBhvr>
                                    </p:animEffect>
                                    <p:anim calcmode="lin" valueType="num">
                                      <p:cBhvr>
                                        <p:cTn id="20" dur="1000" fill="hold"/>
                                        <p:tgtEl>
                                          <p:spTgt spid="42"/>
                                        </p:tgtEl>
                                        <p:attrNameLst>
                                          <p:attrName>ppt_x</p:attrName>
                                        </p:attrNameLst>
                                      </p:cBhvr>
                                      <p:tavLst>
                                        <p:tav tm="0">
                                          <p:val>
                                            <p:strVal val="#ppt_x"/>
                                          </p:val>
                                        </p:tav>
                                        <p:tav tm="100000">
                                          <p:val>
                                            <p:strVal val="#ppt_x"/>
                                          </p:val>
                                        </p:tav>
                                      </p:tavLst>
                                    </p:anim>
                                    <p:anim calcmode="lin" valueType="num">
                                      <p:cBhvr>
                                        <p:cTn id="21" dur="1000" fill="hold"/>
                                        <p:tgtEl>
                                          <p:spTgt spid="42"/>
                                        </p:tgtEl>
                                        <p:attrNameLst>
                                          <p:attrName>ppt_y</p:attrName>
                                        </p:attrNameLst>
                                      </p:cBhvr>
                                      <p:tavLst>
                                        <p:tav tm="0">
                                          <p:val>
                                            <p:strVal val="#ppt_y-.1"/>
                                          </p:val>
                                        </p:tav>
                                        <p:tav tm="100000">
                                          <p:val>
                                            <p:strVal val="#ppt_y"/>
                                          </p:val>
                                        </p:tav>
                                      </p:tavLst>
                                    </p:anim>
                                  </p:childTnLst>
                                </p:cTn>
                              </p:par>
                            </p:childTnLst>
                          </p:cTn>
                        </p:par>
                        <p:par>
                          <p:cTn id="22" fill="hold" nodeType="afterGroup">
                            <p:stCondLst>
                              <p:cond delay="3000"/>
                            </p:stCondLst>
                            <p:childTnLst>
                              <p:par>
                                <p:cTn id="23" presetID="29" presetClass="entr" presetSubtype="0" fill="hold" grpId="0" nodeType="afterEffect">
                                  <p:stCondLst>
                                    <p:cond delay="0"/>
                                  </p:stCondLst>
                                  <p:childTnLst>
                                    <p:set>
                                      <p:cBhvr>
                                        <p:cTn id="24" dur="1" fill="hold">
                                          <p:stCondLst>
                                            <p:cond delay="0"/>
                                          </p:stCondLst>
                                        </p:cTn>
                                        <p:tgtEl>
                                          <p:spTgt spid="25"/>
                                        </p:tgtEl>
                                        <p:attrNameLst>
                                          <p:attrName>style.visibility</p:attrName>
                                        </p:attrNameLst>
                                      </p:cBhvr>
                                      <p:to>
                                        <p:strVal val="visible"/>
                                      </p:to>
                                    </p:set>
                                    <p:anim calcmode="lin" valueType="num">
                                      <p:cBhvr>
                                        <p:cTn id="25" dur="1000" fill="hold"/>
                                        <p:tgtEl>
                                          <p:spTgt spid="25"/>
                                        </p:tgtEl>
                                        <p:attrNameLst>
                                          <p:attrName>ppt_x</p:attrName>
                                        </p:attrNameLst>
                                      </p:cBhvr>
                                      <p:tavLst>
                                        <p:tav tm="0">
                                          <p:val>
                                            <p:strVal val="#ppt_x-.2"/>
                                          </p:val>
                                        </p:tav>
                                        <p:tav tm="100000">
                                          <p:val>
                                            <p:strVal val="#ppt_x"/>
                                          </p:val>
                                        </p:tav>
                                      </p:tavLst>
                                    </p:anim>
                                    <p:anim calcmode="lin" valueType="num">
                                      <p:cBhvr>
                                        <p:cTn id="26" dur="1000" fill="hold"/>
                                        <p:tgtEl>
                                          <p:spTgt spid="25"/>
                                        </p:tgtEl>
                                        <p:attrNameLst>
                                          <p:attrName>ppt_y</p:attrName>
                                        </p:attrNameLst>
                                      </p:cBhvr>
                                      <p:tavLst>
                                        <p:tav tm="0">
                                          <p:val>
                                            <p:strVal val="#ppt_y"/>
                                          </p:val>
                                        </p:tav>
                                        <p:tav tm="100000">
                                          <p:val>
                                            <p:strVal val="#ppt_y"/>
                                          </p:val>
                                        </p:tav>
                                      </p:tavLst>
                                    </p:anim>
                                    <p:animEffect transition="in" filter="wipe(right)" prLst="gradientSize: 0.1">
                                      <p:cBhvr>
                                        <p:cTn id="27" dur="1000"/>
                                        <p:tgtEl>
                                          <p:spTgt spid="25"/>
                                        </p:tgtEl>
                                      </p:cBhvr>
                                    </p:animEffect>
                                  </p:childTnLst>
                                </p:cTn>
                              </p:par>
                            </p:childTnLst>
                          </p:cTn>
                        </p:par>
                        <p:par>
                          <p:cTn id="28" fill="hold" nodeType="afterGroup">
                            <p:stCondLst>
                              <p:cond delay="4000"/>
                            </p:stCondLst>
                            <p:childTnLst>
                              <p:par>
                                <p:cTn id="29" presetID="29" presetClass="entr" presetSubtype="0" fill="hold" nodeType="afterEffect">
                                  <p:stCondLst>
                                    <p:cond delay="0"/>
                                  </p:stCondLst>
                                  <p:childTnLst>
                                    <p:set>
                                      <p:cBhvr>
                                        <p:cTn id="30" dur="1" fill="hold">
                                          <p:stCondLst>
                                            <p:cond delay="0"/>
                                          </p:stCondLst>
                                        </p:cTn>
                                        <p:tgtEl>
                                          <p:spTgt spid="37"/>
                                        </p:tgtEl>
                                        <p:attrNameLst>
                                          <p:attrName>style.visibility</p:attrName>
                                        </p:attrNameLst>
                                      </p:cBhvr>
                                      <p:to>
                                        <p:strVal val="visible"/>
                                      </p:to>
                                    </p:set>
                                    <p:anim calcmode="lin" valueType="num">
                                      <p:cBhvr>
                                        <p:cTn id="31" dur="1000" fill="hold"/>
                                        <p:tgtEl>
                                          <p:spTgt spid="37"/>
                                        </p:tgtEl>
                                        <p:attrNameLst>
                                          <p:attrName>ppt_x</p:attrName>
                                        </p:attrNameLst>
                                      </p:cBhvr>
                                      <p:tavLst>
                                        <p:tav tm="0">
                                          <p:val>
                                            <p:strVal val="#ppt_x-.2"/>
                                          </p:val>
                                        </p:tav>
                                        <p:tav tm="100000">
                                          <p:val>
                                            <p:strVal val="#ppt_x"/>
                                          </p:val>
                                        </p:tav>
                                      </p:tavLst>
                                    </p:anim>
                                    <p:anim calcmode="lin" valueType="num">
                                      <p:cBhvr>
                                        <p:cTn id="32" dur="1000" fill="hold"/>
                                        <p:tgtEl>
                                          <p:spTgt spid="37"/>
                                        </p:tgtEl>
                                        <p:attrNameLst>
                                          <p:attrName>ppt_y</p:attrName>
                                        </p:attrNameLst>
                                      </p:cBhvr>
                                      <p:tavLst>
                                        <p:tav tm="0">
                                          <p:val>
                                            <p:strVal val="#ppt_y"/>
                                          </p:val>
                                        </p:tav>
                                        <p:tav tm="100000">
                                          <p:val>
                                            <p:strVal val="#ppt_y"/>
                                          </p:val>
                                        </p:tav>
                                      </p:tavLst>
                                    </p:anim>
                                    <p:animEffect transition="in" filter="wipe(right)" prLst="gradientSize: 0.1">
                                      <p:cBhvr>
                                        <p:cTn id="33" dur="1000"/>
                                        <p:tgtEl>
                                          <p:spTgt spid="37"/>
                                        </p:tgtEl>
                                      </p:cBhvr>
                                    </p:animEffect>
                                  </p:childTnLst>
                                </p:cTn>
                              </p:par>
                            </p:childTnLst>
                          </p:cTn>
                        </p:par>
                        <p:par>
                          <p:cTn id="34" fill="hold" nodeType="afterGroup">
                            <p:stCondLst>
                              <p:cond delay="5000"/>
                            </p:stCondLst>
                            <p:childTnLst>
                              <p:par>
                                <p:cTn id="35" presetID="29" presetClass="entr" presetSubtype="0" fill="hold" grpId="0" nodeType="afterEffect">
                                  <p:stCondLst>
                                    <p:cond delay="0"/>
                                  </p:stCondLst>
                                  <p:childTnLst>
                                    <p:set>
                                      <p:cBhvr>
                                        <p:cTn id="36" dur="1" fill="hold">
                                          <p:stCondLst>
                                            <p:cond delay="0"/>
                                          </p:stCondLst>
                                        </p:cTn>
                                        <p:tgtEl>
                                          <p:spTgt spid="26"/>
                                        </p:tgtEl>
                                        <p:attrNameLst>
                                          <p:attrName>style.visibility</p:attrName>
                                        </p:attrNameLst>
                                      </p:cBhvr>
                                      <p:to>
                                        <p:strVal val="visible"/>
                                      </p:to>
                                    </p:set>
                                    <p:anim calcmode="lin" valueType="num">
                                      <p:cBhvr>
                                        <p:cTn id="37" dur="1000" fill="hold"/>
                                        <p:tgtEl>
                                          <p:spTgt spid="26"/>
                                        </p:tgtEl>
                                        <p:attrNameLst>
                                          <p:attrName>ppt_x</p:attrName>
                                        </p:attrNameLst>
                                      </p:cBhvr>
                                      <p:tavLst>
                                        <p:tav tm="0">
                                          <p:val>
                                            <p:strVal val="#ppt_x-.2"/>
                                          </p:val>
                                        </p:tav>
                                        <p:tav tm="100000">
                                          <p:val>
                                            <p:strVal val="#ppt_x"/>
                                          </p:val>
                                        </p:tav>
                                      </p:tavLst>
                                    </p:anim>
                                    <p:anim calcmode="lin" valueType="num">
                                      <p:cBhvr>
                                        <p:cTn id="38" dur="1000" fill="hold"/>
                                        <p:tgtEl>
                                          <p:spTgt spid="26"/>
                                        </p:tgtEl>
                                        <p:attrNameLst>
                                          <p:attrName>ppt_y</p:attrName>
                                        </p:attrNameLst>
                                      </p:cBhvr>
                                      <p:tavLst>
                                        <p:tav tm="0">
                                          <p:val>
                                            <p:strVal val="#ppt_y"/>
                                          </p:val>
                                        </p:tav>
                                        <p:tav tm="100000">
                                          <p:val>
                                            <p:strVal val="#ppt_y"/>
                                          </p:val>
                                        </p:tav>
                                      </p:tavLst>
                                    </p:anim>
                                    <p:animEffect transition="in" filter="wipe(right)" prLst="gradientSize: 0.1">
                                      <p:cBhvr>
                                        <p:cTn id="39" dur="1000"/>
                                        <p:tgtEl>
                                          <p:spTgt spid="26"/>
                                        </p:tgtEl>
                                      </p:cBhvr>
                                    </p:animEffect>
                                  </p:childTnLst>
                                </p:cTn>
                              </p:par>
                            </p:childTnLst>
                          </p:cTn>
                        </p:par>
                        <p:par>
                          <p:cTn id="40" fill="hold" nodeType="afterGroup">
                            <p:stCondLst>
                              <p:cond delay="6000"/>
                            </p:stCondLst>
                            <p:childTnLst>
                              <p:par>
                                <p:cTn id="41" presetID="29" presetClass="entr" presetSubtype="0" fill="hold" nodeType="afterEffect">
                                  <p:stCondLst>
                                    <p:cond delay="0"/>
                                  </p:stCondLst>
                                  <p:childTnLst>
                                    <p:set>
                                      <p:cBhvr>
                                        <p:cTn id="42" dur="1" fill="hold">
                                          <p:stCondLst>
                                            <p:cond delay="0"/>
                                          </p:stCondLst>
                                        </p:cTn>
                                        <p:tgtEl>
                                          <p:spTgt spid="38"/>
                                        </p:tgtEl>
                                        <p:attrNameLst>
                                          <p:attrName>style.visibility</p:attrName>
                                        </p:attrNameLst>
                                      </p:cBhvr>
                                      <p:to>
                                        <p:strVal val="visible"/>
                                      </p:to>
                                    </p:set>
                                    <p:anim calcmode="lin" valueType="num">
                                      <p:cBhvr>
                                        <p:cTn id="43" dur="1000" fill="hold"/>
                                        <p:tgtEl>
                                          <p:spTgt spid="38"/>
                                        </p:tgtEl>
                                        <p:attrNameLst>
                                          <p:attrName>ppt_x</p:attrName>
                                        </p:attrNameLst>
                                      </p:cBhvr>
                                      <p:tavLst>
                                        <p:tav tm="0">
                                          <p:val>
                                            <p:strVal val="#ppt_x-.2"/>
                                          </p:val>
                                        </p:tav>
                                        <p:tav tm="100000">
                                          <p:val>
                                            <p:strVal val="#ppt_x"/>
                                          </p:val>
                                        </p:tav>
                                      </p:tavLst>
                                    </p:anim>
                                    <p:anim calcmode="lin" valueType="num">
                                      <p:cBhvr>
                                        <p:cTn id="44" dur="1000" fill="hold"/>
                                        <p:tgtEl>
                                          <p:spTgt spid="38"/>
                                        </p:tgtEl>
                                        <p:attrNameLst>
                                          <p:attrName>ppt_y</p:attrName>
                                        </p:attrNameLst>
                                      </p:cBhvr>
                                      <p:tavLst>
                                        <p:tav tm="0">
                                          <p:val>
                                            <p:strVal val="#ppt_y"/>
                                          </p:val>
                                        </p:tav>
                                        <p:tav tm="100000">
                                          <p:val>
                                            <p:strVal val="#ppt_y"/>
                                          </p:val>
                                        </p:tav>
                                      </p:tavLst>
                                    </p:anim>
                                    <p:animEffect transition="in" filter="wipe(right)" prLst="gradientSize: 0.1">
                                      <p:cBhvr>
                                        <p:cTn id="45" dur="1000"/>
                                        <p:tgtEl>
                                          <p:spTgt spid="38"/>
                                        </p:tgtEl>
                                      </p:cBhvr>
                                    </p:animEffect>
                                  </p:childTnLst>
                                </p:cTn>
                              </p:par>
                            </p:childTnLst>
                          </p:cTn>
                        </p:par>
                        <p:par>
                          <p:cTn id="46" fill="hold" nodeType="afterGroup">
                            <p:stCondLst>
                              <p:cond delay="7000"/>
                            </p:stCondLst>
                            <p:childTnLst>
                              <p:par>
                                <p:cTn id="47" presetID="29" presetClass="entr" presetSubtype="0" fill="hold" grpId="0" nodeType="afterEffect">
                                  <p:stCondLst>
                                    <p:cond delay="0"/>
                                  </p:stCondLst>
                                  <p:childTnLst>
                                    <p:set>
                                      <p:cBhvr>
                                        <p:cTn id="48" dur="1" fill="hold">
                                          <p:stCondLst>
                                            <p:cond delay="0"/>
                                          </p:stCondLst>
                                        </p:cTn>
                                        <p:tgtEl>
                                          <p:spTgt spid="27"/>
                                        </p:tgtEl>
                                        <p:attrNameLst>
                                          <p:attrName>style.visibility</p:attrName>
                                        </p:attrNameLst>
                                      </p:cBhvr>
                                      <p:to>
                                        <p:strVal val="visible"/>
                                      </p:to>
                                    </p:set>
                                    <p:anim calcmode="lin" valueType="num">
                                      <p:cBhvr>
                                        <p:cTn id="49" dur="1000" fill="hold"/>
                                        <p:tgtEl>
                                          <p:spTgt spid="27"/>
                                        </p:tgtEl>
                                        <p:attrNameLst>
                                          <p:attrName>ppt_x</p:attrName>
                                        </p:attrNameLst>
                                      </p:cBhvr>
                                      <p:tavLst>
                                        <p:tav tm="0">
                                          <p:val>
                                            <p:strVal val="#ppt_x-.2"/>
                                          </p:val>
                                        </p:tav>
                                        <p:tav tm="100000">
                                          <p:val>
                                            <p:strVal val="#ppt_x"/>
                                          </p:val>
                                        </p:tav>
                                      </p:tavLst>
                                    </p:anim>
                                    <p:anim calcmode="lin" valueType="num">
                                      <p:cBhvr>
                                        <p:cTn id="50" dur="1000" fill="hold"/>
                                        <p:tgtEl>
                                          <p:spTgt spid="27"/>
                                        </p:tgtEl>
                                        <p:attrNameLst>
                                          <p:attrName>ppt_y</p:attrName>
                                        </p:attrNameLst>
                                      </p:cBhvr>
                                      <p:tavLst>
                                        <p:tav tm="0">
                                          <p:val>
                                            <p:strVal val="#ppt_y"/>
                                          </p:val>
                                        </p:tav>
                                        <p:tav tm="100000">
                                          <p:val>
                                            <p:strVal val="#ppt_y"/>
                                          </p:val>
                                        </p:tav>
                                      </p:tavLst>
                                    </p:anim>
                                    <p:animEffect transition="in" filter="wipe(right)" prLst="gradientSize: 0.1">
                                      <p:cBhvr>
                                        <p:cTn id="51" dur="1000"/>
                                        <p:tgtEl>
                                          <p:spTgt spid="27"/>
                                        </p:tgtEl>
                                      </p:cBhvr>
                                    </p:animEffect>
                                  </p:childTnLst>
                                </p:cTn>
                              </p:par>
                            </p:childTnLst>
                          </p:cTn>
                        </p:par>
                        <p:par>
                          <p:cTn id="52" fill="hold" nodeType="afterGroup">
                            <p:stCondLst>
                              <p:cond delay="8000"/>
                            </p:stCondLst>
                            <p:childTnLst>
                              <p:par>
                                <p:cTn id="53" presetID="29" presetClass="entr" presetSubtype="0" fill="hold" nodeType="afterEffect">
                                  <p:stCondLst>
                                    <p:cond delay="0"/>
                                  </p:stCondLst>
                                  <p:childTnLst>
                                    <p:set>
                                      <p:cBhvr>
                                        <p:cTn id="54" dur="1" fill="hold">
                                          <p:stCondLst>
                                            <p:cond delay="0"/>
                                          </p:stCondLst>
                                        </p:cTn>
                                        <p:tgtEl>
                                          <p:spTgt spid="39"/>
                                        </p:tgtEl>
                                        <p:attrNameLst>
                                          <p:attrName>style.visibility</p:attrName>
                                        </p:attrNameLst>
                                      </p:cBhvr>
                                      <p:to>
                                        <p:strVal val="visible"/>
                                      </p:to>
                                    </p:set>
                                    <p:anim calcmode="lin" valueType="num">
                                      <p:cBhvr>
                                        <p:cTn id="55" dur="1000" fill="hold"/>
                                        <p:tgtEl>
                                          <p:spTgt spid="39"/>
                                        </p:tgtEl>
                                        <p:attrNameLst>
                                          <p:attrName>ppt_x</p:attrName>
                                        </p:attrNameLst>
                                      </p:cBhvr>
                                      <p:tavLst>
                                        <p:tav tm="0">
                                          <p:val>
                                            <p:strVal val="#ppt_x-.2"/>
                                          </p:val>
                                        </p:tav>
                                        <p:tav tm="100000">
                                          <p:val>
                                            <p:strVal val="#ppt_x"/>
                                          </p:val>
                                        </p:tav>
                                      </p:tavLst>
                                    </p:anim>
                                    <p:anim calcmode="lin" valueType="num">
                                      <p:cBhvr>
                                        <p:cTn id="56" dur="1000" fill="hold"/>
                                        <p:tgtEl>
                                          <p:spTgt spid="39"/>
                                        </p:tgtEl>
                                        <p:attrNameLst>
                                          <p:attrName>ppt_y</p:attrName>
                                        </p:attrNameLst>
                                      </p:cBhvr>
                                      <p:tavLst>
                                        <p:tav tm="0">
                                          <p:val>
                                            <p:strVal val="#ppt_y"/>
                                          </p:val>
                                        </p:tav>
                                        <p:tav tm="100000">
                                          <p:val>
                                            <p:strVal val="#ppt_y"/>
                                          </p:val>
                                        </p:tav>
                                      </p:tavLst>
                                    </p:anim>
                                    <p:animEffect transition="in" filter="wipe(right)" prLst="gradientSize: 0.1">
                                      <p:cBhvr>
                                        <p:cTn id="57" dur="1000"/>
                                        <p:tgtEl>
                                          <p:spTgt spid="39"/>
                                        </p:tgtEl>
                                      </p:cBhvr>
                                    </p:animEffect>
                                  </p:childTnLst>
                                </p:cTn>
                              </p:par>
                            </p:childTnLst>
                          </p:cTn>
                        </p:par>
                        <p:par>
                          <p:cTn id="58" fill="hold" nodeType="afterGroup">
                            <p:stCondLst>
                              <p:cond delay="9000"/>
                            </p:stCondLst>
                            <p:childTnLst>
                              <p:par>
                                <p:cTn id="59" presetID="29" presetClass="entr" presetSubtype="0" fill="hold" grpId="0" nodeType="afterEffect">
                                  <p:stCondLst>
                                    <p:cond delay="0"/>
                                  </p:stCondLst>
                                  <p:childTnLst>
                                    <p:set>
                                      <p:cBhvr>
                                        <p:cTn id="60" dur="1" fill="hold">
                                          <p:stCondLst>
                                            <p:cond delay="0"/>
                                          </p:stCondLst>
                                        </p:cTn>
                                        <p:tgtEl>
                                          <p:spTgt spid="28"/>
                                        </p:tgtEl>
                                        <p:attrNameLst>
                                          <p:attrName>style.visibility</p:attrName>
                                        </p:attrNameLst>
                                      </p:cBhvr>
                                      <p:to>
                                        <p:strVal val="visible"/>
                                      </p:to>
                                    </p:set>
                                    <p:anim calcmode="lin" valueType="num">
                                      <p:cBhvr>
                                        <p:cTn id="61" dur="1000" fill="hold"/>
                                        <p:tgtEl>
                                          <p:spTgt spid="28"/>
                                        </p:tgtEl>
                                        <p:attrNameLst>
                                          <p:attrName>ppt_x</p:attrName>
                                        </p:attrNameLst>
                                      </p:cBhvr>
                                      <p:tavLst>
                                        <p:tav tm="0">
                                          <p:val>
                                            <p:strVal val="#ppt_x-.2"/>
                                          </p:val>
                                        </p:tav>
                                        <p:tav tm="100000">
                                          <p:val>
                                            <p:strVal val="#ppt_x"/>
                                          </p:val>
                                        </p:tav>
                                      </p:tavLst>
                                    </p:anim>
                                    <p:anim calcmode="lin" valueType="num">
                                      <p:cBhvr>
                                        <p:cTn id="62" dur="1000" fill="hold"/>
                                        <p:tgtEl>
                                          <p:spTgt spid="28"/>
                                        </p:tgtEl>
                                        <p:attrNameLst>
                                          <p:attrName>ppt_y</p:attrName>
                                        </p:attrNameLst>
                                      </p:cBhvr>
                                      <p:tavLst>
                                        <p:tav tm="0">
                                          <p:val>
                                            <p:strVal val="#ppt_y"/>
                                          </p:val>
                                        </p:tav>
                                        <p:tav tm="100000">
                                          <p:val>
                                            <p:strVal val="#ppt_y"/>
                                          </p:val>
                                        </p:tav>
                                      </p:tavLst>
                                    </p:anim>
                                    <p:animEffect transition="in" filter="wipe(right)" prLst="gradientSize: 0.1">
                                      <p:cBhvr>
                                        <p:cTn id="63" dur="1000"/>
                                        <p:tgtEl>
                                          <p:spTgt spid="28"/>
                                        </p:tgtEl>
                                      </p:cBhvr>
                                    </p:animEffect>
                                  </p:childTnLst>
                                </p:cTn>
                              </p:par>
                            </p:childTnLst>
                          </p:cTn>
                        </p:par>
                        <p:par>
                          <p:cTn id="64" fill="hold" nodeType="afterGroup">
                            <p:stCondLst>
                              <p:cond delay="10000"/>
                            </p:stCondLst>
                            <p:childTnLst>
                              <p:par>
                                <p:cTn id="65" presetID="29" presetClass="entr" presetSubtype="0" fill="hold" nodeType="afterEffect">
                                  <p:stCondLst>
                                    <p:cond delay="0"/>
                                  </p:stCondLst>
                                  <p:childTnLst>
                                    <p:set>
                                      <p:cBhvr>
                                        <p:cTn id="66" dur="1" fill="hold">
                                          <p:stCondLst>
                                            <p:cond delay="0"/>
                                          </p:stCondLst>
                                        </p:cTn>
                                        <p:tgtEl>
                                          <p:spTgt spid="40"/>
                                        </p:tgtEl>
                                        <p:attrNameLst>
                                          <p:attrName>style.visibility</p:attrName>
                                        </p:attrNameLst>
                                      </p:cBhvr>
                                      <p:to>
                                        <p:strVal val="visible"/>
                                      </p:to>
                                    </p:set>
                                    <p:anim calcmode="lin" valueType="num">
                                      <p:cBhvr>
                                        <p:cTn id="67" dur="1000" fill="hold"/>
                                        <p:tgtEl>
                                          <p:spTgt spid="40"/>
                                        </p:tgtEl>
                                        <p:attrNameLst>
                                          <p:attrName>ppt_x</p:attrName>
                                        </p:attrNameLst>
                                      </p:cBhvr>
                                      <p:tavLst>
                                        <p:tav tm="0">
                                          <p:val>
                                            <p:strVal val="#ppt_x-.2"/>
                                          </p:val>
                                        </p:tav>
                                        <p:tav tm="100000">
                                          <p:val>
                                            <p:strVal val="#ppt_x"/>
                                          </p:val>
                                        </p:tav>
                                      </p:tavLst>
                                    </p:anim>
                                    <p:anim calcmode="lin" valueType="num">
                                      <p:cBhvr>
                                        <p:cTn id="68" dur="1000" fill="hold"/>
                                        <p:tgtEl>
                                          <p:spTgt spid="40"/>
                                        </p:tgtEl>
                                        <p:attrNameLst>
                                          <p:attrName>ppt_y</p:attrName>
                                        </p:attrNameLst>
                                      </p:cBhvr>
                                      <p:tavLst>
                                        <p:tav tm="0">
                                          <p:val>
                                            <p:strVal val="#ppt_y"/>
                                          </p:val>
                                        </p:tav>
                                        <p:tav tm="100000">
                                          <p:val>
                                            <p:strVal val="#ppt_y"/>
                                          </p:val>
                                        </p:tav>
                                      </p:tavLst>
                                    </p:anim>
                                    <p:animEffect transition="in" filter="wipe(right)" prLst="gradientSize: 0.1">
                                      <p:cBhvr>
                                        <p:cTn id="69" dur="10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5" grpId="1"/>
      <p:bldP spid="26" grpId="0"/>
      <p:bldP spid="26" grpId="1"/>
      <p:bldP spid="27" grpId="0"/>
      <p:bldP spid="27" grpId="1"/>
      <p:bldP spid="28" grpId="0"/>
      <p:bldP spid="28" grpId="1"/>
      <p:bldP spid="41" grpId="0"/>
      <p:bldP spid="41" grpId="1"/>
      <p:bldP spid="42" grpId="0"/>
      <p:bldP spid="42" grpId="1"/>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图形" descr="D:/包图网/5db00e60c5d5e.png5db00e60c5d5e"/>
          <p:cNvPicPr>
            <a:picLocks noChangeAspect="1"/>
          </p:cNvPicPr>
          <p:nvPr/>
        </p:nvPicPr>
        <p:blipFill>
          <a:blip r:embed="Ra6e99d6fd2a84d5b">
            <a:extLst>
              <a:ext uri="{28A0092B-C50C-407E-A947-70E740481C1C}">
                <a14:useLocalDpi xmlns:a14="http://schemas.microsoft.com/office/drawing/2010/main"/>
              </a:ext>
            </a:extLst>
          </a:blip>
          <a:stretch>
            <a:fillRect/>
          </a:stretch>
        </p:blipFill>
        <p:spPr>
          <a:xfrm>
            <a:off x="-635" y="-78740"/>
            <a:ext cx="12192635" cy="6937375"/>
          </a:xfrm>
          <a:prstGeom prst="rect">
            <a:avLst/>
          </a:prstGeom>
        </p:spPr>
      </p:pic>
      <p:grpSp>
        <p:nvGrpSpPr>
          <p:cNvPr id="3" name="图形"/>
          <p:cNvGrpSpPr/>
          <p:nvPr/>
        </p:nvGrpSpPr>
        <p:grpSpPr>
          <a:xfrm>
            <a:off x="1033780" y="910590"/>
            <a:ext cx="3321051" cy="2621280"/>
            <a:chOff x="1628" y="1434"/>
            <a:chExt cx="5230" cy="4128"/>
          </a:xfrm>
        </p:grpSpPr>
        <p:sp>
          <p:nvSpPr>
            <p:cNvPr id="8" name="图形"/>
            <p:cNvSpPr txBox="1"/>
            <p:nvPr/>
          </p:nvSpPr>
          <p:spPr>
            <a:xfrm>
              <a:off x="4504" y="1434"/>
              <a:ext cx="2354" cy="4128"/>
            </a:xfrm>
            <a:custGeom>
              <a:avLst/>
              <a:gdLst/>
              <a:ahLst/>
              <a:cxnLst>
                <a:cxn ang="3">
                  <a:pos x="hc" y="t"/>
                </a:cxn>
                <a:cxn ang="cd2">
                  <a:pos x="l" y="vc"/>
                </a:cxn>
                <a:cxn ang="cd4">
                  <a:pos x="hc" y="b"/>
                </a:cxn>
                <a:cxn ang="0">
                  <a:pos x="r" y="vc"/>
                </a:cxn>
              </a:cxnLst>
              <a:rect l="l" t="t" r="r" b="b"/>
              <a:pathLst>
                <a:path w="672" h="1178">
                  <a:moveTo>
                    <a:pt x="302" y="0"/>
                  </a:moveTo>
                  <a:lnTo>
                    <a:pt x="441" y="0"/>
                  </a:lnTo>
                  <a:lnTo>
                    <a:pt x="441" y="1026"/>
                  </a:lnTo>
                  <a:lnTo>
                    <a:pt x="672" y="1026"/>
                  </a:lnTo>
                  <a:lnTo>
                    <a:pt x="672" y="1178"/>
                  </a:lnTo>
                  <a:lnTo>
                    <a:pt x="0" y="1178"/>
                  </a:lnTo>
                  <a:lnTo>
                    <a:pt x="0" y="1026"/>
                  </a:lnTo>
                  <a:lnTo>
                    <a:pt x="258" y="1026"/>
                  </a:lnTo>
                  <a:lnTo>
                    <a:pt x="258" y="208"/>
                  </a:lnTo>
                  <a:lnTo>
                    <a:pt x="46" y="208"/>
                  </a:lnTo>
                  <a:lnTo>
                    <a:pt x="46" y="91"/>
                  </a:lnTo>
                  <a:cubicBezTo>
                    <a:pt x="101" y="81"/>
                    <a:pt x="149" y="69"/>
                    <a:pt x="191" y="54"/>
                  </a:cubicBezTo>
                  <a:cubicBezTo>
                    <a:pt x="232" y="39"/>
                    <a:pt x="269" y="21"/>
                    <a:pt x="302" y="0"/>
                  </a:cubicBezTo>
                  <a:close/>
                </a:path>
              </a:pathLst>
            </a:custGeom>
            <a:gradFill>
              <a:gsLst>
                <a:gs pos="30000">
                  <a:schemeClr val="bg1"/>
                </a:gs>
                <a:gs pos="49000">
                  <a:schemeClr val="bg1">
                    <a:alpha val="0"/>
                  </a:schemeClr>
                </a:gs>
              </a:gsLst>
              <a:lin ang="5400000" scaled="0"/>
            </a:gradFill>
            <a:ln>
              <a:noFill/>
            </a:ln>
            <a:effectLst/>
          </p:spPr>
          <p:txBody>
            <a:bodyPr wrap="square" lIns="0" tIns="0" rIns="0" bIns="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lnSpc>
                  <a:spcPct val="100000"/>
                </a:lnSpc>
              </a:pPr>
              <a:endParaRPr lang="en-US" altLang="zh-CN" sz="8000" noProof="0">
                <a:ln>
                  <a:noFill/>
                </a:ln>
                <a:solidFill>
                  <a:schemeClr val="bg1"/>
                </a:solidFill>
                <a:effectLst/>
                <a:uLnTx/>
                <a:uFillTx/>
                <a:latin typeface="Arial"/>
                <a:ea typeface="阿里巴巴普惠体 Medium"/>
                <a:cs typeface="阿里巴巴普惠体 Medium"/>
                <a:sym typeface="Arial"/>
              </a:endParaRPr>
            </a:p>
          </p:txBody>
        </p:sp>
        <p:sp>
          <p:nvSpPr>
            <p:cNvPr id="12" name="图形"/>
            <p:cNvSpPr txBox="1"/>
            <p:nvPr>
              <p:custDataLst>
                <p:tags r:id="R088de2d8830b4e43"/>
              </p:custDataLst>
            </p:nvPr>
          </p:nvSpPr>
          <p:spPr>
            <a:xfrm>
              <a:off x="1628" y="1434"/>
              <a:ext cx="2576" cy="4128"/>
            </a:xfrm>
            <a:custGeom>
              <a:avLst/>
              <a:gdLst/>
              <a:ahLst/>
              <a:cxnLst>
                <a:cxn ang="3">
                  <a:pos x="hc" y="t"/>
                </a:cxn>
                <a:cxn ang="cd2">
                  <a:pos x="l" y="vc"/>
                </a:cxn>
                <a:cxn ang="cd4">
                  <a:pos x="hc" y="b"/>
                </a:cxn>
                <a:cxn ang="0">
                  <a:pos x="r" y="vc"/>
                </a:cxn>
              </a:cxnLst>
              <a:rect l="l" t="t" r="r" b="b"/>
              <a:pathLst>
                <a:path w="762" h="1221">
                  <a:moveTo>
                    <a:pt x="381" y="146"/>
                  </a:moveTo>
                  <a:cubicBezTo>
                    <a:pt x="341" y="145"/>
                    <a:pt x="305" y="160"/>
                    <a:pt x="274" y="190"/>
                  </a:cubicBezTo>
                  <a:cubicBezTo>
                    <a:pt x="244" y="220"/>
                    <a:pt x="220" y="269"/>
                    <a:pt x="202" y="337"/>
                  </a:cubicBezTo>
                  <a:cubicBezTo>
                    <a:pt x="185" y="405"/>
                    <a:pt x="176" y="494"/>
                    <a:pt x="176" y="606"/>
                  </a:cubicBezTo>
                  <a:cubicBezTo>
                    <a:pt x="176" y="719"/>
                    <a:pt x="185" y="810"/>
                    <a:pt x="202" y="879"/>
                  </a:cubicBezTo>
                  <a:cubicBezTo>
                    <a:pt x="220" y="948"/>
                    <a:pt x="244" y="998"/>
                    <a:pt x="274" y="1029"/>
                  </a:cubicBezTo>
                  <a:cubicBezTo>
                    <a:pt x="305" y="1060"/>
                    <a:pt x="341" y="1076"/>
                    <a:pt x="381" y="1075"/>
                  </a:cubicBezTo>
                  <a:cubicBezTo>
                    <a:pt x="421" y="1076"/>
                    <a:pt x="457" y="1060"/>
                    <a:pt x="488" y="1029"/>
                  </a:cubicBezTo>
                  <a:cubicBezTo>
                    <a:pt x="518" y="998"/>
                    <a:pt x="542" y="948"/>
                    <a:pt x="560" y="879"/>
                  </a:cubicBezTo>
                  <a:cubicBezTo>
                    <a:pt x="577" y="810"/>
                    <a:pt x="586" y="719"/>
                    <a:pt x="586" y="606"/>
                  </a:cubicBezTo>
                  <a:cubicBezTo>
                    <a:pt x="586" y="494"/>
                    <a:pt x="577" y="405"/>
                    <a:pt x="560" y="337"/>
                  </a:cubicBezTo>
                  <a:cubicBezTo>
                    <a:pt x="542" y="269"/>
                    <a:pt x="518" y="220"/>
                    <a:pt x="488" y="190"/>
                  </a:cubicBezTo>
                  <a:cubicBezTo>
                    <a:pt x="457" y="160"/>
                    <a:pt x="421" y="145"/>
                    <a:pt x="381" y="146"/>
                  </a:cubicBezTo>
                  <a:close/>
                  <a:moveTo>
                    <a:pt x="381" y="0"/>
                  </a:moveTo>
                  <a:cubicBezTo>
                    <a:pt x="498" y="0"/>
                    <a:pt x="590" y="50"/>
                    <a:pt x="658" y="151"/>
                  </a:cubicBezTo>
                  <a:cubicBezTo>
                    <a:pt x="726" y="251"/>
                    <a:pt x="760" y="403"/>
                    <a:pt x="762" y="606"/>
                  </a:cubicBezTo>
                  <a:cubicBezTo>
                    <a:pt x="760" y="811"/>
                    <a:pt x="726" y="965"/>
                    <a:pt x="658" y="1067"/>
                  </a:cubicBezTo>
                  <a:cubicBezTo>
                    <a:pt x="590" y="1169"/>
                    <a:pt x="498" y="1221"/>
                    <a:pt x="381" y="1221"/>
                  </a:cubicBezTo>
                  <a:cubicBezTo>
                    <a:pt x="264" y="1221"/>
                    <a:pt x="172" y="1169"/>
                    <a:pt x="104" y="1067"/>
                  </a:cubicBezTo>
                  <a:cubicBezTo>
                    <a:pt x="36" y="965"/>
                    <a:pt x="1" y="811"/>
                    <a:pt x="0" y="606"/>
                  </a:cubicBezTo>
                  <a:cubicBezTo>
                    <a:pt x="1" y="403"/>
                    <a:pt x="36" y="251"/>
                    <a:pt x="104" y="150"/>
                  </a:cubicBezTo>
                  <a:cubicBezTo>
                    <a:pt x="172" y="50"/>
                    <a:pt x="264" y="0"/>
                    <a:pt x="381" y="0"/>
                  </a:cubicBezTo>
                  <a:close/>
                </a:path>
              </a:pathLst>
            </a:custGeom>
            <a:gradFill>
              <a:gsLst>
                <a:gs pos="53000">
                  <a:schemeClr val="bg1"/>
                </a:gs>
                <a:gs pos="69000">
                  <a:schemeClr val="bg1">
                    <a:alpha val="0"/>
                  </a:schemeClr>
                </a:gs>
              </a:gsLst>
              <a:lin ang="5400000" scaled="0"/>
            </a:gradFill>
            <a:ln>
              <a:noFill/>
            </a:ln>
            <a:effectLst/>
          </p:spPr>
          <p:txBody>
            <a:bodyPr wrap="square" lIns="0" tIns="0" rIns="0" bIns="0" rtlCol="0">
              <a:noAutofit/>
            </a:bodyPr>
            <a:lstStyle/>
            <a:p>
              <a:pPr algn="ctr">
                <a:lnSpc>
                  <a:spcPct val="100000"/>
                </a:lnSpc>
              </a:pPr>
              <a:endParaRPr lang="en-US" altLang="zh-CN" sz="8000" noProof="0">
                <a:ln>
                  <a:noFill/>
                </a:ln>
                <a:solidFill>
                  <a:schemeClr val="bg1"/>
                </a:solidFill>
                <a:effectLst/>
                <a:uLnTx/>
                <a:uFillTx/>
                <a:latin typeface="Arial"/>
                <a:ea typeface="阿里巴巴普惠体 Medium"/>
                <a:cs typeface="阿里巴巴普惠体 Medium"/>
                <a:sym typeface="Arial"/>
              </a:endParaRPr>
            </a:p>
          </p:txBody>
        </p:sp>
      </p:grpSp>
      <p:grpSp>
        <p:nvGrpSpPr>
          <p:cNvPr id="5" name="图形"/>
          <p:cNvGrpSpPr/>
          <p:nvPr/>
        </p:nvGrpSpPr>
        <p:grpSpPr>
          <a:xfrm>
            <a:off x="4686301" y="1033145"/>
            <a:ext cx="6052185" cy="1460500"/>
            <a:chOff x="7380" y="1627"/>
            <a:chExt cx="9531" cy="2300"/>
          </a:xfrm>
        </p:grpSpPr>
        <p:grpSp>
          <p:nvGrpSpPr>
            <p:cNvPr id="28" name="组合 27"/>
            <p:cNvGrpSpPr/>
            <p:nvPr/>
          </p:nvGrpSpPr>
          <p:grpSpPr>
            <a:xfrm>
              <a:off x="10005" y="1627"/>
              <a:ext cx="1655" cy="2299"/>
              <a:chOff x="10005" y="2251"/>
              <a:chExt cx="1655" cy="2299"/>
            </a:xfrm>
            <a:gradFill>
              <a:gsLst>
                <a:gs pos="0">
                  <a:schemeClr val="bg1"/>
                </a:gs>
                <a:gs pos="100000">
                  <a:schemeClr val="bg1">
                    <a:alpha val="100000"/>
                  </a:schemeClr>
                </a:gs>
              </a:gsLst>
              <a:lin ang="5400000" scaled="0"/>
            </a:gradFill>
          </p:grpSpPr>
          <p:sp>
            <p:nvSpPr>
              <p:cNvPr id="16" name="图形"/>
              <p:cNvSpPr txBox="1"/>
              <p:nvPr/>
            </p:nvSpPr>
            <p:spPr>
              <a:xfrm>
                <a:off x="10009" y="2251"/>
                <a:ext cx="797" cy="246"/>
              </a:xfrm>
              <a:custGeom>
                <a:avLst/>
                <a:gdLst/>
                <a:ahLst/>
                <a:cxnLst>
                  <a:cxn ang="3">
                    <a:pos x="hc" y="t"/>
                  </a:cxn>
                  <a:cxn ang="cd2">
                    <a:pos x="l" y="vc"/>
                  </a:cxn>
                  <a:cxn ang="cd4">
                    <a:pos x="hc" y="b"/>
                  </a:cxn>
                  <a:cxn ang="0">
                    <a:pos x="r" y="vc"/>
                  </a:cxn>
                </a:cxnLst>
                <a:rect l="l" t="t" r="r" b="b"/>
                <a:pathLst>
                  <a:path w="797" h="246">
                    <a:moveTo>
                      <a:pt x="0" y="0"/>
                    </a:moveTo>
                    <a:lnTo>
                      <a:pt x="797" y="0"/>
                    </a:lnTo>
                    <a:lnTo>
                      <a:pt x="797" y="246"/>
                    </a:lnTo>
                    <a:lnTo>
                      <a:pt x="0" y="246"/>
                    </a:lnTo>
                    <a:lnTo>
                      <a:pt x="0" y="0"/>
                    </a:lnTo>
                    <a:close/>
                  </a:path>
                </a:pathLst>
              </a:custGeom>
              <a:grpFill/>
              <a:ln>
                <a:noFill/>
              </a:ln>
              <a:effectLst/>
            </p:spPr>
            <p:txBody>
              <a:bodyPr wrap="square" lIns="0" tIns="0" rIns="0" bIns="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lnSpc>
                    <a:spcPct val="100000"/>
                  </a:lnSpc>
                </a:pPr>
                <a:endParaRPr lang="zh-CN" altLang="en-US" sz="11500" b="1" noProof="0">
                  <a:ln>
                    <a:noFill/>
                  </a:ln>
                  <a:solidFill>
                    <a:schemeClr val="tx1">
                      <a:lumMod val="75000"/>
                      <a:lumOff val="25000"/>
                    </a:schemeClr>
                  </a:solidFill>
                  <a:effectLst/>
                  <a:uLnTx/>
                  <a:uFillTx/>
                  <a:latin typeface="Arial"/>
                  <a:ea typeface="阿里巴巴普惠体 Medium"/>
                  <a:cs typeface="阿里巴巴普惠体 Medium"/>
                  <a:sym typeface="Arial"/>
                </a:endParaRPr>
              </a:p>
            </p:txBody>
          </p:sp>
          <p:sp>
            <p:nvSpPr>
              <p:cNvPr id="17" name="图形"/>
              <p:cNvSpPr txBox="1"/>
              <p:nvPr/>
            </p:nvSpPr>
            <p:spPr>
              <a:xfrm>
                <a:off x="10810" y="2251"/>
                <a:ext cx="851" cy="2298"/>
              </a:xfrm>
              <a:custGeom>
                <a:avLst/>
                <a:gdLst/>
                <a:ahLst/>
                <a:cxnLst>
                  <a:cxn ang="3">
                    <a:pos x="hc" y="t"/>
                  </a:cxn>
                  <a:cxn ang="cd2">
                    <a:pos x="l" y="vc"/>
                  </a:cxn>
                  <a:cxn ang="cd4">
                    <a:pos x="hc" y="b"/>
                  </a:cxn>
                  <a:cxn ang="0">
                    <a:pos x="r" y="vc"/>
                  </a:cxn>
                </a:cxnLst>
                <a:rect l="l" t="t" r="r" b="b"/>
                <a:pathLst>
                  <a:path w="851" h="2298">
                    <a:moveTo>
                      <a:pt x="174" y="0"/>
                    </a:moveTo>
                    <a:lnTo>
                      <a:pt x="423" y="0"/>
                    </a:lnTo>
                    <a:lnTo>
                      <a:pt x="423" y="186"/>
                    </a:lnTo>
                    <a:lnTo>
                      <a:pt x="851" y="184"/>
                    </a:lnTo>
                    <a:lnTo>
                      <a:pt x="851" y="1968"/>
                    </a:lnTo>
                    <a:cubicBezTo>
                      <a:pt x="851" y="2028"/>
                      <a:pt x="836" y="2083"/>
                      <a:pt x="806" y="2133"/>
                    </a:cubicBezTo>
                    <a:cubicBezTo>
                      <a:pt x="776" y="2184"/>
                      <a:pt x="735" y="2224"/>
                      <a:pt x="685" y="2253"/>
                    </a:cubicBezTo>
                    <a:cubicBezTo>
                      <a:pt x="634" y="2283"/>
                      <a:pt x="579" y="2298"/>
                      <a:pt x="519" y="2298"/>
                    </a:cubicBezTo>
                    <a:lnTo>
                      <a:pt x="487" y="2298"/>
                    </a:lnTo>
                    <a:lnTo>
                      <a:pt x="487" y="2054"/>
                    </a:lnTo>
                    <a:lnTo>
                      <a:pt x="519" y="2054"/>
                    </a:lnTo>
                    <a:cubicBezTo>
                      <a:pt x="543" y="2054"/>
                      <a:pt x="563" y="2046"/>
                      <a:pt x="579" y="2029"/>
                    </a:cubicBezTo>
                    <a:cubicBezTo>
                      <a:pt x="596" y="2013"/>
                      <a:pt x="604" y="1992"/>
                      <a:pt x="604" y="1968"/>
                    </a:cubicBezTo>
                    <a:lnTo>
                      <a:pt x="604" y="431"/>
                    </a:lnTo>
                    <a:lnTo>
                      <a:pt x="423" y="431"/>
                    </a:lnTo>
                    <a:lnTo>
                      <a:pt x="423" y="1903"/>
                    </a:lnTo>
                    <a:cubicBezTo>
                      <a:pt x="423" y="1975"/>
                      <a:pt x="405" y="2041"/>
                      <a:pt x="369" y="2102"/>
                    </a:cubicBezTo>
                    <a:cubicBezTo>
                      <a:pt x="333" y="2162"/>
                      <a:pt x="285" y="2210"/>
                      <a:pt x="224" y="2245"/>
                    </a:cubicBezTo>
                    <a:cubicBezTo>
                      <a:pt x="164" y="2280"/>
                      <a:pt x="90" y="2298"/>
                      <a:pt x="2" y="2298"/>
                    </a:cubicBezTo>
                    <a:lnTo>
                      <a:pt x="2" y="2054"/>
                    </a:lnTo>
                    <a:cubicBezTo>
                      <a:pt x="59" y="2054"/>
                      <a:pt x="102" y="2040"/>
                      <a:pt x="131" y="2010"/>
                    </a:cubicBezTo>
                    <a:cubicBezTo>
                      <a:pt x="159" y="1981"/>
                      <a:pt x="174" y="1945"/>
                      <a:pt x="174" y="1903"/>
                    </a:cubicBezTo>
                    <a:lnTo>
                      <a:pt x="174" y="433"/>
                    </a:lnTo>
                    <a:lnTo>
                      <a:pt x="3" y="433"/>
                    </a:lnTo>
                    <a:lnTo>
                      <a:pt x="0" y="190"/>
                    </a:lnTo>
                    <a:lnTo>
                      <a:pt x="174" y="188"/>
                    </a:lnTo>
                    <a:lnTo>
                      <a:pt x="174" y="0"/>
                    </a:lnTo>
                    <a:close/>
                  </a:path>
                </a:pathLst>
              </a:custGeom>
              <a:grpFill/>
              <a:ln>
                <a:noFill/>
              </a:ln>
              <a:effectLst/>
            </p:spPr>
            <p:txBody>
              <a:bodyPr wrap="square" lIns="0" tIns="0" rIns="0" bIns="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lnSpc>
                    <a:spcPct val="100000"/>
                  </a:lnSpc>
                </a:pPr>
                <a:endParaRPr lang="zh-CN" altLang="en-US" sz="11500" b="1" noProof="0">
                  <a:ln>
                    <a:noFill/>
                  </a:ln>
                  <a:solidFill>
                    <a:schemeClr val="tx1">
                      <a:lumMod val="75000"/>
                      <a:lumOff val="25000"/>
                    </a:schemeClr>
                  </a:solidFill>
                  <a:effectLst/>
                  <a:uLnTx/>
                  <a:uFillTx/>
                  <a:latin typeface="Arial"/>
                  <a:ea typeface="阿里巴巴普惠体 Medium"/>
                  <a:cs typeface="阿里巴巴普惠体 Medium"/>
                  <a:sym typeface="Arial"/>
                </a:endParaRPr>
              </a:p>
            </p:txBody>
          </p:sp>
          <p:sp>
            <p:nvSpPr>
              <p:cNvPr id="22" name="图形"/>
              <p:cNvSpPr txBox="1"/>
              <p:nvPr/>
            </p:nvSpPr>
            <p:spPr>
              <a:xfrm>
                <a:off x="10005" y="2882"/>
                <a:ext cx="801" cy="1669"/>
              </a:xfrm>
              <a:custGeom>
                <a:avLst/>
                <a:gdLst/>
                <a:ahLst/>
                <a:cxnLst>
                  <a:cxn ang="3">
                    <a:pos x="hc" y="t"/>
                  </a:cxn>
                  <a:cxn ang="cd2">
                    <a:pos x="l" y="vc"/>
                  </a:cxn>
                  <a:cxn ang="cd4">
                    <a:pos x="hc" y="b"/>
                  </a:cxn>
                  <a:cxn ang="0">
                    <a:pos x="r" y="vc"/>
                  </a:cxn>
                </a:cxnLst>
                <a:rect l="l" t="t" r="r" b="b"/>
                <a:pathLst>
                  <a:path w="801" h="1669">
                    <a:moveTo>
                      <a:pt x="5" y="0"/>
                    </a:moveTo>
                    <a:lnTo>
                      <a:pt x="801" y="0"/>
                    </a:lnTo>
                    <a:lnTo>
                      <a:pt x="801" y="243"/>
                    </a:lnTo>
                    <a:lnTo>
                      <a:pt x="458" y="243"/>
                    </a:lnTo>
                    <a:cubicBezTo>
                      <a:pt x="452" y="518"/>
                      <a:pt x="430" y="778"/>
                      <a:pt x="393" y="1025"/>
                    </a:cubicBezTo>
                    <a:cubicBezTo>
                      <a:pt x="366" y="1207"/>
                      <a:pt x="330" y="1339"/>
                      <a:pt x="285" y="1423"/>
                    </a:cubicBezTo>
                    <a:lnTo>
                      <a:pt x="431" y="1423"/>
                    </a:lnTo>
                    <a:cubicBezTo>
                      <a:pt x="458" y="1423"/>
                      <a:pt x="480" y="1413"/>
                      <a:pt x="499" y="1394"/>
                    </a:cubicBezTo>
                    <a:cubicBezTo>
                      <a:pt x="518" y="1375"/>
                      <a:pt x="528" y="1352"/>
                      <a:pt x="528" y="1325"/>
                    </a:cubicBezTo>
                    <a:lnTo>
                      <a:pt x="528" y="1206"/>
                    </a:lnTo>
                    <a:lnTo>
                      <a:pt x="777" y="1206"/>
                    </a:lnTo>
                    <a:lnTo>
                      <a:pt x="777" y="1325"/>
                    </a:lnTo>
                    <a:cubicBezTo>
                      <a:pt x="777" y="1386"/>
                      <a:pt x="761" y="1444"/>
                      <a:pt x="731" y="1497"/>
                    </a:cubicBezTo>
                    <a:cubicBezTo>
                      <a:pt x="700" y="1550"/>
                      <a:pt x="658" y="1592"/>
                      <a:pt x="605" y="1623"/>
                    </a:cubicBezTo>
                    <a:cubicBezTo>
                      <a:pt x="552" y="1653"/>
                      <a:pt x="494" y="1669"/>
                      <a:pt x="431" y="1669"/>
                    </a:cubicBezTo>
                    <a:lnTo>
                      <a:pt x="5" y="1669"/>
                    </a:lnTo>
                    <a:lnTo>
                      <a:pt x="5" y="1468"/>
                    </a:lnTo>
                    <a:lnTo>
                      <a:pt x="0" y="1468"/>
                    </a:lnTo>
                    <a:cubicBezTo>
                      <a:pt x="34" y="1429"/>
                      <a:pt x="66" y="1354"/>
                      <a:pt x="96" y="1244"/>
                    </a:cubicBezTo>
                    <a:cubicBezTo>
                      <a:pt x="127" y="1133"/>
                      <a:pt x="153" y="986"/>
                      <a:pt x="175" y="803"/>
                    </a:cubicBezTo>
                    <a:cubicBezTo>
                      <a:pt x="197" y="620"/>
                      <a:pt x="209" y="434"/>
                      <a:pt x="212" y="243"/>
                    </a:cubicBezTo>
                    <a:lnTo>
                      <a:pt x="5" y="243"/>
                    </a:lnTo>
                    <a:lnTo>
                      <a:pt x="5" y="0"/>
                    </a:lnTo>
                    <a:close/>
                  </a:path>
                </a:pathLst>
              </a:custGeom>
              <a:grpFill/>
              <a:ln>
                <a:noFill/>
              </a:ln>
              <a:effectLst/>
            </p:spPr>
            <p:txBody>
              <a:bodyPr wrap="square" lIns="0" tIns="0" rIns="0" bIns="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lnSpc>
                    <a:spcPct val="100000"/>
                  </a:lnSpc>
                </a:pPr>
                <a:endParaRPr lang="zh-CN" altLang="en-US" sz="11500" b="1" noProof="0">
                  <a:ln>
                    <a:noFill/>
                  </a:ln>
                  <a:solidFill>
                    <a:schemeClr val="tx1">
                      <a:lumMod val="75000"/>
                      <a:lumOff val="25000"/>
                    </a:schemeClr>
                  </a:solidFill>
                  <a:effectLst/>
                  <a:uLnTx/>
                  <a:uFillTx/>
                  <a:latin typeface="Arial"/>
                  <a:ea typeface="阿里巴巴普惠体 Medium"/>
                  <a:cs typeface="阿里巴巴普惠体 Medium"/>
                  <a:sym typeface="Arial"/>
                </a:endParaRPr>
              </a:p>
            </p:txBody>
          </p:sp>
        </p:grpSp>
        <p:grpSp>
          <p:nvGrpSpPr>
            <p:cNvPr id="27" name="组合 26"/>
            <p:cNvGrpSpPr/>
            <p:nvPr/>
          </p:nvGrpSpPr>
          <p:grpSpPr>
            <a:xfrm>
              <a:off x="15253" y="1627"/>
              <a:ext cx="1659" cy="2300"/>
              <a:chOff x="15253" y="2251"/>
              <a:chExt cx="1659" cy="2300"/>
            </a:xfrm>
            <a:gradFill>
              <a:gsLst>
                <a:gs pos="86000">
                  <a:schemeClr val="bg1"/>
                </a:gs>
                <a:gs pos="100000">
                  <a:schemeClr val="bg1">
                    <a:alpha val="0"/>
                  </a:schemeClr>
                </a:gs>
              </a:gsLst>
              <a:lin ang="5400000" scaled="0"/>
            </a:gradFill>
          </p:grpSpPr>
          <p:sp>
            <p:nvSpPr>
              <p:cNvPr id="18" name="图形"/>
              <p:cNvSpPr txBox="1"/>
              <p:nvPr/>
            </p:nvSpPr>
            <p:spPr>
              <a:xfrm>
                <a:off x="15354" y="2251"/>
                <a:ext cx="366" cy="246"/>
              </a:xfrm>
              <a:custGeom>
                <a:avLst/>
                <a:gdLst/>
                <a:ahLst/>
                <a:cxnLst>
                  <a:cxn ang="3">
                    <a:pos x="hc" y="t"/>
                  </a:cxn>
                  <a:cxn ang="cd2">
                    <a:pos x="l" y="vc"/>
                  </a:cxn>
                  <a:cxn ang="cd4">
                    <a:pos x="hc" y="b"/>
                  </a:cxn>
                  <a:cxn ang="0">
                    <a:pos x="r" y="vc"/>
                  </a:cxn>
                </a:cxnLst>
                <a:rect l="l" t="t" r="r" b="b"/>
                <a:pathLst>
                  <a:path w="366" h="246">
                    <a:moveTo>
                      <a:pt x="0" y="0"/>
                    </a:moveTo>
                    <a:lnTo>
                      <a:pt x="366" y="0"/>
                    </a:lnTo>
                    <a:lnTo>
                      <a:pt x="366" y="246"/>
                    </a:lnTo>
                    <a:lnTo>
                      <a:pt x="0" y="246"/>
                    </a:lnTo>
                    <a:lnTo>
                      <a:pt x="0" y="0"/>
                    </a:lnTo>
                    <a:close/>
                  </a:path>
                </a:pathLst>
              </a:custGeom>
              <a:grpFill/>
              <a:ln>
                <a:noFill/>
              </a:ln>
              <a:effectLst/>
            </p:spPr>
            <p:txBody>
              <a:bodyPr wrap="square" lIns="0" tIns="0" rIns="0" bIns="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lnSpc>
                    <a:spcPct val="100000"/>
                  </a:lnSpc>
                </a:pPr>
                <a:endParaRPr lang="zh-CN" altLang="en-US" sz="11500" b="1" noProof="0">
                  <a:ln>
                    <a:noFill/>
                  </a:ln>
                  <a:solidFill>
                    <a:schemeClr val="tx1">
                      <a:lumMod val="75000"/>
                      <a:lumOff val="25000"/>
                    </a:schemeClr>
                  </a:solidFill>
                  <a:effectLst/>
                  <a:uLnTx/>
                  <a:uFillTx/>
                  <a:latin typeface="Arial"/>
                  <a:ea typeface="阿里巴巴普惠体 Medium"/>
                  <a:cs typeface="阿里巴巴普惠体 Medium"/>
                  <a:sym typeface="Arial"/>
                </a:endParaRPr>
              </a:p>
            </p:txBody>
          </p:sp>
          <p:sp>
            <p:nvSpPr>
              <p:cNvPr id="19" name="图形"/>
              <p:cNvSpPr txBox="1"/>
              <p:nvPr/>
            </p:nvSpPr>
            <p:spPr>
              <a:xfrm>
                <a:off x="15724" y="2253"/>
                <a:ext cx="1187" cy="1987"/>
              </a:xfrm>
              <a:custGeom>
                <a:avLst/>
                <a:gdLst/>
                <a:ahLst/>
                <a:cxnLst>
                  <a:cxn ang="3">
                    <a:pos x="hc" y="t"/>
                  </a:cxn>
                  <a:cxn ang="cd2">
                    <a:pos x="l" y="vc"/>
                  </a:cxn>
                  <a:cxn ang="cd4">
                    <a:pos x="hc" y="b"/>
                  </a:cxn>
                  <a:cxn ang="0">
                    <a:pos x="r" y="vc"/>
                  </a:cxn>
                </a:cxnLst>
                <a:rect l="l" t="t" r="r" b="b"/>
                <a:pathLst>
                  <a:path w="1187" h="1987">
                    <a:moveTo>
                      <a:pt x="469" y="0"/>
                    </a:moveTo>
                    <a:lnTo>
                      <a:pt x="716" y="0"/>
                    </a:lnTo>
                    <a:lnTo>
                      <a:pt x="716" y="368"/>
                    </a:lnTo>
                    <a:lnTo>
                      <a:pt x="1187" y="368"/>
                    </a:lnTo>
                    <a:lnTo>
                      <a:pt x="1187" y="613"/>
                    </a:lnTo>
                    <a:lnTo>
                      <a:pt x="716" y="613"/>
                    </a:lnTo>
                    <a:lnTo>
                      <a:pt x="716" y="1987"/>
                    </a:lnTo>
                    <a:lnTo>
                      <a:pt x="469" y="1987"/>
                    </a:lnTo>
                    <a:lnTo>
                      <a:pt x="469" y="613"/>
                    </a:lnTo>
                    <a:lnTo>
                      <a:pt x="0" y="613"/>
                    </a:lnTo>
                    <a:lnTo>
                      <a:pt x="0" y="368"/>
                    </a:lnTo>
                    <a:lnTo>
                      <a:pt x="469" y="368"/>
                    </a:lnTo>
                    <a:lnTo>
                      <a:pt x="469" y="0"/>
                    </a:lnTo>
                    <a:close/>
                  </a:path>
                </a:pathLst>
              </a:custGeom>
              <a:grpFill/>
              <a:ln>
                <a:noFill/>
              </a:ln>
              <a:effectLst/>
            </p:spPr>
            <p:txBody>
              <a:bodyPr wrap="square" lIns="0" tIns="0" rIns="0" bIns="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lnSpc>
                    <a:spcPct val="100000"/>
                  </a:lnSpc>
                </a:pPr>
                <a:endParaRPr lang="zh-CN" altLang="en-US" sz="11500" b="1" noProof="0">
                  <a:ln>
                    <a:noFill/>
                  </a:ln>
                  <a:solidFill>
                    <a:schemeClr val="tx1">
                      <a:lumMod val="75000"/>
                      <a:lumOff val="25000"/>
                    </a:schemeClr>
                  </a:solidFill>
                  <a:effectLst/>
                  <a:uLnTx/>
                  <a:uFillTx/>
                  <a:latin typeface="Arial"/>
                  <a:ea typeface="阿里巴巴普惠体 Medium"/>
                  <a:cs typeface="阿里巴巴普惠体 Medium"/>
                  <a:sym typeface="Arial"/>
                </a:endParaRPr>
              </a:p>
            </p:txBody>
          </p:sp>
          <p:sp>
            <p:nvSpPr>
              <p:cNvPr id="20" name="图形"/>
              <p:cNvSpPr txBox="1"/>
              <p:nvPr/>
            </p:nvSpPr>
            <p:spPr>
              <a:xfrm>
                <a:off x="16556" y="2296"/>
                <a:ext cx="312" cy="243"/>
              </a:xfrm>
              <a:custGeom>
                <a:avLst/>
                <a:gdLst/>
                <a:ahLst/>
                <a:cxnLst>
                  <a:cxn ang="3">
                    <a:pos x="hc" y="t"/>
                  </a:cxn>
                  <a:cxn ang="cd2">
                    <a:pos x="l" y="vc"/>
                  </a:cxn>
                  <a:cxn ang="cd4">
                    <a:pos x="hc" y="b"/>
                  </a:cxn>
                  <a:cxn ang="0">
                    <a:pos x="r" y="vc"/>
                  </a:cxn>
                </a:cxnLst>
                <a:rect l="l" t="t" r="r" b="b"/>
                <a:pathLst>
                  <a:path w="312" h="243">
                    <a:moveTo>
                      <a:pt x="0" y="0"/>
                    </a:moveTo>
                    <a:lnTo>
                      <a:pt x="312" y="0"/>
                    </a:lnTo>
                    <a:lnTo>
                      <a:pt x="312" y="243"/>
                    </a:lnTo>
                    <a:lnTo>
                      <a:pt x="0" y="243"/>
                    </a:lnTo>
                    <a:lnTo>
                      <a:pt x="0" y="0"/>
                    </a:lnTo>
                    <a:close/>
                  </a:path>
                </a:pathLst>
              </a:custGeom>
              <a:grpFill/>
              <a:ln>
                <a:noFill/>
              </a:ln>
              <a:effectLst/>
            </p:spPr>
            <p:txBody>
              <a:bodyPr wrap="square" lIns="0" tIns="0" rIns="0" bIns="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lnSpc>
                    <a:spcPct val="100000"/>
                  </a:lnSpc>
                </a:pPr>
                <a:endParaRPr lang="zh-CN" altLang="en-US" sz="11500" b="1" noProof="0">
                  <a:ln>
                    <a:noFill/>
                  </a:ln>
                  <a:solidFill>
                    <a:schemeClr val="tx1">
                      <a:lumMod val="75000"/>
                      <a:lumOff val="25000"/>
                    </a:schemeClr>
                  </a:solidFill>
                  <a:effectLst/>
                  <a:uLnTx/>
                  <a:uFillTx/>
                  <a:latin typeface="Arial"/>
                  <a:ea typeface="阿里巴巴普惠体 Medium"/>
                  <a:cs typeface="阿里巴巴普惠体 Medium"/>
                  <a:sym typeface="Arial"/>
                </a:endParaRPr>
              </a:p>
            </p:txBody>
          </p:sp>
          <p:sp>
            <p:nvSpPr>
              <p:cNvPr id="23" name="图形"/>
              <p:cNvSpPr txBox="1"/>
              <p:nvPr/>
            </p:nvSpPr>
            <p:spPr>
              <a:xfrm>
                <a:off x="15253" y="2763"/>
                <a:ext cx="1658" cy="1788"/>
              </a:xfrm>
              <a:custGeom>
                <a:avLst/>
                <a:gdLst/>
                <a:ahLst/>
                <a:cxnLst>
                  <a:cxn ang="3">
                    <a:pos x="hc" y="t"/>
                  </a:cxn>
                  <a:cxn ang="cd2">
                    <a:pos x="l" y="vc"/>
                  </a:cxn>
                  <a:cxn ang="cd4">
                    <a:pos x="hc" y="b"/>
                  </a:cxn>
                  <a:cxn ang="0">
                    <a:pos x="r" y="vc"/>
                  </a:cxn>
                </a:cxnLst>
                <a:rect l="l" t="t" r="r" b="b"/>
                <a:pathLst>
                  <a:path w="1658" h="1788">
                    <a:moveTo>
                      <a:pt x="647" y="185"/>
                    </a:moveTo>
                    <a:lnTo>
                      <a:pt x="892" y="185"/>
                    </a:lnTo>
                    <a:lnTo>
                      <a:pt x="892" y="924"/>
                    </a:lnTo>
                    <a:cubicBezTo>
                      <a:pt x="892" y="1122"/>
                      <a:pt x="851" y="1257"/>
                      <a:pt x="771" y="1328"/>
                    </a:cubicBezTo>
                    <a:cubicBezTo>
                      <a:pt x="700" y="1390"/>
                      <a:pt x="619" y="1425"/>
                      <a:pt x="527" y="1432"/>
                    </a:cubicBezTo>
                    <a:lnTo>
                      <a:pt x="527" y="1432"/>
                    </a:lnTo>
                    <a:lnTo>
                      <a:pt x="511" y="1416"/>
                    </a:lnTo>
                    <a:cubicBezTo>
                      <a:pt x="506" y="1411"/>
                      <a:pt x="501" y="1405"/>
                      <a:pt x="497" y="1399"/>
                    </a:cubicBezTo>
                    <a:lnTo>
                      <a:pt x="487" y="1387"/>
                    </a:lnTo>
                    <a:lnTo>
                      <a:pt x="487" y="1188"/>
                    </a:lnTo>
                    <a:cubicBezTo>
                      <a:pt x="594" y="1188"/>
                      <a:pt x="647" y="1100"/>
                      <a:pt x="647" y="924"/>
                    </a:cubicBezTo>
                    <a:lnTo>
                      <a:pt x="647" y="185"/>
                    </a:lnTo>
                    <a:close/>
                    <a:moveTo>
                      <a:pt x="5" y="0"/>
                    </a:moveTo>
                    <a:lnTo>
                      <a:pt x="432" y="0"/>
                    </a:lnTo>
                    <a:lnTo>
                      <a:pt x="432" y="1219"/>
                    </a:lnTo>
                    <a:cubicBezTo>
                      <a:pt x="432" y="1278"/>
                      <a:pt x="449" y="1332"/>
                      <a:pt x="483" y="1381"/>
                    </a:cubicBezTo>
                    <a:lnTo>
                      <a:pt x="487" y="1387"/>
                    </a:lnTo>
                    <a:lnTo>
                      <a:pt x="487" y="1434"/>
                    </a:lnTo>
                    <a:cubicBezTo>
                      <a:pt x="494" y="1434"/>
                      <a:pt x="501" y="1434"/>
                      <a:pt x="507" y="1434"/>
                    </a:cubicBezTo>
                    <a:lnTo>
                      <a:pt x="527" y="1432"/>
                    </a:lnTo>
                    <a:lnTo>
                      <a:pt x="527" y="1432"/>
                    </a:lnTo>
                    <a:cubicBezTo>
                      <a:pt x="554" y="1458"/>
                      <a:pt x="586" y="1481"/>
                      <a:pt x="623" y="1499"/>
                    </a:cubicBezTo>
                    <a:cubicBezTo>
                      <a:pt x="682" y="1528"/>
                      <a:pt x="747" y="1542"/>
                      <a:pt x="819" y="1542"/>
                    </a:cubicBezTo>
                    <a:lnTo>
                      <a:pt x="1658" y="1542"/>
                    </a:lnTo>
                    <a:lnTo>
                      <a:pt x="1658" y="1788"/>
                    </a:lnTo>
                    <a:lnTo>
                      <a:pt x="819" y="1788"/>
                    </a:lnTo>
                    <a:cubicBezTo>
                      <a:pt x="721" y="1788"/>
                      <a:pt x="629" y="1769"/>
                      <a:pt x="543" y="1732"/>
                    </a:cubicBezTo>
                    <a:cubicBezTo>
                      <a:pt x="458" y="1695"/>
                      <a:pt x="393" y="1645"/>
                      <a:pt x="348" y="1583"/>
                    </a:cubicBezTo>
                    <a:cubicBezTo>
                      <a:pt x="325" y="1640"/>
                      <a:pt x="285" y="1688"/>
                      <a:pt x="230" y="1728"/>
                    </a:cubicBezTo>
                    <a:cubicBezTo>
                      <a:pt x="174" y="1768"/>
                      <a:pt x="97" y="1788"/>
                      <a:pt x="0" y="1788"/>
                    </a:cubicBezTo>
                    <a:lnTo>
                      <a:pt x="0" y="1542"/>
                    </a:lnTo>
                    <a:cubicBezTo>
                      <a:pt x="81" y="1542"/>
                      <a:pt x="132" y="1510"/>
                      <a:pt x="153" y="1445"/>
                    </a:cubicBezTo>
                    <a:cubicBezTo>
                      <a:pt x="174" y="1380"/>
                      <a:pt x="185" y="1325"/>
                      <a:pt x="185" y="1280"/>
                    </a:cubicBezTo>
                    <a:lnTo>
                      <a:pt x="185" y="243"/>
                    </a:lnTo>
                    <a:lnTo>
                      <a:pt x="5" y="243"/>
                    </a:lnTo>
                    <a:lnTo>
                      <a:pt x="5" y="0"/>
                    </a:lnTo>
                    <a:close/>
                  </a:path>
                </a:pathLst>
              </a:custGeom>
              <a:grpFill/>
              <a:ln>
                <a:noFill/>
              </a:ln>
              <a:effectLst/>
            </p:spPr>
            <p:txBody>
              <a:bodyPr wrap="square" lIns="0" tIns="0" rIns="0" bIns="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lnSpc>
                    <a:spcPct val="100000"/>
                  </a:lnSpc>
                </a:pPr>
                <a:endParaRPr lang="zh-CN" altLang="en-US" sz="11500" b="1" noProof="0">
                  <a:ln>
                    <a:noFill/>
                  </a:ln>
                  <a:solidFill>
                    <a:schemeClr val="tx1">
                      <a:lumMod val="75000"/>
                      <a:lumOff val="25000"/>
                    </a:schemeClr>
                  </a:solidFill>
                  <a:effectLst/>
                  <a:uLnTx/>
                  <a:uFillTx/>
                  <a:latin typeface="Arial"/>
                  <a:ea typeface="阿里巴巴普惠体 Medium"/>
                  <a:cs typeface="阿里巴巴普惠体 Medium"/>
                  <a:sym typeface="Arial"/>
                </a:endParaRPr>
              </a:p>
            </p:txBody>
          </p:sp>
          <p:sp>
            <p:nvSpPr>
              <p:cNvPr id="24" name="图形"/>
              <p:cNvSpPr txBox="1"/>
              <p:nvPr/>
            </p:nvSpPr>
            <p:spPr>
              <a:xfrm>
                <a:off x="16506" y="2948"/>
                <a:ext cx="407" cy="1249"/>
              </a:xfrm>
              <a:custGeom>
                <a:avLst/>
                <a:gdLst/>
                <a:ahLst/>
                <a:cxnLst>
                  <a:cxn ang="3">
                    <a:pos x="hc" y="t"/>
                  </a:cxn>
                  <a:cxn ang="cd2">
                    <a:pos x="l" y="vc"/>
                  </a:cxn>
                  <a:cxn ang="cd4">
                    <a:pos x="hc" y="b"/>
                  </a:cxn>
                  <a:cxn ang="0">
                    <a:pos x="r" y="vc"/>
                  </a:cxn>
                </a:cxnLst>
                <a:rect l="l" t="t" r="r" b="b"/>
                <a:pathLst>
                  <a:path w="407" h="1249">
                    <a:moveTo>
                      <a:pt x="0" y="0"/>
                    </a:moveTo>
                    <a:lnTo>
                      <a:pt x="247" y="0"/>
                    </a:lnTo>
                    <a:lnTo>
                      <a:pt x="247" y="739"/>
                    </a:lnTo>
                    <a:cubicBezTo>
                      <a:pt x="247" y="857"/>
                      <a:pt x="261" y="930"/>
                      <a:pt x="290" y="960"/>
                    </a:cubicBezTo>
                    <a:cubicBezTo>
                      <a:pt x="318" y="989"/>
                      <a:pt x="357" y="1003"/>
                      <a:pt x="407" y="1003"/>
                    </a:cubicBezTo>
                    <a:lnTo>
                      <a:pt x="407" y="1249"/>
                    </a:lnTo>
                    <a:cubicBezTo>
                      <a:pt x="298" y="1249"/>
                      <a:pt x="203" y="1214"/>
                      <a:pt x="122" y="1143"/>
                    </a:cubicBezTo>
                    <a:cubicBezTo>
                      <a:pt x="41" y="1072"/>
                      <a:pt x="0" y="937"/>
                      <a:pt x="0" y="739"/>
                    </a:cubicBezTo>
                    <a:lnTo>
                      <a:pt x="0" y="0"/>
                    </a:lnTo>
                    <a:close/>
                  </a:path>
                </a:pathLst>
              </a:custGeom>
              <a:grpFill/>
              <a:ln>
                <a:noFill/>
              </a:ln>
              <a:effectLst/>
            </p:spPr>
            <p:txBody>
              <a:bodyPr wrap="square" lIns="0" tIns="0" rIns="0" bIns="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lnSpc>
                    <a:spcPct val="100000"/>
                  </a:lnSpc>
                </a:pPr>
                <a:endParaRPr lang="zh-CN" altLang="en-US" sz="11500" b="1" noProof="0">
                  <a:ln>
                    <a:noFill/>
                  </a:ln>
                  <a:solidFill>
                    <a:schemeClr val="tx1">
                      <a:lumMod val="75000"/>
                      <a:lumOff val="25000"/>
                    </a:schemeClr>
                  </a:solidFill>
                  <a:effectLst/>
                  <a:uLnTx/>
                  <a:uFillTx/>
                  <a:latin typeface="Arial"/>
                  <a:ea typeface="阿里巴巴普惠体 Medium"/>
                  <a:cs typeface="阿里巴巴普惠体 Medium"/>
                  <a:sym typeface="Arial"/>
                </a:endParaRPr>
              </a:p>
            </p:txBody>
          </p:sp>
        </p:grpSp>
        <p:sp>
          <p:nvSpPr>
            <p:cNvPr id="25" name="图形"/>
            <p:cNvSpPr txBox="1"/>
            <p:nvPr/>
          </p:nvSpPr>
          <p:spPr>
            <a:xfrm>
              <a:off x="12630" y="1627"/>
              <a:ext cx="1656" cy="2300"/>
            </a:xfrm>
            <a:custGeom>
              <a:avLst/>
              <a:gdLst/>
              <a:ahLst/>
              <a:cxnLst>
                <a:cxn ang="3">
                  <a:pos x="hc" y="t"/>
                </a:cxn>
                <a:cxn ang="cd2">
                  <a:pos x="l" y="vc"/>
                </a:cxn>
                <a:cxn ang="cd4">
                  <a:pos x="hc" y="b"/>
                </a:cxn>
                <a:cxn ang="0">
                  <a:pos x="r" y="vc"/>
                </a:cxn>
              </a:cxnLst>
              <a:rect l="l" t="t" r="r" b="b"/>
              <a:pathLst>
                <a:path w="1655" h="2300">
                  <a:moveTo>
                    <a:pt x="833" y="834"/>
                  </a:moveTo>
                  <a:lnTo>
                    <a:pt x="833" y="1173"/>
                  </a:lnTo>
                  <a:lnTo>
                    <a:pt x="846" y="1173"/>
                  </a:lnTo>
                  <a:cubicBezTo>
                    <a:pt x="853" y="1173"/>
                    <a:pt x="859" y="1170"/>
                    <a:pt x="866" y="1163"/>
                  </a:cubicBezTo>
                  <a:cubicBezTo>
                    <a:pt x="872" y="1157"/>
                    <a:pt x="875" y="1150"/>
                    <a:pt x="875" y="1140"/>
                  </a:cubicBezTo>
                  <a:lnTo>
                    <a:pt x="875" y="834"/>
                  </a:lnTo>
                  <a:lnTo>
                    <a:pt x="833" y="834"/>
                  </a:lnTo>
                  <a:close/>
                  <a:moveTo>
                    <a:pt x="443" y="566"/>
                  </a:moveTo>
                  <a:lnTo>
                    <a:pt x="607" y="566"/>
                  </a:lnTo>
                  <a:lnTo>
                    <a:pt x="607" y="2056"/>
                  </a:lnTo>
                  <a:lnTo>
                    <a:pt x="443" y="2056"/>
                  </a:lnTo>
                  <a:lnTo>
                    <a:pt x="443" y="566"/>
                  </a:lnTo>
                  <a:close/>
                  <a:moveTo>
                    <a:pt x="29" y="566"/>
                  </a:moveTo>
                  <a:lnTo>
                    <a:pt x="196" y="566"/>
                  </a:lnTo>
                  <a:lnTo>
                    <a:pt x="196" y="1872"/>
                  </a:lnTo>
                  <a:lnTo>
                    <a:pt x="196" y="1872"/>
                  </a:lnTo>
                  <a:cubicBezTo>
                    <a:pt x="190" y="1916"/>
                    <a:pt x="174" y="1956"/>
                    <a:pt x="149" y="1991"/>
                  </a:cubicBezTo>
                  <a:cubicBezTo>
                    <a:pt x="115" y="2038"/>
                    <a:pt x="65" y="2061"/>
                    <a:pt x="0" y="2061"/>
                  </a:cubicBezTo>
                  <a:lnTo>
                    <a:pt x="0" y="1898"/>
                  </a:lnTo>
                  <a:cubicBezTo>
                    <a:pt x="8" y="1896"/>
                    <a:pt x="15" y="1888"/>
                    <a:pt x="21" y="1876"/>
                  </a:cubicBezTo>
                  <a:cubicBezTo>
                    <a:pt x="26" y="1863"/>
                    <a:pt x="29" y="1847"/>
                    <a:pt x="29" y="1826"/>
                  </a:cubicBezTo>
                  <a:lnTo>
                    <a:pt x="29" y="566"/>
                  </a:lnTo>
                  <a:close/>
                  <a:moveTo>
                    <a:pt x="833" y="225"/>
                  </a:moveTo>
                  <a:lnTo>
                    <a:pt x="833" y="589"/>
                  </a:lnTo>
                  <a:lnTo>
                    <a:pt x="875" y="589"/>
                  </a:lnTo>
                  <a:lnTo>
                    <a:pt x="875" y="225"/>
                  </a:lnTo>
                  <a:lnTo>
                    <a:pt x="833" y="225"/>
                  </a:lnTo>
                  <a:close/>
                  <a:moveTo>
                    <a:pt x="196" y="7"/>
                  </a:moveTo>
                  <a:lnTo>
                    <a:pt x="443" y="7"/>
                  </a:lnTo>
                  <a:lnTo>
                    <a:pt x="443" y="293"/>
                  </a:lnTo>
                  <a:lnTo>
                    <a:pt x="607" y="293"/>
                  </a:lnTo>
                  <a:lnTo>
                    <a:pt x="607" y="537"/>
                  </a:lnTo>
                  <a:lnTo>
                    <a:pt x="443" y="537"/>
                  </a:lnTo>
                  <a:lnTo>
                    <a:pt x="443" y="566"/>
                  </a:lnTo>
                  <a:lnTo>
                    <a:pt x="442" y="566"/>
                  </a:lnTo>
                  <a:lnTo>
                    <a:pt x="442" y="2056"/>
                  </a:lnTo>
                  <a:lnTo>
                    <a:pt x="443" y="2056"/>
                  </a:lnTo>
                  <a:lnTo>
                    <a:pt x="443" y="2298"/>
                  </a:lnTo>
                  <a:lnTo>
                    <a:pt x="196" y="2298"/>
                  </a:lnTo>
                  <a:lnTo>
                    <a:pt x="196" y="1872"/>
                  </a:lnTo>
                  <a:lnTo>
                    <a:pt x="198" y="1861"/>
                  </a:lnTo>
                  <a:cubicBezTo>
                    <a:pt x="199" y="1849"/>
                    <a:pt x="199" y="1838"/>
                    <a:pt x="199" y="1826"/>
                  </a:cubicBezTo>
                  <a:lnTo>
                    <a:pt x="199" y="566"/>
                  </a:lnTo>
                  <a:lnTo>
                    <a:pt x="196" y="566"/>
                  </a:lnTo>
                  <a:lnTo>
                    <a:pt x="196" y="537"/>
                  </a:lnTo>
                  <a:lnTo>
                    <a:pt x="0" y="537"/>
                  </a:lnTo>
                  <a:lnTo>
                    <a:pt x="0" y="293"/>
                  </a:lnTo>
                  <a:lnTo>
                    <a:pt x="196" y="293"/>
                  </a:lnTo>
                  <a:lnTo>
                    <a:pt x="196" y="7"/>
                  </a:lnTo>
                  <a:close/>
                  <a:moveTo>
                    <a:pt x="1103" y="0"/>
                  </a:moveTo>
                  <a:lnTo>
                    <a:pt x="1654" y="0"/>
                  </a:lnTo>
                  <a:lnTo>
                    <a:pt x="1654" y="246"/>
                  </a:lnTo>
                  <a:lnTo>
                    <a:pt x="1570" y="246"/>
                  </a:lnTo>
                  <a:lnTo>
                    <a:pt x="1570" y="1147"/>
                  </a:lnTo>
                  <a:lnTo>
                    <a:pt x="1570" y="1243"/>
                  </a:lnTo>
                  <a:lnTo>
                    <a:pt x="1654" y="1243"/>
                  </a:lnTo>
                  <a:lnTo>
                    <a:pt x="1654" y="1470"/>
                  </a:lnTo>
                  <a:lnTo>
                    <a:pt x="1564" y="1470"/>
                  </a:lnTo>
                  <a:lnTo>
                    <a:pt x="1564" y="2027"/>
                  </a:lnTo>
                  <a:cubicBezTo>
                    <a:pt x="1564" y="2041"/>
                    <a:pt x="1566" y="2051"/>
                    <a:pt x="1572" y="2059"/>
                  </a:cubicBezTo>
                  <a:cubicBezTo>
                    <a:pt x="1577" y="2066"/>
                    <a:pt x="1582" y="2070"/>
                    <a:pt x="1586" y="2070"/>
                  </a:cubicBezTo>
                  <a:lnTo>
                    <a:pt x="1656" y="2070"/>
                  </a:lnTo>
                  <a:lnTo>
                    <a:pt x="1656" y="2295"/>
                  </a:lnTo>
                  <a:lnTo>
                    <a:pt x="1586" y="2295"/>
                  </a:lnTo>
                  <a:cubicBezTo>
                    <a:pt x="1534" y="2295"/>
                    <a:pt x="1487" y="2280"/>
                    <a:pt x="1444" y="2248"/>
                  </a:cubicBezTo>
                  <a:cubicBezTo>
                    <a:pt x="1402" y="2217"/>
                    <a:pt x="1377" y="2182"/>
                    <a:pt x="1370" y="2142"/>
                  </a:cubicBezTo>
                  <a:cubicBezTo>
                    <a:pt x="1313" y="2247"/>
                    <a:pt x="1216" y="2300"/>
                    <a:pt x="1078" y="2300"/>
                  </a:cubicBezTo>
                  <a:lnTo>
                    <a:pt x="1078" y="2150"/>
                  </a:lnTo>
                  <a:lnTo>
                    <a:pt x="1083" y="2139"/>
                  </a:lnTo>
                  <a:cubicBezTo>
                    <a:pt x="1091" y="2120"/>
                    <a:pt x="1096" y="2100"/>
                    <a:pt x="1099" y="2079"/>
                  </a:cubicBezTo>
                  <a:lnTo>
                    <a:pt x="1099" y="2073"/>
                  </a:lnTo>
                  <a:lnTo>
                    <a:pt x="1103" y="2072"/>
                  </a:lnTo>
                  <a:cubicBezTo>
                    <a:pt x="1159" y="2063"/>
                    <a:pt x="1206" y="2018"/>
                    <a:pt x="1245" y="1939"/>
                  </a:cubicBezTo>
                  <a:cubicBezTo>
                    <a:pt x="1288" y="1848"/>
                    <a:pt x="1318" y="1692"/>
                    <a:pt x="1333" y="1470"/>
                  </a:cubicBezTo>
                  <a:lnTo>
                    <a:pt x="1098" y="1470"/>
                  </a:lnTo>
                  <a:lnTo>
                    <a:pt x="1098" y="1183"/>
                  </a:lnTo>
                  <a:lnTo>
                    <a:pt x="1099" y="1179"/>
                  </a:lnTo>
                  <a:cubicBezTo>
                    <a:pt x="1100" y="1167"/>
                    <a:pt x="1101" y="1154"/>
                    <a:pt x="1101" y="1140"/>
                  </a:cubicBezTo>
                  <a:lnTo>
                    <a:pt x="1101" y="336"/>
                  </a:lnTo>
                  <a:lnTo>
                    <a:pt x="1325" y="336"/>
                  </a:lnTo>
                  <a:lnTo>
                    <a:pt x="1325" y="1243"/>
                  </a:lnTo>
                  <a:lnTo>
                    <a:pt x="1342" y="1243"/>
                  </a:lnTo>
                  <a:lnTo>
                    <a:pt x="1342" y="1147"/>
                  </a:lnTo>
                  <a:lnTo>
                    <a:pt x="1342" y="246"/>
                  </a:lnTo>
                  <a:lnTo>
                    <a:pt x="1103" y="246"/>
                  </a:lnTo>
                  <a:lnTo>
                    <a:pt x="1103" y="0"/>
                  </a:lnTo>
                  <a:close/>
                  <a:moveTo>
                    <a:pt x="607" y="0"/>
                  </a:moveTo>
                  <a:lnTo>
                    <a:pt x="1101" y="0"/>
                  </a:lnTo>
                  <a:lnTo>
                    <a:pt x="1101" y="336"/>
                  </a:lnTo>
                  <a:lnTo>
                    <a:pt x="1098" y="336"/>
                  </a:lnTo>
                  <a:lnTo>
                    <a:pt x="1098" y="1183"/>
                  </a:lnTo>
                  <a:lnTo>
                    <a:pt x="1097" y="1192"/>
                  </a:lnTo>
                  <a:cubicBezTo>
                    <a:pt x="1087" y="1241"/>
                    <a:pt x="1064" y="1285"/>
                    <a:pt x="1027" y="1322"/>
                  </a:cubicBezTo>
                  <a:cubicBezTo>
                    <a:pt x="977" y="1373"/>
                    <a:pt x="917" y="1398"/>
                    <a:pt x="846" y="1398"/>
                  </a:cubicBezTo>
                  <a:lnTo>
                    <a:pt x="833" y="1398"/>
                  </a:lnTo>
                  <a:lnTo>
                    <a:pt x="833" y="2070"/>
                  </a:lnTo>
                  <a:lnTo>
                    <a:pt x="846" y="2070"/>
                  </a:lnTo>
                  <a:cubicBezTo>
                    <a:pt x="853" y="2070"/>
                    <a:pt x="859" y="2067"/>
                    <a:pt x="866" y="2061"/>
                  </a:cubicBezTo>
                  <a:cubicBezTo>
                    <a:pt x="872" y="2055"/>
                    <a:pt x="875" y="2048"/>
                    <a:pt x="875" y="2040"/>
                  </a:cubicBezTo>
                  <a:lnTo>
                    <a:pt x="875" y="1675"/>
                  </a:lnTo>
                  <a:lnTo>
                    <a:pt x="1101" y="1675"/>
                  </a:lnTo>
                  <a:lnTo>
                    <a:pt x="1101" y="2040"/>
                  </a:lnTo>
                  <a:cubicBezTo>
                    <a:pt x="1101" y="2049"/>
                    <a:pt x="1101" y="2058"/>
                    <a:pt x="1100" y="2066"/>
                  </a:cubicBezTo>
                  <a:lnTo>
                    <a:pt x="1099" y="2073"/>
                  </a:lnTo>
                  <a:lnTo>
                    <a:pt x="1090" y="2074"/>
                  </a:lnTo>
                  <a:cubicBezTo>
                    <a:pt x="1086" y="2074"/>
                    <a:pt x="1082" y="2075"/>
                    <a:pt x="1078" y="2075"/>
                  </a:cubicBezTo>
                  <a:lnTo>
                    <a:pt x="1078" y="2150"/>
                  </a:lnTo>
                  <a:lnTo>
                    <a:pt x="1078" y="2150"/>
                  </a:lnTo>
                  <a:cubicBezTo>
                    <a:pt x="1066" y="2176"/>
                    <a:pt x="1049" y="2200"/>
                    <a:pt x="1027" y="2221"/>
                  </a:cubicBezTo>
                  <a:cubicBezTo>
                    <a:pt x="978" y="2271"/>
                    <a:pt x="917" y="2295"/>
                    <a:pt x="846" y="2295"/>
                  </a:cubicBezTo>
                  <a:lnTo>
                    <a:pt x="607" y="2295"/>
                  </a:lnTo>
                  <a:lnTo>
                    <a:pt x="607" y="2056"/>
                  </a:lnTo>
                  <a:lnTo>
                    <a:pt x="610" y="2056"/>
                  </a:lnTo>
                  <a:lnTo>
                    <a:pt x="610" y="566"/>
                  </a:lnTo>
                  <a:lnTo>
                    <a:pt x="607" y="566"/>
                  </a:lnTo>
                  <a:lnTo>
                    <a:pt x="607" y="537"/>
                  </a:lnTo>
                  <a:lnTo>
                    <a:pt x="623" y="537"/>
                  </a:lnTo>
                  <a:lnTo>
                    <a:pt x="623" y="293"/>
                  </a:lnTo>
                  <a:lnTo>
                    <a:pt x="607" y="293"/>
                  </a:lnTo>
                  <a:lnTo>
                    <a:pt x="607" y="0"/>
                  </a:lnTo>
                  <a:close/>
                </a:path>
              </a:pathLst>
            </a:custGeom>
            <a:gradFill>
              <a:gsLst>
                <a:gs pos="88000">
                  <a:schemeClr val="bg1"/>
                </a:gs>
                <a:gs pos="96000">
                  <a:schemeClr val="bg1">
                    <a:alpha val="0"/>
                  </a:schemeClr>
                </a:gs>
              </a:gsLst>
              <a:lin ang="5400000" scaled="0"/>
            </a:gradFill>
            <a:ln>
              <a:noFill/>
            </a:ln>
            <a:effectLst/>
          </p:spPr>
          <p:txBody>
            <a:bodyPr wrap="square" lIns="0" tIns="0" rIns="0" bIns="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lnSpc>
                  <a:spcPct val="100000"/>
                </a:lnSpc>
              </a:pPr>
              <a:endParaRPr lang="zh-CN" altLang="en-US" sz="11500" b="1" noProof="0">
                <a:ln>
                  <a:noFill/>
                </a:ln>
                <a:solidFill>
                  <a:schemeClr val="tx1">
                    <a:lumMod val="75000"/>
                    <a:lumOff val="25000"/>
                  </a:schemeClr>
                </a:solidFill>
                <a:effectLst/>
                <a:uLnTx/>
                <a:uFillTx/>
                <a:latin typeface="Arial"/>
                <a:ea typeface="阿里巴巴普惠体 Medium"/>
                <a:cs typeface="阿里巴巴普惠体 Medium"/>
                <a:sym typeface="Arial"/>
              </a:endParaRPr>
            </a:p>
          </p:txBody>
        </p:sp>
        <p:grpSp>
          <p:nvGrpSpPr>
            <p:cNvPr id="30" name="组合 29"/>
            <p:cNvGrpSpPr/>
            <p:nvPr/>
          </p:nvGrpSpPr>
          <p:grpSpPr>
            <a:xfrm>
              <a:off x="7380" y="1627"/>
              <a:ext cx="1655" cy="2300"/>
              <a:chOff x="7380" y="2251"/>
              <a:chExt cx="1655" cy="2300"/>
            </a:xfrm>
            <a:gradFill>
              <a:gsLst>
                <a:gs pos="61000">
                  <a:schemeClr val="bg1"/>
                </a:gs>
                <a:gs pos="78000">
                  <a:schemeClr val="bg1">
                    <a:alpha val="0"/>
                  </a:schemeClr>
                </a:gs>
              </a:gsLst>
              <a:lin ang="6600000" scaled="0"/>
            </a:gradFill>
          </p:grpSpPr>
          <p:sp>
            <p:nvSpPr>
              <p:cNvPr id="29" name="图形"/>
              <p:cNvSpPr txBox="1"/>
              <p:nvPr>
                <p:custDataLst>
                  <p:tags r:id="R7c0431793160483d"/>
                </p:custDataLst>
              </p:nvPr>
            </p:nvSpPr>
            <p:spPr>
              <a:xfrm>
                <a:off x="7831" y="2251"/>
                <a:ext cx="1205" cy="2295"/>
              </a:xfrm>
              <a:custGeom>
                <a:avLst/>
                <a:gdLst/>
                <a:ahLst/>
                <a:cxnLst>
                  <a:cxn ang="3">
                    <a:pos x="hc" y="t"/>
                  </a:cxn>
                  <a:cxn ang="cd2">
                    <a:pos x="l" y="vc"/>
                  </a:cxn>
                  <a:cxn ang="cd4">
                    <a:pos x="hc" y="b"/>
                  </a:cxn>
                  <a:cxn ang="0">
                    <a:pos x="r" y="vc"/>
                  </a:cxn>
                </a:cxnLst>
                <a:rect l="l" t="t" r="r" b="b"/>
                <a:pathLst>
                  <a:path w="1205" h="2295">
                    <a:moveTo>
                      <a:pt x="244" y="1488"/>
                    </a:moveTo>
                    <a:lnTo>
                      <a:pt x="244" y="2050"/>
                    </a:lnTo>
                    <a:lnTo>
                      <a:pt x="738" y="2050"/>
                    </a:lnTo>
                    <a:cubicBezTo>
                      <a:pt x="799" y="2050"/>
                      <a:pt x="852" y="2031"/>
                      <a:pt x="894" y="1994"/>
                    </a:cubicBezTo>
                    <a:cubicBezTo>
                      <a:pt x="937" y="1957"/>
                      <a:pt x="958" y="1911"/>
                      <a:pt x="958" y="1858"/>
                    </a:cubicBezTo>
                    <a:lnTo>
                      <a:pt x="958" y="1488"/>
                    </a:lnTo>
                    <a:lnTo>
                      <a:pt x="244" y="1488"/>
                    </a:lnTo>
                    <a:close/>
                    <a:moveTo>
                      <a:pt x="954" y="0"/>
                    </a:moveTo>
                    <a:lnTo>
                      <a:pt x="1201" y="0"/>
                    </a:lnTo>
                    <a:cubicBezTo>
                      <a:pt x="1201" y="81"/>
                      <a:pt x="1184" y="149"/>
                      <a:pt x="1151" y="205"/>
                    </a:cubicBezTo>
                    <a:cubicBezTo>
                      <a:pt x="1118" y="261"/>
                      <a:pt x="1074" y="305"/>
                      <a:pt x="1019" y="337"/>
                    </a:cubicBezTo>
                    <a:cubicBezTo>
                      <a:pt x="964" y="369"/>
                      <a:pt x="903" y="386"/>
                      <a:pt x="837" y="386"/>
                    </a:cubicBezTo>
                    <a:lnTo>
                      <a:pt x="732" y="386"/>
                    </a:lnTo>
                    <a:lnTo>
                      <a:pt x="732" y="699"/>
                    </a:lnTo>
                    <a:lnTo>
                      <a:pt x="1203" y="699"/>
                    </a:lnTo>
                    <a:lnTo>
                      <a:pt x="1203" y="945"/>
                    </a:lnTo>
                    <a:lnTo>
                      <a:pt x="732" y="945"/>
                    </a:lnTo>
                    <a:lnTo>
                      <a:pt x="732" y="1243"/>
                    </a:lnTo>
                    <a:lnTo>
                      <a:pt x="1205" y="1243"/>
                    </a:lnTo>
                    <a:lnTo>
                      <a:pt x="1205" y="1858"/>
                    </a:lnTo>
                    <a:cubicBezTo>
                      <a:pt x="1205" y="1937"/>
                      <a:pt x="1184" y="2011"/>
                      <a:pt x="1142" y="2078"/>
                    </a:cubicBezTo>
                    <a:cubicBezTo>
                      <a:pt x="1100" y="2146"/>
                      <a:pt x="1043" y="2199"/>
                      <a:pt x="972" y="2238"/>
                    </a:cubicBezTo>
                    <a:cubicBezTo>
                      <a:pt x="901" y="2276"/>
                      <a:pt x="823" y="2295"/>
                      <a:pt x="738" y="2295"/>
                    </a:cubicBezTo>
                    <a:lnTo>
                      <a:pt x="0" y="2295"/>
                    </a:lnTo>
                    <a:lnTo>
                      <a:pt x="0" y="1243"/>
                    </a:lnTo>
                    <a:lnTo>
                      <a:pt x="485" y="1243"/>
                    </a:lnTo>
                    <a:lnTo>
                      <a:pt x="485" y="945"/>
                    </a:lnTo>
                    <a:lnTo>
                      <a:pt x="2" y="945"/>
                    </a:lnTo>
                    <a:lnTo>
                      <a:pt x="2" y="699"/>
                    </a:lnTo>
                    <a:lnTo>
                      <a:pt x="485" y="699"/>
                    </a:lnTo>
                    <a:lnTo>
                      <a:pt x="485" y="386"/>
                    </a:lnTo>
                    <a:lnTo>
                      <a:pt x="2" y="386"/>
                    </a:lnTo>
                    <a:lnTo>
                      <a:pt x="2" y="142"/>
                    </a:lnTo>
                    <a:lnTo>
                      <a:pt x="837" y="142"/>
                    </a:lnTo>
                    <a:cubicBezTo>
                      <a:pt x="870" y="142"/>
                      <a:pt x="897" y="130"/>
                      <a:pt x="920" y="107"/>
                    </a:cubicBezTo>
                    <a:cubicBezTo>
                      <a:pt x="943" y="84"/>
                      <a:pt x="954" y="48"/>
                      <a:pt x="954" y="0"/>
                    </a:cubicBezTo>
                    <a:close/>
                  </a:path>
                </a:pathLst>
              </a:custGeom>
              <a:grpFill/>
              <a:ln>
                <a:noFill/>
              </a:ln>
              <a:effectLst/>
            </p:spPr>
            <p:txBody>
              <a:bodyPr wrap="square" lIns="0" tIns="0" rIns="0" bIns="0" rtlCol="0">
                <a:noAutofit/>
              </a:bodyPr>
              <a:lstStyle/>
              <a:p>
                <a:pPr algn="dist">
                  <a:lnSpc>
                    <a:spcPct val="100000"/>
                  </a:lnSpc>
                </a:pPr>
                <a:endParaRPr lang="zh-CN" altLang="en-US" sz="11500" b="1" noProof="0">
                  <a:ln>
                    <a:noFill/>
                  </a:ln>
                  <a:solidFill>
                    <a:schemeClr val="tx1">
                      <a:lumMod val="75000"/>
                      <a:lumOff val="25000"/>
                    </a:schemeClr>
                  </a:solidFill>
                  <a:effectLst/>
                  <a:uLnTx/>
                  <a:uFillTx/>
                  <a:latin typeface="Arial"/>
                  <a:ea typeface="阿里巴巴普惠体 Medium"/>
                  <a:cs typeface="阿里巴巴普惠体 Medium"/>
                  <a:sym typeface="Arial"/>
                </a:endParaRPr>
              </a:p>
            </p:txBody>
          </p:sp>
          <p:sp>
            <p:nvSpPr>
              <p:cNvPr id="15" name="图形"/>
              <p:cNvSpPr txBox="1"/>
              <p:nvPr/>
            </p:nvSpPr>
            <p:spPr>
              <a:xfrm>
                <a:off x="7400" y="2251"/>
                <a:ext cx="398" cy="543"/>
              </a:xfrm>
              <a:custGeom>
                <a:avLst/>
                <a:gdLst/>
                <a:ahLst/>
                <a:cxnLst>
                  <a:cxn ang="3">
                    <a:pos x="hc" y="t"/>
                  </a:cxn>
                  <a:cxn ang="cd2">
                    <a:pos x="l" y="vc"/>
                  </a:cxn>
                  <a:cxn ang="cd4">
                    <a:pos x="hc" y="b"/>
                  </a:cxn>
                  <a:cxn ang="0">
                    <a:pos x="r" y="vc"/>
                  </a:cxn>
                </a:cxnLst>
                <a:rect l="l" t="t" r="r" b="b"/>
                <a:pathLst>
                  <a:path w="398" h="543">
                    <a:moveTo>
                      <a:pt x="0" y="0"/>
                    </a:moveTo>
                    <a:lnTo>
                      <a:pt x="244" y="0"/>
                    </a:lnTo>
                    <a:lnTo>
                      <a:pt x="244" y="117"/>
                    </a:lnTo>
                    <a:cubicBezTo>
                      <a:pt x="244" y="168"/>
                      <a:pt x="258" y="211"/>
                      <a:pt x="285" y="245"/>
                    </a:cubicBezTo>
                    <a:cubicBezTo>
                      <a:pt x="312" y="280"/>
                      <a:pt x="349" y="298"/>
                      <a:pt x="398" y="298"/>
                    </a:cubicBezTo>
                    <a:lnTo>
                      <a:pt x="398" y="543"/>
                    </a:lnTo>
                    <a:cubicBezTo>
                      <a:pt x="314" y="543"/>
                      <a:pt x="244" y="524"/>
                      <a:pt x="186" y="486"/>
                    </a:cubicBezTo>
                    <a:cubicBezTo>
                      <a:pt x="129" y="448"/>
                      <a:pt x="83" y="396"/>
                      <a:pt x="50" y="331"/>
                    </a:cubicBezTo>
                    <a:cubicBezTo>
                      <a:pt x="17" y="266"/>
                      <a:pt x="0" y="194"/>
                      <a:pt x="0" y="117"/>
                    </a:cubicBezTo>
                    <a:lnTo>
                      <a:pt x="0" y="0"/>
                    </a:lnTo>
                    <a:close/>
                  </a:path>
                </a:pathLst>
              </a:custGeom>
              <a:grpFill/>
              <a:ln>
                <a:noFill/>
              </a:ln>
              <a:effectLst/>
            </p:spPr>
            <p:txBody>
              <a:bodyPr wrap="square" lIns="0" tIns="0" rIns="0" bIns="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lnSpc>
                    <a:spcPct val="100000"/>
                  </a:lnSpc>
                </a:pPr>
                <a:endParaRPr lang="zh-CN" altLang="en-US" sz="11500" b="1" noProof="0">
                  <a:ln>
                    <a:noFill/>
                  </a:ln>
                  <a:solidFill>
                    <a:schemeClr val="tx1">
                      <a:lumMod val="75000"/>
                      <a:lumOff val="25000"/>
                    </a:schemeClr>
                  </a:solidFill>
                  <a:effectLst/>
                  <a:uLnTx/>
                  <a:uFillTx/>
                  <a:latin typeface="Arial"/>
                  <a:ea typeface="阿里巴巴普惠体 Medium"/>
                  <a:cs typeface="阿里巴巴普惠体 Medium"/>
                  <a:sym typeface="Arial"/>
                </a:endParaRPr>
              </a:p>
            </p:txBody>
          </p:sp>
          <p:sp>
            <p:nvSpPr>
              <p:cNvPr id="21" name="图形"/>
              <p:cNvSpPr txBox="1"/>
              <p:nvPr/>
            </p:nvSpPr>
            <p:spPr>
              <a:xfrm>
                <a:off x="7400" y="2824"/>
                <a:ext cx="398" cy="543"/>
              </a:xfrm>
              <a:custGeom>
                <a:avLst/>
                <a:gdLst/>
                <a:ahLst/>
                <a:cxnLst>
                  <a:cxn ang="3">
                    <a:pos x="hc" y="t"/>
                  </a:cxn>
                  <a:cxn ang="cd2">
                    <a:pos x="l" y="vc"/>
                  </a:cxn>
                  <a:cxn ang="cd4">
                    <a:pos x="hc" y="b"/>
                  </a:cxn>
                  <a:cxn ang="0">
                    <a:pos x="r" y="vc"/>
                  </a:cxn>
                </a:cxnLst>
                <a:rect l="l" t="t" r="r" b="b"/>
                <a:pathLst>
                  <a:path w="398" h="543">
                    <a:moveTo>
                      <a:pt x="0" y="0"/>
                    </a:moveTo>
                    <a:lnTo>
                      <a:pt x="244" y="0"/>
                    </a:lnTo>
                    <a:lnTo>
                      <a:pt x="244" y="117"/>
                    </a:lnTo>
                    <a:cubicBezTo>
                      <a:pt x="244" y="168"/>
                      <a:pt x="258" y="211"/>
                      <a:pt x="285" y="245"/>
                    </a:cubicBezTo>
                    <a:cubicBezTo>
                      <a:pt x="312" y="280"/>
                      <a:pt x="349" y="298"/>
                      <a:pt x="398" y="298"/>
                    </a:cubicBezTo>
                    <a:lnTo>
                      <a:pt x="398" y="543"/>
                    </a:lnTo>
                    <a:cubicBezTo>
                      <a:pt x="314" y="543"/>
                      <a:pt x="244" y="524"/>
                      <a:pt x="186" y="486"/>
                    </a:cubicBezTo>
                    <a:cubicBezTo>
                      <a:pt x="129" y="448"/>
                      <a:pt x="83" y="396"/>
                      <a:pt x="50" y="331"/>
                    </a:cubicBezTo>
                    <a:cubicBezTo>
                      <a:pt x="17" y="266"/>
                      <a:pt x="0" y="194"/>
                      <a:pt x="0" y="117"/>
                    </a:cubicBezTo>
                    <a:lnTo>
                      <a:pt x="0" y="0"/>
                    </a:lnTo>
                    <a:close/>
                  </a:path>
                </a:pathLst>
              </a:custGeom>
              <a:grpFill/>
              <a:ln>
                <a:noFill/>
              </a:ln>
              <a:effectLst/>
            </p:spPr>
            <p:txBody>
              <a:bodyPr wrap="square" lIns="0" tIns="0" rIns="0" bIns="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lnSpc>
                    <a:spcPct val="100000"/>
                  </a:lnSpc>
                </a:pPr>
                <a:endParaRPr lang="zh-CN" altLang="en-US" sz="11500" b="1" noProof="0">
                  <a:ln>
                    <a:noFill/>
                  </a:ln>
                  <a:solidFill>
                    <a:schemeClr val="tx1">
                      <a:lumMod val="75000"/>
                      <a:lumOff val="25000"/>
                    </a:schemeClr>
                  </a:solidFill>
                  <a:effectLst/>
                  <a:uLnTx/>
                  <a:uFillTx/>
                  <a:latin typeface="Arial"/>
                  <a:ea typeface="阿里巴巴普惠体 Medium"/>
                  <a:cs typeface="阿里巴巴普惠体 Medium"/>
                  <a:sym typeface="Arial"/>
                </a:endParaRPr>
              </a:p>
            </p:txBody>
          </p:sp>
          <p:sp>
            <p:nvSpPr>
              <p:cNvPr id="26" name="图形"/>
              <p:cNvSpPr txBox="1"/>
              <p:nvPr/>
            </p:nvSpPr>
            <p:spPr>
              <a:xfrm>
                <a:off x="7380" y="3469"/>
                <a:ext cx="432" cy="1082"/>
              </a:xfrm>
              <a:custGeom>
                <a:avLst/>
                <a:gdLst/>
                <a:ahLst/>
                <a:cxnLst>
                  <a:cxn ang="3">
                    <a:pos x="hc" y="t"/>
                  </a:cxn>
                  <a:cxn ang="cd2">
                    <a:pos x="l" y="vc"/>
                  </a:cxn>
                  <a:cxn ang="cd4">
                    <a:pos x="hc" y="b"/>
                  </a:cxn>
                  <a:cxn ang="0">
                    <a:pos x="r" y="vc"/>
                  </a:cxn>
                </a:cxnLst>
                <a:rect l="l" t="t" r="r" b="b"/>
                <a:pathLst>
                  <a:path w="432" h="1082">
                    <a:moveTo>
                      <a:pt x="187" y="0"/>
                    </a:moveTo>
                    <a:lnTo>
                      <a:pt x="432" y="0"/>
                    </a:lnTo>
                    <a:lnTo>
                      <a:pt x="432" y="385"/>
                    </a:lnTo>
                    <a:cubicBezTo>
                      <a:pt x="432" y="466"/>
                      <a:pt x="421" y="568"/>
                      <a:pt x="399" y="688"/>
                    </a:cubicBezTo>
                    <a:cubicBezTo>
                      <a:pt x="377" y="809"/>
                      <a:pt x="323" y="911"/>
                      <a:pt x="236" y="992"/>
                    </a:cubicBezTo>
                    <a:cubicBezTo>
                      <a:pt x="183" y="1052"/>
                      <a:pt x="104" y="1082"/>
                      <a:pt x="0" y="1082"/>
                    </a:cubicBezTo>
                    <a:lnTo>
                      <a:pt x="0" y="837"/>
                    </a:lnTo>
                    <a:cubicBezTo>
                      <a:pt x="36" y="837"/>
                      <a:pt x="62" y="828"/>
                      <a:pt x="79" y="812"/>
                    </a:cubicBezTo>
                    <a:cubicBezTo>
                      <a:pt x="116" y="774"/>
                      <a:pt x="143" y="710"/>
                      <a:pt x="161" y="620"/>
                    </a:cubicBezTo>
                    <a:cubicBezTo>
                      <a:pt x="178" y="529"/>
                      <a:pt x="187" y="451"/>
                      <a:pt x="187" y="385"/>
                    </a:cubicBezTo>
                    <a:lnTo>
                      <a:pt x="187" y="0"/>
                    </a:lnTo>
                    <a:close/>
                  </a:path>
                </a:pathLst>
              </a:custGeom>
              <a:grpFill/>
              <a:ln>
                <a:noFill/>
              </a:ln>
              <a:effectLst/>
            </p:spPr>
            <p:txBody>
              <a:bodyPr wrap="square" lIns="0" tIns="0" rIns="0" bIns="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lnSpc>
                    <a:spcPct val="100000"/>
                  </a:lnSpc>
                </a:pPr>
                <a:endParaRPr lang="zh-CN" altLang="en-US" sz="11500" b="1" noProof="0">
                  <a:ln>
                    <a:noFill/>
                  </a:ln>
                  <a:solidFill>
                    <a:schemeClr val="tx1">
                      <a:lumMod val="75000"/>
                      <a:lumOff val="25000"/>
                    </a:schemeClr>
                  </a:solidFill>
                  <a:effectLst/>
                  <a:uLnTx/>
                  <a:uFillTx/>
                  <a:latin typeface="Arial"/>
                  <a:ea typeface="阿里巴巴普惠体 Medium"/>
                  <a:cs typeface="阿里巴巴普惠体 Medium"/>
                  <a:sym typeface="Arial"/>
                </a:endParaRPr>
              </a:p>
            </p:txBody>
          </p:sp>
        </p:grpSp>
      </p:grpSp>
      <p:sp>
        <p:nvSpPr>
          <p:cNvPr id="77" name="图形"/>
          <p:cNvSpPr txBox="1"/>
          <p:nvPr/>
        </p:nvSpPr>
        <p:spPr>
          <a:xfrm>
            <a:off x="4686300" y="2872741"/>
            <a:ext cx="6400800" cy="646331"/>
          </a:xfrm>
          <a:prstGeom prst="rect">
            <a:avLst/>
          </a:prstGeom>
          <a:noFill/>
        </p:spPr>
        <p:txBody>
          <a:bodyPr wrap="square" lIns="0" tIns="0" rIns="0" bIns="0" rtlCol="0">
            <a:spAutoFit/>
          </a:bodyPr>
          <a:lstStyle/>
          <a:p>
            <a:pPr algn="l">
              <a:lnSpc>
                <a:spcPct val="150000"/>
              </a:lnSpc>
            </a:pPr>
            <a:r>
              <a:rPr lang="en-US" altLang="zh-CN" sz="1400" noProof="0">
                <a:ln>
                  <a:noFill/>
                </a:ln>
                <a:solidFill>
                  <a:schemeClr val="bg1"/>
                </a:solidFill>
                <a:effectLst/>
                <a:uLnTx/>
                <a:uFillTx/>
                <a:latin typeface="Arial"/>
                <a:ea typeface="阿里巴巴普惠体 Medium"/>
                <a:cs typeface="阿里巴巴普惠体 Medium"/>
                <a:sym typeface="Arial"/>
              </a:rPr>
              <a:t>Click here to enter your text,change the color or size of the text.Click here to enter your text,change the color or size of the text.</a:t>
            </a:r>
          </a:p>
        </p:txBody>
      </p:sp>
    </p:spTree>
    <p:custDataLst>
      <p:tags r:id="R8cd8505b3c5e4cf9"/>
    </p:custDataLst>
  </p:cSld>
  <p:clrMapOvr>
    <a:masterClrMapping/>
  </p:clrMapOvr>
  <p:transition advTm="2000">
    <p:blinds/>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4" fill="hold" nodeType="afterEffect">
                                  <p:stCondLst>
                                    <p:cond delay="0"/>
                                  </p:stCondLst>
                                  <p:childTnLst>
                                    <p:set>
                                      <p:cBhvr>
                                        <p:cTn id="6" dur="1000" fill="hold">
                                          <p:stCondLst>
                                            <p:cond delay="0"/>
                                          </p:stCondLst>
                                        </p:cTn>
                                        <p:tgtEl>
                                          <p:spTgt spid="4"/>
                                        </p:tgtEl>
                                        <p:attrNameLst>
                                          <p:attrName>style.visibility</p:attrName>
                                        </p:attrNameLst>
                                      </p:cBhvr>
                                      <p:to>
                                        <p:strVal val="visible"/>
                                      </p:to>
                                    </p:set>
                                    <p:animEffect transition="in" filter="wipe(down)">
                                      <p:cBhvr>
                                        <p:cTn id="7" dur="1000"/>
                                        <p:tgtEl>
                                          <p:spTgt spid="4"/>
                                        </p:tgtEl>
                                      </p:cBhvr>
                                    </p:animEffect>
                                  </p:childTnLst>
                                </p:cTn>
                              </p:par>
                            </p:childTnLst>
                          </p:cTn>
                        </p:par>
                        <p:par>
                          <p:cTn id="8" fill="hold" nodeType="afterGroup">
                            <p:stCondLst>
                              <p:cond delay="1000"/>
                            </p:stCondLst>
                            <p:childTnLst>
                              <p:par>
                                <p:cTn id="9" presetID="47" presetClass="entr" presetSubtype="0" fill="hold" nodeType="afterEffect">
                                  <p:stCondLst>
                                    <p:cond delay="0"/>
                                  </p:stCondLst>
                                  <p:childTnLst>
                                    <p:set>
                                      <p:cBhvr>
                                        <p:cTn id="10" dur="1000" fill="hold">
                                          <p:stCondLst>
                                            <p:cond delay="0"/>
                                          </p:stCondLst>
                                        </p:cTn>
                                        <p:tgtEl>
                                          <p:spTgt spid="3"/>
                                        </p:tgtEl>
                                        <p:attrNameLst>
                                          <p:attrName>style.visibility</p:attrName>
                                        </p:attrNameLst>
                                      </p:cBhvr>
                                      <p:to>
                                        <p:strVal val="visible"/>
                                      </p:to>
                                    </p:set>
                                    <p:animEffect transition="in" filter="fade">
                                      <p:cBhvr>
                                        <p:cTn id="11" dur="1000"/>
                                        <p:tgtEl>
                                          <p:spTgt spid="3"/>
                                        </p:tgtEl>
                                      </p:cBhvr>
                                    </p:animEffect>
                                    <p:anim calcmode="lin" valueType="num">
                                      <p:cBhvr>
                                        <p:cTn id="12" dur="1000" fill="hold"/>
                                        <p:tgtEl>
                                          <p:spTgt spid="3"/>
                                        </p:tgtEl>
                                        <p:attrNameLst>
                                          <p:attrName>ppt_x</p:attrName>
                                        </p:attrNameLst>
                                      </p:cBhvr>
                                      <p:tavLst>
                                        <p:tav tm="0">
                                          <p:val>
                                            <p:strVal val="#ppt_x"/>
                                          </p:val>
                                        </p:tav>
                                        <p:tav tm="100000">
                                          <p:val>
                                            <p:strVal val="#ppt_x"/>
                                          </p:val>
                                        </p:tav>
                                      </p:tavLst>
                                    </p:anim>
                                    <p:anim calcmode="lin" valueType="num">
                                      <p:cBhvr>
                                        <p:cTn id="13" dur="1000" fill="hold"/>
                                        <p:tgtEl>
                                          <p:spTgt spid="3"/>
                                        </p:tgtEl>
                                        <p:attrNameLst>
                                          <p:attrName>ppt_y</p:attrName>
                                        </p:attrNameLst>
                                      </p:cBhvr>
                                      <p:tavLst>
                                        <p:tav tm="0">
                                          <p:val>
                                            <p:strVal val="#ppt_y-.1"/>
                                          </p:val>
                                        </p:tav>
                                        <p:tav tm="100000">
                                          <p:val>
                                            <p:strVal val="#ppt_y"/>
                                          </p:val>
                                        </p:tav>
                                      </p:tavLst>
                                    </p:anim>
                                  </p:childTnLst>
                                </p:cTn>
                              </p:par>
                            </p:childTnLst>
                          </p:cTn>
                        </p:par>
                        <p:par>
                          <p:cTn id="14" fill="hold" nodeType="afterGroup">
                            <p:stCondLst>
                              <p:cond delay="2000"/>
                            </p:stCondLst>
                            <p:childTnLst>
                              <p:par>
                                <p:cTn id="15" presetID="47" presetClass="entr" presetSubtype="0" fill="hold" nodeType="afterEffect">
                                  <p:stCondLst>
                                    <p:cond delay="0"/>
                                  </p:stCondLst>
                                  <p:childTnLst>
                                    <p:set>
                                      <p:cBhvr>
                                        <p:cTn id="16" dur="1000" fill="hold">
                                          <p:stCondLst>
                                            <p:cond delay="0"/>
                                          </p:stCondLst>
                                        </p:cTn>
                                        <p:tgtEl>
                                          <p:spTgt spid="5"/>
                                        </p:tgtEl>
                                        <p:attrNameLst>
                                          <p:attrName>style.visibility</p:attrName>
                                        </p:attrNameLst>
                                      </p:cBhvr>
                                      <p:to>
                                        <p:strVal val="visible"/>
                                      </p:to>
                                    </p:set>
                                    <p:animEffect transition="in" filter="fade">
                                      <p:cBhvr>
                                        <p:cTn id="17" dur="1000"/>
                                        <p:tgtEl>
                                          <p:spTgt spid="5"/>
                                        </p:tgtEl>
                                      </p:cBhvr>
                                    </p:animEffect>
                                    <p:anim calcmode="lin" valueType="num">
                                      <p:cBhvr>
                                        <p:cTn id="18" dur="1000" fill="hold"/>
                                        <p:tgtEl>
                                          <p:spTgt spid="5"/>
                                        </p:tgtEl>
                                        <p:attrNameLst>
                                          <p:attrName>ppt_x</p:attrName>
                                        </p:attrNameLst>
                                      </p:cBhvr>
                                      <p:tavLst>
                                        <p:tav tm="0">
                                          <p:val>
                                            <p:strVal val="#ppt_x"/>
                                          </p:val>
                                        </p:tav>
                                        <p:tav tm="100000">
                                          <p:val>
                                            <p:strVal val="#ppt_x"/>
                                          </p:val>
                                        </p:tav>
                                      </p:tavLst>
                                    </p:anim>
                                    <p:anim calcmode="lin" valueType="num">
                                      <p:cBhvr>
                                        <p:cTn id="19" dur="1000" fill="hold"/>
                                        <p:tgtEl>
                                          <p:spTgt spid="5"/>
                                        </p:tgtEl>
                                        <p:attrNameLst>
                                          <p:attrName>ppt_y</p:attrName>
                                        </p:attrNameLst>
                                      </p:cBhvr>
                                      <p:tavLst>
                                        <p:tav tm="0">
                                          <p:val>
                                            <p:strVal val="#ppt_y-.1"/>
                                          </p:val>
                                        </p:tav>
                                        <p:tav tm="100000">
                                          <p:val>
                                            <p:strVal val="#ppt_y"/>
                                          </p:val>
                                        </p:tav>
                                      </p:tavLst>
                                    </p:anim>
                                  </p:childTnLst>
                                </p:cTn>
                              </p:par>
                            </p:childTnLst>
                          </p:cTn>
                        </p:par>
                        <p:par>
                          <p:cTn id="20" fill="hold" nodeType="afterGroup">
                            <p:stCondLst>
                              <p:cond delay="3000"/>
                            </p:stCondLst>
                            <p:childTnLst>
                              <p:par>
                                <p:cTn id="21" presetID="29" presetClass="entr" presetSubtype="0" fill="hold" grpId="0" nodeType="afterEffect">
                                  <p:stCondLst>
                                    <p:cond delay="0"/>
                                  </p:stCondLst>
                                  <p:childTnLst>
                                    <p:set>
                                      <p:cBhvr>
                                        <p:cTn id="22" dur="1000" fill="hold">
                                          <p:stCondLst>
                                            <p:cond delay="0"/>
                                          </p:stCondLst>
                                        </p:cTn>
                                        <p:tgtEl>
                                          <p:spTgt spid="77"/>
                                        </p:tgtEl>
                                        <p:attrNameLst>
                                          <p:attrName>style.visibility</p:attrName>
                                        </p:attrNameLst>
                                      </p:cBhvr>
                                      <p:to>
                                        <p:strVal val="visible"/>
                                      </p:to>
                                    </p:set>
                                    <p:anim calcmode="lin" valueType="num">
                                      <p:cBhvr>
                                        <p:cTn id="23" dur="1000" fill="hold"/>
                                        <p:tgtEl>
                                          <p:spTgt spid="77"/>
                                        </p:tgtEl>
                                        <p:attrNameLst>
                                          <p:attrName>ppt_x</p:attrName>
                                        </p:attrNameLst>
                                      </p:cBhvr>
                                      <p:tavLst>
                                        <p:tav tm="0">
                                          <p:val>
                                            <p:strVal val="#ppt_x-.2"/>
                                          </p:val>
                                        </p:tav>
                                        <p:tav tm="100000">
                                          <p:val>
                                            <p:strVal val="#ppt_x"/>
                                          </p:val>
                                        </p:tav>
                                      </p:tavLst>
                                    </p:anim>
                                    <p:anim calcmode="lin" valueType="num">
                                      <p:cBhvr>
                                        <p:cTn id="24" dur="1000" fill="hold"/>
                                        <p:tgtEl>
                                          <p:spTgt spid="77"/>
                                        </p:tgtEl>
                                        <p:attrNameLst>
                                          <p:attrName>ppt_y</p:attrName>
                                        </p:attrNameLst>
                                      </p:cBhvr>
                                      <p:tavLst>
                                        <p:tav tm="0">
                                          <p:val>
                                            <p:strVal val="#ppt_y"/>
                                          </p:val>
                                        </p:tav>
                                        <p:tav tm="100000">
                                          <p:val>
                                            <p:strVal val="#ppt_y"/>
                                          </p:val>
                                        </p:tav>
                                      </p:tavLst>
                                    </p:anim>
                                    <p:animEffect transition="in" filter="wipe(right)" prLst="gradientSize: 0.1">
                                      <p:cBhvr>
                                        <p:cTn id="25" dur="1000"/>
                                        <p:tgtEl>
                                          <p:spTgt spid="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 grpId="0"/>
      <p:bldP spid="77" grpId="1"/>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4" name="图形"/>
          <p:cNvGrpSpPr/>
          <p:nvPr/>
        </p:nvGrpSpPr>
        <p:grpSpPr>
          <a:xfrm>
            <a:off x="1" y="300356"/>
            <a:ext cx="3197225" cy="576580"/>
            <a:chOff x="0" y="473"/>
            <a:chExt cx="5035" cy="908"/>
          </a:xfrm>
        </p:grpSpPr>
        <p:sp>
          <p:nvSpPr>
            <p:cNvPr id="2" name="图形"/>
            <p:cNvSpPr/>
            <p:nvPr/>
          </p:nvSpPr>
          <p:spPr>
            <a:xfrm rot="5400000">
              <a:off x="361" y="112"/>
              <a:ext cx="908" cy="1630"/>
            </a:xfrm>
            <a:prstGeom prst="round2SameRect">
              <a:avLst>
                <a:gd name="adj1" fmla="val 50000"/>
                <a:gd name="adj2" fmla="val 0"/>
              </a:avLst>
            </a:prstGeom>
            <a:solidFill>
              <a:srgbClr val="B4000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ltLang="zh-CN">
                <a:latin typeface="Arial"/>
                <a:ea typeface="阿里巴巴普惠体 Medium"/>
                <a:cs typeface="阿里巴巴普惠体 Medium"/>
                <a:sym typeface="Arial"/>
              </a:endParaRPr>
            </a:p>
          </p:txBody>
        </p:sp>
        <p:sp>
          <p:nvSpPr>
            <p:cNvPr id="3" name="图形"/>
            <p:cNvSpPr txBox="1"/>
            <p:nvPr/>
          </p:nvSpPr>
          <p:spPr>
            <a:xfrm>
              <a:off x="340" y="540"/>
              <a:ext cx="951" cy="775"/>
            </a:xfrm>
            <a:prstGeom prst="rect">
              <a:avLst/>
            </a:prstGeom>
            <a:noFill/>
          </p:spPr>
          <p:txBody>
            <a:bodyPr wrap="square" lIns="0" tIns="0" rIns="0" bIns="0" rtlCol="0">
              <a:spAutoFit/>
            </a:bodyPr>
            <a:lstStyle/>
            <a:p>
              <a:pPr algn="ctr">
                <a:lnSpc>
                  <a:spcPct val="100000"/>
                </a:lnSpc>
              </a:pPr>
              <a:r>
                <a:rPr lang="en-US" altLang="zh-CN" sz="3200" noProof="0">
                  <a:ln>
                    <a:noFill/>
                  </a:ln>
                  <a:solidFill>
                    <a:schemeClr val="bg1"/>
                  </a:solidFill>
                  <a:effectLst/>
                  <a:uLnTx/>
                  <a:uFillTx/>
                  <a:latin typeface="Arial"/>
                  <a:ea typeface="阿里巴巴普惠体 Medium"/>
                  <a:cs typeface="阿里巴巴普惠体 Medium"/>
                  <a:sym typeface="Arial"/>
                </a:rPr>
                <a:t>01</a:t>
              </a:r>
            </a:p>
          </p:txBody>
        </p:sp>
        <p:sp>
          <p:nvSpPr>
            <p:cNvPr id="29" name="图形"/>
            <p:cNvSpPr txBox="1"/>
            <p:nvPr>
              <p:custDataLst>
                <p:tags r:id="R4878c4ba526643ff"/>
              </p:custDataLst>
            </p:nvPr>
          </p:nvSpPr>
          <p:spPr>
            <a:xfrm>
              <a:off x="1878" y="491"/>
              <a:ext cx="3157" cy="872"/>
            </a:xfrm>
            <a:prstGeom prst="rect">
              <a:avLst/>
            </a:prstGeom>
            <a:noFill/>
          </p:spPr>
          <p:txBody>
            <a:bodyPr wrap="square" lIns="0" tIns="0" rIns="0" bIns="0" rtlCol="0">
              <a:spAutoFit/>
            </a:bodyPr>
            <a:lstStyle/>
            <a:p>
              <a:pPr algn="dist">
                <a:lnSpc>
                  <a:spcPct val="100000"/>
                </a:lnSpc>
              </a:pPr>
              <a:r>
                <a:rPr lang="zh-CN" altLang="en-US" sz="3600" noProof="0">
                  <a:ln>
                    <a:noFill/>
                  </a:ln>
                  <a:solidFill>
                    <a:schemeClr val="tx1">
                      <a:lumMod val="75000"/>
                      <a:lumOff val="25000"/>
                    </a:schemeClr>
                  </a:solidFill>
                  <a:effectLst/>
                  <a:uLnTx/>
                  <a:uFillTx/>
                  <a:latin typeface="Arial"/>
                  <a:ea typeface="阿里巴巴普惠体 Medium"/>
                  <a:cs typeface="阿里巴巴普惠体 Medium"/>
                  <a:sym typeface="Arial"/>
                </a:rPr>
                <a:t>活动概述</a:t>
              </a:r>
            </a:p>
          </p:txBody>
        </p:sp>
      </p:grpSp>
      <p:grpSp>
        <p:nvGrpSpPr>
          <p:cNvPr id="14" name="图形"/>
          <p:cNvGrpSpPr/>
          <p:nvPr/>
        </p:nvGrpSpPr>
        <p:grpSpPr>
          <a:xfrm>
            <a:off x="1062357" y="1873885"/>
            <a:ext cx="10055860" cy="3702050"/>
            <a:chOff x="1673" y="2951"/>
            <a:chExt cx="15836" cy="5830"/>
          </a:xfrm>
        </p:grpSpPr>
        <p:pic>
          <p:nvPicPr>
            <p:cNvPr id="55" name="图形" descr="D:/包图网/包图网素材/商务办公/5d00b1d3a23e7.jpg5d00b1d3a23e7"/>
            <p:cNvPicPr>
              <a:picLocks noChangeAspect="1"/>
            </p:cNvPicPr>
            <p:nvPr>
              <p:custDataLst>
                <p:tags r:id="Rd927211fa8f143df"/>
              </p:custDataLst>
            </p:nvPr>
          </p:nvPicPr>
          <p:blipFill>
            <a:blip r:embed="Rf476046105cb4fb8">
              <a:extLst>
                <a:ext uri="{28A0092B-C50C-407E-A947-70E740481C1C}">
                  <a14:useLocalDpi xmlns:a14="http://schemas.microsoft.com/office/drawing/2010/main"/>
                </a:ext>
              </a:extLst>
            </a:blip>
            <a:stretch>
              <a:fillRect/>
            </a:stretch>
          </p:blipFill>
          <p:spPr>
            <a:xfrm>
              <a:off x="1673" y="2951"/>
              <a:ext cx="6283" cy="5830"/>
            </a:xfrm>
            <a:prstGeom prst="rect">
              <a:avLst/>
            </a:prstGeom>
            <a:ln w="38100">
              <a:solidFill>
                <a:srgbClr val="8A0006"/>
              </a:solidFill>
            </a:ln>
            <a:effectLst/>
          </p:spPr>
        </p:pic>
        <p:grpSp>
          <p:nvGrpSpPr>
            <p:cNvPr id="13" name="组合 12"/>
            <p:cNvGrpSpPr/>
            <p:nvPr/>
          </p:nvGrpSpPr>
          <p:grpSpPr>
            <a:xfrm>
              <a:off x="8748" y="3335"/>
              <a:ext cx="8761" cy="5283"/>
              <a:chOff x="9378" y="3097"/>
              <a:chExt cx="8761" cy="5283"/>
            </a:xfrm>
          </p:grpSpPr>
          <p:grpSp>
            <p:nvGrpSpPr>
              <p:cNvPr id="9" name="组合 8"/>
              <p:cNvGrpSpPr/>
              <p:nvPr/>
            </p:nvGrpSpPr>
            <p:grpSpPr>
              <a:xfrm>
                <a:off x="9378" y="3097"/>
                <a:ext cx="8761" cy="2160"/>
                <a:chOff x="9378" y="3097"/>
                <a:chExt cx="8761" cy="2160"/>
              </a:xfrm>
            </p:grpSpPr>
            <p:sp>
              <p:nvSpPr>
                <p:cNvPr id="7" name="图形"/>
                <p:cNvSpPr txBox="1"/>
                <p:nvPr>
                  <p:custDataLst>
                    <p:tags r:id="R0e75a8bb6e0745aa"/>
                  </p:custDataLst>
                </p:nvPr>
              </p:nvSpPr>
              <p:spPr>
                <a:xfrm>
                  <a:off x="9378" y="3097"/>
                  <a:ext cx="3109" cy="582"/>
                </a:xfrm>
                <a:prstGeom prst="rect">
                  <a:avLst/>
                </a:prstGeom>
                <a:noFill/>
              </p:spPr>
              <p:txBody>
                <a:bodyPr wrap="square" lIns="0" tIns="0" rIns="0" bIns="0" rtlCol="0">
                  <a:spAutoFit/>
                </a:bodyPr>
                <a:lstStyle/>
                <a:p>
                  <a:r>
                    <a:rPr lang="zh-CN" altLang="en-US" sz="2400">
                      <a:solidFill>
                        <a:schemeClr val="tx1">
                          <a:lumMod val="75000"/>
                          <a:lumOff val="25000"/>
                        </a:schemeClr>
                      </a:solidFill>
                      <a:latin typeface="Arial"/>
                      <a:ea typeface="阿里巴巴普惠体 Medium"/>
                      <a:cs typeface="阿里巴巴普惠体 Medium"/>
                      <a:sym typeface="Arial"/>
                    </a:rPr>
                    <a:t>添加标题文本</a:t>
                  </a:r>
                </a:p>
              </p:txBody>
            </p:sp>
            <p:sp>
              <p:nvSpPr>
                <p:cNvPr id="8" name="图形"/>
                <p:cNvSpPr txBox="1"/>
                <p:nvPr>
                  <p:custDataLst>
                    <p:tags r:id="R136cdbdf00a345da"/>
                  </p:custDataLst>
                </p:nvPr>
              </p:nvSpPr>
              <p:spPr>
                <a:xfrm>
                  <a:off x="9379" y="3730"/>
                  <a:ext cx="8760" cy="1527"/>
                </a:xfrm>
                <a:prstGeom prst="rect">
                  <a:avLst/>
                </a:prstGeom>
                <a:noFill/>
              </p:spPr>
              <p:txBody>
                <a:bodyPr wrap="square" lIns="0" tIns="0" rIns="0" bIns="0" rtlCol="0">
                  <a:spAutoFit/>
                </a:bodyPr>
                <a:lstStyle/>
                <a:p>
                  <a:pPr>
                    <a:lnSpc>
                      <a:spcPct val="150000"/>
                    </a:lnSpc>
                  </a:pPr>
                  <a:r>
                    <a:rPr lang="zh-CN" altLang="en-US" sz="1400">
                      <a:solidFill>
                        <a:schemeClr val="tx1">
                          <a:lumMod val="65000"/>
                          <a:lumOff val="35000"/>
                        </a:schemeClr>
                      </a:solidFill>
                      <a:latin typeface="Arial"/>
                      <a:ea typeface="阿里巴巴普惠体 Medium"/>
                      <a:cs typeface="阿里巴巴普惠体 Medium"/>
                      <a:sym typeface="Arial"/>
                    </a:rPr>
                    <a:t>单击此处输入您的文本内容，可更改文字的颜色或者大X等属性。单击此处输入您的文本内容，可更改文字的颜色或者大X等属性。单击此处输入您的文本内容，可更改文字的颜色或者大X等属性。</a:t>
                  </a:r>
                </a:p>
              </p:txBody>
            </p:sp>
          </p:grpSp>
          <p:cxnSp>
            <p:nvCxnSpPr>
              <p:cNvPr id="6" name="图形"/>
              <p:cNvCxnSpPr/>
              <p:nvPr/>
            </p:nvCxnSpPr>
            <p:spPr>
              <a:xfrm>
                <a:off x="9378" y="5629"/>
                <a:ext cx="7903" cy="0"/>
              </a:xfrm>
              <a:prstGeom prst="line">
                <a:avLst/>
              </a:prstGeom>
              <a:ln w="38100">
                <a:solidFill>
                  <a:srgbClr val="B40005"/>
                </a:solidFill>
              </a:ln>
            </p:spPr>
            <p:style>
              <a:lnRef idx="2">
                <a:schemeClr val="accent1"/>
              </a:lnRef>
              <a:fillRef idx="0">
                <a:srgbClr val="FFFFFF"/>
              </a:fillRef>
              <a:effectRef idx="0">
                <a:srgbClr val="FFFFFF"/>
              </a:effectRef>
              <a:fontRef idx="minor">
                <a:schemeClr val="tx1"/>
              </a:fontRef>
            </p:style>
          </p:cxnSp>
          <p:grpSp>
            <p:nvGrpSpPr>
              <p:cNvPr id="10" name="组合 9"/>
              <p:cNvGrpSpPr/>
              <p:nvPr/>
            </p:nvGrpSpPr>
            <p:grpSpPr>
              <a:xfrm>
                <a:off x="9378" y="6220"/>
                <a:ext cx="8761" cy="2160"/>
                <a:chOff x="9378" y="3097"/>
                <a:chExt cx="8761" cy="2160"/>
              </a:xfrm>
            </p:grpSpPr>
            <p:sp>
              <p:nvSpPr>
                <p:cNvPr id="11" name="图形"/>
                <p:cNvSpPr txBox="1"/>
                <p:nvPr>
                  <p:custDataLst>
                    <p:tags r:id="Rec6a6474daf4454e"/>
                  </p:custDataLst>
                </p:nvPr>
              </p:nvSpPr>
              <p:spPr>
                <a:xfrm>
                  <a:off x="9378" y="3097"/>
                  <a:ext cx="3109" cy="582"/>
                </a:xfrm>
                <a:prstGeom prst="rect">
                  <a:avLst/>
                </a:prstGeom>
                <a:noFill/>
              </p:spPr>
              <p:txBody>
                <a:bodyPr wrap="square" lIns="0" tIns="0" rIns="0" bIns="0" rtlCol="0">
                  <a:spAutoFit/>
                </a:bodyPr>
                <a:lstStyle/>
                <a:p>
                  <a:r>
                    <a:rPr lang="zh-CN" altLang="en-US" sz="2400">
                      <a:solidFill>
                        <a:schemeClr val="tx1">
                          <a:lumMod val="75000"/>
                          <a:lumOff val="25000"/>
                        </a:schemeClr>
                      </a:solidFill>
                      <a:latin typeface="Arial"/>
                      <a:ea typeface="阿里巴巴普惠体 Medium"/>
                      <a:cs typeface="阿里巴巴普惠体 Medium"/>
                      <a:sym typeface="Arial"/>
                    </a:rPr>
                    <a:t>添加标题文本</a:t>
                  </a:r>
                </a:p>
              </p:txBody>
            </p:sp>
            <p:sp>
              <p:nvSpPr>
                <p:cNvPr id="12" name="图形"/>
                <p:cNvSpPr txBox="1"/>
                <p:nvPr>
                  <p:custDataLst>
                    <p:tags r:id="Rdc3812c626a44dc7"/>
                  </p:custDataLst>
                </p:nvPr>
              </p:nvSpPr>
              <p:spPr>
                <a:xfrm>
                  <a:off x="9379" y="3730"/>
                  <a:ext cx="8760" cy="1527"/>
                </a:xfrm>
                <a:prstGeom prst="rect">
                  <a:avLst/>
                </a:prstGeom>
                <a:noFill/>
              </p:spPr>
              <p:txBody>
                <a:bodyPr wrap="square" lIns="0" tIns="0" rIns="0" bIns="0" rtlCol="0">
                  <a:spAutoFit/>
                </a:bodyPr>
                <a:lstStyle/>
                <a:p>
                  <a:pPr>
                    <a:lnSpc>
                      <a:spcPct val="150000"/>
                    </a:lnSpc>
                  </a:pPr>
                  <a:r>
                    <a:rPr lang="zh-CN" altLang="en-US" sz="1400">
                      <a:solidFill>
                        <a:schemeClr val="tx1">
                          <a:lumMod val="65000"/>
                          <a:lumOff val="35000"/>
                        </a:schemeClr>
                      </a:solidFill>
                      <a:latin typeface="Arial"/>
                      <a:ea typeface="阿里巴巴普惠体 Medium"/>
                      <a:cs typeface="阿里巴巴普惠体 Medium"/>
                      <a:sym typeface="Arial"/>
                    </a:rPr>
                    <a:t>单击此处输入您的文本内容，可更改文字的颜色或者大X等属性。单击此处输入您的文本内容，可更改文字的颜色或者大X等属性。单击此处输入您的文本内容，可更改文字的颜色或者大X等属性。</a:t>
                  </a:r>
                </a:p>
              </p:txBody>
            </p:sp>
          </p:grpSp>
        </p:grpSp>
      </p:grpSp>
    </p:spTree>
    <p:custDataLst>
      <p:tags r:id="R84093531e09e4374"/>
    </p:custDataLst>
  </p:cSld>
  <p:clrMapOvr>
    <a:masterClrMapping/>
  </p:clrMapOvr>
  <p:transition advTm="2000">
    <p:comb/>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ppt_x</p:attrName>
                                        </p:attrNameLst>
                                      </p:cBhvr>
                                      <p:tavLst>
                                        <p:tav tm="0">
                                          <p:val>
                                            <p:strVal val="#ppt_x-.2"/>
                                          </p:val>
                                        </p:tav>
                                        <p:tav tm="100000">
                                          <p:val>
                                            <p:strVal val="#ppt_x"/>
                                          </p:val>
                                        </p:tav>
                                      </p:tavLst>
                                    </p:anim>
                                    <p:anim calcmode="lin" valueType="num">
                                      <p:cBhvr>
                                        <p:cTn id="8" dur="1000" fill="hold"/>
                                        <p:tgtEl>
                                          <p:spTgt spid="4"/>
                                        </p:tgtEl>
                                        <p:attrNameLst>
                                          <p:attrName>ppt_y</p:attrName>
                                        </p:attrNameLst>
                                      </p:cBhvr>
                                      <p:tavLst>
                                        <p:tav tm="0">
                                          <p:val>
                                            <p:strVal val="#ppt_y"/>
                                          </p:val>
                                        </p:tav>
                                        <p:tav tm="100000">
                                          <p:val>
                                            <p:strVal val="#ppt_y"/>
                                          </p:val>
                                        </p:tav>
                                      </p:tavLst>
                                    </p:anim>
                                    <p:animEffect transition="in" filter="wipe(right)" prLst="gradientSize: 0.1">
                                      <p:cBhvr>
                                        <p:cTn id="9" dur="1000"/>
                                        <p:tgtEl>
                                          <p:spTgt spid="4"/>
                                        </p:tgtEl>
                                      </p:cBhvr>
                                    </p:animEffect>
                                  </p:childTnLst>
                                </p:cTn>
                              </p:par>
                            </p:childTnLst>
                          </p:cTn>
                        </p:par>
                      </p:childTnLst>
                    </p:cTn>
                  </p:par>
                  <p:par>
                    <p:cTn id="10" fill="hold" nodeType="clickPar">
                      <p:stCondLst>
                        <p:cond delay="indefinite"/>
                      </p:stCondLst>
                      <p:childTnLst>
                        <p:par>
                          <p:cTn id="11" fill="hold" nodeType="afterGroup">
                            <p:stCondLst>
                              <p:cond delay="0"/>
                            </p:stCondLst>
                            <p:childTnLst>
                              <p:par>
                                <p:cTn id="12" presetID="50" presetClass="entr" presetSubtype="0" decel="10000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 calcmode="lin" valueType="num">
                                      <p:cBhvr>
                                        <p:cTn id="14" dur="1000" fill="hold"/>
                                        <p:tgtEl>
                                          <p:spTgt spid="14"/>
                                        </p:tgtEl>
                                        <p:attrNameLst>
                                          <p:attrName>ppt_w</p:attrName>
                                        </p:attrNameLst>
                                      </p:cBhvr>
                                      <p:tavLst>
                                        <p:tav tm="0">
                                          <p:val>
                                            <p:strVal val="#ppt_w+.3"/>
                                          </p:val>
                                        </p:tav>
                                        <p:tav tm="100000">
                                          <p:val>
                                            <p:strVal val="#ppt_w"/>
                                          </p:val>
                                        </p:tav>
                                      </p:tavLst>
                                    </p:anim>
                                    <p:anim calcmode="lin" valueType="num">
                                      <p:cBhvr>
                                        <p:cTn id="15" dur="1000" fill="hold"/>
                                        <p:tgtEl>
                                          <p:spTgt spid="14"/>
                                        </p:tgtEl>
                                        <p:attrNameLst>
                                          <p:attrName>ppt_h</p:attrName>
                                        </p:attrNameLst>
                                      </p:cBhvr>
                                      <p:tavLst>
                                        <p:tav tm="0">
                                          <p:val>
                                            <p:strVal val="#ppt_h"/>
                                          </p:val>
                                        </p:tav>
                                        <p:tav tm="100000">
                                          <p:val>
                                            <p:strVal val="#ppt_h"/>
                                          </p:val>
                                        </p:tav>
                                      </p:tavLst>
                                    </p:anim>
                                    <p:animEffect transition="in" filter="fade">
                                      <p:cBhvr>
                                        <p:cTn id="16"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图形"/>
          <p:cNvGrpSpPr/>
          <p:nvPr/>
        </p:nvGrpSpPr>
        <p:grpSpPr>
          <a:xfrm>
            <a:off x="1" y="300356"/>
            <a:ext cx="3197225" cy="576580"/>
            <a:chOff x="0" y="473"/>
            <a:chExt cx="5035" cy="908"/>
          </a:xfrm>
        </p:grpSpPr>
        <p:sp>
          <p:nvSpPr>
            <p:cNvPr id="2" name="图形"/>
            <p:cNvSpPr/>
            <p:nvPr>
              <p:custDataLst>
                <p:tags r:id="Re24bdf75319c4fbc"/>
              </p:custDataLst>
            </p:nvPr>
          </p:nvSpPr>
          <p:spPr>
            <a:xfrm rot="5400000">
              <a:off x="361" y="112"/>
              <a:ext cx="908" cy="1630"/>
            </a:xfrm>
            <a:prstGeom prst="round2SameRect">
              <a:avLst>
                <a:gd name="adj1" fmla="val 50000"/>
                <a:gd name="adj2" fmla="val 0"/>
              </a:avLst>
            </a:prstGeom>
            <a:solidFill>
              <a:srgbClr val="B4000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ltLang="zh-CN">
                <a:latin typeface="Arial"/>
                <a:ea typeface="阿里巴巴普惠体 Medium"/>
                <a:cs typeface="阿里巴巴普惠体 Medium"/>
                <a:sym typeface="Arial"/>
              </a:endParaRPr>
            </a:p>
          </p:txBody>
        </p:sp>
        <p:sp>
          <p:nvSpPr>
            <p:cNvPr id="3" name="图形"/>
            <p:cNvSpPr txBox="1"/>
            <p:nvPr>
              <p:custDataLst>
                <p:tags r:id="R09f3ee7da88547c9"/>
              </p:custDataLst>
            </p:nvPr>
          </p:nvSpPr>
          <p:spPr>
            <a:xfrm>
              <a:off x="340" y="540"/>
              <a:ext cx="951" cy="775"/>
            </a:xfrm>
            <a:prstGeom prst="rect">
              <a:avLst/>
            </a:prstGeom>
            <a:noFill/>
          </p:spPr>
          <p:txBody>
            <a:bodyPr wrap="square" lIns="0" tIns="0" rIns="0" bIns="0" rtlCol="0">
              <a:spAutoFit/>
            </a:bodyPr>
            <a:lstStyle/>
            <a:p>
              <a:pPr algn="ctr">
                <a:lnSpc>
                  <a:spcPct val="100000"/>
                </a:lnSpc>
              </a:pPr>
              <a:r>
                <a:rPr lang="en-US" altLang="zh-CN" sz="3200" noProof="0">
                  <a:ln>
                    <a:noFill/>
                  </a:ln>
                  <a:solidFill>
                    <a:schemeClr val="bg1"/>
                  </a:solidFill>
                  <a:effectLst/>
                  <a:uLnTx/>
                  <a:uFillTx/>
                  <a:latin typeface="Arial"/>
                  <a:ea typeface="阿里巴巴普惠体 Medium"/>
                  <a:cs typeface="阿里巴巴普惠体 Medium"/>
                  <a:sym typeface="Arial"/>
                </a:rPr>
                <a:t>01</a:t>
              </a:r>
            </a:p>
          </p:txBody>
        </p:sp>
        <p:sp>
          <p:nvSpPr>
            <p:cNvPr id="29" name="图形"/>
            <p:cNvSpPr txBox="1"/>
            <p:nvPr>
              <p:custDataLst>
                <p:tags r:id="R1014ab2be9dc4fc5"/>
              </p:custDataLst>
            </p:nvPr>
          </p:nvSpPr>
          <p:spPr>
            <a:xfrm>
              <a:off x="1878" y="491"/>
              <a:ext cx="3157" cy="872"/>
            </a:xfrm>
            <a:prstGeom prst="rect">
              <a:avLst/>
            </a:prstGeom>
            <a:noFill/>
          </p:spPr>
          <p:txBody>
            <a:bodyPr wrap="square" lIns="0" tIns="0" rIns="0" bIns="0" rtlCol="0">
              <a:spAutoFit/>
            </a:bodyPr>
            <a:lstStyle/>
            <a:p>
              <a:pPr algn="dist">
                <a:lnSpc>
                  <a:spcPct val="100000"/>
                </a:lnSpc>
              </a:pPr>
              <a:r>
                <a:rPr lang="zh-CN" altLang="en-US" sz="3600" noProof="0">
                  <a:ln>
                    <a:noFill/>
                  </a:ln>
                  <a:solidFill>
                    <a:schemeClr val="tx1">
                      <a:lumMod val="75000"/>
                      <a:lumOff val="25000"/>
                    </a:schemeClr>
                  </a:solidFill>
                  <a:effectLst/>
                  <a:uLnTx/>
                  <a:uFillTx/>
                  <a:latin typeface="Arial"/>
                  <a:ea typeface="阿里巴巴普惠体 Medium"/>
                  <a:cs typeface="阿里巴巴普惠体 Medium"/>
                  <a:sym typeface="Arial"/>
                </a:rPr>
                <a:t>活动概述</a:t>
              </a:r>
            </a:p>
          </p:txBody>
        </p:sp>
      </p:grpSp>
      <p:grpSp>
        <p:nvGrpSpPr>
          <p:cNvPr id="44" name="图形"/>
          <p:cNvGrpSpPr/>
          <p:nvPr/>
        </p:nvGrpSpPr>
        <p:grpSpPr>
          <a:xfrm>
            <a:off x="1022985" y="1836420"/>
            <a:ext cx="10154920" cy="4057650"/>
            <a:chOff x="1611" y="2892"/>
            <a:chExt cx="15992" cy="6390"/>
          </a:xfrm>
        </p:grpSpPr>
        <p:grpSp>
          <p:nvGrpSpPr>
            <p:cNvPr id="9" name="组合 8"/>
            <p:cNvGrpSpPr/>
            <p:nvPr/>
          </p:nvGrpSpPr>
          <p:grpSpPr>
            <a:xfrm>
              <a:off x="10885" y="2892"/>
              <a:ext cx="6718" cy="6390"/>
              <a:chOff x="10885" y="2892"/>
              <a:chExt cx="6718" cy="6390"/>
            </a:xfrm>
          </p:grpSpPr>
          <p:pic>
            <p:nvPicPr>
              <p:cNvPr id="7" name="图形" descr="D:/包图网/包图网素材/商务办公/5d00bd0a5eee5.jpg5d00bd0a5eee5"/>
              <p:cNvPicPr>
                <a:picLocks noChangeAspect="1"/>
              </p:cNvPicPr>
              <p:nvPr>
                <p:custDataLst>
                  <p:tags r:id="R43e39f3548274d7b"/>
                </p:custDataLst>
              </p:nvPr>
            </p:nvPicPr>
            <p:blipFill>
              <a:blip r:embed="R826770531b4442a3">
                <a:extLst>
                  <a:ext uri="{28A0092B-C50C-407E-A947-70E740481C1C}">
                    <a14:useLocalDpi xmlns:a14="http://schemas.microsoft.com/office/drawing/2010/main"/>
                  </a:ext>
                </a:extLst>
              </a:blip>
              <a:stretch>
                <a:fillRect/>
              </a:stretch>
            </p:blipFill>
            <p:spPr>
              <a:xfrm>
                <a:off x="10885" y="4526"/>
                <a:ext cx="2114" cy="1439"/>
              </a:xfrm>
              <a:prstGeom prst="roundRect">
                <a:avLst/>
              </a:prstGeom>
            </p:spPr>
          </p:pic>
          <p:pic>
            <p:nvPicPr>
              <p:cNvPr id="8" name="图形" descr="D:/包图网/包图网素材/商务办公/5d00bd44efe15.jpg5d00bd44efe15"/>
              <p:cNvPicPr>
                <a:picLocks noChangeAspect="1"/>
              </p:cNvPicPr>
              <p:nvPr>
                <p:custDataLst>
                  <p:tags r:id="Raf314e2a771e4537"/>
                </p:custDataLst>
              </p:nvPr>
            </p:nvPicPr>
            <p:blipFill>
              <a:blip r:embed="R0ad485eb35344d17">
                <a:extLst>
                  <a:ext uri="{28A0092B-C50C-407E-A947-70E740481C1C}">
                    <a14:useLocalDpi xmlns:a14="http://schemas.microsoft.com/office/drawing/2010/main"/>
                  </a:ext>
                </a:extLst>
              </a:blip>
              <a:stretch>
                <a:fillRect/>
              </a:stretch>
            </p:blipFill>
            <p:spPr>
              <a:xfrm>
                <a:off x="15489" y="6153"/>
                <a:ext cx="2114" cy="1439"/>
              </a:xfrm>
              <a:prstGeom prst="roundRect">
                <a:avLst/>
              </a:prstGeom>
            </p:spPr>
          </p:pic>
          <p:pic>
            <p:nvPicPr>
              <p:cNvPr id="6" name="图形" descr="D:/包图网/包图网素材/商务办公/5d00b26616932.jpg5d00b26616932"/>
              <p:cNvPicPr>
                <a:picLocks noChangeAspect="1"/>
              </p:cNvPicPr>
              <p:nvPr>
                <p:custDataLst>
                  <p:tags r:id="R2ff8086e4c3b45c4"/>
                </p:custDataLst>
              </p:nvPr>
            </p:nvPicPr>
            <p:blipFill>
              <a:blip r:embed="R7bba5293fdec4a77">
                <a:extLst>
                  <a:ext uri="{28A0092B-C50C-407E-A947-70E740481C1C}">
                    <a14:useLocalDpi xmlns:a14="http://schemas.microsoft.com/office/drawing/2010/main"/>
                  </a:ext>
                </a:extLst>
              </a:blip>
              <a:stretch>
                <a:fillRect/>
              </a:stretch>
            </p:blipFill>
            <p:spPr>
              <a:xfrm>
                <a:off x="13186" y="2892"/>
                <a:ext cx="2114" cy="1439"/>
              </a:xfrm>
              <a:prstGeom prst="roundRect">
                <a:avLst/>
              </a:prstGeom>
            </p:spPr>
          </p:pic>
          <p:pic>
            <p:nvPicPr>
              <p:cNvPr id="5" name="图形" descr="5d00adc9c51aa"/>
              <p:cNvPicPr>
                <a:picLocks noChangeAspect="1"/>
              </p:cNvPicPr>
              <p:nvPr/>
            </p:nvPicPr>
            <p:blipFill>
              <a:blip r:embed="R721ac23b91b44c5b">
                <a:extLst>
                  <a:ext uri="{28A0092B-C50C-407E-A947-70E740481C1C}">
                    <a14:useLocalDpi xmlns:a14="http://schemas.microsoft.com/office/drawing/2010/main"/>
                  </a:ext>
                </a:extLst>
              </a:blip>
              <a:stretch>
                <a:fillRect/>
              </a:stretch>
            </p:blipFill>
            <p:spPr>
              <a:xfrm>
                <a:off x="10887" y="2892"/>
                <a:ext cx="2114" cy="1439"/>
              </a:xfrm>
              <a:prstGeom prst="roundRect">
                <a:avLst/>
              </a:prstGeom>
            </p:spPr>
          </p:pic>
          <p:sp>
            <p:nvSpPr>
              <p:cNvPr id="23" name="图形"/>
              <p:cNvSpPr/>
              <p:nvPr>
                <p:custDataLst>
                  <p:tags r:id="R9dc3abfb041d4fee"/>
                </p:custDataLst>
              </p:nvPr>
            </p:nvSpPr>
            <p:spPr>
              <a:xfrm>
                <a:off x="10887" y="6161"/>
                <a:ext cx="2112" cy="1445"/>
              </a:xfrm>
              <a:prstGeom prst="roundRect">
                <a:avLst/>
              </a:prstGeom>
              <a:solidFill>
                <a:srgbClr val="B400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a:latin typeface="Arial"/>
                    <a:ea typeface="阿里巴巴普惠体 Medium"/>
                    <a:cs typeface="阿里巴巴普惠体 Medium"/>
                    <a:sym typeface="Arial"/>
                  </a:rPr>
                  <a:t>关键词</a:t>
                </a:r>
              </a:p>
            </p:txBody>
          </p:sp>
          <p:sp>
            <p:nvSpPr>
              <p:cNvPr id="24" name="图形"/>
              <p:cNvSpPr/>
              <p:nvPr>
                <p:custDataLst>
                  <p:tags r:id="Raaa671ca6e97417f"/>
                </p:custDataLst>
              </p:nvPr>
            </p:nvSpPr>
            <p:spPr>
              <a:xfrm>
                <a:off x="15485" y="2892"/>
                <a:ext cx="2112" cy="1445"/>
              </a:xfrm>
              <a:prstGeom prst="roundRect">
                <a:avLst/>
              </a:prstGeom>
              <a:solidFill>
                <a:srgbClr val="B400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a:latin typeface="Arial"/>
                    <a:ea typeface="阿里巴巴普惠体 Medium"/>
                    <a:cs typeface="阿里巴巴普惠体 Medium"/>
                    <a:sym typeface="Arial"/>
                  </a:rPr>
                  <a:t>关键词</a:t>
                </a:r>
              </a:p>
            </p:txBody>
          </p:sp>
          <p:sp>
            <p:nvSpPr>
              <p:cNvPr id="25" name="图形"/>
              <p:cNvSpPr/>
              <p:nvPr>
                <p:custDataLst>
                  <p:tags r:id="R0f7139cc113349e7"/>
                </p:custDataLst>
              </p:nvPr>
            </p:nvSpPr>
            <p:spPr>
              <a:xfrm>
                <a:off x="13187" y="4527"/>
                <a:ext cx="2112" cy="1445"/>
              </a:xfrm>
              <a:prstGeom prst="roundRect">
                <a:avLst/>
              </a:prstGeom>
              <a:solidFill>
                <a:srgbClr val="B400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a:latin typeface="Arial"/>
                    <a:ea typeface="阿里巴巴普惠体 Medium"/>
                    <a:cs typeface="阿里巴巴普惠体 Medium"/>
                    <a:sym typeface="Arial"/>
                  </a:rPr>
                  <a:t>关键词</a:t>
                </a:r>
              </a:p>
            </p:txBody>
          </p:sp>
          <p:sp>
            <p:nvSpPr>
              <p:cNvPr id="26" name="图形"/>
              <p:cNvSpPr/>
              <p:nvPr>
                <p:custDataLst>
                  <p:tags r:id="R6ba8cdca047543d3"/>
                </p:custDataLst>
              </p:nvPr>
            </p:nvSpPr>
            <p:spPr>
              <a:xfrm rot="18884531">
                <a:off x="12392" y="5622"/>
                <a:ext cx="1315" cy="778"/>
              </a:xfrm>
              <a:custGeom>
                <a:avLst/>
                <a:gdLst>
                  <a:gd name="connsiteX0" fmla="*/ 0 w 901862"/>
                  <a:gd name="connsiteY0" fmla="*/ 43448 h 260684"/>
                  <a:gd name="connsiteX1" fmla="*/ 43448 w 901862"/>
                  <a:gd name="connsiteY1" fmla="*/ 0 h 260684"/>
                  <a:gd name="connsiteX2" fmla="*/ 858414 w 901862"/>
                  <a:gd name="connsiteY2" fmla="*/ 0 h 260684"/>
                  <a:gd name="connsiteX3" fmla="*/ 901862 w 901862"/>
                  <a:gd name="connsiteY3" fmla="*/ 43448 h 260684"/>
                  <a:gd name="connsiteX4" fmla="*/ 901862 w 901862"/>
                  <a:gd name="connsiteY4" fmla="*/ 217236 h 260684"/>
                  <a:gd name="connsiteX5" fmla="*/ 858414 w 901862"/>
                  <a:gd name="connsiteY5" fmla="*/ 260684 h 260684"/>
                  <a:gd name="connsiteX6" fmla="*/ 43448 w 901862"/>
                  <a:gd name="connsiteY6" fmla="*/ 260684 h 260684"/>
                  <a:gd name="connsiteX7" fmla="*/ 0 w 901862"/>
                  <a:gd name="connsiteY7" fmla="*/ 217236 h 260684"/>
                  <a:gd name="connsiteX8" fmla="*/ 0 w 901862"/>
                  <a:gd name="connsiteY8" fmla="*/ 43448 h 260684"/>
                  <a:gd name="connsiteX0-1" fmla="*/ 0 w 901862"/>
                  <a:gd name="connsiteY0-2" fmla="*/ 43539 h 260775"/>
                  <a:gd name="connsiteX1-3" fmla="*/ 43448 w 901862"/>
                  <a:gd name="connsiteY1-4" fmla="*/ 91 h 260775"/>
                  <a:gd name="connsiteX2-5" fmla="*/ 469179 w 901862"/>
                  <a:gd name="connsiteY2-6" fmla="*/ 0 h 260775"/>
                  <a:gd name="connsiteX3-7" fmla="*/ 858414 w 901862"/>
                  <a:gd name="connsiteY3-8" fmla="*/ 91 h 260775"/>
                  <a:gd name="connsiteX4-9" fmla="*/ 901862 w 901862"/>
                  <a:gd name="connsiteY4-10" fmla="*/ 43539 h 260775"/>
                  <a:gd name="connsiteX5-11" fmla="*/ 901862 w 901862"/>
                  <a:gd name="connsiteY5-12" fmla="*/ 217327 h 260775"/>
                  <a:gd name="connsiteX6-13" fmla="*/ 858414 w 901862"/>
                  <a:gd name="connsiteY6-14" fmla="*/ 260775 h 260775"/>
                  <a:gd name="connsiteX7-15" fmla="*/ 43448 w 901862"/>
                  <a:gd name="connsiteY7-16" fmla="*/ 260775 h 260775"/>
                  <a:gd name="connsiteX8-17" fmla="*/ 0 w 901862"/>
                  <a:gd name="connsiteY8-18" fmla="*/ 217327 h 260775"/>
                  <a:gd name="connsiteX9" fmla="*/ 0 w 901862"/>
                  <a:gd name="connsiteY9" fmla="*/ 43539 h 260775"/>
                  <a:gd name="connsiteX0-19" fmla="*/ 0 w 901862"/>
                  <a:gd name="connsiteY0-20" fmla="*/ 43448 h 260684"/>
                  <a:gd name="connsiteX1-21" fmla="*/ 43448 w 901862"/>
                  <a:gd name="connsiteY1-22" fmla="*/ 0 h 260684"/>
                  <a:gd name="connsiteX2-23" fmla="*/ 441588 w 901862"/>
                  <a:gd name="connsiteY2-24" fmla="*/ 144593 h 260684"/>
                  <a:gd name="connsiteX3-25" fmla="*/ 858414 w 901862"/>
                  <a:gd name="connsiteY3-26" fmla="*/ 0 h 260684"/>
                  <a:gd name="connsiteX4-27" fmla="*/ 901862 w 901862"/>
                  <a:gd name="connsiteY4-28" fmla="*/ 43448 h 260684"/>
                  <a:gd name="connsiteX5-29" fmla="*/ 901862 w 901862"/>
                  <a:gd name="connsiteY5-30" fmla="*/ 217236 h 260684"/>
                  <a:gd name="connsiteX6-31" fmla="*/ 858414 w 901862"/>
                  <a:gd name="connsiteY6-32" fmla="*/ 260684 h 260684"/>
                  <a:gd name="connsiteX7-33" fmla="*/ 43448 w 901862"/>
                  <a:gd name="connsiteY7-34" fmla="*/ 260684 h 260684"/>
                  <a:gd name="connsiteX8-35" fmla="*/ 0 w 901862"/>
                  <a:gd name="connsiteY8-36" fmla="*/ 217236 h 260684"/>
                  <a:gd name="connsiteX9-37" fmla="*/ 0 w 901862"/>
                  <a:gd name="connsiteY9-38" fmla="*/ 43448 h 260684"/>
                  <a:gd name="connsiteX0-39" fmla="*/ 0 w 901862"/>
                  <a:gd name="connsiteY0-40" fmla="*/ 43448 h 260684"/>
                  <a:gd name="connsiteX1-41" fmla="*/ 43448 w 901862"/>
                  <a:gd name="connsiteY1-42" fmla="*/ 0 h 260684"/>
                  <a:gd name="connsiteX2-43" fmla="*/ 446920 w 901862"/>
                  <a:gd name="connsiteY2-44" fmla="*/ 82317 h 260684"/>
                  <a:gd name="connsiteX3-45" fmla="*/ 858414 w 901862"/>
                  <a:gd name="connsiteY3-46" fmla="*/ 0 h 260684"/>
                  <a:gd name="connsiteX4-47" fmla="*/ 901862 w 901862"/>
                  <a:gd name="connsiteY4-48" fmla="*/ 43448 h 260684"/>
                  <a:gd name="connsiteX5-49" fmla="*/ 901862 w 901862"/>
                  <a:gd name="connsiteY5-50" fmla="*/ 217236 h 260684"/>
                  <a:gd name="connsiteX6-51" fmla="*/ 858414 w 901862"/>
                  <a:gd name="connsiteY6-52" fmla="*/ 260684 h 260684"/>
                  <a:gd name="connsiteX7-53" fmla="*/ 43448 w 901862"/>
                  <a:gd name="connsiteY7-54" fmla="*/ 260684 h 260684"/>
                  <a:gd name="connsiteX8-55" fmla="*/ 0 w 901862"/>
                  <a:gd name="connsiteY8-56" fmla="*/ 217236 h 260684"/>
                  <a:gd name="connsiteX9-57" fmla="*/ 0 w 901862"/>
                  <a:gd name="connsiteY9-58" fmla="*/ 43448 h 260684"/>
                  <a:gd name="connsiteX0-59" fmla="*/ 0 w 901862"/>
                  <a:gd name="connsiteY0-60" fmla="*/ 43448 h 260684"/>
                  <a:gd name="connsiteX1-61" fmla="*/ 43448 w 901862"/>
                  <a:gd name="connsiteY1-62" fmla="*/ 0 h 260684"/>
                  <a:gd name="connsiteX2-63" fmla="*/ 446920 w 901862"/>
                  <a:gd name="connsiteY2-64" fmla="*/ 82317 h 260684"/>
                  <a:gd name="connsiteX3-65" fmla="*/ 858414 w 901862"/>
                  <a:gd name="connsiteY3-66" fmla="*/ 0 h 260684"/>
                  <a:gd name="connsiteX4-67" fmla="*/ 901862 w 901862"/>
                  <a:gd name="connsiteY4-68" fmla="*/ 43448 h 260684"/>
                  <a:gd name="connsiteX5-69" fmla="*/ 901862 w 901862"/>
                  <a:gd name="connsiteY5-70" fmla="*/ 217236 h 260684"/>
                  <a:gd name="connsiteX6-71" fmla="*/ 858414 w 901862"/>
                  <a:gd name="connsiteY6-72" fmla="*/ 260684 h 260684"/>
                  <a:gd name="connsiteX7-73" fmla="*/ 43448 w 901862"/>
                  <a:gd name="connsiteY7-74" fmla="*/ 260684 h 260684"/>
                  <a:gd name="connsiteX8-75" fmla="*/ 0 w 901862"/>
                  <a:gd name="connsiteY8-76" fmla="*/ 217236 h 260684"/>
                  <a:gd name="connsiteX9-77" fmla="*/ 0 w 901862"/>
                  <a:gd name="connsiteY9-78" fmla="*/ 43448 h 260684"/>
                  <a:gd name="connsiteX0-79" fmla="*/ 0 w 901862"/>
                  <a:gd name="connsiteY0-80" fmla="*/ 43448 h 260684"/>
                  <a:gd name="connsiteX1-81" fmla="*/ 43448 w 901862"/>
                  <a:gd name="connsiteY1-82" fmla="*/ 0 h 260684"/>
                  <a:gd name="connsiteX2-83" fmla="*/ 446920 w 901862"/>
                  <a:gd name="connsiteY2-84" fmla="*/ 82317 h 260684"/>
                  <a:gd name="connsiteX3-85" fmla="*/ 858414 w 901862"/>
                  <a:gd name="connsiteY3-86" fmla="*/ 0 h 260684"/>
                  <a:gd name="connsiteX4-87" fmla="*/ 901862 w 901862"/>
                  <a:gd name="connsiteY4-88" fmla="*/ 43448 h 260684"/>
                  <a:gd name="connsiteX5-89" fmla="*/ 901862 w 901862"/>
                  <a:gd name="connsiteY5-90" fmla="*/ 217236 h 260684"/>
                  <a:gd name="connsiteX6-91" fmla="*/ 858414 w 901862"/>
                  <a:gd name="connsiteY6-92" fmla="*/ 260684 h 260684"/>
                  <a:gd name="connsiteX7-93" fmla="*/ 43448 w 901862"/>
                  <a:gd name="connsiteY7-94" fmla="*/ 260684 h 260684"/>
                  <a:gd name="connsiteX8-95" fmla="*/ 0 w 901862"/>
                  <a:gd name="connsiteY8-96" fmla="*/ 217236 h 260684"/>
                  <a:gd name="connsiteX9-97" fmla="*/ 0 w 901862"/>
                  <a:gd name="connsiteY9-98" fmla="*/ 43448 h 260684"/>
                  <a:gd name="connsiteX0-99" fmla="*/ 0 w 901862"/>
                  <a:gd name="connsiteY0-100" fmla="*/ 90518 h 307754"/>
                  <a:gd name="connsiteX1-101" fmla="*/ 60498 w 901862"/>
                  <a:gd name="connsiteY1-102" fmla="*/ 0 h 307754"/>
                  <a:gd name="connsiteX2-103" fmla="*/ 446920 w 901862"/>
                  <a:gd name="connsiteY2-104" fmla="*/ 129387 h 307754"/>
                  <a:gd name="connsiteX3-105" fmla="*/ 858414 w 901862"/>
                  <a:gd name="connsiteY3-106" fmla="*/ 47070 h 307754"/>
                  <a:gd name="connsiteX4-107" fmla="*/ 901862 w 901862"/>
                  <a:gd name="connsiteY4-108" fmla="*/ 90518 h 307754"/>
                  <a:gd name="connsiteX5-109" fmla="*/ 901862 w 901862"/>
                  <a:gd name="connsiteY5-110" fmla="*/ 264306 h 307754"/>
                  <a:gd name="connsiteX6-111" fmla="*/ 858414 w 901862"/>
                  <a:gd name="connsiteY6-112" fmla="*/ 307754 h 307754"/>
                  <a:gd name="connsiteX7-113" fmla="*/ 43448 w 901862"/>
                  <a:gd name="connsiteY7-114" fmla="*/ 307754 h 307754"/>
                  <a:gd name="connsiteX8-115" fmla="*/ 0 w 901862"/>
                  <a:gd name="connsiteY8-116" fmla="*/ 264306 h 307754"/>
                  <a:gd name="connsiteX9-117" fmla="*/ 0 w 901862"/>
                  <a:gd name="connsiteY9-118" fmla="*/ 90518 h 307754"/>
                  <a:gd name="connsiteX0-119" fmla="*/ 0 w 901862"/>
                  <a:gd name="connsiteY0-120" fmla="*/ 90518 h 307754"/>
                  <a:gd name="connsiteX1-121" fmla="*/ 60498 w 901862"/>
                  <a:gd name="connsiteY1-122" fmla="*/ 0 h 307754"/>
                  <a:gd name="connsiteX2-123" fmla="*/ 446920 w 901862"/>
                  <a:gd name="connsiteY2-124" fmla="*/ 129387 h 307754"/>
                  <a:gd name="connsiteX3-125" fmla="*/ 858414 w 901862"/>
                  <a:gd name="connsiteY3-126" fmla="*/ 47070 h 307754"/>
                  <a:gd name="connsiteX4-127" fmla="*/ 901862 w 901862"/>
                  <a:gd name="connsiteY4-128" fmla="*/ 90518 h 307754"/>
                  <a:gd name="connsiteX5-129" fmla="*/ 901862 w 901862"/>
                  <a:gd name="connsiteY5-130" fmla="*/ 264306 h 307754"/>
                  <a:gd name="connsiteX6-131" fmla="*/ 858414 w 901862"/>
                  <a:gd name="connsiteY6-132" fmla="*/ 307754 h 307754"/>
                  <a:gd name="connsiteX7-133" fmla="*/ 43448 w 901862"/>
                  <a:gd name="connsiteY7-134" fmla="*/ 307754 h 307754"/>
                  <a:gd name="connsiteX8-135" fmla="*/ 0 w 901862"/>
                  <a:gd name="connsiteY8-136" fmla="*/ 264306 h 307754"/>
                  <a:gd name="connsiteX9-137" fmla="*/ 0 w 901862"/>
                  <a:gd name="connsiteY9-138" fmla="*/ 90518 h 307754"/>
                  <a:gd name="connsiteX0-139" fmla="*/ 0 w 901862"/>
                  <a:gd name="connsiteY0-140" fmla="*/ 90518 h 307754"/>
                  <a:gd name="connsiteX1-141" fmla="*/ 60498 w 901862"/>
                  <a:gd name="connsiteY1-142" fmla="*/ 0 h 307754"/>
                  <a:gd name="connsiteX2-143" fmla="*/ 446920 w 901862"/>
                  <a:gd name="connsiteY2-144" fmla="*/ 129387 h 307754"/>
                  <a:gd name="connsiteX3-145" fmla="*/ 858414 w 901862"/>
                  <a:gd name="connsiteY3-146" fmla="*/ 47070 h 307754"/>
                  <a:gd name="connsiteX4-147" fmla="*/ 901862 w 901862"/>
                  <a:gd name="connsiteY4-148" fmla="*/ 90518 h 307754"/>
                  <a:gd name="connsiteX5-149" fmla="*/ 901862 w 901862"/>
                  <a:gd name="connsiteY5-150" fmla="*/ 264306 h 307754"/>
                  <a:gd name="connsiteX6-151" fmla="*/ 858414 w 901862"/>
                  <a:gd name="connsiteY6-152" fmla="*/ 307754 h 307754"/>
                  <a:gd name="connsiteX7-153" fmla="*/ 43448 w 901862"/>
                  <a:gd name="connsiteY7-154" fmla="*/ 307754 h 307754"/>
                  <a:gd name="connsiteX8-155" fmla="*/ 0 w 901862"/>
                  <a:gd name="connsiteY8-156" fmla="*/ 264306 h 307754"/>
                  <a:gd name="connsiteX9-157" fmla="*/ 0 w 901862"/>
                  <a:gd name="connsiteY9-158" fmla="*/ 90518 h 307754"/>
                  <a:gd name="connsiteX0-159" fmla="*/ 0 w 901862"/>
                  <a:gd name="connsiteY0-160" fmla="*/ 109063 h 326299"/>
                  <a:gd name="connsiteX1-161" fmla="*/ 55530 w 901862"/>
                  <a:gd name="connsiteY1-162" fmla="*/ 0 h 326299"/>
                  <a:gd name="connsiteX2-163" fmla="*/ 446920 w 901862"/>
                  <a:gd name="connsiteY2-164" fmla="*/ 147932 h 326299"/>
                  <a:gd name="connsiteX3-165" fmla="*/ 858414 w 901862"/>
                  <a:gd name="connsiteY3-166" fmla="*/ 65615 h 326299"/>
                  <a:gd name="connsiteX4-167" fmla="*/ 901862 w 901862"/>
                  <a:gd name="connsiteY4-168" fmla="*/ 109063 h 326299"/>
                  <a:gd name="connsiteX5-169" fmla="*/ 901862 w 901862"/>
                  <a:gd name="connsiteY5-170" fmla="*/ 282851 h 326299"/>
                  <a:gd name="connsiteX6-171" fmla="*/ 858414 w 901862"/>
                  <a:gd name="connsiteY6-172" fmla="*/ 326299 h 326299"/>
                  <a:gd name="connsiteX7-173" fmla="*/ 43448 w 901862"/>
                  <a:gd name="connsiteY7-174" fmla="*/ 326299 h 326299"/>
                  <a:gd name="connsiteX8-175" fmla="*/ 0 w 901862"/>
                  <a:gd name="connsiteY8-176" fmla="*/ 282851 h 326299"/>
                  <a:gd name="connsiteX9-177" fmla="*/ 0 w 901862"/>
                  <a:gd name="connsiteY9-178" fmla="*/ 109063 h 326299"/>
                  <a:gd name="connsiteX0-179" fmla="*/ 0 w 901862"/>
                  <a:gd name="connsiteY0-180" fmla="*/ 109063 h 326299"/>
                  <a:gd name="connsiteX1-181" fmla="*/ 55530 w 901862"/>
                  <a:gd name="connsiteY1-182" fmla="*/ 0 h 326299"/>
                  <a:gd name="connsiteX2-183" fmla="*/ 446920 w 901862"/>
                  <a:gd name="connsiteY2-184" fmla="*/ 147932 h 326299"/>
                  <a:gd name="connsiteX3-185" fmla="*/ 858414 w 901862"/>
                  <a:gd name="connsiteY3-186" fmla="*/ 65615 h 326299"/>
                  <a:gd name="connsiteX4-187" fmla="*/ 901862 w 901862"/>
                  <a:gd name="connsiteY4-188" fmla="*/ 109063 h 326299"/>
                  <a:gd name="connsiteX5-189" fmla="*/ 901862 w 901862"/>
                  <a:gd name="connsiteY5-190" fmla="*/ 282851 h 326299"/>
                  <a:gd name="connsiteX6-191" fmla="*/ 858414 w 901862"/>
                  <a:gd name="connsiteY6-192" fmla="*/ 326299 h 326299"/>
                  <a:gd name="connsiteX7-193" fmla="*/ 43448 w 901862"/>
                  <a:gd name="connsiteY7-194" fmla="*/ 326299 h 326299"/>
                  <a:gd name="connsiteX8-195" fmla="*/ 0 w 901862"/>
                  <a:gd name="connsiteY8-196" fmla="*/ 282851 h 326299"/>
                  <a:gd name="connsiteX9-197" fmla="*/ 0 w 901862"/>
                  <a:gd name="connsiteY9-198" fmla="*/ 109063 h 326299"/>
                  <a:gd name="connsiteX0-199" fmla="*/ 0 w 901862"/>
                  <a:gd name="connsiteY0-200" fmla="*/ 109063 h 326299"/>
                  <a:gd name="connsiteX1-201" fmla="*/ 55530 w 901862"/>
                  <a:gd name="connsiteY1-202" fmla="*/ 0 h 326299"/>
                  <a:gd name="connsiteX2-203" fmla="*/ 446920 w 901862"/>
                  <a:gd name="connsiteY2-204" fmla="*/ 147932 h 326299"/>
                  <a:gd name="connsiteX3-205" fmla="*/ 858414 w 901862"/>
                  <a:gd name="connsiteY3-206" fmla="*/ 65615 h 326299"/>
                  <a:gd name="connsiteX4-207" fmla="*/ 901862 w 901862"/>
                  <a:gd name="connsiteY4-208" fmla="*/ 109063 h 326299"/>
                  <a:gd name="connsiteX5-209" fmla="*/ 901862 w 901862"/>
                  <a:gd name="connsiteY5-210" fmla="*/ 282851 h 326299"/>
                  <a:gd name="connsiteX6-211" fmla="*/ 858414 w 901862"/>
                  <a:gd name="connsiteY6-212" fmla="*/ 326299 h 326299"/>
                  <a:gd name="connsiteX7-213" fmla="*/ 43448 w 901862"/>
                  <a:gd name="connsiteY7-214" fmla="*/ 326299 h 326299"/>
                  <a:gd name="connsiteX8-215" fmla="*/ 0 w 901862"/>
                  <a:gd name="connsiteY8-216" fmla="*/ 282851 h 326299"/>
                  <a:gd name="connsiteX9-217" fmla="*/ 0 w 901862"/>
                  <a:gd name="connsiteY9-218" fmla="*/ 109063 h 326299"/>
                  <a:gd name="connsiteX0-219" fmla="*/ 0 w 901862"/>
                  <a:gd name="connsiteY0-220" fmla="*/ 109063 h 326299"/>
                  <a:gd name="connsiteX1-221" fmla="*/ 55530 w 901862"/>
                  <a:gd name="connsiteY1-222" fmla="*/ 0 h 326299"/>
                  <a:gd name="connsiteX2-223" fmla="*/ 446920 w 901862"/>
                  <a:gd name="connsiteY2-224" fmla="*/ 147932 h 326299"/>
                  <a:gd name="connsiteX3-225" fmla="*/ 858414 w 901862"/>
                  <a:gd name="connsiteY3-226" fmla="*/ 65615 h 326299"/>
                  <a:gd name="connsiteX4-227" fmla="*/ 901862 w 901862"/>
                  <a:gd name="connsiteY4-228" fmla="*/ 109063 h 326299"/>
                  <a:gd name="connsiteX5-229" fmla="*/ 901862 w 901862"/>
                  <a:gd name="connsiteY5-230" fmla="*/ 282851 h 326299"/>
                  <a:gd name="connsiteX6-231" fmla="*/ 858414 w 901862"/>
                  <a:gd name="connsiteY6-232" fmla="*/ 326299 h 326299"/>
                  <a:gd name="connsiteX7-233" fmla="*/ 43448 w 901862"/>
                  <a:gd name="connsiteY7-234" fmla="*/ 326299 h 326299"/>
                  <a:gd name="connsiteX8-235" fmla="*/ 0 w 901862"/>
                  <a:gd name="connsiteY8-236" fmla="*/ 282851 h 326299"/>
                  <a:gd name="connsiteX9-237" fmla="*/ 0 w 901862"/>
                  <a:gd name="connsiteY9-238" fmla="*/ 109063 h 326299"/>
                  <a:gd name="connsiteX0-239" fmla="*/ 0 w 901862"/>
                  <a:gd name="connsiteY0-240" fmla="*/ 109063 h 326299"/>
                  <a:gd name="connsiteX1-241" fmla="*/ 55530 w 901862"/>
                  <a:gd name="connsiteY1-242" fmla="*/ 0 h 326299"/>
                  <a:gd name="connsiteX2-243" fmla="*/ 446920 w 901862"/>
                  <a:gd name="connsiteY2-244" fmla="*/ 147932 h 326299"/>
                  <a:gd name="connsiteX3-245" fmla="*/ 858414 w 901862"/>
                  <a:gd name="connsiteY3-246" fmla="*/ 65615 h 326299"/>
                  <a:gd name="connsiteX4-247" fmla="*/ 901862 w 901862"/>
                  <a:gd name="connsiteY4-248" fmla="*/ 109063 h 326299"/>
                  <a:gd name="connsiteX5-249" fmla="*/ 901862 w 901862"/>
                  <a:gd name="connsiteY5-250" fmla="*/ 282851 h 326299"/>
                  <a:gd name="connsiteX6-251" fmla="*/ 858414 w 901862"/>
                  <a:gd name="connsiteY6-252" fmla="*/ 326299 h 326299"/>
                  <a:gd name="connsiteX7-253" fmla="*/ 43448 w 901862"/>
                  <a:gd name="connsiteY7-254" fmla="*/ 326299 h 326299"/>
                  <a:gd name="connsiteX8-255" fmla="*/ 0 w 901862"/>
                  <a:gd name="connsiteY8-256" fmla="*/ 282851 h 326299"/>
                  <a:gd name="connsiteX9-257" fmla="*/ 0 w 901862"/>
                  <a:gd name="connsiteY9-258" fmla="*/ 109063 h 326299"/>
                  <a:gd name="connsiteX0-259" fmla="*/ 0 w 901862"/>
                  <a:gd name="connsiteY0-260" fmla="*/ 109063 h 326299"/>
                  <a:gd name="connsiteX1-261" fmla="*/ 55530 w 901862"/>
                  <a:gd name="connsiteY1-262" fmla="*/ 0 h 326299"/>
                  <a:gd name="connsiteX2-263" fmla="*/ 408216 w 901862"/>
                  <a:gd name="connsiteY2-264" fmla="*/ 142707 h 326299"/>
                  <a:gd name="connsiteX3-265" fmla="*/ 858414 w 901862"/>
                  <a:gd name="connsiteY3-266" fmla="*/ 65615 h 326299"/>
                  <a:gd name="connsiteX4-267" fmla="*/ 901862 w 901862"/>
                  <a:gd name="connsiteY4-268" fmla="*/ 109063 h 326299"/>
                  <a:gd name="connsiteX5-269" fmla="*/ 901862 w 901862"/>
                  <a:gd name="connsiteY5-270" fmla="*/ 282851 h 326299"/>
                  <a:gd name="connsiteX6-271" fmla="*/ 858414 w 901862"/>
                  <a:gd name="connsiteY6-272" fmla="*/ 326299 h 326299"/>
                  <a:gd name="connsiteX7-273" fmla="*/ 43448 w 901862"/>
                  <a:gd name="connsiteY7-274" fmla="*/ 326299 h 326299"/>
                  <a:gd name="connsiteX8-275" fmla="*/ 0 w 901862"/>
                  <a:gd name="connsiteY8-276" fmla="*/ 282851 h 326299"/>
                  <a:gd name="connsiteX9-277" fmla="*/ 0 w 901862"/>
                  <a:gd name="connsiteY9-278" fmla="*/ 109063 h 326299"/>
                  <a:gd name="connsiteX0-279" fmla="*/ 0 w 901862"/>
                  <a:gd name="connsiteY0-280" fmla="*/ 109063 h 326299"/>
                  <a:gd name="connsiteX1-281" fmla="*/ 55530 w 901862"/>
                  <a:gd name="connsiteY1-282" fmla="*/ 0 h 326299"/>
                  <a:gd name="connsiteX2-283" fmla="*/ 408216 w 901862"/>
                  <a:gd name="connsiteY2-284" fmla="*/ 142707 h 326299"/>
                  <a:gd name="connsiteX3-285" fmla="*/ 856799 w 901862"/>
                  <a:gd name="connsiteY3-286" fmla="*/ 50453 h 326299"/>
                  <a:gd name="connsiteX4-287" fmla="*/ 901862 w 901862"/>
                  <a:gd name="connsiteY4-288" fmla="*/ 109063 h 326299"/>
                  <a:gd name="connsiteX5-289" fmla="*/ 901862 w 901862"/>
                  <a:gd name="connsiteY5-290" fmla="*/ 282851 h 326299"/>
                  <a:gd name="connsiteX6-291" fmla="*/ 858414 w 901862"/>
                  <a:gd name="connsiteY6-292" fmla="*/ 326299 h 326299"/>
                  <a:gd name="connsiteX7-293" fmla="*/ 43448 w 901862"/>
                  <a:gd name="connsiteY7-294" fmla="*/ 326299 h 326299"/>
                  <a:gd name="connsiteX8-295" fmla="*/ 0 w 901862"/>
                  <a:gd name="connsiteY8-296" fmla="*/ 282851 h 326299"/>
                  <a:gd name="connsiteX9-297" fmla="*/ 0 w 901862"/>
                  <a:gd name="connsiteY9-298" fmla="*/ 109063 h 326299"/>
                  <a:gd name="connsiteX0-299" fmla="*/ 0 w 901862"/>
                  <a:gd name="connsiteY0-300" fmla="*/ 109063 h 326299"/>
                  <a:gd name="connsiteX1-301" fmla="*/ 55530 w 901862"/>
                  <a:gd name="connsiteY1-302" fmla="*/ 0 h 326299"/>
                  <a:gd name="connsiteX2-303" fmla="*/ 408216 w 901862"/>
                  <a:gd name="connsiteY2-304" fmla="*/ 142707 h 326299"/>
                  <a:gd name="connsiteX3-305" fmla="*/ 856799 w 901862"/>
                  <a:gd name="connsiteY3-306" fmla="*/ 50453 h 326299"/>
                  <a:gd name="connsiteX4-307" fmla="*/ 901862 w 901862"/>
                  <a:gd name="connsiteY4-308" fmla="*/ 109063 h 326299"/>
                  <a:gd name="connsiteX5-309" fmla="*/ 901862 w 901862"/>
                  <a:gd name="connsiteY5-310" fmla="*/ 282851 h 326299"/>
                  <a:gd name="connsiteX6-311" fmla="*/ 858414 w 901862"/>
                  <a:gd name="connsiteY6-312" fmla="*/ 326299 h 326299"/>
                  <a:gd name="connsiteX7-313" fmla="*/ 43448 w 901862"/>
                  <a:gd name="connsiteY7-314" fmla="*/ 326299 h 326299"/>
                  <a:gd name="connsiteX8-315" fmla="*/ 0 w 901862"/>
                  <a:gd name="connsiteY8-316" fmla="*/ 282851 h 326299"/>
                  <a:gd name="connsiteX9-317" fmla="*/ 0 w 901862"/>
                  <a:gd name="connsiteY9-318" fmla="*/ 109063 h 326299"/>
                  <a:gd name="connsiteX0-319" fmla="*/ 0 w 901862"/>
                  <a:gd name="connsiteY0-320" fmla="*/ 109063 h 326299"/>
                  <a:gd name="connsiteX1-321" fmla="*/ 55530 w 901862"/>
                  <a:gd name="connsiteY1-322" fmla="*/ 0 h 326299"/>
                  <a:gd name="connsiteX2-323" fmla="*/ 408216 w 901862"/>
                  <a:gd name="connsiteY2-324" fmla="*/ 142707 h 326299"/>
                  <a:gd name="connsiteX3-325" fmla="*/ 803023 w 901862"/>
                  <a:gd name="connsiteY3-326" fmla="*/ 26637 h 326299"/>
                  <a:gd name="connsiteX4-327" fmla="*/ 901862 w 901862"/>
                  <a:gd name="connsiteY4-328" fmla="*/ 109063 h 326299"/>
                  <a:gd name="connsiteX5-329" fmla="*/ 901862 w 901862"/>
                  <a:gd name="connsiteY5-330" fmla="*/ 282851 h 326299"/>
                  <a:gd name="connsiteX6-331" fmla="*/ 858414 w 901862"/>
                  <a:gd name="connsiteY6-332" fmla="*/ 326299 h 326299"/>
                  <a:gd name="connsiteX7-333" fmla="*/ 43448 w 901862"/>
                  <a:gd name="connsiteY7-334" fmla="*/ 326299 h 326299"/>
                  <a:gd name="connsiteX8-335" fmla="*/ 0 w 901862"/>
                  <a:gd name="connsiteY8-336" fmla="*/ 282851 h 326299"/>
                  <a:gd name="connsiteX9-337" fmla="*/ 0 w 901862"/>
                  <a:gd name="connsiteY9-338" fmla="*/ 109063 h 326299"/>
                  <a:gd name="connsiteX0-339" fmla="*/ 0 w 901862"/>
                  <a:gd name="connsiteY0-340" fmla="*/ 109063 h 326299"/>
                  <a:gd name="connsiteX1-341" fmla="*/ 55530 w 901862"/>
                  <a:gd name="connsiteY1-342" fmla="*/ 0 h 326299"/>
                  <a:gd name="connsiteX2-343" fmla="*/ 408216 w 901862"/>
                  <a:gd name="connsiteY2-344" fmla="*/ 142707 h 326299"/>
                  <a:gd name="connsiteX3-345" fmla="*/ 809712 w 901862"/>
                  <a:gd name="connsiteY3-346" fmla="*/ 36769 h 326299"/>
                  <a:gd name="connsiteX4-347" fmla="*/ 901862 w 901862"/>
                  <a:gd name="connsiteY4-348" fmla="*/ 109063 h 326299"/>
                  <a:gd name="connsiteX5-349" fmla="*/ 901862 w 901862"/>
                  <a:gd name="connsiteY5-350" fmla="*/ 282851 h 326299"/>
                  <a:gd name="connsiteX6-351" fmla="*/ 858414 w 901862"/>
                  <a:gd name="connsiteY6-352" fmla="*/ 326299 h 326299"/>
                  <a:gd name="connsiteX7-353" fmla="*/ 43448 w 901862"/>
                  <a:gd name="connsiteY7-354" fmla="*/ 326299 h 326299"/>
                  <a:gd name="connsiteX8-355" fmla="*/ 0 w 901862"/>
                  <a:gd name="connsiteY8-356" fmla="*/ 282851 h 326299"/>
                  <a:gd name="connsiteX9-357" fmla="*/ 0 w 901862"/>
                  <a:gd name="connsiteY9-358" fmla="*/ 109063 h 326299"/>
                  <a:gd name="connsiteX0-359" fmla="*/ 0 w 901862"/>
                  <a:gd name="connsiteY0-360" fmla="*/ 109063 h 326299"/>
                  <a:gd name="connsiteX1-361" fmla="*/ 55530 w 901862"/>
                  <a:gd name="connsiteY1-362" fmla="*/ 0 h 326299"/>
                  <a:gd name="connsiteX2-363" fmla="*/ 408216 w 901862"/>
                  <a:gd name="connsiteY2-364" fmla="*/ 142707 h 326299"/>
                  <a:gd name="connsiteX3-365" fmla="*/ 809712 w 901862"/>
                  <a:gd name="connsiteY3-366" fmla="*/ 36769 h 326299"/>
                  <a:gd name="connsiteX4-367" fmla="*/ 901862 w 901862"/>
                  <a:gd name="connsiteY4-368" fmla="*/ 109063 h 326299"/>
                  <a:gd name="connsiteX5-369" fmla="*/ 901862 w 901862"/>
                  <a:gd name="connsiteY5-370" fmla="*/ 282851 h 326299"/>
                  <a:gd name="connsiteX6-371" fmla="*/ 858414 w 901862"/>
                  <a:gd name="connsiteY6-372" fmla="*/ 326299 h 326299"/>
                  <a:gd name="connsiteX7-373" fmla="*/ 43448 w 901862"/>
                  <a:gd name="connsiteY7-374" fmla="*/ 326299 h 326299"/>
                  <a:gd name="connsiteX8-375" fmla="*/ 0 w 901862"/>
                  <a:gd name="connsiteY8-376" fmla="*/ 282851 h 326299"/>
                  <a:gd name="connsiteX9-377" fmla="*/ 0 w 901862"/>
                  <a:gd name="connsiteY9-378" fmla="*/ 109063 h 326299"/>
                  <a:gd name="connsiteX0-379" fmla="*/ 0 w 901862"/>
                  <a:gd name="connsiteY0-380" fmla="*/ 109063 h 326299"/>
                  <a:gd name="connsiteX1-381" fmla="*/ 55530 w 901862"/>
                  <a:gd name="connsiteY1-382" fmla="*/ 0 h 326299"/>
                  <a:gd name="connsiteX2-383" fmla="*/ 408216 w 901862"/>
                  <a:gd name="connsiteY2-384" fmla="*/ 142707 h 326299"/>
                  <a:gd name="connsiteX3-385" fmla="*/ 792935 w 901862"/>
                  <a:gd name="connsiteY3-386" fmla="*/ 23223 h 326299"/>
                  <a:gd name="connsiteX4-387" fmla="*/ 901862 w 901862"/>
                  <a:gd name="connsiteY4-388" fmla="*/ 109063 h 326299"/>
                  <a:gd name="connsiteX5-389" fmla="*/ 901862 w 901862"/>
                  <a:gd name="connsiteY5-390" fmla="*/ 282851 h 326299"/>
                  <a:gd name="connsiteX6-391" fmla="*/ 858414 w 901862"/>
                  <a:gd name="connsiteY6-392" fmla="*/ 326299 h 326299"/>
                  <a:gd name="connsiteX7-393" fmla="*/ 43448 w 901862"/>
                  <a:gd name="connsiteY7-394" fmla="*/ 326299 h 326299"/>
                  <a:gd name="connsiteX8-395" fmla="*/ 0 w 901862"/>
                  <a:gd name="connsiteY8-396" fmla="*/ 282851 h 326299"/>
                  <a:gd name="connsiteX9-397" fmla="*/ 0 w 901862"/>
                  <a:gd name="connsiteY9-398" fmla="*/ 109063 h 326299"/>
                  <a:gd name="connsiteX0-399" fmla="*/ 0 w 901862"/>
                  <a:gd name="connsiteY0-400" fmla="*/ 109063 h 326299"/>
                  <a:gd name="connsiteX1-401" fmla="*/ 55530 w 901862"/>
                  <a:gd name="connsiteY1-402" fmla="*/ 0 h 326299"/>
                  <a:gd name="connsiteX2-403" fmla="*/ 408216 w 901862"/>
                  <a:gd name="connsiteY2-404" fmla="*/ 142707 h 326299"/>
                  <a:gd name="connsiteX3-405" fmla="*/ 792935 w 901862"/>
                  <a:gd name="connsiteY3-406" fmla="*/ 23223 h 326299"/>
                  <a:gd name="connsiteX4-407" fmla="*/ 901862 w 901862"/>
                  <a:gd name="connsiteY4-408" fmla="*/ 109063 h 326299"/>
                  <a:gd name="connsiteX5-409" fmla="*/ 901862 w 901862"/>
                  <a:gd name="connsiteY5-410" fmla="*/ 282851 h 326299"/>
                  <a:gd name="connsiteX6-411" fmla="*/ 858414 w 901862"/>
                  <a:gd name="connsiteY6-412" fmla="*/ 326299 h 326299"/>
                  <a:gd name="connsiteX7-413" fmla="*/ 43448 w 901862"/>
                  <a:gd name="connsiteY7-414" fmla="*/ 326299 h 326299"/>
                  <a:gd name="connsiteX8-415" fmla="*/ 0 w 901862"/>
                  <a:gd name="connsiteY8-416" fmla="*/ 282851 h 326299"/>
                  <a:gd name="connsiteX9-417" fmla="*/ 0 w 901862"/>
                  <a:gd name="connsiteY9-418" fmla="*/ 109063 h 326299"/>
                  <a:gd name="connsiteX0-419" fmla="*/ 0 w 901862"/>
                  <a:gd name="connsiteY0-420" fmla="*/ 156254 h 373490"/>
                  <a:gd name="connsiteX1-421" fmla="*/ 45639 w 901862"/>
                  <a:gd name="connsiteY1-422" fmla="*/ 0 h 373490"/>
                  <a:gd name="connsiteX2-423" fmla="*/ 408216 w 901862"/>
                  <a:gd name="connsiteY2-424" fmla="*/ 189898 h 373490"/>
                  <a:gd name="connsiteX3-425" fmla="*/ 792935 w 901862"/>
                  <a:gd name="connsiteY3-426" fmla="*/ 70414 h 373490"/>
                  <a:gd name="connsiteX4-427" fmla="*/ 901862 w 901862"/>
                  <a:gd name="connsiteY4-428" fmla="*/ 156254 h 373490"/>
                  <a:gd name="connsiteX5-429" fmla="*/ 901862 w 901862"/>
                  <a:gd name="connsiteY5-430" fmla="*/ 330042 h 373490"/>
                  <a:gd name="connsiteX6-431" fmla="*/ 858414 w 901862"/>
                  <a:gd name="connsiteY6-432" fmla="*/ 373490 h 373490"/>
                  <a:gd name="connsiteX7-433" fmla="*/ 43448 w 901862"/>
                  <a:gd name="connsiteY7-434" fmla="*/ 373490 h 373490"/>
                  <a:gd name="connsiteX8-435" fmla="*/ 0 w 901862"/>
                  <a:gd name="connsiteY8-436" fmla="*/ 330042 h 373490"/>
                  <a:gd name="connsiteX9-437" fmla="*/ 0 w 901862"/>
                  <a:gd name="connsiteY9-438" fmla="*/ 156254 h 373490"/>
                  <a:gd name="connsiteX0-439" fmla="*/ 0 w 901862"/>
                  <a:gd name="connsiteY0-440" fmla="*/ 156254 h 373784"/>
                  <a:gd name="connsiteX1-441" fmla="*/ 45639 w 901862"/>
                  <a:gd name="connsiteY1-442" fmla="*/ 0 h 373784"/>
                  <a:gd name="connsiteX2-443" fmla="*/ 408216 w 901862"/>
                  <a:gd name="connsiteY2-444" fmla="*/ 189898 h 373784"/>
                  <a:gd name="connsiteX3-445" fmla="*/ 792935 w 901862"/>
                  <a:gd name="connsiteY3-446" fmla="*/ 70414 h 373784"/>
                  <a:gd name="connsiteX4-447" fmla="*/ 901862 w 901862"/>
                  <a:gd name="connsiteY4-448" fmla="*/ 156254 h 373784"/>
                  <a:gd name="connsiteX5-449" fmla="*/ 901862 w 901862"/>
                  <a:gd name="connsiteY5-450" fmla="*/ 330042 h 373784"/>
                  <a:gd name="connsiteX6-451" fmla="*/ 858414 w 901862"/>
                  <a:gd name="connsiteY6-452" fmla="*/ 373490 h 373784"/>
                  <a:gd name="connsiteX7-453" fmla="*/ 486526 w 901862"/>
                  <a:gd name="connsiteY7-454" fmla="*/ 373784 h 373784"/>
                  <a:gd name="connsiteX8-455" fmla="*/ 43448 w 901862"/>
                  <a:gd name="connsiteY8-456" fmla="*/ 373490 h 373784"/>
                  <a:gd name="connsiteX9-457" fmla="*/ 0 w 901862"/>
                  <a:gd name="connsiteY9-458" fmla="*/ 330042 h 373784"/>
                  <a:gd name="connsiteX10" fmla="*/ 0 w 901862"/>
                  <a:gd name="connsiteY10" fmla="*/ 156254 h 373784"/>
                  <a:gd name="connsiteX0-459" fmla="*/ 0 w 901862"/>
                  <a:gd name="connsiteY0-460" fmla="*/ 156254 h 373490"/>
                  <a:gd name="connsiteX1-461" fmla="*/ 45639 w 901862"/>
                  <a:gd name="connsiteY1-462" fmla="*/ 0 h 373490"/>
                  <a:gd name="connsiteX2-463" fmla="*/ 408216 w 901862"/>
                  <a:gd name="connsiteY2-464" fmla="*/ 189898 h 373490"/>
                  <a:gd name="connsiteX3-465" fmla="*/ 792935 w 901862"/>
                  <a:gd name="connsiteY3-466" fmla="*/ 70414 h 373490"/>
                  <a:gd name="connsiteX4-467" fmla="*/ 901862 w 901862"/>
                  <a:gd name="connsiteY4-468" fmla="*/ 156254 h 373490"/>
                  <a:gd name="connsiteX5-469" fmla="*/ 901862 w 901862"/>
                  <a:gd name="connsiteY5-470" fmla="*/ 330042 h 373490"/>
                  <a:gd name="connsiteX6-471" fmla="*/ 858414 w 901862"/>
                  <a:gd name="connsiteY6-472" fmla="*/ 373490 h 373490"/>
                  <a:gd name="connsiteX7-473" fmla="*/ 471864 w 901862"/>
                  <a:gd name="connsiteY7-474" fmla="*/ 264269 h 373490"/>
                  <a:gd name="connsiteX8-475" fmla="*/ 43448 w 901862"/>
                  <a:gd name="connsiteY8-476" fmla="*/ 373490 h 373490"/>
                  <a:gd name="connsiteX9-477" fmla="*/ 0 w 901862"/>
                  <a:gd name="connsiteY9-478" fmla="*/ 330042 h 373490"/>
                  <a:gd name="connsiteX10-479" fmla="*/ 0 w 901862"/>
                  <a:gd name="connsiteY10-480" fmla="*/ 156254 h 373490"/>
                  <a:gd name="connsiteX0-481" fmla="*/ 0 w 901862"/>
                  <a:gd name="connsiteY0-482" fmla="*/ 156254 h 373490"/>
                  <a:gd name="connsiteX1-483" fmla="*/ 45639 w 901862"/>
                  <a:gd name="connsiteY1-484" fmla="*/ 0 h 373490"/>
                  <a:gd name="connsiteX2-485" fmla="*/ 408216 w 901862"/>
                  <a:gd name="connsiteY2-486" fmla="*/ 189898 h 373490"/>
                  <a:gd name="connsiteX3-487" fmla="*/ 792935 w 901862"/>
                  <a:gd name="connsiteY3-488" fmla="*/ 70414 h 373490"/>
                  <a:gd name="connsiteX4-489" fmla="*/ 901862 w 901862"/>
                  <a:gd name="connsiteY4-490" fmla="*/ 156254 h 373490"/>
                  <a:gd name="connsiteX5-491" fmla="*/ 901862 w 901862"/>
                  <a:gd name="connsiteY5-492" fmla="*/ 330042 h 373490"/>
                  <a:gd name="connsiteX6-493" fmla="*/ 858414 w 901862"/>
                  <a:gd name="connsiteY6-494" fmla="*/ 373490 h 373490"/>
                  <a:gd name="connsiteX7-495" fmla="*/ 459752 w 901862"/>
                  <a:gd name="connsiteY7-496" fmla="*/ 336619 h 373490"/>
                  <a:gd name="connsiteX8-497" fmla="*/ 43448 w 901862"/>
                  <a:gd name="connsiteY8-498" fmla="*/ 373490 h 373490"/>
                  <a:gd name="connsiteX9-499" fmla="*/ 0 w 901862"/>
                  <a:gd name="connsiteY9-500" fmla="*/ 330042 h 373490"/>
                  <a:gd name="connsiteX10-501" fmla="*/ 0 w 901862"/>
                  <a:gd name="connsiteY10-502" fmla="*/ 156254 h 373490"/>
                  <a:gd name="connsiteX0-503" fmla="*/ 0 w 901862"/>
                  <a:gd name="connsiteY0-504" fmla="*/ 156254 h 373507"/>
                  <a:gd name="connsiteX1-505" fmla="*/ 45639 w 901862"/>
                  <a:gd name="connsiteY1-506" fmla="*/ 0 h 373507"/>
                  <a:gd name="connsiteX2-507" fmla="*/ 408216 w 901862"/>
                  <a:gd name="connsiteY2-508" fmla="*/ 189898 h 373507"/>
                  <a:gd name="connsiteX3-509" fmla="*/ 792935 w 901862"/>
                  <a:gd name="connsiteY3-510" fmla="*/ 70414 h 373507"/>
                  <a:gd name="connsiteX4-511" fmla="*/ 901862 w 901862"/>
                  <a:gd name="connsiteY4-512" fmla="*/ 156254 h 373507"/>
                  <a:gd name="connsiteX5-513" fmla="*/ 901862 w 901862"/>
                  <a:gd name="connsiteY5-514" fmla="*/ 330042 h 373507"/>
                  <a:gd name="connsiteX6-515" fmla="*/ 858414 w 901862"/>
                  <a:gd name="connsiteY6-516" fmla="*/ 373490 h 373507"/>
                  <a:gd name="connsiteX7-517" fmla="*/ 459752 w 901862"/>
                  <a:gd name="connsiteY7-518" fmla="*/ 336619 h 373507"/>
                  <a:gd name="connsiteX8-519" fmla="*/ 43448 w 901862"/>
                  <a:gd name="connsiteY8-520" fmla="*/ 373490 h 373507"/>
                  <a:gd name="connsiteX9-521" fmla="*/ 0 w 901862"/>
                  <a:gd name="connsiteY9-522" fmla="*/ 330042 h 373507"/>
                  <a:gd name="connsiteX10-523" fmla="*/ 0 w 901862"/>
                  <a:gd name="connsiteY10-524" fmla="*/ 156254 h 373507"/>
                  <a:gd name="connsiteX0-525" fmla="*/ 0 w 901862"/>
                  <a:gd name="connsiteY0-526" fmla="*/ 156254 h 420677"/>
                  <a:gd name="connsiteX1-527" fmla="*/ 45639 w 901862"/>
                  <a:gd name="connsiteY1-528" fmla="*/ 0 h 420677"/>
                  <a:gd name="connsiteX2-529" fmla="*/ 408216 w 901862"/>
                  <a:gd name="connsiteY2-530" fmla="*/ 189898 h 420677"/>
                  <a:gd name="connsiteX3-531" fmla="*/ 792935 w 901862"/>
                  <a:gd name="connsiteY3-532" fmla="*/ 70414 h 420677"/>
                  <a:gd name="connsiteX4-533" fmla="*/ 901862 w 901862"/>
                  <a:gd name="connsiteY4-534" fmla="*/ 156254 h 420677"/>
                  <a:gd name="connsiteX5-535" fmla="*/ 901862 w 901862"/>
                  <a:gd name="connsiteY5-536" fmla="*/ 330042 h 420677"/>
                  <a:gd name="connsiteX6-537" fmla="*/ 858414 w 901862"/>
                  <a:gd name="connsiteY6-538" fmla="*/ 373490 h 420677"/>
                  <a:gd name="connsiteX7-539" fmla="*/ 459752 w 901862"/>
                  <a:gd name="connsiteY7-540" fmla="*/ 336619 h 420677"/>
                  <a:gd name="connsiteX8-541" fmla="*/ 49971 w 901862"/>
                  <a:gd name="connsiteY8-542" fmla="*/ 420666 h 420677"/>
                  <a:gd name="connsiteX9-543" fmla="*/ 0 w 901862"/>
                  <a:gd name="connsiteY9-544" fmla="*/ 330042 h 420677"/>
                  <a:gd name="connsiteX10-545" fmla="*/ 0 w 901862"/>
                  <a:gd name="connsiteY10-546" fmla="*/ 156254 h 420677"/>
                  <a:gd name="connsiteX0-547" fmla="*/ 0 w 901862"/>
                  <a:gd name="connsiteY0-548" fmla="*/ 156254 h 460941"/>
                  <a:gd name="connsiteX1-549" fmla="*/ 45639 w 901862"/>
                  <a:gd name="connsiteY1-550" fmla="*/ 0 h 460941"/>
                  <a:gd name="connsiteX2-551" fmla="*/ 408216 w 901862"/>
                  <a:gd name="connsiteY2-552" fmla="*/ 189898 h 460941"/>
                  <a:gd name="connsiteX3-553" fmla="*/ 792935 w 901862"/>
                  <a:gd name="connsiteY3-554" fmla="*/ 70414 h 460941"/>
                  <a:gd name="connsiteX4-555" fmla="*/ 901862 w 901862"/>
                  <a:gd name="connsiteY4-556" fmla="*/ 156254 h 460941"/>
                  <a:gd name="connsiteX5-557" fmla="*/ 901862 w 901862"/>
                  <a:gd name="connsiteY5-558" fmla="*/ 330042 h 460941"/>
                  <a:gd name="connsiteX6-559" fmla="*/ 834446 w 901862"/>
                  <a:gd name="connsiteY6-560" fmla="*/ 460941 h 460941"/>
                  <a:gd name="connsiteX7-561" fmla="*/ 459752 w 901862"/>
                  <a:gd name="connsiteY7-562" fmla="*/ 336619 h 460941"/>
                  <a:gd name="connsiteX8-563" fmla="*/ 49971 w 901862"/>
                  <a:gd name="connsiteY8-564" fmla="*/ 420666 h 460941"/>
                  <a:gd name="connsiteX9-565" fmla="*/ 0 w 901862"/>
                  <a:gd name="connsiteY9-566" fmla="*/ 330042 h 460941"/>
                  <a:gd name="connsiteX10-567" fmla="*/ 0 w 901862"/>
                  <a:gd name="connsiteY10-568" fmla="*/ 156254 h 460941"/>
                  <a:gd name="connsiteX0-569" fmla="*/ 0 w 901862"/>
                  <a:gd name="connsiteY0-570" fmla="*/ 156254 h 460941"/>
                  <a:gd name="connsiteX1-571" fmla="*/ 45639 w 901862"/>
                  <a:gd name="connsiteY1-572" fmla="*/ 0 h 460941"/>
                  <a:gd name="connsiteX2-573" fmla="*/ 408216 w 901862"/>
                  <a:gd name="connsiteY2-574" fmla="*/ 189898 h 460941"/>
                  <a:gd name="connsiteX3-575" fmla="*/ 792935 w 901862"/>
                  <a:gd name="connsiteY3-576" fmla="*/ 70414 h 460941"/>
                  <a:gd name="connsiteX4-577" fmla="*/ 901862 w 901862"/>
                  <a:gd name="connsiteY4-578" fmla="*/ 156254 h 460941"/>
                  <a:gd name="connsiteX5-579" fmla="*/ 901862 w 901862"/>
                  <a:gd name="connsiteY5-580" fmla="*/ 330042 h 460941"/>
                  <a:gd name="connsiteX6-581" fmla="*/ 834446 w 901862"/>
                  <a:gd name="connsiteY6-582" fmla="*/ 460941 h 460941"/>
                  <a:gd name="connsiteX7-583" fmla="*/ 459752 w 901862"/>
                  <a:gd name="connsiteY7-584" fmla="*/ 336619 h 460941"/>
                  <a:gd name="connsiteX8-585" fmla="*/ 49971 w 901862"/>
                  <a:gd name="connsiteY8-586" fmla="*/ 420666 h 460941"/>
                  <a:gd name="connsiteX9-587" fmla="*/ 0 w 901862"/>
                  <a:gd name="connsiteY9-588" fmla="*/ 330042 h 460941"/>
                  <a:gd name="connsiteX10-589" fmla="*/ 0 w 901862"/>
                  <a:gd name="connsiteY10-590" fmla="*/ 156254 h 460941"/>
                  <a:gd name="connsiteX0-591" fmla="*/ 0 w 901862"/>
                  <a:gd name="connsiteY0-592" fmla="*/ 156254 h 518129"/>
                  <a:gd name="connsiteX1-593" fmla="*/ 45639 w 901862"/>
                  <a:gd name="connsiteY1-594" fmla="*/ 0 h 518129"/>
                  <a:gd name="connsiteX2-595" fmla="*/ 408216 w 901862"/>
                  <a:gd name="connsiteY2-596" fmla="*/ 189898 h 518129"/>
                  <a:gd name="connsiteX3-597" fmla="*/ 792935 w 901862"/>
                  <a:gd name="connsiteY3-598" fmla="*/ 70414 h 518129"/>
                  <a:gd name="connsiteX4-599" fmla="*/ 901862 w 901862"/>
                  <a:gd name="connsiteY4-600" fmla="*/ 156254 h 518129"/>
                  <a:gd name="connsiteX5-601" fmla="*/ 901862 w 901862"/>
                  <a:gd name="connsiteY5-602" fmla="*/ 330042 h 518129"/>
                  <a:gd name="connsiteX6-603" fmla="*/ 820718 w 901862"/>
                  <a:gd name="connsiteY6-604" fmla="*/ 518129 h 518129"/>
                  <a:gd name="connsiteX7-605" fmla="*/ 459752 w 901862"/>
                  <a:gd name="connsiteY7-606" fmla="*/ 336619 h 518129"/>
                  <a:gd name="connsiteX8-607" fmla="*/ 49971 w 901862"/>
                  <a:gd name="connsiteY8-608" fmla="*/ 420666 h 518129"/>
                  <a:gd name="connsiteX9-609" fmla="*/ 0 w 901862"/>
                  <a:gd name="connsiteY9-610" fmla="*/ 330042 h 518129"/>
                  <a:gd name="connsiteX10-611" fmla="*/ 0 w 901862"/>
                  <a:gd name="connsiteY10-612" fmla="*/ 156254 h 518129"/>
                  <a:gd name="connsiteX0-613" fmla="*/ 0 w 901862"/>
                  <a:gd name="connsiteY0-614" fmla="*/ 156254 h 518129"/>
                  <a:gd name="connsiteX1-615" fmla="*/ 45639 w 901862"/>
                  <a:gd name="connsiteY1-616" fmla="*/ 0 h 518129"/>
                  <a:gd name="connsiteX2-617" fmla="*/ 408216 w 901862"/>
                  <a:gd name="connsiteY2-618" fmla="*/ 189898 h 518129"/>
                  <a:gd name="connsiteX3-619" fmla="*/ 792935 w 901862"/>
                  <a:gd name="connsiteY3-620" fmla="*/ 70414 h 518129"/>
                  <a:gd name="connsiteX4-621" fmla="*/ 901862 w 901862"/>
                  <a:gd name="connsiteY4-622" fmla="*/ 156254 h 518129"/>
                  <a:gd name="connsiteX5-623" fmla="*/ 901862 w 901862"/>
                  <a:gd name="connsiteY5-624" fmla="*/ 330042 h 518129"/>
                  <a:gd name="connsiteX6-625" fmla="*/ 820718 w 901862"/>
                  <a:gd name="connsiteY6-626" fmla="*/ 518129 h 518129"/>
                  <a:gd name="connsiteX7-627" fmla="*/ 459752 w 901862"/>
                  <a:gd name="connsiteY7-628" fmla="*/ 336619 h 518129"/>
                  <a:gd name="connsiteX8-629" fmla="*/ 49971 w 901862"/>
                  <a:gd name="connsiteY8-630" fmla="*/ 420666 h 518129"/>
                  <a:gd name="connsiteX9-631" fmla="*/ 0 w 901862"/>
                  <a:gd name="connsiteY9-632" fmla="*/ 330042 h 518129"/>
                  <a:gd name="connsiteX10-633" fmla="*/ 0 w 901862"/>
                  <a:gd name="connsiteY10-634" fmla="*/ 156254 h 518129"/>
                  <a:gd name="connsiteX0-635" fmla="*/ 0 w 901862"/>
                  <a:gd name="connsiteY0-636" fmla="*/ 156254 h 518129"/>
                  <a:gd name="connsiteX1-637" fmla="*/ 45639 w 901862"/>
                  <a:gd name="connsiteY1-638" fmla="*/ 0 h 518129"/>
                  <a:gd name="connsiteX2-639" fmla="*/ 408216 w 901862"/>
                  <a:gd name="connsiteY2-640" fmla="*/ 189898 h 518129"/>
                  <a:gd name="connsiteX3-641" fmla="*/ 792935 w 901862"/>
                  <a:gd name="connsiteY3-642" fmla="*/ 70414 h 518129"/>
                  <a:gd name="connsiteX4-643" fmla="*/ 901862 w 901862"/>
                  <a:gd name="connsiteY4-644" fmla="*/ 156254 h 518129"/>
                  <a:gd name="connsiteX5-645" fmla="*/ 901862 w 901862"/>
                  <a:gd name="connsiteY5-646" fmla="*/ 330042 h 518129"/>
                  <a:gd name="connsiteX6-647" fmla="*/ 820718 w 901862"/>
                  <a:gd name="connsiteY6-648" fmla="*/ 518129 h 518129"/>
                  <a:gd name="connsiteX7-649" fmla="*/ 449618 w 901862"/>
                  <a:gd name="connsiteY7-650" fmla="*/ 343309 h 518129"/>
                  <a:gd name="connsiteX8-651" fmla="*/ 49971 w 901862"/>
                  <a:gd name="connsiteY8-652" fmla="*/ 420666 h 518129"/>
                  <a:gd name="connsiteX9-653" fmla="*/ 0 w 901862"/>
                  <a:gd name="connsiteY9-654" fmla="*/ 330042 h 518129"/>
                  <a:gd name="connsiteX10-655" fmla="*/ 0 w 901862"/>
                  <a:gd name="connsiteY10-656" fmla="*/ 156254 h 518129"/>
                  <a:gd name="connsiteX0-657" fmla="*/ 0 w 901862"/>
                  <a:gd name="connsiteY0-658" fmla="*/ 156254 h 518129"/>
                  <a:gd name="connsiteX1-659" fmla="*/ 45639 w 901862"/>
                  <a:gd name="connsiteY1-660" fmla="*/ 0 h 518129"/>
                  <a:gd name="connsiteX2-661" fmla="*/ 408216 w 901862"/>
                  <a:gd name="connsiteY2-662" fmla="*/ 189898 h 518129"/>
                  <a:gd name="connsiteX3-663" fmla="*/ 792935 w 901862"/>
                  <a:gd name="connsiteY3-664" fmla="*/ 70414 h 518129"/>
                  <a:gd name="connsiteX4-665" fmla="*/ 901862 w 901862"/>
                  <a:gd name="connsiteY4-666" fmla="*/ 156254 h 518129"/>
                  <a:gd name="connsiteX5-667" fmla="*/ 901862 w 901862"/>
                  <a:gd name="connsiteY5-668" fmla="*/ 330042 h 518129"/>
                  <a:gd name="connsiteX6-669" fmla="*/ 820718 w 901862"/>
                  <a:gd name="connsiteY6-670" fmla="*/ 518129 h 518129"/>
                  <a:gd name="connsiteX7-671" fmla="*/ 449618 w 901862"/>
                  <a:gd name="connsiteY7-672" fmla="*/ 343309 h 518129"/>
                  <a:gd name="connsiteX8-673" fmla="*/ 53233 w 901862"/>
                  <a:gd name="connsiteY8-674" fmla="*/ 444254 h 518129"/>
                  <a:gd name="connsiteX9-675" fmla="*/ 0 w 901862"/>
                  <a:gd name="connsiteY9-676" fmla="*/ 330042 h 518129"/>
                  <a:gd name="connsiteX10-677" fmla="*/ 0 w 901862"/>
                  <a:gd name="connsiteY10-678" fmla="*/ 156254 h 518129"/>
                  <a:gd name="connsiteX0-679" fmla="*/ 0 w 901862"/>
                  <a:gd name="connsiteY0-680" fmla="*/ 156254 h 518129"/>
                  <a:gd name="connsiteX1-681" fmla="*/ 45639 w 901862"/>
                  <a:gd name="connsiteY1-682" fmla="*/ 0 h 518129"/>
                  <a:gd name="connsiteX2-683" fmla="*/ 408216 w 901862"/>
                  <a:gd name="connsiteY2-684" fmla="*/ 189898 h 518129"/>
                  <a:gd name="connsiteX3-685" fmla="*/ 792935 w 901862"/>
                  <a:gd name="connsiteY3-686" fmla="*/ 70414 h 518129"/>
                  <a:gd name="connsiteX4-687" fmla="*/ 901862 w 901862"/>
                  <a:gd name="connsiteY4-688" fmla="*/ 156254 h 518129"/>
                  <a:gd name="connsiteX5-689" fmla="*/ 901862 w 901862"/>
                  <a:gd name="connsiteY5-690" fmla="*/ 330042 h 518129"/>
                  <a:gd name="connsiteX6-691" fmla="*/ 820718 w 901862"/>
                  <a:gd name="connsiteY6-692" fmla="*/ 518129 h 518129"/>
                  <a:gd name="connsiteX7-693" fmla="*/ 449618 w 901862"/>
                  <a:gd name="connsiteY7-694" fmla="*/ 343309 h 518129"/>
                  <a:gd name="connsiteX8-695" fmla="*/ 53233 w 901862"/>
                  <a:gd name="connsiteY8-696" fmla="*/ 444254 h 518129"/>
                  <a:gd name="connsiteX9-697" fmla="*/ 0 w 901862"/>
                  <a:gd name="connsiteY9-698" fmla="*/ 330042 h 518129"/>
                  <a:gd name="connsiteX10-699" fmla="*/ 0 w 901862"/>
                  <a:gd name="connsiteY10-700" fmla="*/ 156254 h 518129"/>
                  <a:gd name="connsiteX0-701" fmla="*/ 0 w 901862"/>
                  <a:gd name="connsiteY0-702" fmla="*/ 156254 h 518129"/>
                  <a:gd name="connsiteX1-703" fmla="*/ 45639 w 901862"/>
                  <a:gd name="connsiteY1-704" fmla="*/ 0 h 518129"/>
                  <a:gd name="connsiteX2-705" fmla="*/ 408216 w 901862"/>
                  <a:gd name="connsiteY2-706" fmla="*/ 189898 h 518129"/>
                  <a:gd name="connsiteX3-707" fmla="*/ 792935 w 901862"/>
                  <a:gd name="connsiteY3-708" fmla="*/ 70414 h 518129"/>
                  <a:gd name="connsiteX4-709" fmla="*/ 901862 w 901862"/>
                  <a:gd name="connsiteY4-710" fmla="*/ 156254 h 518129"/>
                  <a:gd name="connsiteX5-711" fmla="*/ 901862 w 901862"/>
                  <a:gd name="connsiteY5-712" fmla="*/ 330042 h 518129"/>
                  <a:gd name="connsiteX6-713" fmla="*/ 820718 w 901862"/>
                  <a:gd name="connsiteY6-714" fmla="*/ 518129 h 518129"/>
                  <a:gd name="connsiteX7-715" fmla="*/ 449618 w 901862"/>
                  <a:gd name="connsiteY7-716" fmla="*/ 343309 h 518129"/>
                  <a:gd name="connsiteX8-717" fmla="*/ 53233 w 901862"/>
                  <a:gd name="connsiteY8-718" fmla="*/ 444254 h 518129"/>
                  <a:gd name="connsiteX9-719" fmla="*/ 0 w 901862"/>
                  <a:gd name="connsiteY9-720" fmla="*/ 330042 h 518129"/>
                  <a:gd name="connsiteX10-721" fmla="*/ 0 w 901862"/>
                  <a:gd name="connsiteY10-722" fmla="*/ 156254 h 518129"/>
                  <a:gd name="connsiteX0-723" fmla="*/ 0 w 901862"/>
                  <a:gd name="connsiteY0-724" fmla="*/ 156254 h 518129"/>
                  <a:gd name="connsiteX1-725" fmla="*/ 45639 w 901862"/>
                  <a:gd name="connsiteY1-726" fmla="*/ 0 h 518129"/>
                  <a:gd name="connsiteX2-727" fmla="*/ 408216 w 901862"/>
                  <a:gd name="connsiteY2-728" fmla="*/ 189898 h 518129"/>
                  <a:gd name="connsiteX3-729" fmla="*/ 792935 w 901862"/>
                  <a:gd name="connsiteY3-730" fmla="*/ 70414 h 518129"/>
                  <a:gd name="connsiteX4-731" fmla="*/ 901862 w 901862"/>
                  <a:gd name="connsiteY4-732" fmla="*/ 156254 h 518129"/>
                  <a:gd name="connsiteX5-733" fmla="*/ 901862 w 901862"/>
                  <a:gd name="connsiteY5-734" fmla="*/ 330042 h 518129"/>
                  <a:gd name="connsiteX6-735" fmla="*/ 820718 w 901862"/>
                  <a:gd name="connsiteY6-736" fmla="*/ 518129 h 518129"/>
                  <a:gd name="connsiteX7-737" fmla="*/ 449618 w 901862"/>
                  <a:gd name="connsiteY7-738" fmla="*/ 343309 h 518129"/>
                  <a:gd name="connsiteX8-739" fmla="*/ 53233 w 901862"/>
                  <a:gd name="connsiteY8-740" fmla="*/ 444254 h 518129"/>
                  <a:gd name="connsiteX9-741" fmla="*/ 0 w 901862"/>
                  <a:gd name="connsiteY9-742" fmla="*/ 330042 h 518129"/>
                  <a:gd name="connsiteX10-743" fmla="*/ 0 w 901862"/>
                  <a:gd name="connsiteY10-744" fmla="*/ 156254 h 518129"/>
                  <a:gd name="connsiteX0-745" fmla="*/ 0 w 901862"/>
                  <a:gd name="connsiteY0-746" fmla="*/ 156254 h 518129"/>
                  <a:gd name="connsiteX1-747" fmla="*/ 45639 w 901862"/>
                  <a:gd name="connsiteY1-748" fmla="*/ 0 h 518129"/>
                  <a:gd name="connsiteX2-749" fmla="*/ 408216 w 901862"/>
                  <a:gd name="connsiteY2-750" fmla="*/ 189898 h 518129"/>
                  <a:gd name="connsiteX3-751" fmla="*/ 792935 w 901862"/>
                  <a:gd name="connsiteY3-752" fmla="*/ 70414 h 518129"/>
                  <a:gd name="connsiteX4-753" fmla="*/ 901862 w 901862"/>
                  <a:gd name="connsiteY4-754" fmla="*/ 156254 h 518129"/>
                  <a:gd name="connsiteX5-755" fmla="*/ 901862 w 901862"/>
                  <a:gd name="connsiteY5-756" fmla="*/ 330042 h 518129"/>
                  <a:gd name="connsiteX6-757" fmla="*/ 820718 w 901862"/>
                  <a:gd name="connsiteY6-758" fmla="*/ 518129 h 518129"/>
                  <a:gd name="connsiteX7-759" fmla="*/ 449618 w 901862"/>
                  <a:gd name="connsiteY7-760" fmla="*/ 343309 h 518129"/>
                  <a:gd name="connsiteX8-761" fmla="*/ 53233 w 901862"/>
                  <a:gd name="connsiteY8-762" fmla="*/ 444254 h 518129"/>
                  <a:gd name="connsiteX9-763" fmla="*/ 0 w 901862"/>
                  <a:gd name="connsiteY9-764" fmla="*/ 330042 h 518129"/>
                  <a:gd name="connsiteX10-765" fmla="*/ 0 w 901862"/>
                  <a:gd name="connsiteY10-766" fmla="*/ 156254 h 518129"/>
                  <a:gd name="connsiteX0-767" fmla="*/ 0 w 901862"/>
                  <a:gd name="connsiteY0-768" fmla="*/ 171490 h 533365"/>
                  <a:gd name="connsiteX1-769" fmla="*/ 27185 w 901862"/>
                  <a:gd name="connsiteY1-770" fmla="*/ 0 h 533365"/>
                  <a:gd name="connsiteX2-771" fmla="*/ 408216 w 901862"/>
                  <a:gd name="connsiteY2-772" fmla="*/ 205134 h 533365"/>
                  <a:gd name="connsiteX3-773" fmla="*/ 792935 w 901862"/>
                  <a:gd name="connsiteY3-774" fmla="*/ 85650 h 533365"/>
                  <a:gd name="connsiteX4-775" fmla="*/ 901862 w 901862"/>
                  <a:gd name="connsiteY4-776" fmla="*/ 171490 h 533365"/>
                  <a:gd name="connsiteX5-777" fmla="*/ 901862 w 901862"/>
                  <a:gd name="connsiteY5-778" fmla="*/ 345278 h 533365"/>
                  <a:gd name="connsiteX6-779" fmla="*/ 820718 w 901862"/>
                  <a:gd name="connsiteY6-780" fmla="*/ 533365 h 533365"/>
                  <a:gd name="connsiteX7-781" fmla="*/ 449618 w 901862"/>
                  <a:gd name="connsiteY7-782" fmla="*/ 358545 h 533365"/>
                  <a:gd name="connsiteX8-783" fmla="*/ 53233 w 901862"/>
                  <a:gd name="connsiteY8-784" fmla="*/ 459490 h 533365"/>
                  <a:gd name="connsiteX9-785" fmla="*/ 0 w 901862"/>
                  <a:gd name="connsiteY9-786" fmla="*/ 345278 h 533365"/>
                  <a:gd name="connsiteX10-787" fmla="*/ 0 w 901862"/>
                  <a:gd name="connsiteY10-788" fmla="*/ 171490 h 53336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37" y="connsiteY9-38"/>
                  </a:cxn>
                  <a:cxn ang="0">
                    <a:pos x="connsiteX10-479" y="connsiteY10-480"/>
                  </a:cxn>
                </a:cxnLst>
                <a:rect l="l" t="t" r="r" b="b"/>
                <a:pathLst>
                  <a:path w="901862" h="533365">
                    <a:moveTo>
                      <a:pt x="0" y="171490"/>
                    </a:moveTo>
                    <a:cubicBezTo>
                      <a:pt x="0" y="147494"/>
                      <a:pt x="3189" y="0"/>
                      <a:pt x="27185" y="0"/>
                    </a:cubicBezTo>
                    <a:cubicBezTo>
                      <a:pt x="108606" y="96799"/>
                      <a:pt x="280591" y="190859"/>
                      <a:pt x="408216" y="205134"/>
                    </a:cubicBezTo>
                    <a:cubicBezTo>
                      <a:pt x="535841" y="219409"/>
                      <a:pt x="638523" y="203937"/>
                      <a:pt x="792935" y="85650"/>
                    </a:cubicBezTo>
                    <a:cubicBezTo>
                      <a:pt x="816931" y="85650"/>
                      <a:pt x="901862" y="147494"/>
                      <a:pt x="901862" y="171490"/>
                    </a:cubicBezTo>
                    <a:lnTo>
                      <a:pt x="901862" y="345278"/>
                    </a:lnTo>
                    <a:cubicBezTo>
                      <a:pt x="901862" y="369274"/>
                      <a:pt x="844714" y="533365"/>
                      <a:pt x="820718" y="533365"/>
                    </a:cubicBezTo>
                    <a:cubicBezTo>
                      <a:pt x="658038" y="406441"/>
                      <a:pt x="577532" y="370857"/>
                      <a:pt x="449618" y="358545"/>
                    </a:cubicBezTo>
                    <a:cubicBezTo>
                      <a:pt x="321704" y="346233"/>
                      <a:pt x="129858" y="460586"/>
                      <a:pt x="53233" y="459490"/>
                    </a:cubicBezTo>
                    <a:cubicBezTo>
                      <a:pt x="29237" y="459490"/>
                      <a:pt x="0" y="369274"/>
                      <a:pt x="0" y="345278"/>
                    </a:cubicBezTo>
                    <a:lnTo>
                      <a:pt x="0" y="171490"/>
                    </a:lnTo>
                    <a:close/>
                  </a:path>
                </a:pathLst>
              </a:custGeom>
              <a:solidFill>
                <a:srgbClr val="B400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阿里巴巴普惠体 Medium"/>
                  <a:cs typeface="阿里巴巴普惠体 Medium"/>
                  <a:sym typeface="Arial"/>
                </a:endParaRPr>
              </a:p>
            </p:txBody>
          </p:sp>
          <p:sp>
            <p:nvSpPr>
              <p:cNvPr id="27" name="图形"/>
              <p:cNvSpPr/>
              <p:nvPr>
                <p:custDataLst>
                  <p:tags r:id="R84efce84c4a24efc"/>
                </p:custDataLst>
              </p:nvPr>
            </p:nvSpPr>
            <p:spPr>
              <a:xfrm rot="18884531">
                <a:off x="14714" y="3985"/>
                <a:ext cx="1315" cy="778"/>
              </a:xfrm>
              <a:custGeom>
                <a:avLst/>
                <a:gdLst>
                  <a:gd name="connsiteX0" fmla="*/ 0 w 901862"/>
                  <a:gd name="connsiteY0" fmla="*/ 43448 h 260684"/>
                  <a:gd name="connsiteX1" fmla="*/ 43448 w 901862"/>
                  <a:gd name="connsiteY1" fmla="*/ 0 h 260684"/>
                  <a:gd name="connsiteX2" fmla="*/ 858414 w 901862"/>
                  <a:gd name="connsiteY2" fmla="*/ 0 h 260684"/>
                  <a:gd name="connsiteX3" fmla="*/ 901862 w 901862"/>
                  <a:gd name="connsiteY3" fmla="*/ 43448 h 260684"/>
                  <a:gd name="connsiteX4" fmla="*/ 901862 w 901862"/>
                  <a:gd name="connsiteY4" fmla="*/ 217236 h 260684"/>
                  <a:gd name="connsiteX5" fmla="*/ 858414 w 901862"/>
                  <a:gd name="connsiteY5" fmla="*/ 260684 h 260684"/>
                  <a:gd name="connsiteX6" fmla="*/ 43448 w 901862"/>
                  <a:gd name="connsiteY6" fmla="*/ 260684 h 260684"/>
                  <a:gd name="connsiteX7" fmla="*/ 0 w 901862"/>
                  <a:gd name="connsiteY7" fmla="*/ 217236 h 260684"/>
                  <a:gd name="connsiteX8" fmla="*/ 0 w 901862"/>
                  <a:gd name="connsiteY8" fmla="*/ 43448 h 260684"/>
                  <a:gd name="connsiteX0-1" fmla="*/ 0 w 901862"/>
                  <a:gd name="connsiteY0-2" fmla="*/ 43539 h 260775"/>
                  <a:gd name="connsiteX1-3" fmla="*/ 43448 w 901862"/>
                  <a:gd name="connsiteY1-4" fmla="*/ 91 h 260775"/>
                  <a:gd name="connsiteX2-5" fmla="*/ 469179 w 901862"/>
                  <a:gd name="connsiteY2-6" fmla="*/ 0 h 260775"/>
                  <a:gd name="connsiteX3-7" fmla="*/ 858414 w 901862"/>
                  <a:gd name="connsiteY3-8" fmla="*/ 91 h 260775"/>
                  <a:gd name="connsiteX4-9" fmla="*/ 901862 w 901862"/>
                  <a:gd name="connsiteY4-10" fmla="*/ 43539 h 260775"/>
                  <a:gd name="connsiteX5-11" fmla="*/ 901862 w 901862"/>
                  <a:gd name="connsiteY5-12" fmla="*/ 217327 h 260775"/>
                  <a:gd name="connsiteX6-13" fmla="*/ 858414 w 901862"/>
                  <a:gd name="connsiteY6-14" fmla="*/ 260775 h 260775"/>
                  <a:gd name="connsiteX7-15" fmla="*/ 43448 w 901862"/>
                  <a:gd name="connsiteY7-16" fmla="*/ 260775 h 260775"/>
                  <a:gd name="connsiteX8-17" fmla="*/ 0 w 901862"/>
                  <a:gd name="connsiteY8-18" fmla="*/ 217327 h 260775"/>
                  <a:gd name="connsiteX9" fmla="*/ 0 w 901862"/>
                  <a:gd name="connsiteY9" fmla="*/ 43539 h 260775"/>
                  <a:gd name="connsiteX0-19" fmla="*/ 0 w 901862"/>
                  <a:gd name="connsiteY0-20" fmla="*/ 43448 h 260684"/>
                  <a:gd name="connsiteX1-21" fmla="*/ 43448 w 901862"/>
                  <a:gd name="connsiteY1-22" fmla="*/ 0 h 260684"/>
                  <a:gd name="connsiteX2-23" fmla="*/ 441588 w 901862"/>
                  <a:gd name="connsiteY2-24" fmla="*/ 144593 h 260684"/>
                  <a:gd name="connsiteX3-25" fmla="*/ 858414 w 901862"/>
                  <a:gd name="connsiteY3-26" fmla="*/ 0 h 260684"/>
                  <a:gd name="connsiteX4-27" fmla="*/ 901862 w 901862"/>
                  <a:gd name="connsiteY4-28" fmla="*/ 43448 h 260684"/>
                  <a:gd name="connsiteX5-29" fmla="*/ 901862 w 901862"/>
                  <a:gd name="connsiteY5-30" fmla="*/ 217236 h 260684"/>
                  <a:gd name="connsiteX6-31" fmla="*/ 858414 w 901862"/>
                  <a:gd name="connsiteY6-32" fmla="*/ 260684 h 260684"/>
                  <a:gd name="connsiteX7-33" fmla="*/ 43448 w 901862"/>
                  <a:gd name="connsiteY7-34" fmla="*/ 260684 h 260684"/>
                  <a:gd name="connsiteX8-35" fmla="*/ 0 w 901862"/>
                  <a:gd name="connsiteY8-36" fmla="*/ 217236 h 260684"/>
                  <a:gd name="connsiteX9-37" fmla="*/ 0 w 901862"/>
                  <a:gd name="connsiteY9-38" fmla="*/ 43448 h 260684"/>
                  <a:gd name="connsiteX0-39" fmla="*/ 0 w 901862"/>
                  <a:gd name="connsiteY0-40" fmla="*/ 43448 h 260684"/>
                  <a:gd name="connsiteX1-41" fmla="*/ 43448 w 901862"/>
                  <a:gd name="connsiteY1-42" fmla="*/ 0 h 260684"/>
                  <a:gd name="connsiteX2-43" fmla="*/ 446920 w 901862"/>
                  <a:gd name="connsiteY2-44" fmla="*/ 82317 h 260684"/>
                  <a:gd name="connsiteX3-45" fmla="*/ 858414 w 901862"/>
                  <a:gd name="connsiteY3-46" fmla="*/ 0 h 260684"/>
                  <a:gd name="connsiteX4-47" fmla="*/ 901862 w 901862"/>
                  <a:gd name="connsiteY4-48" fmla="*/ 43448 h 260684"/>
                  <a:gd name="connsiteX5-49" fmla="*/ 901862 w 901862"/>
                  <a:gd name="connsiteY5-50" fmla="*/ 217236 h 260684"/>
                  <a:gd name="connsiteX6-51" fmla="*/ 858414 w 901862"/>
                  <a:gd name="connsiteY6-52" fmla="*/ 260684 h 260684"/>
                  <a:gd name="connsiteX7-53" fmla="*/ 43448 w 901862"/>
                  <a:gd name="connsiteY7-54" fmla="*/ 260684 h 260684"/>
                  <a:gd name="connsiteX8-55" fmla="*/ 0 w 901862"/>
                  <a:gd name="connsiteY8-56" fmla="*/ 217236 h 260684"/>
                  <a:gd name="connsiteX9-57" fmla="*/ 0 w 901862"/>
                  <a:gd name="connsiteY9-58" fmla="*/ 43448 h 260684"/>
                  <a:gd name="connsiteX0-59" fmla="*/ 0 w 901862"/>
                  <a:gd name="connsiteY0-60" fmla="*/ 43448 h 260684"/>
                  <a:gd name="connsiteX1-61" fmla="*/ 43448 w 901862"/>
                  <a:gd name="connsiteY1-62" fmla="*/ 0 h 260684"/>
                  <a:gd name="connsiteX2-63" fmla="*/ 446920 w 901862"/>
                  <a:gd name="connsiteY2-64" fmla="*/ 82317 h 260684"/>
                  <a:gd name="connsiteX3-65" fmla="*/ 858414 w 901862"/>
                  <a:gd name="connsiteY3-66" fmla="*/ 0 h 260684"/>
                  <a:gd name="connsiteX4-67" fmla="*/ 901862 w 901862"/>
                  <a:gd name="connsiteY4-68" fmla="*/ 43448 h 260684"/>
                  <a:gd name="connsiteX5-69" fmla="*/ 901862 w 901862"/>
                  <a:gd name="connsiteY5-70" fmla="*/ 217236 h 260684"/>
                  <a:gd name="connsiteX6-71" fmla="*/ 858414 w 901862"/>
                  <a:gd name="connsiteY6-72" fmla="*/ 260684 h 260684"/>
                  <a:gd name="connsiteX7-73" fmla="*/ 43448 w 901862"/>
                  <a:gd name="connsiteY7-74" fmla="*/ 260684 h 260684"/>
                  <a:gd name="connsiteX8-75" fmla="*/ 0 w 901862"/>
                  <a:gd name="connsiteY8-76" fmla="*/ 217236 h 260684"/>
                  <a:gd name="connsiteX9-77" fmla="*/ 0 w 901862"/>
                  <a:gd name="connsiteY9-78" fmla="*/ 43448 h 260684"/>
                  <a:gd name="connsiteX0-79" fmla="*/ 0 w 901862"/>
                  <a:gd name="connsiteY0-80" fmla="*/ 43448 h 260684"/>
                  <a:gd name="connsiteX1-81" fmla="*/ 43448 w 901862"/>
                  <a:gd name="connsiteY1-82" fmla="*/ 0 h 260684"/>
                  <a:gd name="connsiteX2-83" fmla="*/ 446920 w 901862"/>
                  <a:gd name="connsiteY2-84" fmla="*/ 82317 h 260684"/>
                  <a:gd name="connsiteX3-85" fmla="*/ 858414 w 901862"/>
                  <a:gd name="connsiteY3-86" fmla="*/ 0 h 260684"/>
                  <a:gd name="connsiteX4-87" fmla="*/ 901862 w 901862"/>
                  <a:gd name="connsiteY4-88" fmla="*/ 43448 h 260684"/>
                  <a:gd name="connsiteX5-89" fmla="*/ 901862 w 901862"/>
                  <a:gd name="connsiteY5-90" fmla="*/ 217236 h 260684"/>
                  <a:gd name="connsiteX6-91" fmla="*/ 858414 w 901862"/>
                  <a:gd name="connsiteY6-92" fmla="*/ 260684 h 260684"/>
                  <a:gd name="connsiteX7-93" fmla="*/ 43448 w 901862"/>
                  <a:gd name="connsiteY7-94" fmla="*/ 260684 h 260684"/>
                  <a:gd name="connsiteX8-95" fmla="*/ 0 w 901862"/>
                  <a:gd name="connsiteY8-96" fmla="*/ 217236 h 260684"/>
                  <a:gd name="connsiteX9-97" fmla="*/ 0 w 901862"/>
                  <a:gd name="connsiteY9-98" fmla="*/ 43448 h 260684"/>
                  <a:gd name="connsiteX0-99" fmla="*/ 0 w 901862"/>
                  <a:gd name="connsiteY0-100" fmla="*/ 90518 h 307754"/>
                  <a:gd name="connsiteX1-101" fmla="*/ 60498 w 901862"/>
                  <a:gd name="connsiteY1-102" fmla="*/ 0 h 307754"/>
                  <a:gd name="connsiteX2-103" fmla="*/ 446920 w 901862"/>
                  <a:gd name="connsiteY2-104" fmla="*/ 129387 h 307754"/>
                  <a:gd name="connsiteX3-105" fmla="*/ 858414 w 901862"/>
                  <a:gd name="connsiteY3-106" fmla="*/ 47070 h 307754"/>
                  <a:gd name="connsiteX4-107" fmla="*/ 901862 w 901862"/>
                  <a:gd name="connsiteY4-108" fmla="*/ 90518 h 307754"/>
                  <a:gd name="connsiteX5-109" fmla="*/ 901862 w 901862"/>
                  <a:gd name="connsiteY5-110" fmla="*/ 264306 h 307754"/>
                  <a:gd name="connsiteX6-111" fmla="*/ 858414 w 901862"/>
                  <a:gd name="connsiteY6-112" fmla="*/ 307754 h 307754"/>
                  <a:gd name="connsiteX7-113" fmla="*/ 43448 w 901862"/>
                  <a:gd name="connsiteY7-114" fmla="*/ 307754 h 307754"/>
                  <a:gd name="connsiteX8-115" fmla="*/ 0 w 901862"/>
                  <a:gd name="connsiteY8-116" fmla="*/ 264306 h 307754"/>
                  <a:gd name="connsiteX9-117" fmla="*/ 0 w 901862"/>
                  <a:gd name="connsiteY9-118" fmla="*/ 90518 h 307754"/>
                  <a:gd name="connsiteX0-119" fmla="*/ 0 w 901862"/>
                  <a:gd name="connsiteY0-120" fmla="*/ 90518 h 307754"/>
                  <a:gd name="connsiteX1-121" fmla="*/ 60498 w 901862"/>
                  <a:gd name="connsiteY1-122" fmla="*/ 0 h 307754"/>
                  <a:gd name="connsiteX2-123" fmla="*/ 446920 w 901862"/>
                  <a:gd name="connsiteY2-124" fmla="*/ 129387 h 307754"/>
                  <a:gd name="connsiteX3-125" fmla="*/ 858414 w 901862"/>
                  <a:gd name="connsiteY3-126" fmla="*/ 47070 h 307754"/>
                  <a:gd name="connsiteX4-127" fmla="*/ 901862 w 901862"/>
                  <a:gd name="connsiteY4-128" fmla="*/ 90518 h 307754"/>
                  <a:gd name="connsiteX5-129" fmla="*/ 901862 w 901862"/>
                  <a:gd name="connsiteY5-130" fmla="*/ 264306 h 307754"/>
                  <a:gd name="connsiteX6-131" fmla="*/ 858414 w 901862"/>
                  <a:gd name="connsiteY6-132" fmla="*/ 307754 h 307754"/>
                  <a:gd name="connsiteX7-133" fmla="*/ 43448 w 901862"/>
                  <a:gd name="connsiteY7-134" fmla="*/ 307754 h 307754"/>
                  <a:gd name="connsiteX8-135" fmla="*/ 0 w 901862"/>
                  <a:gd name="connsiteY8-136" fmla="*/ 264306 h 307754"/>
                  <a:gd name="connsiteX9-137" fmla="*/ 0 w 901862"/>
                  <a:gd name="connsiteY9-138" fmla="*/ 90518 h 307754"/>
                  <a:gd name="connsiteX0-139" fmla="*/ 0 w 901862"/>
                  <a:gd name="connsiteY0-140" fmla="*/ 90518 h 307754"/>
                  <a:gd name="connsiteX1-141" fmla="*/ 60498 w 901862"/>
                  <a:gd name="connsiteY1-142" fmla="*/ 0 h 307754"/>
                  <a:gd name="connsiteX2-143" fmla="*/ 446920 w 901862"/>
                  <a:gd name="connsiteY2-144" fmla="*/ 129387 h 307754"/>
                  <a:gd name="connsiteX3-145" fmla="*/ 858414 w 901862"/>
                  <a:gd name="connsiteY3-146" fmla="*/ 47070 h 307754"/>
                  <a:gd name="connsiteX4-147" fmla="*/ 901862 w 901862"/>
                  <a:gd name="connsiteY4-148" fmla="*/ 90518 h 307754"/>
                  <a:gd name="connsiteX5-149" fmla="*/ 901862 w 901862"/>
                  <a:gd name="connsiteY5-150" fmla="*/ 264306 h 307754"/>
                  <a:gd name="connsiteX6-151" fmla="*/ 858414 w 901862"/>
                  <a:gd name="connsiteY6-152" fmla="*/ 307754 h 307754"/>
                  <a:gd name="connsiteX7-153" fmla="*/ 43448 w 901862"/>
                  <a:gd name="connsiteY7-154" fmla="*/ 307754 h 307754"/>
                  <a:gd name="connsiteX8-155" fmla="*/ 0 w 901862"/>
                  <a:gd name="connsiteY8-156" fmla="*/ 264306 h 307754"/>
                  <a:gd name="connsiteX9-157" fmla="*/ 0 w 901862"/>
                  <a:gd name="connsiteY9-158" fmla="*/ 90518 h 307754"/>
                  <a:gd name="connsiteX0-159" fmla="*/ 0 w 901862"/>
                  <a:gd name="connsiteY0-160" fmla="*/ 109063 h 326299"/>
                  <a:gd name="connsiteX1-161" fmla="*/ 55530 w 901862"/>
                  <a:gd name="connsiteY1-162" fmla="*/ 0 h 326299"/>
                  <a:gd name="connsiteX2-163" fmla="*/ 446920 w 901862"/>
                  <a:gd name="connsiteY2-164" fmla="*/ 147932 h 326299"/>
                  <a:gd name="connsiteX3-165" fmla="*/ 858414 w 901862"/>
                  <a:gd name="connsiteY3-166" fmla="*/ 65615 h 326299"/>
                  <a:gd name="connsiteX4-167" fmla="*/ 901862 w 901862"/>
                  <a:gd name="connsiteY4-168" fmla="*/ 109063 h 326299"/>
                  <a:gd name="connsiteX5-169" fmla="*/ 901862 w 901862"/>
                  <a:gd name="connsiteY5-170" fmla="*/ 282851 h 326299"/>
                  <a:gd name="connsiteX6-171" fmla="*/ 858414 w 901862"/>
                  <a:gd name="connsiteY6-172" fmla="*/ 326299 h 326299"/>
                  <a:gd name="connsiteX7-173" fmla="*/ 43448 w 901862"/>
                  <a:gd name="connsiteY7-174" fmla="*/ 326299 h 326299"/>
                  <a:gd name="connsiteX8-175" fmla="*/ 0 w 901862"/>
                  <a:gd name="connsiteY8-176" fmla="*/ 282851 h 326299"/>
                  <a:gd name="connsiteX9-177" fmla="*/ 0 w 901862"/>
                  <a:gd name="connsiteY9-178" fmla="*/ 109063 h 326299"/>
                  <a:gd name="connsiteX0-179" fmla="*/ 0 w 901862"/>
                  <a:gd name="connsiteY0-180" fmla="*/ 109063 h 326299"/>
                  <a:gd name="connsiteX1-181" fmla="*/ 55530 w 901862"/>
                  <a:gd name="connsiteY1-182" fmla="*/ 0 h 326299"/>
                  <a:gd name="connsiteX2-183" fmla="*/ 446920 w 901862"/>
                  <a:gd name="connsiteY2-184" fmla="*/ 147932 h 326299"/>
                  <a:gd name="connsiteX3-185" fmla="*/ 858414 w 901862"/>
                  <a:gd name="connsiteY3-186" fmla="*/ 65615 h 326299"/>
                  <a:gd name="connsiteX4-187" fmla="*/ 901862 w 901862"/>
                  <a:gd name="connsiteY4-188" fmla="*/ 109063 h 326299"/>
                  <a:gd name="connsiteX5-189" fmla="*/ 901862 w 901862"/>
                  <a:gd name="connsiteY5-190" fmla="*/ 282851 h 326299"/>
                  <a:gd name="connsiteX6-191" fmla="*/ 858414 w 901862"/>
                  <a:gd name="connsiteY6-192" fmla="*/ 326299 h 326299"/>
                  <a:gd name="connsiteX7-193" fmla="*/ 43448 w 901862"/>
                  <a:gd name="connsiteY7-194" fmla="*/ 326299 h 326299"/>
                  <a:gd name="connsiteX8-195" fmla="*/ 0 w 901862"/>
                  <a:gd name="connsiteY8-196" fmla="*/ 282851 h 326299"/>
                  <a:gd name="connsiteX9-197" fmla="*/ 0 w 901862"/>
                  <a:gd name="connsiteY9-198" fmla="*/ 109063 h 326299"/>
                  <a:gd name="connsiteX0-199" fmla="*/ 0 w 901862"/>
                  <a:gd name="connsiteY0-200" fmla="*/ 109063 h 326299"/>
                  <a:gd name="connsiteX1-201" fmla="*/ 55530 w 901862"/>
                  <a:gd name="connsiteY1-202" fmla="*/ 0 h 326299"/>
                  <a:gd name="connsiteX2-203" fmla="*/ 446920 w 901862"/>
                  <a:gd name="connsiteY2-204" fmla="*/ 147932 h 326299"/>
                  <a:gd name="connsiteX3-205" fmla="*/ 858414 w 901862"/>
                  <a:gd name="connsiteY3-206" fmla="*/ 65615 h 326299"/>
                  <a:gd name="connsiteX4-207" fmla="*/ 901862 w 901862"/>
                  <a:gd name="connsiteY4-208" fmla="*/ 109063 h 326299"/>
                  <a:gd name="connsiteX5-209" fmla="*/ 901862 w 901862"/>
                  <a:gd name="connsiteY5-210" fmla="*/ 282851 h 326299"/>
                  <a:gd name="connsiteX6-211" fmla="*/ 858414 w 901862"/>
                  <a:gd name="connsiteY6-212" fmla="*/ 326299 h 326299"/>
                  <a:gd name="connsiteX7-213" fmla="*/ 43448 w 901862"/>
                  <a:gd name="connsiteY7-214" fmla="*/ 326299 h 326299"/>
                  <a:gd name="connsiteX8-215" fmla="*/ 0 w 901862"/>
                  <a:gd name="connsiteY8-216" fmla="*/ 282851 h 326299"/>
                  <a:gd name="connsiteX9-217" fmla="*/ 0 w 901862"/>
                  <a:gd name="connsiteY9-218" fmla="*/ 109063 h 326299"/>
                  <a:gd name="connsiteX0-219" fmla="*/ 0 w 901862"/>
                  <a:gd name="connsiteY0-220" fmla="*/ 109063 h 326299"/>
                  <a:gd name="connsiteX1-221" fmla="*/ 55530 w 901862"/>
                  <a:gd name="connsiteY1-222" fmla="*/ 0 h 326299"/>
                  <a:gd name="connsiteX2-223" fmla="*/ 446920 w 901862"/>
                  <a:gd name="connsiteY2-224" fmla="*/ 147932 h 326299"/>
                  <a:gd name="connsiteX3-225" fmla="*/ 858414 w 901862"/>
                  <a:gd name="connsiteY3-226" fmla="*/ 65615 h 326299"/>
                  <a:gd name="connsiteX4-227" fmla="*/ 901862 w 901862"/>
                  <a:gd name="connsiteY4-228" fmla="*/ 109063 h 326299"/>
                  <a:gd name="connsiteX5-229" fmla="*/ 901862 w 901862"/>
                  <a:gd name="connsiteY5-230" fmla="*/ 282851 h 326299"/>
                  <a:gd name="connsiteX6-231" fmla="*/ 858414 w 901862"/>
                  <a:gd name="connsiteY6-232" fmla="*/ 326299 h 326299"/>
                  <a:gd name="connsiteX7-233" fmla="*/ 43448 w 901862"/>
                  <a:gd name="connsiteY7-234" fmla="*/ 326299 h 326299"/>
                  <a:gd name="connsiteX8-235" fmla="*/ 0 w 901862"/>
                  <a:gd name="connsiteY8-236" fmla="*/ 282851 h 326299"/>
                  <a:gd name="connsiteX9-237" fmla="*/ 0 w 901862"/>
                  <a:gd name="connsiteY9-238" fmla="*/ 109063 h 326299"/>
                  <a:gd name="connsiteX0-239" fmla="*/ 0 w 901862"/>
                  <a:gd name="connsiteY0-240" fmla="*/ 109063 h 326299"/>
                  <a:gd name="connsiteX1-241" fmla="*/ 55530 w 901862"/>
                  <a:gd name="connsiteY1-242" fmla="*/ 0 h 326299"/>
                  <a:gd name="connsiteX2-243" fmla="*/ 446920 w 901862"/>
                  <a:gd name="connsiteY2-244" fmla="*/ 147932 h 326299"/>
                  <a:gd name="connsiteX3-245" fmla="*/ 858414 w 901862"/>
                  <a:gd name="connsiteY3-246" fmla="*/ 65615 h 326299"/>
                  <a:gd name="connsiteX4-247" fmla="*/ 901862 w 901862"/>
                  <a:gd name="connsiteY4-248" fmla="*/ 109063 h 326299"/>
                  <a:gd name="connsiteX5-249" fmla="*/ 901862 w 901862"/>
                  <a:gd name="connsiteY5-250" fmla="*/ 282851 h 326299"/>
                  <a:gd name="connsiteX6-251" fmla="*/ 858414 w 901862"/>
                  <a:gd name="connsiteY6-252" fmla="*/ 326299 h 326299"/>
                  <a:gd name="connsiteX7-253" fmla="*/ 43448 w 901862"/>
                  <a:gd name="connsiteY7-254" fmla="*/ 326299 h 326299"/>
                  <a:gd name="connsiteX8-255" fmla="*/ 0 w 901862"/>
                  <a:gd name="connsiteY8-256" fmla="*/ 282851 h 326299"/>
                  <a:gd name="connsiteX9-257" fmla="*/ 0 w 901862"/>
                  <a:gd name="connsiteY9-258" fmla="*/ 109063 h 326299"/>
                  <a:gd name="connsiteX0-259" fmla="*/ 0 w 901862"/>
                  <a:gd name="connsiteY0-260" fmla="*/ 109063 h 326299"/>
                  <a:gd name="connsiteX1-261" fmla="*/ 55530 w 901862"/>
                  <a:gd name="connsiteY1-262" fmla="*/ 0 h 326299"/>
                  <a:gd name="connsiteX2-263" fmla="*/ 408216 w 901862"/>
                  <a:gd name="connsiteY2-264" fmla="*/ 142707 h 326299"/>
                  <a:gd name="connsiteX3-265" fmla="*/ 858414 w 901862"/>
                  <a:gd name="connsiteY3-266" fmla="*/ 65615 h 326299"/>
                  <a:gd name="connsiteX4-267" fmla="*/ 901862 w 901862"/>
                  <a:gd name="connsiteY4-268" fmla="*/ 109063 h 326299"/>
                  <a:gd name="connsiteX5-269" fmla="*/ 901862 w 901862"/>
                  <a:gd name="connsiteY5-270" fmla="*/ 282851 h 326299"/>
                  <a:gd name="connsiteX6-271" fmla="*/ 858414 w 901862"/>
                  <a:gd name="connsiteY6-272" fmla="*/ 326299 h 326299"/>
                  <a:gd name="connsiteX7-273" fmla="*/ 43448 w 901862"/>
                  <a:gd name="connsiteY7-274" fmla="*/ 326299 h 326299"/>
                  <a:gd name="connsiteX8-275" fmla="*/ 0 w 901862"/>
                  <a:gd name="connsiteY8-276" fmla="*/ 282851 h 326299"/>
                  <a:gd name="connsiteX9-277" fmla="*/ 0 w 901862"/>
                  <a:gd name="connsiteY9-278" fmla="*/ 109063 h 326299"/>
                  <a:gd name="connsiteX0-279" fmla="*/ 0 w 901862"/>
                  <a:gd name="connsiteY0-280" fmla="*/ 109063 h 326299"/>
                  <a:gd name="connsiteX1-281" fmla="*/ 55530 w 901862"/>
                  <a:gd name="connsiteY1-282" fmla="*/ 0 h 326299"/>
                  <a:gd name="connsiteX2-283" fmla="*/ 408216 w 901862"/>
                  <a:gd name="connsiteY2-284" fmla="*/ 142707 h 326299"/>
                  <a:gd name="connsiteX3-285" fmla="*/ 856799 w 901862"/>
                  <a:gd name="connsiteY3-286" fmla="*/ 50453 h 326299"/>
                  <a:gd name="connsiteX4-287" fmla="*/ 901862 w 901862"/>
                  <a:gd name="connsiteY4-288" fmla="*/ 109063 h 326299"/>
                  <a:gd name="connsiteX5-289" fmla="*/ 901862 w 901862"/>
                  <a:gd name="connsiteY5-290" fmla="*/ 282851 h 326299"/>
                  <a:gd name="connsiteX6-291" fmla="*/ 858414 w 901862"/>
                  <a:gd name="connsiteY6-292" fmla="*/ 326299 h 326299"/>
                  <a:gd name="connsiteX7-293" fmla="*/ 43448 w 901862"/>
                  <a:gd name="connsiteY7-294" fmla="*/ 326299 h 326299"/>
                  <a:gd name="connsiteX8-295" fmla="*/ 0 w 901862"/>
                  <a:gd name="connsiteY8-296" fmla="*/ 282851 h 326299"/>
                  <a:gd name="connsiteX9-297" fmla="*/ 0 w 901862"/>
                  <a:gd name="connsiteY9-298" fmla="*/ 109063 h 326299"/>
                  <a:gd name="connsiteX0-299" fmla="*/ 0 w 901862"/>
                  <a:gd name="connsiteY0-300" fmla="*/ 109063 h 326299"/>
                  <a:gd name="connsiteX1-301" fmla="*/ 55530 w 901862"/>
                  <a:gd name="connsiteY1-302" fmla="*/ 0 h 326299"/>
                  <a:gd name="connsiteX2-303" fmla="*/ 408216 w 901862"/>
                  <a:gd name="connsiteY2-304" fmla="*/ 142707 h 326299"/>
                  <a:gd name="connsiteX3-305" fmla="*/ 856799 w 901862"/>
                  <a:gd name="connsiteY3-306" fmla="*/ 50453 h 326299"/>
                  <a:gd name="connsiteX4-307" fmla="*/ 901862 w 901862"/>
                  <a:gd name="connsiteY4-308" fmla="*/ 109063 h 326299"/>
                  <a:gd name="connsiteX5-309" fmla="*/ 901862 w 901862"/>
                  <a:gd name="connsiteY5-310" fmla="*/ 282851 h 326299"/>
                  <a:gd name="connsiteX6-311" fmla="*/ 858414 w 901862"/>
                  <a:gd name="connsiteY6-312" fmla="*/ 326299 h 326299"/>
                  <a:gd name="connsiteX7-313" fmla="*/ 43448 w 901862"/>
                  <a:gd name="connsiteY7-314" fmla="*/ 326299 h 326299"/>
                  <a:gd name="connsiteX8-315" fmla="*/ 0 w 901862"/>
                  <a:gd name="connsiteY8-316" fmla="*/ 282851 h 326299"/>
                  <a:gd name="connsiteX9-317" fmla="*/ 0 w 901862"/>
                  <a:gd name="connsiteY9-318" fmla="*/ 109063 h 326299"/>
                  <a:gd name="connsiteX0-319" fmla="*/ 0 w 901862"/>
                  <a:gd name="connsiteY0-320" fmla="*/ 109063 h 326299"/>
                  <a:gd name="connsiteX1-321" fmla="*/ 55530 w 901862"/>
                  <a:gd name="connsiteY1-322" fmla="*/ 0 h 326299"/>
                  <a:gd name="connsiteX2-323" fmla="*/ 408216 w 901862"/>
                  <a:gd name="connsiteY2-324" fmla="*/ 142707 h 326299"/>
                  <a:gd name="connsiteX3-325" fmla="*/ 803023 w 901862"/>
                  <a:gd name="connsiteY3-326" fmla="*/ 26637 h 326299"/>
                  <a:gd name="connsiteX4-327" fmla="*/ 901862 w 901862"/>
                  <a:gd name="connsiteY4-328" fmla="*/ 109063 h 326299"/>
                  <a:gd name="connsiteX5-329" fmla="*/ 901862 w 901862"/>
                  <a:gd name="connsiteY5-330" fmla="*/ 282851 h 326299"/>
                  <a:gd name="connsiteX6-331" fmla="*/ 858414 w 901862"/>
                  <a:gd name="connsiteY6-332" fmla="*/ 326299 h 326299"/>
                  <a:gd name="connsiteX7-333" fmla="*/ 43448 w 901862"/>
                  <a:gd name="connsiteY7-334" fmla="*/ 326299 h 326299"/>
                  <a:gd name="connsiteX8-335" fmla="*/ 0 w 901862"/>
                  <a:gd name="connsiteY8-336" fmla="*/ 282851 h 326299"/>
                  <a:gd name="connsiteX9-337" fmla="*/ 0 w 901862"/>
                  <a:gd name="connsiteY9-338" fmla="*/ 109063 h 326299"/>
                  <a:gd name="connsiteX0-339" fmla="*/ 0 w 901862"/>
                  <a:gd name="connsiteY0-340" fmla="*/ 109063 h 326299"/>
                  <a:gd name="connsiteX1-341" fmla="*/ 55530 w 901862"/>
                  <a:gd name="connsiteY1-342" fmla="*/ 0 h 326299"/>
                  <a:gd name="connsiteX2-343" fmla="*/ 408216 w 901862"/>
                  <a:gd name="connsiteY2-344" fmla="*/ 142707 h 326299"/>
                  <a:gd name="connsiteX3-345" fmla="*/ 809712 w 901862"/>
                  <a:gd name="connsiteY3-346" fmla="*/ 36769 h 326299"/>
                  <a:gd name="connsiteX4-347" fmla="*/ 901862 w 901862"/>
                  <a:gd name="connsiteY4-348" fmla="*/ 109063 h 326299"/>
                  <a:gd name="connsiteX5-349" fmla="*/ 901862 w 901862"/>
                  <a:gd name="connsiteY5-350" fmla="*/ 282851 h 326299"/>
                  <a:gd name="connsiteX6-351" fmla="*/ 858414 w 901862"/>
                  <a:gd name="connsiteY6-352" fmla="*/ 326299 h 326299"/>
                  <a:gd name="connsiteX7-353" fmla="*/ 43448 w 901862"/>
                  <a:gd name="connsiteY7-354" fmla="*/ 326299 h 326299"/>
                  <a:gd name="connsiteX8-355" fmla="*/ 0 w 901862"/>
                  <a:gd name="connsiteY8-356" fmla="*/ 282851 h 326299"/>
                  <a:gd name="connsiteX9-357" fmla="*/ 0 w 901862"/>
                  <a:gd name="connsiteY9-358" fmla="*/ 109063 h 326299"/>
                  <a:gd name="connsiteX0-359" fmla="*/ 0 w 901862"/>
                  <a:gd name="connsiteY0-360" fmla="*/ 109063 h 326299"/>
                  <a:gd name="connsiteX1-361" fmla="*/ 55530 w 901862"/>
                  <a:gd name="connsiteY1-362" fmla="*/ 0 h 326299"/>
                  <a:gd name="connsiteX2-363" fmla="*/ 408216 w 901862"/>
                  <a:gd name="connsiteY2-364" fmla="*/ 142707 h 326299"/>
                  <a:gd name="connsiteX3-365" fmla="*/ 809712 w 901862"/>
                  <a:gd name="connsiteY3-366" fmla="*/ 36769 h 326299"/>
                  <a:gd name="connsiteX4-367" fmla="*/ 901862 w 901862"/>
                  <a:gd name="connsiteY4-368" fmla="*/ 109063 h 326299"/>
                  <a:gd name="connsiteX5-369" fmla="*/ 901862 w 901862"/>
                  <a:gd name="connsiteY5-370" fmla="*/ 282851 h 326299"/>
                  <a:gd name="connsiteX6-371" fmla="*/ 858414 w 901862"/>
                  <a:gd name="connsiteY6-372" fmla="*/ 326299 h 326299"/>
                  <a:gd name="connsiteX7-373" fmla="*/ 43448 w 901862"/>
                  <a:gd name="connsiteY7-374" fmla="*/ 326299 h 326299"/>
                  <a:gd name="connsiteX8-375" fmla="*/ 0 w 901862"/>
                  <a:gd name="connsiteY8-376" fmla="*/ 282851 h 326299"/>
                  <a:gd name="connsiteX9-377" fmla="*/ 0 w 901862"/>
                  <a:gd name="connsiteY9-378" fmla="*/ 109063 h 326299"/>
                  <a:gd name="connsiteX0-379" fmla="*/ 0 w 901862"/>
                  <a:gd name="connsiteY0-380" fmla="*/ 109063 h 326299"/>
                  <a:gd name="connsiteX1-381" fmla="*/ 55530 w 901862"/>
                  <a:gd name="connsiteY1-382" fmla="*/ 0 h 326299"/>
                  <a:gd name="connsiteX2-383" fmla="*/ 408216 w 901862"/>
                  <a:gd name="connsiteY2-384" fmla="*/ 142707 h 326299"/>
                  <a:gd name="connsiteX3-385" fmla="*/ 792935 w 901862"/>
                  <a:gd name="connsiteY3-386" fmla="*/ 23223 h 326299"/>
                  <a:gd name="connsiteX4-387" fmla="*/ 901862 w 901862"/>
                  <a:gd name="connsiteY4-388" fmla="*/ 109063 h 326299"/>
                  <a:gd name="connsiteX5-389" fmla="*/ 901862 w 901862"/>
                  <a:gd name="connsiteY5-390" fmla="*/ 282851 h 326299"/>
                  <a:gd name="connsiteX6-391" fmla="*/ 858414 w 901862"/>
                  <a:gd name="connsiteY6-392" fmla="*/ 326299 h 326299"/>
                  <a:gd name="connsiteX7-393" fmla="*/ 43448 w 901862"/>
                  <a:gd name="connsiteY7-394" fmla="*/ 326299 h 326299"/>
                  <a:gd name="connsiteX8-395" fmla="*/ 0 w 901862"/>
                  <a:gd name="connsiteY8-396" fmla="*/ 282851 h 326299"/>
                  <a:gd name="connsiteX9-397" fmla="*/ 0 w 901862"/>
                  <a:gd name="connsiteY9-398" fmla="*/ 109063 h 326299"/>
                  <a:gd name="connsiteX0-399" fmla="*/ 0 w 901862"/>
                  <a:gd name="connsiteY0-400" fmla="*/ 109063 h 326299"/>
                  <a:gd name="connsiteX1-401" fmla="*/ 55530 w 901862"/>
                  <a:gd name="connsiteY1-402" fmla="*/ 0 h 326299"/>
                  <a:gd name="connsiteX2-403" fmla="*/ 408216 w 901862"/>
                  <a:gd name="connsiteY2-404" fmla="*/ 142707 h 326299"/>
                  <a:gd name="connsiteX3-405" fmla="*/ 792935 w 901862"/>
                  <a:gd name="connsiteY3-406" fmla="*/ 23223 h 326299"/>
                  <a:gd name="connsiteX4-407" fmla="*/ 901862 w 901862"/>
                  <a:gd name="connsiteY4-408" fmla="*/ 109063 h 326299"/>
                  <a:gd name="connsiteX5-409" fmla="*/ 901862 w 901862"/>
                  <a:gd name="connsiteY5-410" fmla="*/ 282851 h 326299"/>
                  <a:gd name="connsiteX6-411" fmla="*/ 858414 w 901862"/>
                  <a:gd name="connsiteY6-412" fmla="*/ 326299 h 326299"/>
                  <a:gd name="connsiteX7-413" fmla="*/ 43448 w 901862"/>
                  <a:gd name="connsiteY7-414" fmla="*/ 326299 h 326299"/>
                  <a:gd name="connsiteX8-415" fmla="*/ 0 w 901862"/>
                  <a:gd name="connsiteY8-416" fmla="*/ 282851 h 326299"/>
                  <a:gd name="connsiteX9-417" fmla="*/ 0 w 901862"/>
                  <a:gd name="connsiteY9-418" fmla="*/ 109063 h 326299"/>
                  <a:gd name="connsiteX0-419" fmla="*/ 0 w 901862"/>
                  <a:gd name="connsiteY0-420" fmla="*/ 156254 h 373490"/>
                  <a:gd name="connsiteX1-421" fmla="*/ 45639 w 901862"/>
                  <a:gd name="connsiteY1-422" fmla="*/ 0 h 373490"/>
                  <a:gd name="connsiteX2-423" fmla="*/ 408216 w 901862"/>
                  <a:gd name="connsiteY2-424" fmla="*/ 189898 h 373490"/>
                  <a:gd name="connsiteX3-425" fmla="*/ 792935 w 901862"/>
                  <a:gd name="connsiteY3-426" fmla="*/ 70414 h 373490"/>
                  <a:gd name="connsiteX4-427" fmla="*/ 901862 w 901862"/>
                  <a:gd name="connsiteY4-428" fmla="*/ 156254 h 373490"/>
                  <a:gd name="connsiteX5-429" fmla="*/ 901862 w 901862"/>
                  <a:gd name="connsiteY5-430" fmla="*/ 330042 h 373490"/>
                  <a:gd name="connsiteX6-431" fmla="*/ 858414 w 901862"/>
                  <a:gd name="connsiteY6-432" fmla="*/ 373490 h 373490"/>
                  <a:gd name="connsiteX7-433" fmla="*/ 43448 w 901862"/>
                  <a:gd name="connsiteY7-434" fmla="*/ 373490 h 373490"/>
                  <a:gd name="connsiteX8-435" fmla="*/ 0 w 901862"/>
                  <a:gd name="connsiteY8-436" fmla="*/ 330042 h 373490"/>
                  <a:gd name="connsiteX9-437" fmla="*/ 0 w 901862"/>
                  <a:gd name="connsiteY9-438" fmla="*/ 156254 h 373490"/>
                  <a:gd name="connsiteX0-439" fmla="*/ 0 w 901862"/>
                  <a:gd name="connsiteY0-440" fmla="*/ 156254 h 373784"/>
                  <a:gd name="connsiteX1-441" fmla="*/ 45639 w 901862"/>
                  <a:gd name="connsiteY1-442" fmla="*/ 0 h 373784"/>
                  <a:gd name="connsiteX2-443" fmla="*/ 408216 w 901862"/>
                  <a:gd name="connsiteY2-444" fmla="*/ 189898 h 373784"/>
                  <a:gd name="connsiteX3-445" fmla="*/ 792935 w 901862"/>
                  <a:gd name="connsiteY3-446" fmla="*/ 70414 h 373784"/>
                  <a:gd name="connsiteX4-447" fmla="*/ 901862 w 901862"/>
                  <a:gd name="connsiteY4-448" fmla="*/ 156254 h 373784"/>
                  <a:gd name="connsiteX5-449" fmla="*/ 901862 w 901862"/>
                  <a:gd name="connsiteY5-450" fmla="*/ 330042 h 373784"/>
                  <a:gd name="connsiteX6-451" fmla="*/ 858414 w 901862"/>
                  <a:gd name="connsiteY6-452" fmla="*/ 373490 h 373784"/>
                  <a:gd name="connsiteX7-453" fmla="*/ 486526 w 901862"/>
                  <a:gd name="connsiteY7-454" fmla="*/ 373784 h 373784"/>
                  <a:gd name="connsiteX8-455" fmla="*/ 43448 w 901862"/>
                  <a:gd name="connsiteY8-456" fmla="*/ 373490 h 373784"/>
                  <a:gd name="connsiteX9-457" fmla="*/ 0 w 901862"/>
                  <a:gd name="connsiteY9-458" fmla="*/ 330042 h 373784"/>
                  <a:gd name="connsiteX10" fmla="*/ 0 w 901862"/>
                  <a:gd name="connsiteY10" fmla="*/ 156254 h 373784"/>
                  <a:gd name="connsiteX0-459" fmla="*/ 0 w 901862"/>
                  <a:gd name="connsiteY0-460" fmla="*/ 156254 h 373490"/>
                  <a:gd name="connsiteX1-461" fmla="*/ 45639 w 901862"/>
                  <a:gd name="connsiteY1-462" fmla="*/ 0 h 373490"/>
                  <a:gd name="connsiteX2-463" fmla="*/ 408216 w 901862"/>
                  <a:gd name="connsiteY2-464" fmla="*/ 189898 h 373490"/>
                  <a:gd name="connsiteX3-465" fmla="*/ 792935 w 901862"/>
                  <a:gd name="connsiteY3-466" fmla="*/ 70414 h 373490"/>
                  <a:gd name="connsiteX4-467" fmla="*/ 901862 w 901862"/>
                  <a:gd name="connsiteY4-468" fmla="*/ 156254 h 373490"/>
                  <a:gd name="connsiteX5-469" fmla="*/ 901862 w 901862"/>
                  <a:gd name="connsiteY5-470" fmla="*/ 330042 h 373490"/>
                  <a:gd name="connsiteX6-471" fmla="*/ 858414 w 901862"/>
                  <a:gd name="connsiteY6-472" fmla="*/ 373490 h 373490"/>
                  <a:gd name="connsiteX7-473" fmla="*/ 471864 w 901862"/>
                  <a:gd name="connsiteY7-474" fmla="*/ 264269 h 373490"/>
                  <a:gd name="connsiteX8-475" fmla="*/ 43448 w 901862"/>
                  <a:gd name="connsiteY8-476" fmla="*/ 373490 h 373490"/>
                  <a:gd name="connsiteX9-477" fmla="*/ 0 w 901862"/>
                  <a:gd name="connsiteY9-478" fmla="*/ 330042 h 373490"/>
                  <a:gd name="connsiteX10-479" fmla="*/ 0 w 901862"/>
                  <a:gd name="connsiteY10-480" fmla="*/ 156254 h 373490"/>
                  <a:gd name="connsiteX0-481" fmla="*/ 0 w 901862"/>
                  <a:gd name="connsiteY0-482" fmla="*/ 156254 h 373490"/>
                  <a:gd name="connsiteX1-483" fmla="*/ 45639 w 901862"/>
                  <a:gd name="connsiteY1-484" fmla="*/ 0 h 373490"/>
                  <a:gd name="connsiteX2-485" fmla="*/ 408216 w 901862"/>
                  <a:gd name="connsiteY2-486" fmla="*/ 189898 h 373490"/>
                  <a:gd name="connsiteX3-487" fmla="*/ 792935 w 901862"/>
                  <a:gd name="connsiteY3-488" fmla="*/ 70414 h 373490"/>
                  <a:gd name="connsiteX4-489" fmla="*/ 901862 w 901862"/>
                  <a:gd name="connsiteY4-490" fmla="*/ 156254 h 373490"/>
                  <a:gd name="connsiteX5-491" fmla="*/ 901862 w 901862"/>
                  <a:gd name="connsiteY5-492" fmla="*/ 330042 h 373490"/>
                  <a:gd name="connsiteX6-493" fmla="*/ 858414 w 901862"/>
                  <a:gd name="connsiteY6-494" fmla="*/ 373490 h 373490"/>
                  <a:gd name="connsiteX7-495" fmla="*/ 459752 w 901862"/>
                  <a:gd name="connsiteY7-496" fmla="*/ 336619 h 373490"/>
                  <a:gd name="connsiteX8-497" fmla="*/ 43448 w 901862"/>
                  <a:gd name="connsiteY8-498" fmla="*/ 373490 h 373490"/>
                  <a:gd name="connsiteX9-499" fmla="*/ 0 w 901862"/>
                  <a:gd name="connsiteY9-500" fmla="*/ 330042 h 373490"/>
                  <a:gd name="connsiteX10-501" fmla="*/ 0 w 901862"/>
                  <a:gd name="connsiteY10-502" fmla="*/ 156254 h 373490"/>
                  <a:gd name="connsiteX0-503" fmla="*/ 0 w 901862"/>
                  <a:gd name="connsiteY0-504" fmla="*/ 156254 h 373507"/>
                  <a:gd name="connsiteX1-505" fmla="*/ 45639 w 901862"/>
                  <a:gd name="connsiteY1-506" fmla="*/ 0 h 373507"/>
                  <a:gd name="connsiteX2-507" fmla="*/ 408216 w 901862"/>
                  <a:gd name="connsiteY2-508" fmla="*/ 189898 h 373507"/>
                  <a:gd name="connsiteX3-509" fmla="*/ 792935 w 901862"/>
                  <a:gd name="connsiteY3-510" fmla="*/ 70414 h 373507"/>
                  <a:gd name="connsiteX4-511" fmla="*/ 901862 w 901862"/>
                  <a:gd name="connsiteY4-512" fmla="*/ 156254 h 373507"/>
                  <a:gd name="connsiteX5-513" fmla="*/ 901862 w 901862"/>
                  <a:gd name="connsiteY5-514" fmla="*/ 330042 h 373507"/>
                  <a:gd name="connsiteX6-515" fmla="*/ 858414 w 901862"/>
                  <a:gd name="connsiteY6-516" fmla="*/ 373490 h 373507"/>
                  <a:gd name="connsiteX7-517" fmla="*/ 459752 w 901862"/>
                  <a:gd name="connsiteY7-518" fmla="*/ 336619 h 373507"/>
                  <a:gd name="connsiteX8-519" fmla="*/ 43448 w 901862"/>
                  <a:gd name="connsiteY8-520" fmla="*/ 373490 h 373507"/>
                  <a:gd name="connsiteX9-521" fmla="*/ 0 w 901862"/>
                  <a:gd name="connsiteY9-522" fmla="*/ 330042 h 373507"/>
                  <a:gd name="connsiteX10-523" fmla="*/ 0 w 901862"/>
                  <a:gd name="connsiteY10-524" fmla="*/ 156254 h 373507"/>
                  <a:gd name="connsiteX0-525" fmla="*/ 0 w 901862"/>
                  <a:gd name="connsiteY0-526" fmla="*/ 156254 h 420677"/>
                  <a:gd name="connsiteX1-527" fmla="*/ 45639 w 901862"/>
                  <a:gd name="connsiteY1-528" fmla="*/ 0 h 420677"/>
                  <a:gd name="connsiteX2-529" fmla="*/ 408216 w 901862"/>
                  <a:gd name="connsiteY2-530" fmla="*/ 189898 h 420677"/>
                  <a:gd name="connsiteX3-531" fmla="*/ 792935 w 901862"/>
                  <a:gd name="connsiteY3-532" fmla="*/ 70414 h 420677"/>
                  <a:gd name="connsiteX4-533" fmla="*/ 901862 w 901862"/>
                  <a:gd name="connsiteY4-534" fmla="*/ 156254 h 420677"/>
                  <a:gd name="connsiteX5-535" fmla="*/ 901862 w 901862"/>
                  <a:gd name="connsiteY5-536" fmla="*/ 330042 h 420677"/>
                  <a:gd name="connsiteX6-537" fmla="*/ 858414 w 901862"/>
                  <a:gd name="connsiteY6-538" fmla="*/ 373490 h 420677"/>
                  <a:gd name="connsiteX7-539" fmla="*/ 459752 w 901862"/>
                  <a:gd name="connsiteY7-540" fmla="*/ 336619 h 420677"/>
                  <a:gd name="connsiteX8-541" fmla="*/ 49971 w 901862"/>
                  <a:gd name="connsiteY8-542" fmla="*/ 420666 h 420677"/>
                  <a:gd name="connsiteX9-543" fmla="*/ 0 w 901862"/>
                  <a:gd name="connsiteY9-544" fmla="*/ 330042 h 420677"/>
                  <a:gd name="connsiteX10-545" fmla="*/ 0 w 901862"/>
                  <a:gd name="connsiteY10-546" fmla="*/ 156254 h 420677"/>
                  <a:gd name="connsiteX0-547" fmla="*/ 0 w 901862"/>
                  <a:gd name="connsiteY0-548" fmla="*/ 156254 h 460941"/>
                  <a:gd name="connsiteX1-549" fmla="*/ 45639 w 901862"/>
                  <a:gd name="connsiteY1-550" fmla="*/ 0 h 460941"/>
                  <a:gd name="connsiteX2-551" fmla="*/ 408216 w 901862"/>
                  <a:gd name="connsiteY2-552" fmla="*/ 189898 h 460941"/>
                  <a:gd name="connsiteX3-553" fmla="*/ 792935 w 901862"/>
                  <a:gd name="connsiteY3-554" fmla="*/ 70414 h 460941"/>
                  <a:gd name="connsiteX4-555" fmla="*/ 901862 w 901862"/>
                  <a:gd name="connsiteY4-556" fmla="*/ 156254 h 460941"/>
                  <a:gd name="connsiteX5-557" fmla="*/ 901862 w 901862"/>
                  <a:gd name="connsiteY5-558" fmla="*/ 330042 h 460941"/>
                  <a:gd name="connsiteX6-559" fmla="*/ 834446 w 901862"/>
                  <a:gd name="connsiteY6-560" fmla="*/ 460941 h 460941"/>
                  <a:gd name="connsiteX7-561" fmla="*/ 459752 w 901862"/>
                  <a:gd name="connsiteY7-562" fmla="*/ 336619 h 460941"/>
                  <a:gd name="connsiteX8-563" fmla="*/ 49971 w 901862"/>
                  <a:gd name="connsiteY8-564" fmla="*/ 420666 h 460941"/>
                  <a:gd name="connsiteX9-565" fmla="*/ 0 w 901862"/>
                  <a:gd name="connsiteY9-566" fmla="*/ 330042 h 460941"/>
                  <a:gd name="connsiteX10-567" fmla="*/ 0 w 901862"/>
                  <a:gd name="connsiteY10-568" fmla="*/ 156254 h 460941"/>
                  <a:gd name="connsiteX0-569" fmla="*/ 0 w 901862"/>
                  <a:gd name="connsiteY0-570" fmla="*/ 156254 h 460941"/>
                  <a:gd name="connsiteX1-571" fmla="*/ 45639 w 901862"/>
                  <a:gd name="connsiteY1-572" fmla="*/ 0 h 460941"/>
                  <a:gd name="connsiteX2-573" fmla="*/ 408216 w 901862"/>
                  <a:gd name="connsiteY2-574" fmla="*/ 189898 h 460941"/>
                  <a:gd name="connsiteX3-575" fmla="*/ 792935 w 901862"/>
                  <a:gd name="connsiteY3-576" fmla="*/ 70414 h 460941"/>
                  <a:gd name="connsiteX4-577" fmla="*/ 901862 w 901862"/>
                  <a:gd name="connsiteY4-578" fmla="*/ 156254 h 460941"/>
                  <a:gd name="connsiteX5-579" fmla="*/ 901862 w 901862"/>
                  <a:gd name="connsiteY5-580" fmla="*/ 330042 h 460941"/>
                  <a:gd name="connsiteX6-581" fmla="*/ 834446 w 901862"/>
                  <a:gd name="connsiteY6-582" fmla="*/ 460941 h 460941"/>
                  <a:gd name="connsiteX7-583" fmla="*/ 459752 w 901862"/>
                  <a:gd name="connsiteY7-584" fmla="*/ 336619 h 460941"/>
                  <a:gd name="connsiteX8-585" fmla="*/ 49971 w 901862"/>
                  <a:gd name="connsiteY8-586" fmla="*/ 420666 h 460941"/>
                  <a:gd name="connsiteX9-587" fmla="*/ 0 w 901862"/>
                  <a:gd name="connsiteY9-588" fmla="*/ 330042 h 460941"/>
                  <a:gd name="connsiteX10-589" fmla="*/ 0 w 901862"/>
                  <a:gd name="connsiteY10-590" fmla="*/ 156254 h 460941"/>
                  <a:gd name="connsiteX0-591" fmla="*/ 0 w 901862"/>
                  <a:gd name="connsiteY0-592" fmla="*/ 156254 h 518129"/>
                  <a:gd name="connsiteX1-593" fmla="*/ 45639 w 901862"/>
                  <a:gd name="connsiteY1-594" fmla="*/ 0 h 518129"/>
                  <a:gd name="connsiteX2-595" fmla="*/ 408216 w 901862"/>
                  <a:gd name="connsiteY2-596" fmla="*/ 189898 h 518129"/>
                  <a:gd name="connsiteX3-597" fmla="*/ 792935 w 901862"/>
                  <a:gd name="connsiteY3-598" fmla="*/ 70414 h 518129"/>
                  <a:gd name="connsiteX4-599" fmla="*/ 901862 w 901862"/>
                  <a:gd name="connsiteY4-600" fmla="*/ 156254 h 518129"/>
                  <a:gd name="connsiteX5-601" fmla="*/ 901862 w 901862"/>
                  <a:gd name="connsiteY5-602" fmla="*/ 330042 h 518129"/>
                  <a:gd name="connsiteX6-603" fmla="*/ 820718 w 901862"/>
                  <a:gd name="connsiteY6-604" fmla="*/ 518129 h 518129"/>
                  <a:gd name="connsiteX7-605" fmla="*/ 459752 w 901862"/>
                  <a:gd name="connsiteY7-606" fmla="*/ 336619 h 518129"/>
                  <a:gd name="connsiteX8-607" fmla="*/ 49971 w 901862"/>
                  <a:gd name="connsiteY8-608" fmla="*/ 420666 h 518129"/>
                  <a:gd name="connsiteX9-609" fmla="*/ 0 w 901862"/>
                  <a:gd name="connsiteY9-610" fmla="*/ 330042 h 518129"/>
                  <a:gd name="connsiteX10-611" fmla="*/ 0 w 901862"/>
                  <a:gd name="connsiteY10-612" fmla="*/ 156254 h 518129"/>
                  <a:gd name="connsiteX0-613" fmla="*/ 0 w 901862"/>
                  <a:gd name="connsiteY0-614" fmla="*/ 156254 h 518129"/>
                  <a:gd name="connsiteX1-615" fmla="*/ 45639 w 901862"/>
                  <a:gd name="connsiteY1-616" fmla="*/ 0 h 518129"/>
                  <a:gd name="connsiteX2-617" fmla="*/ 408216 w 901862"/>
                  <a:gd name="connsiteY2-618" fmla="*/ 189898 h 518129"/>
                  <a:gd name="connsiteX3-619" fmla="*/ 792935 w 901862"/>
                  <a:gd name="connsiteY3-620" fmla="*/ 70414 h 518129"/>
                  <a:gd name="connsiteX4-621" fmla="*/ 901862 w 901862"/>
                  <a:gd name="connsiteY4-622" fmla="*/ 156254 h 518129"/>
                  <a:gd name="connsiteX5-623" fmla="*/ 901862 w 901862"/>
                  <a:gd name="connsiteY5-624" fmla="*/ 330042 h 518129"/>
                  <a:gd name="connsiteX6-625" fmla="*/ 820718 w 901862"/>
                  <a:gd name="connsiteY6-626" fmla="*/ 518129 h 518129"/>
                  <a:gd name="connsiteX7-627" fmla="*/ 459752 w 901862"/>
                  <a:gd name="connsiteY7-628" fmla="*/ 336619 h 518129"/>
                  <a:gd name="connsiteX8-629" fmla="*/ 49971 w 901862"/>
                  <a:gd name="connsiteY8-630" fmla="*/ 420666 h 518129"/>
                  <a:gd name="connsiteX9-631" fmla="*/ 0 w 901862"/>
                  <a:gd name="connsiteY9-632" fmla="*/ 330042 h 518129"/>
                  <a:gd name="connsiteX10-633" fmla="*/ 0 w 901862"/>
                  <a:gd name="connsiteY10-634" fmla="*/ 156254 h 518129"/>
                  <a:gd name="connsiteX0-635" fmla="*/ 0 w 901862"/>
                  <a:gd name="connsiteY0-636" fmla="*/ 156254 h 518129"/>
                  <a:gd name="connsiteX1-637" fmla="*/ 45639 w 901862"/>
                  <a:gd name="connsiteY1-638" fmla="*/ 0 h 518129"/>
                  <a:gd name="connsiteX2-639" fmla="*/ 408216 w 901862"/>
                  <a:gd name="connsiteY2-640" fmla="*/ 189898 h 518129"/>
                  <a:gd name="connsiteX3-641" fmla="*/ 792935 w 901862"/>
                  <a:gd name="connsiteY3-642" fmla="*/ 70414 h 518129"/>
                  <a:gd name="connsiteX4-643" fmla="*/ 901862 w 901862"/>
                  <a:gd name="connsiteY4-644" fmla="*/ 156254 h 518129"/>
                  <a:gd name="connsiteX5-645" fmla="*/ 901862 w 901862"/>
                  <a:gd name="connsiteY5-646" fmla="*/ 330042 h 518129"/>
                  <a:gd name="connsiteX6-647" fmla="*/ 820718 w 901862"/>
                  <a:gd name="connsiteY6-648" fmla="*/ 518129 h 518129"/>
                  <a:gd name="connsiteX7-649" fmla="*/ 449618 w 901862"/>
                  <a:gd name="connsiteY7-650" fmla="*/ 343309 h 518129"/>
                  <a:gd name="connsiteX8-651" fmla="*/ 49971 w 901862"/>
                  <a:gd name="connsiteY8-652" fmla="*/ 420666 h 518129"/>
                  <a:gd name="connsiteX9-653" fmla="*/ 0 w 901862"/>
                  <a:gd name="connsiteY9-654" fmla="*/ 330042 h 518129"/>
                  <a:gd name="connsiteX10-655" fmla="*/ 0 w 901862"/>
                  <a:gd name="connsiteY10-656" fmla="*/ 156254 h 518129"/>
                  <a:gd name="connsiteX0-657" fmla="*/ 0 w 901862"/>
                  <a:gd name="connsiteY0-658" fmla="*/ 156254 h 518129"/>
                  <a:gd name="connsiteX1-659" fmla="*/ 45639 w 901862"/>
                  <a:gd name="connsiteY1-660" fmla="*/ 0 h 518129"/>
                  <a:gd name="connsiteX2-661" fmla="*/ 408216 w 901862"/>
                  <a:gd name="connsiteY2-662" fmla="*/ 189898 h 518129"/>
                  <a:gd name="connsiteX3-663" fmla="*/ 792935 w 901862"/>
                  <a:gd name="connsiteY3-664" fmla="*/ 70414 h 518129"/>
                  <a:gd name="connsiteX4-665" fmla="*/ 901862 w 901862"/>
                  <a:gd name="connsiteY4-666" fmla="*/ 156254 h 518129"/>
                  <a:gd name="connsiteX5-667" fmla="*/ 901862 w 901862"/>
                  <a:gd name="connsiteY5-668" fmla="*/ 330042 h 518129"/>
                  <a:gd name="connsiteX6-669" fmla="*/ 820718 w 901862"/>
                  <a:gd name="connsiteY6-670" fmla="*/ 518129 h 518129"/>
                  <a:gd name="connsiteX7-671" fmla="*/ 449618 w 901862"/>
                  <a:gd name="connsiteY7-672" fmla="*/ 343309 h 518129"/>
                  <a:gd name="connsiteX8-673" fmla="*/ 53233 w 901862"/>
                  <a:gd name="connsiteY8-674" fmla="*/ 444254 h 518129"/>
                  <a:gd name="connsiteX9-675" fmla="*/ 0 w 901862"/>
                  <a:gd name="connsiteY9-676" fmla="*/ 330042 h 518129"/>
                  <a:gd name="connsiteX10-677" fmla="*/ 0 w 901862"/>
                  <a:gd name="connsiteY10-678" fmla="*/ 156254 h 518129"/>
                  <a:gd name="connsiteX0-679" fmla="*/ 0 w 901862"/>
                  <a:gd name="connsiteY0-680" fmla="*/ 156254 h 518129"/>
                  <a:gd name="connsiteX1-681" fmla="*/ 45639 w 901862"/>
                  <a:gd name="connsiteY1-682" fmla="*/ 0 h 518129"/>
                  <a:gd name="connsiteX2-683" fmla="*/ 408216 w 901862"/>
                  <a:gd name="connsiteY2-684" fmla="*/ 189898 h 518129"/>
                  <a:gd name="connsiteX3-685" fmla="*/ 792935 w 901862"/>
                  <a:gd name="connsiteY3-686" fmla="*/ 70414 h 518129"/>
                  <a:gd name="connsiteX4-687" fmla="*/ 901862 w 901862"/>
                  <a:gd name="connsiteY4-688" fmla="*/ 156254 h 518129"/>
                  <a:gd name="connsiteX5-689" fmla="*/ 901862 w 901862"/>
                  <a:gd name="connsiteY5-690" fmla="*/ 330042 h 518129"/>
                  <a:gd name="connsiteX6-691" fmla="*/ 820718 w 901862"/>
                  <a:gd name="connsiteY6-692" fmla="*/ 518129 h 518129"/>
                  <a:gd name="connsiteX7-693" fmla="*/ 449618 w 901862"/>
                  <a:gd name="connsiteY7-694" fmla="*/ 343309 h 518129"/>
                  <a:gd name="connsiteX8-695" fmla="*/ 53233 w 901862"/>
                  <a:gd name="connsiteY8-696" fmla="*/ 444254 h 518129"/>
                  <a:gd name="connsiteX9-697" fmla="*/ 0 w 901862"/>
                  <a:gd name="connsiteY9-698" fmla="*/ 330042 h 518129"/>
                  <a:gd name="connsiteX10-699" fmla="*/ 0 w 901862"/>
                  <a:gd name="connsiteY10-700" fmla="*/ 156254 h 518129"/>
                  <a:gd name="connsiteX0-701" fmla="*/ 0 w 901862"/>
                  <a:gd name="connsiteY0-702" fmla="*/ 156254 h 518129"/>
                  <a:gd name="connsiteX1-703" fmla="*/ 45639 w 901862"/>
                  <a:gd name="connsiteY1-704" fmla="*/ 0 h 518129"/>
                  <a:gd name="connsiteX2-705" fmla="*/ 408216 w 901862"/>
                  <a:gd name="connsiteY2-706" fmla="*/ 189898 h 518129"/>
                  <a:gd name="connsiteX3-707" fmla="*/ 792935 w 901862"/>
                  <a:gd name="connsiteY3-708" fmla="*/ 70414 h 518129"/>
                  <a:gd name="connsiteX4-709" fmla="*/ 901862 w 901862"/>
                  <a:gd name="connsiteY4-710" fmla="*/ 156254 h 518129"/>
                  <a:gd name="connsiteX5-711" fmla="*/ 901862 w 901862"/>
                  <a:gd name="connsiteY5-712" fmla="*/ 330042 h 518129"/>
                  <a:gd name="connsiteX6-713" fmla="*/ 820718 w 901862"/>
                  <a:gd name="connsiteY6-714" fmla="*/ 518129 h 518129"/>
                  <a:gd name="connsiteX7-715" fmla="*/ 449618 w 901862"/>
                  <a:gd name="connsiteY7-716" fmla="*/ 343309 h 518129"/>
                  <a:gd name="connsiteX8-717" fmla="*/ 53233 w 901862"/>
                  <a:gd name="connsiteY8-718" fmla="*/ 444254 h 518129"/>
                  <a:gd name="connsiteX9-719" fmla="*/ 0 w 901862"/>
                  <a:gd name="connsiteY9-720" fmla="*/ 330042 h 518129"/>
                  <a:gd name="connsiteX10-721" fmla="*/ 0 w 901862"/>
                  <a:gd name="connsiteY10-722" fmla="*/ 156254 h 518129"/>
                  <a:gd name="connsiteX0-723" fmla="*/ 0 w 901862"/>
                  <a:gd name="connsiteY0-724" fmla="*/ 156254 h 518129"/>
                  <a:gd name="connsiteX1-725" fmla="*/ 45639 w 901862"/>
                  <a:gd name="connsiteY1-726" fmla="*/ 0 h 518129"/>
                  <a:gd name="connsiteX2-727" fmla="*/ 408216 w 901862"/>
                  <a:gd name="connsiteY2-728" fmla="*/ 189898 h 518129"/>
                  <a:gd name="connsiteX3-729" fmla="*/ 792935 w 901862"/>
                  <a:gd name="connsiteY3-730" fmla="*/ 70414 h 518129"/>
                  <a:gd name="connsiteX4-731" fmla="*/ 901862 w 901862"/>
                  <a:gd name="connsiteY4-732" fmla="*/ 156254 h 518129"/>
                  <a:gd name="connsiteX5-733" fmla="*/ 901862 w 901862"/>
                  <a:gd name="connsiteY5-734" fmla="*/ 330042 h 518129"/>
                  <a:gd name="connsiteX6-735" fmla="*/ 820718 w 901862"/>
                  <a:gd name="connsiteY6-736" fmla="*/ 518129 h 518129"/>
                  <a:gd name="connsiteX7-737" fmla="*/ 449618 w 901862"/>
                  <a:gd name="connsiteY7-738" fmla="*/ 343309 h 518129"/>
                  <a:gd name="connsiteX8-739" fmla="*/ 53233 w 901862"/>
                  <a:gd name="connsiteY8-740" fmla="*/ 444254 h 518129"/>
                  <a:gd name="connsiteX9-741" fmla="*/ 0 w 901862"/>
                  <a:gd name="connsiteY9-742" fmla="*/ 330042 h 518129"/>
                  <a:gd name="connsiteX10-743" fmla="*/ 0 w 901862"/>
                  <a:gd name="connsiteY10-744" fmla="*/ 156254 h 518129"/>
                  <a:gd name="connsiteX0-745" fmla="*/ 0 w 901862"/>
                  <a:gd name="connsiteY0-746" fmla="*/ 156254 h 518129"/>
                  <a:gd name="connsiteX1-747" fmla="*/ 45639 w 901862"/>
                  <a:gd name="connsiteY1-748" fmla="*/ 0 h 518129"/>
                  <a:gd name="connsiteX2-749" fmla="*/ 408216 w 901862"/>
                  <a:gd name="connsiteY2-750" fmla="*/ 189898 h 518129"/>
                  <a:gd name="connsiteX3-751" fmla="*/ 792935 w 901862"/>
                  <a:gd name="connsiteY3-752" fmla="*/ 70414 h 518129"/>
                  <a:gd name="connsiteX4-753" fmla="*/ 901862 w 901862"/>
                  <a:gd name="connsiteY4-754" fmla="*/ 156254 h 518129"/>
                  <a:gd name="connsiteX5-755" fmla="*/ 901862 w 901862"/>
                  <a:gd name="connsiteY5-756" fmla="*/ 330042 h 518129"/>
                  <a:gd name="connsiteX6-757" fmla="*/ 820718 w 901862"/>
                  <a:gd name="connsiteY6-758" fmla="*/ 518129 h 518129"/>
                  <a:gd name="connsiteX7-759" fmla="*/ 449618 w 901862"/>
                  <a:gd name="connsiteY7-760" fmla="*/ 343309 h 518129"/>
                  <a:gd name="connsiteX8-761" fmla="*/ 53233 w 901862"/>
                  <a:gd name="connsiteY8-762" fmla="*/ 444254 h 518129"/>
                  <a:gd name="connsiteX9-763" fmla="*/ 0 w 901862"/>
                  <a:gd name="connsiteY9-764" fmla="*/ 330042 h 518129"/>
                  <a:gd name="connsiteX10-765" fmla="*/ 0 w 901862"/>
                  <a:gd name="connsiteY10-766" fmla="*/ 156254 h 518129"/>
                  <a:gd name="connsiteX0-767" fmla="*/ 0 w 901862"/>
                  <a:gd name="connsiteY0-768" fmla="*/ 171490 h 533365"/>
                  <a:gd name="connsiteX1-769" fmla="*/ 27185 w 901862"/>
                  <a:gd name="connsiteY1-770" fmla="*/ 0 h 533365"/>
                  <a:gd name="connsiteX2-771" fmla="*/ 408216 w 901862"/>
                  <a:gd name="connsiteY2-772" fmla="*/ 205134 h 533365"/>
                  <a:gd name="connsiteX3-773" fmla="*/ 792935 w 901862"/>
                  <a:gd name="connsiteY3-774" fmla="*/ 85650 h 533365"/>
                  <a:gd name="connsiteX4-775" fmla="*/ 901862 w 901862"/>
                  <a:gd name="connsiteY4-776" fmla="*/ 171490 h 533365"/>
                  <a:gd name="connsiteX5-777" fmla="*/ 901862 w 901862"/>
                  <a:gd name="connsiteY5-778" fmla="*/ 345278 h 533365"/>
                  <a:gd name="connsiteX6-779" fmla="*/ 820718 w 901862"/>
                  <a:gd name="connsiteY6-780" fmla="*/ 533365 h 533365"/>
                  <a:gd name="connsiteX7-781" fmla="*/ 449618 w 901862"/>
                  <a:gd name="connsiteY7-782" fmla="*/ 358545 h 533365"/>
                  <a:gd name="connsiteX8-783" fmla="*/ 53233 w 901862"/>
                  <a:gd name="connsiteY8-784" fmla="*/ 459490 h 533365"/>
                  <a:gd name="connsiteX9-785" fmla="*/ 0 w 901862"/>
                  <a:gd name="connsiteY9-786" fmla="*/ 345278 h 533365"/>
                  <a:gd name="connsiteX10-787" fmla="*/ 0 w 901862"/>
                  <a:gd name="connsiteY10-788" fmla="*/ 171490 h 53336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37" y="connsiteY9-38"/>
                  </a:cxn>
                  <a:cxn ang="0">
                    <a:pos x="connsiteX10-479" y="connsiteY10-480"/>
                  </a:cxn>
                </a:cxnLst>
                <a:rect l="l" t="t" r="r" b="b"/>
                <a:pathLst>
                  <a:path w="901862" h="533365">
                    <a:moveTo>
                      <a:pt x="0" y="171490"/>
                    </a:moveTo>
                    <a:cubicBezTo>
                      <a:pt x="0" y="147494"/>
                      <a:pt x="3189" y="0"/>
                      <a:pt x="27185" y="0"/>
                    </a:cubicBezTo>
                    <a:cubicBezTo>
                      <a:pt x="108606" y="96799"/>
                      <a:pt x="280591" y="190859"/>
                      <a:pt x="408216" y="205134"/>
                    </a:cubicBezTo>
                    <a:cubicBezTo>
                      <a:pt x="535841" y="219409"/>
                      <a:pt x="638523" y="203937"/>
                      <a:pt x="792935" y="85650"/>
                    </a:cubicBezTo>
                    <a:cubicBezTo>
                      <a:pt x="816931" y="85650"/>
                      <a:pt x="901862" y="147494"/>
                      <a:pt x="901862" y="171490"/>
                    </a:cubicBezTo>
                    <a:lnTo>
                      <a:pt x="901862" y="345278"/>
                    </a:lnTo>
                    <a:cubicBezTo>
                      <a:pt x="901862" y="369274"/>
                      <a:pt x="844714" y="533365"/>
                      <a:pt x="820718" y="533365"/>
                    </a:cubicBezTo>
                    <a:cubicBezTo>
                      <a:pt x="658038" y="406441"/>
                      <a:pt x="577532" y="370857"/>
                      <a:pt x="449618" y="358545"/>
                    </a:cubicBezTo>
                    <a:cubicBezTo>
                      <a:pt x="321704" y="346233"/>
                      <a:pt x="129858" y="460586"/>
                      <a:pt x="53233" y="459490"/>
                    </a:cubicBezTo>
                    <a:cubicBezTo>
                      <a:pt x="29237" y="459490"/>
                      <a:pt x="0" y="369274"/>
                      <a:pt x="0" y="345278"/>
                    </a:cubicBezTo>
                    <a:lnTo>
                      <a:pt x="0" y="171490"/>
                    </a:lnTo>
                    <a:close/>
                  </a:path>
                </a:pathLst>
              </a:custGeom>
              <a:solidFill>
                <a:srgbClr val="B400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阿里巴巴普惠体 Medium"/>
                  <a:cs typeface="阿里巴巴普惠体 Medium"/>
                  <a:sym typeface="Arial"/>
                </a:endParaRPr>
              </a:p>
            </p:txBody>
          </p:sp>
          <p:sp>
            <p:nvSpPr>
              <p:cNvPr id="18" name="图形"/>
              <p:cNvSpPr/>
              <p:nvPr>
                <p:custDataLst>
                  <p:tags r:id="Re9c3fadbe3df4882"/>
                </p:custDataLst>
              </p:nvPr>
            </p:nvSpPr>
            <p:spPr>
              <a:xfrm>
                <a:off x="15487" y="4527"/>
                <a:ext cx="2112" cy="1445"/>
              </a:xfrm>
              <a:prstGeom prst="roundRect">
                <a:avLst/>
              </a:prstGeom>
              <a:solidFill>
                <a:srgbClr val="B400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a:latin typeface="Arial"/>
                    <a:ea typeface="阿里巴巴普惠体 Medium"/>
                    <a:cs typeface="阿里巴巴普惠体 Medium"/>
                    <a:sym typeface="Arial"/>
                  </a:rPr>
                  <a:t>关键词</a:t>
                </a:r>
              </a:p>
            </p:txBody>
          </p:sp>
          <p:sp>
            <p:nvSpPr>
              <p:cNvPr id="19" name="图形"/>
              <p:cNvSpPr/>
              <p:nvPr>
                <p:custDataLst>
                  <p:tags r:id="Re6be075eadbb4403"/>
                </p:custDataLst>
              </p:nvPr>
            </p:nvSpPr>
            <p:spPr>
              <a:xfrm>
                <a:off x="15486" y="7838"/>
                <a:ext cx="2112" cy="1445"/>
              </a:xfrm>
              <a:prstGeom prst="roundRect">
                <a:avLst/>
              </a:prstGeom>
              <a:solidFill>
                <a:srgbClr val="B400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a:latin typeface="Arial"/>
                    <a:ea typeface="阿里巴巴普惠体 Medium"/>
                    <a:cs typeface="阿里巴巴普惠体 Medium"/>
                    <a:sym typeface="Arial"/>
                  </a:rPr>
                  <a:t>关键词</a:t>
                </a:r>
              </a:p>
            </p:txBody>
          </p:sp>
          <p:sp>
            <p:nvSpPr>
              <p:cNvPr id="20" name="图形"/>
              <p:cNvSpPr/>
              <p:nvPr>
                <p:custDataLst>
                  <p:tags r:id="R6bbc0a2255414d6a"/>
                </p:custDataLst>
              </p:nvPr>
            </p:nvSpPr>
            <p:spPr>
              <a:xfrm>
                <a:off x="13188" y="6157"/>
                <a:ext cx="2112" cy="1445"/>
              </a:xfrm>
              <a:prstGeom prst="roundRect">
                <a:avLst/>
              </a:prstGeom>
              <a:solidFill>
                <a:srgbClr val="B400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a:latin typeface="Arial"/>
                    <a:ea typeface="阿里巴巴普惠体 Medium"/>
                    <a:cs typeface="阿里巴巴普惠体 Medium"/>
                    <a:sym typeface="Arial"/>
                  </a:rPr>
                  <a:t>关键词</a:t>
                </a:r>
              </a:p>
            </p:txBody>
          </p:sp>
          <p:sp>
            <p:nvSpPr>
              <p:cNvPr id="21" name="图形"/>
              <p:cNvSpPr/>
              <p:nvPr>
                <p:custDataLst>
                  <p:tags r:id="Ra1effccc4f5041cb"/>
                </p:custDataLst>
              </p:nvPr>
            </p:nvSpPr>
            <p:spPr>
              <a:xfrm rot="18884531">
                <a:off x="14714" y="5679"/>
                <a:ext cx="1315" cy="650"/>
              </a:xfrm>
              <a:custGeom>
                <a:avLst/>
                <a:gdLst>
                  <a:gd name="connsiteX0" fmla="*/ 0 w 901862"/>
                  <a:gd name="connsiteY0" fmla="*/ 43448 h 260684"/>
                  <a:gd name="connsiteX1" fmla="*/ 43448 w 901862"/>
                  <a:gd name="connsiteY1" fmla="*/ 0 h 260684"/>
                  <a:gd name="connsiteX2" fmla="*/ 858414 w 901862"/>
                  <a:gd name="connsiteY2" fmla="*/ 0 h 260684"/>
                  <a:gd name="connsiteX3" fmla="*/ 901862 w 901862"/>
                  <a:gd name="connsiteY3" fmla="*/ 43448 h 260684"/>
                  <a:gd name="connsiteX4" fmla="*/ 901862 w 901862"/>
                  <a:gd name="connsiteY4" fmla="*/ 217236 h 260684"/>
                  <a:gd name="connsiteX5" fmla="*/ 858414 w 901862"/>
                  <a:gd name="connsiteY5" fmla="*/ 260684 h 260684"/>
                  <a:gd name="connsiteX6" fmla="*/ 43448 w 901862"/>
                  <a:gd name="connsiteY6" fmla="*/ 260684 h 260684"/>
                  <a:gd name="connsiteX7" fmla="*/ 0 w 901862"/>
                  <a:gd name="connsiteY7" fmla="*/ 217236 h 260684"/>
                  <a:gd name="connsiteX8" fmla="*/ 0 w 901862"/>
                  <a:gd name="connsiteY8" fmla="*/ 43448 h 260684"/>
                  <a:gd name="connsiteX0-1" fmla="*/ 0 w 901862"/>
                  <a:gd name="connsiteY0-2" fmla="*/ 43539 h 260775"/>
                  <a:gd name="connsiteX1-3" fmla="*/ 43448 w 901862"/>
                  <a:gd name="connsiteY1-4" fmla="*/ 91 h 260775"/>
                  <a:gd name="connsiteX2-5" fmla="*/ 469179 w 901862"/>
                  <a:gd name="connsiteY2-6" fmla="*/ 0 h 260775"/>
                  <a:gd name="connsiteX3-7" fmla="*/ 858414 w 901862"/>
                  <a:gd name="connsiteY3-8" fmla="*/ 91 h 260775"/>
                  <a:gd name="connsiteX4-9" fmla="*/ 901862 w 901862"/>
                  <a:gd name="connsiteY4-10" fmla="*/ 43539 h 260775"/>
                  <a:gd name="connsiteX5-11" fmla="*/ 901862 w 901862"/>
                  <a:gd name="connsiteY5-12" fmla="*/ 217327 h 260775"/>
                  <a:gd name="connsiteX6-13" fmla="*/ 858414 w 901862"/>
                  <a:gd name="connsiteY6-14" fmla="*/ 260775 h 260775"/>
                  <a:gd name="connsiteX7-15" fmla="*/ 43448 w 901862"/>
                  <a:gd name="connsiteY7-16" fmla="*/ 260775 h 260775"/>
                  <a:gd name="connsiteX8-17" fmla="*/ 0 w 901862"/>
                  <a:gd name="connsiteY8-18" fmla="*/ 217327 h 260775"/>
                  <a:gd name="connsiteX9" fmla="*/ 0 w 901862"/>
                  <a:gd name="connsiteY9" fmla="*/ 43539 h 260775"/>
                  <a:gd name="connsiteX0-19" fmla="*/ 0 w 901862"/>
                  <a:gd name="connsiteY0-20" fmla="*/ 43448 h 260684"/>
                  <a:gd name="connsiteX1-21" fmla="*/ 43448 w 901862"/>
                  <a:gd name="connsiteY1-22" fmla="*/ 0 h 260684"/>
                  <a:gd name="connsiteX2-23" fmla="*/ 441588 w 901862"/>
                  <a:gd name="connsiteY2-24" fmla="*/ 144593 h 260684"/>
                  <a:gd name="connsiteX3-25" fmla="*/ 858414 w 901862"/>
                  <a:gd name="connsiteY3-26" fmla="*/ 0 h 260684"/>
                  <a:gd name="connsiteX4-27" fmla="*/ 901862 w 901862"/>
                  <a:gd name="connsiteY4-28" fmla="*/ 43448 h 260684"/>
                  <a:gd name="connsiteX5-29" fmla="*/ 901862 w 901862"/>
                  <a:gd name="connsiteY5-30" fmla="*/ 217236 h 260684"/>
                  <a:gd name="connsiteX6-31" fmla="*/ 858414 w 901862"/>
                  <a:gd name="connsiteY6-32" fmla="*/ 260684 h 260684"/>
                  <a:gd name="connsiteX7-33" fmla="*/ 43448 w 901862"/>
                  <a:gd name="connsiteY7-34" fmla="*/ 260684 h 260684"/>
                  <a:gd name="connsiteX8-35" fmla="*/ 0 w 901862"/>
                  <a:gd name="connsiteY8-36" fmla="*/ 217236 h 260684"/>
                  <a:gd name="connsiteX9-37" fmla="*/ 0 w 901862"/>
                  <a:gd name="connsiteY9-38" fmla="*/ 43448 h 260684"/>
                  <a:gd name="connsiteX0-39" fmla="*/ 0 w 901862"/>
                  <a:gd name="connsiteY0-40" fmla="*/ 43448 h 260684"/>
                  <a:gd name="connsiteX1-41" fmla="*/ 43448 w 901862"/>
                  <a:gd name="connsiteY1-42" fmla="*/ 0 h 260684"/>
                  <a:gd name="connsiteX2-43" fmla="*/ 446920 w 901862"/>
                  <a:gd name="connsiteY2-44" fmla="*/ 82317 h 260684"/>
                  <a:gd name="connsiteX3-45" fmla="*/ 858414 w 901862"/>
                  <a:gd name="connsiteY3-46" fmla="*/ 0 h 260684"/>
                  <a:gd name="connsiteX4-47" fmla="*/ 901862 w 901862"/>
                  <a:gd name="connsiteY4-48" fmla="*/ 43448 h 260684"/>
                  <a:gd name="connsiteX5-49" fmla="*/ 901862 w 901862"/>
                  <a:gd name="connsiteY5-50" fmla="*/ 217236 h 260684"/>
                  <a:gd name="connsiteX6-51" fmla="*/ 858414 w 901862"/>
                  <a:gd name="connsiteY6-52" fmla="*/ 260684 h 260684"/>
                  <a:gd name="connsiteX7-53" fmla="*/ 43448 w 901862"/>
                  <a:gd name="connsiteY7-54" fmla="*/ 260684 h 260684"/>
                  <a:gd name="connsiteX8-55" fmla="*/ 0 w 901862"/>
                  <a:gd name="connsiteY8-56" fmla="*/ 217236 h 260684"/>
                  <a:gd name="connsiteX9-57" fmla="*/ 0 w 901862"/>
                  <a:gd name="connsiteY9-58" fmla="*/ 43448 h 260684"/>
                  <a:gd name="connsiteX0-59" fmla="*/ 0 w 901862"/>
                  <a:gd name="connsiteY0-60" fmla="*/ 43448 h 260684"/>
                  <a:gd name="connsiteX1-61" fmla="*/ 43448 w 901862"/>
                  <a:gd name="connsiteY1-62" fmla="*/ 0 h 260684"/>
                  <a:gd name="connsiteX2-63" fmla="*/ 446920 w 901862"/>
                  <a:gd name="connsiteY2-64" fmla="*/ 82317 h 260684"/>
                  <a:gd name="connsiteX3-65" fmla="*/ 858414 w 901862"/>
                  <a:gd name="connsiteY3-66" fmla="*/ 0 h 260684"/>
                  <a:gd name="connsiteX4-67" fmla="*/ 901862 w 901862"/>
                  <a:gd name="connsiteY4-68" fmla="*/ 43448 h 260684"/>
                  <a:gd name="connsiteX5-69" fmla="*/ 901862 w 901862"/>
                  <a:gd name="connsiteY5-70" fmla="*/ 217236 h 260684"/>
                  <a:gd name="connsiteX6-71" fmla="*/ 858414 w 901862"/>
                  <a:gd name="connsiteY6-72" fmla="*/ 260684 h 260684"/>
                  <a:gd name="connsiteX7-73" fmla="*/ 43448 w 901862"/>
                  <a:gd name="connsiteY7-74" fmla="*/ 260684 h 260684"/>
                  <a:gd name="connsiteX8-75" fmla="*/ 0 w 901862"/>
                  <a:gd name="connsiteY8-76" fmla="*/ 217236 h 260684"/>
                  <a:gd name="connsiteX9-77" fmla="*/ 0 w 901862"/>
                  <a:gd name="connsiteY9-78" fmla="*/ 43448 h 260684"/>
                  <a:gd name="connsiteX0-79" fmla="*/ 0 w 901862"/>
                  <a:gd name="connsiteY0-80" fmla="*/ 43448 h 260684"/>
                  <a:gd name="connsiteX1-81" fmla="*/ 43448 w 901862"/>
                  <a:gd name="connsiteY1-82" fmla="*/ 0 h 260684"/>
                  <a:gd name="connsiteX2-83" fmla="*/ 446920 w 901862"/>
                  <a:gd name="connsiteY2-84" fmla="*/ 82317 h 260684"/>
                  <a:gd name="connsiteX3-85" fmla="*/ 858414 w 901862"/>
                  <a:gd name="connsiteY3-86" fmla="*/ 0 h 260684"/>
                  <a:gd name="connsiteX4-87" fmla="*/ 901862 w 901862"/>
                  <a:gd name="connsiteY4-88" fmla="*/ 43448 h 260684"/>
                  <a:gd name="connsiteX5-89" fmla="*/ 901862 w 901862"/>
                  <a:gd name="connsiteY5-90" fmla="*/ 217236 h 260684"/>
                  <a:gd name="connsiteX6-91" fmla="*/ 858414 w 901862"/>
                  <a:gd name="connsiteY6-92" fmla="*/ 260684 h 260684"/>
                  <a:gd name="connsiteX7-93" fmla="*/ 43448 w 901862"/>
                  <a:gd name="connsiteY7-94" fmla="*/ 260684 h 260684"/>
                  <a:gd name="connsiteX8-95" fmla="*/ 0 w 901862"/>
                  <a:gd name="connsiteY8-96" fmla="*/ 217236 h 260684"/>
                  <a:gd name="connsiteX9-97" fmla="*/ 0 w 901862"/>
                  <a:gd name="connsiteY9-98" fmla="*/ 43448 h 260684"/>
                  <a:gd name="connsiteX0-99" fmla="*/ 0 w 901862"/>
                  <a:gd name="connsiteY0-100" fmla="*/ 90518 h 307754"/>
                  <a:gd name="connsiteX1-101" fmla="*/ 60498 w 901862"/>
                  <a:gd name="connsiteY1-102" fmla="*/ 0 h 307754"/>
                  <a:gd name="connsiteX2-103" fmla="*/ 446920 w 901862"/>
                  <a:gd name="connsiteY2-104" fmla="*/ 129387 h 307754"/>
                  <a:gd name="connsiteX3-105" fmla="*/ 858414 w 901862"/>
                  <a:gd name="connsiteY3-106" fmla="*/ 47070 h 307754"/>
                  <a:gd name="connsiteX4-107" fmla="*/ 901862 w 901862"/>
                  <a:gd name="connsiteY4-108" fmla="*/ 90518 h 307754"/>
                  <a:gd name="connsiteX5-109" fmla="*/ 901862 w 901862"/>
                  <a:gd name="connsiteY5-110" fmla="*/ 264306 h 307754"/>
                  <a:gd name="connsiteX6-111" fmla="*/ 858414 w 901862"/>
                  <a:gd name="connsiteY6-112" fmla="*/ 307754 h 307754"/>
                  <a:gd name="connsiteX7-113" fmla="*/ 43448 w 901862"/>
                  <a:gd name="connsiteY7-114" fmla="*/ 307754 h 307754"/>
                  <a:gd name="connsiteX8-115" fmla="*/ 0 w 901862"/>
                  <a:gd name="connsiteY8-116" fmla="*/ 264306 h 307754"/>
                  <a:gd name="connsiteX9-117" fmla="*/ 0 w 901862"/>
                  <a:gd name="connsiteY9-118" fmla="*/ 90518 h 307754"/>
                  <a:gd name="connsiteX0-119" fmla="*/ 0 w 901862"/>
                  <a:gd name="connsiteY0-120" fmla="*/ 90518 h 307754"/>
                  <a:gd name="connsiteX1-121" fmla="*/ 60498 w 901862"/>
                  <a:gd name="connsiteY1-122" fmla="*/ 0 h 307754"/>
                  <a:gd name="connsiteX2-123" fmla="*/ 446920 w 901862"/>
                  <a:gd name="connsiteY2-124" fmla="*/ 129387 h 307754"/>
                  <a:gd name="connsiteX3-125" fmla="*/ 858414 w 901862"/>
                  <a:gd name="connsiteY3-126" fmla="*/ 47070 h 307754"/>
                  <a:gd name="connsiteX4-127" fmla="*/ 901862 w 901862"/>
                  <a:gd name="connsiteY4-128" fmla="*/ 90518 h 307754"/>
                  <a:gd name="connsiteX5-129" fmla="*/ 901862 w 901862"/>
                  <a:gd name="connsiteY5-130" fmla="*/ 264306 h 307754"/>
                  <a:gd name="connsiteX6-131" fmla="*/ 858414 w 901862"/>
                  <a:gd name="connsiteY6-132" fmla="*/ 307754 h 307754"/>
                  <a:gd name="connsiteX7-133" fmla="*/ 43448 w 901862"/>
                  <a:gd name="connsiteY7-134" fmla="*/ 307754 h 307754"/>
                  <a:gd name="connsiteX8-135" fmla="*/ 0 w 901862"/>
                  <a:gd name="connsiteY8-136" fmla="*/ 264306 h 307754"/>
                  <a:gd name="connsiteX9-137" fmla="*/ 0 w 901862"/>
                  <a:gd name="connsiteY9-138" fmla="*/ 90518 h 307754"/>
                  <a:gd name="connsiteX0-139" fmla="*/ 0 w 901862"/>
                  <a:gd name="connsiteY0-140" fmla="*/ 90518 h 307754"/>
                  <a:gd name="connsiteX1-141" fmla="*/ 60498 w 901862"/>
                  <a:gd name="connsiteY1-142" fmla="*/ 0 h 307754"/>
                  <a:gd name="connsiteX2-143" fmla="*/ 446920 w 901862"/>
                  <a:gd name="connsiteY2-144" fmla="*/ 129387 h 307754"/>
                  <a:gd name="connsiteX3-145" fmla="*/ 858414 w 901862"/>
                  <a:gd name="connsiteY3-146" fmla="*/ 47070 h 307754"/>
                  <a:gd name="connsiteX4-147" fmla="*/ 901862 w 901862"/>
                  <a:gd name="connsiteY4-148" fmla="*/ 90518 h 307754"/>
                  <a:gd name="connsiteX5-149" fmla="*/ 901862 w 901862"/>
                  <a:gd name="connsiteY5-150" fmla="*/ 264306 h 307754"/>
                  <a:gd name="connsiteX6-151" fmla="*/ 858414 w 901862"/>
                  <a:gd name="connsiteY6-152" fmla="*/ 307754 h 307754"/>
                  <a:gd name="connsiteX7-153" fmla="*/ 43448 w 901862"/>
                  <a:gd name="connsiteY7-154" fmla="*/ 307754 h 307754"/>
                  <a:gd name="connsiteX8-155" fmla="*/ 0 w 901862"/>
                  <a:gd name="connsiteY8-156" fmla="*/ 264306 h 307754"/>
                  <a:gd name="connsiteX9-157" fmla="*/ 0 w 901862"/>
                  <a:gd name="connsiteY9-158" fmla="*/ 90518 h 307754"/>
                  <a:gd name="connsiteX0-159" fmla="*/ 0 w 901862"/>
                  <a:gd name="connsiteY0-160" fmla="*/ 109063 h 326299"/>
                  <a:gd name="connsiteX1-161" fmla="*/ 55530 w 901862"/>
                  <a:gd name="connsiteY1-162" fmla="*/ 0 h 326299"/>
                  <a:gd name="connsiteX2-163" fmla="*/ 446920 w 901862"/>
                  <a:gd name="connsiteY2-164" fmla="*/ 147932 h 326299"/>
                  <a:gd name="connsiteX3-165" fmla="*/ 858414 w 901862"/>
                  <a:gd name="connsiteY3-166" fmla="*/ 65615 h 326299"/>
                  <a:gd name="connsiteX4-167" fmla="*/ 901862 w 901862"/>
                  <a:gd name="connsiteY4-168" fmla="*/ 109063 h 326299"/>
                  <a:gd name="connsiteX5-169" fmla="*/ 901862 w 901862"/>
                  <a:gd name="connsiteY5-170" fmla="*/ 282851 h 326299"/>
                  <a:gd name="connsiteX6-171" fmla="*/ 858414 w 901862"/>
                  <a:gd name="connsiteY6-172" fmla="*/ 326299 h 326299"/>
                  <a:gd name="connsiteX7-173" fmla="*/ 43448 w 901862"/>
                  <a:gd name="connsiteY7-174" fmla="*/ 326299 h 326299"/>
                  <a:gd name="connsiteX8-175" fmla="*/ 0 w 901862"/>
                  <a:gd name="connsiteY8-176" fmla="*/ 282851 h 326299"/>
                  <a:gd name="connsiteX9-177" fmla="*/ 0 w 901862"/>
                  <a:gd name="connsiteY9-178" fmla="*/ 109063 h 326299"/>
                  <a:gd name="connsiteX0-179" fmla="*/ 0 w 901862"/>
                  <a:gd name="connsiteY0-180" fmla="*/ 109063 h 326299"/>
                  <a:gd name="connsiteX1-181" fmla="*/ 55530 w 901862"/>
                  <a:gd name="connsiteY1-182" fmla="*/ 0 h 326299"/>
                  <a:gd name="connsiteX2-183" fmla="*/ 446920 w 901862"/>
                  <a:gd name="connsiteY2-184" fmla="*/ 147932 h 326299"/>
                  <a:gd name="connsiteX3-185" fmla="*/ 858414 w 901862"/>
                  <a:gd name="connsiteY3-186" fmla="*/ 65615 h 326299"/>
                  <a:gd name="connsiteX4-187" fmla="*/ 901862 w 901862"/>
                  <a:gd name="connsiteY4-188" fmla="*/ 109063 h 326299"/>
                  <a:gd name="connsiteX5-189" fmla="*/ 901862 w 901862"/>
                  <a:gd name="connsiteY5-190" fmla="*/ 282851 h 326299"/>
                  <a:gd name="connsiteX6-191" fmla="*/ 858414 w 901862"/>
                  <a:gd name="connsiteY6-192" fmla="*/ 326299 h 326299"/>
                  <a:gd name="connsiteX7-193" fmla="*/ 43448 w 901862"/>
                  <a:gd name="connsiteY7-194" fmla="*/ 326299 h 326299"/>
                  <a:gd name="connsiteX8-195" fmla="*/ 0 w 901862"/>
                  <a:gd name="connsiteY8-196" fmla="*/ 282851 h 326299"/>
                  <a:gd name="connsiteX9-197" fmla="*/ 0 w 901862"/>
                  <a:gd name="connsiteY9-198" fmla="*/ 109063 h 326299"/>
                  <a:gd name="connsiteX0-199" fmla="*/ 0 w 901862"/>
                  <a:gd name="connsiteY0-200" fmla="*/ 109063 h 326299"/>
                  <a:gd name="connsiteX1-201" fmla="*/ 55530 w 901862"/>
                  <a:gd name="connsiteY1-202" fmla="*/ 0 h 326299"/>
                  <a:gd name="connsiteX2-203" fmla="*/ 446920 w 901862"/>
                  <a:gd name="connsiteY2-204" fmla="*/ 147932 h 326299"/>
                  <a:gd name="connsiteX3-205" fmla="*/ 858414 w 901862"/>
                  <a:gd name="connsiteY3-206" fmla="*/ 65615 h 326299"/>
                  <a:gd name="connsiteX4-207" fmla="*/ 901862 w 901862"/>
                  <a:gd name="connsiteY4-208" fmla="*/ 109063 h 326299"/>
                  <a:gd name="connsiteX5-209" fmla="*/ 901862 w 901862"/>
                  <a:gd name="connsiteY5-210" fmla="*/ 282851 h 326299"/>
                  <a:gd name="connsiteX6-211" fmla="*/ 858414 w 901862"/>
                  <a:gd name="connsiteY6-212" fmla="*/ 326299 h 326299"/>
                  <a:gd name="connsiteX7-213" fmla="*/ 43448 w 901862"/>
                  <a:gd name="connsiteY7-214" fmla="*/ 326299 h 326299"/>
                  <a:gd name="connsiteX8-215" fmla="*/ 0 w 901862"/>
                  <a:gd name="connsiteY8-216" fmla="*/ 282851 h 326299"/>
                  <a:gd name="connsiteX9-217" fmla="*/ 0 w 901862"/>
                  <a:gd name="connsiteY9-218" fmla="*/ 109063 h 326299"/>
                  <a:gd name="connsiteX0-219" fmla="*/ 0 w 901862"/>
                  <a:gd name="connsiteY0-220" fmla="*/ 109063 h 326299"/>
                  <a:gd name="connsiteX1-221" fmla="*/ 55530 w 901862"/>
                  <a:gd name="connsiteY1-222" fmla="*/ 0 h 326299"/>
                  <a:gd name="connsiteX2-223" fmla="*/ 446920 w 901862"/>
                  <a:gd name="connsiteY2-224" fmla="*/ 147932 h 326299"/>
                  <a:gd name="connsiteX3-225" fmla="*/ 858414 w 901862"/>
                  <a:gd name="connsiteY3-226" fmla="*/ 65615 h 326299"/>
                  <a:gd name="connsiteX4-227" fmla="*/ 901862 w 901862"/>
                  <a:gd name="connsiteY4-228" fmla="*/ 109063 h 326299"/>
                  <a:gd name="connsiteX5-229" fmla="*/ 901862 w 901862"/>
                  <a:gd name="connsiteY5-230" fmla="*/ 282851 h 326299"/>
                  <a:gd name="connsiteX6-231" fmla="*/ 858414 w 901862"/>
                  <a:gd name="connsiteY6-232" fmla="*/ 326299 h 326299"/>
                  <a:gd name="connsiteX7-233" fmla="*/ 43448 w 901862"/>
                  <a:gd name="connsiteY7-234" fmla="*/ 326299 h 326299"/>
                  <a:gd name="connsiteX8-235" fmla="*/ 0 w 901862"/>
                  <a:gd name="connsiteY8-236" fmla="*/ 282851 h 326299"/>
                  <a:gd name="connsiteX9-237" fmla="*/ 0 w 901862"/>
                  <a:gd name="connsiteY9-238" fmla="*/ 109063 h 326299"/>
                  <a:gd name="connsiteX0-239" fmla="*/ 0 w 901862"/>
                  <a:gd name="connsiteY0-240" fmla="*/ 109063 h 326299"/>
                  <a:gd name="connsiteX1-241" fmla="*/ 55530 w 901862"/>
                  <a:gd name="connsiteY1-242" fmla="*/ 0 h 326299"/>
                  <a:gd name="connsiteX2-243" fmla="*/ 446920 w 901862"/>
                  <a:gd name="connsiteY2-244" fmla="*/ 147932 h 326299"/>
                  <a:gd name="connsiteX3-245" fmla="*/ 858414 w 901862"/>
                  <a:gd name="connsiteY3-246" fmla="*/ 65615 h 326299"/>
                  <a:gd name="connsiteX4-247" fmla="*/ 901862 w 901862"/>
                  <a:gd name="connsiteY4-248" fmla="*/ 109063 h 326299"/>
                  <a:gd name="connsiteX5-249" fmla="*/ 901862 w 901862"/>
                  <a:gd name="connsiteY5-250" fmla="*/ 282851 h 326299"/>
                  <a:gd name="connsiteX6-251" fmla="*/ 858414 w 901862"/>
                  <a:gd name="connsiteY6-252" fmla="*/ 326299 h 326299"/>
                  <a:gd name="connsiteX7-253" fmla="*/ 43448 w 901862"/>
                  <a:gd name="connsiteY7-254" fmla="*/ 326299 h 326299"/>
                  <a:gd name="connsiteX8-255" fmla="*/ 0 w 901862"/>
                  <a:gd name="connsiteY8-256" fmla="*/ 282851 h 326299"/>
                  <a:gd name="connsiteX9-257" fmla="*/ 0 w 901862"/>
                  <a:gd name="connsiteY9-258" fmla="*/ 109063 h 326299"/>
                  <a:gd name="connsiteX0-259" fmla="*/ 0 w 901862"/>
                  <a:gd name="connsiteY0-260" fmla="*/ 109063 h 326299"/>
                  <a:gd name="connsiteX1-261" fmla="*/ 55530 w 901862"/>
                  <a:gd name="connsiteY1-262" fmla="*/ 0 h 326299"/>
                  <a:gd name="connsiteX2-263" fmla="*/ 408216 w 901862"/>
                  <a:gd name="connsiteY2-264" fmla="*/ 142707 h 326299"/>
                  <a:gd name="connsiteX3-265" fmla="*/ 858414 w 901862"/>
                  <a:gd name="connsiteY3-266" fmla="*/ 65615 h 326299"/>
                  <a:gd name="connsiteX4-267" fmla="*/ 901862 w 901862"/>
                  <a:gd name="connsiteY4-268" fmla="*/ 109063 h 326299"/>
                  <a:gd name="connsiteX5-269" fmla="*/ 901862 w 901862"/>
                  <a:gd name="connsiteY5-270" fmla="*/ 282851 h 326299"/>
                  <a:gd name="connsiteX6-271" fmla="*/ 858414 w 901862"/>
                  <a:gd name="connsiteY6-272" fmla="*/ 326299 h 326299"/>
                  <a:gd name="connsiteX7-273" fmla="*/ 43448 w 901862"/>
                  <a:gd name="connsiteY7-274" fmla="*/ 326299 h 326299"/>
                  <a:gd name="connsiteX8-275" fmla="*/ 0 w 901862"/>
                  <a:gd name="connsiteY8-276" fmla="*/ 282851 h 326299"/>
                  <a:gd name="connsiteX9-277" fmla="*/ 0 w 901862"/>
                  <a:gd name="connsiteY9-278" fmla="*/ 109063 h 326299"/>
                  <a:gd name="connsiteX0-279" fmla="*/ 0 w 901862"/>
                  <a:gd name="connsiteY0-280" fmla="*/ 109063 h 326299"/>
                  <a:gd name="connsiteX1-281" fmla="*/ 55530 w 901862"/>
                  <a:gd name="connsiteY1-282" fmla="*/ 0 h 326299"/>
                  <a:gd name="connsiteX2-283" fmla="*/ 408216 w 901862"/>
                  <a:gd name="connsiteY2-284" fmla="*/ 142707 h 326299"/>
                  <a:gd name="connsiteX3-285" fmla="*/ 856799 w 901862"/>
                  <a:gd name="connsiteY3-286" fmla="*/ 50453 h 326299"/>
                  <a:gd name="connsiteX4-287" fmla="*/ 901862 w 901862"/>
                  <a:gd name="connsiteY4-288" fmla="*/ 109063 h 326299"/>
                  <a:gd name="connsiteX5-289" fmla="*/ 901862 w 901862"/>
                  <a:gd name="connsiteY5-290" fmla="*/ 282851 h 326299"/>
                  <a:gd name="connsiteX6-291" fmla="*/ 858414 w 901862"/>
                  <a:gd name="connsiteY6-292" fmla="*/ 326299 h 326299"/>
                  <a:gd name="connsiteX7-293" fmla="*/ 43448 w 901862"/>
                  <a:gd name="connsiteY7-294" fmla="*/ 326299 h 326299"/>
                  <a:gd name="connsiteX8-295" fmla="*/ 0 w 901862"/>
                  <a:gd name="connsiteY8-296" fmla="*/ 282851 h 326299"/>
                  <a:gd name="connsiteX9-297" fmla="*/ 0 w 901862"/>
                  <a:gd name="connsiteY9-298" fmla="*/ 109063 h 326299"/>
                  <a:gd name="connsiteX0-299" fmla="*/ 0 w 901862"/>
                  <a:gd name="connsiteY0-300" fmla="*/ 109063 h 326299"/>
                  <a:gd name="connsiteX1-301" fmla="*/ 55530 w 901862"/>
                  <a:gd name="connsiteY1-302" fmla="*/ 0 h 326299"/>
                  <a:gd name="connsiteX2-303" fmla="*/ 408216 w 901862"/>
                  <a:gd name="connsiteY2-304" fmla="*/ 142707 h 326299"/>
                  <a:gd name="connsiteX3-305" fmla="*/ 856799 w 901862"/>
                  <a:gd name="connsiteY3-306" fmla="*/ 50453 h 326299"/>
                  <a:gd name="connsiteX4-307" fmla="*/ 901862 w 901862"/>
                  <a:gd name="connsiteY4-308" fmla="*/ 109063 h 326299"/>
                  <a:gd name="connsiteX5-309" fmla="*/ 901862 w 901862"/>
                  <a:gd name="connsiteY5-310" fmla="*/ 282851 h 326299"/>
                  <a:gd name="connsiteX6-311" fmla="*/ 858414 w 901862"/>
                  <a:gd name="connsiteY6-312" fmla="*/ 326299 h 326299"/>
                  <a:gd name="connsiteX7-313" fmla="*/ 43448 w 901862"/>
                  <a:gd name="connsiteY7-314" fmla="*/ 326299 h 326299"/>
                  <a:gd name="connsiteX8-315" fmla="*/ 0 w 901862"/>
                  <a:gd name="connsiteY8-316" fmla="*/ 282851 h 326299"/>
                  <a:gd name="connsiteX9-317" fmla="*/ 0 w 901862"/>
                  <a:gd name="connsiteY9-318" fmla="*/ 109063 h 326299"/>
                  <a:gd name="connsiteX0-319" fmla="*/ 0 w 901862"/>
                  <a:gd name="connsiteY0-320" fmla="*/ 109063 h 326299"/>
                  <a:gd name="connsiteX1-321" fmla="*/ 55530 w 901862"/>
                  <a:gd name="connsiteY1-322" fmla="*/ 0 h 326299"/>
                  <a:gd name="connsiteX2-323" fmla="*/ 408216 w 901862"/>
                  <a:gd name="connsiteY2-324" fmla="*/ 142707 h 326299"/>
                  <a:gd name="connsiteX3-325" fmla="*/ 803023 w 901862"/>
                  <a:gd name="connsiteY3-326" fmla="*/ 26637 h 326299"/>
                  <a:gd name="connsiteX4-327" fmla="*/ 901862 w 901862"/>
                  <a:gd name="connsiteY4-328" fmla="*/ 109063 h 326299"/>
                  <a:gd name="connsiteX5-329" fmla="*/ 901862 w 901862"/>
                  <a:gd name="connsiteY5-330" fmla="*/ 282851 h 326299"/>
                  <a:gd name="connsiteX6-331" fmla="*/ 858414 w 901862"/>
                  <a:gd name="connsiteY6-332" fmla="*/ 326299 h 326299"/>
                  <a:gd name="connsiteX7-333" fmla="*/ 43448 w 901862"/>
                  <a:gd name="connsiteY7-334" fmla="*/ 326299 h 326299"/>
                  <a:gd name="connsiteX8-335" fmla="*/ 0 w 901862"/>
                  <a:gd name="connsiteY8-336" fmla="*/ 282851 h 326299"/>
                  <a:gd name="connsiteX9-337" fmla="*/ 0 w 901862"/>
                  <a:gd name="connsiteY9-338" fmla="*/ 109063 h 326299"/>
                  <a:gd name="connsiteX0-339" fmla="*/ 0 w 901862"/>
                  <a:gd name="connsiteY0-340" fmla="*/ 109063 h 326299"/>
                  <a:gd name="connsiteX1-341" fmla="*/ 55530 w 901862"/>
                  <a:gd name="connsiteY1-342" fmla="*/ 0 h 326299"/>
                  <a:gd name="connsiteX2-343" fmla="*/ 408216 w 901862"/>
                  <a:gd name="connsiteY2-344" fmla="*/ 142707 h 326299"/>
                  <a:gd name="connsiteX3-345" fmla="*/ 809712 w 901862"/>
                  <a:gd name="connsiteY3-346" fmla="*/ 36769 h 326299"/>
                  <a:gd name="connsiteX4-347" fmla="*/ 901862 w 901862"/>
                  <a:gd name="connsiteY4-348" fmla="*/ 109063 h 326299"/>
                  <a:gd name="connsiteX5-349" fmla="*/ 901862 w 901862"/>
                  <a:gd name="connsiteY5-350" fmla="*/ 282851 h 326299"/>
                  <a:gd name="connsiteX6-351" fmla="*/ 858414 w 901862"/>
                  <a:gd name="connsiteY6-352" fmla="*/ 326299 h 326299"/>
                  <a:gd name="connsiteX7-353" fmla="*/ 43448 w 901862"/>
                  <a:gd name="connsiteY7-354" fmla="*/ 326299 h 326299"/>
                  <a:gd name="connsiteX8-355" fmla="*/ 0 w 901862"/>
                  <a:gd name="connsiteY8-356" fmla="*/ 282851 h 326299"/>
                  <a:gd name="connsiteX9-357" fmla="*/ 0 w 901862"/>
                  <a:gd name="connsiteY9-358" fmla="*/ 109063 h 326299"/>
                  <a:gd name="connsiteX0-359" fmla="*/ 0 w 901862"/>
                  <a:gd name="connsiteY0-360" fmla="*/ 109063 h 326299"/>
                  <a:gd name="connsiteX1-361" fmla="*/ 55530 w 901862"/>
                  <a:gd name="connsiteY1-362" fmla="*/ 0 h 326299"/>
                  <a:gd name="connsiteX2-363" fmla="*/ 408216 w 901862"/>
                  <a:gd name="connsiteY2-364" fmla="*/ 142707 h 326299"/>
                  <a:gd name="connsiteX3-365" fmla="*/ 809712 w 901862"/>
                  <a:gd name="connsiteY3-366" fmla="*/ 36769 h 326299"/>
                  <a:gd name="connsiteX4-367" fmla="*/ 901862 w 901862"/>
                  <a:gd name="connsiteY4-368" fmla="*/ 109063 h 326299"/>
                  <a:gd name="connsiteX5-369" fmla="*/ 901862 w 901862"/>
                  <a:gd name="connsiteY5-370" fmla="*/ 282851 h 326299"/>
                  <a:gd name="connsiteX6-371" fmla="*/ 858414 w 901862"/>
                  <a:gd name="connsiteY6-372" fmla="*/ 326299 h 326299"/>
                  <a:gd name="connsiteX7-373" fmla="*/ 43448 w 901862"/>
                  <a:gd name="connsiteY7-374" fmla="*/ 326299 h 326299"/>
                  <a:gd name="connsiteX8-375" fmla="*/ 0 w 901862"/>
                  <a:gd name="connsiteY8-376" fmla="*/ 282851 h 326299"/>
                  <a:gd name="connsiteX9-377" fmla="*/ 0 w 901862"/>
                  <a:gd name="connsiteY9-378" fmla="*/ 109063 h 326299"/>
                  <a:gd name="connsiteX0-379" fmla="*/ 0 w 901862"/>
                  <a:gd name="connsiteY0-380" fmla="*/ 109063 h 326299"/>
                  <a:gd name="connsiteX1-381" fmla="*/ 55530 w 901862"/>
                  <a:gd name="connsiteY1-382" fmla="*/ 0 h 326299"/>
                  <a:gd name="connsiteX2-383" fmla="*/ 408216 w 901862"/>
                  <a:gd name="connsiteY2-384" fmla="*/ 142707 h 326299"/>
                  <a:gd name="connsiteX3-385" fmla="*/ 792935 w 901862"/>
                  <a:gd name="connsiteY3-386" fmla="*/ 23223 h 326299"/>
                  <a:gd name="connsiteX4-387" fmla="*/ 901862 w 901862"/>
                  <a:gd name="connsiteY4-388" fmla="*/ 109063 h 326299"/>
                  <a:gd name="connsiteX5-389" fmla="*/ 901862 w 901862"/>
                  <a:gd name="connsiteY5-390" fmla="*/ 282851 h 326299"/>
                  <a:gd name="connsiteX6-391" fmla="*/ 858414 w 901862"/>
                  <a:gd name="connsiteY6-392" fmla="*/ 326299 h 326299"/>
                  <a:gd name="connsiteX7-393" fmla="*/ 43448 w 901862"/>
                  <a:gd name="connsiteY7-394" fmla="*/ 326299 h 326299"/>
                  <a:gd name="connsiteX8-395" fmla="*/ 0 w 901862"/>
                  <a:gd name="connsiteY8-396" fmla="*/ 282851 h 326299"/>
                  <a:gd name="connsiteX9-397" fmla="*/ 0 w 901862"/>
                  <a:gd name="connsiteY9-398" fmla="*/ 109063 h 326299"/>
                  <a:gd name="connsiteX0-399" fmla="*/ 0 w 901862"/>
                  <a:gd name="connsiteY0-400" fmla="*/ 109063 h 326299"/>
                  <a:gd name="connsiteX1-401" fmla="*/ 55530 w 901862"/>
                  <a:gd name="connsiteY1-402" fmla="*/ 0 h 326299"/>
                  <a:gd name="connsiteX2-403" fmla="*/ 408216 w 901862"/>
                  <a:gd name="connsiteY2-404" fmla="*/ 142707 h 326299"/>
                  <a:gd name="connsiteX3-405" fmla="*/ 792935 w 901862"/>
                  <a:gd name="connsiteY3-406" fmla="*/ 23223 h 326299"/>
                  <a:gd name="connsiteX4-407" fmla="*/ 901862 w 901862"/>
                  <a:gd name="connsiteY4-408" fmla="*/ 109063 h 326299"/>
                  <a:gd name="connsiteX5-409" fmla="*/ 901862 w 901862"/>
                  <a:gd name="connsiteY5-410" fmla="*/ 282851 h 326299"/>
                  <a:gd name="connsiteX6-411" fmla="*/ 858414 w 901862"/>
                  <a:gd name="connsiteY6-412" fmla="*/ 326299 h 326299"/>
                  <a:gd name="connsiteX7-413" fmla="*/ 43448 w 901862"/>
                  <a:gd name="connsiteY7-414" fmla="*/ 326299 h 326299"/>
                  <a:gd name="connsiteX8-415" fmla="*/ 0 w 901862"/>
                  <a:gd name="connsiteY8-416" fmla="*/ 282851 h 326299"/>
                  <a:gd name="connsiteX9-417" fmla="*/ 0 w 901862"/>
                  <a:gd name="connsiteY9-418" fmla="*/ 109063 h 326299"/>
                  <a:gd name="connsiteX0-419" fmla="*/ 0 w 901862"/>
                  <a:gd name="connsiteY0-420" fmla="*/ 156254 h 373490"/>
                  <a:gd name="connsiteX1-421" fmla="*/ 45639 w 901862"/>
                  <a:gd name="connsiteY1-422" fmla="*/ 0 h 373490"/>
                  <a:gd name="connsiteX2-423" fmla="*/ 408216 w 901862"/>
                  <a:gd name="connsiteY2-424" fmla="*/ 189898 h 373490"/>
                  <a:gd name="connsiteX3-425" fmla="*/ 792935 w 901862"/>
                  <a:gd name="connsiteY3-426" fmla="*/ 70414 h 373490"/>
                  <a:gd name="connsiteX4-427" fmla="*/ 901862 w 901862"/>
                  <a:gd name="connsiteY4-428" fmla="*/ 156254 h 373490"/>
                  <a:gd name="connsiteX5-429" fmla="*/ 901862 w 901862"/>
                  <a:gd name="connsiteY5-430" fmla="*/ 330042 h 373490"/>
                  <a:gd name="connsiteX6-431" fmla="*/ 858414 w 901862"/>
                  <a:gd name="connsiteY6-432" fmla="*/ 373490 h 373490"/>
                  <a:gd name="connsiteX7-433" fmla="*/ 43448 w 901862"/>
                  <a:gd name="connsiteY7-434" fmla="*/ 373490 h 373490"/>
                  <a:gd name="connsiteX8-435" fmla="*/ 0 w 901862"/>
                  <a:gd name="connsiteY8-436" fmla="*/ 330042 h 373490"/>
                  <a:gd name="connsiteX9-437" fmla="*/ 0 w 901862"/>
                  <a:gd name="connsiteY9-438" fmla="*/ 156254 h 373490"/>
                  <a:gd name="connsiteX0-439" fmla="*/ 0 w 901862"/>
                  <a:gd name="connsiteY0-440" fmla="*/ 156254 h 373784"/>
                  <a:gd name="connsiteX1-441" fmla="*/ 45639 w 901862"/>
                  <a:gd name="connsiteY1-442" fmla="*/ 0 h 373784"/>
                  <a:gd name="connsiteX2-443" fmla="*/ 408216 w 901862"/>
                  <a:gd name="connsiteY2-444" fmla="*/ 189898 h 373784"/>
                  <a:gd name="connsiteX3-445" fmla="*/ 792935 w 901862"/>
                  <a:gd name="connsiteY3-446" fmla="*/ 70414 h 373784"/>
                  <a:gd name="connsiteX4-447" fmla="*/ 901862 w 901862"/>
                  <a:gd name="connsiteY4-448" fmla="*/ 156254 h 373784"/>
                  <a:gd name="connsiteX5-449" fmla="*/ 901862 w 901862"/>
                  <a:gd name="connsiteY5-450" fmla="*/ 330042 h 373784"/>
                  <a:gd name="connsiteX6-451" fmla="*/ 858414 w 901862"/>
                  <a:gd name="connsiteY6-452" fmla="*/ 373490 h 373784"/>
                  <a:gd name="connsiteX7-453" fmla="*/ 486526 w 901862"/>
                  <a:gd name="connsiteY7-454" fmla="*/ 373784 h 373784"/>
                  <a:gd name="connsiteX8-455" fmla="*/ 43448 w 901862"/>
                  <a:gd name="connsiteY8-456" fmla="*/ 373490 h 373784"/>
                  <a:gd name="connsiteX9-457" fmla="*/ 0 w 901862"/>
                  <a:gd name="connsiteY9-458" fmla="*/ 330042 h 373784"/>
                  <a:gd name="connsiteX10" fmla="*/ 0 w 901862"/>
                  <a:gd name="connsiteY10" fmla="*/ 156254 h 373784"/>
                  <a:gd name="connsiteX0-459" fmla="*/ 0 w 901862"/>
                  <a:gd name="connsiteY0-460" fmla="*/ 156254 h 373490"/>
                  <a:gd name="connsiteX1-461" fmla="*/ 45639 w 901862"/>
                  <a:gd name="connsiteY1-462" fmla="*/ 0 h 373490"/>
                  <a:gd name="connsiteX2-463" fmla="*/ 408216 w 901862"/>
                  <a:gd name="connsiteY2-464" fmla="*/ 189898 h 373490"/>
                  <a:gd name="connsiteX3-465" fmla="*/ 792935 w 901862"/>
                  <a:gd name="connsiteY3-466" fmla="*/ 70414 h 373490"/>
                  <a:gd name="connsiteX4-467" fmla="*/ 901862 w 901862"/>
                  <a:gd name="connsiteY4-468" fmla="*/ 156254 h 373490"/>
                  <a:gd name="connsiteX5-469" fmla="*/ 901862 w 901862"/>
                  <a:gd name="connsiteY5-470" fmla="*/ 330042 h 373490"/>
                  <a:gd name="connsiteX6-471" fmla="*/ 858414 w 901862"/>
                  <a:gd name="connsiteY6-472" fmla="*/ 373490 h 373490"/>
                  <a:gd name="connsiteX7-473" fmla="*/ 471864 w 901862"/>
                  <a:gd name="connsiteY7-474" fmla="*/ 264269 h 373490"/>
                  <a:gd name="connsiteX8-475" fmla="*/ 43448 w 901862"/>
                  <a:gd name="connsiteY8-476" fmla="*/ 373490 h 373490"/>
                  <a:gd name="connsiteX9-477" fmla="*/ 0 w 901862"/>
                  <a:gd name="connsiteY9-478" fmla="*/ 330042 h 373490"/>
                  <a:gd name="connsiteX10-479" fmla="*/ 0 w 901862"/>
                  <a:gd name="connsiteY10-480" fmla="*/ 156254 h 373490"/>
                  <a:gd name="connsiteX0-481" fmla="*/ 0 w 901862"/>
                  <a:gd name="connsiteY0-482" fmla="*/ 156254 h 373490"/>
                  <a:gd name="connsiteX1-483" fmla="*/ 45639 w 901862"/>
                  <a:gd name="connsiteY1-484" fmla="*/ 0 h 373490"/>
                  <a:gd name="connsiteX2-485" fmla="*/ 408216 w 901862"/>
                  <a:gd name="connsiteY2-486" fmla="*/ 189898 h 373490"/>
                  <a:gd name="connsiteX3-487" fmla="*/ 792935 w 901862"/>
                  <a:gd name="connsiteY3-488" fmla="*/ 70414 h 373490"/>
                  <a:gd name="connsiteX4-489" fmla="*/ 901862 w 901862"/>
                  <a:gd name="connsiteY4-490" fmla="*/ 156254 h 373490"/>
                  <a:gd name="connsiteX5-491" fmla="*/ 901862 w 901862"/>
                  <a:gd name="connsiteY5-492" fmla="*/ 330042 h 373490"/>
                  <a:gd name="connsiteX6-493" fmla="*/ 858414 w 901862"/>
                  <a:gd name="connsiteY6-494" fmla="*/ 373490 h 373490"/>
                  <a:gd name="connsiteX7-495" fmla="*/ 459752 w 901862"/>
                  <a:gd name="connsiteY7-496" fmla="*/ 336619 h 373490"/>
                  <a:gd name="connsiteX8-497" fmla="*/ 43448 w 901862"/>
                  <a:gd name="connsiteY8-498" fmla="*/ 373490 h 373490"/>
                  <a:gd name="connsiteX9-499" fmla="*/ 0 w 901862"/>
                  <a:gd name="connsiteY9-500" fmla="*/ 330042 h 373490"/>
                  <a:gd name="connsiteX10-501" fmla="*/ 0 w 901862"/>
                  <a:gd name="connsiteY10-502" fmla="*/ 156254 h 373490"/>
                  <a:gd name="connsiteX0-503" fmla="*/ 0 w 901862"/>
                  <a:gd name="connsiteY0-504" fmla="*/ 156254 h 373507"/>
                  <a:gd name="connsiteX1-505" fmla="*/ 45639 w 901862"/>
                  <a:gd name="connsiteY1-506" fmla="*/ 0 h 373507"/>
                  <a:gd name="connsiteX2-507" fmla="*/ 408216 w 901862"/>
                  <a:gd name="connsiteY2-508" fmla="*/ 189898 h 373507"/>
                  <a:gd name="connsiteX3-509" fmla="*/ 792935 w 901862"/>
                  <a:gd name="connsiteY3-510" fmla="*/ 70414 h 373507"/>
                  <a:gd name="connsiteX4-511" fmla="*/ 901862 w 901862"/>
                  <a:gd name="connsiteY4-512" fmla="*/ 156254 h 373507"/>
                  <a:gd name="connsiteX5-513" fmla="*/ 901862 w 901862"/>
                  <a:gd name="connsiteY5-514" fmla="*/ 330042 h 373507"/>
                  <a:gd name="connsiteX6-515" fmla="*/ 858414 w 901862"/>
                  <a:gd name="connsiteY6-516" fmla="*/ 373490 h 373507"/>
                  <a:gd name="connsiteX7-517" fmla="*/ 459752 w 901862"/>
                  <a:gd name="connsiteY7-518" fmla="*/ 336619 h 373507"/>
                  <a:gd name="connsiteX8-519" fmla="*/ 43448 w 901862"/>
                  <a:gd name="connsiteY8-520" fmla="*/ 373490 h 373507"/>
                  <a:gd name="connsiteX9-521" fmla="*/ 0 w 901862"/>
                  <a:gd name="connsiteY9-522" fmla="*/ 330042 h 373507"/>
                  <a:gd name="connsiteX10-523" fmla="*/ 0 w 901862"/>
                  <a:gd name="connsiteY10-524" fmla="*/ 156254 h 373507"/>
                  <a:gd name="connsiteX0-525" fmla="*/ 0 w 901862"/>
                  <a:gd name="connsiteY0-526" fmla="*/ 156254 h 420677"/>
                  <a:gd name="connsiteX1-527" fmla="*/ 45639 w 901862"/>
                  <a:gd name="connsiteY1-528" fmla="*/ 0 h 420677"/>
                  <a:gd name="connsiteX2-529" fmla="*/ 408216 w 901862"/>
                  <a:gd name="connsiteY2-530" fmla="*/ 189898 h 420677"/>
                  <a:gd name="connsiteX3-531" fmla="*/ 792935 w 901862"/>
                  <a:gd name="connsiteY3-532" fmla="*/ 70414 h 420677"/>
                  <a:gd name="connsiteX4-533" fmla="*/ 901862 w 901862"/>
                  <a:gd name="connsiteY4-534" fmla="*/ 156254 h 420677"/>
                  <a:gd name="connsiteX5-535" fmla="*/ 901862 w 901862"/>
                  <a:gd name="connsiteY5-536" fmla="*/ 330042 h 420677"/>
                  <a:gd name="connsiteX6-537" fmla="*/ 858414 w 901862"/>
                  <a:gd name="connsiteY6-538" fmla="*/ 373490 h 420677"/>
                  <a:gd name="connsiteX7-539" fmla="*/ 459752 w 901862"/>
                  <a:gd name="connsiteY7-540" fmla="*/ 336619 h 420677"/>
                  <a:gd name="connsiteX8-541" fmla="*/ 49971 w 901862"/>
                  <a:gd name="connsiteY8-542" fmla="*/ 420666 h 420677"/>
                  <a:gd name="connsiteX9-543" fmla="*/ 0 w 901862"/>
                  <a:gd name="connsiteY9-544" fmla="*/ 330042 h 420677"/>
                  <a:gd name="connsiteX10-545" fmla="*/ 0 w 901862"/>
                  <a:gd name="connsiteY10-546" fmla="*/ 156254 h 420677"/>
                  <a:gd name="connsiteX0-547" fmla="*/ 0 w 901862"/>
                  <a:gd name="connsiteY0-548" fmla="*/ 156254 h 460941"/>
                  <a:gd name="connsiteX1-549" fmla="*/ 45639 w 901862"/>
                  <a:gd name="connsiteY1-550" fmla="*/ 0 h 460941"/>
                  <a:gd name="connsiteX2-551" fmla="*/ 408216 w 901862"/>
                  <a:gd name="connsiteY2-552" fmla="*/ 189898 h 460941"/>
                  <a:gd name="connsiteX3-553" fmla="*/ 792935 w 901862"/>
                  <a:gd name="connsiteY3-554" fmla="*/ 70414 h 460941"/>
                  <a:gd name="connsiteX4-555" fmla="*/ 901862 w 901862"/>
                  <a:gd name="connsiteY4-556" fmla="*/ 156254 h 460941"/>
                  <a:gd name="connsiteX5-557" fmla="*/ 901862 w 901862"/>
                  <a:gd name="connsiteY5-558" fmla="*/ 330042 h 460941"/>
                  <a:gd name="connsiteX6-559" fmla="*/ 834446 w 901862"/>
                  <a:gd name="connsiteY6-560" fmla="*/ 460941 h 460941"/>
                  <a:gd name="connsiteX7-561" fmla="*/ 459752 w 901862"/>
                  <a:gd name="connsiteY7-562" fmla="*/ 336619 h 460941"/>
                  <a:gd name="connsiteX8-563" fmla="*/ 49971 w 901862"/>
                  <a:gd name="connsiteY8-564" fmla="*/ 420666 h 460941"/>
                  <a:gd name="connsiteX9-565" fmla="*/ 0 w 901862"/>
                  <a:gd name="connsiteY9-566" fmla="*/ 330042 h 460941"/>
                  <a:gd name="connsiteX10-567" fmla="*/ 0 w 901862"/>
                  <a:gd name="connsiteY10-568" fmla="*/ 156254 h 460941"/>
                  <a:gd name="connsiteX0-569" fmla="*/ 0 w 901862"/>
                  <a:gd name="connsiteY0-570" fmla="*/ 156254 h 460941"/>
                  <a:gd name="connsiteX1-571" fmla="*/ 45639 w 901862"/>
                  <a:gd name="connsiteY1-572" fmla="*/ 0 h 460941"/>
                  <a:gd name="connsiteX2-573" fmla="*/ 408216 w 901862"/>
                  <a:gd name="connsiteY2-574" fmla="*/ 189898 h 460941"/>
                  <a:gd name="connsiteX3-575" fmla="*/ 792935 w 901862"/>
                  <a:gd name="connsiteY3-576" fmla="*/ 70414 h 460941"/>
                  <a:gd name="connsiteX4-577" fmla="*/ 901862 w 901862"/>
                  <a:gd name="connsiteY4-578" fmla="*/ 156254 h 460941"/>
                  <a:gd name="connsiteX5-579" fmla="*/ 901862 w 901862"/>
                  <a:gd name="connsiteY5-580" fmla="*/ 330042 h 460941"/>
                  <a:gd name="connsiteX6-581" fmla="*/ 834446 w 901862"/>
                  <a:gd name="connsiteY6-582" fmla="*/ 460941 h 460941"/>
                  <a:gd name="connsiteX7-583" fmla="*/ 459752 w 901862"/>
                  <a:gd name="connsiteY7-584" fmla="*/ 336619 h 460941"/>
                  <a:gd name="connsiteX8-585" fmla="*/ 49971 w 901862"/>
                  <a:gd name="connsiteY8-586" fmla="*/ 420666 h 460941"/>
                  <a:gd name="connsiteX9-587" fmla="*/ 0 w 901862"/>
                  <a:gd name="connsiteY9-588" fmla="*/ 330042 h 460941"/>
                  <a:gd name="connsiteX10-589" fmla="*/ 0 w 901862"/>
                  <a:gd name="connsiteY10-590" fmla="*/ 156254 h 460941"/>
                  <a:gd name="connsiteX0-591" fmla="*/ 0 w 901862"/>
                  <a:gd name="connsiteY0-592" fmla="*/ 156254 h 518129"/>
                  <a:gd name="connsiteX1-593" fmla="*/ 45639 w 901862"/>
                  <a:gd name="connsiteY1-594" fmla="*/ 0 h 518129"/>
                  <a:gd name="connsiteX2-595" fmla="*/ 408216 w 901862"/>
                  <a:gd name="connsiteY2-596" fmla="*/ 189898 h 518129"/>
                  <a:gd name="connsiteX3-597" fmla="*/ 792935 w 901862"/>
                  <a:gd name="connsiteY3-598" fmla="*/ 70414 h 518129"/>
                  <a:gd name="connsiteX4-599" fmla="*/ 901862 w 901862"/>
                  <a:gd name="connsiteY4-600" fmla="*/ 156254 h 518129"/>
                  <a:gd name="connsiteX5-601" fmla="*/ 901862 w 901862"/>
                  <a:gd name="connsiteY5-602" fmla="*/ 330042 h 518129"/>
                  <a:gd name="connsiteX6-603" fmla="*/ 820718 w 901862"/>
                  <a:gd name="connsiteY6-604" fmla="*/ 518129 h 518129"/>
                  <a:gd name="connsiteX7-605" fmla="*/ 459752 w 901862"/>
                  <a:gd name="connsiteY7-606" fmla="*/ 336619 h 518129"/>
                  <a:gd name="connsiteX8-607" fmla="*/ 49971 w 901862"/>
                  <a:gd name="connsiteY8-608" fmla="*/ 420666 h 518129"/>
                  <a:gd name="connsiteX9-609" fmla="*/ 0 w 901862"/>
                  <a:gd name="connsiteY9-610" fmla="*/ 330042 h 518129"/>
                  <a:gd name="connsiteX10-611" fmla="*/ 0 w 901862"/>
                  <a:gd name="connsiteY10-612" fmla="*/ 156254 h 518129"/>
                  <a:gd name="connsiteX0-613" fmla="*/ 0 w 901862"/>
                  <a:gd name="connsiteY0-614" fmla="*/ 156254 h 518129"/>
                  <a:gd name="connsiteX1-615" fmla="*/ 45639 w 901862"/>
                  <a:gd name="connsiteY1-616" fmla="*/ 0 h 518129"/>
                  <a:gd name="connsiteX2-617" fmla="*/ 408216 w 901862"/>
                  <a:gd name="connsiteY2-618" fmla="*/ 189898 h 518129"/>
                  <a:gd name="connsiteX3-619" fmla="*/ 792935 w 901862"/>
                  <a:gd name="connsiteY3-620" fmla="*/ 70414 h 518129"/>
                  <a:gd name="connsiteX4-621" fmla="*/ 901862 w 901862"/>
                  <a:gd name="connsiteY4-622" fmla="*/ 156254 h 518129"/>
                  <a:gd name="connsiteX5-623" fmla="*/ 901862 w 901862"/>
                  <a:gd name="connsiteY5-624" fmla="*/ 330042 h 518129"/>
                  <a:gd name="connsiteX6-625" fmla="*/ 820718 w 901862"/>
                  <a:gd name="connsiteY6-626" fmla="*/ 518129 h 518129"/>
                  <a:gd name="connsiteX7-627" fmla="*/ 459752 w 901862"/>
                  <a:gd name="connsiteY7-628" fmla="*/ 336619 h 518129"/>
                  <a:gd name="connsiteX8-629" fmla="*/ 49971 w 901862"/>
                  <a:gd name="connsiteY8-630" fmla="*/ 420666 h 518129"/>
                  <a:gd name="connsiteX9-631" fmla="*/ 0 w 901862"/>
                  <a:gd name="connsiteY9-632" fmla="*/ 330042 h 518129"/>
                  <a:gd name="connsiteX10-633" fmla="*/ 0 w 901862"/>
                  <a:gd name="connsiteY10-634" fmla="*/ 156254 h 518129"/>
                  <a:gd name="connsiteX0-635" fmla="*/ 0 w 901862"/>
                  <a:gd name="connsiteY0-636" fmla="*/ 156254 h 518129"/>
                  <a:gd name="connsiteX1-637" fmla="*/ 45639 w 901862"/>
                  <a:gd name="connsiteY1-638" fmla="*/ 0 h 518129"/>
                  <a:gd name="connsiteX2-639" fmla="*/ 408216 w 901862"/>
                  <a:gd name="connsiteY2-640" fmla="*/ 189898 h 518129"/>
                  <a:gd name="connsiteX3-641" fmla="*/ 792935 w 901862"/>
                  <a:gd name="connsiteY3-642" fmla="*/ 70414 h 518129"/>
                  <a:gd name="connsiteX4-643" fmla="*/ 901862 w 901862"/>
                  <a:gd name="connsiteY4-644" fmla="*/ 156254 h 518129"/>
                  <a:gd name="connsiteX5-645" fmla="*/ 901862 w 901862"/>
                  <a:gd name="connsiteY5-646" fmla="*/ 330042 h 518129"/>
                  <a:gd name="connsiteX6-647" fmla="*/ 820718 w 901862"/>
                  <a:gd name="connsiteY6-648" fmla="*/ 518129 h 518129"/>
                  <a:gd name="connsiteX7-649" fmla="*/ 449618 w 901862"/>
                  <a:gd name="connsiteY7-650" fmla="*/ 343309 h 518129"/>
                  <a:gd name="connsiteX8-651" fmla="*/ 49971 w 901862"/>
                  <a:gd name="connsiteY8-652" fmla="*/ 420666 h 518129"/>
                  <a:gd name="connsiteX9-653" fmla="*/ 0 w 901862"/>
                  <a:gd name="connsiteY9-654" fmla="*/ 330042 h 518129"/>
                  <a:gd name="connsiteX10-655" fmla="*/ 0 w 901862"/>
                  <a:gd name="connsiteY10-656" fmla="*/ 156254 h 518129"/>
                  <a:gd name="connsiteX0-657" fmla="*/ 0 w 901862"/>
                  <a:gd name="connsiteY0-658" fmla="*/ 156254 h 518129"/>
                  <a:gd name="connsiteX1-659" fmla="*/ 45639 w 901862"/>
                  <a:gd name="connsiteY1-660" fmla="*/ 0 h 518129"/>
                  <a:gd name="connsiteX2-661" fmla="*/ 408216 w 901862"/>
                  <a:gd name="connsiteY2-662" fmla="*/ 189898 h 518129"/>
                  <a:gd name="connsiteX3-663" fmla="*/ 792935 w 901862"/>
                  <a:gd name="connsiteY3-664" fmla="*/ 70414 h 518129"/>
                  <a:gd name="connsiteX4-665" fmla="*/ 901862 w 901862"/>
                  <a:gd name="connsiteY4-666" fmla="*/ 156254 h 518129"/>
                  <a:gd name="connsiteX5-667" fmla="*/ 901862 w 901862"/>
                  <a:gd name="connsiteY5-668" fmla="*/ 330042 h 518129"/>
                  <a:gd name="connsiteX6-669" fmla="*/ 820718 w 901862"/>
                  <a:gd name="connsiteY6-670" fmla="*/ 518129 h 518129"/>
                  <a:gd name="connsiteX7-671" fmla="*/ 449618 w 901862"/>
                  <a:gd name="connsiteY7-672" fmla="*/ 343309 h 518129"/>
                  <a:gd name="connsiteX8-673" fmla="*/ 53233 w 901862"/>
                  <a:gd name="connsiteY8-674" fmla="*/ 444254 h 518129"/>
                  <a:gd name="connsiteX9-675" fmla="*/ 0 w 901862"/>
                  <a:gd name="connsiteY9-676" fmla="*/ 330042 h 518129"/>
                  <a:gd name="connsiteX10-677" fmla="*/ 0 w 901862"/>
                  <a:gd name="connsiteY10-678" fmla="*/ 156254 h 518129"/>
                  <a:gd name="connsiteX0-679" fmla="*/ 0 w 901862"/>
                  <a:gd name="connsiteY0-680" fmla="*/ 156254 h 518129"/>
                  <a:gd name="connsiteX1-681" fmla="*/ 45639 w 901862"/>
                  <a:gd name="connsiteY1-682" fmla="*/ 0 h 518129"/>
                  <a:gd name="connsiteX2-683" fmla="*/ 408216 w 901862"/>
                  <a:gd name="connsiteY2-684" fmla="*/ 189898 h 518129"/>
                  <a:gd name="connsiteX3-685" fmla="*/ 792935 w 901862"/>
                  <a:gd name="connsiteY3-686" fmla="*/ 70414 h 518129"/>
                  <a:gd name="connsiteX4-687" fmla="*/ 901862 w 901862"/>
                  <a:gd name="connsiteY4-688" fmla="*/ 156254 h 518129"/>
                  <a:gd name="connsiteX5-689" fmla="*/ 901862 w 901862"/>
                  <a:gd name="connsiteY5-690" fmla="*/ 330042 h 518129"/>
                  <a:gd name="connsiteX6-691" fmla="*/ 820718 w 901862"/>
                  <a:gd name="connsiteY6-692" fmla="*/ 518129 h 518129"/>
                  <a:gd name="connsiteX7-693" fmla="*/ 449618 w 901862"/>
                  <a:gd name="connsiteY7-694" fmla="*/ 343309 h 518129"/>
                  <a:gd name="connsiteX8-695" fmla="*/ 53233 w 901862"/>
                  <a:gd name="connsiteY8-696" fmla="*/ 444254 h 518129"/>
                  <a:gd name="connsiteX9-697" fmla="*/ 0 w 901862"/>
                  <a:gd name="connsiteY9-698" fmla="*/ 330042 h 518129"/>
                  <a:gd name="connsiteX10-699" fmla="*/ 0 w 901862"/>
                  <a:gd name="connsiteY10-700" fmla="*/ 156254 h 518129"/>
                  <a:gd name="connsiteX0-701" fmla="*/ 0 w 901862"/>
                  <a:gd name="connsiteY0-702" fmla="*/ 156254 h 518129"/>
                  <a:gd name="connsiteX1-703" fmla="*/ 45639 w 901862"/>
                  <a:gd name="connsiteY1-704" fmla="*/ 0 h 518129"/>
                  <a:gd name="connsiteX2-705" fmla="*/ 408216 w 901862"/>
                  <a:gd name="connsiteY2-706" fmla="*/ 189898 h 518129"/>
                  <a:gd name="connsiteX3-707" fmla="*/ 792935 w 901862"/>
                  <a:gd name="connsiteY3-708" fmla="*/ 70414 h 518129"/>
                  <a:gd name="connsiteX4-709" fmla="*/ 901862 w 901862"/>
                  <a:gd name="connsiteY4-710" fmla="*/ 156254 h 518129"/>
                  <a:gd name="connsiteX5-711" fmla="*/ 901862 w 901862"/>
                  <a:gd name="connsiteY5-712" fmla="*/ 330042 h 518129"/>
                  <a:gd name="connsiteX6-713" fmla="*/ 820718 w 901862"/>
                  <a:gd name="connsiteY6-714" fmla="*/ 518129 h 518129"/>
                  <a:gd name="connsiteX7-715" fmla="*/ 449618 w 901862"/>
                  <a:gd name="connsiteY7-716" fmla="*/ 343309 h 518129"/>
                  <a:gd name="connsiteX8-717" fmla="*/ 53233 w 901862"/>
                  <a:gd name="connsiteY8-718" fmla="*/ 444254 h 518129"/>
                  <a:gd name="connsiteX9-719" fmla="*/ 0 w 901862"/>
                  <a:gd name="connsiteY9-720" fmla="*/ 330042 h 518129"/>
                  <a:gd name="connsiteX10-721" fmla="*/ 0 w 901862"/>
                  <a:gd name="connsiteY10-722" fmla="*/ 156254 h 518129"/>
                  <a:gd name="connsiteX0-723" fmla="*/ 0 w 901862"/>
                  <a:gd name="connsiteY0-724" fmla="*/ 156254 h 518129"/>
                  <a:gd name="connsiteX1-725" fmla="*/ 45639 w 901862"/>
                  <a:gd name="connsiteY1-726" fmla="*/ 0 h 518129"/>
                  <a:gd name="connsiteX2-727" fmla="*/ 408216 w 901862"/>
                  <a:gd name="connsiteY2-728" fmla="*/ 189898 h 518129"/>
                  <a:gd name="connsiteX3-729" fmla="*/ 792935 w 901862"/>
                  <a:gd name="connsiteY3-730" fmla="*/ 70414 h 518129"/>
                  <a:gd name="connsiteX4-731" fmla="*/ 901862 w 901862"/>
                  <a:gd name="connsiteY4-732" fmla="*/ 156254 h 518129"/>
                  <a:gd name="connsiteX5-733" fmla="*/ 901862 w 901862"/>
                  <a:gd name="connsiteY5-734" fmla="*/ 330042 h 518129"/>
                  <a:gd name="connsiteX6-735" fmla="*/ 820718 w 901862"/>
                  <a:gd name="connsiteY6-736" fmla="*/ 518129 h 518129"/>
                  <a:gd name="connsiteX7-737" fmla="*/ 449618 w 901862"/>
                  <a:gd name="connsiteY7-738" fmla="*/ 343309 h 518129"/>
                  <a:gd name="connsiteX8-739" fmla="*/ 53233 w 901862"/>
                  <a:gd name="connsiteY8-740" fmla="*/ 444254 h 518129"/>
                  <a:gd name="connsiteX9-741" fmla="*/ 0 w 901862"/>
                  <a:gd name="connsiteY9-742" fmla="*/ 330042 h 518129"/>
                  <a:gd name="connsiteX10-743" fmla="*/ 0 w 901862"/>
                  <a:gd name="connsiteY10-744" fmla="*/ 156254 h 518129"/>
                  <a:gd name="connsiteX0-745" fmla="*/ 0 w 901862"/>
                  <a:gd name="connsiteY0-746" fmla="*/ 156254 h 518129"/>
                  <a:gd name="connsiteX1-747" fmla="*/ 45639 w 901862"/>
                  <a:gd name="connsiteY1-748" fmla="*/ 0 h 518129"/>
                  <a:gd name="connsiteX2-749" fmla="*/ 408216 w 901862"/>
                  <a:gd name="connsiteY2-750" fmla="*/ 189898 h 518129"/>
                  <a:gd name="connsiteX3-751" fmla="*/ 792935 w 901862"/>
                  <a:gd name="connsiteY3-752" fmla="*/ 70414 h 518129"/>
                  <a:gd name="connsiteX4-753" fmla="*/ 901862 w 901862"/>
                  <a:gd name="connsiteY4-754" fmla="*/ 156254 h 518129"/>
                  <a:gd name="connsiteX5-755" fmla="*/ 901862 w 901862"/>
                  <a:gd name="connsiteY5-756" fmla="*/ 330042 h 518129"/>
                  <a:gd name="connsiteX6-757" fmla="*/ 820718 w 901862"/>
                  <a:gd name="connsiteY6-758" fmla="*/ 518129 h 518129"/>
                  <a:gd name="connsiteX7-759" fmla="*/ 449618 w 901862"/>
                  <a:gd name="connsiteY7-760" fmla="*/ 343309 h 518129"/>
                  <a:gd name="connsiteX8-761" fmla="*/ 53233 w 901862"/>
                  <a:gd name="connsiteY8-762" fmla="*/ 444254 h 518129"/>
                  <a:gd name="connsiteX9-763" fmla="*/ 0 w 901862"/>
                  <a:gd name="connsiteY9-764" fmla="*/ 330042 h 518129"/>
                  <a:gd name="connsiteX10-765" fmla="*/ 0 w 901862"/>
                  <a:gd name="connsiteY10-766" fmla="*/ 156254 h 518129"/>
                  <a:gd name="connsiteX0-767" fmla="*/ 0 w 901862"/>
                  <a:gd name="connsiteY0-768" fmla="*/ 171490 h 533365"/>
                  <a:gd name="connsiteX1-769" fmla="*/ 27185 w 901862"/>
                  <a:gd name="connsiteY1-770" fmla="*/ 0 h 533365"/>
                  <a:gd name="connsiteX2-771" fmla="*/ 408216 w 901862"/>
                  <a:gd name="connsiteY2-772" fmla="*/ 205134 h 533365"/>
                  <a:gd name="connsiteX3-773" fmla="*/ 792935 w 901862"/>
                  <a:gd name="connsiteY3-774" fmla="*/ 85650 h 533365"/>
                  <a:gd name="connsiteX4-775" fmla="*/ 901862 w 901862"/>
                  <a:gd name="connsiteY4-776" fmla="*/ 171490 h 533365"/>
                  <a:gd name="connsiteX5-777" fmla="*/ 901862 w 901862"/>
                  <a:gd name="connsiteY5-778" fmla="*/ 345278 h 533365"/>
                  <a:gd name="connsiteX6-779" fmla="*/ 820718 w 901862"/>
                  <a:gd name="connsiteY6-780" fmla="*/ 533365 h 533365"/>
                  <a:gd name="connsiteX7-781" fmla="*/ 449618 w 901862"/>
                  <a:gd name="connsiteY7-782" fmla="*/ 358545 h 533365"/>
                  <a:gd name="connsiteX8-783" fmla="*/ 53233 w 901862"/>
                  <a:gd name="connsiteY8-784" fmla="*/ 459490 h 533365"/>
                  <a:gd name="connsiteX9-785" fmla="*/ 0 w 901862"/>
                  <a:gd name="connsiteY9-786" fmla="*/ 345278 h 533365"/>
                  <a:gd name="connsiteX10-787" fmla="*/ 0 w 901862"/>
                  <a:gd name="connsiteY10-788" fmla="*/ 171490 h 53336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37" y="connsiteY9-38"/>
                  </a:cxn>
                  <a:cxn ang="0">
                    <a:pos x="connsiteX10-479" y="connsiteY10-480"/>
                  </a:cxn>
                </a:cxnLst>
                <a:rect l="l" t="t" r="r" b="b"/>
                <a:pathLst>
                  <a:path w="901862" h="533365">
                    <a:moveTo>
                      <a:pt x="0" y="171490"/>
                    </a:moveTo>
                    <a:cubicBezTo>
                      <a:pt x="0" y="147494"/>
                      <a:pt x="3189" y="0"/>
                      <a:pt x="27185" y="0"/>
                    </a:cubicBezTo>
                    <a:cubicBezTo>
                      <a:pt x="108606" y="96799"/>
                      <a:pt x="280591" y="190859"/>
                      <a:pt x="408216" y="205134"/>
                    </a:cubicBezTo>
                    <a:cubicBezTo>
                      <a:pt x="535841" y="219409"/>
                      <a:pt x="638523" y="203937"/>
                      <a:pt x="792935" y="85650"/>
                    </a:cubicBezTo>
                    <a:cubicBezTo>
                      <a:pt x="816931" y="85650"/>
                      <a:pt x="901862" y="147494"/>
                      <a:pt x="901862" y="171490"/>
                    </a:cubicBezTo>
                    <a:lnTo>
                      <a:pt x="901862" y="345278"/>
                    </a:lnTo>
                    <a:cubicBezTo>
                      <a:pt x="901862" y="369274"/>
                      <a:pt x="844714" y="533365"/>
                      <a:pt x="820718" y="533365"/>
                    </a:cubicBezTo>
                    <a:cubicBezTo>
                      <a:pt x="658038" y="406441"/>
                      <a:pt x="577532" y="370857"/>
                      <a:pt x="449618" y="358545"/>
                    </a:cubicBezTo>
                    <a:cubicBezTo>
                      <a:pt x="321704" y="346233"/>
                      <a:pt x="129858" y="460586"/>
                      <a:pt x="53233" y="459490"/>
                    </a:cubicBezTo>
                    <a:cubicBezTo>
                      <a:pt x="29237" y="459490"/>
                      <a:pt x="0" y="369274"/>
                      <a:pt x="0" y="345278"/>
                    </a:cubicBezTo>
                    <a:lnTo>
                      <a:pt x="0" y="171490"/>
                    </a:lnTo>
                    <a:close/>
                  </a:path>
                </a:pathLst>
              </a:custGeom>
              <a:solidFill>
                <a:srgbClr val="B400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阿里巴巴普惠体 Medium"/>
                  <a:cs typeface="阿里巴巴普惠体 Medium"/>
                  <a:sym typeface="Arial"/>
                </a:endParaRPr>
              </a:p>
            </p:txBody>
          </p:sp>
          <p:sp>
            <p:nvSpPr>
              <p:cNvPr id="22" name="图形"/>
              <p:cNvSpPr/>
              <p:nvPr>
                <p:custDataLst>
                  <p:tags r:id="R81517e95bfc14472"/>
                </p:custDataLst>
              </p:nvPr>
            </p:nvSpPr>
            <p:spPr>
              <a:xfrm rot="2188039">
                <a:off x="14511" y="7288"/>
                <a:ext cx="1681" cy="823"/>
              </a:xfrm>
              <a:custGeom>
                <a:avLst/>
                <a:gdLst>
                  <a:gd name="connsiteX0" fmla="*/ 0 w 901862"/>
                  <a:gd name="connsiteY0" fmla="*/ 43448 h 260684"/>
                  <a:gd name="connsiteX1" fmla="*/ 43448 w 901862"/>
                  <a:gd name="connsiteY1" fmla="*/ 0 h 260684"/>
                  <a:gd name="connsiteX2" fmla="*/ 858414 w 901862"/>
                  <a:gd name="connsiteY2" fmla="*/ 0 h 260684"/>
                  <a:gd name="connsiteX3" fmla="*/ 901862 w 901862"/>
                  <a:gd name="connsiteY3" fmla="*/ 43448 h 260684"/>
                  <a:gd name="connsiteX4" fmla="*/ 901862 w 901862"/>
                  <a:gd name="connsiteY4" fmla="*/ 217236 h 260684"/>
                  <a:gd name="connsiteX5" fmla="*/ 858414 w 901862"/>
                  <a:gd name="connsiteY5" fmla="*/ 260684 h 260684"/>
                  <a:gd name="connsiteX6" fmla="*/ 43448 w 901862"/>
                  <a:gd name="connsiteY6" fmla="*/ 260684 h 260684"/>
                  <a:gd name="connsiteX7" fmla="*/ 0 w 901862"/>
                  <a:gd name="connsiteY7" fmla="*/ 217236 h 260684"/>
                  <a:gd name="connsiteX8" fmla="*/ 0 w 901862"/>
                  <a:gd name="connsiteY8" fmla="*/ 43448 h 260684"/>
                  <a:gd name="connsiteX0-1" fmla="*/ 0 w 901862"/>
                  <a:gd name="connsiteY0-2" fmla="*/ 43539 h 260775"/>
                  <a:gd name="connsiteX1-3" fmla="*/ 43448 w 901862"/>
                  <a:gd name="connsiteY1-4" fmla="*/ 91 h 260775"/>
                  <a:gd name="connsiteX2-5" fmla="*/ 469179 w 901862"/>
                  <a:gd name="connsiteY2-6" fmla="*/ 0 h 260775"/>
                  <a:gd name="connsiteX3-7" fmla="*/ 858414 w 901862"/>
                  <a:gd name="connsiteY3-8" fmla="*/ 91 h 260775"/>
                  <a:gd name="connsiteX4-9" fmla="*/ 901862 w 901862"/>
                  <a:gd name="connsiteY4-10" fmla="*/ 43539 h 260775"/>
                  <a:gd name="connsiteX5-11" fmla="*/ 901862 w 901862"/>
                  <a:gd name="connsiteY5-12" fmla="*/ 217327 h 260775"/>
                  <a:gd name="connsiteX6-13" fmla="*/ 858414 w 901862"/>
                  <a:gd name="connsiteY6-14" fmla="*/ 260775 h 260775"/>
                  <a:gd name="connsiteX7-15" fmla="*/ 43448 w 901862"/>
                  <a:gd name="connsiteY7-16" fmla="*/ 260775 h 260775"/>
                  <a:gd name="connsiteX8-17" fmla="*/ 0 w 901862"/>
                  <a:gd name="connsiteY8-18" fmla="*/ 217327 h 260775"/>
                  <a:gd name="connsiteX9" fmla="*/ 0 w 901862"/>
                  <a:gd name="connsiteY9" fmla="*/ 43539 h 260775"/>
                  <a:gd name="connsiteX0-19" fmla="*/ 0 w 901862"/>
                  <a:gd name="connsiteY0-20" fmla="*/ 43448 h 260684"/>
                  <a:gd name="connsiteX1-21" fmla="*/ 43448 w 901862"/>
                  <a:gd name="connsiteY1-22" fmla="*/ 0 h 260684"/>
                  <a:gd name="connsiteX2-23" fmla="*/ 441588 w 901862"/>
                  <a:gd name="connsiteY2-24" fmla="*/ 144593 h 260684"/>
                  <a:gd name="connsiteX3-25" fmla="*/ 858414 w 901862"/>
                  <a:gd name="connsiteY3-26" fmla="*/ 0 h 260684"/>
                  <a:gd name="connsiteX4-27" fmla="*/ 901862 w 901862"/>
                  <a:gd name="connsiteY4-28" fmla="*/ 43448 h 260684"/>
                  <a:gd name="connsiteX5-29" fmla="*/ 901862 w 901862"/>
                  <a:gd name="connsiteY5-30" fmla="*/ 217236 h 260684"/>
                  <a:gd name="connsiteX6-31" fmla="*/ 858414 w 901862"/>
                  <a:gd name="connsiteY6-32" fmla="*/ 260684 h 260684"/>
                  <a:gd name="connsiteX7-33" fmla="*/ 43448 w 901862"/>
                  <a:gd name="connsiteY7-34" fmla="*/ 260684 h 260684"/>
                  <a:gd name="connsiteX8-35" fmla="*/ 0 w 901862"/>
                  <a:gd name="connsiteY8-36" fmla="*/ 217236 h 260684"/>
                  <a:gd name="connsiteX9-37" fmla="*/ 0 w 901862"/>
                  <a:gd name="connsiteY9-38" fmla="*/ 43448 h 260684"/>
                  <a:gd name="connsiteX0-39" fmla="*/ 0 w 901862"/>
                  <a:gd name="connsiteY0-40" fmla="*/ 43448 h 260684"/>
                  <a:gd name="connsiteX1-41" fmla="*/ 43448 w 901862"/>
                  <a:gd name="connsiteY1-42" fmla="*/ 0 h 260684"/>
                  <a:gd name="connsiteX2-43" fmla="*/ 446920 w 901862"/>
                  <a:gd name="connsiteY2-44" fmla="*/ 82317 h 260684"/>
                  <a:gd name="connsiteX3-45" fmla="*/ 858414 w 901862"/>
                  <a:gd name="connsiteY3-46" fmla="*/ 0 h 260684"/>
                  <a:gd name="connsiteX4-47" fmla="*/ 901862 w 901862"/>
                  <a:gd name="connsiteY4-48" fmla="*/ 43448 h 260684"/>
                  <a:gd name="connsiteX5-49" fmla="*/ 901862 w 901862"/>
                  <a:gd name="connsiteY5-50" fmla="*/ 217236 h 260684"/>
                  <a:gd name="connsiteX6-51" fmla="*/ 858414 w 901862"/>
                  <a:gd name="connsiteY6-52" fmla="*/ 260684 h 260684"/>
                  <a:gd name="connsiteX7-53" fmla="*/ 43448 w 901862"/>
                  <a:gd name="connsiteY7-54" fmla="*/ 260684 h 260684"/>
                  <a:gd name="connsiteX8-55" fmla="*/ 0 w 901862"/>
                  <a:gd name="connsiteY8-56" fmla="*/ 217236 h 260684"/>
                  <a:gd name="connsiteX9-57" fmla="*/ 0 w 901862"/>
                  <a:gd name="connsiteY9-58" fmla="*/ 43448 h 260684"/>
                  <a:gd name="connsiteX0-59" fmla="*/ 0 w 901862"/>
                  <a:gd name="connsiteY0-60" fmla="*/ 43448 h 260684"/>
                  <a:gd name="connsiteX1-61" fmla="*/ 43448 w 901862"/>
                  <a:gd name="connsiteY1-62" fmla="*/ 0 h 260684"/>
                  <a:gd name="connsiteX2-63" fmla="*/ 446920 w 901862"/>
                  <a:gd name="connsiteY2-64" fmla="*/ 82317 h 260684"/>
                  <a:gd name="connsiteX3-65" fmla="*/ 858414 w 901862"/>
                  <a:gd name="connsiteY3-66" fmla="*/ 0 h 260684"/>
                  <a:gd name="connsiteX4-67" fmla="*/ 901862 w 901862"/>
                  <a:gd name="connsiteY4-68" fmla="*/ 43448 h 260684"/>
                  <a:gd name="connsiteX5-69" fmla="*/ 901862 w 901862"/>
                  <a:gd name="connsiteY5-70" fmla="*/ 217236 h 260684"/>
                  <a:gd name="connsiteX6-71" fmla="*/ 858414 w 901862"/>
                  <a:gd name="connsiteY6-72" fmla="*/ 260684 h 260684"/>
                  <a:gd name="connsiteX7-73" fmla="*/ 43448 w 901862"/>
                  <a:gd name="connsiteY7-74" fmla="*/ 260684 h 260684"/>
                  <a:gd name="connsiteX8-75" fmla="*/ 0 w 901862"/>
                  <a:gd name="connsiteY8-76" fmla="*/ 217236 h 260684"/>
                  <a:gd name="connsiteX9-77" fmla="*/ 0 w 901862"/>
                  <a:gd name="connsiteY9-78" fmla="*/ 43448 h 260684"/>
                  <a:gd name="connsiteX0-79" fmla="*/ 0 w 901862"/>
                  <a:gd name="connsiteY0-80" fmla="*/ 43448 h 260684"/>
                  <a:gd name="connsiteX1-81" fmla="*/ 43448 w 901862"/>
                  <a:gd name="connsiteY1-82" fmla="*/ 0 h 260684"/>
                  <a:gd name="connsiteX2-83" fmla="*/ 446920 w 901862"/>
                  <a:gd name="connsiteY2-84" fmla="*/ 82317 h 260684"/>
                  <a:gd name="connsiteX3-85" fmla="*/ 858414 w 901862"/>
                  <a:gd name="connsiteY3-86" fmla="*/ 0 h 260684"/>
                  <a:gd name="connsiteX4-87" fmla="*/ 901862 w 901862"/>
                  <a:gd name="connsiteY4-88" fmla="*/ 43448 h 260684"/>
                  <a:gd name="connsiteX5-89" fmla="*/ 901862 w 901862"/>
                  <a:gd name="connsiteY5-90" fmla="*/ 217236 h 260684"/>
                  <a:gd name="connsiteX6-91" fmla="*/ 858414 w 901862"/>
                  <a:gd name="connsiteY6-92" fmla="*/ 260684 h 260684"/>
                  <a:gd name="connsiteX7-93" fmla="*/ 43448 w 901862"/>
                  <a:gd name="connsiteY7-94" fmla="*/ 260684 h 260684"/>
                  <a:gd name="connsiteX8-95" fmla="*/ 0 w 901862"/>
                  <a:gd name="connsiteY8-96" fmla="*/ 217236 h 260684"/>
                  <a:gd name="connsiteX9-97" fmla="*/ 0 w 901862"/>
                  <a:gd name="connsiteY9-98" fmla="*/ 43448 h 260684"/>
                  <a:gd name="connsiteX0-99" fmla="*/ 0 w 901862"/>
                  <a:gd name="connsiteY0-100" fmla="*/ 90518 h 307754"/>
                  <a:gd name="connsiteX1-101" fmla="*/ 60498 w 901862"/>
                  <a:gd name="connsiteY1-102" fmla="*/ 0 h 307754"/>
                  <a:gd name="connsiteX2-103" fmla="*/ 446920 w 901862"/>
                  <a:gd name="connsiteY2-104" fmla="*/ 129387 h 307754"/>
                  <a:gd name="connsiteX3-105" fmla="*/ 858414 w 901862"/>
                  <a:gd name="connsiteY3-106" fmla="*/ 47070 h 307754"/>
                  <a:gd name="connsiteX4-107" fmla="*/ 901862 w 901862"/>
                  <a:gd name="connsiteY4-108" fmla="*/ 90518 h 307754"/>
                  <a:gd name="connsiteX5-109" fmla="*/ 901862 w 901862"/>
                  <a:gd name="connsiteY5-110" fmla="*/ 264306 h 307754"/>
                  <a:gd name="connsiteX6-111" fmla="*/ 858414 w 901862"/>
                  <a:gd name="connsiteY6-112" fmla="*/ 307754 h 307754"/>
                  <a:gd name="connsiteX7-113" fmla="*/ 43448 w 901862"/>
                  <a:gd name="connsiteY7-114" fmla="*/ 307754 h 307754"/>
                  <a:gd name="connsiteX8-115" fmla="*/ 0 w 901862"/>
                  <a:gd name="connsiteY8-116" fmla="*/ 264306 h 307754"/>
                  <a:gd name="connsiteX9-117" fmla="*/ 0 w 901862"/>
                  <a:gd name="connsiteY9-118" fmla="*/ 90518 h 307754"/>
                  <a:gd name="connsiteX0-119" fmla="*/ 0 w 901862"/>
                  <a:gd name="connsiteY0-120" fmla="*/ 90518 h 307754"/>
                  <a:gd name="connsiteX1-121" fmla="*/ 60498 w 901862"/>
                  <a:gd name="connsiteY1-122" fmla="*/ 0 h 307754"/>
                  <a:gd name="connsiteX2-123" fmla="*/ 446920 w 901862"/>
                  <a:gd name="connsiteY2-124" fmla="*/ 129387 h 307754"/>
                  <a:gd name="connsiteX3-125" fmla="*/ 858414 w 901862"/>
                  <a:gd name="connsiteY3-126" fmla="*/ 47070 h 307754"/>
                  <a:gd name="connsiteX4-127" fmla="*/ 901862 w 901862"/>
                  <a:gd name="connsiteY4-128" fmla="*/ 90518 h 307754"/>
                  <a:gd name="connsiteX5-129" fmla="*/ 901862 w 901862"/>
                  <a:gd name="connsiteY5-130" fmla="*/ 264306 h 307754"/>
                  <a:gd name="connsiteX6-131" fmla="*/ 858414 w 901862"/>
                  <a:gd name="connsiteY6-132" fmla="*/ 307754 h 307754"/>
                  <a:gd name="connsiteX7-133" fmla="*/ 43448 w 901862"/>
                  <a:gd name="connsiteY7-134" fmla="*/ 307754 h 307754"/>
                  <a:gd name="connsiteX8-135" fmla="*/ 0 w 901862"/>
                  <a:gd name="connsiteY8-136" fmla="*/ 264306 h 307754"/>
                  <a:gd name="connsiteX9-137" fmla="*/ 0 w 901862"/>
                  <a:gd name="connsiteY9-138" fmla="*/ 90518 h 307754"/>
                  <a:gd name="connsiteX0-139" fmla="*/ 0 w 901862"/>
                  <a:gd name="connsiteY0-140" fmla="*/ 90518 h 307754"/>
                  <a:gd name="connsiteX1-141" fmla="*/ 60498 w 901862"/>
                  <a:gd name="connsiteY1-142" fmla="*/ 0 h 307754"/>
                  <a:gd name="connsiteX2-143" fmla="*/ 446920 w 901862"/>
                  <a:gd name="connsiteY2-144" fmla="*/ 129387 h 307754"/>
                  <a:gd name="connsiteX3-145" fmla="*/ 858414 w 901862"/>
                  <a:gd name="connsiteY3-146" fmla="*/ 47070 h 307754"/>
                  <a:gd name="connsiteX4-147" fmla="*/ 901862 w 901862"/>
                  <a:gd name="connsiteY4-148" fmla="*/ 90518 h 307754"/>
                  <a:gd name="connsiteX5-149" fmla="*/ 901862 w 901862"/>
                  <a:gd name="connsiteY5-150" fmla="*/ 264306 h 307754"/>
                  <a:gd name="connsiteX6-151" fmla="*/ 858414 w 901862"/>
                  <a:gd name="connsiteY6-152" fmla="*/ 307754 h 307754"/>
                  <a:gd name="connsiteX7-153" fmla="*/ 43448 w 901862"/>
                  <a:gd name="connsiteY7-154" fmla="*/ 307754 h 307754"/>
                  <a:gd name="connsiteX8-155" fmla="*/ 0 w 901862"/>
                  <a:gd name="connsiteY8-156" fmla="*/ 264306 h 307754"/>
                  <a:gd name="connsiteX9-157" fmla="*/ 0 w 901862"/>
                  <a:gd name="connsiteY9-158" fmla="*/ 90518 h 307754"/>
                  <a:gd name="connsiteX0-159" fmla="*/ 0 w 901862"/>
                  <a:gd name="connsiteY0-160" fmla="*/ 109063 h 326299"/>
                  <a:gd name="connsiteX1-161" fmla="*/ 55530 w 901862"/>
                  <a:gd name="connsiteY1-162" fmla="*/ 0 h 326299"/>
                  <a:gd name="connsiteX2-163" fmla="*/ 446920 w 901862"/>
                  <a:gd name="connsiteY2-164" fmla="*/ 147932 h 326299"/>
                  <a:gd name="connsiteX3-165" fmla="*/ 858414 w 901862"/>
                  <a:gd name="connsiteY3-166" fmla="*/ 65615 h 326299"/>
                  <a:gd name="connsiteX4-167" fmla="*/ 901862 w 901862"/>
                  <a:gd name="connsiteY4-168" fmla="*/ 109063 h 326299"/>
                  <a:gd name="connsiteX5-169" fmla="*/ 901862 w 901862"/>
                  <a:gd name="connsiteY5-170" fmla="*/ 282851 h 326299"/>
                  <a:gd name="connsiteX6-171" fmla="*/ 858414 w 901862"/>
                  <a:gd name="connsiteY6-172" fmla="*/ 326299 h 326299"/>
                  <a:gd name="connsiteX7-173" fmla="*/ 43448 w 901862"/>
                  <a:gd name="connsiteY7-174" fmla="*/ 326299 h 326299"/>
                  <a:gd name="connsiteX8-175" fmla="*/ 0 w 901862"/>
                  <a:gd name="connsiteY8-176" fmla="*/ 282851 h 326299"/>
                  <a:gd name="connsiteX9-177" fmla="*/ 0 w 901862"/>
                  <a:gd name="connsiteY9-178" fmla="*/ 109063 h 326299"/>
                  <a:gd name="connsiteX0-179" fmla="*/ 0 w 901862"/>
                  <a:gd name="connsiteY0-180" fmla="*/ 109063 h 326299"/>
                  <a:gd name="connsiteX1-181" fmla="*/ 55530 w 901862"/>
                  <a:gd name="connsiteY1-182" fmla="*/ 0 h 326299"/>
                  <a:gd name="connsiteX2-183" fmla="*/ 446920 w 901862"/>
                  <a:gd name="connsiteY2-184" fmla="*/ 147932 h 326299"/>
                  <a:gd name="connsiteX3-185" fmla="*/ 858414 w 901862"/>
                  <a:gd name="connsiteY3-186" fmla="*/ 65615 h 326299"/>
                  <a:gd name="connsiteX4-187" fmla="*/ 901862 w 901862"/>
                  <a:gd name="connsiteY4-188" fmla="*/ 109063 h 326299"/>
                  <a:gd name="connsiteX5-189" fmla="*/ 901862 w 901862"/>
                  <a:gd name="connsiteY5-190" fmla="*/ 282851 h 326299"/>
                  <a:gd name="connsiteX6-191" fmla="*/ 858414 w 901862"/>
                  <a:gd name="connsiteY6-192" fmla="*/ 326299 h 326299"/>
                  <a:gd name="connsiteX7-193" fmla="*/ 43448 w 901862"/>
                  <a:gd name="connsiteY7-194" fmla="*/ 326299 h 326299"/>
                  <a:gd name="connsiteX8-195" fmla="*/ 0 w 901862"/>
                  <a:gd name="connsiteY8-196" fmla="*/ 282851 h 326299"/>
                  <a:gd name="connsiteX9-197" fmla="*/ 0 w 901862"/>
                  <a:gd name="connsiteY9-198" fmla="*/ 109063 h 326299"/>
                  <a:gd name="connsiteX0-199" fmla="*/ 0 w 901862"/>
                  <a:gd name="connsiteY0-200" fmla="*/ 109063 h 326299"/>
                  <a:gd name="connsiteX1-201" fmla="*/ 55530 w 901862"/>
                  <a:gd name="connsiteY1-202" fmla="*/ 0 h 326299"/>
                  <a:gd name="connsiteX2-203" fmla="*/ 446920 w 901862"/>
                  <a:gd name="connsiteY2-204" fmla="*/ 147932 h 326299"/>
                  <a:gd name="connsiteX3-205" fmla="*/ 858414 w 901862"/>
                  <a:gd name="connsiteY3-206" fmla="*/ 65615 h 326299"/>
                  <a:gd name="connsiteX4-207" fmla="*/ 901862 w 901862"/>
                  <a:gd name="connsiteY4-208" fmla="*/ 109063 h 326299"/>
                  <a:gd name="connsiteX5-209" fmla="*/ 901862 w 901862"/>
                  <a:gd name="connsiteY5-210" fmla="*/ 282851 h 326299"/>
                  <a:gd name="connsiteX6-211" fmla="*/ 858414 w 901862"/>
                  <a:gd name="connsiteY6-212" fmla="*/ 326299 h 326299"/>
                  <a:gd name="connsiteX7-213" fmla="*/ 43448 w 901862"/>
                  <a:gd name="connsiteY7-214" fmla="*/ 326299 h 326299"/>
                  <a:gd name="connsiteX8-215" fmla="*/ 0 w 901862"/>
                  <a:gd name="connsiteY8-216" fmla="*/ 282851 h 326299"/>
                  <a:gd name="connsiteX9-217" fmla="*/ 0 w 901862"/>
                  <a:gd name="connsiteY9-218" fmla="*/ 109063 h 326299"/>
                  <a:gd name="connsiteX0-219" fmla="*/ 0 w 901862"/>
                  <a:gd name="connsiteY0-220" fmla="*/ 109063 h 326299"/>
                  <a:gd name="connsiteX1-221" fmla="*/ 55530 w 901862"/>
                  <a:gd name="connsiteY1-222" fmla="*/ 0 h 326299"/>
                  <a:gd name="connsiteX2-223" fmla="*/ 446920 w 901862"/>
                  <a:gd name="connsiteY2-224" fmla="*/ 147932 h 326299"/>
                  <a:gd name="connsiteX3-225" fmla="*/ 858414 w 901862"/>
                  <a:gd name="connsiteY3-226" fmla="*/ 65615 h 326299"/>
                  <a:gd name="connsiteX4-227" fmla="*/ 901862 w 901862"/>
                  <a:gd name="connsiteY4-228" fmla="*/ 109063 h 326299"/>
                  <a:gd name="connsiteX5-229" fmla="*/ 901862 w 901862"/>
                  <a:gd name="connsiteY5-230" fmla="*/ 282851 h 326299"/>
                  <a:gd name="connsiteX6-231" fmla="*/ 858414 w 901862"/>
                  <a:gd name="connsiteY6-232" fmla="*/ 326299 h 326299"/>
                  <a:gd name="connsiteX7-233" fmla="*/ 43448 w 901862"/>
                  <a:gd name="connsiteY7-234" fmla="*/ 326299 h 326299"/>
                  <a:gd name="connsiteX8-235" fmla="*/ 0 w 901862"/>
                  <a:gd name="connsiteY8-236" fmla="*/ 282851 h 326299"/>
                  <a:gd name="connsiteX9-237" fmla="*/ 0 w 901862"/>
                  <a:gd name="connsiteY9-238" fmla="*/ 109063 h 326299"/>
                  <a:gd name="connsiteX0-239" fmla="*/ 0 w 901862"/>
                  <a:gd name="connsiteY0-240" fmla="*/ 109063 h 326299"/>
                  <a:gd name="connsiteX1-241" fmla="*/ 55530 w 901862"/>
                  <a:gd name="connsiteY1-242" fmla="*/ 0 h 326299"/>
                  <a:gd name="connsiteX2-243" fmla="*/ 446920 w 901862"/>
                  <a:gd name="connsiteY2-244" fmla="*/ 147932 h 326299"/>
                  <a:gd name="connsiteX3-245" fmla="*/ 858414 w 901862"/>
                  <a:gd name="connsiteY3-246" fmla="*/ 65615 h 326299"/>
                  <a:gd name="connsiteX4-247" fmla="*/ 901862 w 901862"/>
                  <a:gd name="connsiteY4-248" fmla="*/ 109063 h 326299"/>
                  <a:gd name="connsiteX5-249" fmla="*/ 901862 w 901862"/>
                  <a:gd name="connsiteY5-250" fmla="*/ 282851 h 326299"/>
                  <a:gd name="connsiteX6-251" fmla="*/ 858414 w 901862"/>
                  <a:gd name="connsiteY6-252" fmla="*/ 326299 h 326299"/>
                  <a:gd name="connsiteX7-253" fmla="*/ 43448 w 901862"/>
                  <a:gd name="connsiteY7-254" fmla="*/ 326299 h 326299"/>
                  <a:gd name="connsiteX8-255" fmla="*/ 0 w 901862"/>
                  <a:gd name="connsiteY8-256" fmla="*/ 282851 h 326299"/>
                  <a:gd name="connsiteX9-257" fmla="*/ 0 w 901862"/>
                  <a:gd name="connsiteY9-258" fmla="*/ 109063 h 326299"/>
                  <a:gd name="connsiteX0-259" fmla="*/ 0 w 901862"/>
                  <a:gd name="connsiteY0-260" fmla="*/ 109063 h 326299"/>
                  <a:gd name="connsiteX1-261" fmla="*/ 55530 w 901862"/>
                  <a:gd name="connsiteY1-262" fmla="*/ 0 h 326299"/>
                  <a:gd name="connsiteX2-263" fmla="*/ 408216 w 901862"/>
                  <a:gd name="connsiteY2-264" fmla="*/ 142707 h 326299"/>
                  <a:gd name="connsiteX3-265" fmla="*/ 858414 w 901862"/>
                  <a:gd name="connsiteY3-266" fmla="*/ 65615 h 326299"/>
                  <a:gd name="connsiteX4-267" fmla="*/ 901862 w 901862"/>
                  <a:gd name="connsiteY4-268" fmla="*/ 109063 h 326299"/>
                  <a:gd name="connsiteX5-269" fmla="*/ 901862 w 901862"/>
                  <a:gd name="connsiteY5-270" fmla="*/ 282851 h 326299"/>
                  <a:gd name="connsiteX6-271" fmla="*/ 858414 w 901862"/>
                  <a:gd name="connsiteY6-272" fmla="*/ 326299 h 326299"/>
                  <a:gd name="connsiteX7-273" fmla="*/ 43448 w 901862"/>
                  <a:gd name="connsiteY7-274" fmla="*/ 326299 h 326299"/>
                  <a:gd name="connsiteX8-275" fmla="*/ 0 w 901862"/>
                  <a:gd name="connsiteY8-276" fmla="*/ 282851 h 326299"/>
                  <a:gd name="connsiteX9-277" fmla="*/ 0 w 901862"/>
                  <a:gd name="connsiteY9-278" fmla="*/ 109063 h 326299"/>
                  <a:gd name="connsiteX0-279" fmla="*/ 0 w 901862"/>
                  <a:gd name="connsiteY0-280" fmla="*/ 109063 h 326299"/>
                  <a:gd name="connsiteX1-281" fmla="*/ 55530 w 901862"/>
                  <a:gd name="connsiteY1-282" fmla="*/ 0 h 326299"/>
                  <a:gd name="connsiteX2-283" fmla="*/ 408216 w 901862"/>
                  <a:gd name="connsiteY2-284" fmla="*/ 142707 h 326299"/>
                  <a:gd name="connsiteX3-285" fmla="*/ 856799 w 901862"/>
                  <a:gd name="connsiteY3-286" fmla="*/ 50453 h 326299"/>
                  <a:gd name="connsiteX4-287" fmla="*/ 901862 w 901862"/>
                  <a:gd name="connsiteY4-288" fmla="*/ 109063 h 326299"/>
                  <a:gd name="connsiteX5-289" fmla="*/ 901862 w 901862"/>
                  <a:gd name="connsiteY5-290" fmla="*/ 282851 h 326299"/>
                  <a:gd name="connsiteX6-291" fmla="*/ 858414 w 901862"/>
                  <a:gd name="connsiteY6-292" fmla="*/ 326299 h 326299"/>
                  <a:gd name="connsiteX7-293" fmla="*/ 43448 w 901862"/>
                  <a:gd name="connsiteY7-294" fmla="*/ 326299 h 326299"/>
                  <a:gd name="connsiteX8-295" fmla="*/ 0 w 901862"/>
                  <a:gd name="connsiteY8-296" fmla="*/ 282851 h 326299"/>
                  <a:gd name="connsiteX9-297" fmla="*/ 0 w 901862"/>
                  <a:gd name="connsiteY9-298" fmla="*/ 109063 h 326299"/>
                  <a:gd name="connsiteX0-299" fmla="*/ 0 w 901862"/>
                  <a:gd name="connsiteY0-300" fmla="*/ 109063 h 326299"/>
                  <a:gd name="connsiteX1-301" fmla="*/ 55530 w 901862"/>
                  <a:gd name="connsiteY1-302" fmla="*/ 0 h 326299"/>
                  <a:gd name="connsiteX2-303" fmla="*/ 408216 w 901862"/>
                  <a:gd name="connsiteY2-304" fmla="*/ 142707 h 326299"/>
                  <a:gd name="connsiteX3-305" fmla="*/ 856799 w 901862"/>
                  <a:gd name="connsiteY3-306" fmla="*/ 50453 h 326299"/>
                  <a:gd name="connsiteX4-307" fmla="*/ 901862 w 901862"/>
                  <a:gd name="connsiteY4-308" fmla="*/ 109063 h 326299"/>
                  <a:gd name="connsiteX5-309" fmla="*/ 901862 w 901862"/>
                  <a:gd name="connsiteY5-310" fmla="*/ 282851 h 326299"/>
                  <a:gd name="connsiteX6-311" fmla="*/ 858414 w 901862"/>
                  <a:gd name="connsiteY6-312" fmla="*/ 326299 h 326299"/>
                  <a:gd name="connsiteX7-313" fmla="*/ 43448 w 901862"/>
                  <a:gd name="connsiteY7-314" fmla="*/ 326299 h 326299"/>
                  <a:gd name="connsiteX8-315" fmla="*/ 0 w 901862"/>
                  <a:gd name="connsiteY8-316" fmla="*/ 282851 h 326299"/>
                  <a:gd name="connsiteX9-317" fmla="*/ 0 w 901862"/>
                  <a:gd name="connsiteY9-318" fmla="*/ 109063 h 326299"/>
                  <a:gd name="connsiteX0-319" fmla="*/ 0 w 901862"/>
                  <a:gd name="connsiteY0-320" fmla="*/ 109063 h 326299"/>
                  <a:gd name="connsiteX1-321" fmla="*/ 55530 w 901862"/>
                  <a:gd name="connsiteY1-322" fmla="*/ 0 h 326299"/>
                  <a:gd name="connsiteX2-323" fmla="*/ 408216 w 901862"/>
                  <a:gd name="connsiteY2-324" fmla="*/ 142707 h 326299"/>
                  <a:gd name="connsiteX3-325" fmla="*/ 803023 w 901862"/>
                  <a:gd name="connsiteY3-326" fmla="*/ 26637 h 326299"/>
                  <a:gd name="connsiteX4-327" fmla="*/ 901862 w 901862"/>
                  <a:gd name="connsiteY4-328" fmla="*/ 109063 h 326299"/>
                  <a:gd name="connsiteX5-329" fmla="*/ 901862 w 901862"/>
                  <a:gd name="connsiteY5-330" fmla="*/ 282851 h 326299"/>
                  <a:gd name="connsiteX6-331" fmla="*/ 858414 w 901862"/>
                  <a:gd name="connsiteY6-332" fmla="*/ 326299 h 326299"/>
                  <a:gd name="connsiteX7-333" fmla="*/ 43448 w 901862"/>
                  <a:gd name="connsiteY7-334" fmla="*/ 326299 h 326299"/>
                  <a:gd name="connsiteX8-335" fmla="*/ 0 w 901862"/>
                  <a:gd name="connsiteY8-336" fmla="*/ 282851 h 326299"/>
                  <a:gd name="connsiteX9-337" fmla="*/ 0 w 901862"/>
                  <a:gd name="connsiteY9-338" fmla="*/ 109063 h 326299"/>
                  <a:gd name="connsiteX0-339" fmla="*/ 0 w 901862"/>
                  <a:gd name="connsiteY0-340" fmla="*/ 109063 h 326299"/>
                  <a:gd name="connsiteX1-341" fmla="*/ 55530 w 901862"/>
                  <a:gd name="connsiteY1-342" fmla="*/ 0 h 326299"/>
                  <a:gd name="connsiteX2-343" fmla="*/ 408216 w 901862"/>
                  <a:gd name="connsiteY2-344" fmla="*/ 142707 h 326299"/>
                  <a:gd name="connsiteX3-345" fmla="*/ 809712 w 901862"/>
                  <a:gd name="connsiteY3-346" fmla="*/ 36769 h 326299"/>
                  <a:gd name="connsiteX4-347" fmla="*/ 901862 w 901862"/>
                  <a:gd name="connsiteY4-348" fmla="*/ 109063 h 326299"/>
                  <a:gd name="connsiteX5-349" fmla="*/ 901862 w 901862"/>
                  <a:gd name="connsiteY5-350" fmla="*/ 282851 h 326299"/>
                  <a:gd name="connsiteX6-351" fmla="*/ 858414 w 901862"/>
                  <a:gd name="connsiteY6-352" fmla="*/ 326299 h 326299"/>
                  <a:gd name="connsiteX7-353" fmla="*/ 43448 w 901862"/>
                  <a:gd name="connsiteY7-354" fmla="*/ 326299 h 326299"/>
                  <a:gd name="connsiteX8-355" fmla="*/ 0 w 901862"/>
                  <a:gd name="connsiteY8-356" fmla="*/ 282851 h 326299"/>
                  <a:gd name="connsiteX9-357" fmla="*/ 0 w 901862"/>
                  <a:gd name="connsiteY9-358" fmla="*/ 109063 h 326299"/>
                  <a:gd name="connsiteX0-359" fmla="*/ 0 w 901862"/>
                  <a:gd name="connsiteY0-360" fmla="*/ 109063 h 326299"/>
                  <a:gd name="connsiteX1-361" fmla="*/ 55530 w 901862"/>
                  <a:gd name="connsiteY1-362" fmla="*/ 0 h 326299"/>
                  <a:gd name="connsiteX2-363" fmla="*/ 408216 w 901862"/>
                  <a:gd name="connsiteY2-364" fmla="*/ 142707 h 326299"/>
                  <a:gd name="connsiteX3-365" fmla="*/ 809712 w 901862"/>
                  <a:gd name="connsiteY3-366" fmla="*/ 36769 h 326299"/>
                  <a:gd name="connsiteX4-367" fmla="*/ 901862 w 901862"/>
                  <a:gd name="connsiteY4-368" fmla="*/ 109063 h 326299"/>
                  <a:gd name="connsiteX5-369" fmla="*/ 901862 w 901862"/>
                  <a:gd name="connsiteY5-370" fmla="*/ 282851 h 326299"/>
                  <a:gd name="connsiteX6-371" fmla="*/ 858414 w 901862"/>
                  <a:gd name="connsiteY6-372" fmla="*/ 326299 h 326299"/>
                  <a:gd name="connsiteX7-373" fmla="*/ 43448 w 901862"/>
                  <a:gd name="connsiteY7-374" fmla="*/ 326299 h 326299"/>
                  <a:gd name="connsiteX8-375" fmla="*/ 0 w 901862"/>
                  <a:gd name="connsiteY8-376" fmla="*/ 282851 h 326299"/>
                  <a:gd name="connsiteX9-377" fmla="*/ 0 w 901862"/>
                  <a:gd name="connsiteY9-378" fmla="*/ 109063 h 326299"/>
                  <a:gd name="connsiteX0-379" fmla="*/ 0 w 901862"/>
                  <a:gd name="connsiteY0-380" fmla="*/ 109063 h 326299"/>
                  <a:gd name="connsiteX1-381" fmla="*/ 55530 w 901862"/>
                  <a:gd name="connsiteY1-382" fmla="*/ 0 h 326299"/>
                  <a:gd name="connsiteX2-383" fmla="*/ 408216 w 901862"/>
                  <a:gd name="connsiteY2-384" fmla="*/ 142707 h 326299"/>
                  <a:gd name="connsiteX3-385" fmla="*/ 792935 w 901862"/>
                  <a:gd name="connsiteY3-386" fmla="*/ 23223 h 326299"/>
                  <a:gd name="connsiteX4-387" fmla="*/ 901862 w 901862"/>
                  <a:gd name="connsiteY4-388" fmla="*/ 109063 h 326299"/>
                  <a:gd name="connsiteX5-389" fmla="*/ 901862 w 901862"/>
                  <a:gd name="connsiteY5-390" fmla="*/ 282851 h 326299"/>
                  <a:gd name="connsiteX6-391" fmla="*/ 858414 w 901862"/>
                  <a:gd name="connsiteY6-392" fmla="*/ 326299 h 326299"/>
                  <a:gd name="connsiteX7-393" fmla="*/ 43448 w 901862"/>
                  <a:gd name="connsiteY7-394" fmla="*/ 326299 h 326299"/>
                  <a:gd name="connsiteX8-395" fmla="*/ 0 w 901862"/>
                  <a:gd name="connsiteY8-396" fmla="*/ 282851 h 326299"/>
                  <a:gd name="connsiteX9-397" fmla="*/ 0 w 901862"/>
                  <a:gd name="connsiteY9-398" fmla="*/ 109063 h 326299"/>
                  <a:gd name="connsiteX0-399" fmla="*/ 0 w 901862"/>
                  <a:gd name="connsiteY0-400" fmla="*/ 109063 h 326299"/>
                  <a:gd name="connsiteX1-401" fmla="*/ 55530 w 901862"/>
                  <a:gd name="connsiteY1-402" fmla="*/ 0 h 326299"/>
                  <a:gd name="connsiteX2-403" fmla="*/ 408216 w 901862"/>
                  <a:gd name="connsiteY2-404" fmla="*/ 142707 h 326299"/>
                  <a:gd name="connsiteX3-405" fmla="*/ 792935 w 901862"/>
                  <a:gd name="connsiteY3-406" fmla="*/ 23223 h 326299"/>
                  <a:gd name="connsiteX4-407" fmla="*/ 901862 w 901862"/>
                  <a:gd name="connsiteY4-408" fmla="*/ 109063 h 326299"/>
                  <a:gd name="connsiteX5-409" fmla="*/ 901862 w 901862"/>
                  <a:gd name="connsiteY5-410" fmla="*/ 282851 h 326299"/>
                  <a:gd name="connsiteX6-411" fmla="*/ 858414 w 901862"/>
                  <a:gd name="connsiteY6-412" fmla="*/ 326299 h 326299"/>
                  <a:gd name="connsiteX7-413" fmla="*/ 43448 w 901862"/>
                  <a:gd name="connsiteY7-414" fmla="*/ 326299 h 326299"/>
                  <a:gd name="connsiteX8-415" fmla="*/ 0 w 901862"/>
                  <a:gd name="connsiteY8-416" fmla="*/ 282851 h 326299"/>
                  <a:gd name="connsiteX9-417" fmla="*/ 0 w 901862"/>
                  <a:gd name="connsiteY9-418" fmla="*/ 109063 h 326299"/>
                  <a:gd name="connsiteX0-419" fmla="*/ 0 w 901862"/>
                  <a:gd name="connsiteY0-420" fmla="*/ 156254 h 373490"/>
                  <a:gd name="connsiteX1-421" fmla="*/ 45639 w 901862"/>
                  <a:gd name="connsiteY1-422" fmla="*/ 0 h 373490"/>
                  <a:gd name="connsiteX2-423" fmla="*/ 408216 w 901862"/>
                  <a:gd name="connsiteY2-424" fmla="*/ 189898 h 373490"/>
                  <a:gd name="connsiteX3-425" fmla="*/ 792935 w 901862"/>
                  <a:gd name="connsiteY3-426" fmla="*/ 70414 h 373490"/>
                  <a:gd name="connsiteX4-427" fmla="*/ 901862 w 901862"/>
                  <a:gd name="connsiteY4-428" fmla="*/ 156254 h 373490"/>
                  <a:gd name="connsiteX5-429" fmla="*/ 901862 w 901862"/>
                  <a:gd name="connsiteY5-430" fmla="*/ 330042 h 373490"/>
                  <a:gd name="connsiteX6-431" fmla="*/ 858414 w 901862"/>
                  <a:gd name="connsiteY6-432" fmla="*/ 373490 h 373490"/>
                  <a:gd name="connsiteX7-433" fmla="*/ 43448 w 901862"/>
                  <a:gd name="connsiteY7-434" fmla="*/ 373490 h 373490"/>
                  <a:gd name="connsiteX8-435" fmla="*/ 0 w 901862"/>
                  <a:gd name="connsiteY8-436" fmla="*/ 330042 h 373490"/>
                  <a:gd name="connsiteX9-437" fmla="*/ 0 w 901862"/>
                  <a:gd name="connsiteY9-438" fmla="*/ 156254 h 373490"/>
                  <a:gd name="connsiteX0-439" fmla="*/ 0 w 901862"/>
                  <a:gd name="connsiteY0-440" fmla="*/ 156254 h 373784"/>
                  <a:gd name="connsiteX1-441" fmla="*/ 45639 w 901862"/>
                  <a:gd name="connsiteY1-442" fmla="*/ 0 h 373784"/>
                  <a:gd name="connsiteX2-443" fmla="*/ 408216 w 901862"/>
                  <a:gd name="connsiteY2-444" fmla="*/ 189898 h 373784"/>
                  <a:gd name="connsiteX3-445" fmla="*/ 792935 w 901862"/>
                  <a:gd name="connsiteY3-446" fmla="*/ 70414 h 373784"/>
                  <a:gd name="connsiteX4-447" fmla="*/ 901862 w 901862"/>
                  <a:gd name="connsiteY4-448" fmla="*/ 156254 h 373784"/>
                  <a:gd name="connsiteX5-449" fmla="*/ 901862 w 901862"/>
                  <a:gd name="connsiteY5-450" fmla="*/ 330042 h 373784"/>
                  <a:gd name="connsiteX6-451" fmla="*/ 858414 w 901862"/>
                  <a:gd name="connsiteY6-452" fmla="*/ 373490 h 373784"/>
                  <a:gd name="connsiteX7-453" fmla="*/ 486526 w 901862"/>
                  <a:gd name="connsiteY7-454" fmla="*/ 373784 h 373784"/>
                  <a:gd name="connsiteX8-455" fmla="*/ 43448 w 901862"/>
                  <a:gd name="connsiteY8-456" fmla="*/ 373490 h 373784"/>
                  <a:gd name="connsiteX9-457" fmla="*/ 0 w 901862"/>
                  <a:gd name="connsiteY9-458" fmla="*/ 330042 h 373784"/>
                  <a:gd name="connsiteX10" fmla="*/ 0 w 901862"/>
                  <a:gd name="connsiteY10" fmla="*/ 156254 h 373784"/>
                  <a:gd name="connsiteX0-459" fmla="*/ 0 w 901862"/>
                  <a:gd name="connsiteY0-460" fmla="*/ 156254 h 373490"/>
                  <a:gd name="connsiteX1-461" fmla="*/ 45639 w 901862"/>
                  <a:gd name="connsiteY1-462" fmla="*/ 0 h 373490"/>
                  <a:gd name="connsiteX2-463" fmla="*/ 408216 w 901862"/>
                  <a:gd name="connsiteY2-464" fmla="*/ 189898 h 373490"/>
                  <a:gd name="connsiteX3-465" fmla="*/ 792935 w 901862"/>
                  <a:gd name="connsiteY3-466" fmla="*/ 70414 h 373490"/>
                  <a:gd name="connsiteX4-467" fmla="*/ 901862 w 901862"/>
                  <a:gd name="connsiteY4-468" fmla="*/ 156254 h 373490"/>
                  <a:gd name="connsiteX5-469" fmla="*/ 901862 w 901862"/>
                  <a:gd name="connsiteY5-470" fmla="*/ 330042 h 373490"/>
                  <a:gd name="connsiteX6-471" fmla="*/ 858414 w 901862"/>
                  <a:gd name="connsiteY6-472" fmla="*/ 373490 h 373490"/>
                  <a:gd name="connsiteX7-473" fmla="*/ 471864 w 901862"/>
                  <a:gd name="connsiteY7-474" fmla="*/ 264269 h 373490"/>
                  <a:gd name="connsiteX8-475" fmla="*/ 43448 w 901862"/>
                  <a:gd name="connsiteY8-476" fmla="*/ 373490 h 373490"/>
                  <a:gd name="connsiteX9-477" fmla="*/ 0 w 901862"/>
                  <a:gd name="connsiteY9-478" fmla="*/ 330042 h 373490"/>
                  <a:gd name="connsiteX10-479" fmla="*/ 0 w 901862"/>
                  <a:gd name="connsiteY10-480" fmla="*/ 156254 h 373490"/>
                  <a:gd name="connsiteX0-481" fmla="*/ 0 w 901862"/>
                  <a:gd name="connsiteY0-482" fmla="*/ 156254 h 373490"/>
                  <a:gd name="connsiteX1-483" fmla="*/ 45639 w 901862"/>
                  <a:gd name="connsiteY1-484" fmla="*/ 0 h 373490"/>
                  <a:gd name="connsiteX2-485" fmla="*/ 408216 w 901862"/>
                  <a:gd name="connsiteY2-486" fmla="*/ 189898 h 373490"/>
                  <a:gd name="connsiteX3-487" fmla="*/ 792935 w 901862"/>
                  <a:gd name="connsiteY3-488" fmla="*/ 70414 h 373490"/>
                  <a:gd name="connsiteX4-489" fmla="*/ 901862 w 901862"/>
                  <a:gd name="connsiteY4-490" fmla="*/ 156254 h 373490"/>
                  <a:gd name="connsiteX5-491" fmla="*/ 901862 w 901862"/>
                  <a:gd name="connsiteY5-492" fmla="*/ 330042 h 373490"/>
                  <a:gd name="connsiteX6-493" fmla="*/ 858414 w 901862"/>
                  <a:gd name="connsiteY6-494" fmla="*/ 373490 h 373490"/>
                  <a:gd name="connsiteX7-495" fmla="*/ 459752 w 901862"/>
                  <a:gd name="connsiteY7-496" fmla="*/ 336619 h 373490"/>
                  <a:gd name="connsiteX8-497" fmla="*/ 43448 w 901862"/>
                  <a:gd name="connsiteY8-498" fmla="*/ 373490 h 373490"/>
                  <a:gd name="connsiteX9-499" fmla="*/ 0 w 901862"/>
                  <a:gd name="connsiteY9-500" fmla="*/ 330042 h 373490"/>
                  <a:gd name="connsiteX10-501" fmla="*/ 0 w 901862"/>
                  <a:gd name="connsiteY10-502" fmla="*/ 156254 h 373490"/>
                  <a:gd name="connsiteX0-503" fmla="*/ 0 w 901862"/>
                  <a:gd name="connsiteY0-504" fmla="*/ 156254 h 373507"/>
                  <a:gd name="connsiteX1-505" fmla="*/ 45639 w 901862"/>
                  <a:gd name="connsiteY1-506" fmla="*/ 0 h 373507"/>
                  <a:gd name="connsiteX2-507" fmla="*/ 408216 w 901862"/>
                  <a:gd name="connsiteY2-508" fmla="*/ 189898 h 373507"/>
                  <a:gd name="connsiteX3-509" fmla="*/ 792935 w 901862"/>
                  <a:gd name="connsiteY3-510" fmla="*/ 70414 h 373507"/>
                  <a:gd name="connsiteX4-511" fmla="*/ 901862 w 901862"/>
                  <a:gd name="connsiteY4-512" fmla="*/ 156254 h 373507"/>
                  <a:gd name="connsiteX5-513" fmla="*/ 901862 w 901862"/>
                  <a:gd name="connsiteY5-514" fmla="*/ 330042 h 373507"/>
                  <a:gd name="connsiteX6-515" fmla="*/ 858414 w 901862"/>
                  <a:gd name="connsiteY6-516" fmla="*/ 373490 h 373507"/>
                  <a:gd name="connsiteX7-517" fmla="*/ 459752 w 901862"/>
                  <a:gd name="connsiteY7-518" fmla="*/ 336619 h 373507"/>
                  <a:gd name="connsiteX8-519" fmla="*/ 43448 w 901862"/>
                  <a:gd name="connsiteY8-520" fmla="*/ 373490 h 373507"/>
                  <a:gd name="connsiteX9-521" fmla="*/ 0 w 901862"/>
                  <a:gd name="connsiteY9-522" fmla="*/ 330042 h 373507"/>
                  <a:gd name="connsiteX10-523" fmla="*/ 0 w 901862"/>
                  <a:gd name="connsiteY10-524" fmla="*/ 156254 h 373507"/>
                  <a:gd name="connsiteX0-525" fmla="*/ 0 w 901862"/>
                  <a:gd name="connsiteY0-526" fmla="*/ 156254 h 420677"/>
                  <a:gd name="connsiteX1-527" fmla="*/ 45639 w 901862"/>
                  <a:gd name="connsiteY1-528" fmla="*/ 0 h 420677"/>
                  <a:gd name="connsiteX2-529" fmla="*/ 408216 w 901862"/>
                  <a:gd name="connsiteY2-530" fmla="*/ 189898 h 420677"/>
                  <a:gd name="connsiteX3-531" fmla="*/ 792935 w 901862"/>
                  <a:gd name="connsiteY3-532" fmla="*/ 70414 h 420677"/>
                  <a:gd name="connsiteX4-533" fmla="*/ 901862 w 901862"/>
                  <a:gd name="connsiteY4-534" fmla="*/ 156254 h 420677"/>
                  <a:gd name="connsiteX5-535" fmla="*/ 901862 w 901862"/>
                  <a:gd name="connsiteY5-536" fmla="*/ 330042 h 420677"/>
                  <a:gd name="connsiteX6-537" fmla="*/ 858414 w 901862"/>
                  <a:gd name="connsiteY6-538" fmla="*/ 373490 h 420677"/>
                  <a:gd name="connsiteX7-539" fmla="*/ 459752 w 901862"/>
                  <a:gd name="connsiteY7-540" fmla="*/ 336619 h 420677"/>
                  <a:gd name="connsiteX8-541" fmla="*/ 49971 w 901862"/>
                  <a:gd name="connsiteY8-542" fmla="*/ 420666 h 420677"/>
                  <a:gd name="connsiteX9-543" fmla="*/ 0 w 901862"/>
                  <a:gd name="connsiteY9-544" fmla="*/ 330042 h 420677"/>
                  <a:gd name="connsiteX10-545" fmla="*/ 0 w 901862"/>
                  <a:gd name="connsiteY10-546" fmla="*/ 156254 h 420677"/>
                  <a:gd name="connsiteX0-547" fmla="*/ 0 w 901862"/>
                  <a:gd name="connsiteY0-548" fmla="*/ 156254 h 460941"/>
                  <a:gd name="connsiteX1-549" fmla="*/ 45639 w 901862"/>
                  <a:gd name="connsiteY1-550" fmla="*/ 0 h 460941"/>
                  <a:gd name="connsiteX2-551" fmla="*/ 408216 w 901862"/>
                  <a:gd name="connsiteY2-552" fmla="*/ 189898 h 460941"/>
                  <a:gd name="connsiteX3-553" fmla="*/ 792935 w 901862"/>
                  <a:gd name="connsiteY3-554" fmla="*/ 70414 h 460941"/>
                  <a:gd name="connsiteX4-555" fmla="*/ 901862 w 901862"/>
                  <a:gd name="connsiteY4-556" fmla="*/ 156254 h 460941"/>
                  <a:gd name="connsiteX5-557" fmla="*/ 901862 w 901862"/>
                  <a:gd name="connsiteY5-558" fmla="*/ 330042 h 460941"/>
                  <a:gd name="connsiteX6-559" fmla="*/ 834446 w 901862"/>
                  <a:gd name="connsiteY6-560" fmla="*/ 460941 h 460941"/>
                  <a:gd name="connsiteX7-561" fmla="*/ 459752 w 901862"/>
                  <a:gd name="connsiteY7-562" fmla="*/ 336619 h 460941"/>
                  <a:gd name="connsiteX8-563" fmla="*/ 49971 w 901862"/>
                  <a:gd name="connsiteY8-564" fmla="*/ 420666 h 460941"/>
                  <a:gd name="connsiteX9-565" fmla="*/ 0 w 901862"/>
                  <a:gd name="connsiteY9-566" fmla="*/ 330042 h 460941"/>
                  <a:gd name="connsiteX10-567" fmla="*/ 0 w 901862"/>
                  <a:gd name="connsiteY10-568" fmla="*/ 156254 h 460941"/>
                  <a:gd name="connsiteX0-569" fmla="*/ 0 w 901862"/>
                  <a:gd name="connsiteY0-570" fmla="*/ 156254 h 460941"/>
                  <a:gd name="connsiteX1-571" fmla="*/ 45639 w 901862"/>
                  <a:gd name="connsiteY1-572" fmla="*/ 0 h 460941"/>
                  <a:gd name="connsiteX2-573" fmla="*/ 408216 w 901862"/>
                  <a:gd name="connsiteY2-574" fmla="*/ 189898 h 460941"/>
                  <a:gd name="connsiteX3-575" fmla="*/ 792935 w 901862"/>
                  <a:gd name="connsiteY3-576" fmla="*/ 70414 h 460941"/>
                  <a:gd name="connsiteX4-577" fmla="*/ 901862 w 901862"/>
                  <a:gd name="connsiteY4-578" fmla="*/ 156254 h 460941"/>
                  <a:gd name="connsiteX5-579" fmla="*/ 901862 w 901862"/>
                  <a:gd name="connsiteY5-580" fmla="*/ 330042 h 460941"/>
                  <a:gd name="connsiteX6-581" fmla="*/ 834446 w 901862"/>
                  <a:gd name="connsiteY6-582" fmla="*/ 460941 h 460941"/>
                  <a:gd name="connsiteX7-583" fmla="*/ 459752 w 901862"/>
                  <a:gd name="connsiteY7-584" fmla="*/ 336619 h 460941"/>
                  <a:gd name="connsiteX8-585" fmla="*/ 49971 w 901862"/>
                  <a:gd name="connsiteY8-586" fmla="*/ 420666 h 460941"/>
                  <a:gd name="connsiteX9-587" fmla="*/ 0 w 901862"/>
                  <a:gd name="connsiteY9-588" fmla="*/ 330042 h 460941"/>
                  <a:gd name="connsiteX10-589" fmla="*/ 0 w 901862"/>
                  <a:gd name="connsiteY10-590" fmla="*/ 156254 h 460941"/>
                  <a:gd name="connsiteX0-591" fmla="*/ 0 w 901862"/>
                  <a:gd name="connsiteY0-592" fmla="*/ 156254 h 518129"/>
                  <a:gd name="connsiteX1-593" fmla="*/ 45639 w 901862"/>
                  <a:gd name="connsiteY1-594" fmla="*/ 0 h 518129"/>
                  <a:gd name="connsiteX2-595" fmla="*/ 408216 w 901862"/>
                  <a:gd name="connsiteY2-596" fmla="*/ 189898 h 518129"/>
                  <a:gd name="connsiteX3-597" fmla="*/ 792935 w 901862"/>
                  <a:gd name="connsiteY3-598" fmla="*/ 70414 h 518129"/>
                  <a:gd name="connsiteX4-599" fmla="*/ 901862 w 901862"/>
                  <a:gd name="connsiteY4-600" fmla="*/ 156254 h 518129"/>
                  <a:gd name="connsiteX5-601" fmla="*/ 901862 w 901862"/>
                  <a:gd name="connsiteY5-602" fmla="*/ 330042 h 518129"/>
                  <a:gd name="connsiteX6-603" fmla="*/ 820718 w 901862"/>
                  <a:gd name="connsiteY6-604" fmla="*/ 518129 h 518129"/>
                  <a:gd name="connsiteX7-605" fmla="*/ 459752 w 901862"/>
                  <a:gd name="connsiteY7-606" fmla="*/ 336619 h 518129"/>
                  <a:gd name="connsiteX8-607" fmla="*/ 49971 w 901862"/>
                  <a:gd name="connsiteY8-608" fmla="*/ 420666 h 518129"/>
                  <a:gd name="connsiteX9-609" fmla="*/ 0 w 901862"/>
                  <a:gd name="connsiteY9-610" fmla="*/ 330042 h 518129"/>
                  <a:gd name="connsiteX10-611" fmla="*/ 0 w 901862"/>
                  <a:gd name="connsiteY10-612" fmla="*/ 156254 h 518129"/>
                  <a:gd name="connsiteX0-613" fmla="*/ 0 w 901862"/>
                  <a:gd name="connsiteY0-614" fmla="*/ 156254 h 518129"/>
                  <a:gd name="connsiteX1-615" fmla="*/ 45639 w 901862"/>
                  <a:gd name="connsiteY1-616" fmla="*/ 0 h 518129"/>
                  <a:gd name="connsiteX2-617" fmla="*/ 408216 w 901862"/>
                  <a:gd name="connsiteY2-618" fmla="*/ 189898 h 518129"/>
                  <a:gd name="connsiteX3-619" fmla="*/ 792935 w 901862"/>
                  <a:gd name="connsiteY3-620" fmla="*/ 70414 h 518129"/>
                  <a:gd name="connsiteX4-621" fmla="*/ 901862 w 901862"/>
                  <a:gd name="connsiteY4-622" fmla="*/ 156254 h 518129"/>
                  <a:gd name="connsiteX5-623" fmla="*/ 901862 w 901862"/>
                  <a:gd name="connsiteY5-624" fmla="*/ 330042 h 518129"/>
                  <a:gd name="connsiteX6-625" fmla="*/ 820718 w 901862"/>
                  <a:gd name="connsiteY6-626" fmla="*/ 518129 h 518129"/>
                  <a:gd name="connsiteX7-627" fmla="*/ 459752 w 901862"/>
                  <a:gd name="connsiteY7-628" fmla="*/ 336619 h 518129"/>
                  <a:gd name="connsiteX8-629" fmla="*/ 49971 w 901862"/>
                  <a:gd name="connsiteY8-630" fmla="*/ 420666 h 518129"/>
                  <a:gd name="connsiteX9-631" fmla="*/ 0 w 901862"/>
                  <a:gd name="connsiteY9-632" fmla="*/ 330042 h 518129"/>
                  <a:gd name="connsiteX10-633" fmla="*/ 0 w 901862"/>
                  <a:gd name="connsiteY10-634" fmla="*/ 156254 h 518129"/>
                  <a:gd name="connsiteX0-635" fmla="*/ 0 w 901862"/>
                  <a:gd name="connsiteY0-636" fmla="*/ 156254 h 518129"/>
                  <a:gd name="connsiteX1-637" fmla="*/ 45639 w 901862"/>
                  <a:gd name="connsiteY1-638" fmla="*/ 0 h 518129"/>
                  <a:gd name="connsiteX2-639" fmla="*/ 408216 w 901862"/>
                  <a:gd name="connsiteY2-640" fmla="*/ 189898 h 518129"/>
                  <a:gd name="connsiteX3-641" fmla="*/ 792935 w 901862"/>
                  <a:gd name="connsiteY3-642" fmla="*/ 70414 h 518129"/>
                  <a:gd name="connsiteX4-643" fmla="*/ 901862 w 901862"/>
                  <a:gd name="connsiteY4-644" fmla="*/ 156254 h 518129"/>
                  <a:gd name="connsiteX5-645" fmla="*/ 901862 w 901862"/>
                  <a:gd name="connsiteY5-646" fmla="*/ 330042 h 518129"/>
                  <a:gd name="connsiteX6-647" fmla="*/ 820718 w 901862"/>
                  <a:gd name="connsiteY6-648" fmla="*/ 518129 h 518129"/>
                  <a:gd name="connsiteX7-649" fmla="*/ 449618 w 901862"/>
                  <a:gd name="connsiteY7-650" fmla="*/ 343309 h 518129"/>
                  <a:gd name="connsiteX8-651" fmla="*/ 49971 w 901862"/>
                  <a:gd name="connsiteY8-652" fmla="*/ 420666 h 518129"/>
                  <a:gd name="connsiteX9-653" fmla="*/ 0 w 901862"/>
                  <a:gd name="connsiteY9-654" fmla="*/ 330042 h 518129"/>
                  <a:gd name="connsiteX10-655" fmla="*/ 0 w 901862"/>
                  <a:gd name="connsiteY10-656" fmla="*/ 156254 h 518129"/>
                  <a:gd name="connsiteX0-657" fmla="*/ 0 w 901862"/>
                  <a:gd name="connsiteY0-658" fmla="*/ 156254 h 518129"/>
                  <a:gd name="connsiteX1-659" fmla="*/ 45639 w 901862"/>
                  <a:gd name="connsiteY1-660" fmla="*/ 0 h 518129"/>
                  <a:gd name="connsiteX2-661" fmla="*/ 408216 w 901862"/>
                  <a:gd name="connsiteY2-662" fmla="*/ 189898 h 518129"/>
                  <a:gd name="connsiteX3-663" fmla="*/ 792935 w 901862"/>
                  <a:gd name="connsiteY3-664" fmla="*/ 70414 h 518129"/>
                  <a:gd name="connsiteX4-665" fmla="*/ 901862 w 901862"/>
                  <a:gd name="connsiteY4-666" fmla="*/ 156254 h 518129"/>
                  <a:gd name="connsiteX5-667" fmla="*/ 901862 w 901862"/>
                  <a:gd name="connsiteY5-668" fmla="*/ 330042 h 518129"/>
                  <a:gd name="connsiteX6-669" fmla="*/ 820718 w 901862"/>
                  <a:gd name="connsiteY6-670" fmla="*/ 518129 h 518129"/>
                  <a:gd name="connsiteX7-671" fmla="*/ 449618 w 901862"/>
                  <a:gd name="connsiteY7-672" fmla="*/ 343309 h 518129"/>
                  <a:gd name="connsiteX8-673" fmla="*/ 53233 w 901862"/>
                  <a:gd name="connsiteY8-674" fmla="*/ 444254 h 518129"/>
                  <a:gd name="connsiteX9-675" fmla="*/ 0 w 901862"/>
                  <a:gd name="connsiteY9-676" fmla="*/ 330042 h 518129"/>
                  <a:gd name="connsiteX10-677" fmla="*/ 0 w 901862"/>
                  <a:gd name="connsiteY10-678" fmla="*/ 156254 h 518129"/>
                  <a:gd name="connsiteX0-679" fmla="*/ 0 w 901862"/>
                  <a:gd name="connsiteY0-680" fmla="*/ 156254 h 518129"/>
                  <a:gd name="connsiteX1-681" fmla="*/ 45639 w 901862"/>
                  <a:gd name="connsiteY1-682" fmla="*/ 0 h 518129"/>
                  <a:gd name="connsiteX2-683" fmla="*/ 408216 w 901862"/>
                  <a:gd name="connsiteY2-684" fmla="*/ 189898 h 518129"/>
                  <a:gd name="connsiteX3-685" fmla="*/ 792935 w 901862"/>
                  <a:gd name="connsiteY3-686" fmla="*/ 70414 h 518129"/>
                  <a:gd name="connsiteX4-687" fmla="*/ 901862 w 901862"/>
                  <a:gd name="connsiteY4-688" fmla="*/ 156254 h 518129"/>
                  <a:gd name="connsiteX5-689" fmla="*/ 901862 w 901862"/>
                  <a:gd name="connsiteY5-690" fmla="*/ 330042 h 518129"/>
                  <a:gd name="connsiteX6-691" fmla="*/ 820718 w 901862"/>
                  <a:gd name="connsiteY6-692" fmla="*/ 518129 h 518129"/>
                  <a:gd name="connsiteX7-693" fmla="*/ 449618 w 901862"/>
                  <a:gd name="connsiteY7-694" fmla="*/ 343309 h 518129"/>
                  <a:gd name="connsiteX8-695" fmla="*/ 53233 w 901862"/>
                  <a:gd name="connsiteY8-696" fmla="*/ 444254 h 518129"/>
                  <a:gd name="connsiteX9-697" fmla="*/ 0 w 901862"/>
                  <a:gd name="connsiteY9-698" fmla="*/ 330042 h 518129"/>
                  <a:gd name="connsiteX10-699" fmla="*/ 0 w 901862"/>
                  <a:gd name="connsiteY10-700" fmla="*/ 156254 h 518129"/>
                  <a:gd name="connsiteX0-701" fmla="*/ 0 w 901862"/>
                  <a:gd name="connsiteY0-702" fmla="*/ 156254 h 518129"/>
                  <a:gd name="connsiteX1-703" fmla="*/ 45639 w 901862"/>
                  <a:gd name="connsiteY1-704" fmla="*/ 0 h 518129"/>
                  <a:gd name="connsiteX2-705" fmla="*/ 408216 w 901862"/>
                  <a:gd name="connsiteY2-706" fmla="*/ 189898 h 518129"/>
                  <a:gd name="connsiteX3-707" fmla="*/ 792935 w 901862"/>
                  <a:gd name="connsiteY3-708" fmla="*/ 70414 h 518129"/>
                  <a:gd name="connsiteX4-709" fmla="*/ 901862 w 901862"/>
                  <a:gd name="connsiteY4-710" fmla="*/ 156254 h 518129"/>
                  <a:gd name="connsiteX5-711" fmla="*/ 901862 w 901862"/>
                  <a:gd name="connsiteY5-712" fmla="*/ 330042 h 518129"/>
                  <a:gd name="connsiteX6-713" fmla="*/ 820718 w 901862"/>
                  <a:gd name="connsiteY6-714" fmla="*/ 518129 h 518129"/>
                  <a:gd name="connsiteX7-715" fmla="*/ 449618 w 901862"/>
                  <a:gd name="connsiteY7-716" fmla="*/ 343309 h 518129"/>
                  <a:gd name="connsiteX8-717" fmla="*/ 53233 w 901862"/>
                  <a:gd name="connsiteY8-718" fmla="*/ 444254 h 518129"/>
                  <a:gd name="connsiteX9-719" fmla="*/ 0 w 901862"/>
                  <a:gd name="connsiteY9-720" fmla="*/ 330042 h 518129"/>
                  <a:gd name="connsiteX10-721" fmla="*/ 0 w 901862"/>
                  <a:gd name="connsiteY10-722" fmla="*/ 156254 h 518129"/>
                  <a:gd name="connsiteX0-723" fmla="*/ 0 w 901862"/>
                  <a:gd name="connsiteY0-724" fmla="*/ 156254 h 518129"/>
                  <a:gd name="connsiteX1-725" fmla="*/ 45639 w 901862"/>
                  <a:gd name="connsiteY1-726" fmla="*/ 0 h 518129"/>
                  <a:gd name="connsiteX2-727" fmla="*/ 408216 w 901862"/>
                  <a:gd name="connsiteY2-728" fmla="*/ 189898 h 518129"/>
                  <a:gd name="connsiteX3-729" fmla="*/ 792935 w 901862"/>
                  <a:gd name="connsiteY3-730" fmla="*/ 70414 h 518129"/>
                  <a:gd name="connsiteX4-731" fmla="*/ 901862 w 901862"/>
                  <a:gd name="connsiteY4-732" fmla="*/ 156254 h 518129"/>
                  <a:gd name="connsiteX5-733" fmla="*/ 901862 w 901862"/>
                  <a:gd name="connsiteY5-734" fmla="*/ 330042 h 518129"/>
                  <a:gd name="connsiteX6-735" fmla="*/ 820718 w 901862"/>
                  <a:gd name="connsiteY6-736" fmla="*/ 518129 h 518129"/>
                  <a:gd name="connsiteX7-737" fmla="*/ 449618 w 901862"/>
                  <a:gd name="connsiteY7-738" fmla="*/ 343309 h 518129"/>
                  <a:gd name="connsiteX8-739" fmla="*/ 53233 w 901862"/>
                  <a:gd name="connsiteY8-740" fmla="*/ 444254 h 518129"/>
                  <a:gd name="connsiteX9-741" fmla="*/ 0 w 901862"/>
                  <a:gd name="connsiteY9-742" fmla="*/ 330042 h 518129"/>
                  <a:gd name="connsiteX10-743" fmla="*/ 0 w 901862"/>
                  <a:gd name="connsiteY10-744" fmla="*/ 156254 h 518129"/>
                  <a:gd name="connsiteX0-745" fmla="*/ 0 w 901862"/>
                  <a:gd name="connsiteY0-746" fmla="*/ 156254 h 518129"/>
                  <a:gd name="connsiteX1-747" fmla="*/ 45639 w 901862"/>
                  <a:gd name="connsiteY1-748" fmla="*/ 0 h 518129"/>
                  <a:gd name="connsiteX2-749" fmla="*/ 408216 w 901862"/>
                  <a:gd name="connsiteY2-750" fmla="*/ 189898 h 518129"/>
                  <a:gd name="connsiteX3-751" fmla="*/ 792935 w 901862"/>
                  <a:gd name="connsiteY3-752" fmla="*/ 70414 h 518129"/>
                  <a:gd name="connsiteX4-753" fmla="*/ 901862 w 901862"/>
                  <a:gd name="connsiteY4-754" fmla="*/ 156254 h 518129"/>
                  <a:gd name="connsiteX5-755" fmla="*/ 901862 w 901862"/>
                  <a:gd name="connsiteY5-756" fmla="*/ 330042 h 518129"/>
                  <a:gd name="connsiteX6-757" fmla="*/ 820718 w 901862"/>
                  <a:gd name="connsiteY6-758" fmla="*/ 518129 h 518129"/>
                  <a:gd name="connsiteX7-759" fmla="*/ 449618 w 901862"/>
                  <a:gd name="connsiteY7-760" fmla="*/ 343309 h 518129"/>
                  <a:gd name="connsiteX8-761" fmla="*/ 53233 w 901862"/>
                  <a:gd name="connsiteY8-762" fmla="*/ 444254 h 518129"/>
                  <a:gd name="connsiteX9-763" fmla="*/ 0 w 901862"/>
                  <a:gd name="connsiteY9-764" fmla="*/ 330042 h 518129"/>
                  <a:gd name="connsiteX10-765" fmla="*/ 0 w 901862"/>
                  <a:gd name="connsiteY10-766" fmla="*/ 156254 h 518129"/>
                  <a:gd name="connsiteX0-767" fmla="*/ 0 w 901862"/>
                  <a:gd name="connsiteY0-768" fmla="*/ 171490 h 533365"/>
                  <a:gd name="connsiteX1-769" fmla="*/ 27185 w 901862"/>
                  <a:gd name="connsiteY1-770" fmla="*/ 0 h 533365"/>
                  <a:gd name="connsiteX2-771" fmla="*/ 408216 w 901862"/>
                  <a:gd name="connsiteY2-772" fmla="*/ 205134 h 533365"/>
                  <a:gd name="connsiteX3-773" fmla="*/ 792935 w 901862"/>
                  <a:gd name="connsiteY3-774" fmla="*/ 85650 h 533365"/>
                  <a:gd name="connsiteX4-775" fmla="*/ 901862 w 901862"/>
                  <a:gd name="connsiteY4-776" fmla="*/ 171490 h 533365"/>
                  <a:gd name="connsiteX5-777" fmla="*/ 901862 w 901862"/>
                  <a:gd name="connsiteY5-778" fmla="*/ 345278 h 533365"/>
                  <a:gd name="connsiteX6-779" fmla="*/ 820718 w 901862"/>
                  <a:gd name="connsiteY6-780" fmla="*/ 533365 h 533365"/>
                  <a:gd name="connsiteX7-781" fmla="*/ 449618 w 901862"/>
                  <a:gd name="connsiteY7-782" fmla="*/ 358545 h 533365"/>
                  <a:gd name="connsiteX8-783" fmla="*/ 53233 w 901862"/>
                  <a:gd name="connsiteY8-784" fmla="*/ 459490 h 533365"/>
                  <a:gd name="connsiteX9-785" fmla="*/ 0 w 901862"/>
                  <a:gd name="connsiteY9-786" fmla="*/ 345278 h 533365"/>
                  <a:gd name="connsiteX10-787" fmla="*/ 0 w 901862"/>
                  <a:gd name="connsiteY10-788" fmla="*/ 171490 h 53336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37" y="connsiteY9-38"/>
                  </a:cxn>
                  <a:cxn ang="0">
                    <a:pos x="connsiteX10-479" y="connsiteY10-480"/>
                  </a:cxn>
                </a:cxnLst>
                <a:rect l="l" t="t" r="r" b="b"/>
                <a:pathLst>
                  <a:path w="901862" h="533365">
                    <a:moveTo>
                      <a:pt x="0" y="171490"/>
                    </a:moveTo>
                    <a:cubicBezTo>
                      <a:pt x="0" y="147494"/>
                      <a:pt x="3189" y="0"/>
                      <a:pt x="27185" y="0"/>
                    </a:cubicBezTo>
                    <a:cubicBezTo>
                      <a:pt x="108606" y="96799"/>
                      <a:pt x="280591" y="190859"/>
                      <a:pt x="408216" y="205134"/>
                    </a:cubicBezTo>
                    <a:cubicBezTo>
                      <a:pt x="535841" y="219409"/>
                      <a:pt x="638523" y="203937"/>
                      <a:pt x="792935" y="85650"/>
                    </a:cubicBezTo>
                    <a:cubicBezTo>
                      <a:pt x="816931" y="85650"/>
                      <a:pt x="901862" y="147494"/>
                      <a:pt x="901862" y="171490"/>
                    </a:cubicBezTo>
                    <a:lnTo>
                      <a:pt x="901862" y="345278"/>
                    </a:lnTo>
                    <a:cubicBezTo>
                      <a:pt x="901862" y="369274"/>
                      <a:pt x="844714" y="533365"/>
                      <a:pt x="820718" y="533365"/>
                    </a:cubicBezTo>
                    <a:cubicBezTo>
                      <a:pt x="658038" y="406441"/>
                      <a:pt x="577532" y="370857"/>
                      <a:pt x="449618" y="358545"/>
                    </a:cubicBezTo>
                    <a:cubicBezTo>
                      <a:pt x="321704" y="346233"/>
                      <a:pt x="129858" y="460586"/>
                      <a:pt x="53233" y="459490"/>
                    </a:cubicBezTo>
                    <a:cubicBezTo>
                      <a:pt x="29237" y="459490"/>
                      <a:pt x="0" y="369274"/>
                      <a:pt x="0" y="345278"/>
                    </a:cubicBezTo>
                    <a:lnTo>
                      <a:pt x="0" y="171490"/>
                    </a:lnTo>
                    <a:close/>
                  </a:path>
                </a:pathLst>
              </a:custGeom>
              <a:solidFill>
                <a:srgbClr val="B400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阿里巴巴普惠体 Medium"/>
                  <a:cs typeface="阿里巴巴普惠体 Medium"/>
                  <a:sym typeface="Arial"/>
                </a:endParaRPr>
              </a:p>
            </p:txBody>
          </p:sp>
        </p:grpSp>
        <p:grpSp>
          <p:nvGrpSpPr>
            <p:cNvPr id="43" name="组合 42"/>
            <p:cNvGrpSpPr/>
            <p:nvPr/>
          </p:nvGrpSpPr>
          <p:grpSpPr>
            <a:xfrm>
              <a:off x="1611" y="3146"/>
              <a:ext cx="8595" cy="6029"/>
              <a:chOff x="1467" y="3174"/>
              <a:chExt cx="8595" cy="6029"/>
            </a:xfrm>
          </p:grpSpPr>
          <p:grpSp>
            <p:nvGrpSpPr>
              <p:cNvPr id="30" name="组合 29"/>
              <p:cNvGrpSpPr/>
              <p:nvPr/>
            </p:nvGrpSpPr>
            <p:grpSpPr>
              <a:xfrm>
                <a:off x="1467" y="3174"/>
                <a:ext cx="8577" cy="1597"/>
                <a:chOff x="1467" y="3174"/>
                <a:chExt cx="8577" cy="1597"/>
              </a:xfrm>
            </p:grpSpPr>
            <p:sp>
              <p:nvSpPr>
                <p:cNvPr id="10" name="图形"/>
                <p:cNvSpPr txBox="1"/>
                <p:nvPr>
                  <p:custDataLst>
                    <p:tags r:id="R73f769fa1f5b472d"/>
                  </p:custDataLst>
                </p:nvPr>
              </p:nvSpPr>
              <p:spPr>
                <a:xfrm>
                  <a:off x="1485" y="3174"/>
                  <a:ext cx="3109" cy="582"/>
                </a:xfrm>
                <a:prstGeom prst="rect">
                  <a:avLst/>
                </a:prstGeom>
                <a:noFill/>
              </p:spPr>
              <p:txBody>
                <a:bodyPr wrap="square" lIns="0" tIns="0" rIns="0" bIns="0" rtlCol="0">
                  <a:spAutoFit/>
                </a:bodyPr>
                <a:lstStyle/>
                <a:p>
                  <a:r>
                    <a:rPr lang="zh-CN" altLang="en-US" sz="2400">
                      <a:solidFill>
                        <a:schemeClr val="tx1">
                          <a:lumMod val="75000"/>
                          <a:lumOff val="25000"/>
                        </a:schemeClr>
                      </a:solidFill>
                      <a:latin typeface="Arial"/>
                      <a:ea typeface="阿里巴巴普惠体 Medium"/>
                      <a:cs typeface="阿里巴巴普惠体 Medium"/>
                      <a:sym typeface="Arial"/>
                    </a:rPr>
                    <a:t>添加标题文本</a:t>
                  </a:r>
                </a:p>
              </p:txBody>
            </p:sp>
            <p:sp>
              <p:nvSpPr>
                <p:cNvPr id="28" name="图形"/>
                <p:cNvSpPr txBox="1"/>
                <p:nvPr>
                  <p:custDataLst>
                    <p:tags r:id="R154b21f89e864231"/>
                  </p:custDataLst>
                </p:nvPr>
              </p:nvSpPr>
              <p:spPr>
                <a:xfrm>
                  <a:off x="1467" y="3753"/>
                  <a:ext cx="8577" cy="1018"/>
                </a:xfrm>
                <a:prstGeom prst="rect">
                  <a:avLst/>
                </a:prstGeom>
                <a:noFill/>
              </p:spPr>
              <p:txBody>
                <a:bodyPr wrap="square" lIns="0" tIns="0" rIns="0" bIns="0" rtlCol="0">
                  <a:spAutoFit/>
                </a:bodyPr>
                <a:lstStyle/>
                <a:p>
                  <a:pPr>
                    <a:lnSpc>
                      <a:spcPct val="150000"/>
                    </a:lnSpc>
                  </a:pPr>
                  <a:r>
                    <a:rPr lang="zh-CN" altLang="en-US" sz="1400">
                      <a:solidFill>
                        <a:schemeClr val="tx1">
                          <a:lumMod val="65000"/>
                          <a:lumOff val="35000"/>
                        </a:schemeClr>
                      </a:solidFill>
                      <a:latin typeface="Arial"/>
                      <a:ea typeface="阿里巴巴普惠体 Medium"/>
                      <a:cs typeface="阿里巴巴普惠体 Medium"/>
                      <a:sym typeface="Arial"/>
                    </a:rPr>
                    <a:t>单击此处输入您的文本内容，可更改文字的颜色或者大X等属性。单击此处输入您的文本内容，可更改文字的颜色或者大X等属性。</a:t>
                  </a:r>
                  <a:r>
                    <a:rPr lang="en-US" altLang="zh-CN" sz="1400">
                      <a:solidFill>
                        <a:schemeClr val="tx1">
                          <a:lumMod val="65000"/>
                          <a:lumOff val="35000"/>
                        </a:schemeClr>
                      </a:solidFill>
                      <a:latin typeface="Arial"/>
                      <a:ea typeface="阿里巴巴普惠体 Medium"/>
                      <a:cs typeface="阿里巴巴普惠体 Medium"/>
                      <a:sym typeface="Arial"/>
                    </a:rPr>
                    <a:t>     </a:t>
                  </a:r>
                </a:p>
              </p:txBody>
            </p:sp>
          </p:grpSp>
          <p:grpSp>
            <p:nvGrpSpPr>
              <p:cNvPr id="37" name="组合 36"/>
              <p:cNvGrpSpPr/>
              <p:nvPr/>
            </p:nvGrpSpPr>
            <p:grpSpPr>
              <a:xfrm>
                <a:off x="1467" y="5390"/>
                <a:ext cx="8577" cy="1597"/>
                <a:chOff x="1467" y="3174"/>
                <a:chExt cx="8577" cy="1597"/>
              </a:xfrm>
            </p:grpSpPr>
            <p:sp>
              <p:nvSpPr>
                <p:cNvPr id="38" name="图形"/>
                <p:cNvSpPr txBox="1"/>
                <p:nvPr>
                  <p:custDataLst>
                    <p:tags r:id="R2a3bcb81885549c4"/>
                  </p:custDataLst>
                </p:nvPr>
              </p:nvSpPr>
              <p:spPr>
                <a:xfrm>
                  <a:off x="1485" y="3174"/>
                  <a:ext cx="3109" cy="582"/>
                </a:xfrm>
                <a:prstGeom prst="rect">
                  <a:avLst/>
                </a:prstGeom>
                <a:noFill/>
              </p:spPr>
              <p:txBody>
                <a:bodyPr wrap="square" lIns="0" tIns="0" rIns="0" bIns="0" rtlCol="0">
                  <a:spAutoFit/>
                </a:bodyPr>
                <a:lstStyle/>
                <a:p>
                  <a:r>
                    <a:rPr lang="zh-CN" altLang="en-US" sz="2400">
                      <a:solidFill>
                        <a:schemeClr val="tx1">
                          <a:lumMod val="75000"/>
                          <a:lumOff val="25000"/>
                        </a:schemeClr>
                      </a:solidFill>
                      <a:latin typeface="Arial"/>
                      <a:ea typeface="阿里巴巴普惠体 Medium"/>
                      <a:cs typeface="阿里巴巴普惠体 Medium"/>
                      <a:sym typeface="Arial"/>
                    </a:rPr>
                    <a:t>添加标题文本</a:t>
                  </a:r>
                </a:p>
              </p:txBody>
            </p:sp>
            <p:sp>
              <p:nvSpPr>
                <p:cNvPr id="39" name="图形"/>
                <p:cNvSpPr txBox="1"/>
                <p:nvPr>
                  <p:custDataLst>
                    <p:tags r:id="R4de03c97b5474d95"/>
                  </p:custDataLst>
                </p:nvPr>
              </p:nvSpPr>
              <p:spPr>
                <a:xfrm>
                  <a:off x="1467" y="3753"/>
                  <a:ext cx="8577" cy="1018"/>
                </a:xfrm>
                <a:prstGeom prst="rect">
                  <a:avLst/>
                </a:prstGeom>
                <a:noFill/>
              </p:spPr>
              <p:txBody>
                <a:bodyPr wrap="square" lIns="0" tIns="0" rIns="0" bIns="0" rtlCol="0">
                  <a:spAutoFit/>
                </a:bodyPr>
                <a:lstStyle/>
                <a:p>
                  <a:pPr>
                    <a:lnSpc>
                      <a:spcPct val="150000"/>
                    </a:lnSpc>
                  </a:pPr>
                  <a:r>
                    <a:rPr lang="zh-CN" altLang="en-US" sz="1400">
                      <a:solidFill>
                        <a:schemeClr val="tx1">
                          <a:lumMod val="65000"/>
                          <a:lumOff val="35000"/>
                        </a:schemeClr>
                      </a:solidFill>
                      <a:latin typeface="Arial"/>
                      <a:ea typeface="阿里巴巴普惠体 Medium"/>
                      <a:cs typeface="阿里巴巴普惠体 Medium"/>
                      <a:sym typeface="Arial"/>
                    </a:rPr>
                    <a:t>单击此处输入您的文本内容，可更改文字的颜色或者大X等属性。单击此处输入您的文本内容，可更改文字的颜色或者大X等属性。</a:t>
                  </a:r>
                  <a:r>
                    <a:rPr lang="en-US" altLang="zh-CN" sz="1400">
                      <a:solidFill>
                        <a:schemeClr val="tx1">
                          <a:lumMod val="65000"/>
                          <a:lumOff val="35000"/>
                        </a:schemeClr>
                      </a:solidFill>
                      <a:latin typeface="Arial"/>
                      <a:ea typeface="阿里巴巴普惠体 Medium"/>
                      <a:cs typeface="阿里巴巴普惠体 Medium"/>
                      <a:sym typeface="Arial"/>
                    </a:rPr>
                    <a:t>     </a:t>
                  </a:r>
                </a:p>
              </p:txBody>
            </p:sp>
          </p:grpSp>
          <p:grpSp>
            <p:nvGrpSpPr>
              <p:cNvPr id="40" name="组合 39"/>
              <p:cNvGrpSpPr/>
              <p:nvPr/>
            </p:nvGrpSpPr>
            <p:grpSpPr>
              <a:xfrm>
                <a:off x="1485" y="7606"/>
                <a:ext cx="8577" cy="1597"/>
                <a:chOff x="1485" y="3174"/>
                <a:chExt cx="8577" cy="1597"/>
              </a:xfrm>
            </p:grpSpPr>
            <p:sp>
              <p:nvSpPr>
                <p:cNvPr id="41" name="图形"/>
                <p:cNvSpPr txBox="1"/>
                <p:nvPr>
                  <p:custDataLst>
                    <p:tags r:id="R7945ab02087842af"/>
                  </p:custDataLst>
                </p:nvPr>
              </p:nvSpPr>
              <p:spPr>
                <a:xfrm>
                  <a:off x="1485" y="3174"/>
                  <a:ext cx="3109" cy="582"/>
                </a:xfrm>
                <a:prstGeom prst="rect">
                  <a:avLst/>
                </a:prstGeom>
                <a:noFill/>
              </p:spPr>
              <p:txBody>
                <a:bodyPr wrap="square" lIns="0" tIns="0" rIns="0" bIns="0" rtlCol="0">
                  <a:spAutoFit/>
                </a:bodyPr>
                <a:lstStyle/>
                <a:p>
                  <a:r>
                    <a:rPr lang="zh-CN" altLang="en-US" sz="2400">
                      <a:solidFill>
                        <a:schemeClr val="tx1">
                          <a:lumMod val="75000"/>
                          <a:lumOff val="25000"/>
                        </a:schemeClr>
                      </a:solidFill>
                      <a:latin typeface="Arial"/>
                      <a:ea typeface="阿里巴巴普惠体 Medium"/>
                      <a:cs typeface="阿里巴巴普惠体 Medium"/>
                      <a:sym typeface="Arial"/>
                    </a:rPr>
                    <a:t>添加标题文本</a:t>
                  </a:r>
                </a:p>
              </p:txBody>
            </p:sp>
            <p:sp>
              <p:nvSpPr>
                <p:cNvPr id="42" name="图形"/>
                <p:cNvSpPr txBox="1"/>
                <p:nvPr>
                  <p:custDataLst>
                    <p:tags r:id="R9fb9f684585644b9"/>
                  </p:custDataLst>
                </p:nvPr>
              </p:nvSpPr>
              <p:spPr>
                <a:xfrm>
                  <a:off x="1485" y="3753"/>
                  <a:ext cx="8577" cy="1018"/>
                </a:xfrm>
                <a:prstGeom prst="rect">
                  <a:avLst/>
                </a:prstGeom>
                <a:noFill/>
              </p:spPr>
              <p:txBody>
                <a:bodyPr wrap="square" lIns="0" tIns="0" rIns="0" bIns="0" rtlCol="0">
                  <a:spAutoFit/>
                </a:bodyPr>
                <a:lstStyle/>
                <a:p>
                  <a:pPr>
                    <a:lnSpc>
                      <a:spcPct val="150000"/>
                    </a:lnSpc>
                  </a:pPr>
                  <a:r>
                    <a:rPr lang="zh-CN" altLang="en-US" sz="1400">
                      <a:solidFill>
                        <a:schemeClr val="tx1">
                          <a:lumMod val="65000"/>
                          <a:lumOff val="35000"/>
                        </a:schemeClr>
                      </a:solidFill>
                      <a:latin typeface="Arial"/>
                      <a:ea typeface="阿里巴巴普惠体 Medium"/>
                      <a:cs typeface="阿里巴巴普惠体 Medium"/>
                      <a:sym typeface="Arial"/>
                    </a:rPr>
                    <a:t>单击此处输入您的文本内容，可更改文字的颜色或者大X等属性。单击此处输入您的文本内容，可更改文字的颜色或者大X等属性。</a:t>
                  </a:r>
                  <a:r>
                    <a:rPr lang="en-US" altLang="zh-CN" sz="1400">
                      <a:solidFill>
                        <a:schemeClr val="tx1">
                          <a:lumMod val="65000"/>
                          <a:lumOff val="35000"/>
                        </a:schemeClr>
                      </a:solidFill>
                      <a:latin typeface="Arial"/>
                      <a:ea typeface="阿里巴巴普惠体 Medium"/>
                      <a:cs typeface="阿里巴巴普惠体 Medium"/>
                      <a:sym typeface="Arial"/>
                    </a:rPr>
                    <a:t>     </a:t>
                  </a:r>
                </a:p>
              </p:txBody>
            </p:sp>
          </p:grpSp>
        </p:grpSp>
      </p:grpSp>
    </p:spTree>
    <p:custDataLst>
      <p:tags r:id="R1972a60c0c934e2c"/>
    </p:custDataLst>
  </p:cSld>
  <p:clrMapOvr>
    <a:masterClrMapping/>
  </p:clrMapOvr>
  <mc:AlternateContent xmlns:mc="http://schemas.openxmlformats.org/markup-compatibility/2006" xmlns:p14="http://schemas.microsoft.com/office/powerpoint/2010/main">
    <mc:Choice Requires="p14">
      <p:transition spd="slow" p14:dur="2000" advTm="2000">
        <p:wipe/>
      </p:transition>
    </mc:Choice>
    <mc:Fallback xmlns:p15="http://schemas.microsoft.com/office/powerpoint/2012/main" xmlns:a14="http://schemas.microsoft.com/office/drawing/2010/main" xmlns="">
      <p:transition spd="slow" advTm="2000">
        <p:wip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ppt_x</p:attrName>
                                        </p:attrNameLst>
                                      </p:cBhvr>
                                      <p:tavLst>
                                        <p:tav tm="0">
                                          <p:val>
                                            <p:strVal val="#ppt_x-.2"/>
                                          </p:val>
                                        </p:tav>
                                        <p:tav tm="100000">
                                          <p:val>
                                            <p:strVal val="#ppt_x"/>
                                          </p:val>
                                        </p:tav>
                                      </p:tavLst>
                                    </p:anim>
                                    <p:anim calcmode="lin" valueType="num">
                                      <p:cBhvr>
                                        <p:cTn id="8" dur="1000" fill="hold"/>
                                        <p:tgtEl>
                                          <p:spTgt spid="4"/>
                                        </p:tgtEl>
                                        <p:attrNameLst>
                                          <p:attrName>ppt_y</p:attrName>
                                        </p:attrNameLst>
                                      </p:cBhvr>
                                      <p:tavLst>
                                        <p:tav tm="0">
                                          <p:val>
                                            <p:strVal val="#ppt_y"/>
                                          </p:val>
                                        </p:tav>
                                        <p:tav tm="100000">
                                          <p:val>
                                            <p:strVal val="#ppt_y"/>
                                          </p:val>
                                        </p:tav>
                                      </p:tavLst>
                                    </p:anim>
                                    <p:animEffect transition="in" filter="wipe(right)" prLst="gradientSize: 0.1">
                                      <p:cBhvr>
                                        <p:cTn id="9" dur="1000"/>
                                        <p:tgtEl>
                                          <p:spTgt spid="4"/>
                                        </p:tgtEl>
                                      </p:cBhvr>
                                    </p:animEffect>
                                  </p:childTnLst>
                                </p:cTn>
                              </p:par>
                            </p:childTnLst>
                          </p:cTn>
                        </p:par>
                      </p:childTnLst>
                    </p:cTn>
                  </p:par>
                  <p:par>
                    <p:cTn id="10" fill="hold" nodeType="clickPar">
                      <p:stCondLst>
                        <p:cond delay="indefinite"/>
                      </p:stCondLst>
                      <p:childTnLst>
                        <p:par>
                          <p:cTn id="11" fill="hold" nodeType="afterGroup">
                            <p:stCondLst>
                              <p:cond delay="0"/>
                            </p:stCondLst>
                            <p:childTnLst>
                              <p:par>
                                <p:cTn id="12" presetID="22" presetClass="entr" presetSubtype="4" fill="hold" nodeType="clickEffect">
                                  <p:stCondLst>
                                    <p:cond delay="0"/>
                                  </p:stCondLst>
                                  <p:childTnLst>
                                    <p:set>
                                      <p:cBhvr>
                                        <p:cTn id="13" dur="1" fill="hold">
                                          <p:stCondLst>
                                            <p:cond delay="0"/>
                                          </p:stCondLst>
                                        </p:cTn>
                                        <p:tgtEl>
                                          <p:spTgt spid="44"/>
                                        </p:tgtEl>
                                        <p:attrNameLst>
                                          <p:attrName>style.visibility</p:attrName>
                                        </p:attrNameLst>
                                      </p:cBhvr>
                                      <p:to>
                                        <p:strVal val="visible"/>
                                      </p:to>
                                    </p:set>
                                    <p:animEffect transition="in" filter="wipe(down)">
                                      <p:cBhvr>
                                        <p:cTn id="14"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图形"/>
          <p:cNvGrpSpPr/>
          <p:nvPr/>
        </p:nvGrpSpPr>
        <p:grpSpPr>
          <a:xfrm>
            <a:off x="1" y="300356"/>
            <a:ext cx="3197225" cy="576580"/>
            <a:chOff x="0" y="473"/>
            <a:chExt cx="5035" cy="908"/>
          </a:xfrm>
        </p:grpSpPr>
        <p:sp>
          <p:nvSpPr>
            <p:cNvPr id="2" name="图形"/>
            <p:cNvSpPr/>
            <p:nvPr>
              <p:custDataLst>
                <p:tags r:id="Rccae2671270e4141"/>
              </p:custDataLst>
            </p:nvPr>
          </p:nvSpPr>
          <p:spPr>
            <a:xfrm rot="5400000">
              <a:off x="361" y="112"/>
              <a:ext cx="908" cy="1630"/>
            </a:xfrm>
            <a:prstGeom prst="round2SameRect">
              <a:avLst>
                <a:gd name="adj1" fmla="val 50000"/>
                <a:gd name="adj2" fmla="val 0"/>
              </a:avLst>
            </a:prstGeom>
            <a:solidFill>
              <a:srgbClr val="B4000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ltLang="zh-CN">
                <a:latin typeface="Arial"/>
                <a:ea typeface="阿里巴巴普惠体 Medium"/>
                <a:cs typeface="阿里巴巴普惠体 Medium"/>
                <a:sym typeface="Arial"/>
              </a:endParaRPr>
            </a:p>
          </p:txBody>
        </p:sp>
        <p:sp>
          <p:nvSpPr>
            <p:cNvPr id="3" name="图形"/>
            <p:cNvSpPr txBox="1"/>
            <p:nvPr>
              <p:custDataLst>
                <p:tags r:id="Rb7b085bf3258438d"/>
              </p:custDataLst>
            </p:nvPr>
          </p:nvSpPr>
          <p:spPr>
            <a:xfrm>
              <a:off x="340" y="540"/>
              <a:ext cx="951" cy="775"/>
            </a:xfrm>
            <a:prstGeom prst="rect">
              <a:avLst/>
            </a:prstGeom>
            <a:noFill/>
          </p:spPr>
          <p:txBody>
            <a:bodyPr wrap="square" lIns="0" tIns="0" rIns="0" bIns="0" rtlCol="0">
              <a:spAutoFit/>
            </a:bodyPr>
            <a:lstStyle/>
            <a:p>
              <a:pPr algn="ctr">
                <a:lnSpc>
                  <a:spcPct val="100000"/>
                </a:lnSpc>
              </a:pPr>
              <a:r>
                <a:rPr lang="en-US" altLang="zh-CN" sz="3200" noProof="0">
                  <a:ln>
                    <a:noFill/>
                  </a:ln>
                  <a:solidFill>
                    <a:schemeClr val="bg1"/>
                  </a:solidFill>
                  <a:effectLst/>
                  <a:uLnTx/>
                  <a:uFillTx/>
                  <a:latin typeface="Arial"/>
                  <a:ea typeface="阿里巴巴普惠体 Medium"/>
                  <a:cs typeface="阿里巴巴普惠体 Medium"/>
                  <a:sym typeface="Arial"/>
                </a:rPr>
                <a:t>01</a:t>
              </a:r>
            </a:p>
          </p:txBody>
        </p:sp>
        <p:sp>
          <p:nvSpPr>
            <p:cNvPr id="29" name="图形"/>
            <p:cNvSpPr txBox="1"/>
            <p:nvPr>
              <p:custDataLst>
                <p:tags r:id="Rd5c075dacefe4f08"/>
              </p:custDataLst>
            </p:nvPr>
          </p:nvSpPr>
          <p:spPr>
            <a:xfrm>
              <a:off x="1878" y="491"/>
              <a:ext cx="3157" cy="872"/>
            </a:xfrm>
            <a:prstGeom prst="rect">
              <a:avLst/>
            </a:prstGeom>
            <a:noFill/>
          </p:spPr>
          <p:txBody>
            <a:bodyPr wrap="square" lIns="0" tIns="0" rIns="0" bIns="0" rtlCol="0">
              <a:spAutoFit/>
            </a:bodyPr>
            <a:lstStyle/>
            <a:p>
              <a:pPr algn="dist">
                <a:lnSpc>
                  <a:spcPct val="100000"/>
                </a:lnSpc>
              </a:pPr>
              <a:r>
                <a:rPr lang="zh-CN" altLang="en-US" sz="3600" noProof="0">
                  <a:ln>
                    <a:noFill/>
                  </a:ln>
                  <a:solidFill>
                    <a:schemeClr val="tx1">
                      <a:lumMod val="75000"/>
                      <a:lumOff val="25000"/>
                    </a:schemeClr>
                  </a:solidFill>
                  <a:effectLst/>
                  <a:uLnTx/>
                  <a:uFillTx/>
                  <a:latin typeface="Arial"/>
                  <a:ea typeface="阿里巴巴普惠体 Medium"/>
                  <a:cs typeface="阿里巴巴普惠体 Medium"/>
                  <a:sym typeface="Arial"/>
                </a:rPr>
                <a:t>活动概述</a:t>
              </a:r>
            </a:p>
          </p:txBody>
        </p:sp>
      </p:grpSp>
      <p:grpSp>
        <p:nvGrpSpPr>
          <p:cNvPr id="39" name="图形"/>
          <p:cNvGrpSpPr/>
          <p:nvPr/>
        </p:nvGrpSpPr>
        <p:grpSpPr>
          <a:xfrm>
            <a:off x="1089026" y="2139952"/>
            <a:ext cx="9996805" cy="3453765"/>
            <a:chOff x="1715" y="3370"/>
            <a:chExt cx="15743" cy="5439"/>
          </a:xfrm>
        </p:grpSpPr>
        <p:sp>
          <p:nvSpPr>
            <p:cNvPr id="18" name="图形"/>
            <p:cNvSpPr/>
            <p:nvPr>
              <p:custDataLst>
                <p:tags r:id="R2a18726b546645b5"/>
              </p:custDataLst>
            </p:nvPr>
          </p:nvSpPr>
          <p:spPr>
            <a:xfrm>
              <a:off x="1727" y="3370"/>
              <a:ext cx="3629" cy="818"/>
            </a:xfrm>
            <a:prstGeom prst="rect">
              <a:avLst/>
            </a:prstGeom>
            <a:solidFill>
              <a:srgbClr val="8A000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r>
                <a:rPr lang="zh-CN" altLang="en-US" sz="2400">
                  <a:latin typeface="Arial"/>
                  <a:ea typeface="阿里巴巴普惠体 Medium"/>
                  <a:cs typeface="阿里巴巴普惠体 Medium"/>
                  <a:sym typeface="Arial"/>
                </a:rPr>
                <a:t>添加标题文本</a:t>
              </a:r>
            </a:p>
          </p:txBody>
        </p:sp>
        <p:sp>
          <p:nvSpPr>
            <p:cNvPr id="20" name="图形"/>
            <p:cNvSpPr/>
            <p:nvPr>
              <p:custDataLst>
                <p:tags r:id="R8fdb9ad00c314143"/>
              </p:custDataLst>
            </p:nvPr>
          </p:nvSpPr>
          <p:spPr>
            <a:xfrm>
              <a:off x="1715" y="4429"/>
              <a:ext cx="3673" cy="4380"/>
            </a:xfrm>
            <a:prstGeom prst="rect">
              <a:avLst/>
            </a:prstGeom>
            <a:noFill/>
            <a:ln>
              <a:solidFill>
                <a:srgbClr val="8A000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阿里巴巴普惠体 Medium"/>
                <a:cs typeface="阿里巴巴普惠体 Medium"/>
                <a:sym typeface="Arial"/>
              </a:endParaRPr>
            </a:p>
          </p:txBody>
        </p:sp>
        <p:sp>
          <p:nvSpPr>
            <p:cNvPr id="22" name="图形"/>
            <p:cNvSpPr/>
            <p:nvPr>
              <p:custDataLst>
                <p:tags r:id="R1cb6cc21a0d84ea7"/>
              </p:custDataLst>
            </p:nvPr>
          </p:nvSpPr>
          <p:spPr>
            <a:xfrm>
              <a:off x="5762" y="3370"/>
              <a:ext cx="3629" cy="818"/>
            </a:xfrm>
            <a:prstGeom prst="rect">
              <a:avLst/>
            </a:prstGeom>
            <a:solidFill>
              <a:srgbClr val="B4000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r>
                <a:rPr lang="zh-CN" altLang="en-US" sz="2400">
                  <a:latin typeface="Arial"/>
                  <a:ea typeface="阿里巴巴普惠体 Medium"/>
                  <a:cs typeface="阿里巴巴普惠体 Medium"/>
                  <a:sym typeface="Arial"/>
                </a:rPr>
                <a:t>添加标题文本</a:t>
              </a:r>
            </a:p>
          </p:txBody>
        </p:sp>
        <p:sp>
          <p:nvSpPr>
            <p:cNvPr id="24" name="图形"/>
            <p:cNvSpPr/>
            <p:nvPr>
              <p:custDataLst>
                <p:tags r:id="R562b4242453e469a"/>
              </p:custDataLst>
            </p:nvPr>
          </p:nvSpPr>
          <p:spPr>
            <a:xfrm>
              <a:off x="5750" y="4429"/>
              <a:ext cx="3673" cy="4380"/>
            </a:xfrm>
            <a:prstGeom prst="rect">
              <a:avLst/>
            </a:prstGeom>
            <a:noFill/>
            <a:ln>
              <a:solidFill>
                <a:srgbClr val="B4000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阿里巴巴普惠体 Medium"/>
                <a:cs typeface="阿里巴巴普惠体 Medium"/>
                <a:sym typeface="Arial"/>
              </a:endParaRPr>
            </a:p>
          </p:txBody>
        </p:sp>
        <p:sp>
          <p:nvSpPr>
            <p:cNvPr id="26" name="图形"/>
            <p:cNvSpPr/>
            <p:nvPr>
              <p:custDataLst>
                <p:tags r:id="Rd5fe56ee5f894b1a"/>
              </p:custDataLst>
            </p:nvPr>
          </p:nvSpPr>
          <p:spPr>
            <a:xfrm>
              <a:off x="9798" y="3370"/>
              <a:ext cx="3629" cy="818"/>
            </a:xfrm>
            <a:prstGeom prst="rect">
              <a:avLst/>
            </a:prstGeom>
            <a:solidFill>
              <a:srgbClr val="8A000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r>
                <a:rPr lang="zh-CN" altLang="en-US" sz="2400">
                  <a:latin typeface="Arial"/>
                  <a:ea typeface="阿里巴巴普惠体 Medium"/>
                  <a:cs typeface="阿里巴巴普惠体 Medium"/>
                  <a:sym typeface="Arial"/>
                </a:rPr>
                <a:t>添加标题文本</a:t>
              </a:r>
            </a:p>
          </p:txBody>
        </p:sp>
        <p:sp>
          <p:nvSpPr>
            <p:cNvPr id="28" name="图形"/>
            <p:cNvSpPr/>
            <p:nvPr>
              <p:custDataLst>
                <p:tags r:id="Rc180bb46f9b5456e"/>
              </p:custDataLst>
            </p:nvPr>
          </p:nvSpPr>
          <p:spPr>
            <a:xfrm>
              <a:off x="9786" y="4429"/>
              <a:ext cx="3673" cy="4380"/>
            </a:xfrm>
            <a:prstGeom prst="rect">
              <a:avLst/>
            </a:prstGeom>
            <a:noFill/>
            <a:ln>
              <a:solidFill>
                <a:srgbClr val="8A000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阿里巴巴普惠体 Medium"/>
                <a:cs typeface="阿里巴巴普惠体 Medium"/>
                <a:sym typeface="Arial"/>
              </a:endParaRPr>
            </a:p>
          </p:txBody>
        </p:sp>
        <p:pic>
          <p:nvPicPr>
            <p:cNvPr id="8" name="图形" descr="5d00ae26a0b0f"/>
            <p:cNvPicPr>
              <a:picLocks noChangeAspect="1"/>
            </p:cNvPicPr>
            <p:nvPr/>
          </p:nvPicPr>
          <p:blipFill>
            <a:blip r:embed="Rabbe7ed371f7478d">
              <a:extLst>
                <a:ext uri="{28A0092B-C50C-407E-A947-70E740481C1C}">
                  <a14:useLocalDpi xmlns:a14="http://schemas.microsoft.com/office/drawing/2010/main"/>
                </a:ext>
              </a:extLst>
            </a:blip>
            <a:stretch>
              <a:fillRect/>
            </a:stretch>
          </p:blipFill>
          <p:spPr>
            <a:xfrm>
              <a:off x="13834" y="3371"/>
              <a:ext cx="3624" cy="5438"/>
            </a:xfrm>
            <a:prstGeom prst="rect">
              <a:avLst/>
            </a:prstGeom>
          </p:spPr>
        </p:pic>
        <p:sp>
          <p:nvSpPr>
            <p:cNvPr id="42" name="图形"/>
            <p:cNvSpPr txBox="1"/>
            <p:nvPr>
              <p:custDataLst>
                <p:tags r:id="R1a040a52332e4d24"/>
              </p:custDataLst>
            </p:nvPr>
          </p:nvSpPr>
          <p:spPr>
            <a:xfrm>
              <a:off x="1800" y="4982"/>
              <a:ext cx="3504" cy="2545"/>
            </a:xfrm>
            <a:prstGeom prst="rect">
              <a:avLst/>
            </a:prstGeom>
            <a:noFill/>
          </p:spPr>
          <p:txBody>
            <a:bodyPr wrap="square" lIns="0" tIns="0" rIns="0" bIns="0" rtlCol="0">
              <a:spAutoFit/>
            </a:bodyPr>
            <a:lstStyle/>
            <a:p>
              <a:pPr algn="ctr">
                <a:lnSpc>
                  <a:spcPct val="150000"/>
                </a:lnSpc>
              </a:pPr>
              <a:r>
                <a:rPr lang="zh-CN" altLang="en-US" sz="1400">
                  <a:solidFill>
                    <a:schemeClr val="tx1">
                      <a:lumMod val="65000"/>
                      <a:lumOff val="35000"/>
                    </a:schemeClr>
                  </a:solidFill>
                  <a:latin typeface="Arial"/>
                  <a:ea typeface="阿里巴巴普惠体 Medium"/>
                  <a:cs typeface="阿里巴巴普惠体 Medium"/>
                  <a:sym typeface="Arial"/>
                </a:rPr>
                <a:t>单击此处输入您的文本内容，可更改文字的颜色或者大X等属性。单击此处输入您的文本内容，可更改文字的颜色或者大X等属性。</a:t>
              </a:r>
              <a:r>
                <a:rPr lang="en-US" altLang="zh-CN" sz="1400">
                  <a:solidFill>
                    <a:schemeClr val="tx1">
                      <a:lumMod val="65000"/>
                      <a:lumOff val="35000"/>
                    </a:schemeClr>
                  </a:solidFill>
                  <a:latin typeface="Arial"/>
                  <a:ea typeface="阿里巴巴普惠体 Medium"/>
                  <a:cs typeface="阿里巴巴普惠体 Medium"/>
                  <a:sym typeface="Arial"/>
                </a:rPr>
                <a:t> </a:t>
              </a:r>
            </a:p>
          </p:txBody>
        </p:sp>
        <p:sp>
          <p:nvSpPr>
            <p:cNvPr id="10" name="图形"/>
            <p:cNvSpPr txBox="1"/>
            <p:nvPr>
              <p:custDataLst>
                <p:tags r:id="Rb9c4a7074c4a449c"/>
              </p:custDataLst>
            </p:nvPr>
          </p:nvSpPr>
          <p:spPr>
            <a:xfrm>
              <a:off x="5835" y="4982"/>
              <a:ext cx="3504" cy="2545"/>
            </a:xfrm>
            <a:prstGeom prst="rect">
              <a:avLst/>
            </a:prstGeom>
            <a:noFill/>
          </p:spPr>
          <p:txBody>
            <a:bodyPr wrap="square" lIns="0" tIns="0" rIns="0" bIns="0" rtlCol="0">
              <a:spAutoFit/>
            </a:bodyPr>
            <a:lstStyle/>
            <a:p>
              <a:pPr algn="ctr">
                <a:lnSpc>
                  <a:spcPct val="150000"/>
                </a:lnSpc>
              </a:pPr>
              <a:r>
                <a:rPr lang="zh-CN" altLang="en-US" sz="1400">
                  <a:solidFill>
                    <a:schemeClr val="tx1">
                      <a:lumMod val="65000"/>
                      <a:lumOff val="35000"/>
                    </a:schemeClr>
                  </a:solidFill>
                  <a:latin typeface="Arial"/>
                  <a:ea typeface="阿里巴巴普惠体 Medium"/>
                  <a:cs typeface="阿里巴巴普惠体 Medium"/>
                  <a:sym typeface="Arial"/>
                </a:rPr>
                <a:t>单击此处输入您的文本内容，可更改文字的颜色或者大X等属性。单击此处输入您的文本内容，可更改文字的颜色或者大X等属性。</a:t>
              </a:r>
              <a:r>
                <a:rPr lang="en-US" altLang="zh-CN" sz="1400">
                  <a:solidFill>
                    <a:schemeClr val="tx1">
                      <a:lumMod val="65000"/>
                      <a:lumOff val="35000"/>
                    </a:schemeClr>
                  </a:solidFill>
                  <a:latin typeface="Arial"/>
                  <a:ea typeface="阿里巴巴普惠体 Medium"/>
                  <a:cs typeface="阿里巴巴普惠体 Medium"/>
                  <a:sym typeface="Arial"/>
                </a:rPr>
                <a:t>       </a:t>
              </a:r>
            </a:p>
          </p:txBody>
        </p:sp>
        <p:sp>
          <p:nvSpPr>
            <p:cNvPr id="11" name="图形"/>
            <p:cNvSpPr txBox="1"/>
            <p:nvPr>
              <p:custDataLst>
                <p:tags r:id="Ra029ee37c6ba40ed"/>
              </p:custDataLst>
            </p:nvPr>
          </p:nvSpPr>
          <p:spPr>
            <a:xfrm>
              <a:off x="9871" y="4982"/>
              <a:ext cx="3504" cy="2545"/>
            </a:xfrm>
            <a:prstGeom prst="rect">
              <a:avLst/>
            </a:prstGeom>
            <a:noFill/>
          </p:spPr>
          <p:txBody>
            <a:bodyPr wrap="square" lIns="0" tIns="0" rIns="0" bIns="0" rtlCol="0">
              <a:spAutoFit/>
            </a:bodyPr>
            <a:lstStyle/>
            <a:p>
              <a:pPr algn="ctr">
                <a:lnSpc>
                  <a:spcPct val="150000"/>
                </a:lnSpc>
              </a:pPr>
              <a:r>
                <a:rPr lang="zh-CN" altLang="en-US" sz="1400">
                  <a:solidFill>
                    <a:schemeClr val="tx1">
                      <a:lumMod val="65000"/>
                      <a:lumOff val="35000"/>
                    </a:schemeClr>
                  </a:solidFill>
                  <a:latin typeface="Arial"/>
                  <a:ea typeface="阿里巴巴普惠体 Medium"/>
                  <a:cs typeface="阿里巴巴普惠体 Medium"/>
                  <a:sym typeface="Arial"/>
                </a:rPr>
                <a:t>单击此处输入您的文本内容，可更改文字的颜色或者大X等属性。单击此处输入您的文本内容，可更改文字的颜色或者大X等属性。</a:t>
              </a:r>
              <a:r>
                <a:rPr lang="en-US" altLang="zh-CN" sz="1400">
                  <a:solidFill>
                    <a:schemeClr val="tx1">
                      <a:lumMod val="65000"/>
                      <a:lumOff val="35000"/>
                    </a:schemeClr>
                  </a:solidFill>
                  <a:latin typeface="Arial"/>
                  <a:ea typeface="阿里巴巴普惠体 Medium"/>
                  <a:cs typeface="阿里巴巴普惠体 Medium"/>
                  <a:sym typeface="Arial"/>
                </a:rPr>
                <a:t>        </a:t>
              </a:r>
            </a:p>
          </p:txBody>
        </p:sp>
        <p:grpSp>
          <p:nvGrpSpPr>
            <p:cNvPr id="30" name="组合 29"/>
            <p:cNvGrpSpPr/>
            <p:nvPr/>
          </p:nvGrpSpPr>
          <p:grpSpPr>
            <a:xfrm>
              <a:off x="3198" y="8150"/>
              <a:ext cx="686" cy="156"/>
              <a:chOff x="9452" y="-1149"/>
              <a:chExt cx="686" cy="156"/>
            </a:xfrm>
          </p:grpSpPr>
          <p:sp>
            <p:nvSpPr>
              <p:cNvPr id="12" name="图形"/>
              <p:cNvSpPr/>
              <p:nvPr/>
            </p:nvSpPr>
            <p:spPr>
              <a:xfrm>
                <a:off x="9452" y="-1149"/>
                <a:ext cx="157" cy="157"/>
              </a:xfrm>
              <a:prstGeom prst="ellipse">
                <a:avLst/>
              </a:prstGeom>
              <a:noFill/>
              <a:ln w="19050">
                <a:solidFill>
                  <a:srgbClr val="8A0006"/>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a:ea typeface="阿里巴巴普惠体 Medium"/>
                  <a:cs typeface="阿里巴巴普惠体 Medium"/>
                  <a:sym typeface="Arial"/>
                </a:endParaRPr>
              </a:p>
            </p:txBody>
          </p:sp>
          <p:sp>
            <p:nvSpPr>
              <p:cNvPr id="13" name="图形"/>
              <p:cNvSpPr/>
              <p:nvPr>
                <p:custDataLst>
                  <p:tags r:id="R272d77d0a2d746c0"/>
                </p:custDataLst>
              </p:nvPr>
            </p:nvSpPr>
            <p:spPr>
              <a:xfrm>
                <a:off x="9717" y="-1149"/>
                <a:ext cx="157" cy="157"/>
              </a:xfrm>
              <a:prstGeom prst="ellipse">
                <a:avLst/>
              </a:prstGeom>
              <a:solidFill>
                <a:srgbClr val="8A000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a:ea typeface="阿里巴巴普惠体 Medium"/>
                  <a:cs typeface="阿里巴巴普惠体 Medium"/>
                  <a:sym typeface="Arial"/>
                </a:endParaRPr>
              </a:p>
            </p:txBody>
          </p:sp>
          <p:sp>
            <p:nvSpPr>
              <p:cNvPr id="14" name="图形"/>
              <p:cNvSpPr/>
              <p:nvPr>
                <p:custDataLst>
                  <p:tags r:id="Re6ffea052b4540dc"/>
                </p:custDataLst>
              </p:nvPr>
            </p:nvSpPr>
            <p:spPr>
              <a:xfrm>
                <a:off x="9982" y="-1149"/>
                <a:ext cx="157" cy="157"/>
              </a:xfrm>
              <a:prstGeom prst="ellipse">
                <a:avLst/>
              </a:prstGeom>
              <a:solidFill>
                <a:srgbClr val="8A000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a:ea typeface="阿里巴巴普惠体 Medium"/>
                  <a:cs typeface="阿里巴巴普惠体 Medium"/>
                  <a:sym typeface="Arial"/>
                </a:endParaRPr>
              </a:p>
            </p:txBody>
          </p:sp>
        </p:grpSp>
        <p:grpSp>
          <p:nvGrpSpPr>
            <p:cNvPr id="31" name="组合 30"/>
            <p:cNvGrpSpPr/>
            <p:nvPr/>
          </p:nvGrpSpPr>
          <p:grpSpPr>
            <a:xfrm>
              <a:off x="7244" y="8150"/>
              <a:ext cx="686" cy="156"/>
              <a:chOff x="9452" y="-1149"/>
              <a:chExt cx="686" cy="156"/>
            </a:xfrm>
            <a:solidFill>
              <a:srgbClr val="B40005"/>
            </a:solidFill>
          </p:grpSpPr>
          <p:sp>
            <p:nvSpPr>
              <p:cNvPr id="32" name="图形"/>
              <p:cNvSpPr/>
              <p:nvPr>
                <p:custDataLst>
                  <p:tags r:id="Rdd47f0dc114e497c"/>
                </p:custDataLst>
              </p:nvPr>
            </p:nvSpPr>
            <p:spPr>
              <a:xfrm>
                <a:off x="9452" y="-1149"/>
                <a:ext cx="157" cy="157"/>
              </a:xfrm>
              <a:prstGeom prst="ellipse">
                <a:avLst/>
              </a:prstGeom>
              <a:solidFill>
                <a:srgbClr val="B40005"/>
              </a:solidFill>
              <a:ln w="19050">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a:ea typeface="阿里巴巴普惠体 Medium"/>
                  <a:cs typeface="阿里巴巴普惠体 Medium"/>
                  <a:sym typeface="Arial"/>
                </a:endParaRPr>
              </a:p>
            </p:txBody>
          </p:sp>
          <p:sp>
            <p:nvSpPr>
              <p:cNvPr id="33" name="图形"/>
              <p:cNvSpPr/>
              <p:nvPr>
                <p:custDataLst>
                  <p:tags r:id="R0175fad615f34811"/>
                </p:custDataLst>
              </p:nvPr>
            </p:nvSpPr>
            <p:spPr>
              <a:xfrm>
                <a:off x="9717" y="-1149"/>
                <a:ext cx="157" cy="157"/>
              </a:xfrm>
              <a:prstGeom prst="ellipse">
                <a:avLst/>
              </a:prstGeom>
              <a:noFill/>
              <a:ln w="19050">
                <a:solidFill>
                  <a:srgbClr val="B40005"/>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a:ea typeface="阿里巴巴普惠体 Medium"/>
                  <a:cs typeface="阿里巴巴普惠体 Medium"/>
                  <a:sym typeface="Arial"/>
                </a:endParaRPr>
              </a:p>
            </p:txBody>
          </p:sp>
          <p:sp>
            <p:nvSpPr>
              <p:cNvPr id="34" name="图形"/>
              <p:cNvSpPr/>
              <p:nvPr>
                <p:custDataLst>
                  <p:tags r:id="R7547d398ce0a4a81"/>
                </p:custDataLst>
              </p:nvPr>
            </p:nvSpPr>
            <p:spPr>
              <a:xfrm>
                <a:off x="9982" y="-1149"/>
                <a:ext cx="157" cy="157"/>
              </a:xfrm>
              <a:prstGeom prst="ellipse">
                <a:avLst/>
              </a:prstGeom>
              <a:grp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a:ea typeface="阿里巴巴普惠体 Medium"/>
                  <a:cs typeface="阿里巴巴普惠体 Medium"/>
                  <a:sym typeface="Arial"/>
                </a:endParaRPr>
              </a:p>
            </p:txBody>
          </p:sp>
        </p:grpSp>
        <p:grpSp>
          <p:nvGrpSpPr>
            <p:cNvPr id="35" name="组合 34"/>
            <p:cNvGrpSpPr/>
            <p:nvPr/>
          </p:nvGrpSpPr>
          <p:grpSpPr>
            <a:xfrm>
              <a:off x="11285" y="8149"/>
              <a:ext cx="686" cy="156"/>
              <a:chOff x="9452" y="-1149"/>
              <a:chExt cx="686" cy="156"/>
            </a:xfrm>
          </p:grpSpPr>
          <p:sp>
            <p:nvSpPr>
              <p:cNvPr id="36" name="图形"/>
              <p:cNvSpPr/>
              <p:nvPr>
                <p:custDataLst>
                  <p:tags r:id="Rb1d79864fc444017"/>
                </p:custDataLst>
              </p:nvPr>
            </p:nvSpPr>
            <p:spPr>
              <a:xfrm>
                <a:off x="9452" y="-1149"/>
                <a:ext cx="157" cy="157"/>
              </a:xfrm>
              <a:prstGeom prst="ellipse">
                <a:avLst/>
              </a:prstGeom>
              <a:solidFill>
                <a:srgbClr val="8A0006"/>
              </a:solidFill>
              <a:ln w="19050">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a:ea typeface="阿里巴巴普惠体 Medium"/>
                  <a:cs typeface="阿里巴巴普惠体 Medium"/>
                  <a:sym typeface="Arial"/>
                </a:endParaRPr>
              </a:p>
            </p:txBody>
          </p:sp>
          <p:sp>
            <p:nvSpPr>
              <p:cNvPr id="37" name="图形"/>
              <p:cNvSpPr/>
              <p:nvPr>
                <p:custDataLst>
                  <p:tags r:id="R01d52b56e3904965"/>
                </p:custDataLst>
              </p:nvPr>
            </p:nvSpPr>
            <p:spPr>
              <a:xfrm>
                <a:off x="9717" y="-1149"/>
                <a:ext cx="157" cy="157"/>
              </a:xfrm>
              <a:prstGeom prst="ellipse">
                <a:avLst/>
              </a:prstGeom>
              <a:solidFill>
                <a:srgbClr val="8A000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a:ea typeface="阿里巴巴普惠体 Medium"/>
                  <a:cs typeface="阿里巴巴普惠体 Medium"/>
                  <a:sym typeface="Arial"/>
                </a:endParaRPr>
              </a:p>
            </p:txBody>
          </p:sp>
          <p:sp>
            <p:nvSpPr>
              <p:cNvPr id="38" name="图形"/>
              <p:cNvSpPr/>
              <p:nvPr>
                <p:custDataLst>
                  <p:tags r:id="Rc46af915528c4f79"/>
                </p:custDataLst>
              </p:nvPr>
            </p:nvSpPr>
            <p:spPr>
              <a:xfrm>
                <a:off x="9982" y="-1149"/>
                <a:ext cx="157" cy="157"/>
              </a:xfrm>
              <a:prstGeom prst="ellipse">
                <a:avLst/>
              </a:prstGeom>
              <a:noFill/>
              <a:ln w="19050">
                <a:solidFill>
                  <a:srgbClr val="8A0006"/>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a:ea typeface="阿里巴巴普惠体 Medium"/>
                  <a:cs typeface="阿里巴巴普惠体 Medium"/>
                  <a:sym typeface="Arial"/>
                </a:endParaRPr>
              </a:p>
            </p:txBody>
          </p:sp>
        </p:grpSp>
      </p:grpSp>
    </p:spTree>
    <p:custDataLst>
      <p:tags r:id="R2a9cabe4d5ca4471"/>
    </p:custDataLst>
  </p:cSld>
  <p:clrMapOvr>
    <a:masterClrMapping/>
  </p:clrMapOvr>
  <p:transition advTm="2000">
    <p:split orient="vert" dir="in"/>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ppt_x</p:attrName>
                                        </p:attrNameLst>
                                      </p:cBhvr>
                                      <p:tavLst>
                                        <p:tav tm="0">
                                          <p:val>
                                            <p:strVal val="#ppt_x-.2"/>
                                          </p:val>
                                        </p:tav>
                                        <p:tav tm="100000">
                                          <p:val>
                                            <p:strVal val="#ppt_x"/>
                                          </p:val>
                                        </p:tav>
                                      </p:tavLst>
                                    </p:anim>
                                    <p:anim calcmode="lin" valueType="num">
                                      <p:cBhvr>
                                        <p:cTn id="8" dur="1000" fill="hold"/>
                                        <p:tgtEl>
                                          <p:spTgt spid="4"/>
                                        </p:tgtEl>
                                        <p:attrNameLst>
                                          <p:attrName>ppt_y</p:attrName>
                                        </p:attrNameLst>
                                      </p:cBhvr>
                                      <p:tavLst>
                                        <p:tav tm="0">
                                          <p:val>
                                            <p:strVal val="#ppt_y"/>
                                          </p:val>
                                        </p:tav>
                                        <p:tav tm="100000">
                                          <p:val>
                                            <p:strVal val="#ppt_y"/>
                                          </p:val>
                                        </p:tav>
                                      </p:tavLst>
                                    </p:anim>
                                    <p:animEffect transition="in" filter="wipe(right)" prLst="gradientSize: 0.1">
                                      <p:cBhvr>
                                        <p:cTn id="9" dur="1000"/>
                                        <p:tgtEl>
                                          <p:spTgt spid="4"/>
                                        </p:tgtEl>
                                      </p:cBhvr>
                                    </p:animEffect>
                                  </p:childTnLst>
                                </p:cTn>
                              </p:par>
                            </p:childTnLst>
                          </p:cTn>
                        </p:par>
                      </p:childTnLst>
                    </p:cTn>
                  </p:par>
                  <p:par>
                    <p:cTn id="10" fill="hold" nodeType="clickPar">
                      <p:stCondLst>
                        <p:cond delay="indefinite"/>
                      </p:stCondLst>
                      <p:childTnLst>
                        <p:par>
                          <p:cTn id="11" fill="hold" nodeType="afterGroup">
                            <p:stCondLst>
                              <p:cond delay="0"/>
                            </p:stCondLst>
                            <p:childTnLst>
                              <p:par>
                                <p:cTn id="12" presetID="3" presetClass="entr" presetSubtype="10" fill="hold" nodeType="clickEffect">
                                  <p:stCondLst>
                                    <p:cond delay="0"/>
                                  </p:stCondLst>
                                  <p:childTnLst>
                                    <p:set>
                                      <p:cBhvr>
                                        <p:cTn id="13" dur="1" fill="hold">
                                          <p:stCondLst>
                                            <p:cond delay="0"/>
                                          </p:stCondLst>
                                        </p:cTn>
                                        <p:tgtEl>
                                          <p:spTgt spid="39"/>
                                        </p:tgtEl>
                                        <p:attrNameLst>
                                          <p:attrName>style.visibility</p:attrName>
                                        </p:attrNameLst>
                                      </p:cBhvr>
                                      <p:to>
                                        <p:strVal val="visible"/>
                                      </p:to>
                                    </p:set>
                                    <p:animEffect transition="in" filter="blinds(horizontal)">
                                      <p:cBhvr>
                                        <p:cTn id="14"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图形"/>
          <p:cNvGrpSpPr/>
          <p:nvPr/>
        </p:nvGrpSpPr>
        <p:grpSpPr>
          <a:xfrm>
            <a:off x="1" y="300356"/>
            <a:ext cx="3197225" cy="576580"/>
            <a:chOff x="0" y="473"/>
            <a:chExt cx="5035" cy="908"/>
          </a:xfrm>
        </p:grpSpPr>
        <p:sp>
          <p:nvSpPr>
            <p:cNvPr id="2" name="图形"/>
            <p:cNvSpPr/>
            <p:nvPr>
              <p:custDataLst>
                <p:tags r:id="R56146e1a26d74cf9"/>
              </p:custDataLst>
            </p:nvPr>
          </p:nvSpPr>
          <p:spPr>
            <a:xfrm rot="5400000">
              <a:off x="361" y="112"/>
              <a:ext cx="908" cy="1630"/>
            </a:xfrm>
            <a:prstGeom prst="round2SameRect">
              <a:avLst>
                <a:gd name="adj1" fmla="val 50000"/>
                <a:gd name="adj2" fmla="val 0"/>
              </a:avLst>
            </a:prstGeom>
            <a:solidFill>
              <a:srgbClr val="B4000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ltLang="zh-CN">
                <a:latin typeface="Arial"/>
                <a:ea typeface="阿里巴巴普惠体 Medium"/>
                <a:cs typeface="阿里巴巴普惠体 Medium"/>
                <a:sym typeface="Arial"/>
              </a:endParaRPr>
            </a:p>
          </p:txBody>
        </p:sp>
        <p:sp>
          <p:nvSpPr>
            <p:cNvPr id="3" name="图形"/>
            <p:cNvSpPr txBox="1"/>
            <p:nvPr>
              <p:custDataLst>
                <p:tags r:id="R23267f716bf54c6d"/>
              </p:custDataLst>
            </p:nvPr>
          </p:nvSpPr>
          <p:spPr>
            <a:xfrm>
              <a:off x="340" y="540"/>
              <a:ext cx="951" cy="775"/>
            </a:xfrm>
            <a:prstGeom prst="rect">
              <a:avLst/>
            </a:prstGeom>
            <a:noFill/>
          </p:spPr>
          <p:txBody>
            <a:bodyPr wrap="square" lIns="0" tIns="0" rIns="0" bIns="0" rtlCol="0">
              <a:spAutoFit/>
            </a:bodyPr>
            <a:lstStyle/>
            <a:p>
              <a:pPr algn="ctr">
                <a:lnSpc>
                  <a:spcPct val="100000"/>
                </a:lnSpc>
              </a:pPr>
              <a:r>
                <a:rPr lang="en-US" altLang="zh-CN" sz="3200" noProof="0">
                  <a:ln>
                    <a:noFill/>
                  </a:ln>
                  <a:solidFill>
                    <a:schemeClr val="bg1"/>
                  </a:solidFill>
                  <a:effectLst/>
                  <a:uLnTx/>
                  <a:uFillTx/>
                  <a:latin typeface="Arial"/>
                  <a:ea typeface="阿里巴巴普惠体 Medium"/>
                  <a:cs typeface="阿里巴巴普惠体 Medium"/>
                  <a:sym typeface="Arial"/>
                </a:rPr>
                <a:t>01</a:t>
              </a:r>
            </a:p>
          </p:txBody>
        </p:sp>
        <p:sp>
          <p:nvSpPr>
            <p:cNvPr id="29" name="图形"/>
            <p:cNvSpPr txBox="1"/>
            <p:nvPr>
              <p:custDataLst>
                <p:tags r:id="Rc440981b50af4786"/>
              </p:custDataLst>
            </p:nvPr>
          </p:nvSpPr>
          <p:spPr>
            <a:xfrm>
              <a:off x="1878" y="491"/>
              <a:ext cx="3157" cy="872"/>
            </a:xfrm>
            <a:prstGeom prst="rect">
              <a:avLst/>
            </a:prstGeom>
            <a:noFill/>
          </p:spPr>
          <p:txBody>
            <a:bodyPr wrap="square" lIns="0" tIns="0" rIns="0" bIns="0" rtlCol="0">
              <a:spAutoFit/>
            </a:bodyPr>
            <a:lstStyle/>
            <a:p>
              <a:pPr algn="dist">
                <a:lnSpc>
                  <a:spcPct val="100000"/>
                </a:lnSpc>
              </a:pPr>
              <a:r>
                <a:rPr lang="zh-CN" altLang="en-US" sz="3600" noProof="0">
                  <a:ln>
                    <a:noFill/>
                  </a:ln>
                  <a:solidFill>
                    <a:schemeClr val="tx1">
                      <a:lumMod val="75000"/>
                      <a:lumOff val="25000"/>
                    </a:schemeClr>
                  </a:solidFill>
                  <a:effectLst/>
                  <a:uLnTx/>
                  <a:uFillTx/>
                  <a:latin typeface="Arial"/>
                  <a:ea typeface="阿里巴巴普惠体 Medium"/>
                  <a:cs typeface="阿里巴巴普惠体 Medium"/>
                  <a:sym typeface="Arial"/>
                </a:rPr>
                <a:t>活动概述</a:t>
              </a:r>
            </a:p>
          </p:txBody>
        </p:sp>
      </p:grpSp>
      <p:grpSp>
        <p:nvGrpSpPr>
          <p:cNvPr id="11" name="图形"/>
          <p:cNvGrpSpPr/>
          <p:nvPr/>
        </p:nvGrpSpPr>
        <p:grpSpPr>
          <a:xfrm>
            <a:off x="1030605" y="2092326"/>
            <a:ext cx="10104755" cy="3413760"/>
            <a:chOff x="1623" y="2683"/>
            <a:chExt cx="15913" cy="5376"/>
          </a:xfrm>
        </p:grpSpPr>
        <p:sp>
          <p:nvSpPr>
            <p:cNvPr id="5" name="图形"/>
            <p:cNvSpPr/>
            <p:nvPr/>
          </p:nvSpPr>
          <p:spPr>
            <a:xfrm>
              <a:off x="1623" y="3689"/>
              <a:ext cx="7682" cy="2232"/>
            </a:xfrm>
            <a:prstGeom prst="rect">
              <a:avLst/>
            </a:prstGeom>
            <a:solidFill>
              <a:srgbClr val="8A000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a:ea typeface="阿里巴巴普惠体 Medium"/>
                <a:cs typeface="阿里巴巴普惠体 Medium"/>
                <a:sym typeface="Arial"/>
              </a:endParaRPr>
            </a:p>
          </p:txBody>
        </p:sp>
        <p:sp>
          <p:nvSpPr>
            <p:cNvPr id="6" name="图形"/>
            <p:cNvSpPr/>
            <p:nvPr>
              <p:custDataLst>
                <p:tags r:id="Rd80cbfaf22054055"/>
              </p:custDataLst>
            </p:nvPr>
          </p:nvSpPr>
          <p:spPr>
            <a:xfrm>
              <a:off x="9888" y="3689"/>
              <a:ext cx="7647" cy="2232"/>
            </a:xfrm>
            <a:prstGeom prst="rect">
              <a:avLst/>
            </a:prstGeom>
            <a:solidFill>
              <a:srgbClr val="B4000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a:ea typeface="阿里巴巴普惠体 Medium"/>
                <a:cs typeface="阿里巴巴普惠体 Medium"/>
                <a:sym typeface="Arial"/>
              </a:endParaRPr>
            </a:p>
          </p:txBody>
        </p:sp>
        <p:sp>
          <p:nvSpPr>
            <p:cNvPr id="7" name="图形"/>
            <p:cNvSpPr txBox="1"/>
            <p:nvPr/>
          </p:nvSpPr>
          <p:spPr>
            <a:xfrm>
              <a:off x="1623" y="2683"/>
              <a:ext cx="3603" cy="679"/>
            </a:xfrm>
            <a:prstGeom prst="rect">
              <a:avLst/>
            </a:prstGeom>
            <a:noFill/>
          </p:spPr>
          <p:txBody>
            <a:bodyPr wrap="square" lIns="0" tIns="0" rIns="0" bIns="0" rtlCol="0">
              <a:spAutoFit/>
            </a:bodyPr>
            <a:lstStyle/>
            <a:p>
              <a:pPr algn="l">
                <a:lnSpc>
                  <a:spcPct val="100000"/>
                </a:lnSpc>
              </a:pPr>
              <a:r>
                <a:rPr lang="zh-CN" altLang="en-US" sz="2800" noProof="0">
                  <a:ln>
                    <a:noFill/>
                  </a:ln>
                  <a:solidFill>
                    <a:schemeClr val="tx1">
                      <a:lumMod val="75000"/>
                      <a:lumOff val="25000"/>
                    </a:schemeClr>
                  </a:solidFill>
                  <a:effectLst/>
                  <a:uLnTx/>
                  <a:uFillTx/>
                  <a:latin typeface="Arial"/>
                  <a:ea typeface="阿里巴巴普惠体 Medium"/>
                  <a:cs typeface="阿里巴巴普惠体 Medium"/>
                  <a:sym typeface="Arial"/>
                </a:rPr>
                <a:t>添加标题文本</a:t>
              </a:r>
            </a:p>
          </p:txBody>
        </p:sp>
        <p:sp>
          <p:nvSpPr>
            <p:cNvPr id="8" name="图形"/>
            <p:cNvSpPr txBox="1"/>
            <p:nvPr>
              <p:custDataLst>
                <p:tags r:id="Re817d0f471ae4a91"/>
              </p:custDataLst>
            </p:nvPr>
          </p:nvSpPr>
          <p:spPr>
            <a:xfrm>
              <a:off x="9888" y="2683"/>
              <a:ext cx="3603" cy="679"/>
            </a:xfrm>
            <a:prstGeom prst="rect">
              <a:avLst/>
            </a:prstGeom>
            <a:noFill/>
          </p:spPr>
          <p:txBody>
            <a:bodyPr wrap="square" lIns="0" tIns="0" rIns="0" bIns="0" rtlCol="0">
              <a:spAutoFit/>
            </a:bodyPr>
            <a:lstStyle/>
            <a:p>
              <a:pPr algn="l">
                <a:lnSpc>
                  <a:spcPct val="100000"/>
                </a:lnSpc>
              </a:pPr>
              <a:r>
                <a:rPr lang="zh-CN" altLang="en-US" sz="2800" noProof="0">
                  <a:ln>
                    <a:noFill/>
                  </a:ln>
                  <a:solidFill>
                    <a:schemeClr val="tx1">
                      <a:lumMod val="75000"/>
                      <a:lumOff val="25000"/>
                    </a:schemeClr>
                  </a:solidFill>
                  <a:effectLst/>
                  <a:uLnTx/>
                  <a:uFillTx/>
                  <a:latin typeface="Arial"/>
                  <a:ea typeface="阿里巴巴普惠体 Medium"/>
                  <a:cs typeface="阿里巴巴普惠体 Medium"/>
                  <a:sym typeface="Arial"/>
                </a:rPr>
                <a:t>添加标题文本</a:t>
              </a:r>
            </a:p>
          </p:txBody>
        </p:sp>
        <p:sp>
          <p:nvSpPr>
            <p:cNvPr id="42" name="图形"/>
            <p:cNvSpPr txBox="1"/>
            <p:nvPr>
              <p:custDataLst>
                <p:tags r:id="R9c834358f18e4c38"/>
              </p:custDataLst>
            </p:nvPr>
          </p:nvSpPr>
          <p:spPr>
            <a:xfrm>
              <a:off x="1851" y="4042"/>
              <a:ext cx="7226" cy="1527"/>
            </a:xfrm>
            <a:prstGeom prst="rect">
              <a:avLst/>
            </a:prstGeom>
            <a:noFill/>
          </p:spPr>
          <p:txBody>
            <a:bodyPr wrap="square" lIns="0" tIns="0" rIns="0" bIns="0" rtlCol="0">
              <a:spAutoFit/>
            </a:bodyPr>
            <a:lstStyle/>
            <a:p>
              <a:pPr>
                <a:lnSpc>
                  <a:spcPct val="150000"/>
                </a:lnSpc>
              </a:pPr>
              <a:r>
                <a:rPr lang="zh-CN" altLang="en-US" sz="1400">
                  <a:solidFill>
                    <a:schemeClr val="bg1"/>
                  </a:solidFill>
                  <a:latin typeface="Arial"/>
                  <a:ea typeface="阿里巴巴普惠体 Medium"/>
                  <a:cs typeface="阿里巴巴普惠体 Medium"/>
                  <a:sym typeface="Arial"/>
                </a:rPr>
                <a:t>单击此处输入您的文本内容，可更改文字的颜色或者大X等属性。单击此处输入您的文本内容，可更改文字的颜色或者大X等属性。单击此处输入您的文本内容。</a:t>
              </a:r>
              <a:endParaRPr lang="en-US" altLang="zh-CN" sz="1400">
                <a:solidFill>
                  <a:schemeClr val="bg1"/>
                </a:solidFill>
                <a:latin typeface="Arial"/>
                <a:ea typeface="阿里巴巴普惠体 Medium"/>
                <a:cs typeface="阿里巴巴普惠体 Medium"/>
                <a:sym typeface="Arial"/>
              </a:endParaRPr>
            </a:p>
          </p:txBody>
        </p:sp>
        <p:sp>
          <p:nvSpPr>
            <p:cNvPr id="9" name="图形"/>
            <p:cNvSpPr txBox="1"/>
            <p:nvPr>
              <p:custDataLst>
                <p:tags r:id="Rd12b40f6a7e04849"/>
              </p:custDataLst>
            </p:nvPr>
          </p:nvSpPr>
          <p:spPr>
            <a:xfrm>
              <a:off x="10099" y="4042"/>
              <a:ext cx="7226" cy="1527"/>
            </a:xfrm>
            <a:prstGeom prst="rect">
              <a:avLst/>
            </a:prstGeom>
            <a:noFill/>
          </p:spPr>
          <p:txBody>
            <a:bodyPr wrap="square" lIns="0" tIns="0" rIns="0" bIns="0" rtlCol="0">
              <a:spAutoFit/>
            </a:bodyPr>
            <a:lstStyle/>
            <a:p>
              <a:pPr>
                <a:lnSpc>
                  <a:spcPct val="150000"/>
                </a:lnSpc>
              </a:pPr>
              <a:r>
                <a:rPr lang="zh-CN" altLang="en-US" sz="1400">
                  <a:solidFill>
                    <a:schemeClr val="bg1"/>
                  </a:solidFill>
                  <a:latin typeface="Arial"/>
                  <a:ea typeface="阿里巴巴普惠体 Medium"/>
                  <a:cs typeface="阿里巴巴普惠体 Medium"/>
                  <a:sym typeface="Arial"/>
                </a:rPr>
                <a:t>单击此处输入您的文本内容，可更改文字的颜色或者大X等属性。单击此处输入您的文本内容，可更改文字的颜色或者大X等属性。单击此处输入您的文本内容。</a:t>
              </a:r>
              <a:endParaRPr lang="en-US" altLang="zh-CN" sz="1400">
                <a:solidFill>
                  <a:schemeClr val="bg1"/>
                </a:solidFill>
                <a:latin typeface="Arial"/>
                <a:ea typeface="阿里巴巴普惠体 Medium"/>
                <a:cs typeface="阿里巴巴普惠体 Medium"/>
                <a:sym typeface="Arial"/>
              </a:endParaRPr>
            </a:p>
          </p:txBody>
        </p:sp>
        <p:sp>
          <p:nvSpPr>
            <p:cNvPr id="10" name="图形"/>
            <p:cNvSpPr txBox="1"/>
            <p:nvPr>
              <p:custDataLst>
                <p:tags r:id="R111de77823cb45d6"/>
              </p:custDataLst>
            </p:nvPr>
          </p:nvSpPr>
          <p:spPr>
            <a:xfrm>
              <a:off x="1623" y="6532"/>
              <a:ext cx="15913" cy="1527"/>
            </a:xfrm>
            <a:prstGeom prst="rect">
              <a:avLst/>
            </a:prstGeom>
            <a:noFill/>
          </p:spPr>
          <p:txBody>
            <a:bodyPr wrap="square" lIns="0" tIns="0" rIns="0" bIns="0" rtlCol="0">
              <a:spAutoFit/>
            </a:bodyPr>
            <a:lstStyle/>
            <a:p>
              <a:pPr algn="l">
                <a:lnSpc>
                  <a:spcPct val="150000"/>
                </a:lnSpc>
              </a:pPr>
              <a:r>
                <a:rPr lang="zh-CN" altLang="en-US" sz="1400">
                  <a:solidFill>
                    <a:schemeClr val="tx1">
                      <a:lumMod val="65000"/>
                      <a:lumOff val="35000"/>
                    </a:schemeClr>
                  </a:solidFill>
                  <a:latin typeface="Arial"/>
                  <a:ea typeface="阿里巴巴普惠体 Medium"/>
                  <a:cs typeface="阿里巴巴普惠体 Medium"/>
                  <a:sym typeface="Arial"/>
                </a:rPr>
                <a:t>单击此处输入您的文本内容，可更改文字的颜色或者大X等属性。单击此处输入您的文本内容，可更改文字的颜色或者大X等属性。单击此处输入您的文本内容，可更改文字的颜色或者大X等属性。单击此处输入您的文本内容，可更改文字的颜色或者大X等属性。单击此处输入您的文本内容，可更改文字的颜色或者大X等属性。</a:t>
              </a:r>
              <a:r>
                <a:rPr lang="en-US" altLang="zh-CN" sz="1400">
                  <a:solidFill>
                    <a:schemeClr val="tx1">
                      <a:lumMod val="65000"/>
                      <a:lumOff val="35000"/>
                    </a:schemeClr>
                  </a:solidFill>
                  <a:latin typeface="Arial"/>
                  <a:ea typeface="阿里巴巴普惠体 Medium"/>
                  <a:cs typeface="阿里巴巴普惠体 Medium"/>
                  <a:sym typeface="Arial"/>
                </a:rPr>
                <a:t>               </a:t>
              </a:r>
            </a:p>
          </p:txBody>
        </p:sp>
      </p:grpSp>
    </p:spTree>
    <p:custDataLst>
      <p:tags r:id="R4022b77d82e043dd"/>
    </p:custDataLst>
  </p:cSld>
  <p:clrMapOvr>
    <a:masterClrMapping/>
  </p:clrMapOvr>
  <p:transition advTm="2000">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ppt_x</p:attrName>
                                        </p:attrNameLst>
                                      </p:cBhvr>
                                      <p:tavLst>
                                        <p:tav tm="0">
                                          <p:val>
                                            <p:strVal val="#ppt_x-.2"/>
                                          </p:val>
                                        </p:tav>
                                        <p:tav tm="100000">
                                          <p:val>
                                            <p:strVal val="#ppt_x"/>
                                          </p:val>
                                        </p:tav>
                                      </p:tavLst>
                                    </p:anim>
                                    <p:anim calcmode="lin" valueType="num">
                                      <p:cBhvr>
                                        <p:cTn id="8" dur="1000" fill="hold"/>
                                        <p:tgtEl>
                                          <p:spTgt spid="4"/>
                                        </p:tgtEl>
                                        <p:attrNameLst>
                                          <p:attrName>ppt_y</p:attrName>
                                        </p:attrNameLst>
                                      </p:cBhvr>
                                      <p:tavLst>
                                        <p:tav tm="0">
                                          <p:val>
                                            <p:strVal val="#ppt_y"/>
                                          </p:val>
                                        </p:tav>
                                        <p:tav tm="100000">
                                          <p:val>
                                            <p:strVal val="#ppt_y"/>
                                          </p:val>
                                        </p:tav>
                                      </p:tavLst>
                                    </p:anim>
                                    <p:animEffect transition="in" filter="wipe(right)" prLst="gradientSize: 0.1">
                                      <p:cBhvr>
                                        <p:cTn id="9" dur="1000"/>
                                        <p:tgtEl>
                                          <p:spTgt spid="4"/>
                                        </p:tgtEl>
                                      </p:cBhvr>
                                    </p:animEffect>
                                  </p:childTnLst>
                                </p:cTn>
                              </p:par>
                            </p:childTnLst>
                          </p:cTn>
                        </p:par>
                      </p:childTnLst>
                    </p:cTn>
                  </p:par>
                  <p:par>
                    <p:cTn id="10" fill="hold" nodeType="clickPar">
                      <p:stCondLst>
                        <p:cond delay="indefinite"/>
                      </p:stCondLst>
                      <p:childTnLst>
                        <p:par>
                          <p:cTn id="11" fill="hold" nodeType="afterGroup">
                            <p:stCondLst>
                              <p:cond delay="0"/>
                            </p:stCondLst>
                            <p:childTnLst>
                              <p:par>
                                <p:cTn id="12" presetID="21" presetClass="entr" presetSubtype="1" fill="hold"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wheel(1)">
                                      <p:cBhvr>
                                        <p:cTn id="14"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形" descr="D:/包图网/5db00e60c5d5e.png5db00e60c5d5e"/>
          <p:cNvPicPr>
            <a:picLocks noChangeAspect="1"/>
          </p:cNvPicPr>
          <p:nvPr/>
        </p:nvPicPr>
        <p:blipFill>
          <a:blip r:embed="R0fee1f9d04d64257">
            <a:extLst>
              <a:ext uri="{28A0092B-C50C-407E-A947-70E740481C1C}">
                <a14:useLocalDpi xmlns:a14="http://schemas.microsoft.com/office/drawing/2010/main"/>
              </a:ext>
            </a:extLst>
          </a:blip>
          <a:stretch>
            <a:fillRect/>
          </a:stretch>
        </p:blipFill>
        <p:spPr>
          <a:xfrm>
            <a:off x="-635" y="-78740"/>
            <a:ext cx="12192635" cy="6937375"/>
          </a:xfrm>
          <a:prstGeom prst="rect">
            <a:avLst/>
          </a:prstGeom>
        </p:spPr>
      </p:pic>
      <p:grpSp>
        <p:nvGrpSpPr>
          <p:cNvPr id="5" name="图形"/>
          <p:cNvGrpSpPr/>
          <p:nvPr/>
        </p:nvGrpSpPr>
        <p:grpSpPr>
          <a:xfrm>
            <a:off x="1033781" y="910590"/>
            <a:ext cx="3456305" cy="2621280"/>
            <a:chOff x="1628" y="1434"/>
            <a:chExt cx="5443" cy="4128"/>
          </a:xfrm>
        </p:grpSpPr>
        <p:sp>
          <p:nvSpPr>
            <p:cNvPr id="6" name="图形"/>
            <p:cNvSpPr txBox="1"/>
            <p:nvPr>
              <p:custDataLst>
                <p:tags r:id="Rf23652595c4d48f2"/>
              </p:custDataLst>
            </p:nvPr>
          </p:nvSpPr>
          <p:spPr>
            <a:xfrm>
              <a:off x="4527" y="1434"/>
              <a:ext cx="2544" cy="3966"/>
            </a:xfrm>
            <a:custGeom>
              <a:avLst/>
              <a:gdLst/>
              <a:ahLst/>
              <a:cxnLst>
                <a:cxn ang="3">
                  <a:pos x="hc" y="t"/>
                </a:cxn>
                <a:cxn ang="cd2">
                  <a:pos x="l" y="vc"/>
                </a:cxn>
                <a:cxn ang="cd4">
                  <a:pos x="hc" y="b"/>
                </a:cxn>
                <a:cxn ang="0">
                  <a:pos x="r" y="vc"/>
                </a:cxn>
              </a:cxnLst>
              <a:rect l="l" t="t" r="r" b="b"/>
              <a:pathLst>
                <a:path w="770" h="1200">
                  <a:moveTo>
                    <a:pt x="358" y="0"/>
                  </a:moveTo>
                  <a:cubicBezTo>
                    <a:pt x="468" y="1"/>
                    <a:pt x="554" y="34"/>
                    <a:pt x="617" y="97"/>
                  </a:cubicBezTo>
                  <a:cubicBezTo>
                    <a:pt x="680" y="160"/>
                    <a:pt x="712" y="245"/>
                    <a:pt x="714" y="353"/>
                  </a:cubicBezTo>
                  <a:cubicBezTo>
                    <a:pt x="713" y="429"/>
                    <a:pt x="694" y="506"/>
                    <a:pt x="658" y="583"/>
                  </a:cubicBezTo>
                  <a:cubicBezTo>
                    <a:pt x="621" y="660"/>
                    <a:pt x="570" y="738"/>
                    <a:pt x="506" y="817"/>
                  </a:cubicBezTo>
                  <a:cubicBezTo>
                    <a:pt x="441" y="896"/>
                    <a:pt x="367" y="975"/>
                    <a:pt x="283" y="1054"/>
                  </a:cubicBezTo>
                  <a:cubicBezTo>
                    <a:pt x="314" y="1051"/>
                    <a:pt x="347" y="1048"/>
                    <a:pt x="380" y="1046"/>
                  </a:cubicBezTo>
                  <a:cubicBezTo>
                    <a:pt x="414" y="1044"/>
                    <a:pt x="446" y="1043"/>
                    <a:pt x="475" y="1043"/>
                  </a:cubicBezTo>
                  <a:lnTo>
                    <a:pt x="770" y="1043"/>
                  </a:lnTo>
                  <a:lnTo>
                    <a:pt x="770" y="1200"/>
                  </a:lnTo>
                  <a:lnTo>
                    <a:pt x="10" y="1200"/>
                  </a:lnTo>
                  <a:lnTo>
                    <a:pt x="10" y="1093"/>
                  </a:lnTo>
                  <a:cubicBezTo>
                    <a:pt x="183" y="940"/>
                    <a:pt x="315" y="804"/>
                    <a:pt x="403" y="685"/>
                  </a:cubicBezTo>
                  <a:cubicBezTo>
                    <a:pt x="491" y="566"/>
                    <a:pt x="536" y="459"/>
                    <a:pt x="536" y="363"/>
                  </a:cubicBezTo>
                  <a:cubicBezTo>
                    <a:pt x="536" y="298"/>
                    <a:pt x="519" y="246"/>
                    <a:pt x="486" y="207"/>
                  </a:cubicBezTo>
                  <a:cubicBezTo>
                    <a:pt x="452" y="168"/>
                    <a:pt x="402" y="148"/>
                    <a:pt x="336" y="147"/>
                  </a:cubicBezTo>
                  <a:cubicBezTo>
                    <a:pt x="290" y="148"/>
                    <a:pt x="247" y="161"/>
                    <a:pt x="209" y="185"/>
                  </a:cubicBezTo>
                  <a:cubicBezTo>
                    <a:pt x="170" y="210"/>
                    <a:pt x="135" y="241"/>
                    <a:pt x="104" y="278"/>
                  </a:cubicBezTo>
                  <a:lnTo>
                    <a:pt x="0" y="176"/>
                  </a:lnTo>
                  <a:cubicBezTo>
                    <a:pt x="49" y="120"/>
                    <a:pt x="103" y="77"/>
                    <a:pt x="159" y="47"/>
                  </a:cubicBezTo>
                  <a:cubicBezTo>
                    <a:pt x="216" y="16"/>
                    <a:pt x="283" y="0"/>
                    <a:pt x="358" y="0"/>
                  </a:cubicBezTo>
                  <a:close/>
                </a:path>
              </a:pathLst>
            </a:custGeom>
            <a:gradFill>
              <a:gsLst>
                <a:gs pos="31000">
                  <a:schemeClr val="bg1"/>
                </a:gs>
                <a:gs pos="53000">
                  <a:schemeClr val="bg1">
                    <a:alpha val="0"/>
                  </a:schemeClr>
                </a:gs>
              </a:gsLst>
              <a:lin ang="6600000" scaled="0"/>
            </a:gradFill>
            <a:ln>
              <a:noFill/>
            </a:ln>
            <a:effectLst/>
          </p:spPr>
          <p:txBody>
            <a:bodyPr wrap="square" lIns="0" tIns="0" rIns="0" bIns="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lnSpc>
                  <a:spcPct val="100000"/>
                </a:lnSpc>
              </a:pPr>
              <a:endParaRPr lang="en-US" altLang="zh-CN" sz="8000" noProof="0">
                <a:ln>
                  <a:noFill/>
                </a:ln>
                <a:solidFill>
                  <a:schemeClr val="bg1"/>
                </a:solidFill>
                <a:effectLst/>
                <a:uLnTx/>
                <a:uFillTx/>
                <a:latin typeface="Arial"/>
                <a:ea typeface="阿里巴巴普惠体 Medium"/>
                <a:cs typeface="阿里巴巴普惠体 Medium"/>
                <a:sym typeface="Arial"/>
              </a:endParaRPr>
            </a:p>
          </p:txBody>
        </p:sp>
        <p:sp>
          <p:nvSpPr>
            <p:cNvPr id="12" name="图形"/>
            <p:cNvSpPr txBox="1"/>
            <p:nvPr>
              <p:custDataLst>
                <p:tags r:id="Rb58545c7f73442bf"/>
              </p:custDataLst>
            </p:nvPr>
          </p:nvSpPr>
          <p:spPr>
            <a:xfrm>
              <a:off x="1628" y="1434"/>
              <a:ext cx="2576" cy="4128"/>
            </a:xfrm>
            <a:custGeom>
              <a:avLst/>
              <a:gdLst/>
              <a:ahLst/>
              <a:cxnLst>
                <a:cxn ang="3">
                  <a:pos x="hc" y="t"/>
                </a:cxn>
                <a:cxn ang="cd2">
                  <a:pos x="l" y="vc"/>
                </a:cxn>
                <a:cxn ang="cd4">
                  <a:pos x="hc" y="b"/>
                </a:cxn>
                <a:cxn ang="0">
                  <a:pos x="r" y="vc"/>
                </a:cxn>
              </a:cxnLst>
              <a:rect l="l" t="t" r="r" b="b"/>
              <a:pathLst>
                <a:path w="762" h="1221">
                  <a:moveTo>
                    <a:pt x="381" y="146"/>
                  </a:moveTo>
                  <a:cubicBezTo>
                    <a:pt x="341" y="145"/>
                    <a:pt x="305" y="160"/>
                    <a:pt x="274" y="190"/>
                  </a:cubicBezTo>
                  <a:cubicBezTo>
                    <a:pt x="244" y="220"/>
                    <a:pt x="220" y="269"/>
                    <a:pt x="202" y="337"/>
                  </a:cubicBezTo>
                  <a:cubicBezTo>
                    <a:pt x="185" y="405"/>
                    <a:pt x="176" y="494"/>
                    <a:pt x="176" y="606"/>
                  </a:cubicBezTo>
                  <a:cubicBezTo>
                    <a:pt x="176" y="719"/>
                    <a:pt x="185" y="810"/>
                    <a:pt x="202" y="879"/>
                  </a:cubicBezTo>
                  <a:cubicBezTo>
                    <a:pt x="220" y="948"/>
                    <a:pt x="244" y="998"/>
                    <a:pt x="274" y="1029"/>
                  </a:cubicBezTo>
                  <a:cubicBezTo>
                    <a:pt x="305" y="1060"/>
                    <a:pt x="341" y="1076"/>
                    <a:pt x="381" y="1075"/>
                  </a:cubicBezTo>
                  <a:cubicBezTo>
                    <a:pt x="421" y="1076"/>
                    <a:pt x="457" y="1060"/>
                    <a:pt x="488" y="1029"/>
                  </a:cubicBezTo>
                  <a:cubicBezTo>
                    <a:pt x="518" y="998"/>
                    <a:pt x="542" y="948"/>
                    <a:pt x="560" y="879"/>
                  </a:cubicBezTo>
                  <a:cubicBezTo>
                    <a:pt x="577" y="810"/>
                    <a:pt x="586" y="719"/>
                    <a:pt x="586" y="606"/>
                  </a:cubicBezTo>
                  <a:cubicBezTo>
                    <a:pt x="586" y="494"/>
                    <a:pt x="577" y="405"/>
                    <a:pt x="560" y="337"/>
                  </a:cubicBezTo>
                  <a:cubicBezTo>
                    <a:pt x="542" y="269"/>
                    <a:pt x="518" y="220"/>
                    <a:pt x="488" y="190"/>
                  </a:cubicBezTo>
                  <a:cubicBezTo>
                    <a:pt x="457" y="160"/>
                    <a:pt x="421" y="145"/>
                    <a:pt x="381" y="146"/>
                  </a:cubicBezTo>
                  <a:close/>
                  <a:moveTo>
                    <a:pt x="381" y="0"/>
                  </a:moveTo>
                  <a:cubicBezTo>
                    <a:pt x="498" y="0"/>
                    <a:pt x="590" y="50"/>
                    <a:pt x="658" y="151"/>
                  </a:cubicBezTo>
                  <a:cubicBezTo>
                    <a:pt x="726" y="251"/>
                    <a:pt x="760" y="403"/>
                    <a:pt x="762" y="606"/>
                  </a:cubicBezTo>
                  <a:cubicBezTo>
                    <a:pt x="760" y="811"/>
                    <a:pt x="726" y="965"/>
                    <a:pt x="658" y="1067"/>
                  </a:cubicBezTo>
                  <a:cubicBezTo>
                    <a:pt x="590" y="1169"/>
                    <a:pt x="498" y="1221"/>
                    <a:pt x="381" y="1221"/>
                  </a:cubicBezTo>
                  <a:cubicBezTo>
                    <a:pt x="264" y="1221"/>
                    <a:pt x="172" y="1169"/>
                    <a:pt x="104" y="1067"/>
                  </a:cubicBezTo>
                  <a:cubicBezTo>
                    <a:pt x="36" y="965"/>
                    <a:pt x="1" y="811"/>
                    <a:pt x="0" y="606"/>
                  </a:cubicBezTo>
                  <a:cubicBezTo>
                    <a:pt x="1" y="403"/>
                    <a:pt x="36" y="251"/>
                    <a:pt x="104" y="150"/>
                  </a:cubicBezTo>
                  <a:cubicBezTo>
                    <a:pt x="172" y="50"/>
                    <a:pt x="264" y="0"/>
                    <a:pt x="381" y="0"/>
                  </a:cubicBezTo>
                  <a:close/>
                </a:path>
              </a:pathLst>
            </a:custGeom>
            <a:gradFill>
              <a:gsLst>
                <a:gs pos="53000">
                  <a:schemeClr val="bg1"/>
                </a:gs>
                <a:gs pos="69000">
                  <a:schemeClr val="bg1">
                    <a:alpha val="0"/>
                  </a:schemeClr>
                </a:gs>
              </a:gsLst>
              <a:lin ang="5400000" scaled="0"/>
            </a:gradFill>
            <a:ln>
              <a:noFill/>
            </a:ln>
            <a:effectLst/>
          </p:spPr>
          <p:txBody>
            <a:bodyPr wrap="square" lIns="0" tIns="0" rIns="0" bIns="0" rtlCol="0">
              <a:noAutofit/>
            </a:bodyPr>
            <a:lstStyle/>
            <a:p>
              <a:pPr algn="ctr">
                <a:lnSpc>
                  <a:spcPct val="100000"/>
                </a:lnSpc>
              </a:pPr>
              <a:endParaRPr lang="en-US" altLang="zh-CN" sz="8000" noProof="0">
                <a:ln>
                  <a:noFill/>
                </a:ln>
                <a:solidFill>
                  <a:schemeClr val="bg1"/>
                </a:solidFill>
                <a:effectLst/>
                <a:uLnTx/>
                <a:uFillTx/>
                <a:latin typeface="Arial"/>
                <a:ea typeface="阿里巴巴普惠体 Medium"/>
                <a:cs typeface="阿里巴巴普惠体 Medium"/>
                <a:sym typeface="Arial"/>
              </a:endParaRPr>
            </a:p>
          </p:txBody>
        </p:sp>
      </p:grpSp>
      <p:grpSp>
        <p:nvGrpSpPr>
          <p:cNvPr id="8" name="图形"/>
          <p:cNvGrpSpPr/>
          <p:nvPr/>
        </p:nvGrpSpPr>
        <p:grpSpPr>
          <a:xfrm>
            <a:off x="4686300" y="1017905"/>
            <a:ext cx="6049645" cy="1475740"/>
            <a:chOff x="7380" y="1603"/>
            <a:chExt cx="9527" cy="2324"/>
          </a:xfrm>
        </p:grpSpPr>
        <p:grpSp>
          <p:nvGrpSpPr>
            <p:cNvPr id="44" name="组合 43"/>
            <p:cNvGrpSpPr/>
            <p:nvPr/>
          </p:nvGrpSpPr>
          <p:grpSpPr>
            <a:xfrm>
              <a:off x="15287" y="1638"/>
              <a:ext cx="1621" cy="2268"/>
              <a:chOff x="18322" y="-3582"/>
              <a:chExt cx="1621" cy="2268"/>
            </a:xfrm>
          </p:grpSpPr>
          <p:sp>
            <p:nvSpPr>
              <p:cNvPr id="40" name="图形"/>
              <p:cNvSpPr txBox="1"/>
              <p:nvPr/>
            </p:nvSpPr>
            <p:spPr>
              <a:xfrm>
                <a:off x="19539" y="-3582"/>
                <a:ext cx="405" cy="2268"/>
              </a:xfrm>
              <a:custGeom>
                <a:avLst/>
                <a:gdLst/>
                <a:ahLst/>
                <a:cxnLst>
                  <a:cxn ang="3">
                    <a:pos x="hc" y="t"/>
                  </a:cxn>
                  <a:cxn ang="cd2">
                    <a:pos x="l" y="vc"/>
                  </a:cxn>
                  <a:cxn ang="cd4">
                    <a:pos x="hc" y="b"/>
                  </a:cxn>
                  <a:cxn ang="0">
                    <a:pos x="r" y="vc"/>
                  </a:cxn>
                </a:cxnLst>
                <a:rect l="l" t="t" r="r" b="b"/>
                <a:pathLst>
                  <a:path w="405" h="2268">
                    <a:moveTo>
                      <a:pt x="202" y="0"/>
                    </a:moveTo>
                    <a:lnTo>
                      <a:pt x="405" y="0"/>
                    </a:lnTo>
                    <a:lnTo>
                      <a:pt x="405" y="1546"/>
                    </a:lnTo>
                    <a:lnTo>
                      <a:pt x="405" y="1605"/>
                    </a:lnTo>
                    <a:lnTo>
                      <a:pt x="405" y="1679"/>
                    </a:lnTo>
                    <a:cubicBezTo>
                      <a:pt x="405" y="1792"/>
                      <a:pt x="396" y="1889"/>
                      <a:pt x="380" y="1968"/>
                    </a:cubicBezTo>
                    <a:cubicBezTo>
                      <a:pt x="363" y="2047"/>
                      <a:pt x="328" y="2112"/>
                      <a:pt x="276" y="2164"/>
                    </a:cubicBezTo>
                    <a:cubicBezTo>
                      <a:pt x="210" y="2233"/>
                      <a:pt x="118" y="2268"/>
                      <a:pt x="0" y="2268"/>
                    </a:cubicBezTo>
                    <a:lnTo>
                      <a:pt x="0" y="2065"/>
                    </a:lnTo>
                    <a:cubicBezTo>
                      <a:pt x="60" y="2065"/>
                      <a:pt x="104" y="2052"/>
                      <a:pt x="133" y="2024"/>
                    </a:cubicBezTo>
                    <a:cubicBezTo>
                      <a:pt x="161" y="1996"/>
                      <a:pt x="179" y="1953"/>
                      <a:pt x="189" y="1895"/>
                    </a:cubicBezTo>
                    <a:cubicBezTo>
                      <a:pt x="198" y="1837"/>
                      <a:pt x="202" y="1766"/>
                      <a:pt x="202" y="1681"/>
                    </a:cubicBezTo>
                    <a:lnTo>
                      <a:pt x="202" y="1608"/>
                    </a:lnTo>
                    <a:lnTo>
                      <a:pt x="202" y="1546"/>
                    </a:lnTo>
                    <a:lnTo>
                      <a:pt x="202" y="0"/>
                    </a:lnTo>
                    <a:close/>
                  </a:path>
                </a:pathLst>
              </a:custGeom>
              <a:solidFill>
                <a:schemeClr val="bg1"/>
              </a:solidFill>
              <a:ln>
                <a:noFill/>
              </a:ln>
              <a:effectLst/>
            </p:spPr>
            <p:txBody>
              <a:bodyPr wrap="square" lIns="0" tIns="0" rIns="0" bIns="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0000"/>
                  </a:lnSpc>
                </a:pPr>
                <a:endParaRPr lang="zh-CN" altLang="en-US" sz="11500" noProof="0">
                  <a:ln>
                    <a:noFill/>
                  </a:ln>
                  <a:solidFill>
                    <a:schemeClr val="bg1"/>
                  </a:solidFill>
                  <a:effectLst/>
                  <a:uLnTx/>
                  <a:uFillTx/>
                  <a:latin typeface="Arial"/>
                  <a:ea typeface="阿里巴巴普惠体 Medium"/>
                  <a:cs typeface="阿里巴巴普惠体 Medium"/>
                  <a:sym typeface="Arial"/>
                </a:endParaRPr>
              </a:p>
            </p:txBody>
          </p:sp>
          <p:sp>
            <p:nvSpPr>
              <p:cNvPr id="41" name="图形"/>
              <p:cNvSpPr txBox="1"/>
              <p:nvPr/>
            </p:nvSpPr>
            <p:spPr>
              <a:xfrm>
                <a:off x="18322" y="-3575"/>
                <a:ext cx="966" cy="2252"/>
              </a:xfrm>
              <a:custGeom>
                <a:avLst/>
                <a:gdLst/>
                <a:ahLst/>
                <a:cxnLst>
                  <a:cxn ang="3">
                    <a:pos x="hc" y="t"/>
                  </a:cxn>
                  <a:cxn ang="cd2">
                    <a:pos x="l" y="vc"/>
                  </a:cxn>
                  <a:cxn ang="cd4">
                    <a:pos x="hc" y="b"/>
                  </a:cxn>
                  <a:cxn ang="0">
                    <a:pos x="r" y="vc"/>
                  </a:cxn>
                </a:cxnLst>
                <a:rect l="l" t="t" r="r" b="b"/>
                <a:pathLst>
                  <a:path w="965" h="2252">
                    <a:moveTo>
                      <a:pt x="258" y="0"/>
                    </a:moveTo>
                    <a:lnTo>
                      <a:pt x="460" y="0"/>
                    </a:lnTo>
                    <a:lnTo>
                      <a:pt x="460" y="414"/>
                    </a:lnTo>
                    <a:lnTo>
                      <a:pt x="966" y="414"/>
                    </a:lnTo>
                    <a:lnTo>
                      <a:pt x="966" y="616"/>
                    </a:lnTo>
                    <a:lnTo>
                      <a:pt x="460" y="616"/>
                    </a:lnTo>
                    <a:lnTo>
                      <a:pt x="460" y="1373"/>
                    </a:lnTo>
                    <a:cubicBezTo>
                      <a:pt x="460" y="1404"/>
                      <a:pt x="463" y="1452"/>
                      <a:pt x="470" y="1517"/>
                    </a:cubicBezTo>
                    <a:cubicBezTo>
                      <a:pt x="477" y="1582"/>
                      <a:pt x="492" y="1651"/>
                      <a:pt x="515" y="1723"/>
                    </a:cubicBezTo>
                    <a:cubicBezTo>
                      <a:pt x="577" y="1615"/>
                      <a:pt x="623" y="1495"/>
                      <a:pt x="653" y="1362"/>
                    </a:cubicBezTo>
                    <a:cubicBezTo>
                      <a:pt x="684" y="1228"/>
                      <a:pt x="703" y="1114"/>
                      <a:pt x="712" y="1019"/>
                    </a:cubicBezTo>
                    <a:cubicBezTo>
                      <a:pt x="720" y="924"/>
                      <a:pt x="725" y="857"/>
                      <a:pt x="725" y="819"/>
                    </a:cubicBezTo>
                    <a:lnTo>
                      <a:pt x="925" y="819"/>
                    </a:lnTo>
                    <a:cubicBezTo>
                      <a:pt x="925" y="882"/>
                      <a:pt x="918" y="977"/>
                      <a:pt x="905" y="1106"/>
                    </a:cubicBezTo>
                    <a:cubicBezTo>
                      <a:pt x="892" y="1235"/>
                      <a:pt x="863" y="1371"/>
                      <a:pt x="819" y="1513"/>
                    </a:cubicBezTo>
                    <a:cubicBezTo>
                      <a:pt x="768" y="1681"/>
                      <a:pt x="702" y="1819"/>
                      <a:pt x="621" y="1930"/>
                    </a:cubicBezTo>
                    <a:cubicBezTo>
                      <a:pt x="661" y="1976"/>
                      <a:pt x="701" y="2005"/>
                      <a:pt x="741" y="2018"/>
                    </a:cubicBezTo>
                    <a:cubicBezTo>
                      <a:pt x="780" y="2031"/>
                      <a:pt x="819" y="2038"/>
                      <a:pt x="856" y="2038"/>
                    </a:cubicBezTo>
                    <a:lnTo>
                      <a:pt x="856" y="2240"/>
                    </a:lnTo>
                    <a:cubicBezTo>
                      <a:pt x="715" y="2240"/>
                      <a:pt x="596" y="2192"/>
                      <a:pt x="499" y="2095"/>
                    </a:cubicBezTo>
                    <a:lnTo>
                      <a:pt x="485" y="2079"/>
                    </a:lnTo>
                    <a:cubicBezTo>
                      <a:pt x="349" y="2194"/>
                      <a:pt x="191" y="2252"/>
                      <a:pt x="12" y="2252"/>
                    </a:cubicBezTo>
                    <a:lnTo>
                      <a:pt x="12" y="2049"/>
                    </a:lnTo>
                    <a:cubicBezTo>
                      <a:pt x="150" y="2049"/>
                      <a:pt x="269" y="2003"/>
                      <a:pt x="370" y="1909"/>
                    </a:cubicBezTo>
                    <a:cubicBezTo>
                      <a:pt x="323" y="1809"/>
                      <a:pt x="292" y="1709"/>
                      <a:pt x="278" y="1608"/>
                    </a:cubicBezTo>
                    <a:cubicBezTo>
                      <a:pt x="265" y="1507"/>
                      <a:pt x="258" y="1428"/>
                      <a:pt x="258" y="1373"/>
                    </a:cubicBezTo>
                    <a:lnTo>
                      <a:pt x="258" y="616"/>
                    </a:lnTo>
                    <a:lnTo>
                      <a:pt x="0" y="616"/>
                    </a:lnTo>
                    <a:lnTo>
                      <a:pt x="0" y="414"/>
                    </a:lnTo>
                    <a:lnTo>
                      <a:pt x="258" y="414"/>
                    </a:lnTo>
                    <a:lnTo>
                      <a:pt x="258" y="0"/>
                    </a:lnTo>
                    <a:close/>
                  </a:path>
                </a:pathLst>
              </a:custGeom>
              <a:solidFill>
                <a:schemeClr val="bg1"/>
              </a:solidFill>
              <a:ln>
                <a:noFill/>
              </a:ln>
              <a:effectLst/>
            </p:spPr>
            <p:txBody>
              <a:bodyPr wrap="square" lIns="0" tIns="0" rIns="0" bIns="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0000"/>
                  </a:lnSpc>
                </a:pPr>
                <a:endParaRPr lang="zh-CN" altLang="en-US" sz="11500" noProof="0">
                  <a:ln>
                    <a:noFill/>
                  </a:ln>
                  <a:solidFill>
                    <a:schemeClr val="bg1"/>
                  </a:solidFill>
                  <a:effectLst/>
                  <a:uLnTx/>
                  <a:uFillTx/>
                  <a:latin typeface="Arial"/>
                  <a:ea typeface="阿里巴巴普惠体 Medium"/>
                  <a:cs typeface="阿里巴巴普惠体 Medium"/>
                  <a:sym typeface="Arial"/>
                </a:endParaRPr>
              </a:p>
            </p:txBody>
          </p:sp>
          <p:sp>
            <p:nvSpPr>
              <p:cNvPr id="42" name="图形"/>
              <p:cNvSpPr txBox="1"/>
              <p:nvPr/>
            </p:nvSpPr>
            <p:spPr>
              <a:xfrm>
                <a:off x="18939" y="-3552"/>
                <a:ext cx="343" cy="202"/>
              </a:xfrm>
              <a:custGeom>
                <a:avLst/>
                <a:gdLst/>
                <a:ahLst/>
                <a:cxnLst>
                  <a:cxn ang="3">
                    <a:pos x="hc" y="t"/>
                  </a:cxn>
                  <a:cxn ang="cd2">
                    <a:pos x="l" y="vc"/>
                  </a:cxn>
                  <a:cxn ang="cd4">
                    <a:pos x="hc" y="b"/>
                  </a:cxn>
                  <a:cxn ang="0">
                    <a:pos x="r" y="vc"/>
                  </a:cxn>
                </a:cxnLst>
                <a:rect l="l" t="t" r="r" b="b"/>
                <a:pathLst>
                  <a:path w="343" h="201">
                    <a:moveTo>
                      <a:pt x="0" y="0"/>
                    </a:moveTo>
                    <a:lnTo>
                      <a:pt x="343" y="0"/>
                    </a:lnTo>
                    <a:lnTo>
                      <a:pt x="343" y="202"/>
                    </a:lnTo>
                    <a:lnTo>
                      <a:pt x="0" y="202"/>
                    </a:lnTo>
                    <a:lnTo>
                      <a:pt x="0" y="0"/>
                    </a:lnTo>
                    <a:close/>
                  </a:path>
                </a:pathLst>
              </a:custGeom>
              <a:solidFill>
                <a:schemeClr val="bg1"/>
              </a:solidFill>
              <a:ln>
                <a:noFill/>
              </a:ln>
              <a:effectLst/>
            </p:spPr>
            <p:txBody>
              <a:bodyPr wrap="square" lIns="0" tIns="0" rIns="0" bIns="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0000"/>
                  </a:lnSpc>
                </a:pPr>
                <a:endParaRPr lang="zh-CN" altLang="en-US" sz="11500" noProof="0">
                  <a:ln>
                    <a:noFill/>
                  </a:ln>
                  <a:solidFill>
                    <a:schemeClr val="bg1"/>
                  </a:solidFill>
                  <a:effectLst/>
                  <a:uLnTx/>
                  <a:uFillTx/>
                  <a:latin typeface="Arial"/>
                  <a:ea typeface="阿里巴巴普惠体 Medium"/>
                  <a:cs typeface="阿里巴巴普惠体 Medium"/>
                  <a:sym typeface="Arial"/>
                </a:endParaRPr>
              </a:p>
            </p:txBody>
          </p:sp>
          <p:sp>
            <p:nvSpPr>
              <p:cNvPr id="43" name="图形"/>
              <p:cNvSpPr txBox="1"/>
              <p:nvPr/>
            </p:nvSpPr>
            <p:spPr>
              <a:xfrm>
                <a:off x="19389" y="-3347"/>
                <a:ext cx="202" cy="1592"/>
              </a:xfrm>
              <a:custGeom>
                <a:avLst/>
                <a:gdLst/>
                <a:ahLst/>
                <a:cxnLst>
                  <a:cxn ang="3">
                    <a:pos x="hc" y="t"/>
                  </a:cxn>
                  <a:cxn ang="cd2">
                    <a:pos x="l" y="vc"/>
                  </a:cxn>
                  <a:cxn ang="cd4">
                    <a:pos x="hc" y="b"/>
                  </a:cxn>
                  <a:cxn ang="0">
                    <a:pos x="r" y="vc"/>
                  </a:cxn>
                </a:cxnLst>
                <a:rect l="l" t="t" r="r" b="b"/>
                <a:pathLst>
                  <a:path w="201" h="1592">
                    <a:moveTo>
                      <a:pt x="0" y="0"/>
                    </a:moveTo>
                    <a:lnTo>
                      <a:pt x="202" y="0"/>
                    </a:lnTo>
                    <a:lnTo>
                      <a:pt x="202" y="1592"/>
                    </a:lnTo>
                    <a:lnTo>
                      <a:pt x="0" y="1592"/>
                    </a:lnTo>
                    <a:lnTo>
                      <a:pt x="0" y="0"/>
                    </a:lnTo>
                    <a:close/>
                  </a:path>
                </a:pathLst>
              </a:custGeom>
              <a:solidFill>
                <a:schemeClr val="bg1"/>
              </a:solidFill>
              <a:ln>
                <a:noFill/>
              </a:ln>
              <a:effectLst/>
            </p:spPr>
            <p:txBody>
              <a:bodyPr wrap="square" lIns="0" tIns="0" rIns="0" bIns="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0000"/>
                  </a:lnSpc>
                </a:pPr>
                <a:endParaRPr lang="zh-CN" altLang="en-US" sz="11500" noProof="0">
                  <a:ln>
                    <a:noFill/>
                  </a:ln>
                  <a:solidFill>
                    <a:schemeClr val="bg1"/>
                  </a:solidFill>
                  <a:effectLst/>
                  <a:uLnTx/>
                  <a:uFillTx/>
                  <a:latin typeface="Arial"/>
                  <a:ea typeface="阿里巴巴普惠体 Medium"/>
                  <a:cs typeface="阿里巴巴普惠体 Medium"/>
                  <a:sym typeface="Arial"/>
                </a:endParaRPr>
              </a:p>
            </p:txBody>
          </p:sp>
        </p:grpSp>
        <p:grpSp>
          <p:nvGrpSpPr>
            <p:cNvPr id="45" name="组合 44"/>
            <p:cNvGrpSpPr/>
            <p:nvPr/>
          </p:nvGrpSpPr>
          <p:grpSpPr>
            <a:xfrm>
              <a:off x="12676" y="1603"/>
              <a:ext cx="1642" cy="2300"/>
              <a:chOff x="16013" y="-3598"/>
              <a:chExt cx="1642" cy="2300"/>
            </a:xfrm>
            <a:gradFill>
              <a:gsLst>
                <a:gs pos="88000">
                  <a:schemeClr val="bg1"/>
                </a:gs>
                <a:gs pos="96000">
                  <a:schemeClr val="bg1">
                    <a:alpha val="0"/>
                  </a:schemeClr>
                </a:gs>
              </a:gsLst>
              <a:lin ang="5400000" scaled="0"/>
            </a:gradFill>
          </p:grpSpPr>
          <p:sp>
            <p:nvSpPr>
              <p:cNvPr id="3" name="图形"/>
              <p:cNvSpPr txBox="1"/>
              <p:nvPr/>
            </p:nvSpPr>
            <p:spPr>
              <a:xfrm>
                <a:off x="16772" y="-3062"/>
                <a:ext cx="881" cy="1764"/>
              </a:xfrm>
              <a:custGeom>
                <a:avLst/>
                <a:gdLst/>
                <a:ahLst/>
                <a:cxnLst>
                  <a:cxn ang="3">
                    <a:pos x="hc" y="t"/>
                  </a:cxn>
                  <a:cxn ang="cd2">
                    <a:pos x="l" y="vc"/>
                  </a:cxn>
                  <a:cxn ang="cd4">
                    <a:pos x="hc" y="b"/>
                  </a:cxn>
                  <a:cxn ang="0">
                    <a:pos x="r" y="vc"/>
                  </a:cxn>
                </a:cxnLst>
                <a:rect l="l" t="t" r="r" b="b"/>
                <a:pathLst>
                  <a:path w="881" h="1764">
                    <a:moveTo>
                      <a:pt x="290" y="0"/>
                    </a:moveTo>
                    <a:lnTo>
                      <a:pt x="492" y="0"/>
                    </a:lnTo>
                    <a:lnTo>
                      <a:pt x="492" y="656"/>
                    </a:lnTo>
                    <a:lnTo>
                      <a:pt x="605" y="656"/>
                    </a:lnTo>
                    <a:lnTo>
                      <a:pt x="605" y="1396"/>
                    </a:lnTo>
                    <a:cubicBezTo>
                      <a:pt x="605" y="1441"/>
                      <a:pt x="618" y="1479"/>
                      <a:pt x="643" y="1510"/>
                    </a:cubicBezTo>
                    <a:cubicBezTo>
                      <a:pt x="668" y="1541"/>
                      <a:pt x="698" y="1557"/>
                      <a:pt x="734" y="1557"/>
                    </a:cubicBezTo>
                    <a:lnTo>
                      <a:pt x="881" y="1557"/>
                    </a:lnTo>
                    <a:lnTo>
                      <a:pt x="881" y="1762"/>
                    </a:lnTo>
                    <a:lnTo>
                      <a:pt x="734" y="1762"/>
                    </a:lnTo>
                    <a:cubicBezTo>
                      <a:pt x="655" y="1762"/>
                      <a:pt x="586" y="1735"/>
                      <a:pt x="526" y="1682"/>
                    </a:cubicBezTo>
                    <a:cubicBezTo>
                      <a:pt x="465" y="1630"/>
                      <a:pt x="426" y="1562"/>
                      <a:pt x="409" y="1481"/>
                    </a:cubicBezTo>
                    <a:cubicBezTo>
                      <a:pt x="365" y="1569"/>
                      <a:pt x="307" y="1638"/>
                      <a:pt x="235" y="1688"/>
                    </a:cubicBezTo>
                    <a:cubicBezTo>
                      <a:pt x="163" y="1739"/>
                      <a:pt x="84" y="1764"/>
                      <a:pt x="0" y="1764"/>
                    </a:cubicBezTo>
                    <a:lnTo>
                      <a:pt x="0" y="1559"/>
                    </a:lnTo>
                    <a:cubicBezTo>
                      <a:pt x="51" y="1559"/>
                      <a:pt x="98" y="1539"/>
                      <a:pt x="143" y="1498"/>
                    </a:cubicBezTo>
                    <a:cubicBezTo>
                      <a:pt x="187" y="1458"/>
                      <a:pt x="223" y="1404"/>
                      <a:pt x="250" y="1336"/>
                    </a:cubicBezTo>
                    <a:cubicBezTo>
                      <a:pt x="276" y="1269"/>
                      <a:pt x="290" y="1196"/>
                      <a:pt x="290" y="1118"/>
                    </a:cubicBezTo>
                    <a:lnTo>
                      <a:pt x="290" y="0"/>
                    </a:lnTo>
                    <a:close/>
                  </a:path>
                </a:pathLst>
              </a:custGeom>
              <a:grpFill/>
              <a:ln>
                <a:noFill/>
              </a:ln>
              <a:effectLst/>
            </p:spPr>
            <p:txBody>
              <a:bodyPr wrap="square" lIns="0" tIns="0" rIns="0" bIns="0" rtlCol="0">
                <a:noAutofit/>
              </a:bodyPr>
              <a:lstStyle/>
              <a:p>
                <a:pPr algn="ctr">
                  <a:lnSpc>
                    <a:spcPct val="100000"/>
                  </a:lnSpc>
                </a:pPr>
                <a:endParaRPr lang="zh-CN" altLang="en-US" sz="11500" noProof="0">
                  <a:ln>
                    <a:noFill/>
                  </a:ln>
                  <a:solidFill>
                    <a:schemeClr val="bg1"/>
                  </a:solidFill>
                  <a:effectLst/>
                  <a:uLnTx/>
                  <a:uFillTx/>
                  <a:latin typeface="Arial"/>
                  <a:ea typeface="阿里巴巴普惠体 Medium"/>
                  <a:cs typeface="阿里巴巴普惠体 Medium"/>
                  <a:sym typeface="Arial"/>
                </a:endParaRPr>
              </a:p>
            </p:txBody>
          </p:sp>
          <p:sp>
            <p:nvSpPr>
              <p:cNvPr id="38" name="图形"/>
              <p:cNvSpPr txBox="1"/>
              <p:nvPr/>
            </p:nvSpPr>
            <p:spPr>
              <a:xfrm>
                <a:off x="16013" y="-3598"/>
                <a:ext cx="713" cy="2300"/>
              </a:xfrm>
              <a:custGeom>
                <a:avLst/>
                <a:gdLst/>
                <a:ahLst/>
                <a:cxnLst>
                  <a:cxn ang="3">
                    <a:pos x="hc" y="t"/>
                  </a:cxn>
                  <a:cxn ang="cd2">
                    <a:pos x="l" y="vc"/>
                  </a:cxn>
                  <a:cxn ang="cd4">
                    <a:pos x="hc" y="b"/>
                  </a:cxn>
                  <a:cxn ang="0">
                    <a:pos x="r" y="vc"/>
                  </a:cxn>
                </a:cxnLst>
                <a:rect l="l" t="t" r="r" b="b"/>
                <a:pathLst>
                  <a:path w="713" h="2300">
                    <a:moveTo>
                      <a:pt x="244" y="0"/>
                    </a:moveTo>
                    <a:lnTo>
                      <a:pt x="455" y="0"/>
                    </a:lnTo>
                    <a:lnTo>
                      <a:pt x="455" y="294"/>
                    </a:lnTo>
                    <a:lnTo>
                      <a:pt x="713" y="294"/>
                    </a:lnTo>
                    <a:lnTo>
                      <a:pt x="713" y="499"/>
                    </a:lnTo>
                    <a:lnTo>
                      <a:pt x="455" y="499"/>
                    </a:lnTo>
                    <a:lnTo>
                      <a:pt x="455" y="1095"/>
                    </a:lnTo>
                    <a:lnTo>
                      <a:pt x="713" y="1095"/>
                    </a:lnTo>
                    <a:lnTo>
                      <a:pt x="713" y="1300"/>
                    </a:lnTo>
                    <a:lnTo>
                      <a:pt x="455" y="1300"/>
                    </a:lnTo>
                    <a:lnTo>
                      <a:pt x="455" y="1569"/>
                    </a:lnTo>
                    <a:cubicBezTo>
                      <a:pt x="455" y="1602"/>
                      <a:pt x="461" y="1660"/>
                      <a:pt x="471" y="1741"/>
                    </a:cubicBezTo>
                    <a:cubicBezTo>
                      <a:pt x="482" y="1822"/>
                      <a:pt x="506" y="1902"/>
                      <a:pt x="542" y="1979"/>
                    </a:cubicBezTo>
                    <a:cubicBezTo>
                      <a:pt x="578" y="2057"/>
                      <a:pt x="629" y="2095"/>
                      <a:pt x="697" y="2095"/>
                    </a:cubicBezTo>
                    <a:lnTo>
                      <a:pt x="697" y="2300"/>
                    </a:lnTo>
                    <a:cubicBezTo>
                      <a:pt x="617" y="2300"/>
                      <a:pt x="549" y="2278"/>
                      <a:pt x="491" y="2233"/>
                    </a:cubicBezTo>
                    <a:cubicBezTo>
                      <a:pt x="434" y="2189"/>
                      <a:pt x="386" y="2128"/>
                      <a:pt x="350" y="2052"/>
                    </a:cubicBezTo>
                    <a:cubicBezTo>
                      <a:pt x="268" y="2217"/>
                      <a:pt x="152" y="2300"/>
                      <a:pt x="0" y="2300"/>
                    </a:cubicBezTo>
                    <a:lnTo>
                      <a:pt x="0" y="2095"/>
                    </a:lnTo>
                    <a:cubicBezTo>
                      <a:pt x="69" y="2095"/>
                      <a:pt x="122" y="2057"/>
                      <a:pt x="158" y="1979"/>
                    </a:cubicBezTo>
                    <a:cubicBezTo>
                      <a:pt x="194" y="1902"/>
                      <a:pt x="217" y="1822"/>
                      <a:pt x="228" y="1741"/>
                    </a:cubicBezTo>
                    <a:cubicBezTo>
                      <a:pt x="238" y="1660"/>
                      <a:pt x="244" y="1602"/>
                      <a:pt x="244" y="1569"/>
                    </a:cubicBezTo>
                    <a:lnTo>
                      <a:pt x="244" y="1300"/>
                    </a:lnTo>
                    <a:lnTo>
                      <a:pt x="0" y="1300"/>
                    </a:lnTo>
                    <a:lnTo>
                      <a:pt x="0" y="1095"/>
                    </a:lnTo>
                    <a:lnTo>
                      <a:pt x="244" y="1095"/>
                    </a:lnTo>
                    <a:lnTo>
                      <a:pt x="244" y="499"/>
                    </a:lnTo>
                    <a:lnTo>
                      <a:pt x="0" y="499"/>
                    </a:lnTo>
                    <a:lnTo>
                      <a:pt x="0" y="294"/>
                    </a:lnTo>
                    <a:lnTo>
                      <a:pt x="244" y="294"/>
                    </a:lnTo>
                    <a:lnTo>
                      <a:pt x="244" y="0"/>
                    </a:lnTo>
                    <a:close/>
                  </a:path>
                </a:pathLst>
              </a:custGeom>
              <a:grpFill/>
              <a:ln>
                <a:noFill/>
              </a:ln>
              <a:effectLst/>
            </p:spPr>
            <p:txBody>
              <a:bodyPr wrap="square" lIns="0" tIns="0" rIns="0" bIns="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0000"/>
                  </a:lnSpc>
                </a:pPr>
                <a:endParaRPr lang="zh-CN" altLang="en-US" sz="11500" noProof="0">
                  <a:ln>
                    <a:noFill/>
                  </a:ln>
                  <a:solidFill>
                    <a:schemeClr val="bg1"/>
                  </a:solidFill>
                  <a:effectLst/>
                  <a:uLnTx/>
                  <a:uFillTx/>
                  <a:latin typeface="Arial"/>
                  <a:ea typeface="阿里巴巴普惠体 Medium"/>
                  <a:cs typeface="阿里巴巴普惠体 Medium"/>
                  <a:sym typeface="Arial"/>
                </a:endParaRPr>
              </a:p>
            </p:txBody>
          </p:sp>
          <p:sp>
            <p:nvSpPr>
              <p:cNvPr id="39" name="图形"/>
              <p:cNvSpPr txBox="1"/>
              <p:nvPr/>
            </p:nvSpPr>
            <p:spPr>
              <a:xfrm>
                <a:off x="16781" y="-3596"/>
                <a:ext cx="874" cy="1385"/>
              </a:xfrm>
              <a:custGeom>
                <a:avLst/>
                <a:gdLst/>
                <a:ahLst/>
                <a:cxnLst>
                  <a:cxn ang="3">
                    <a:pos x="hc" y="t"/>
                  </a:cxn>
                  <a:cxn ang="cd2">
                    <a:pos x="l" y="vc"/>
                  </a:cxn>
                  <a:cxn ang="cd4">
                    <a:pos x="hc" y="b"/>
                  </a:cxn>
                  <a:cxn ang="0">
                    <a:pos x="r" y="vc"/>
                  </a:cxn>
                </a:cxnLst>
                <a:rect l="l" t="t" r="r" b="b"/>
                <a:pathLst>
                  <a:path w="874" h="1385">
                    <a:moveTo>
                      <a:pt x="0" y="0"/>
                    </a:moveTo>
                    <a:lnTo>
                      <a:pt x="874" y="0"/>
                    </a:lnTo>
                    <a:lnTo>
                      <a:pt x="874" y="1380"/>
                    </a:lnTo>
                    <a:lnTo>
                      <a:pt x="669" y="1380"/>
                    </a:lnTo>
                    <a:lnTo>
                      <a:pt x="669" y="205"/>
                    </a:lnTo>
                    <a:lnTo>
                      <a:pt x="205" y="205"/>
                    </a:lnTo>
                    <a:lnTo>
                      <a:pt x="205" y="1385"/>
                    </a:lnTo>
                    <a:lnTo>
                      <a:pt x="0" y="1385"/>
                    </a:lnTo>
                    <a:lnTo>
                      <a:pt x="0" y="0"/>
                    </a:lnTo>
                    <a:close/>
                  </a:path>
                </a:pathLst>
              </a:custGeom>
              <a:grpFill/>
              <a:ln>
                <a:noFill/>
              </a:ln>
              <a:effectLst/>
            </p:spPr>
            <p:txBody>
              <a:bodyPr wrap="square" lIns="0" tIns="0" rIns="0" bIns="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0000"/>
                  </a:lnSpc>
                </a:pPr>
                <a:endParaRPr lang="zh-CN" altLang="en-US" sz="11500" noProof="0">
                  <a:ln>
                    <a:noFill/>
                  </a:ln>
                  <a:solidFill>
                    <a:schemeClr val="bg1"/>
                  </a:solidFill>
                  <a:effectLst/>
                  <a:uLnTx/>
                  <a:uFillTx/>
                  <a:latin typeface="Arial"/>
                  <a:ea typeface="阿里巴巴普惠体 Medium"/>
                  <a:cs typeface="阿里巴巴普惠体 Medium"/>
                  <a:sym typeface="Arial"/>
                </a:endParaRPr>
              </a:p>
            </p:txBody>
          </p:sp>
        </p:grpSp>
        <p:grpSp>
          <p:nvGrpSpPr>
            <p:cNvPr id="28" name="组合 27"/>
            <p:cNvGrpSpPr/>
            <p:nvPr/>
          </p:nvGrpSpPr>
          <p:grpSpPr>
            <a:xfrm>
              <a:off x="10005" y="1627"/>
              <a:ext cx="1655" cy="2299"/>
              <a:chOff x="10005" y="2251"/>
              <a:chExt cx="1655" cy="2299"/>
            </a:xfrm>
            <a:gradFill>
              <a:gsLst>
                <a:gs pos="0">
                  <a:schemeClr val="bg1"/>
                </a:gs>
                <a:gs pos="100000">
                  <a:schemeClr val="bg1">
                    <a:alpha val="100000"/>
                  </a:schemeClr>
                </a:gs>
              </a:gsLst>
              <a:lin ang="5400000" scaled="0"/>
            </a:gradFill>
          </p:grpSpPr>
          <p:sp>
            <p:nvSpPr>
              <p:cNvPr id="16" name="图形"/>
              <p:cNvSpPr txBox="1"/>
              <p:nvPr>
                <p:custDataLst>
                  <p:tags r:id="R2245412987284f45"/>
                </p:custDataLst>
              </p:nvPr>
            </p:nvSpPr>
            <p:spPr>
              <a:xfrm>
                <a:off x="10009" y="2251"/>
                <a:ext cx="797" cy="246"/>
              </a:xfrm>
              <a:custGeom>
                <a:avLst/>
                <a:gdLst/>
                <a:ahLst/>
                <a:cxnLst>
                  <a:cxn ang="3">
                    <a:pos x="hc" y="t"/>
                  </a:cxn>
                  <a:cxn ang="cd2">
                    <a:pos x="l" y="vc"/>
                  </a:cxn>
                  <a:cxn ang="cd4">
                    <a:pos x="hc" y="b"/>
                  </a:cxn>
                  <a:cxn ang="0">
                    <a:pos x="r" y="vc"/>
                  </a:cxn>
                </a:cxnLst>
                <a:rect l="l" t="t" r="r" b="b"/>
                <a:pathLst>
                  <a:path w="797" h="246">
                    <a:moveTo>
                      <a:pt x="0" y="0"/>
                    </a:moveTo>
                    <a:lnTo>
                      <a:pt x="797" y="0"/>
                    </a:lnTo>
                    <a:lnTo>
                      <a:pt x="797" y="246"/>
                    </a:lnTo>
                    <a:lnTo>
                      <a:pt x="0" y="246"/>
                    </a:lnTo>
                    <a:lnTo>
                      <a:pt x="0" y="0"/>
                    </a:lnTo>
                    <a:close/>
                  </a:path>
                </a:pathLst>
              </a:custGeom>
              <a:grpFill/>
              <a:ln>
                <a:noFill/>
              </a:ln>
              <a:effectLst/>
            </p:spPr>
            <p:txBody>
              <a:bodyPr wrap="square" lIns="0" tIns="0" rIns="0" bIns="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lnSpc>
                    <a:spcPct val="100000"/>
                  </a:lnSpc>
                </a:pPr>
                <a:endParaRPr lang="zh-CN" altLang="en-US" sz="11500" b="1" noProof="0">
                  <a:ln>
                    <a:noFill/>
                  </a:ln>
                  <a:solidFill>
                    <a:schemeClr val="tx1">
                      <a:lumMod val="75000"/>
                      <a:lumOff val="25000"/>
                    </a:schemeClr>
                  </a:solidFill>
                  <a:effectLst/>
                  <a:uLnTx/>
                  <a:uFillTx/>
                  <a:latin typeface="Arial"/>
                  <a:ea typeface="阿里巴巴普惠体 Medium"/>
                  <a:cs typeface="阿里巴巴普惠体 Medium"/>
                  <a:sym typeface="Arial"/>
                </a:endParaRPr>
              </a:p>
            </p:txBody>
          </p:sp>
          <p:sp>
            <p:nvSpPr>
              <p:cNvPr id="17" name="图形"/>
              <p:cNvSpPr txBox="1"/>
              <p:nvPr>
                <p:custDataLst>
                  <p:tags r:id="R67104c91acf044fe"/>
                </p:custDataLst>
              </p:nvPr>
            </p:nvSpPr>
            <p:spPr>
              <a:xfrm>
                <a:off x="10810" y="2251"/>
                <a:ext cx="851" cy="2298"/>
              </a:xfrm>
              <a:custGeom>
                <a:avLst/>
                <a:gdLst/>
                <a:ahLst/>
                <a:cxnLst>
                  <a:cxn ang="3">
                    <a:pos x="hc" y="t"/>
                  </a:cxn>
                  <a:cxn ang="cd2">
                    <a:pos x="l" y="vc"/>
                  </a:cxn>
                  <a:cxn ang="cd4">
                    <a:pos x="hc" y="b"/>
                  </a:cxn>
                  <a:cxn ang="0">
                    <a:pos x="r" y="vc"/>
                  </a:cxn>
                </a:cxnLst>
                <a:rect l="l" t="t" r="r" b="b"/>
                <a:pathLst>
                  <a:path w="851" h="2298">
                    <a:moveTo>
                      <a:pt x="174" y="0"/>
                    </a:moveTo>
                    <a:lnTo>
                      <a:pt x="423" y="0"/>
                    </a:lnTo>
                    <a:lnTo>
                      <a:pt x="423" y="186"/>
                    </a:lnTo>
                    <a:lnTo>
                      <a:pt x="851" y="184"/>
                    </a:lnTo>
                    <a:lnTo>
                      <a:pt x="851" y="1968"/>
                    </a:lnTo>
                    <a:cubicBezTo>
                      <a:pt x="851" y="2028"/>
                      <a:pt x="836" y="2083"/>
                      <a:pt x="806" y="2133"/>
                    </a:cubicBezTo>
                    <a:cubicBezTo>
                      <a:pt x="776" y="2184"/>
                      <a:pt x="735" y="2224"/>
                      <a:pt x="685" y="2253"/>
                    </a:cubicBezTo>
                    <a:cubicBezTo>
                      <a:pt x="634" y="2283"/>
                      <a:pt x="579" y="2298"/>
                      <a:pt x="519" y="2298"/>
                    </a:cubicBezTo>
                    <a:lnTo>
                      <a:pt x="487" y="2298"/>
                    </a:lnTo>
                    <a:lnTo>
                      <a:pt x="487" y="2054"/>
                    </a:lnTo>
                    <a:lnTo>
                      <a:pt x="519" y="2054"/>
                    </a:lnTo>
                    <a:cubicBezTo>
                      <a:pt x="543" y="2054"/>
                      <a:pt x="563" y="2046"/>
                      <a:pt x="579" y="2029"/>
                    </a:cubicBezTo>
                    <a:cubicBezTo>
                      <a:pt x="596" y="2013"/>
                      <a:pt x="604" y="1992"/>
                      <a:pt x="604" y="1968"/>
                    </a:cubicBezTo>
                    <a:lnTo>
                      <a:pt x="604" y="431"/>
                    </a:lnTo>
                    <a:lnTo>
                      <a:pt x="423" y="431"/>
                    </a:lnTo>
                    <a:lnTo>
                      <a:pt x="423" y="1903"/>
                    </a:lnTo>
                    <a:cubicBezTo>
                      <a:pt x="423" y="1975"/>
                      <a:pt x="405" y="2041"/>
                      <a:pt x="369" y="2102"/>
                    </a:cubicBezTo>
                    <a:cubicBezTo>
                      <a:pt x="333" y="2162"/>
                      <a:pt x="285" y="2210"/>
                      <a:pt x="224" y="2245"/>
                    </a:cubicBezTo>
                    <a:cubicBezTo>
                      <a:pt x="164" y="2280"/>
                      <a:pt x="90" y="2298"/>
                      <a:pt x="2" y="2298"/>
                    </a:cubicBezTo>
                    <a:lnTo>
                      <a:pt x="2" y="2054"/>
                    </a:lnTo>
                    <a:cubicBezTo>
                      <a:pt x="59" y="2054"/>
                      <a:pt x="102" y="2040"/>
                      <a:pt x="131" y="2010"/>
                    </a:cubicBezTo>
                    <a:cubicBezTo>
                      <a:pt x="159" y="1981"/>
                      <a:pt x="174" y="1945"/>
                      <a:pt x="174" y="1903"/>
                    </a:cubicBezTo>
                    <a:lnTo>
                      <a:pt x="174" y="433"/>
                    </a:lnTo>
                    <a:lnTo>
                      <a:pt x="3" y="433"/>
                    </a:lnTo>
                    <a:lnTo>
                      <a:pt x="0" y="190"/>
                    </a:lnTo>
                    <a:lnTo>
                      <a:pt x="174" y="188"/>
                    </a:lnTo>
                    <a:lnTo>
                      <a:pt x="174" y="0"/>
                    </a:lnTo>
                    <a:close/>
                  </a:path>
                </a:pathLst>
              </a:custGeom>
              <a:grpFill/>
              <a:ln>
                <a:noFill/>
              </a:ln>
              <a:effectLst/>
            </p:spPr>
            <p:txBody>
              <a:bodyPr wrap="square" lIns="0" tIns="0" rIns="0" bIns="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lnSpc>
                    <a:spcPct val="100000"/>
                  </a:lnSpc>
                </a:pPr>
                <a:endParaRPr lang="zh-CN" altLang="en-US" sz="11500" b="1" noProof="0">
                  <a:ln>
                    <a:noFill/>
                  </a:ln>
                  <a:solidFill>
                    <a:schemeClr val="tx1">
                      <a:lumMod val="75000"/>
                      <a:lumOff val="25000"/>
                    </a:schemeClr>
                  </a:solidFill>
                  <a:effectLst/>
                  <a:uLnTx/>
                  <a:uFillTx/>
                  <a:latin typeface="Arial"/>
                  <a:ea typeface="阿里巴巴普惠体 Medium"/>
                  <a:cs typeface="阿里巴巴普惠体 Medium"/>
                  <a:sym typeface="Arial"/>
                </a:endParaRPr>
              </a:p>
            </p:txBody>
          </p:sp>
          <p:sp>
            <p:nvSpPr>
              <p:cNvPr id="22" name="图形"/>
              <p:cNvSpPr txBox="1"/>
              <p:nvPr>
                <p:custDataLst>
                  <p:tags r:id="R1d5e57245085471b"/>
                </p:custDataLst>
              </p:nvPr>
            </p:nvSpPr>
            <p:spPr>
              <a:xfrm>
                <a:off x="10005" y="2882"/>
                <a:ext cx="801" cy="1669"/>
              </a:xfrm>
              <a:custGeom>
                <a:avLst/>
                <a:gdLst/>
                <a:ahLst/>
                <a:cxnLst>
                  <a:cxn ang="3">
                    <a:pos x="hc" y="t"/>
                  </a:cxn>
                  <a:cxn ang="cd2">
                    <a:pos x="l" y="vc"/>
                  </a:cxn>
                  <a:cxn ang="cd4">
                    <a:pos x="hc" y="b"/>
                  </a:cxn>
                  <a:cxn ang="0">
                    <a:pos x="r" y="vc"/>
                  </a:cxn>
                </a:cxnLst>
                <a:rect l="l" t="t" r="r" b="b"/>
                <a:pathLst>
                  <a:path w="801" h="1669">
                    <a:moveTo>
                      <a:pt x="5" y="0"/>
                    </a:moveTo>
                    <a:lnTo>
                      <a:pt x="801" y="0"/>
                    </a:lnTo>
                    <a:lnTo>
                      <a:pt x="801" y="243"/>
                    </a:lnTo>
                    <a:lnTo>
                      <a:pt x="458" y="243"/>
                    </a:lnTo>
                    <a:cubicBezTo>
                      <a:pt x="452" y="518"/>
                      <a:pt x="430" y="778"/>
                      <a:pt x="393" y="1025"/>
                    </a:cubicBezTo>
                    <a:cubicBezTo>
                      <a:pt x="366" y="1207"/>
                      <a:pt x="330" y="1339"/>
                      <a:pt x="285" y="1423"/>
                    </a:cubicBezTo>
                    <a:lnTo>
                      <a:pt x="431" y="1423"/>
                    </a:lnTo>
                    <a:cubicBezTo>
                      <a:pt x="458" y="1423"/>
                      <a:pt x="480" y="1413"/>
                      <a:pt x="499" y="1394"/>
                    </a:cubicBezTo>
                    <a:cubicBezTo>
                      <a:pt x="518" y="1375"/>
                      <a:pt x="528" y="1352"/>
                      <a:pt x="528" y="1325"/>
                    </a:cubicBezTo>
                    <a:lnTo>
                      <a:pt x="528" y="1206"/>
                    </a:lnTo>
                    <a:lnTo>
                      <a:pt x="777" y="1206"/>
                    </a:lnTo>
                    <a:lnTo>
                      <a:pt x="777" y="1325"/>
                    </a:lnTo>
                    <a:cubicBezTo>
                      <a:pt x="777" y="1386"/>
                      <a:pt x="761" y="1444"/>
                      <a:pt x="731" y="1497"/>
                    </a:cubicBezTo>
                    <a:cubicBezTo>
                      <a:pt x="700" y="1550"/>
                      <a:pt x="658" y="1592"/>
                      <a:pt x="605" y="1623"/>
                    </a:cubicBezTo>
                    <a:cubicBezTo>
                      <a:pt x="552" y="1653"/>
                      <a:pt x="494" y="1669"/>
                      <a:pt x="431" y="1669"/>
                    </a:cubicBezTo>
                    <a:lnTo>
                      <a:pt x="5" y="1669"/>
                    </a:lnTo>
                    <a:lnTo>
                      <a:pt x="5" y="1468"/>
                    </a:lnTo>
                    <a:lnTo>
                      <a:pt x="0" y="1468"/>
                    </a:lnTo>
                    <a:cubicBezTo>
                      <a:pt x="34" y="1429"/>
                      <a:pt x="66" y="1354"/>
                      <a:pt x="96" y="1244"/>
                    </a:cubicBezTo>
                    <a:cubicBezTo>
                      <a:pt x="127" y="1133"/>
                      <a:pt x="153" y="986"/>
                      <a:pt x="175" y="803"/>
                    </a:cubicBezTo>
                    <a:cubicBezTo>
                      <a:pt x="197" y="620"/>
                      <a:pt x="209" y="434"/>
                      <a:pt x="212" y="243"/>
                    </a:cubicBezTo>
                    <a:lnTo>
                      <a:pt x="5" y="243"/>
                    </a:lnTo>
                    <a:lnTo>
                      <a:pt x="5" y="0"/>
                    </a:lnTo>
                    <a:close/>
                  </a:path>
                </a:pathLst>
              </a:custGeom>
              <a:grpFill/>
              <a:ln>
                <a:noFill/>
              </a:ln>
              <a:effectLst/>
            </p:spPr>
            <p:txBody>
              <a:bodyPr wrap="square" lIns="0" tIns="0" rIns="0" bIns="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lnSpc>
                    <a:spcPct val="100000"/>
                  </a:lnSpc>
                </a:pPr>
                <a:endParaRPr lang="zh-CN" altLang="en-US" sz="11500" b="1" noProof="0">
                  <a:ln>
                    <a:noFill/>
                  </a:ln>
                  <a:solidFill>
                    <a:schemeClr val="tx1">
                      <a:lumMod val="75000"/>
                      <a:lumOff val="25000"/>
                    </a:schemeClr>
                  </a:solidFill>
                  <a:effectLst/>
                  <a:uLnTx/>
                  <a:uFillTx/>
                  <a:latin typeface="Arial"/>
                  <a:ea typeface="阿里巴巴普惠体 Medium"/>
                  <a:cs typeface="阿里巴巴普惠体 Medium"/>
                  <a:sym typeface="Arial"/>
                </a:endParaRPr>
              </a:p>
            </p:txBody>
          </p:sp>
        </p:grpSp>
        <p:grpSp>
          <p:nvGrpSpPr>
            <p:cNvPr id="30" name="组合 29"/>
            <p:cNvGrpSpPr/>
            <p:nvPr/>
          </p:nvGrpSpPr>
          <p:grpSpPr>
            <a:xfrm>
              <a:off x="7380" y="1627"/>
              <a:ext cx="1655" cy="2300"/>
              <a:chOff x="7380" y="2251"/>
              <a:chExt cx="1655" cy="2300"/>
            </a:xfrm>
            <a:gradFill>
              <a:gsLst>
                <a:gs pos="61000">
                  <a:schemeClr val="bg1"/>
                </a:gs>
                <a:gs pos="78000">
                  <a:schemeClr val="bg1">
                    <a:alpha val="0"/>
                  </a:schemeClr>
                </a:gs>
              </a:gsLst>
              <a:lin ang="6600000" scaled="0"/>
            </a:gradFill>
          </p:grpSpPr>
          <p:sp>
            <p:nvSpPr>
              <p:cNvPr id="29" name="图形"/>
              <p:cNvSpPr txBox="1"/>
              <p:nvPr>
                <p:custDataLst>
                  <p:tags r:id="R51418df12e6f401c"/>
                </p:custDataLst>
              </p:nvPr>
            </p:nvSpPr>
            <p:spPr>
              <a:xfrm>
                <a:off x="7831" y="2251"/>
                <a:ext cx="1205" cy="2295"/>
              </a:xfrm>
              <a:custGeom>
                <a:avLst/>
                <a:gdLst/>
                <a:ahLst/>
                <a:cxnLst>
                  <a:cxn ang="3">
                    <a:pos x="hc" y="t"/>
                  </a:cxn>
                  <a:cxn ang="cd2">
                    <a:pos x="l" y="vc"/>
                  </a:cxn>
                  <a:cxn ang="cd4">
                    <a:pos x="hc" y="b"/>
                  </a:cxn>
                  <a:cxn ang="0">
                    <a:pos x="r" y="vc"/>
                  </a:cxn>
                </a:cxnLst>
                <a:rect l="l" t="t" r="r" b="b"/>
                <a:pathLst>
                  <a:path w="1205" h="2295">
                    <a:moveTo>
                      <a:pt x="244" y="1488"/>
                    </a:moveTo>
                    <a:lnTo>
                      <a:pt x="244" y="2050"/>
                    </a:lnTo>
                    <a:lnTo>
                      <a:pt x="738" y="2050"/>
                    </a:lnTo>
                    <a:cubicBezTo>
                      <a:pt x="799" y="2050"/>
                      <a:pt x="852" y="2031"/>
                      <a:pt x="894" y="1994"/>
                    </a:cubicBezTo>
                    <a:cubicBezTo>
                      <a:pt x="937" y="1957"/>
                      <a:pt x="958" y="1911"/>
                      <a:pt x="958" y="1858"/>
                    </a:cubicBezTo>
                    <a:lnTo>
                      <a:pt x="958" y="1488"/>
                    </a:lnTo>
                    <a:lnTo>
                      <a:pt x="244" y="1488"/>
                    </a:lnTo>
                    <a:close/>
                    <a:moveTo>
                      <a:pt x="954" y="0"/>
                    </a:moveTo>
                    <a:lnTo>
                      <a:pt x="1201" y="0"/>
                    </a:lnTo>
                    <a:cubicBezTo>
                      <a:pt x="1201" y="81"/>
                      <a:pt x="1184" y="149"/>
                      <a:pt x="1151" y="205"/>
                    </a:cubicBezTo>
                    <a:cubicBezTo>
                      <a:pt x="1118" y="261"/>
                      <a:pt x="1074" y="305"/>
                      <a:pt x="1019" y="337"/>
                    </a:cubicBezTo>
                    <a:cubicBezTo>
                      <a:pt x="964" y="369"/>
                      <a:pt x="903" y="386"/>
                      <a:pt x="837" y="386"/>
                    </a:cubicBezTo>
                    <a:lnTo>
                      <a:pt x="732" y="386"/>
                    </a:lnTo>
                    <a:lnTo>
                      <a:pt x="732" y="699"/>
                    </a:lnTo>
                    <a:lnTo>
                      <a:pt x="1203" y="699"/>
                    </a:lnTo>
                    <a:lnTo>
                      <a:pt x="1203" y="945"/>
                    </a:lnTo>
                    <a:lnTo>
                      <a:pt x="732" y="945"/>
                    </a:lnTo>
                    <a:lnTo>
                      <a:pt x="732" y="1243"/>
                    </a:lnTo>
                    <a:lnTo>
                      <a:pt x="1205" y="1243"/>
                    </a:lnTo>
                    <a:lnTo>
                      <a:pt x="1205" y="1858"/>
                    </a:lnTo>
                    <a:cubicBezTo>
                      <a:pt x="1205" y="1937"/>
                      <a:pt x="1184" y="2011"/>
                      <a:pt x="1142" y="2078"/>
                    </a:cubicBezTo>
                    <a:cubicBezTo>
                      <a:pt x="1100" y="2146"/>
                      <a:pt x="1043" y="2199"/>
                      <a:pt x="972" y="2238"/>
                    </a:cubicBezTo>
                    <a:cubicBezTo>
                      <a:pt x="901" y="2276"/>
                      <a:pt x="823" y="2295"/>
                      <a:pt x="738" y="2295"/>
                    </a:cubicBezTo>
                    <a:lnTo>
                      <a:pt x="0" y="2295"/>
                    </a:lnTo>
                    <a:lnTo>
                      <a:pt x="0" y="1243"/>
                    </a:lnTo>
                    <a:lnTo>
                      <a:pt x="485" y="1243"/>
                    </a:lnTo>
                    <a:lnTo>
                      <a:pt x="485" y="945"/>
                    </a:lnTo>
                    <a:lnTo>
                      <a:pt x="2" y="945"/>
                    </a:lnTo>
                    <a:lnTo>
                      <a:pt x="2" y="699"/>
                    </a:lnTo>
                    <a:lnTo>
                      <a:pt x="485" y="699"/>
                    </a:lnTo>
                    <a:lnTo>
                      <a:pt x="485" y="386"/>
                    </a:lnTo>
                    <a:lnTo>
                      <a:pt x="2" y="386"/>
                    </a:lnTo>
                    <a:lnTo>
                      <a:pt x="2" y="142"/>
                    </a:lnTo>
                    <a:lnTo>
                      <a:pt x="837" y="142"/>
                    </a:lnTo>
                    <a:cubicBezTo>
                      <a:pt x="870" y="142"/>
                      <a:pt x="897" y="130"/>
                      <a:pt x="920" y="107"/>
                    </a:cubicBezTo>
                    <a:cubicBezTo>
                      <a:pt x="943" y="84"/>
                      <a:pt x="954" y="48"/>
                      <a:pt x="954" y="0"/>
                    </a:cubicBezTo>
                    <a:close/>
                  </a:path>
                </a:pathLst>
              </a:custGeom>
              <a:grpFill/>
              <a:ln>
                <a:noFill/>
              </a:ln>
              <a:effectLst/>
            </p:spPr>
            <p:txBody>
              <a:bodyPr wrap="square" lIns="0" tIns="0" rIns="0" bIns="0" rtlCol="0">
                <a:noAutofit/>
              </a:bodyPr>
              <a:lstStyle/>
              <a:p>
                <a:pPr algn="dist">
                  <a:lnSpc>
                    <a:spcPct val="100000"/>
                  </a:lnSpc>
                </a:pPr>
                <a:endParaRPr lang="zh-CN" altLang="en-US" sz="11500" b="1" noProof="0">
                  <a:ln>
                    <a:noFill/>
                  </a:ln>
                  <a:solidFill>
                    <a:schemeClr val="tx1">
                      <a:lumMod val="75000"/>
                      <a:lumOff val="25000"/>
                    </a:schemeClr>
                  </a:solidFill>
                  <a:effectLst/>
                  <a:uLnTx/>
                  <a:uFillTx/>
                  <a:latin typeface="Arial"/>
                  <a:ea typeface="阿里巴巴普惠体 Medium"/>
                  <a:cs typeface="阿里巴巴普惠体 Medium"/>
                  <a:sym typeface="Arial"/>
                </a:endParaRPr>
              </a:p>
            </p:txBody>
          </p:sp>
          <p:sp>
            <p:nvSpPr>
              <p:cNvPr id="15" name="图形"/>
              <p:cNvSpPr txBox="1"/>
              <p:nvPr>
                <p:custDataLst>
                  <p:tags r:id="Rc27a17a31c1d4f4f"/>
                </p:custDataLst>
              </p:nvPr>
            </p:nvSpPr>
            <p:spPr>
              <a:xfrm>
                <a:off x="7400" y="2251"/>
                <a:ext cx="398" cy="543"/>
              </a:xfrm>
              <a:custGeom>
                <a:avLst/>
                <a:gdLst/>
                <a:ahLst/>
                <a:cxnLst>
                  <a:cxn ang="3">
                    <a:pos x="hc" y="t"/>
                  </a:cxn>
                  <a:cxn ang="cd2">
                    <a:pos x="l" y="vc"/>
                  </a:cxn>
                  <a:cxn ang="cd4">
                    <a:pos x="hc" y="b"/>
                  </a:cxn>
                  <a:cxn ang="0">
                    <a:pos x="r" y="vc"/>
                  </a:cxn>
                </a:cxnLst>
                <a:rect l="l" t="t" r="r" b="b"/>
                <a:pathLst>
                  <a:path w="398" h="543">
                    <a:moveTo>
                      <a:pt x="0" y="0"/>
                    </a:moveTo>
                    <a:lnTo>
                      <a:pt x="244" y="0"/>
                    </a:lnTo>
                    <a:lnTo>
                      <a:pt x="244" y="117"/>
                    </a:lnTo>
                    <a:cubicBezTo>
                      <a:pt x="244" y="168"/>
                      <a:pt x="258" y="211"/>
                      <a:pt x="285" y="245"/>
                    </a:cubicBezTo>
                    <a:cubicBezTo>
                      <a:pt x="312" y="280"/>
                      <a:pt x="349" y="298"/>
                      <a:pt x="398" y="298"/>
                    </a:cubicBezTo>
                    <a:lnTo>
                      <a:pt x="398" y="543"/>
                    </a:lnTo>
                    <a:cubicBezTo>
                      <a:pt x="314" y="543"/>
                      <a:pt x="244" y="524"/>
                      <a:pt x="186" y="486"/>
                    </a:cubicBezTo>
                    <a:cubicBezTo>
                      <a:pt x="129" y="448"/>
                      <a:pt x="83" y="396"/>
                      <a:pt x="50" y="331"/>
                    </a:cubicBezTo>
                    <a:cubicBezTo>
                      <a:pt x="17" y="266"/>
                      <a:pt x="0" y="194"/>
                      <a:pt x="0" y="117"/>
                    </a:cubicBezTo>
                    <a:lnTo>
                      <a:pt x="0" y="0"/>
                    </a:lnTo>
                    <a:close/>
                  </a:path>
                </a:pathLst>
              </a:custGeom>
              <a:grpFill/>
              <a:ln>
                <a:noFill/>
              </a:ln>
              <a:effectLst/>
            </p:spPr>
            <p:txBody>
              <a:bodyPr wrap="square" lIns="0" tIns="0" rIns="0" bIns="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lnSpc>
                    <a:spcPct val="100000"/>
                  </a:lnSpc>
                </a:pPr>
                <a:endParaRPr lang="zh-CN" altLang="en-US" sz="11500" b="1" noProof="0">
                  <a:ln>
                    <a:noFill/>
                  </a:ln>
                  <a:solidFill>
                    <a:schemeClr val="tx1">
                      <a:lumMod val="75000"/>
                      <a:lumOff val="25000"/>
                    </a:schemeClr>
                  </a:solidFill>
                  <a:effectLst/>
                  <a:uLnTx/>
                  <a:uFillTx/>
                  <a:latin typeface="Arial"/>
                  <a:ea typeface="阿里巴巴普惠体 Medium"/>
                  <a:cs typeface="阿里巴巴普惠体 Medium"/>
                  <a:sym typeface="Arial"/>
                </a:endParaRPr>
              </a:p>
            </p:txBody>
          </p:sp>
          <p:sp>
            <p:nvSpPr>
              <p:cNvPr id="21" name="图形"/>
              <p:cNvSpPr txBox="1"/>
              <p:nvPr>
                <p:custDataLst>
                  <p:tags r:id="R0ec55a040760491e"/>
                </p:custDataLst>
              </p:nvPr>
            </p:nvSpPr>
            <p:spPr>
              <a:xfrm>
                <a:off x="7400" y="2824"/>
                <a:ext cx="398" cy="543"/>
              </a:xfrm>
              <a:custGeom>
                <a:avLst/>
                <a:gdLst/>
                <a:ahLst/>
                <a:cxnLst>
                  <a:cxn ang="3">
                    <a:pos x="hc" y="t"/>
                  </a:cxn>
                  <a:cxn ang="cd2">
                    <a:pos x="l" y="vc"/>
                  </a:cxn>
                  <a:cxn ang="cd4">
                    <a:pos x="hc" y="b"/>
                  </a:cxn>
                  <a:cxn ang="0">
                    <a:pos x="r" y="vc"/>
                  </a:cxn>
                </a:cxnLst>
                <a:rect l="l" t="t" r="r" b="b"/>
                <a:pathLst>
                  <a:path w="398" h="543">
                    <a:moveTo>
                      <a:pt x="0" y="0"/>
                    </a:moveTo>
                    <a:lnTo>
                      <a:pt x="244" y="0"/>
                    </a:lnTo>
                    <a:lnTo>
                      <a:pt x="244" y="117"/>
                    </a:lnTo>
                    <a:cubicBezTo>
                      <a:pt x="244" y="168"/>
                      <a:pt x="258" y="211"/>
                      <a:pt x="285" y="245"/>
                    </a:cubicBezTo>
                    <a:cubicBezTo>
                      <a:pt x="312" y="280"/>
                      <a:pt x="349" y="298"/>
                      <a:pt x="398" y="298"/>
                    </a:cubicBezTo>
                    <a:lnTo>
                      <a:pt x="398" y="543"/>
                    </a:lnTo>
                    <a:cubicBezTo>
                      <a:pt x="314" y="543"/>
                      <a:pt x="244" y="524"/>
                      <a:pt x="186" y="486"/>
                    </a:cubicBezTo>
                    <a:cubicBezTo>
                      <a:pt x="129" y="448"/>
                      <a:pt x="83" y="396"/>
                      <a:pt x="50" y="331"/>
                    </a:cubicBezTo>
                    <a:cubicBezTo>
                      <a:pt x="17" y="266"/>
                      <a:pt x="0" y="194"/>
                      <a:pt x="0" y="117"/>
                    </a:cubicBezTo>
                    <a:lnTo>
                      <a:pt x="0" y="0"/>
                    </a:lnTo>
                    <a:close/>
                  </a:path>
                </a:pathLst>
              </a:custGeom>
              <a:grpFill/>
              <a:ln>
                <a:noFill/>
              </a:ln>
              <a:effectLst/>
            </p:spPr>
            <p:txBody>
              <a:bodyPr wrap="square" lIns="0" tIns="0" rIns="0" bIns="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lnSpc>
                    <a:spcPct val="100000"/>
                  </a:lnSpc>
                </a:pPr>
                <a:endParaRPr lang="zh-CN" altLang="en-US" sz="11500" b="1" noProof="0">
                  <a:ln>
                    <a:noFill/>
                  </a:ln>
                  <a:solidFill>
                    <a:schemeClr val="tx1">
                      <a:lumMod val="75000"/>
                      <a:lumOff val="25000"/>
                    </a:schemeClr>
                  </a:solidFill>
                  <a:effectLst/>
                  <a:uLnTx/>
                  <a:uFillTx/>
                  <a:latin typeface="Arial"/>
                  <a:ea typeface="阿里巴巴普惠体 Medium"/>
                  <a:cs typeface="阿里巴巴普惠体 Medium"/>
                  <a:sym typeface="Arial"/>
                </a:endParaRPr>
              </a:p>
            </p:txBody>
          </p:sp>
          <p:sp>
            <p:nvSpPr>
              <p:cNvPr id="26" name="图形"/>
              <p:cNvSpPr txBox="1"/>
              <p:nvPr>
                <p:custDataLst>
                  <p:tags r:id="R9a75ef4168614466"/>
                </p:custDataLst>
              </p:nvPr>
            </p:nvSpPr>
            <p:spPr>
              <a:xfrm>
                <a:off x="7380" y="3469"/>
                <a:ext cx="432" cy="1082"/>
              </a:xfrm>
              <a:custGeom>
                <a:avLst/>
                <a:gdLst/>
                <a:ahLst/>
                <a:cxnLst>
                  <a:cxn ang="3">
                    <a:pos x="hc" y="t"/>
                  </a:cxn>
                  <a:cxn ang="cd2">
                    <a:pos x="l" y="vc"/>
                  </a:cxn>
                  <a:cxn ang="cd4">
                    <a:pos x="hc" y="b"/>
                  </a:cxn>
                  <a:cxn ang="0">
                    <a:pos x="r" y="vc"/>
                  </a:cxn>
                </a:cxnLst>
                <a:rect l="l" t="t" r="r" b="b"/>
                <a:pathLst>
                  <a:path w="432" h="1082">
                    <a:moveTo>
                      <a:pt x="187" y="0"/>
                    </a:moveTo>
                    <a:lnTo>
                      <a:pt x="432" y="0"/>
                    </a:lnTo>
                    <a:lnTo>
                      <a:pt x="432" y="385"/>
                    </a:lnTo>
                    <a:cubicBezTo>
                      <a:pt x="432" y="466"/>
                      <a:pt x="421" y="568"/>
                      <a:pt x="399" y="688"/>
                    </a:cubicBezTo>
                    <a:cubicBezTo>
                      <a:pt x="377" y="809"/>
                      <a:pt x="323" y="911"/>
                      <a:pt x="236" y="992"/>
                    </a:cubicBezTo>
                    <a:cubicBezTo>
                      <a:pt x="183" y="1052"/>
                      <a:pt x="104" y="1082"/>
                      <a:pt x="0" y="1082"/>
                    </a:cubicBezTo>
                    <a:lnTo>
                      <a:pt x="0" y="837"/>
                    </a:lnTo>
                    <a:cubicBezTo>
                      <a:pt x="36" y="837"/>
                      <a:pt x="62" y="828"/>
                      <a:pt x="79" y="812"/>
                    </a:cubicBezTo>
                    <a:cubicBezTo>
                      <a:pt x="116" y="774"/>
                      <a:pt x="143" y="710"/>
                      <a:pt x="161" y="620"/>
                    </a:cubicBezTo>
                    <a:cubicBezTo>
                      <a:pt x="178" y="529"/>
                      <a:pt x="187" y="451"/>
                      <a:pt x="187" y="385"/>
                    </a:cubicBezTo>
                    <a:lnTo>
                      <a:pt x="187" y="0"/>
                    </a:lnTo>
                    <a:close/>
                  </a:path>
                </a:pathLst>
              </a:custGeom>
              <a:grpFill/>
              <a:ln>
                <a:noFill/>
              </a:ln>
              <a:effectLst/>
            </p:spPr>
            <p:txBody>
              <a:bodyPr wrap="square" lIns="0" tIns="0" rIns="0" bIns="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lnSpc>
                    <a:spcPct val="100000"/>
                  </a:lnSpc>
                </a:pPr>
                <a:endParaRPr lang="zh-CN" altLang="en-US" sz="11500" b="1" noProof="0">
                  <a:ln>
                    <a:noFill/>
                  </a:ln>
                  <a:solidFill>
                    <a:schemeClr val="tx1">
                      <a:lumMod val="75000"/>
                      <a:lumOff val="25000"/>
                    </a:schemeClr>
                  </a:solidFill>
                  <a:effectLst/>
                  <a:uLnTx/>
                  <a:uFillTx/>
                  <a:latin typeface="Arial"/>
                  <a:ea typeface="阿里巴巴普惠体 Medium"/>
                  <a:cs typeface="阿里巴巴普惠体 Medium"/>
                  <a:sym typeface="Arial"/>
                </a:endParaRPr>
              </a:p>
            </p:txBody>
          </p:sp>
        </p:grpSp>
      </p:grpSp>
      <p:sp>
        <p:nvSpPr>
          <p:cNvPr id="77" name="图形"/>
          <p:cNvSpPr txBox="1"/>
          <p:nvPr/>
        </p:nvSpPr>
        <p:spPr>
          <a:xfrm>
            <a:off x="4686300" y="2872741"/>
            <a:ext cx="6400800" cy="646331"/>
          </a:xfrm>
          <a:prstGeom prst="rect">
            <a:avLst/>
          </a:prstGeom>
          <a:noFill/>
        </p:spPr>
        <p:txBody>
          <a:bodyPr wrap="square" lIns="0" tIns="0" rIns="0" bIns="0" rtlCol="0">
            <a:spAutoFit/>
          </a:bodyPr>
          <a:lstStyle/>
          <a:p>
            <a:pPr algn="l">
              <a:lnSpc>
                <a:spcPct val="150000"/>
              </a:lnSpc>
            </a:pPr>
            <a:r>
              <a:rPr lang="en-US" altLang="zh-CN" sz="1400" noProof="0">
                <a:ln>
                  <a:noFill/>
                </a:ln>
                <a:solidFill>
                  <a:schemeClr val="bg1"/>
                </a:solidFill>
                <a:effectLst/>
                <a:uLnTx/>
                <a:uFillTx/>
                <a:latin typeface="Arial"/>
                <a:ea typeface="阿里巴巴普惠体 Medium"/>
                <a:cs typeface="阿里巴巴普惠体 Medium"/>
                <a:sym typeface="Arial"/>
              </a:rPr>
              <a:t>Click here to enter your text,change the color or size of the text.Click here to enter your text,change the color or size of the text.</a:t>
            </a:r>
          </a:p>
        </p:txBody>
      </p:sp>
    </p:spTree>
    <p:custDataLst>
      <p:tags r:id="R1ddacbb3a0cb4e9b"/>
    </p:custDataLst>
  </p:cSld>
  <p:clrMapOvr>
    <a:masterClrMapping/>
  </p:clrMapOvr>
  <p:transition advTm="2000">
    <p:checke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8" presetClass="entr" presetSubtype="12" fill="hold" nodeType="afterEffect">
                                  <p:stCondLst>
                                    <p:cond delay="0"/>
                                  </p:stCondLst>
                                  <p:childTnLst>
                                    <p:set>
                                      <p:cBhvr>
                                        <p:cTn id="6" dur="1000" fill="hold">
                                          <p:stCondLst>
                                            <p:cond delay="0"/>
                                          </p:stCondLst>
                                        </p:cTn>
                                        <p:tgtEl>
                                          <p:spTgt spid="4"/>
                                        </p:tgtEl>
                                        <p:attrNameLst>
                                          <p:attrName>style.visibility</p:attrName>
                                        </p:attrNameLst>
                                      </p:cBhvr>
                                      <p:to>
                                        <p:strVal val="visible"/>
                                      </p:to>
                                    </p:set>
                                    <p:animEffect transition="in" filter="strips(downLeft)">
                                      <p:cBhvr>
                                        <p:cTn id="7" dur="1000"/>
                                        <p:tgtEl>
                                          <p:spTgt spid="4"/>
                                        </p:tgtEl>
                                      </p:cBhvr>
                                    </p:animEffect>
                                  </p:childTnLst>
                                </p:cTn>
                              </p:par>
                            </p:childTnLst>
                          </p:cTn>
                        </p:par>
                        <p:par>
                          <p:cTn id="8" fill="hold" nodeType="afterGroup">
                            <p:stCondLst>
                              <p:cond delay="1000"/>
                            </p:stCondLst>
                            <p:childTnLst>
                              <p:par>
                                <p:cTn id="9" presetID="47" presetClass="entr" presetSubtype="0" fill="hold" nodeType="afterEffect">
                                  <p:stCondLst>
                                    <p:cond delay="0"/>
                                  </p:stCondLst>
                                  <p:childTnLst>
                                    <p:set>
                                      <p:cBhvr>
                                        <p:cTn id="10" dur="1000" fill="hold">
                                          <p:stCondLst>
                                            <p:cond delay="0"/>
                                          </p:stCondLst>
                                        </p:cTn>
                                        <p:tgtEl>
                                          <p:spTgt spid="5"/>
                                        </p:tgtEl>
                                        <p:attrNameLst>
                                          <p:attrName>style.visibility</p:attrName>
                                        </p:attrNameLst>
                                      </p:cBhvr>
                                      <p:to>
                                        <p:strVal val="visible"/>
                                      </p:to>
                                    </p:set>
                                    <p:animEffect transition="in" filter="fade">
                                      <p:cBhvr>
                                        <p:cTn id="11" dur="1000"/>
                                        <p:tgtEl>
                                          <p:spTgt spid="5"/>
                                        </p:tgtEl>
                                      </p:cBhvr>
                                    </p:animEffect>
                                    <p:anim calcmode="lin" valueType="num">
                                      <p:cBhvr>
                                        <p:cTn id="12" dur="1000" fill="hold"/>
                                        <p:tgtEl>
                                          <p:spTgt spid="5"/>
                                        </p:tgtEl>
                                        <p:attrNameLst>
                                          <p:attrName>ppt_x</p:attrName>
                                        </p:attrNameLst>
                                      </p:cBhvr>
                                      <p:tavLst>
                                        <p:tav tm="0">
                                          <p:val>
                                            <p:strVal val="#ppt_x"/>
                                          </p:val>
                                        </p:tav>
                                        <p:tav tm="100000">
                                          <p:val>
                                            <p:strVal val="#ppt_x"/>
                                          </p:val>
                                        </p:tav>
                                      </p:tavLst>
                                    </p:anim>
                                    <p:anim calcmode="lin" valueType="num">
                                      <p:cBhvr>
                                        <p:cTn id="13" dur="1000" fill="hold"/>
                                        <p:tgtEl>
                                          <p:spTgt spid="5"/>
                                        </p:tgtEl>
                                        <p:attrNameLst>
                                          <p:attrName>ppt_y</p:attrName>
                                        </p:attrNameLst>
                                      </p:cBhvr>
                                      <p:tavLst>
                                        <p:tav tm="0">
                                          <p:val>
                                            <p:strVal val="#ppt_y-.1"/>
                                          </p:val>
                                        </p:tav>
                                        <p:tav tm="100000">
                                          <p:val>
                                            <p:strVal val="#ppt_y"/>
                                          </p:val>
                                        </p:tav>
                                      </p:tavLst>
                                    </p:anim>
                                  </p:childTnLst>
                                </p:cTn>
                              </p:par>
                            </p:childTnLst>
                          </p:cTn>
                        </p:par>
                        <p:par>
                          <p:cTn id="14" fill="hold" nodeType="afterGroup">
                            <p:stCondLst>
                              <p:cond delay="2000"/>
                            </p:stCondLst>
                            <p:childTnLst>
                              <p:par>
                                <p:cTn id="15" presetID="47" presetClass="entr" presetSubtype="0" fill="hold" nodeType="afterEffect">
                                  <p:stCondLst>
                                    <p:cond delay="0"/>
                                  </p:stCondLst>
                                  <p:childTnLst>
                                    <p:set>
                                      <p:cBhvr>
                                        <p:cTn id="16" dur="1000" fill="hold">
                                          <p:stCondLst>
                                            <p:cond delay="0"/>
                                          </p:stCondLst>
                                        </p:cTn>
                                        <p:tgtEl>
                                          <p:spTgt spid="8"/>
                                        </p:tgtEl>
                                        <p:attrNameLst>
                                          <p:attrName>style.visibility</p:attrName>
                                        </p:attrNameLst>
                                      </p:cBhvr>
                                      <p:to>
                                        <p:strVal val="visible"/>
                                      </p:to>
                                    </p:set>
                                    <p:animEffect transition="in" filter="fade">
                                      <p:cBhvr>
                                        <p:cTn id="17" dur="1000"/>
                                        <p:tgtEl>
                                          <p:spTgt spid="8"/>
                                        </p:tgtEl>
                                      </p:cBhvr>
                                    </p:animEffect>
                                    <p:anim calcmode="lin" valueType="num">
                                      <p:cBhvr>
                                        <p:cTn id="18" dur="1000" fill="hold"/>
                                        <p:tgtEl>
                                          <p:spTgt spid="8"/>
                                        </p:tgtEl>
                                        <p:attrNameLst>
                                          <p:attrName>ppt_x</p:attrName>
                                        </p:attrNameLst>
                                      </p:cBhvr>
                                      <p:tavLst>
                                        <p:tav tm="0">
                                          <p:val>
                                            <p:strVal val="#ppt_x"/>
                                          </p:val>
                                        </p:tav>
                                        <p:tav tm="100000">
                                          <p:val>
                                            <p:strVal val="#ppt_x"/>
                                          </p:val>
                                        </p:tav>
                                      </p:tavLst>
                                    </p:anim>
                                    <p:anim calcmode="lin" valueType="num">
                                      <p:cBhvr>
                                        <p:cTn id="19" dur="1000" fill="hold"/>
                                        <p:tgtEl>
                                          <p:spTgt spid="8"/>
                                        </p:tgtEl>
                                        <p:attrNameLst>
                                          <p:attrName>ppt_y</p:attrName>
                                        </p:attrNameLst>
                                      </p:cBhvr>
                                      <p:tavLst>
                                        <p:tav tm="0">
                                          <p:val>
                                            <p:strVal val="#ppt_y-.1"/>
                                          </p:val>
                                        </p:tav>
                                        <p:tav tm="100000">
                                          <p:val>
                                            <p:strVal val="#ppt_y"/>
                                          </p:val>
                                        </p:tav>
                                      </p:tavLst>
                                    </p:anim>
                                  </p:childTnLst>
                                </p:cTn>
                              </p:par>
                            </p:childTnLst>
                          </p:cTn>
                        </p:par>
                        <p:par>
                          <p:cTn id="20" fill="hold" nodeType="afterGroup">
                            <p:stCondLst>
                              <p:cond delay="3000"/>
                            </p:stCondLst>
                            <p:childTnLst>
                              <p:par>
                                <p:cTn id="21" presetID="29" presetClass="entr" presetSubtype="0" fill="hold" grpId="0" nodeType="afterEffect">
                                  <p:stCondLst>
                                    <p:cond delay="0"/>
                                  </p:stCondLst>
                                  <p:childTnLst>
                                    <p:set>
                                      <p:cBhvr>
                                        <p:cTn id="22" dur="1000" fill="hold">
                                          <p:stCondLst>
                                            <p:cond delay="0"/>
                                          </p:stCondLst>
                                        </p:cTn>
                                        <p:tgtEl>
                                          <p:spTgt spid="77"/>
                                        </p:tgtEl>
                                        <p:attrNameLst>
                                          <p:attrName>style.visibility</p:attrName>
                                        </p:attrNameLst>
                                      </p:cBhvr>
                                      <p:to>
                                        <p:strVal val="visible"/>
                                      </p:to>
                                    </p:set>
                                    <p:anim calcmode="lin" valueType="num">
                                      <p:cBhvr>
                                        <p:cTn id="23" dur="1000" fill="hold"/>
                                        <p:tgtEl>
                                          <p:spTgt spid="77"/>
                                        </p:tgtEl>
                                        <p:attrNameLst>
                                          <p:attrName>ppt_x</p:attrName>
                                        </p:attrNameLst>
                                      </p:cBhvr>
                                      <p:tavLst>
                                        <p:tav tm="0">
                                          <p:val>
                                            <p:strVal val="#ppt_x-.2"/>
                                          </p:val>
                                        </p:tav>
                                        <p:tav tm="100000">
                                          <p:val>
                                            <p:strVal val="#ppt_x"/>
                                          </p:val>
                                        </p:tav>
                                      </p:tavLst>
                                    </p:anim>
                                    <p:anim calcmode="lin" valueType="num">
                                      <p:cBhvr>
                                        <p:cTn id="24" dur="1000" fill="hold"/>
                                        <p:tgtEl>
                                          <p:spTgt spid="77"/>
                                        </p:tgtEl>
                                        <p:attrNameLst>
                                          <p:attrName>ppt_y</p:attrName>
                                        </p:attrNameLst>
                                      </p:cBhvr>
                                      <p:tavLst>
                                        <p:tav tm="0">
                                          <p:val>
                                            <p:strVal val="#ppt_y"/>
                                          </p:val>
                                        </p:tav>
                                        <p:tav tm="100000">
                                          <p:val>
                                            <p:strVal val="#ppt_y"/>
                                          </p:val>
                                        </p:tav>
                                      </p:tavLst>
                                    </p:anim>
                                    <p:animEffect transition="in" filter="wipe(right)" prLst="gradientSize: 0.1">
                                      <p:cBhvr>
                                        <p:cTn id="25" dur="1000"/>
                                        <p:tgtEl>
                                          <p:spTgt spid="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 grpId="0"/>
      <p:bldP spid="77" grpId="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图形"/>
          <p:cNvGrpSpPr/>
          <p:nvPr/>
        </p:nvGrpSpPr>
        <p:grpSpPr>
          <a:xfrm>
            <a:off x="1" y="300356"/>
            <a:ext cx="3197225" cy="576580"/>
            <a:chOff x="0" y="473"/>
            <a:chExt cx="5035" cy="908"/>
          </a:xfrm>
        </p:grpSpPr>
        <p:sp>
          <p:nvSpPr>
            <p:cNvPr id="2" name="图形"/>
            <p:cNvSpPr/>
            <p:nvPr>
              <p:custDataLst>
                <p:tags r:id="R1d60bd03fb454135"/>
              </p:custDataLst>
            </p:nvPr>
          </p:nvSpPr>
          <p:spPr>
            <a:xfrm rot="5400000">
              <a:off x="361" y="112"/>
              <a:ext cx="908" cy="1630"/>
            </a:xfrm>
            <a:prstGeom prst="round2SameRect">
              <a:avLst>
                <a:gd name="adj1" fmla="val 50000"/>
                <a:gd name="adj2" fmla="val 0"/>
              </a:avLst>
            </a:prstGeom>
            <a:solidFill>
              <a:srgbClr val="B4000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ltLang="zh-CN">
                <a:latin typeface="Arial"/>
                <a:ea typeface="阿里巴巴普惠体 Medium"/>
                <a:cs typeface="阿里巴巴普惠体 Medium"/>
                <a:sym typeface="Arial"/>
              </a:endParaRPr>
            </a:p>
          </p:txBody>
        </p:sp>
        <p:sp>
          <p:nvSpPr>
            <p:cNvPr id="3" name="图形"/>
            <p:cNvSpPr txBox="1"/>
            <p:nvPr>
              <p:custDataLst>
                <p:tags r:id="R44ad88942dd54f3e"/>
              </p:custDataLst>
            </p:nvPr>
          </p:nvSpPr>
          <p:spPr>
            <a:xfrm>
              <a:off x="340" y="540"/>
              <a:ext cx="951" cy="775"/>
            </a:xfrm>
            <a:prstGeom prst="rect">
              <a:avLst/>
            </a:prstGeom>
            <a:noFill/>
          </p:spPr>
          <p:txBody>
            <a:bodyPr wrap="square" lIns="0" tIns="0" rIns="0" bIns="0" rtlCol="0">
              <a:spAutoFit/>
            </a:bodyPr>
            <a:lstStyle/>
            <a:p>
              <a:pPr algn="ctr">
                <a:lnSpc>
                  <a:spcPct val="100000"/>
                </a:lnSpc>
              </a:pPr>
              <a:r>
                <a:rPr lang="en-US" altLang="zh-CN" sz="3200" noProof="0">
                  <a:ln>
                    <a:noFill/>
                  </a:ln>
                  <a:solidFill>
                    <a:schemeClr val="bg1"/>
                  </a:solidFill>
                  <a:effectLst/>
                  <a:uLnTx/>
                  <a:uFillTx/>
                  <a:latin typeface="Arial"/>
                  <a:ea typeface="阿里巴巴普惠体 Medium"/>
                  <a:cs typeface="阿里巴巴普惠体 Medium"/>
                  <a:sym typeface="Arial"/>
                </a:rPr>
                <a:t>02</a:t>
              </a:r>
            </a:p>
          </p:txBody>
        </p:sp>
        <p:sp>
          <p:nvSpPr>
            <p:cNvPr id="29" name="图形"/>
            <p:cNvSpPr txBox="1"/>
            <p:nvPr>
              <p:custDataLst>
                <p:tags r:id="R5b9d9948396e42b1"/>
              </p:custDataLst>
            </p:nvPr>
          </p:nvSpPr>
          <p:spPr>
            <a:xfrm>
              <a:off x="1878" y="491"/>
              <a:ext cx="3157" cy="872"/>
            </a:xfrm>
            <a:prstGeom prst="rect">
              <a:avLst/>
            </a:prstGeom>
            <a:noFill/>
          </p:spPr>
          <p:txBody>
            <a:bodyPr wrap="square" lIns="0" tIns="0" rIns="0" bIns="0" rtlCol="0">
              <a:spAutoFit/>
            </a:bodyPr>
            <a:lstStyle/>
            <a:p>
              <a:pPr algn="dist">
                <a:lnSpc>
                  <a:spcPct val="100000"/>
                </a:lnSpc>
              </a:pPr>
              <a:r>
                <a:rPr lang="zh-CN" altLang="en-US" sz="3600" noProof="0">
                  <a:ln>
                    <a:noFill/>
                  </a:ln>
                  <a:solidFill>
                    <a:schemeClr val="tx1">
                      <a:lumMod val="75000"/>
                      <a:lumOff val="25000"/>
                    </a:schemeClr>
                  </a:solidFill>
                  <a:effectLst/>
                  <a:uLnTx/>
                  <a:uFillTx/>
                  <a:latin typeface="Arial"/>
                  <a:ea typeface="阿里巴巴普惠体 Medium"/>
                  <a:cs typeface="阿里巴巴普惠体 Medium"/>
                  <a:sym typeface="Arial"/>
                </a:rPr>
                <a:t>活动规划</a:t>
              </a:r>
            </a:p>
          </p:txBody>
        </p:sp>
      </p:grpSp>
      <p:grpSp>
        <p:nvGrpSpPr>
          <p:cNvPr id="13" name="图形"/>
          <p:cNvGrpSpPr/>
          <p:nvPr/>
        </p:nvGrpSpPr>
        <p:grpSpPr>
          <a:xfrm>
            <a:off x="1092200" y="1522095"/>
            <a:ext cx="10022205" cy="4000500"/>
            <a:chOff x="1720" y="2397"/>
            <a:chExt cx="15783" cy="6300"/>
          </a:xfrm>
        </p:grpSpPr>
        <p:pic>
          <p:nvPicPr>
            <p:cNvPr id="7" name="图形" descr="5d00bd44efe15"/>
            <p:cNvPicPr>
              <a:picLocks noChangeAspect="1"/>
            </p:cNvPicPr>
            <p:nvPr/>
          </p:nvPicPr>
          <p:blipFill>
            <a:blip r:embed="Rfe1d6b82402a47e7">
              <a:extLst>
                <a:ext uri="{28A0092B-C50C-407E-A947-70E740481C1C}">
                  <a14:useLocalDpi xmlns:a14="http://schemas.microsoft.com/office/drawing/2010/main"/>
                </a:ext>
              </a:extLst>
            </a:blip>
            <a:stretch>
              <a:fillRect/>
            </a:stretch>
          </p:blipFill>
          <p:spPr>
            <a:xfrm>
              <a:off x="1720" y="2397"/>
              <a:ext cx="6300" cy="6300"/>
            </a:xfrm>
            <a:prstGeom prst="ellipse">
              <a:avLst/>
            </a:prstGeom>
            <a:ln w="38100">
              <a:solidFill>
                <a:srgbClr val="8A0006"/>
              </a:solidFill>
            </a:ln>
          </p:spPr>
        </p:pic>
        <p:grpSp>
          <p:nvGrpSpPr>
            <p:cNvPr id="12" name="组合 11"/>
            <p:cNvGrpSpPr/>
            <p:nvPr/>
          </p:nvGrpSpPr>
          <p:grpSpPr>
            <a:xfrm>
              <a:off x="8926" y="3029"/>
              <a:ext cx="8577" cy="5037"/>
              <a:chOff x="8926" y="2767"/>
              <a:chExt cx="8577" cy="5037"/>
            </a:xfrm>
          </p:grpSpPr>
          <p:grpSp>
            <p:nvGrpSpPr>
              <p:cNvPr id="11" name="组合 10"/>
              <p:cNvGrpSpPr/>
              <p:nvPr/>
            </p:nvGrpSpPr>
            <p:grpSpPr>
              <a:xfrm>
                <a:off x="8926" y="6583"/>
                <a:ext cx="1222" cy="1220"/>
                <a:chOff x="8926" y="6583"/>
                <a:chExt cx="1222" cy="1220"/>
              </a:xfrm>
            </p:grpSpPr>
            <p:sp>
              <p:nvSpPr>
                <p:cNvPr id="27" name="图形"/>
                <p:cNvSpPr/>
                <p:nvPr>
                  <p:custDataLst>
                    <p:tags r:id="R6405ae5a0b00438c"/>
                  </p:custDataLst>
                </p:nvPr>
              </p:nvSpPr>
              <p:spPr>
                <a:xfrm>
                  <a:off x="8926" y="6583"/>
                  <a:ext cx="1222" cy="1220"/>
                </a:xfrm>
                <a:prstGeom prst="roundRect">
                  <a:avLst/>
                </a:prstGeom>
                <a:solidFill>
                  <a:srgbClr val="B4000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ct val="0"/>
                    </a:spcBef>
                    <a:spcAft>
                      <a:spcPct val="0"/>
                    </a:spcAft>
                    <a:defRPr/>
                  </a:pPr>
                  <a:endParaRPr lang="zh-CN" altLang="en-US">
                    <a:solidFill>
                      <a:schemeClr val="tx1">
                        <a:lumMod val="85000"/>
                        <a:lumOff val="15000"/>
                      </a:schemeClr>
                    </a:solidFill>
                    <a:latin typeface="Arial"/>
                    <a:ea typeface="阿里巴巴普惠体 Medium"/>
                    <a:cs typeface="阿里巴巴普惠体 Medium"/>
                    <a:sym typeface="Arial"/>
                  </a:endParaRPr>
                </a:p>
              </p:txBody>
            </p:sp>
            <p:sp>
              <p:nvSpPr>
                <p:cNvPr id="31" name="图形"/>
                <p:cNvSpPr>
                  <a:spLocks noEditPoints="1"/>
                </p:cNvSpPr>
                <p:nvPr>
                  <p:custDataLst>
                    <p:tags r:id="R30509d60248c4c3e"/>
                  </p:custDataLst>
                </p:nvPr>
              </p:nvSpPr>
              <p:spPr bwMode="auto">
                <a:xfrm>
                  <a:off x="9233" y="6922"/>
                  <a:ext cx="609" cy="543"/>
                </a:xfrm>
                <a:custGeom>
                  <a:avLst/>
                  <a:gdLst>
                    <a:gd name="T0" fmla="*/ 138 w 163"/>
                    <a:gd name="T1" fmla="*/ 0 h 145"/>
                    <a:gd name="T2" fmla="*/ 24 w 163"/>
                    <a:gd name="T3" fmla="*/ 0 h 145"/>
                    <a:gd name="T4" fmla="*/ 0 w 163"/>
                    <a:gd name="T5" fmla="*/ 65 h 145"/>
                    <a:gd name="T6" fmla="*/ 0 w 163"/>
                    <a:gd name="T7" fmla="*/ 145 h 145"/>
                    <a:gd name="T8" fmla="*/ 163 w 163"/>
                    <a:gd name="T9" fmla="*/ 145 h 145"/>
                    <a:gd name="T10" fmla="*/ 163 w 163"/>
                    <a:gd name="T11" fmla="*/ 65 h 145"/>
                    <a:gd name="T12" fmla="*/ 138 w 163"/>
                    <a:gd name="T13" fmla="*/ 0 h 145"/>
                    <a:gd name="T14" fmla="*/ 22 w 163"/>
                    <a:gd name="T15" fmla="*/ 59 h 145"/>
                    <a:gd name="T16" fmla="*/ 37 w 163"/>
                    <a:gd name="T17" fmla="*/ 11 h 145"/>
                    <a:gd name="T18" fmla="*/ 126 w 163"/>
                    <a:gd name="T19" fmla="*/ 11 h 145"/>
                    <a:gd name="T20" fmla="*/ 142 w 163"/>
                    <a:gd name="T21" fmla="*/ 59 h 145"/>
                    <a:gd name="T22" fmla="*/ 22 w 163"/>
                    <a:gd name="T23" fmla="*/ 59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3" h="145">
                      <a:moveTo>
                        <a:pt x="138" y="0"/>
                      </a:moveTo>
                      <a:lnTo>
                        <a:pt x="24" y="0"/>
                      </a:lnTo>
                      <a:lnTo>
                        <a:pt x="0" y="65"/>
                      </a:lnTo>
                      <a:lnTo>
                        <a:pt x="0" y="145"/>
                      </a:lnTo>
                      <a:lnTo>
                        <a:pt x="163" y="145"/>
                      </a:lnTo>
                      <a:lnTo>
                        <a:pt x="163" y="65"/>
                      </a:lnTo>
                      <a:lnTo>
                        <a:pt x="138" y="0"/>
                      </a:lnTo>
                      <a:close/>
                      <a:moveTo>
                        <a:pt x="22" y="59"/>
                      </a:moveTo>
                      <a:lnTo>
                        <a:pt x="37" y="11"/>
                      </a:lnTo>
                      <a:lnTo>
                        <a:pt x="126" y="11"/>
                      </a:lnTo>
                      <a:lnTo>
                        <a:pt x="142" y="59"/>
                      </a:lnTo>
                      <a:lnTo>
                        <a:pt x="22" y="59"/>
                      </a:lnTo>
                      <a:close/>
                    </a:path>
                  </a:pathLst>
                </a:custGeom>
                <a:solidFill>
                  <a:schemeClr val="bg1"/>
                </a:solidFill>
                <a:ln>
                  <a:noFill/>
                </a:ln>
              </p:spPr>
              <p:txBody>
                <a:bodyPr/>
                <a:lstStyle/>
                <a:p>
                  <a:pPr fontAlgn="auto">
                    <a:spcBef>
                      <a:spcPct val="0"/>
                    </a:spcBef>
                    <a:spcAft>
                      <a:spcPct val="0"/>
                    </a:spcAft>
                    <a:defRPr/>
                  </a:pPr>
                  <a:endParaRPr lang="zh-CN" altLang="en-US">
                    <a:solidFill>
                      <a:schemeClr val="tx1">
                        <a:lumMod val="85000"/>
                        <a:lumOff val="15000"/>
                      </a:schemeClr>
                    </a:solidFill>
                    <a:latin typeface="Arial"/>
                    <a:ea typeface="阿里巴巴普惠体 Medium"/>
                    <a:cs typeface="阿里巴巴普惠体 Medium"/>
                    <a:sym typeface="Arial"/>
                  </a:endParaRPr>
                </a:p>
              </p:txBody>
            </p:sp>
          </p:grpSp>
          <p:grpSp>
            <p:nvGrpSpPr>
              <p:cNvPr id="9" name="组合 8"/>
              <p:cNvGrpSpPr/>
              <p:nvPr/>
            </p:nvGrpSpPr>
            <p:grpSpPr>
              <a:xfrm>
                <a:off x="13712" y="6582"/>
                <a:ext cx="1222" cy="1222"/>
                <a:chOff x="13712" y="6582"/>
                <a:chExt cx="1222" cy="1222"/>
              </a:xfrm>
            </p:grpSpPr>
            <p:sp>
              <p:nvSpPr>
                <p:cNvPr id="6" name="图形"/>
                <p:cNvSpPr/>
                <p:nvPr>
                  <p:custDataLst>
                    <p:tags r:id="R9742de90b2014f64"/>
                  </p:custDataLst>
                </p:nvPr>
              </p:nvSpPr>
              <p:spPr>
                <a:xfrm>
                  <a:off x="13712" y="6582"/>
                  <a:ext cx="1222" cy="1222"/>
                </a:xfrm>
                <a:prstGeom prst="roundRect">
                  <a:avLst/>
                </a:prstGeom>
                <a:solidFill>
                  <a:srgbClr val="B4000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ct val="0"/>
                    </a:spcBef>
                    <a:spcAft>
                      <a:spcPct val="0"/>
                    </a:spcAft>
                    <a:defRPr/>
                  </a:pPr>
                  <a:endParaRPr lang="zh-CN" altLang="en-US">
                    <a:solidFill>
                      <a:schemeClr val="tx1">
                        <a:lumMod val="85000"/>
                        <a:lumOff val="15000"/>
                      </a:schemeClr>
                    </a:solidFill>
                    <a:latin typeface="Arial"/>
                    <a:ea typeface="阿里巴巴普惠体 Medium"/>
                    <a:cs typeface="阿里巴巴普惠体 Medium"/>
                    <a:sym typeface="Arial"/>
                  </a:endParaRPr>
                </a:p>
              </p:txBody>
            </p:sp>
            <p:sp>
              <p:nvSpPr>
                <p:cNvPr id="32" name="图形"/>
                <p:cNvSpPr>
                  <a:spLocks noEditPoints="1"/>
                </p:cNvSpPr>
                <p:nvPr>
                  <p:custDataLst>
                    <p:tags r:id="Rbfe4adf0597640f1"/>
                  </p:custDataLst>
                </p:nvPr>
              </p:nvSpPr>
              <p:spPr bwMode="auto">
                <a:xfrm>
                  <a:off x="14019" y="6922"/>
                  <a:ext cx="609" cy="543"/>
                </a:xfrm>
                <a:custGeom>
                  <a:avLst/>
                  <a:gdLst>
                    <a:gd name="T0" fmla="*/ 138 w 163"/>
                    <a:gd name="T1" fmla="*/ 0 h 145"/>
                    <a:gd name="T2" fmla="*/ 24 w 163"/>
                    <a:gd name="T3" fmla="*/ 0 h 145"/>
                    <a:gd name="T4" fmla="*/ 0 w 163"/>
                    <a:gd name="T5" fmla="*/ 65 h 145"/>
                    <a:gd name="T6" fmla="*/ 0 w 163"/>
                    <a:gd name="T7" fmla="*/ 145 h 145"/>
                    <a:gd name="T8" fmla="*/ 163 w 163"/>
                    <a:gd name="T9" fmla="*/ 145 h 145"/>
                    <a:gd name="T10" fmla="*/ 163 w 163"/>
                    <a:gd name="T11" fmla="*/ 65 h 145"/>
                    <a:gd name="T12" fmla="*/ 138 w 163"/>
                    <a:gd name="T13" fmla="*/ 0 h 145"/>
                    <a:gd name="T14" fmla="*/ 21 w 163"/>
                    <a:gd name="T15" fmla="*/ 59 h 145"/>
                    <a:gd name="T16" fmla="*/ 37 w 163"/>
                    <a:gd name="T17" fmla="*/ 11 h 145"/>
                    <a:gd name="T18" fmla="*/ 126 w 163"/>
                    <a:gd name="T19" fmla="*/ 11 h 145"/>
                    <a:gd name="T20" fmla="*/ 142 w 163"/>
                    <a:gd name="T21" fmla="*/ 59 h 145"/>
                    <a:gd name="T22" fmla="*/ 21 w 163"/>
                    <a:gd name="T23" fmla="*/ 59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3" h="145">
                      <a:moveTo>
                        <a:pt x="138" y="0"/>
                      </a:moveTo>
                      <a:lnTo>
                        <a:pt x="24" y="0"/>
                      </a:lnTo>
                      <a:lnTo>
                        <a:pt x="0" y="65"/>
                      </a:lnTo>
                      <a:lnTo>
                        <a:pt x="0" y="145"/>
                      </a:lnTo>
                      <a:lnTo>
                        <a:pt x="163" y="145"/>
                      </a:lnTo>
                      <a:lnTo>
                        <a:pt x="163" y="65"/>
                      </a:lnTo>
                      <a:lnTo>
                        <a:pt x="138" y="0"/>
                      </a:lnTo>
                      <a:close/>
                      <a:moveTo>
                        <a:pt x="21" y="59"/>
                      </a:moveTo>
                      <a:lnTo>
                        <a:pt x="37" y="11"/>
                      </a:lnTo>
                      <a:lnTo>
                        <a:pt x="126" y="11"/>
                      </a:lnTo>
                      <a:lnTo>
                        <a:pt x="142" y="59"/>
                      </a:lnTo>
                      <a:lnTo>
                        <a:pt x="21" y="59"/>
                      </a:lnTo>
                      <a:close/>
                    </a:path>
                  </a:pathLst>
                </a:custGeom>
                <a:solidFill>
                  <a:schemeClr val="bg1"/>
                </a:solidFill>
                <a:ln>
                  <a:noFill/>
                </a:ln>
              </p:spPr>
              <p:txBody>
                <a:bodyPr/>
                <a:lstStyle/>
                <a:p>
                  <a:pPr fontAlgn="auto">
                    <a:spcBef>
                      <a:spcPct val="0"/>
                    </a:spcBef>
                    <a:spcAft>
                      <a:spcPct val="0"/>
                    </a:spcAft>
                    <a:defRPr/>
                  </a:pPr>
                  <a:endParaRPr lang="zh-CN" altLang="en-US">
                    <a:solidFill>
                      <a:schemeClr val="tx1">
                        <a:lumMod val="85000"/>
                        <a:lumOff val="15000"/>
                      </a:schemeClr>
                    </a:solidFill>
                    <a:latin typeface="Arial"/>
                    <a:ea typeface="阿里巴巴普惠体 Medium"/>
                    <a:cs typeface="阿里巴巴普惠体 Medium"/>
                    <a:sym typeface="Arial"/>
                  </a:endParaRPr>
                </a:p>
              </p:txBody>
            </p:sp>
          </p:grpSp>
          <p:grpSp>
            <p:nvGrpSpPr>
              <p:cNvPr id="10" name="组合 9"/>
              <p:cNvGrpSpPr/>
              <p:nvPr/>
            </p:nvGrpSpPr>
            <p:grpSpPr>
              <a:xfrm>
                <a:off x="11319" y="6582"/>
                <a:ext cx="1222" cy="1222"/>
                <a:chOff x="11418" y="6582"/>
                <a:chExt cx="1222" cy="1222"/>
              </a:xfrm>
            </p:grpSpPr>
            <p:sp>
              <p:nvSpPr>
                <p:cNvPr id="28" name="图形"/>
                <p:cNvSpPr/>
                <p:nvPr>
                  <p:custDataLst>
                    <p:tags r:id="R446212ebbf544f5f"/>
                  </p:custDataLst>
                </p:nvPr>
              </p:nvSpPr>
              <p:spPr>
                <a:xfrm>
                  <a:off x="11418" y="6582"/>
                  <a:ext cx="1222" cy="1222"/>
                </a:xfrm>
                <a:prstGeom prst="roundRect">
                  <a:avLst/>
                </a:prstGeom>
                <a:solidFill>
                  <a:srgbClr val="8A000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ct val="0"/>
                    </a:spcBef>
                    <a:spcAft>
                      <a:spcPct val="0"/>
                    </a:spcAft>
                    <a:defRPr/>
                  </a:pPr>
                  <a:endParaRPr lang="zh-CN" altLang="en-US">
                    <a:solidFill>
                      <a:schemeClr val="tx1">
                        <a:lumMod val="85000"/>
                        <a:lumOff val="15000"/>
                      </a:schemeClr>
                    </a:solidFill>
                    <a:latin typeface="Arial"/>
                    <a:ea typeface="阿里巴巴普惠体 Medium"/>
                    <a:cs typeface="阿里巴巴普惠体 Medium"/>
                    <a:sym typeface="Arial"/>
                  </a:endParaRPr>
                </a:p>
              </p:txBody>
            </p:sp>
            <p:sp>
              <p:nvSpPr>
                <p:cNvPr id="33" name="图形"/>
                <p:cNvSpPr>
                  <a:spLocks noEditPoints="1"/>
                </p:cNvSpPr>
                <p:nvPr>
                  <p:custDataLst>
                    <p:tags r:id="R06c2f083b12045d2"/>
                  </p:custDataLst>
                </p:nvPr>
              </p:nvSpPr>
              <p:spPr bwMode="auto">
                <a:xfrm>
                  <a:off x="11724" y="6955"/>
                  <a:ext cx="611" cy="477"/>
                </a:xfrm>
                <a:custGeom>
                  <a:avLst/>
                  <a:gdLst>
                    <a:gd name="T0" fmla="*/ 82 w 164"/>
                    <a:gd name="T1" fmla="*/ 0 h 128"/>
                    <a:gd name="T2" fmla="*/ 0 w 164"/>
                    <a:gd name="T3" fmla="*/ 22 h 128"/>
                    <a:gd name="T4" fmla="*/ 0 w 164"/>
                    <a:gd name="T5" fmla="*/ 22 h 128"/>
                    <a:gd name="T6" fmla="*/ 0 w 164"/>
                    <a:gd name="T7" fmla="*/ 107 h 128"/>
                    <a:gd name="T8" fmla="*/ 76 w 164"/>
                    <a:gd name="T9" fmla="*/ 128 h 128"/>
                    <a:gd name="T10" fmla="*/ 76 w 164"/>
                    <a:gd name="T11" fmla="*/ 43 h 128"/>
                    <a:gd name="T12" fmla="*/ 22 w 164"/>
                    <a:gd name="T13" fmla="*/ 28 h 128"/>
                    <a:gd name="T14" fmla="*/ 82 w 164"/>
                    <a:gd name="T15" fmla="*/ 12 h 128"/>
                    <a:gd name="T16" fmla="*/ 141 w 164"/>
                    <a:gd name="T17" fmla="*/ 28 h 128"/>
                    <a:gd name="T18" fmla="*/ 141 w 164"/>
                    <a:gd name="T19" fmla="*/ 28 h 128"/>
                    <a:gd name="T20" fmla="*/ 88 w 164"/>
                    <a:gd name="T21" fmla="*/ 43 h 128"/>
                    <a:gd name="T22" fmla="*/ 88 w 164"/>
                    <a:gd name="T23" fmla="*/ 128 h 128"/>
                    <a:gd name="T24" fmla="*/ 164 w 164"/>
                    <a:gd name="T25" fmla="*/ 107 h 128"/>
                    <a:gd name="T26" fmla="*/ 164 w 164"/>
                    <a:gd name="T27" fmla="*/ 22 h 128"/>
                    <a:gd name="T28" fmla="*/ 82 w 164"/>
                    <a:gd name="T29" fmla="*/ 0 h 128"/>
                    <a:gd name="T30" fmla="*/ 143 w 164"/>
                    <a:gd name="T31" fmla="*/ 62 h 128"/>
                    <a:gd name="T32" fmla="*/ 110 w 164"/>
                    <a:gd name="T33" fmla="*/ 71 h 128"/>
                    <a:gd name="T34" fmla="*/ 110 w 164"/>
                    <a:gd name="T35" fmla="*/ 55 h 128"/>
                    <a:gd name="T36" fmla="*/ 143 w 164"/>
                    <a:gd name="T37" fmla="*/ 46 h 128"/>
                    <a:gd name="T38" fmla="*/ 143 w 164"/>
                    <a:gd name="T39" fmla="*/ 62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64" h="128">
                      <a:moveTo>
                        <a:pt x="82" y="0"/>
                      </a:moveTo>
                      <a:lnTo>
                        <a:pt x="0" y="22"/>
                      </a:lnTo>
                      <a:lnTo>
                        <a:pt x="0" y="22"/>
                      </a:lnTo>
                      <a:lnTo>
                        <a:pt x="0" y="107"/>
                      </a:lnTo>
                      <a:lnTo>
                        <a:pt x="76" y="128"/>
                      </a:lnTo>
                      <a:lnTo>
                        <a:pt x="76" y="43"/>
                      </a:lnTo>
                      <a:lnTo>
                        <a:pt x="22" y="28"/>
                      </a:lnTo>
                      <a:lnTo>
                        <a:pt x="82" y="12"/>
                      </a:lnTo>
                      <a:lnTo>
                        <a:pt x="141" y="28"/>
                      </a:lnTo>
                      <a:lnTo>
                        <a:pt x="141" y="28"/>
                      </a:lnTo>
                      <a:lnTo>
                        <a:pt x="88" y="43"/>
                      </a:lnTo>
                      <a:lnTo>
                        <a:pt x="88" y="128"/>
                      </a:lnTo>
                      <a:lnTo>
                        <a:pt x="164" y="107"/>
                      </a:lnTo>
                      <a:lnTo>
                        <a:pt x="164" y="22"/>
                      </a:lnTo>
                      <a:lnTo>
                        <a:pt x="82" y="0"/>
                      </a:lnTo>
                      <a:close/>
                      <a:moveTo>
                        <a:pt x="143" y="62"/>
                      </a:moveTo>
                      <a:lnTo>
                        <a:pt x="110" y="71"/>
                      </a:lnTo>
                      <a:lnTo>
                        <a:pt x="110" y="55"/>
                      </a:lnTo>
                      <a:lnTo>
                        <a:pt x="143" y="46"/>
                      </a:lnTo>
                      <a:lnTo>
                        <a:pt x="143" y="62"/>
                      </a:lnTo>
                      <a:close/>
                    </a:path>
                  </a:pathLst>
                </a:custGeom>
                <a:solidFill>
                  <a:schemeClr val="bg1"/>
                </a:solidFill>
                <a:ln>
                  <a:noFill/>
                </a:ln>
              </p:spPr>
              <p:txBody>
                <a:bodyPr/>
                <a:lstStyle/>
                <a:p>
                  <a:pPr fontAlgn="auto">
                    <a:spcBef>
                      <a:spcPct val="0"/>
                    </a:spcBef>
                    <a:spcAft>
                      <a:spcPct val="0"/>
                    </a:spcAft>
                    <a:defRPr/>
                  </a:pPr>
                  <a:endParaRPr lang="zh-CN" altLang="en-US">
                    <a:solidFill>
                      <a:schemeClr val="tx1">
                        <a:lumMod val="85000"/>
                        <a:lumOff val="15000"/>
                      </a:schemeClr>
                    </a:solidFill>
                    <a:latin typeface="Arial"/>
                    <a:ea typeface="阿里巴巴普惠体 Medium"/>
                    <a:cs typeface="阿里巴巴普惠体 Medium"/>
                    <a:sym typeface="Arial"/>
                  </a:endParaRPr>
                </a:p>
              </p:txBody>
            </p:sp>
          </p:grpSp>
          <p:grpSp>
            <p:nvGrpSpPr>
              <p:cNvPr id="8" name="组合 7"/>
              <p:cNvGrpSpPr/>
              <p:nvPr/>
            </p:nvGrpSpPr>
            <p:grpSpPr>
              <a:xfrm>
                <a:off x="16105" y="6582"/>
                <a:ext cx="1222" cy="1222"/>
                <a:chOff x="16105" y="6582"/>
                <a:chExt cx="1222" cy="1222"/>
              </a:xfrm>
            </p:grpSpPr>
            <p:sp>
              <p:nvSpPr>
                <p:cNvPr id="30" name="图形"/>
                <p:cNvSpPr/>
                <p:nvPr>
                  <p:custDataLst>
                    <p:tags r:id="R43682c327dcb4994"/>
                  </p:custDataLst>
                </p:nvPr>
              </p:nvSpPr>
              <p:spPr>
                <a:xfrm>
                  <a:off x="16105" y="6582"/>
                  <a:ext cx="1222" cy="1222"/>
                </a:xfrm>
                <a:prstGeom prst="roundRect">
                  <a:avLst/>
                </a:prstGeom>
                <a:solidFill>
                  <a:srgbClr val="8A000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ct val="0"/>
                    </a:spcBef>
                    <a:spcAft>
                      <a:spcPct val="0"/>
                    </a:spcAft>
                    <a:defRPr/>
                  </a:pPr>
                  <a:endParaRPr lang="zh-CN" altLang="en-US">
                    <a:solidFill>
                      <a:schemeClr val="tx1">
                        <a:lumMod val="85000"/>
                        <a:lumOff val="15000"/>
                      </a:schemeClr>
                    </a:solidFill>
                    <a:latin typeface="Arial"/>
                    <a:ea typeface="阿里巴巴普惠体 Medium"/>
                    <a:cs typeface="阿里巴巴普惠体 Medium"/>
                    <a:sym typeface="Arial"/>
                  </a:endParaRPr>
                </a:p>
              </p:txBody>
            </p:sp>
            <p:grpSp>
              <p:nvGrpSpPr>
                <p:cNvPr id="34" name="组合 33"/>
                <p:cNvGrpSpPr/>
                <p:nvPr/>
              </p:nvGrpSpPr>
              <p:grpSpPr>
                <a:xfrm>
                  <a:off x="16413" y="6832"/>
                  <a:ext cx="606" cy="722"/>
                  <a:chOff x="2405063" y="1315969"/>
                  <a:chExt cx="281888" cy="423933"/>
                </a:xfrm>
                <a:solidFill>
                  <a:schemeClr val="bg1"/>
                </a:solidFill>
              </p:grpSpPr>
              <p:sp>
                <p:nvSpPr>
                  <p:cNvPr id="35" name="图形"/>
                  <p:cNvSpPr/>
                  <p:nvPr>
                    <p:custDataLst>
                      <p:tags r:id="Re9a1c2f735dc49ab"/>
                    </p:custDataLst>
                  </p:nvPr>
                </p:nvSpPr>
                <p:spPr bwMode="auto">
                  <a:xfrm>
                    <a:off x="2405063" y="1523270"/>
                    <a:ext cx="138742" cy="216632"/>
                  </a:xfrm>
                  <a:custGeom>
                    <a:avLst/>
                    <a:gdLst>
                      <a:gd name="T0" fmla="*/ 0 w 57"/>
                      <a:gd name="T1" fmla="*/ 9 h 89"/>
                      <a:gd name="T2" fmla="*/ 0 w 57"/>
                      <a:gd name="T3" fmla="*/ 9 h 89"/>
                      <a:gd name="T4" fmla="*/ 0 w 57"/>
                      <a:gd name="T5" fmla="*/ 73 h 89"/>
                      <a:gd name="T6" fmla="*/ 57 w 57"/>
                      <a:gd name="T7" fmla="*/ 89 h 89"/>
                      <a:gd name="T8" fmla="*/ 57 w 57"/>
                      <a:gd name="T9" fmla="*/ 25 h 89"/>
                      <a:gd name="T10" fmla="*/ 16 w 57"/>
                      <a:gd name="T11" fmla="*/ 14 h 89"/>
                      <a:gd name="T12" fmla="*/ 41 w 57"/>
                      <a:gd name="T13" fmla="*/ 7 h 89"/>
                      <a:gd name="T14" fmla="*/ 36 w 57"/>
                      <a:gd name="T15" fmla="*/ 0 h 89"/>
                      <a:gd name="T16" fmla="*/ 0 w 57"/>
                      <a:gd name="T17" fmla="*/ 9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89">
                        <a:moveTo>
                          <a:pt x="0" y="9"/>
                        </a:moveTo>
                        <a:lnTo>
                          <a:pt x="0" y="9"/>
                        </a:lnTo>
                        <a:lnTo>
                          <a:pt x="0" y="73"/>
                        </a:lnTo>
                        <a:lnTo>
                          <a:pt x="57" y="89"/>
                        </a:lnTo>
                        <a:lnTo>
                          <a:pt x="57" y="25"/>
                        </a:lnTo>
                        <a:lnTo>
                          <a:pt x="16" y="14"/>
                        </a:lnTo>
                        <a:lnTo>
                          <a:pt x="41" y="7"/>
                        </a:lnTo>
                        <a:lnTo>
                          <a:pt x="36" y="0"/>
                        </a:lnTo>
                        <a:lnTo>
                          <a:pt x="0" y="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fontAlgn="auto">
                      <a:spcBef>
                        <a:spcPct val="0"/>
                      </a:spcBef>
                      <a:spcAft>
                        <a:spcPct val="0"/>
                      </a:spcAft>
                      <a:defRPr/>
                    </a:pPr>
                    <a:endParaRPr lang="zh-CN" altLang="en-US">
                      <a:solidFill>
                        <a:schemeClr val="tx1">
                          <a:lumMod val="85000"/>
                          <a:lumOff val="15000"/>
                        </a:schemeClr>
                      </a:solidFill>
                      <a:latin typeface="Arial"/>
                      <a:ea typeface="阿里巴巴普惠体 Medium"/>
                      <a:cs typeface="阿里巴巴普惠体 Medium"/>
                      <a:sym typeface="Arial"/>
                    </a:endParaRPr>
                  </a:p>
                </p:txBody>
              </p:sp>
              <p:sp>
                <p:nvSpPr>
                  <p:cNvPr id="36" name="图形"/>
                  <p:cNvSpPr>
                    <a:spLocks noEditPoints="1"/>
                  </p:cNvSpPr>
                  <p:nvPr>
                    <p:custDataLst>
                      <p:tags r:id="R08586d7344534d5b"/>
                    </p:custDataLst>
                  </p:nvPr>
                </p:nvSpPr>
                <p:spPr bwMode="auto">
                  <a:xfrm>
                    <a:off x="2550644" y="1523270"/>
                    <a:ext cx="136307" cy="216632"/>
                  </a:xfrm>
                  <a:custGeom>
                    <a:avLst/>
                    <a:gdLst>
                      <a:gd name="T0" fmla="*/ 21 w 56"/>
                      <a:gd name="T1" fmla="*/ 0 h 89"/>
                      <a:gd name="T2" fmla="*/ 15 w 56"/>
                      <a:gd name="T3" fmla="*/ 7 h 89"/>
                      <a:gd name="T4" fmla="*/ 40 w 56"/>
                      <a:gd name="T5" fmla="*/ 14 h 89"/>
                      <a:gd name="T6" fmla="*/ 40 w 56"/>
                      <a:gd name="T7" fmla="*/ 14 h 89"/>
                      <a:gd name="T8" fmla="*/ 0 w 56"/>
                      <a:gd name="T9" fmla="*/ 25 h 89"/>
                      <a:gd name="T10" fmla="*/ 0 w 56"/>
                      <a:gd name="T11" fmla="*/ 89 h 89"/>
                      <a:gd name="T12" fmla="*/ 56 w 56"/>
                      <a:gd name="T13" fmla="*/ 73 h 89"/>
                      <a:gd name="T14" fmla="*/ 56 w 56"/>
                      <a:gd name="T15" fmla="*/ 9 h 89"/>
                      <a:gd name="T16" fmla="*/ 21 w 56"/>
                      <a:gd name="T17" fmla="*/ 0 h 89"/>
                      <a:gd name="T18" fmla="*/ 41 w 56"/>
                      <a:gd name="T19" fmla="*/ 39 h 89"/>
                      <a:gd name="T20" fmla="*/ 17 w 56"/>
                      <a:gd name="T21" fmla="*/ 46 h 89"/>
                      <a:gd name="T22" fmla="*/ 17 w 56"/>
                      <a:gd name="T23" fmla="*/ 34 h 89"/>
                      <a:gd name="T24" fmla="*/ 41 w 56"/>
                      <a:gd name="T25" fmla="*/ 28 h 89"/>
                      <a:gd name="T26" fmla="*/ 41 w 56"/>
                      <a:gd name="T27" fmla="*/ 39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6" h="89">
                        <a:moveTo>
                          <a:pt x="21" y="0"/>
                        </a:moveTo>
                        <a:lnTo>
                          <a:pt x="15" y="7"/>
                        </a:lnTo>
                        <a:lnTo>
                          <a:pt x="40" y="14"/>
                        </a:lnTo>
                        <a:lnTo>
                          <a:pt x="40" y="14"/>
                        </a:lnTo>
                        <a:lnTo>
                          <a:pt x="0" y="25"/>
                        </a:lnTo>
                        <a:lnTo>
                          <a:pt x="0" y="89"/>
                        </a:lnTo>
                        <a:lnTo>
                          <a:pt x="56" y="73"/>
                        </a:lnTo>
                        <a:lnTo>
                          <a:pt x="56" y="9"/>
                        </a:lnTo>
                        <a:lnTo>
                          <a:pt x="21" y="0"/>
                        </a:lnTo>
                        <a:close/>
                        <a:moveTo>
                          <a:pt x="41" y="39"/>
                        </a:moveTo>
                        <a:lnTo>
                          <a:pt x="17" y="46"/>
                        </a:lnTo>
                        <a:lnTo>
                          <a:pt x="17" y="34"/>
                        </a:lnTo>
                        <a:lnTo>
                          <a:pt x="41" y="28"/>
                        </a:lnTo>
                        <a:lnTo>
                          <a:pt x="41" y="3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fontAlgn="auto">
                      <a:spcBef>
                        <a:spcPct val="0"/>
                      </a:spcBef>
                      <a:spcAft>
                        <a:spcPct val="0"/>
                      </a:spcAft>
                      <a:defRPr/>
                    </a:pPr>
                    <a:endParaRPr lang="zh-CN" altLang="en-US">
                      <a:solidFill>
                        <a:schemeClr val="tx1">
                          <a:lumMod val="85000"/>
                          <a:lumOff val="15000"/>
                        </a:schemeClr>
                      </a:solidFill>
                      <a:latin typeface="Arial"/>
                      <a:ea typeface="阿里巴巴普惠体 Medium"/>
                      <a:cs typeface="阿里巴巴普惠体 Medium"/>
                      <a:sym typeface="Arial"/>
                    </a:endParaRPr>
                  </a:p>
                </p:txBody>
              </p:sp>
              <p:sp>
                <p:nvSpPr>
                  <p:cNvPr id="37" name="图形"/>
                  <p:cNvSpPr/>
                  <p:nvPr>
                    <p:custDataLst>
                      <p:tags r:id="R1ddd045e574b4d6c"/>
                    </p:custDataLst>
                  </p:nvPr>
                </p:nvSpPr>
                <p:spPr bwMode="auto">
                  <a:xfrm>
                    <a:off x="2454571" y="1315969"/>
                    <a:ext cx="187423" cy="211764"/>
                  </a:xfrm>
                  <a:custGeom>
                    <a:avLst/>
                    <a:gdLst>
                      <a:gd name="T0" fmla="*/ 38 w 77"/>
                      <a:gd name="T1" fmla="*/ 87 h 87"/>
                      <a:gd name="T2" fmla="*/ 77 w 77"/>
                      <a:gd name="T3" fmla="*/ 42 h 87"/>
                      <a:gd name="T4" fmla="*/ 48 w 77"/>
                      <a:gd name="T5" fmla="*/ 42 h 87"/>
                      <a:gd name="T6" fmla="*/ 48 w 77"/>
                      <a:gd name="T7" fmla="*/ 0 h 87"/>
                      <a:gd name="T8" fmla="*/ 29 w 77"/>
                      <a:gd name="T9" fmla="*/ 0 h 87"/>
                      <a:gd name="T10" fmla="*/ 29 w 77"/>
                      <a:gd name="T11" fmla="*/ 42 h 87"/>
                      <a:gd name="T12" fmla="*/ 0 w 77"/>
                      <a:gd name="T13" fmla="*/ 42 h 87"/>
                      <a:gd name="T14" fmla="*/ 38 w 77"/>
                      <a:gd name="T15" fmla="*/ 87 h 8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7" h="87">
                        <a:moveTo>
                          <a:pt x="38" y="87"/>
                        </a:moveTo>
                        <a:lnTo>
                          <a:pt x="77" y="42"/>
                        </a:lnTo>
                        <a:lnTo>
                          <a:pt x="48" y="42"/>
                        </a:lnTo>
                        <a:lnTo>
                          <a:pt x="48" y="0"/>
                        </a:lnTo>
                        <a:lnTo>
                          <a:pt x="29" y="0"/>
                        </a:lnTo>
                        <a:lnTo>
                          <a:pt x="29" y="42"/>
                        </a:lnTo>
                        <a:lnTo>
                          <a:pt x="0" y="42"/>
                        </a:lnTo>
                        <a:lnTo>
                          <a:pt x="38" y="8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fontAlgn="auto">
                      <a:spcBef>
                        <a:spcPct val="0"/>
                      </a:spcBef>
                      <a:spcAft>
                        <a:spcPct val="0"/>
                      </a:spcAft>
                      <a:defRPr/>
                    </a:pPr>
                    <a:endParaRPr lang="zh-CN" altLang="en-US">
                      <a:solidFill>
                        <a:schemeClr val="tx1">
                          <a:lumMod val="85000"/>
                          <a:lumOff val="15000"/>
                        </a:schemeClr>
                      </a:solidFill>
                      <a:latin typeface="Arial"/>
                      <a:ea typeface="阿里巴巴普惠体 Medium"/>
                      <a:cs typeface="阿里巴巴普惠体 Medium"/>
                      <a:sym typeface="Arial"/>
                    </a:endParaRPr>
                  </a:p>
                </p:txBody>
              </p:sp>
            </p:grpSp>
          </p:grpSp>
          <p:sp>
            <p:nvSpPr>
              <p:cNvPr id="41" name="图形"/>
              <p:cNvSpPr txBox="1"/>
              <p:nvPr>
                <p:custDataLst>
                  <p:tags r:id="R1f35079b3b7a4b5a"/>
                </p:custDataLst>
              </p:nvPr>
            </p:nvSpPr>
            <p:spPr>
              <a:xfrm>
                <a:off x="8926" y="2767"/>
                <a:ext cx="3109" cy="582"/>
              </a:xfrm>
              <a:prstGeom prst="rect">
                <a:avLst/>
              </a:prstGeom>
              <a:noFill/>
            </p:spPr>
            <p:txBody>
              <a:bodyPr wrap="square" lIns="0" tIns="0" rIns="0" bIns="0" rtlCol="0">
                <a:spAutoFit/>
              </a:bodyPr>
              <a:lstStyle/>
              <a:p>
                <a:r>
                  <a:rPr lang="zh-CN" altLang="en-US" sz="2400">
                    <a:solidFill>
                      <a:schemeClr val="tx1">
                        <a:lumMod val="75000"/>
                        <a:lumOff val="25000"/>
                      </a:schemeClr>
                    </a:solidFill>
                    <a:latin typeface="Arial"/>
                    <a:ea typeface="阿里巴巴普惠体 Medium"/>
                    <a:cs typeface="阿里巴巴普惠体 Medium"/>
                    <a:sym typeface="Arial"/>
                  </a:rPr>
                  <a:t>添加标题文本</a:t>
                </a:r>
              </a:p>
            </p:txBody>
          </p:sp>
          <p:sp>
            <p:nvSpPr>
              <p:cNvPr id="42" name="图形"/>
              <p:cNvSpPr txBox="1"/>
              <p:nvPr>
                <p:custDataLst>
                  <p:tags r:id="Rd5d269a12eab4fae"/>
                </p:custDataLst>
              </p:nvPr>
            </p:nvSpPr>
            <p:spPr>
              <a:xfrm>
                <a:off x="8926" y="3346"/>
                <a:ext cx="8577" cy="2545"/>
              </a:xfrm>
              <a:prstGeom prst="rect">
                <a:avLst/>
              </a:prstGeom>
              <a:noFill/>
            </p:spPr>
            <p:txBody>
              <a:bodyPr wrap="square" lIns="0" tIns="0" rIns="0" bIns="0" rtlCol="0">
                <a:spAutoFit/>
              </a:bodyPr>
              <a:lstStyle/>
              <a:p>
                <a:pPr>
                  <a:lnSpc>
                    <a:spcPct val="150000"/>
                  </a:lnSpc>
                </a:pPr>
                <a:r>
                  <a:rPr lang="zh-CN" altLang="en-US" sz="1400">
                    <a:solidFill>
                      <a:schemeClr val="tx1">
                        <a:lumMod val="65000"/>
                        <a:lumOff val="35000"/>
                      </a:schemeClr>
                    </a:solidFill>
                    <a:latin typeface="Arial"/>
                    <a:ea typeface="阿里巴巴普惠体 Medium"/>
                    <a:cs typeface="阿里巴巴普惠体 Medium"/>
                    <a:sym typeface="Arial"/>
                  </a:rPr>
                  <a:t>单击此处输入您的文本内容，可更改文字的颜色或者大X等属性。单击此处输入您的文本内容，可更改文字的颜色或者大X等属性。单击此处输入您的文本内容，可更改文字的颜色或者大X等属性。单击此处输入您的文本内容，可更改文字的颜色或者大X等属性。单击此处输入您的文本内容，可更改文字的颜色或者大X等属性。</a:t>
                </a:r>
                <a:endParaRPr lang="en-US" altLang="zh-CN" sz="1400">
                  <a:solidFill>
                    <a:schemeClr val="tx1">
                      <a:lumMod val="65000"/>
                      <a:lumOff val="35000"/>
                    </a:schemeClr>
                  </a:solidFill>
                  <a:latin typeface="Arial"/>
                  <a:ea typeface="阿里巴巴普惠体 Medium"/>
                  <a:cs typeface="阿里巴巴普惠体 Medium"/>
                  <a:sym typeface="Arial"/>
                </a:endParaRPr>
              </a:p>
            </p:txBody>
          </p:sp>
        </p:grpSp>
      </p:grpSp>
    </p:spTree>
    <p:custDataLst>
      <p:tags r:id="R218a052f32aa4644"/>
    </p:custDataLst>
  </p:cSld>
  <p:clrMapOvr>
    <a:masterClrMapping/>
  </p:clrMapOvr>
  <p:transition advTm="2000">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ppt_x</p:attrName>
                                        </p:attrNameLst>
                                      </p:cBhvr>
                                      <p:tavLst>
                                        <p:tav tm="0">
                                          <p:val>
                                            <p:strVal val="#ppt_x-.2"/>
                                          </p:val>
                                        </p:tav>
                                        <p:tav tm="100000">
                                          <p:val>
                                            <p:strVal val="#ppt_x"/>
                                          </p:val>
                                        </p:tav>
                                      </p:tavLst>
                                    </p:anim>
                                    <p:anim calcmode="lin" valueType="num">
                                      <p:cBhvr>
                                        <p:cTn id="8" dur="1000" fill="hold"/>
                                        <p:tgtEl>
                                          <p:spTgt spid="4"/>
                                        </p:tgtEl>
                                        <p:attrNameLst>
                                          <p:attrName>ppt_y</p:attrName>
                                        </p:attrNameLst>
                                      </p:cBhvr>
                                      <p:tavLst>
                                        <p:tav tm="0">
                                          <p:val>
                                            <p:strVal val="#ppt_y"/>
                                          </p:val>
                                        </p:tav>
                                        <p:tav tm="100000">
                                          <p:val>
                                            <p:strVal val="#ppt_y"/>
                                          </p:val>
                                        </p:tav>
                                      </p:tavLst>
                                    </p:anim>
                                    <p:animEffect transition="in" filter="wipe(right)" prLst="gradientSize: 0.1">
                                      <p:cBhvr>
                                        <p:cTn id="9" dur="1000"/>
                                        <p:tgtEl>
                                          <p:spTgt spid="4"/>
                                        </p:tgtEl>
                                      </p:cBhvr>
                                    </p:animEffect>
                                  </p:childTnLst>
                                </p:cTn>
                              </p:par>
                            </p:childTnLst>
                          </p:cTn>
                        </p:par>
                      </p:childTnLst>
                    </p:cTn>
                  </p:par>
                  <p:par>
                    <p:cTn id="10" fill="hold" nodeType="clickPar">
                      <p:stCondLst>
                        <p:cond delay="indefinite"/>
                      </p:stCondLst>
                      <p:childTnLst>
                        <p:par>
                          <p:cTn id="11" fill="hold" nodeType="afterGroup">
                            <p:stCondLst>
                              <p:cond delay="0"/>
                            </p:stCondLst>
                            <p:childTnLst>
                              <p:par>
                                <p:cTn id="12" presetID="55" presetClass="entr" presetSubtype="0" fill="hold" nodeType="clickEffect">
                                  <p:stCondLst>
                                    <p:cond delay="0"/>
                                  </p:stCondLst>
                                  <p:childTnLst>
                                    <p:set>
                                      <p:cBhvr>
                                        <p:cTn id="13" dur="1" fill="hold">
                                          <p:stCondLst>
                                            <p:cond delay="0"/>
                                          </p:stCondLst>
                                        </p:cTn>
                                        <p:tgtEl>
                                          <p:spTgt spid="13"/>
                                        </p:tgtEl>
                                        <p:attrNameLst>
                                          <p:attrName>style.visibility</p:attrName>
                                        </p:attrNameLst>
                                      </p:cBhvr>
                                      <p:to>
                                        <p:strVal val="visible"/>
                                      </p:to>
                                    </p:set>
                                    <p:anim calcmode="lin" valueType="num">
                                      <p:cBhvr>
                                        <p:cTn id="14" dur="1000" fill="hold"/>
                                        <p:tgtEl>
                                          <p:spTgt spid="13"/>
                                        </p:tgtEl>
                                        <p:attrNameLst>
                                          <p:attrName>ppt_w</p:attrName>
                                        </p:attrNameLst>
                                      </p:cBhvr>
                                      <p:tavLst>
                                        <p:tav tm="0">
                                          <p:val>
                                            <p:strVal val="#ppt_w*0.70"/>
                                          </p:val>
                                        </p:tav>
                                        <p:tav tm="100000">
                                          <p:val>
                                            <p:strVal val="#ppt_w"/>
                                          </p:val>
                                        </p:tav>
                                      </p:tavLst>
                                    </p:anim>
                                    <p:anim calcmode="lin" valueType="num">
                                      <p:cBhvr>
                                        <p:cTn id="15" dur="1000" fill="hold"/>
                                        <p:tgtEl>
                                          <p:spTgt spid="13"/>
                                        </p:tgtEl>
                                        <p:attrNameLst>
                                          <p:attrName>ppt_h</p:attrName>
                                        </p:attrNameLst>
                                      </p:cBhvr>
                                      <p:tavLst>
                                        <p:tav tm="0">
                                          <p:val>
                                            <p:strVal val="#ppt_h"/>
                                          </p:val>
                                        </p:tav>
                                        <p:tav tm="100000">
                                          <p:val>
                                            <p:strVal val="#ppt_h"/>
                                          </p:val>
                                        </p:tav>
                                      </p:tavLst>
                                    </p:anim>
                                    <p:animEffect transition="in" filter="fade">
                                      <p:cBhvr>
                                        <p:cTn id="16"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图形"/>
          <p:cNvGrpSpPr/>
          <p:nvPr/>
        </p:nvGrpSpPr>
        <p:grpSpPr>
          <a:xfrm>
            <a:off x="1" y="300356"/>
            <a:ext cx="3197225" cy="576580"/>
            <a:chOff x="0" y="473"/>
            <a:chExt cx="5035" cy="908"/>
          </a:xfrm>
        </p:grpSpPr>
        <p:sp>
          <p:nvSpPr>
            <p:cNvPr id="2" name="图形"/>
            <p:cNvSpPr/>
            <p:nvPr>
              <p:custDataLst>
                <p:tags r:id="Re7d3d71be3c44242"/>
              </p:custDataLst>
            </p:nvPr>
          </p:nvSpPr>
          <p:spPr>
            <a:xfrm rot="5400000">
              <a:off x="361" y="112"/>
              <a:ext cx="908" cy="1630"/>
            </a:xfrm>
            <a:prstGeom prst="round2SameRect">
              <a:avLst>
                <a:gd name="adj1" fmla="val 50000"/>
                <a:gd name="adj2" fmla="val 0"/>
              </a:avLst>
            </a:prstGeom>
            <a:solidFill>
              <a:srgbClr val="B4000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ltLang="zh-CN">
                <a:latin typeface="Arial"/>
                <a:ea typeface="阿里巴巴普惠体 Medium"/>
                <a:cs typeface="阿里巴巴普惠体 Medium"/>
                <a:sym typeface="Arial"/>
              </a:endParaRPr>
            </a:p>
          </p:txBody>
        </p:sp>
        <p:sp>
          <p:nvSpPr>
            <p:cNvPr id="3" name="图形"/>
            <p:cNvSpPr txBox="1"/>
            <p:nvPr>
              <p:custDataLst>
                <p:tags r:id="R76fa95df57cb4cc6"/>
              </p:custDataLst>
            </p:nvPr>
          </p:nvSpPr>
          <p:spPr>
            <a:xfrm>
              <a:off x="340" y="540"/>
              <a:ext cx="951" cy="775"/>
            </a:xfrm>
            <a:prstGeom prst="rect">
              <a:avLst/>
            </a:prstGeom>
            <a:noFill/>
          </p:spPr>
          <p:txBody>
            <a:bodyPr wrap="square" lIns="0" tIns="0" rIns="0" bIns="0" rtlCol="0">
              <a:spAutoFit/>
            </a:bodyPr>
            <a:lstStyle/>
            <a:p>
              <a:pPr algn="ctr">
                <a:lnSpc>
                  <a:spcPct val="100000"/>
                </a:lnSpc>
              </a:pPr>
              <a:r>
                <a:rPr lang="en-US" altLang="zh-CN" sz="3200" noProof="0">
                  <a:ln>
                    <a:noFill/>
                  </a:ln>
                  <a:solidFill>
                    <a:schemeClr val="bg1"/>
                  </a:solidFill>
                  <a:effectLst/>
                  <a:uLnTx/>
                  <a:uFillTx/>
                  <a:latin typeface="Arial"/>
                  <a:ea typeface="阿里巴巴普惠体 Medium"/>
                  <a:cs typeface="阿里巴巴普惠体 Medium"/>
                  <a:sym typeface="Arial"/>
                </a:rPr>
                <a:t>02</a:t>
              </a:r>
            </a:p>
          </p:txBody>
        </p:sp>
        <p:sp>
          <p:nvSpPr>
            <p:cNvPr id="29" name="图形"/>
            <p:cNvSpPr txBox="1"/>
            <p:nvPr>
              <p:custDataLst>
                <p:tags r:id="Rc81d870089874d89"/>
              </p:custDataLst>
            </p:nvPr>
          </p:nvSpPr>
          <p:spPr>
            <a:xfrm>
              <a:off x="1878" y="491"/>
              <a:ext cx="3157" cy="872"/>
            </a:xfrm>
            <a:prstGeom prst="rect">
              <a:avLst/>
            </a:prstGeom>
            <a:noFill/>
          </p:spPr>
          <p:txBody>
            <a:bodyPr wrap="square" lIns="0" tIns="0" rIns="0" bIns="0" rtlCol="0">
              <a:spAutoFit/>
            </a:bodyPr>
            <a:lstStyle/>
            <a:p>
              <a:pPr algn="dist">
                <a:lnSpc>
                  <a:spcPct val="100000"/>
                </a:lnSpc>
              </a:pPr>
              <a:r>
                <a:rPr lang="zh-CN" altLang="en-US" sz="3600" noProof="0">
                  <a:ln>
                    <a:noFill/>
                  </a:ln>
                  <a:solidFill>
                    <a:schemeClr val="tx1">
                      <a:lumMod val="75000"/>
                      <a:lumOff val="25000"/>
                    </a:schemeClr>
                  </a:solidFill>
                  <a:effectLst/>
                  <a:uLnTx/>
                  <a:uFillTx/>
                  <a:latin typeface="Arial"/>
                  <a:ea typeface="阿里巴巴普惠体 Medium"/>
                  <a:cs typeface="阿里巴巴普惠体 Medium"/>
                  <a:sym typeface="Arial"/>
                </a:rPr>
                <a:t>活动规划</a:t>
              </a:r>
            </a:p>
          </p:txBody>
        </p:sp>
      </p:grpSp>
      <p:grpSp>
        <p:nvGrpSpPr>
          <p:cNvPr id="40" name="图形"/>
          <p:cNvGrpSpPr/>
          <p:nvPr/>
        </p:nvGrpSpPr>
        <p:grpSpPr>
          <a:xfrm>
            <a:off x="1030606" y="1905635"/>
            <a:ext cx="10081260" cy="3696970"/>
            <a:chOff x="1623" y="3001"/>
            <a:chExt cx="15876" cy="5822"/>
          </a:xfrm>
        </p:grpSpPr>
        <p:cxnSp>
          <p:nvCxnSpPr>
            <p:cNvPr id="14" name="图形"/>
            <p:cNvCxnSpPr/>
            <p:nvPr>
              <p:custDataLst>
                <p:tags r:id="Re48dac7c572947b3"/>
              </p:custDataLst>
            </p:nvPr>
          </p:nvCxnSpPr>
          <p:spPr>
            <a:xfrm>
              <a:off x="1623" y="5939"/>
              <a:ext cx="8912" cy="0"/>
            </a:xfrm>
            <a:prstGeom prst="line">
              <a:avLst/>
            </a:prstGeom>
            <a:ln w="12700">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15" name="图形"/>
            <p:cNvCxnSpPr/>
            <p:nvPr>
              <p:custDataLst>
                <p:tags r:id="R25b2a2ccf13a45d6"/>
              </p:custDataLst>
            </p:nvPr>
          </p:nvCxnSpPr>
          <p:spPr>
            <a:xfrm flipH="1" flipV="1">
              <a:off x="6079" y="3163"/>
              <a:ext cx="0" cy="5551"/>
            </a:xfrm>
            <a:prstGeom prst="line">
              <a:avLst/>
            </a:prstGeom>
            <a:ln w="12700">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pic>
          <p:nvPicPr>
            <p:cNvPr id="6" name="图形" descr="5d00beb1335ce"/>
            <p:cNvPicPr>
              <a:picLocks noChangeAspect="1"/>
            </p:cNvPicPr>
            <p:nvPr/>
          </p:nvPicPr>
          <p:blipFill>
            <a:blip r:embed="R96997c27efae4ee7">
              <a:extLst>
                <a:ext uri="{28A0092B-C50C-407E-A947-70E740481C1C}">
                  <a14:useLocalDpi xmlns:a14="http://schemas.microsoft.com/office/drawing/2010/main"/>
                </a:ext>
              </a:extLst>
            </a:blip>
            <a:stretch>
              <a:fillRect/>
            </a:stretch>
          </p:blipFill>
          <p:spPr>
            <a:xfrm>
              <a:off x="11854" y="3001"/>
              <a:ext cx="5645" cy="2788"/>
            </a:xfrm>
            <a:prstGeom prst="roundRect">
              <a:avLst/>
            </a:prstGeom>
          </p:spPr>
        </p:pic>
        <p:pic>
          <p:nvPicPr>
            <p:cNvPr id="7" name="图形" descr="D:/包图网/包图网素材/商务办公/5d00bd1f89096.jpg5d00bd1f89096"/>
            <p:cNvPicPr>
              <a:picLocks noChangeAspect="1"/>
            </p:cNvPicPr>
            <p:nvPr>
              <p:custDataLst>
                <p:tags r:id="R6cc154fea52447ca"/>
              </p:custDataLst>
            </p:nvPr>
          </p:nvPicPr>
          <p:blipFill>
            <a:blip r:embed="R5d7edc856b6d4141">
              <a:extLst>
                <a:ext uri="{28A0092B-C50C-407E-A947-70E740481C1C}">
                  <a14:useLocalDpi xmlns:a14="http://schemas.microsoft.com/office/drawing/2010/main"/>
                </a:ext>
              </a:extLst>
            </a:blip>
            <a:stretch>
              <a:fillRect/>
            </a:stretch>
          </p:blipFill>
          <p:spPr>
            <a:xfrm>
              <a:off x="11854" y="6035"/>
              <a:ext cx="5645" cy="2788"/>
            </a:xfrm>
            <a:prstGeom prst="roundRect">
              <a:avLst/>
            </a:prstGeom>
          </p:spPr>
        </p:pic>
        <p:sp>
          <p:nvSpPr>
            <p:cNvPr id="8" name="图形"/>
            <p:cNvSpPr/>
            <p:nvPr/>
          </p:nvSpPr>
          <p:spPr>
            <a:xfrm>
              <a:off x="1623" y="3173"/>
              <a:ext cx="362" cy="362"/>
            </a:xfrm>
            <a:prstGeom prst="ellipse">
              <a:avLst/>
            </a:prstGeom>
            <a:solidFill>
              <a:srgbClr val="8A000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a:ea typeface="阿里巴巴普惠体 Medium"/>
                <a:cs typeface="阿里巴巴普惠体 Medium"/>
                <a:sym typeface="Arial"/>
              </a:endParaRPr>
            </a:p>
          </p:txBody>
        </p:sp>
        <p:sp>
          <p:nvSpPr>
            <p:cNvPr id="31" name="图形"/>
            <p:cNvSpPr/>
            <p:nvPr>
              <p:custDataLst>
                <p:tags r:id="R5fa905cc13d74a7a"/>
              </p:custDataLst>
            </p:nvPr>
          </p:nvSpPr>
          <p:spPr>
            <a:xfrm>
              <a:off x="6433" y="3173"/>
              <a:ext cx="362" cy="362"/>
            </a:xfrm>
            <a:prstGeom prst="ellipse">
              <a:avLst/>
            </a:prstGeom>
            <a:solidFill>
              <a:srgbClr val="B4000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a:ea typeface="阿里巴巴普惠体 Medium"/>
                <a:cs typeface="阿里巴巴普惠体 Medium"/>
                <a:sym typeface="Arial"/>
              </a:endParaRPr>
            </a:p>
          </p:txBody>
        </p:sp>
        <p:sp>
          <p:nvSpPr>
            <p:cNvPr id="32" name="图形"/>
            <p:cNvSpPr/>
            <p:nvPr>
              <p:custDataLst>
                <p:tags r:id="R39bd149ec9f743bf"/>
              </p:custDataLst>
            </p:nvPr>
          </p:nvSpPr>
          <p:spPr>
            <a:xfrm>
              <a:off x="1630" y="6436"/>
              <a:ext cx="362" cy="362"/>
            </a:xfrm>
            <a:prstGeom prst="ellipse">
              <a:avLst/>
            </a:prstGeom>
            <a:solidFill>
              <a:srgbClr val="B4000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a:ea typeface="阿里巴巴普惠体 Medium"/>
                <a:cs typeface="阿里巴巴普惠体 Medium"/>
                <a:sym typeface="Arial"/>
              </a:endParaRPr>
            </a:p>
          </p:txBody>
        </p:sp>
        <p:sp>
          <p:nvSpPr>
            <p:cNvPr id="33" name="图形"/>
            <p:cNvSpPr/>
            <p:nvPr>
              <p:custDataLst>
                <p:tags r:id="Rcff7070947124d00"/>
              </p:custDataLst>
            </p:nvPr>
          </p:nvSpPr>
          <p:spPr>
            <a:xfrm>
              <a:off x="6433" y="6436"/>
              <a:ext cx="362" cy="362"/>
            </a:xfrm>
            <a:prstGeom prst="ellipse">
              <a:avLst/>
            </a:prstGeom>
            <a:solidFill>
              <a:srgbClr val="8A000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a:ea typeface="阿里巴巴普惠体 Medium"/>
                <a:cs typeface="阿里巴巴普惠体 Medium"/>
                <a:sym typeface="Arial"/>
              </a:endParaRPr>
            </a:p>
          </p:txBody>
        </p:sp>
        <p:sp>
          <p:nvSpPr>
            <p:cNvPr id="41" name="图形"/>
            <p:cNvSpPr txBox="1"/>
            <p:nvPr>
              <p:custDataLst>
                <p:tags r:id="R095ec1ed46624a61"/>
              </p:custDataLst>
            </p:nvPr>
          </p:nvSpPr>
          <p:spPr>
            <a:xfrm>
              <a:off x="2124" y="3064"/>
              <a:ext cx="3109" cy="582"/>
            </a:xfrm>
            <a:prstGeom prst="rect">
              <a:avLst/>
            </a:prstGeom>
            <a:noFill/>
          </p:spPr>
          <p:txBody>
            <a:bodyPr wrap="square" lIns="0" tIns="0" rIns="0" bIns="0" rtlCol="0">
              <a:spAutoFit/>
            </a:bodyPr>
            <a:lstStyle/>
            <a:p>
              <a:r>
                <a:rPr lang="zh-CN" altLang="en-US" sz="2400">
                  <a:solidFill>
                    <a:schemeClr val="tx1">
                      <a:lumMod val="75000"/>
                      <a:lumOff val="25000"/>
                    </a:schemeClr>
                  </a:solidFill>
                  <a:latin typeface="Arial"/>
                  <a:ea typeface="阿里巴巴普惠体 Medium"/>
                  <a:cs typeface="阿里巴巴普惠体 Medium"/>
                  <a:sym typeface="Arial"/>
                </a:rPr>
                <a:t>添加标题文本</a:t>
              </a:r>
            </a:p>
          </p:txBody>
        </p:sp>
        <p:sp>
          <p:nvSpPr>
            <p:cNvPr id="42" name="图形"/>
            <p:cNvSpPr txBox="1"/>
            <p:nvPr>
              <p:custDataLst>
                <p:tags r:id="R8ca55a535a954e8d"/>
              </p:custDataLst>
            </p:nvPr>
          </p:nvSpPr>
          <p:spPr>
            <a:xfrm>
              <a:off x="1630" y="3706"/>
              <a:ext cx="4201" cy="1527"/>
            </a:xfrm>
            <a:prstGeom prst="rect">
              <a:avLst/>
            </a:prstGeom>
            <a:noFill/>
          </p:spPr>
          <p:txBody>
            <a:bodyPr wrap="square" lIns="0" tIns="0" rIns="0" bIns="0" rtlCol="0">
              <a:spAutoFit/>
            </a:bodyPr>
            <a:lstStyle/>
            <a:p>
              <a:pPr>
                <a:lnSpc>
                  <a:spcPct val="150000"/>
                </a:lnSpc>
              </a:pPr>
              <a:r>
                <a:rPr lang="zh-CN" altLang="en-US" sz="1400">
                  <a:solidFill>
                    <a:schemeClr val="tx1">
                      <a:lumMod val="65000"/>
                      <a:lumOff val="35000"/>
                    </a:schemeClr>
                  </a:solidFill>
                  <a:latin typeface="Arial"/>
                  <a:ea typeface="阿里巴巴普惠体 Medium"/>
                  <a:cs typeface="阿里巴巴普惠体 Medium"/>
                  <a:sym typeface="Arial"/>
                </a:rPr>
                <a:t>单击此处输入您的文本内容，可更改文字的颜色或者大X等属性。单击此处输入您的文本内容。</a:t>
              </a:r>
              <a:endParaRPr lang="en-US" altLang="zh-CN" sz="1400">
                <a:solidFill>
                  <a:schemeClr val="tx1">
                    <a:lumMod val="65000"/>
                    <a:lumOff val="35000"/>
                  </a:schemeClr>
                </a:solidFill>
                <a:latin typeface="Arial"/>
                <a:ea typeface="阿里巴巴普惠体 Medium"/>
                <a:cs typeface="阿里巴巴普惠体 Medium"/>
                <a:sym typeface="Arial"/>
              </a:endParaRPr>
            </a:p>
          </p:txBody>
        </p:sp>
        <p:sp>
          <p:nvSpPr>
            <p:cNvPr id="34" name="图形"/>
            <p:cNvSpPr txBox="1"/>
            <p:nvPr>
              <p:custDataLst>
                <p:tags r:id="R2057c415266f454b"/>
              </p:custDataLst>
            </p:nvPr>
          </p:nvSpPr>
          <p:spPr>
            <a:xfrm>
              <a:off x="6927" y="3064"/>
              <a:ext cx="3109" cy="582"/>
            </a:xfrm>
            <a:prstGeom prst="rect">
              <a:avLst/>
            </a:prstGeom>
            <a:noFill/>
          </p:spPr>
          <p:txBody>
            <a:bodyPr wrap="square" lIns="0" tIns="0" rIns="0" bIns="0" rtlCol="0">
              <a:spAutoFit/>
            </a:bodyPr>
            <a:lstStyle/>
            <a:p>
              <a:r>
                <a:rPr lang="zh-CN" altLang="en-US" sz="2400">
                  <a:solidFill>
                    <a:schemeClr val="tx1">
                      <a:lumMod val="75000"/>
                      <a:lumOff val="25000"/>
                    </a:schemeClr>
                  </a:solidFill>
                  <a:latin typeface="Arial"/>
                  <a:ea typeface="阿里巴巴普惠体 Medium"/>
                  <a:cs typeface="阿里巴巴普惠体 Medium"/>
                  <a:sym typeface="Arial"/>
                </a:rPr>
                <a:t>添加标题文本</a:t>
              </a:r>
            </a:p>
          </p:txBody>
        </p:sp>
        <p:sp>
          <p:nvSpPr>
            <p:cNvPr id="35" name="图形"/>
            <p:cNvSpPr txBox="1"/>
            <p:nvPr>
              <p:custDataLst>
                <p:tags r:id="Rea8ec8bede544e1b"/>
              </p:custDataLst>
            </p:nvPr>
          </p:nvSpPr>
          <p:spPr>
            <a:xfrm>
              <a:off x="6433" y="3706"/>
              <a:ext cx="4201" cy="1527"/>
            </a:xfrm>
            <a:prstGeom prst="rect">
              <a:avLst/>
            </a:prstGeom>
            <a:noFill/>
          </p:spPr>
          <p:txBody>
            <a:bodyPr wrap="square" lIns="0" tIns="0" rIns="0" bIns="0" rtlCol="0">
              <a:spAutoFit/>
            </a:bodyPr>
            <a:lstStyle/>
            <a:p>
              <a:pPr>
                <a:lnSpc>
                  <a:spcPct val="150000"/>
                </a:lnSpc>
              </a:pPr>
              <a:r>
                <a:rPr lang="zh-CN" altLang="en-US" sz="1400">
                  <a:solidFill>
                    <a:schemeClr val="tx1">
                      <a:lumMod val="65000"/>
                      <a:lumOff val="35000"/>
                    </a:schemeClr>
                  </a:solidFill>
                  <a:latin typeface="Arial"/>
                  <a:ea typeface="阿里巴巴普惠体 Medium"/>
                  <a:cs typeface="阿里巴巴普惠体 Medium"/>
                  <a:sym typeface="Arial"/>
                </a:rPr>
                <a:t>单击此处输入您的文本内容，可更改文字的颜色或者大X等属性。单击此处输入您的文本内容。</a:t>
              </a:r>
              <a:endParaRPr lang="en-US" altLang="zh-CN" sz="1400">
                <a:solidFill>
                  <a:schemeClr val="tx1">
                    <a:lumMod val="65000"/>
                    <a:lumOff val="35000"/>
                  </a:schemeClr>
                </a:solidFill>
                <a:latin typeface="Arial"/>
                <a:ea typeface="阿里巴巴普惠体 Medium"/>
                <a:cs typeface="阿里巴巴普惠体 Medium"/>
                <a:sym typeface="Arial"/>
              </a:endParaRPr>
            </a:p>
          </p:txBody>
        </p:sp>
        <p:sp>
          <p:nvSpPr>
            <p:cNvPr id="36" name="图形"/>
            <p:cNvSpPr txBox="1"/>
            <p:nvPr>
              <p:custDataLst>
                <p:tags r:id="Rb6012a9dbbb841e1"/>
              </p:custDataLst>
            </p:nvPr>
          </p:nvSpPr>
          <p:spPr>
            <a:xfrm>
              <a:off x="6927" y="6308"/>
              <a:ext cx="3109" cy="582"/>
            </a:xfrm>
            <a:prstGeom prst="rect">
              <a:avLst/>
            </a:prstGeom>
            <a:noFill/>
          </p:spPr>
          <p:txBody>
            <a:bodyPr wrap="square" lIns="0" tIns="0" rIns="0" bIns="0" rtlCol="0">
              <a:spAutoFit/>
            </a:bodyPr>
            <a:lstStyle/>
            <a:p>
              <a:r>
                <a:rPr lang="zh-CN" altLang="en-US" sz="2400">
                  <a:solidFill>
                    <a:schemeClr val="tx1">
                      <a:lumMod val="75000"/>
                      <a:lumOff val="25000"/>
                    </a:schemeClr>
                  </a:solidFill>
                  <a:latin typeface="Arial"/>
                  <a:ea typeface="阿里巴巴普惠体 Medium"/>
                  <a:cs typeface="阿里巴巴普惠体 Medium"/>
                  <a:sym typeface="Arial"/>
                </a:rPr>
                <a:t>添加标题文本</a:t>
              </a:r>
            </a:p>
          </p:txBody>
        </p:sp>
        <p:sp>
          <p:nvSpPr>
            <p:cNvPr id="37" name="图形"/>
            <p:cNvSpPr txBox="1"/>
            <p:nvPr>
              <p:custDataLst>
                <p:tags r:id="Rba060ee0116f485d"/>
              </p:custDataLst>
            </p:nvPr>
          </p:nvSpPr>
          <p:spPr>
            <a:xfrm>
              <a:off x="6433" y="6950"/>
              <a:ext cx="4201" cy="1527"/>
            </a:xfrm>
            <a:prstGeom prst="rect">
              <a:avLst/>
            </a:prstGeom>
            <a:noFill/>
          </p:spPr>
          <p:txBody>
            <a:bodyPr wrap="square" lIns="0" tIns="0" rIns="0" bIns="0" rtlCol="0">
              <a:spAutoFit/>
            </a:bodyPr>
            <a:lstStyle/>
            <a:p>
              <a:pPr>
                <a:lnSpc>
                  <a:spcPct val="150000"/>
                </a:lnSpc>
              </a:pPr>
              <a:r>
                <a:rPr lang="zh-CN" altLang="en-US" sz="1400">
                  <a:solidFill>
                    <a:schemeClr val="tx1">
                      <a:lumMod val="65000"/>
                      <a:lumOff val="35000"/>
                    </a:schemeClr>
                  </a:solidFill>
                  <a:latin typeface="Arial"/>
                  <a:ea typeface="阿里巴巴普惠体 Medium"/>
                  <a:cs typeface="阿里巴巴普惠体 Medium"/>
                  <a:sym typeface="Arial"/>
                </a:rPr>
                <a:t>单击此处输入您的文本内容，可更改文字的颜色或者大X等属性。单击此处输入您的文本内容。</a:t>
              </a:r>
              <a:endParaRPr lang="en-US" altLang="zh-CN" sz="1400">
                <a:solidFill>
                  <a:schemeClr val="tx1">
                    <a:lumMod val="65000"/>
                    <a:lumOff val="35000"/>
                  </a:schemeClr>
                </a:solidFill>
                <a:latin typeface="Arial"/>
                <a:ea typeface="阿里巴巴普惠体 Medium"/>
                <a:cs typeface="阿里巴巴普惠体 Medium"/>
                <a:sym typeface="Arial"/>
              </a:endParaRPr>
            </a:p>
          </p:txBody>
        </p:sp>
        <p:sp>
          <p:nvSpPr>
            <p:cNvPr id="38" name="图形"/>
            <p:cNvSpPr txBox="1"/>
            <p:nvPr>
              <p:custDataLst>
                <p:tags r:id="Rc3f6f5247d164dd5"/>
              </p:custDataLst>
            </p:nvPr>
          </p:nvSpPr>
          <p:spPr>
            <a:xfrm>
              <a:off x="2124" y="6308"/>
              <a:ext cx="3109" cy="582"/>
            </a:xfrm>
            <a:prstGeom prst="rect">
              <a:avLst/>
            </a:prstGeom>
            <a:noFill/>
          </p:spPr>
          <p:txBody>
            <a:bodyPr wrap="square" lIns="0" tIns="0" rIns="0" bIns="0" rtlCol="0">
              <a:spAutoFit/>
            </a:bodyPr>
            <a:lstStyle/>
            <a:p>
              <a:r>
                <a:rPr lang="zh-CN" altLang="en-US" sz="2400">
                  <a:solidFill>
                    <a:schemeClr val="tx1">
                      <a:lumMod val="75000"/>
                      <a:lumOff val="25000"/>
                    </a:schemeClr>
                  </a:solidFill>
                  <a:latin typeface="Arial"/>
                  <a:ea typeface="阿里巴巴普惠体 Medium"/>
                  <a:cs typeface="阿里巴巴普惠体 Medium"/>
                  <a:sym typeface="Arial"/>
                </a:rPr>
                <a:t>添加标题文本</a:t>
              </a:r>
            </a:p>
          </p:txBody>
        </p:sp>
        <p:sp>
          <p:nvSpPr>
            <p:cNvPr id="39" name="图形"/>
            <p:cNvSpPr txBox="1"/>
            <p:nvPr>
              <p:custDataLst>
                <p:tags r:id="Rfa891c5a38ef420c"/>
              </p:custDataLst>
            </p:nvPr>
          </p:nvSpPr>
          <p:spPr>
            <a:xfrm>
              <a:off x="1630" y="6950"/>
              <a:ext cx="4201" cy="1527"/>
            </a:xfrm>
            <a:prstGeom prst="rect">
              <a:avLst/>
            </a:prstGeom>
            <a:noFill/>
          </p:spPr>
          <p:txBody>
            <a:bodyPr wrap="square" lIns="0" tIns="0" rIns="0" bIns="0" rtlCol="0">
              <a:spAutoFit/>
            </a:bodyPr>
            <a:lstStyle/>
            <a:p>
              <a:pPr>
                <a:lnSpc>
                  <a:spcPct val="150000"/>
                </a:lnSpc>
              </a:pPr>
              <a:r>
                <a:rPr lang="zh-CN" altLang="en-US" sz="1400">
                  <a:solidFill>
                    <a:schemeClr val="tx1">
                      <a:lumMod val="65000"/>
                      <a:lumOff val="35000"/>
                    </a:schemeClr>
                  </a:solidFill>
                  <a:latin typeface="Arial"/>
                  <a:ea typeface="阿里巴巴普惠体 Medium"/>
                  <a:cs typeface="阿里巴巴普惠体 Medium"/>
                  <a:sym typeface="Arial"/>
                </a:rPr>
                <a:t>单击此处输入您的文本内容，可更改文字的颜色或者大X等属性。单击此处输入您的文本内容。</a:t>
              </a:r>
              <a:endParaRPr lang="en-US" altLang="zh-CN" sz="1400">
                <a:solidFill>
                  <a:schemeClr val="tx1">
                    <a:lumMod val="65000"/>
                    <a:lumOff val="35000"/>
                  </a:schemeClr>
                </a:solidFill>
                <a:latin typeface="Arial"/>
                <a:ea typeface="阿里巴巴普惠体 Medium"/>
                <a:cs typeface="阿里巴巴普惠体 Medium"/>
                <a:sym typeface="Arial"/>
              </a:endParaRPr>
            </a:p>
          </p:txBody>
        </p:sp>
      </p:grpSp>
    </p:spTree>
    <p:custDataLst>
      <p:tags r:id="Re6745c5787d04fb9"/>
    </p:custDataLst>
  </p:cSld>
  <p:clrMapOvr>
    <a:masterClrMapping/>
  </p:clrMapOvr>
  <p:transition advTm="2000">
    <p:cover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ppt_x</p:attrName>
                                        </p:attrNameLst>
                                      </p:cBhvr>
                                      <p:tavLst>
                                        <p:tav tm="0">
                                          <p:val>
                                            <p:strVal val="#ppt_x-.2"/>
                                          </p:val>
                                        </p:tav>
                                        <p:tav tm="100000">
                                          <p:val>
                                            <p:strVal val="#ppt_x"/>
                                          </p:val>
                                        </p:tav>
                                      </p:tavLst>
                                    </p:anim>
                                    <p:anim calcmode="lin" valueType="num">
                                      <p:cBhvr>
                                        <p:cTn id="8" dur="1000" fill="hold"/>
                                        <p:tgtEl>
                                          <p:spTgt spid="4"/>
                                        </p:tgtEl>
                                        <p:attrNameLst>
                                          <p:attrName>ppt_y</p:attrName>
                                        </p:attrNameLst>
                                      </p:cBhvr>
                                      <p:tavLst>
                                        <p:tav tm="0">
                                          <p:val>
                                            <p:strVal val="#ppt_y"/>
                                          </p:val>
                                        </p:tav>
                                        <p:tav tm="100000">
                                          <p:val>
                                            <p:strVal val="#ppt_y"/>
                                          </p:val>
                                        </p:tav>
                                      </p:tavLst>
                                    </p:anim>
                                    <p:animEffect transition="in" filter="wipe(right)" prLst="gradientSize: 0.1">
                                      <p:cBhvr>
                                        <p:cTn id="9" dur="1000"/>
                                        <p:tgtEl>
                                          <p:spTgt spid="4"/>
                                        </p:tgtEl>
                                      </p:cBhvr>
                                    </p:animEffect>
                                  </p:childTnLst>
                                </p:cTn>
                              </p:par>
                            </p:childTnLst>
                          </p:cTn>
                        </p:par>
                      </p:childTnLst>
                    </p:cTn>
                  </p:par>
                  <p:par>
                    <p:cTn id="10" fill="hold" nodeType="clickPar">
                      <p:stCondLst>
                        <p:cond delay="indefinite"/>
                      </p:stCondLst>
                      <p:childTnLst>
                        <p:par>
                          <p:cTn id="11" fill="hold" nodeType="afterGroup">
                            <p:stCondLst>
                              <p:cond delay="0"/>
                            </p:stCondLst>
                            <p:childTnLst>
                              <p:par>
                                <p:cTn id="12" presetID="31" presetClass="entr" presetSubtype="0" fill="hold" nodeType="clickEffect">
                                  <p:stCondLst>
                                    <p:cond delay="0"/>
                                  </p:stCondLst>
                                  <p:childTnLst>
                                    <p:set>
                                      <p:cBhvr>
                                        <p:cTn id="13" dur="1" fill="hold">
                                          <p:stCondLst>
                                            <p:cond delay="0"/>
                                          </p:stCondLst>
                                        </p:cTn>
                                        <p:tgtEl>
                                          <p:spTgt spid="40"/>
                                        </p:tgtEl>
                                        <p:attrNameLst>
                                          <p:attrName>style.visibility</p:attrName>
                                        </p:attrNameLst>
                                      </p:cBhvr>
                                      <p:to>
                                        <p:strVal val="visible"/>
                                      </p:to>
                                    </p:set>
                                    <p:anim calcmode="lin" valueType="num">
                                      <p:cBhvr>
                                        <p:cTn id="14" dur="1000" fill="hold"/>
                                        <p:tgtEl>
                                          <p:spTgt spid="40"/>
                                        </p:tgtEl>
                                        <p:attrNameLst>
                                          <p:attrName>ppt_w</p:attrName>
                                        </p:attrNameLst>
                                      </p:cBhvr>
                                      <p:tavLst>
                                        <p:tav tm="0">
                                          <p:val>
                                            <p:fltVal val="0"/>
                                          </p:val>
                                        </p:tav>
                                        <p:tav tm="100000">
                                          <p:val>
                                            <p:strVal val="#ppt_w"/>
                                          </p:val>
                                        </p:tav>
                                      </p:tavLst>
                                    </p:anim>
                                    <p:anim calcmode="lin" valueType="num">
                                      <p:cBhvr>
                                        <p:cTn id="15" dur="1000" fill="hold"/>
                                        <p:tgtEl>
                                          <p:spTgt spid="40"/>
                                        </p:tgtEl>
                                        <p:attrNameLst>
                                          <p:attrName>ppt_h</p:attrName>
                                        </p:attrNameLst>
                                      </p:cBhvr>
                                      <p:tavLst>
                                        <p:tav tm="0">
                                          <p:val>
                                            <p:fltVal val="0"/>
                                          </p:val>
                                        </p:tav>
                                        <p:tav tm="100000">
                                          <p:val>
                                            <p:strVal val="#ppt_h"/>
                                          </p:val>
                                        </p:tav>
                                      </p:tavLst>
                                    </p:anim>
                                    <p:anim calcmode="lin" valueType="num">
                                      <p:cBhvr>
                                        <p:cTn id="16" dur="1000" fill="hold"/>
                                        <p:tgtEl>
                                          <p:spTgt spid="40"/>
                                        </p:tgtEl>
                                        <p:attrNameLst>
                                          <p:attrName>style.rotation</p:attrName>
                                        </p:attrNameLst>
                                      </p:cBhvr>
                                      <p:tavLst>
                                        <p:tav tm="0">
                                          <p:val>
                                            <p:fltVal val="90"/>
                                          </p:val>
                                        </p:tav>
                                        <p:tav tm="100000">
                                          <p:val>
                                            <p:fltVal val="0"/>
                                          </p:val>
                                        </p:tav>
                                      </p:tavLst>
                                    </p:anim>
                                    <p:animEffect transition="in" filter="fade">
                                      <p:cBhvr>
                                        <p:cTn id="17" dur="10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图形"/>
          <p:cNvGrpSpPr/>
          <p:nvPr/>
        </p:nvGrpSpPr>
        <p:grpSpPr>
          <a:xfrm>
            <a:off x="1" y="300356"/>
            <a:ext cx="3197225" cy="576580"/>
            <a:chOff x="0" y="473"/>
            <a:chExt cx="5035" cy="908"/>
          </a:xfrm>
        </p:grpSpPr>
        <p:sp>
          <p:nvSpPr>
            <p:cNvPr id="2" name="图形"/>
            <p:cNvSpPr/>
            <p:nvPr>
              <p:custDataLst>
                <p:tags r:id="Ra18966d773b3442f"/>
              </p:custDataLst>
            </p:nvPr>
          </p:nvSpPr>
          <p:spPr>
            <a:xfrm rot="5400000">
              <a:off x="361" y="112"/>
              <a:ext cx="908" cy="1630"/>
            </a:xfrm>
            <a:prstGeom prst="round2SameRect">
              <a:avLst>
                <a:gd name="adj1" fmla="val 50000"/>
                <a:gd name="adj2" fmla="val 0"/>
              </a:avLst>
            </a:prstGeom>
            <a:solidFill>
              <a:srgbClr val="B4000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ltLang="zh-CN">
                <a:latin typeface="Arial"/>
                <a:ea typeface="阿里巴巴普惠体 Medium"/>
                <a:cs typeface="阿里巴巴普惠体 Medium"/>
                <a:sym typeface="Arial"/>
              </a:endParaRPr>
            </a:p>
          </p:txBody>
        </p:sp>
        <p:sp>
          <p:nvSpPr>
            <p:cNvPr id="3" name="图形"/>
            <p:cNvSpPr txBox="1"/>
            <p:nvPr>
              <p:custDataLst>
                <p:tags r:id="R37ec914ada904fec"/>
              </p:custDataLst>
            </p:nvPr>
          </p:nvSpPr>
          <p:spPr>
            <a:xfrm>
              <a:off x="340" y="540"/>
              <a:ext cx="951" cy="775"/>
            </a:xfrm>
            <a:prstGeom prst="rect">
              <a:avLst/>
            </a:prstGeom>
            <a:noFill/>
          </p:spPr>
          <p:txBody>
            <a:bodyPr wrap="square" lIns="0" tIns="0" rIns="0" bIns="0" rtlCol="0">
              <a:spAutoFit/>
            </a:bodyPr>
            <a:lstStyle/>
            <a:p>
              <a:pPr algn="ctr">
                <a:lnSpc>
                  <a:spcPct val="100000"/>
                </a:lnSpc>
              </a:pPr>
              <a:r>
                <a:rPr lang="en-US" altLang="zh-CN" sz="3200" noProof="0">
                  <a:ln>
                    <a:noFill/>
                  </a:ln>
                  <a:solidFill>
                    <a:schemeClr val="bg1"/>
                  </a:solidFill>
                  <a:effectLst/>
                  <a:uLnTx/>
                  <a:uFillTx/>
                  <a:latin typeface="Arial"/>
                  <a:ea typeface="阿里巴巴普惠体 Medium"/>
                  <a:cs typeface="阿里巴巴普惠体 Medium"/>
                  <a:sym typeface="Arial"/>
                </a:rPr>
                <a:t>02</a:t>
              </a:r>
            </a:p>
          </p:txBody>
        </p:sp>
        <p:sp>
          <p:nvSpPr>
            <p:cNvPr id="29" name="图形"/>
            <p:cNvSpPr txBox="1"/>
            <p:nvPr>
              <p:custDataLst>
                <p:tags r:id="R7231a2e57ad144fe"/>
              </p:custDataLst>
            </p:nvPr>
          </p:nvSpPr>
          <p:spPr>
            <a:xfrm>
              <a:off x="1878" y="491"/>
              <a:ext cx="3157" cy="872"/>
            </a:xfrm>
            <a:prstGeom prst="rect">
              <a:avLst/>
            </a:prstGeom>
            <a:noFill/>
          </p:spPr>
          <p:txBody>
            <a:bodyPr wrap="square" lIns="0" tIns="0" rIns="0" bIns="0" rtlCol="0">
              <a:spAutoFit/>
            </a:bodyPr>
            <a:lstStyle/>
            <a:p>
              <a:pPr algn="dist">
                <a:lnSpc>
                  <a:spcPct val="100000"/>
                </a:lnSpc>
              </a:pPr>
              <a:r>
                <a:rPr lang="zh-CN" altLang="en-US" sz="3600" noProof="0">
                  <a:ln>
                    <a:noFill/>
                  </a:ln>
                  <a:solidFill>
                    <a:schemeClr val="tx1">
                      <a:lumMod val="75000"/>
                      <a:lumOff val="25000"/>
                    </a:schemeClr>
                  </a:solidFill>
                  <a:effectLst/>
                  <a:uLnTx/>
                  <a:uFillTx/>
                  <a:latin typeface="Arial"/>
                  <a:ea typeface="阿里巴巴普惠体 Medium"/>
                  <a:cs typeface="阿里巴巴普惠体 Medium"/>
                  <a:sym typeface="Arial"/>
                </a:rPr>
                <a:t>活动规划</a:t>
              </a:r>
            </a:p>
          </p:txBody>
        </p:sp>
      </p:grpSp>
      <p:grpSp>
        <p:nvGrpSpPr>
          <p:cNvPr id="13" name="图形"/>
          <p:cNvGrpSpPr/>
          <p:nvPr/>
        </p:nvGrpSpPr>
        <p:grpSpPr>
          <a:xfrm>
            <a:off x="1033145" y="1836420"/>
            <a:ext cx="10099040" cy="3886200"/>
            <a:chOff x="1627" y="3036"/>
            <a:chExt cx="15904" cy="6120"/>
          </a:xfrm>
        </p:grpSpPr>
        <p:sp>
          <p:nvSpPr>
            <p:cNvPr id="55" name="图形"/>
            <p:cNvSpPr/>
            <p:nvPr>
              <p:custDataLst>
                <p:tags r:id="Rafed8aa447cc451e"/>
              </p:custDataLst>
            </p:nvPr>
          </p:nvSpPr>
          <p:spPr>
            <a:xfrm>
              <a:off x="5263" y="3036"/>
              <a:ext cx="3108" cy="2886"/>
            </a:xfrm>
            <a:prstGeom prst="rect">
              <a:avLst/>
            </a:prstGeom>
            <a:solidFill>
              <a:srgbClr val="B400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a:solidFill>
                  <a:prstClr val="white"/>
                </a:solidFill>
                <a:latin typeface="Arial"/>
                <a:ea typeface="阿里巴巴普惠体 Medium"/>
                <a:cs typeface="阿里巴巴普惠体 Medium"/>
                <a:sym typeface="Arial"/>
              </a:endParaRPr>
            </a:p>
          </p:txBody>
        </p:sp>
        <p:grpSp>
          <p:nvGrpSpPr>
            <p:cNvPr id="56" name="组合 55"/>
            <p:cNvGrpSpPr/>
            <p:nvPr/>
          </p:nvGrpSpPr>
          <p:grpSpPr>
            <a:xfrm>
              <a:off x="6298" y="3680"/>
              <a:ext cx="1085" cy="1141"/>
              <a:chOff x="2894226" y="1329844"/>
              <a:chExt cx="460376" cy="484187"/>
            </a:xfrm>
          </p:grpSpPr>
          <p:sp>
            <p:nvSpPr>
              <p:cNvPr id="57" name="图形"/>
              <p:cNvSpPr/>
              <p:nvPr>
                <p:custDataLst>
                  <p:tags r:id="R2901f9d7b3bf4fbd"/>
                </p:custDataLst>
              </p:nvPr>
            </p:nvSpPr>
            <p:spPr bwMode="auto">
              <a:xfrm>
                <a:off x="2894226" y="1329844"/>
                <a:ext cx="460375" cy="179388"/>
              </a:xfrm>
              <a:custGeom>
                <a:avLst/>
                <a:gdLst>
                  <a:gd name="T0" fmla="*/ 6 w 122"/>
                  <a:gd name="T1" fmla="*/ 47 h 47"/>
                  <a:gd name="T2" fmla="*/ 13 w 122"/>
                  <a:gd name="T3" fmla="*/ 45 h 47"/>
                  <a:gd name="T4" fmla="*/ 36 w 122"/>
                  <a:gd name="T5" fmla="*/ 43 h 47"/>
                  <a:gd name="T6" fmla="*/ 36 w 122"/>
                  <a:gd name="T7" fmla="*/ 43 h 47"/>
                  <a:gd name="T8" fmla="*/ 41 w 122"/>
                  <a:gd name="T9" fmla="*/ 32 h 47"/>
                  <a:gd name="T10" fmla="*/ 81 w 122"/>
                  <a:gd name="T11" fmla="*/ 32 h 47"/>
                  <a:gd name="T12" fmla="*/ 86 w 122"/>
                  <a:gd name="T13" fmla="*/ 43 h 47"/>
                  <a:gd name="T14" fmla="*/ 86 w 122"/>
                  <a:gd name="T15" fmla="*/ 43 h 47"/>
                  <a:gd name="T16" fmla="*/ 109 w 122"/>
                  <a:gd name="T17" fmla="*/ 45 h 47"/>
                  <a:gd name="T18" fmla="*/ 117 w 122"/>
                  <a:gd name="T19" fmla="*/ 47 h 47"/>
                  <a:gd name="T20" fmla="*/ 120 w 122"/>
                  <a:gd name="T21" fmla="*/ 37 h 47"/>
                  <a:gd name="T22" fmla="*/ 107 w 122"/>
                  <a:gd name="T23" fmla="*/ 14 h 47"/>
                  <a:gd name="T24" fmla="*/ 16 w 122"/>
                  <a:gd name="T25" fmla="*/ 14 h 47"/>
                  <a:gd name="T26" fmla="*/ 3 w 122"/>
                  <a:gd name="T27" fmla="*/ 37 h 47"/>
                  <a:gd name="T28" fmla="*/ 6 w 122"/>
                  <a:gd name="T29" fmla="*/ 47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2" h="47">
                    <a:moveTo>
                      <a:pt x="6" y="47"/>
                    </a:moveTo>
                    <a:cubicBezTo>
                      <a:pt x="8" y="46"/>
                      <a:pt x="10" y="45"/>
                      <a:pt x="13" y="45"/>
                    </a:cubicBezTo>
                    <a:cubicBezTo>
                      <a:pt x="21" y="44"/>
                      <a:pt x="28" y="44"/>
                      <a:pt x="36" y="43"/>
                    </a:cubicBezTo>
                    <a:cubicBezTo>
                      <a:pt x="36" y="43"/>
                      <a:pt x="36" y="43"/>
                      <a:pt x="36" y="43"/>
                    </a:cubicBezTo>
                    <a:cubicBezTo>
                      <a:pt x="35" y="38"/>
                      <a:pt x="37" y="33"/>
                      <a:pt x="41" y="32"/>
                    </a:cubicBezTo>
                    <a:cubicBezTo>
                      <a:pt x="54" y="28"/>
                      <a:pt x="68" y="28"/>
                      <a:pt x="81" y="32"/>
                    </a:cubicBezTo>
                    <a:cubicBezTo>
                      <a:pt x="85" y="33"/>
                      <a:pt x="88" y="38"/>
                      <a:pt x="86" y="43"/>
                    </a:cubicBezTo>
                    <a:cubicBezTo>
                      <a:pt x="86" y="43"/>
                      <a:pt x="86" y="43"/>
                      <a:pt x="86" y="43"/>
                    </a:cubicBezTo>
                    <a:cubicBezTo>
                      <a:pt x="94" y="44"/>
                      <a:pt x="102" y="44"/>
                      <a:pt x="109" y="45"/>
                    </a:cubicBezTo>
                    <a:cubicBezTo>
                      <a:pt x="112" y="45"/>
                      <a:pt x="115" y="46"/>
                      <a:pt x="117" y="47"/>
                    </a:cubicBezTo>
                    <a:cubicBezTo>
                      <a:pt x="118" y="43"/>
                      <a:pt x="119" y="40"/>
                      <a:pt x="120" y="37"/>
                    </a:cubicBezTo>
                    <a:cubicBezTo>
                      <a:pt x="122" y="29"/>
                      <a:pt x="117" y="18"/>
                      <a:pt x="107" y="14"/>
                    </a:cubicBezTo>
                    <a:cubicBezTo>
                      <a:pt x="77" y="0"/>
                      <a:pt x="46" y="0"/>
                      <a:pt x="16" y="14"/>
                    </a:cubicBezTo>
                    <a:cubicBezTo>
                      <a:pt x="6" y="18"/>
                      <a:pt x="0" y="29"/>
                      <a:pt x="3" y="37"/>
                    </a:cubicBezTo>
                    <a:cubicBezTo>
                      <a:pt x="4" y="40"/>
                      <a:pt x="5" y="43"/>
                      <a:pt x="6" y="4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defTabSz="914400"/>
                <a:endParaRPr lang="zh-CN" altLang="en-US">
                  <a:solidFill>
                    <a:prstClr val="black"/>
                  </a:solidFill>
                  <a:latin typeface="Arial"/>
                  <a:ea typeface="阿里巴巴普惠体 Medium"/>
                  <a:cs typeface="阿里巴巴普惠体 Medium"/>
                  <a:sym typeface="Arial"/>
                </a:endParaRPr>
              </a:p>
            </p:txBody>
          </p:sp>
          <p:sp>
            <p:nvSpPr>
              <p:cNvPr id="58" name="图形"/>
              <p:cNvSpPr>
                <a:spLocks noChangeArrowheads="1"/>
              </p:cNvSpPr>
              <p:nvPr>
                <p:custDataLst>
                  <p:tags r:id="R1ad7ac6514e94244"/>
                </p:custDataLst>
              </p:nvPr>
            </p:nvSpPr>
            <p:spPr bwMode="auto">
              <a:xfrm>
                <a:off x="3064089" y="1550506"/>
                <a:ext cx="120650" cy="76200"/>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defTabSz="914400"/>
                <a:endParaRPr lang="zh-CN" altLang="en-US">
                  <a:solidFill>
                    <a:prstClr val="black"/>
                  </a:solidFill>
                  <a:latin typeface="Arial"/>
                  <a:ea typeface="阿里巴巴普惠体 Medium"/>
                  <a:cs typeface="阿里巴巴普惠体 Medium"/>
                  <a:sym typeface="Arial"/>
                </a:endParaRPr>
              </a:p>
            </p:txBody>
          </p:sp>
          <p:sp>
            <p:nvSpPr>
              <p:cNvPr id="59" name="图形"/>
              <p:cNvSpPr>
                <a:spLocks noEditPoints="1"/>
              </p:cNvSpPr>
              <p:nvPr>
                <p:custDataLst>
                  <p:tags r:id="Rebe4f10fb47f4c98"/>
                </p:custDataLst>
              </p:nvPr>
            </p:nvSpPr>
            <p:spPr bwMode="auto">
              <a:xfrm>
                <a:off x="2898989" y="1455256"/>
                <a:ext cx="455613" cy="358775"/>
              </a:xfrm>
              <a:custGeom>
                <a:avLst/>
                <a:gdLst>
                  <a:gd name="T0" fmla="*/ 120 w 121"/>
                  <a:gd name="T1" fmla="*/ 57 h 94"/>
                  <a:gd name="T2" fmla="*/ 121 w 121"/>
                  <a:gd name="T3" fmla="*/ 57 h 94"/>
                  <a:gd name="T4" fmla="*/ 94 w 121"/>
                  <a:gd name="T5" fmla="*/ 16 h 94"/>
                  <a:gd name="T6" fmla="*/ 80 w 121"/>
                  <a:gd name="T7" fmla="*/ 13 h 94"/>
                  <a:gd name="T8" fmla="*/ 80 w 121"/>
                  <a:gd name="T9" fmla="*/ 9 h 94"/>
                  <a:gd name="T10" fmla="*/ 73 w 121"/>
                  <a:gd name="T11" fmla="*/ 0 h 94"/>
                  <a:gd name="T12" fmla="*/ 66 w 121"/>
                  <a:gd name="T13" fmla="*/ 9 h 94"/>
                  <a:gd name="T14" fmla="*/ 66 w 121"/>
                  <a:gd name="T15" fmla="*/ 13 h 94"/>
                  <a:gd name="T16" fmla="*/ 64 w 121"/>
                  <a:gd name="T17" fmla="*/ 14 h 94"/>
                  <a:gd name="T18" fmla="*/ 57 w 121"/>
                  <a:gd name="T19" fmla="*/ 14 h 94"/>
                  <a:gd name="T20" fmla="*/ 54 w 121"/>
                  <a:gd name="T21" fmla="*/ 13 h 94"/>
                  <a:gd name="T22" fmla="*/ 54 w 121"/>
                  <a:gd name="T23" fmla="*/ 9 h 94"/>
                  <a:gd name="T24" fmla="*/ 47 w 121"/>
                  <a:gd name="T25" fmla="*/ 0 h 94"/>
                  <a:gd name="T26" fmla="*/ 41 w 121"/>
                  <a:gd name="T27" fmla="*/ 9 h 94"/>
                  <a:gd name="T28" fmla="*/ 41 w 121"/>
                  <a:gd name="T29" fmla="*/ 13 h 94"/>
                  <a:gd name="T30" fmla="*/ 26 w 121"/>
                  <a:gd name="T31" fmla="*/ 16 h 94"/>
                  <a:gd name="T32" fmla="*/ 0 w 121"/>
                  <a:gd name="T33" fmla="*/ 57 h 94"/>
                  <a:gd name="T34" fmla="*/ 0 w 121"/>
                  <a:gd name="T35" fmla="*/ 57 h 94"/>
                  <a:gd name="T36" fmla="*/ 0 w 121"/>
                  <a:gd name="T37" fmla="*/ 58 h 94"/>
                  <a:gd name="T38" fmla="*/ 0 w 121"/>
                  <a:gd name="T39" fmla="*/ 70 h 94"/>
                  <a:gd name="T40" fmla="*/ 6 w 121"/>
                  <a:gd name="T41" fmla="*/ 79 h 94"/>
                  <a:gd name="T42" fmla="*/ 6 w 121"/>
                  <a:gd name="T43" fmla="*/ 82 h 94"/>
                  <a:gd name="T44" fmla="*/ 13 w 121"/>
                  <a:gd name="T45" fmla="*/ 86 h 94"/>
                  <a:gd name="T46" fmla="*/ 18 w 121"/>
                  <a:gd name="T47" fmla="*/ 85 h 94"/>
                  <a:gd name="T48" fmla="*/ 102 w 121"/>
                  <a:gd name="T49" fmla="*/ 85 h 94"/>
                  <a:gd name="T50" fmla="*/ 107 w 121"/>
                  <a:gd name="T51" fmla="*/ 86 h 94"/>
                  <a:gd name="T52" fmla="*/ 114 w 121"/>
                  <a:gd name="T53" fmla="*/ 82 h 94"/>
                  <a:gd name="T54" fmla="*/ 114 w 121"/>
                  <a:gd name="T55" fmla="*/ 79 h 94"/>
                  <a:gd name="T56" fmla="*/ 120 w 121"/>
                  <a:gd name="T57" fmla="*/ 70 h 94"/>
                  <a:gd name="T58" fmla="*/ 121 w 121"/>
                  <a:gd name="T59" fmla="*/ 58 h 94"/>
                  <a:gd name="T60" fmla="*/ 120 w 121"/>
                  <a:gd name="T61" fmla="*/ 57 h 94"/>
                  <a:gd name="T62" fmla="*/ 60 w 121"/>
                  <a:gd name="T63" fmla="*/ 56 h 94"/>
                  <a:gd name="T64" fmla="*/ 33 w 121"/>
                  <a:gd name="T65" fmla="*/ 38 h 94"/>
                  <a:gd name="T66" fmla="*/ 60 w 121"/>
                  <a:gd name="T67" fmla="*/ 20 h 94"/>
                  <a:gd name="T68" fmla="*/ 87 w 121"/>
                  <a:gd name="T69" fmla="*/ 38 h 94"/>
                  <a:gd name="T70" fmla="*/ 60 w 121"/>
                  <a:gd name="T71" fmla="*/ 56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0" h="94">
                    <a:moveTo>
                      <a:pt x="120" y="57"/>
                    </a:moveTo>
                    <a:cubicBezTo>
                      <a:pt x="121" y="57"/>
                      <a:pt x="121" y="57"/>
                      <a:pt x="121" y="57"/>
                    </a:cubicBezTo>
                    <a:cubicBezTo>
                      <a:pt x="121" y="57"/>
                      <a:pt x="105" y="21"/>
                      <a:pt x="94" y="16"/>
                    </a:cubicBezTo>
                    <a:cubicBezTo>
                      <a:pt x="91" y="14"/>
                      <a:pt x="85" y="14"/>
                      <a:pt x="80" y="13"/>
                    </a:cubicBezTo>
                    <a:cubicBezTo>
                      <a:pt x="80" y="9"/>
                      <a:pt x="80" y="9"/>
                      <a:pt x="80" y="9"/>
                    </a:cubicBezTo>
                    <a:cubicBezTo>
                      <a:pt x="80" y="4"/>
                      <a:pt x="77" y="0"/>
                      <a:pt x="73" y="0"/>
                    </a:cubicBezTo>
                    <a:cubicBezTo>
                      <a:pt x="69" y="0"/>
                      <a:pt x="66" y="4"/>
                      <a:pt x="66" y="9"/>
                    </a:cubicBezTo>
                    <a:cubicBezTo>
                      <a:pt x="66" y="13"/>
                      <a:pt x="66" y="13"/>
                      <a:pt x="66" y="13"/>
                    </a:cubicBezTo>
                    <a:cubicBezTo>
                      <a:pt x="65" y="13"/>
                      <a:pt x="64" y="13"/>
                      <a:pt x="64" y="14"/>
                    </a:cubicBezTo>
                    <a:cubicBezTo>
                      <a:pt x="57" y="14"/>
                      <a:pt x="57" y="14"/>
                      <a:pt x="57" y="14"/>
                    </a:cubicBezTo>
                    <a:cubicBezTo>
                      <a:pt x="56" y="13"/>
                      <a:pt x="55" y="13"/>
                      <a:pt x="54" y="13"/>
                    </a:cubicBezTo>
                    <a:cubicBezTo>
                      <a:pt x="54" y="9"/>
                      <a:pt x="54" y="9"/>
                      <a:pt x="54" y="9"/>
                    </a:cubicBezTo>
                    <a:cubicBezTo>
                      <a:pt x="54" y="4"/>
                      <a:pt x="51" y="0"/>
                      <a:pt x="47" y="0"/>
                    </a:cubicBezTo>
                    <a:cubicBezTo>
                      <a:pt x="44" y="0"/>
                      <a:pt x="41" y="4"/>
                      <a:pt x="41" y="9"/>
                    </a:cubicBezTo>
                    <a:cubicBezTo>
                      <a:pt x="41" y="13"/>
                      <a:pt x="41" y="13"/>
                      <a:pt x="41" y="13"/>
                    </a:cubicBezTo>
                    <a:cubicBezTo>
                      <a:pt x="35" y="14"/>
                      <a:pt x="30" y="14"/>
                      <a:pt x="26" y="16"/>
                    </a:cubicBezTo>
                    <a:cubicBezTo>
                      <a:pt x="15" y="21"/>
                      <a:pt x="0" y="57"/>
                      <a:pt x="0" y="57"/>
                    </a:cubicBezTo>
                    <a:cubicBezTo>
                      <a:pt x="0" y="57"/>
                      <a:pt x="0" y="57"/>
                      <a:pt x="0" y="57"/>
                    </a:cubicBezTo>
                    <a:cubicBezTo>
                      <a:pt x="0" y="57"/>
                      <a:pt x="0" y="58"/>
                      <a:pt x="0" y="58"/>
                    </a:cubicBezTo>
                    <a:cubicBezTo>
                      <a:pt x="0" y="62"/>
                      <a:pt x="0" y="66"/>
                      <a:pt x="0" y="70"/>
                    </a:cubicBezTo>
                    <a:cubicBezTo>
                      <a:pt x="1" y="73"/>
                      <a:pt x="3" y="76"/>
                      <a:pt x="6" y="79"/>
                    </a:cubicBezTo>
                    <a:cubicBezTo>
                      <a:pt x="6" y="82"/>
                      <a:pt x="6" y="82"/>
                      <a:pt x="6" y="82"/>
                    </a:cubicBezTo>
                    <a:cubicBezTo>
                      <a:pt x="6" y="84"/>
                      <a:pt x="9" y="86"/>
                      <a:pt x="13" y="86"/>
                    </a:cubicBezTo>
                    <a:cubicBezTo>
                      <a:pt x="15" y="86"/>
                      <a:pt x="17" y="86"/>
                      <a:pt x="18" y="85"/>
                    </a:cubicBezTo>
                    <a:cubicBezTo>
                      <a:pt x="46" y="94"/>
                      <a:pt x="75" y="94"/>
                      <a:pt x="102" y="85"/>
                    </a:cubicBezTo>
                    <a:cubicBezTo>
                      <a:pt x="104" y="86"/>
                      <a:pt x="105" y="86"/>
                      <a:pt x="107" y="86"/>
                    </a:cubicBezTo>
                    <a:cubicBezTo>
                      <a:pt x="111" y="86"/>
                      <a:pt x="114" y="84"/>
                      <a:pt x="114" y="82"/>
                    </a:cubicBezTo>
                    <a:cubicBezTo>
                      <a:pt x="114" y="79"/>
                      <a:pt x="114" y="79"/>
                      <a:pt x="114" y="79"/>
                    </a:cubicBezTo>
                    <a:cubicBezTo>
                      <a:pt x="117" y="76"/>
                      <a:pt x="120" y="73"/>
                      <a:pt x="120" y="70"/>
                    </a:cubicBezTo>
                    <a:cubicBezTo>
                      <a:pt x="120" y="66"/>
                      <a:pt x="120" y="62"/>
                      <a:pt x="121" y="58"/>
                    </a:cubicBezTo>
                    <a:cubicBezTo>
                      <a:pt x="121" y="58"/>
                      <a:pt x="121" y="57"/>
                      <a:pt x="120" y="57"/>
                    </a:cubicBezTo>
                    <a:close/>
                    <a:moveTo>
                      <a:pt x="60" y="56"/>
                    </a:moveTo>
                    <a:cubicBezTo>
                      <a:pt x="45" y="56"/>
                      <a:pt x="33" y="48"/>
                      <a:pt x="33" y="38"/>
                    </a:cubicBezTo>
                    <a:cubicBezTo>
                      <a:pt x="33" y="28"/>
                      <a:pt x="45" y="20"/>
                      <a:pt x="60" y="20"/>
                    </a:cubicBezTo>
                    <a:cubicBezTo>
                      <a:pt x="75" y="20"/>
                      <a:pt x="87" y="28"/>
                      <a:pt x="87" y="38"/>
                    </a:cubicBezTo>
                    <a:cubicBezTo>
                      <a:pt x="87" y="48"/>
                      <a:pt x="75" y="56"/>
                      <a:pt x="60" y="5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defTabSz="914400"/>
                <a:endParaRPr lang="zh-CN" altLang="en-US">
                  <a:solidFill>
                    <a:prstClr val="black"/>
                  </a:solidFill>
                  <a:latin typeface="Arial"/>
                  <a:ea typeface="阿里巴巴普惠体 Medium"/>
                  <a:cs typeface="阿里巴巴普惠体 Medium"/>
                  <a:sym typeface="Arial"/>
                </a:endParaRPr>
              </a:p>
            </p:txBody>
          </p:sp>
        </p:grpSp>
        <p:sp>
          <p:nvSpPr>
            <p:cNvPr id="61" name="图形"/>
            <p:cNvSpPr/>
            <p:nvPr>
              <p:custDataLst>
                <p:tags r:id="Rde7351ed6c094cf9"/>
              </p:custDataLst>
            </p:nvPr>
          </p:nvSpPr>
          <p:spPr>
            <a:xfrm>
              <a:off x="1630" y="3036"/>
              <a:ext cx="3108" cy="2886"/>
            </a:xfrm>
            <a:prstGeom prst="rect">
              <a:avLst/>
            </a:prstGeom>
            <a:solidFill>
              <a:srgbClr val="8A00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a:solidFill>
                  <a:prstClr val="white"/>
                </a:solidFill>
                <a:latin typeface="Arial"/>
                <a:ea typeface="阿里巴巴普惠体 Medium"/>
                <a:cs typeface="阿里巴巴普惠体 Medium"/>
                <a:sym typeface="Arial"/>
              </a:endParaRPr>
            </a:p>
          </p:txBody>
        </p:sp>
        <p:grpSp>
          <p:nvGrpSpPr>
            <p:cNvPr id="63" name="组合 62"/>
            <p:cNvGrpSpPr/>
            <p:nvPr/>
          </p:nvGrpSpPr>
          <p:grpSpPr>
            <a:xfrm>
              <a:off x="2807" y="3585"/>
              <a:ext cx="755" cy="1330"/>
              <a:chOff x="809841" y="1322657"/>
              <a:chExt cx="320676" cy="565151"/>
            </a:xfrm>
          </p:grpSpPr>
          <p:sp>
            <p:nvSpPr>
              <p:cNvPr id="64" name="图形"/>
              <p:cNvSpPr/>
              <p:nvPr>
                <p:custDataLst>
                  <p:tags r:id="R1822709ee5c14b62"/>
                </p:custDataLst>
              </p:nvPr>
            </p:nvSpPr>
            <p:spPr bwMode="auto">
              <a:xfrm>
                <a:off x="877888" y="1552576"/>
                <a:ext cx="38100" cy="84138"/>
              </a:xfrm>
              <a:custGeom>
                <a:avLst/>
                <a:gdLst>
                  <a:gd name="T0" fmla="*/ 0 w 10"/>
                  <a:gd name="T1" fmla="*/ 5 h 22"/>
                  <a:gd name="T2" fmla="*/ 0 w 10"/>
                  <a:gd name="T3" fmla="*/ 17 h 22"/>
                  <a:gd name="T4" fmla="*/ 5 w 10"/>
                  <a:gd name="T5" fmla="*/ 22 h 22"/>
                  <a:gd name="T6" fmla="*/ 10 w 10"/>
                  <a:gd name="T7" fmla="*/ 17 h 22"/>
                  <a:gd name="T8" fmla="*/ 10 w 10"/>
                  <a:gd name="T9" fmla="*/ 5 h 22"/>
                  <a:gd name="T10" fmla="*/ 5 w 10"/>
                  <a:gd name="T11" fmla="*/ 0 h 22"/>
                  <a:gd name="T12" fmla="*/ 0 w 10"/>
                  <a:gd name="T13" fmla="*/ 5 h 22"/>
                </a:gdLst>
                <a:ahLst/>
                <a:cxnLst>
                  <a:cxn ang="0">
                    <a:pos x="T0" y="T1"/>
                  </a:cxn>
                  <a:cxn ang="0">
                    <a:pos x="T2" y="T3"/>
                  </a:cxn>
                  <a:cxn ang="0">
                    <a:pos x="T4" y="T5"/>
                  </a:cxn>
                  <a:cxn ang="0">
                    <a:pos x="T6" y="T7"/>
                  </a:cxn>
                  <a:cxn ang="0">
                    <a:pos x="T8" y="T9"/>
                  </a:cxn>
                  <a:cxn ang="0">
                    <a:pos x="T10" y="T11"/>
                  </a:cxn>
                  <a:cxn ang="0">
                    <a:pos x="T12" y="T13"/>
                  </a:cxn>
                </a:cxnLst>
                <a:rect l="0" t="0" r="r" b="b"/>
                <a:pathLst>
                  <a:path w="10" h="22">
                    <a:moveTo>
                      <a:pt x="0" y="5"/>
                    </a:moveTo>
                    <a:cubicBezTo>
                      <a:pt x="0" y="17"/>
                      <a:pt x="0" y="17"/>
                      <a:pt x="0" y="17"/>
                    </a:cubicBezTo>
                    <a:cubicBezTo>
                      <a:pt x="0" y="20"/>
                      <a:pt x="2" y="22"/>
                      <a:pt x="5" y="22"/>
                    </a:cubicBezTo>
                    <a:cubicBezTo>
                      <a:pt x="8" y="22"/>
                      <a:pt x="10" y="20"/>
                      <a:pt x="10" y="17"/>
                    </a:cubicBezTo>
                    <a:cubicBezTo>
                      <a:pt x="10" y="5"/>
                      <a:pt x="10" y="5"/>
                      <a:pt x="10" y="5"/>
                    </a:cubicBezTo>
                    <a:cubicBezTo>
                      <a:pt x="10" y="2"/>
                      <a:pt x="8" y="0"/>
                      <a:pt x="5" y="0"/>
                    </a:cubicBezTo>
                    <a:cubicBezTo>
                      <a:pt x="2" y="0"/>
                      <a:pt x="0" y="2"/>
                      <a:pt x="0" y="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defTabSz="914400"/>
                <a:endParaRPr lang="zh-CN" altLang="en-US">
                  <a:solidFill>
                    <a:prstClr val="black"/>
                  </a:solidFill>
                  <a:latin typeface="Arial"/>
                  <a:ea typeface="阿里巴巴普惠体 Medium"/>
                  <a:cs typeface="阿里巴巴普惠体 Medium"/>
                  <a:sym typeface="Arial"/>
                </a:endParaRPr>
              </a:p>
            </p:txBody>
          </p:sp>
          <p:sp>
            <p:nvSpPr>
              <p:cNvPr id="65" name="图形"/>
              <p:cNvSpPr/>
              <p:nvPr>
                <p:custDataLst>
                  <p:tags r:id="R4096ac441a124300"/>
                </p:custDataLst>
              </p:nvPr>
            </p:nvSpPr>
            <p:spPr bwMode="auto">
              <a:xfrm>
                <a:off x="938429" y="1322657"/>
                <a:ext cx="192088" cy="92075"/>
              </a:xfrm>
              <a:custGeom>
                <a:avLst/>
                <a:gdLst>
                  <a:gd name="T0" fmla="*/ 47 w 51"/>
                  <a:gd name="T1" fmla="*/ 1 h 24"/>
                  <a:gd name="T2" fmla="*/ 44 w 51"/>
                  <a:gd name="T3" fmla="*/ 1 h 24"/>
                  <a:gd name="T4" fmla="*/ 44 w 51"/>
                  <a:gd name="T5" fmla="*/ 4 h 24"/>
                  <a:gd name="T6" fmla="*/ 46 w 51"/>
                  <a:gd name="T7" fmla="*/ 13 h 24"/>
                  <a:gd name="T8" fmla="*/ 37 w 51"/>
                  <a:gd name="T9" fmla="*/ 19 h 24"/>
                  <a:gd name="T10" fmla="*/ 23 w 51"/>
                  <a:gd name="T11" fmla="*/ 10 h 24"/>
                  <a:gd name="T12" fmla="*/ 10 w 51"/>
                  <a:gd name="T13" fmla="*/ 2 h 24"/>
                  <a:gd name="T14" fmla="*/ 4 w 51"/>
                  <a:gd name="T15" fmla="*/ 5 h 24"/>
                  <a:gd name="T16" fmla="*/ 2 w 51"/>
                  <a:gd name="T17" fmla="*/ 10 h 24"/>
                  <a:gd name="T18" fmla="*/ 0 w 51"/>
                  <a:gd name="T19" fmla="*/ 12 h 24"/>
                  <a:gd name="T20" fmla="*/ 0 w 51"/>
                  <a:gd name="T21" fmla="*/ 22 h 24"/>
                  <a:gd name="T22" fmla="*/ 2 w 51"/>
                  <a:gd name="T23" fmla="*/ 24 h 24"/>
                  <a:gd name="T24" fmla="*/ 4 w 51"/>
                  <a:gd name="T25" fmla="*/ 24 h 24"/>
                  <a:gd name="T26" fmla="*/ 6 w 51"/>
                  <a:gd name="T27" fmla="*/ 22 h 24"/>
                  <a:gd name="T28" fmla="*/ 6 w 51"/>
                  <a:gd name="T29" fmla="*/ 12 h 24"/>
                  <a:gd name="T30" fmla="*/ 5 w 51"/>
                  <a:gd name="T31" fmla="*/ 10 h 24"/>
                  <a:gd name="T32" fmla="*/ 7 w 51"/>
                  <a:gd name="T33" fmla="*/ 7 h 24"/>
                  <a:gd name="T34" fmla="*/ 10 w 51"/>
                  <a:gd name="T35" fmla="*/ 6 h 24"/>
                  <a:gd name="T36" fmla="*/ 20 w 51"/>
                  <a:gd name="T37" fmla="*/ 13 h 24"/>
                  <a:gd name="T38" fmla="*/ 37 w 51"/>
                  <a:gd name="T39" fmla="*/ 23 h 24"/>
                  <a:gd name="T40" fmla="*/ 49 w 51"/>
                  <a:gd name="T41" fmla="*/ 14 h 24"/>
                  <a:gd name="T42" fmla="*/ 47 w 51"/>
                  <a:gd name="T43" fmla="*/ 1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1" h="24">
                    <a:moveTo>
                      <a:pt x="47" y="1"/>
                    </a:moveTo>
                    <a:cubicBezTo>
                      <a:pt x="46" y="1"/>
                      <a:pt x="45" y="0"/>
                      <a:pt x="44" y="1"/>
                    </a:cubicBezTo>
                    <a:cubicBezTo>
                      <a:pt x="43" y="2"/>
                      <a:pt x="43" y="3"/>
                      <a:pt x="44" y="4"/>
                    </a:cubicBezTo>
                    <a:cubicBezTo>
                      <a:pt x="46" y="6"/>
                      <a:pt x="47" y="10"/>
                      <a:pt x="46" y="13"/>
                    </a:cubicBezTo>
                    <a:cubicBezTo>
                      <a:pt x="44" y="17"/>
                      <a:pt x="41" y="19"/>
                      <a:pt x="37" y="19"/>
                    </a:cubicBezTo>
                    <a:cubicBezTo>
                      <a:pt x="32" y="20"/>
                      <a:pt x="27" y="15"/>
                      <a:pt x="23" y="10"/>
                    </a:cubicBezTo>
                    <a:cubicBezTo>
                      <a:pt x="19" y="6"/>
                      <a:pt x="15" y="2"/>
                      <a:pt x="10" y="2"/>
                    </a:cubicBezTo>
                    <a:cubicBezTo>
                      <a:pt x="8" y="2"/>
                      <a:pt x="6" y="3"/>
                      <a:pt x="4" y="5"/>
                    </a:cubicBezTo>
                    <a:cubicBezTo>
                      <a:pt x="3" y="6"/>
                      <a:pt x="2" y="8"/>
                      <a:pt x="2" y="10"/>
                    </a:cubicBezTo>
                    <a:cubicBezTo>
                      <a:pt x="1" y="11"/>
                      <a:pt x="0" y="11"/>
                      <a:pt x="0" y="12"/>
                    </a:cubicBezTo>
                    <a:cubicBezTo>
                      <a:pt x="0" y="22"/>
                      <a:pt x="0" y="22"/>
                      <a:pt x="0" y="22"/>
                    </a:cubicBezTo>
                    <a:cubicBezTo>
                      <a:pt x="0" y="23"/>
                      <a:pt x="1" y="24"/>
                      <a:pt x="2" y="24"/>
                    </a:cubicBezTo>
                    <a:cubicBezTo>
                      <a:pt x="4" y="24"/>
                      <a:pt x="4" y="24"/>
                      <a:pt x="4" y="24"/>
                    </a:cubicBezTo>
                    <a:cubicBezTo>
                      <a:pt x="5" y="24"/>
                      <a:pt x="6" y="23"/>
                      <a:pt x="6" y="22"/>
                    </a:cubicBezTo>
                    <a:cubicBezTo>
                      <a:pt x="6" y="12"/>
                      <a:pt x="6" y="12"/>
                      <a:pt x="6" y="12"/>
                    </a:cubicBezTo>
                    <a:cubicBezTo>
                      <a:pt x="6" y="11"/>
                      <a:pt x="6" y="11"/>
                      <a:pt x="5" y="10"/>
                    </a:cubicBezTo>
                    <a:cubicBezTo>
                      <a:pt x="5" y="9"/>
                      <a:pt x="6" y="8"/>
                      <a:pt x="7" y="7"/>
                    </a:cubicBezTo>
                    <a:cubicBezTo>
                      <a:pt x="8" y="6"/>
                      <a:pt x="9" y="6"/>
                      <a:pt x="10" y="6"/>
                    </a:cubicBezTo>
                    <a:cubicBezTo>
                      <a:pt x="13" y="6"/>
                      <a:pt x="17" y="9"/>
                      <a:pt x="20" y="13"/>
                    </a:cubicBezTo>
                    <a:cubicBezTo>
                      <a:pt x="25" y="18"/>
                      <a:pt x="31" y="24"/>
                      <a:pt x="37" y="23"/>
                    </a:cubicBezTo>
                    <a:cubicBezTo>
                      <a:pt x="43" y="22"/>
                      <a:pt x="47" y="19"/>
                      <a:pt x="49" y="14"/>
                    </a:cubicBezTo>
                    <a:cubicBezTo>
                      <a:pt x="51" y="10"/>
                      <a:pt x="50" y="5"/>
                      <a:pt x="47" y="1"/>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defTabSz="914400"/>
                <a:endParaRPr lang="zh-CN" altLang="en-US">
                  <a:solidFill>
                    <a:prstClr val="black"/>
                  </a:solidFill>
                  <a:latin typeface="Arial"/>
                  <a:ea typeface="阿里巴巴普惠体 Medium"/>
                  <a:cs typeface="阿里巴巴普惠体 Medium"/>
                  <a:sym typeface="Arial"/>
                </a:endParaRPr>
              </a:p>
            </p:txBody>
          </p:sp>
          <p:sp>
            <p:nvSpPr>
              <p:cNvPr id="66" name="图形"/>
              <p:cNvSpPr>
                <a:spLocks noEditPoints="1"/>
              </p:cNvSpPr>
              <p:nvPr>
                <p:custDataLst>
                  <p:tags r:id="R4892ece9f23849eb"/>
                </p:custDataLst>
              </p:nvPr>
            </p:nvSpPr>
            <p:spPr bwMode="auto">
              <a:xfrm>
                <a:off x="809841" y="1425844"/>
                <a:ext cx="279400" cy="461964"/>
              </a:xfrm>
              <a:custGeom>
                <a:avLst/>
                <a:gdLst>
                  <a:gd name="T0" fmla="*/ 40 w 74"/>
                  <a:gd name="T1" fmla="*/ 0 h 121"/>
                  <a:gd name="T2" fmla="*/ 40 w 74"/>
                  <a:gd name="T3" fmla="*/ 26 h 121"/>
                  <a:gd name="T4" fmla="*/ 47 w 74"/>
                  <a:gd name="T5" fmla="*/ 35 h 121"/>
                  <a:gd name="T6" fmla="*/ 47 w 74"/>
                  <a:gd name="T7" fmla="*/ 36 h 121"/>
                  <a:gd name="T8" fmla="*/ 66 w 74"/>
                  <a:gd name="T9" fmla="*/ 41 h 121"/>
                  <a:gd name="T10" fmla="*/ 68 w 74"/>
                  <a:gd name="T11" fmla="*/ 43 h 121"/>
                  <a:gd name="T12" fmla="*/ 68 w 74"/>
                  <a:gd name="T13" fmla="*/ 45 h 121"/>
                  <a:gd name="T14" fmla="*/ 64 w 74"/>
                  <a:gd name="T15" fmla="*/ 47 h 121"/>
                  <a:gd name="T16" fmla="*/ 47 w 74"/>
                  <a:gd name="T17" fmla="*/ 42 h 121"/>
                  <a:gd name="T18" fmla="*/ 47 w 74"/>
                  <a:gd name="T19" fmla="*/ 47 h 121"/>
                  <a:gd name="T20" fmla="*/ 37 w 74"/>
                  <a:gd name="T21" fmla="*/ 56 h 121"/>
                  <a:gd name="T22" fmla="*/ 28 w 74"/>
                  <a:gd name="T23" fmla="*/ 47 h 121"/>
                  <a:gd name="T24" fmla="*/ 28 w 74"/>
                  <a:gd name="T25" fmla="*/ 42 h 121"/>
                  <a:gd name="T26" fmla="*/ 10 w 74"/>
                  <a:gd name="T27" fmla="*/ 47 h 121"/>
                  <a:gd name="T28" fmla="*/ 6 w 74"/>
                  <a:gd name="T29" fmla="*/ 45 h 121"/>
                  <a:gd name="T30" fmla="*/ 6 w 74"/>
                  <a:gd name="T31" fmla="*/ 43 h 121"/>
                  <a:gd name="T32" fmla="*/ 8 w 74"/>
                  <a:gd name="T33" fmla="*/ 41 h 121"/>
                  <a:gd name="T34" fmla="*/ 28 w 74"/>
                  <a:gd name="T35" fmla="*/ 36 h 121"/>
                  <a:gd name="T36" fmla="*/ 28 w 74"/>
                  <a:gd name="T37" fmla="*/ 35 h 121"/>
                  <a:gd name="T38" fmla="*/ 34 w 74"/>
                  <a:gd name="T39" fmla="*/ 26 h 121"/>
                  <a:gd name="T40" fmla="*/ 34 w 74"/>
                  <a:gd name="T41" fmla="*/ 0 h 121"/>
                  <a:gd name="T42" fmla="*/ 0 w 74"/>
                  <a:gd name="T43" fmla="*/ 37 h 121"/>
                  <a:gd name="T44" fmla="*/ 0 w 74"/>
                  <a:gd name="T45" fmla="*/ 84 h 121"/>
                  <a:gd name="T46" fmla="*/ 37 w 74"/>
                  <a:gd name="T47" fmla="*/ 121 h 121"/>
                  <a:gd name="T48" fmla="*/ 74 w 74"/>
                  <a:gd name="T49" fmla="*/ 84 h 121"/>
                  <a:gd name="T50" fmla="*/ 74 w 74"/>
                  <a:gd name="T51" fmla="*/ 37 h 121"/>
                  <a:gd name="T52" fmla="*/ 40 w 74"/>
                  <a:gd name="T53" fmla="*/ 0 h 121"/>
                  <a:gd name="T54" fmla="*/ 39 w 74"/>
                  <a:gd name="T55" fmla="*/ 114 h 121"/>
                  <a:gd name="T56" fmla="*/ 6 w 74"/>
                  <a:gd name="T57" fmla="*/ 81 h 121"/>
                  <a:gd name="T58" fmla="*/ 6 w 74"/>
                  <a:gd name="T59" fmla="*/ 81 h 121"/>
                  <a:gd name="T60" fmla="*/ 43 w 74"/>
                  <a:gd name="T61" fmla="*/ 111 h 121"/>
                  <a:gd name="T62" fmla="*/ 59 w 74"/>
                  <a:gd name="T63" fmla="*/ 106 h 121"/>
                  <a:gd name="T64" fmla="*/ 39 w 74"/>
                  <a:gd name="T65" fmla="*/ 114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74" h="120">
                    <a:moveTo>
                      <a:pt x="40" y="0"/>
                    </a:moveTo>
                    <a:cubicBezTo>
                      <a:pt x="40" y="26"/>
                      <a:pt x="40" y="26"/>
                      <a:pt x="40" y="26"/>
                    </a:cubicBezTo>
                    <a:cubicBezTo>
                      <a:pt x="44" y="27"/>
                      <a:pt x="47" y="30"/>
                      <a:pt x="47" y="35"/>
                    </a:cubicBezTo>
                    <a:cubicBezTo>
                      <a:pt x="47" y="36"/>
                      <a:pt x="47" y="36"/>
                      <a:pt x="47" y="36"/>
                    </a:cubicBezTo>
                    <a:cubicBezTo>
                      <a:pt x="53" y="37"/>
                      <a:pt x="60" y="39"/>
                      <a:pt x="66" y="41"/>
                    </a:cubicBezTo>
                    <a:cubicBezTo>
                      <a:pt x="67" y="41"/>
                      <a:pt x="68" y="42"/>
                      <a:pt x="68" y="43"/>
                    </a:cubicBezTo>
                    <a:cubicBezTo>
                      <a:pt x="69" y="43"/>
                      <a:pt x="69" y="44"/>
                      <a:pt x="68" y="45"/>
                    </a:cubicBezTo>
                    <a:cubicBezTo>
                      <a:pt x="68" y="47"/>
                      <a:pt x="66" y="47"/>
                      <a:pt x="64" y="47"/>
                    </a:cubicBezTo>
                    <a:cubicBezTo>
                      <a:pt x="59" y="45"/>
                      <a:pt x="53" y="43"/>
                      <a:pt x="47" y="42"/>
                    </a:cubicBezTo>
                    <a:cubicBezTo>
                      <a:pt x="47" y="47"/>
                      <a:pt x="47" y="47"/>
                      <a:pt x="47" y="47"/>
                    </a:cubicBezTo>
                    <a:cubicBezTo>
                      <a:pt x="47" y="52"/>
                      <a:pt x="42" y="56"/>
                      <a:pt x="37" y="56"/>
                    </a:cubicBezTo>
                    <a:cubicBezTo>
                      <a:pt x="32" y="56"/>
                      <a:pt x="28" y="52"/>
                      <a:pt x="28" y="47"/>
                    </a:cubicBezTo>
                    <a:cubicBezTo>
                      <a:pt x="28" y="42"/>
                      <a:pt x="28" y="42"/>
                      <a:pt x="28" y="42"/>
                    </a:cubicBezTo>
                    <a:cubicBezTo>
                      <a:pt x="21" y="43"/>
                      <a:pt x="15" y="45"/>
                      <a:pt x="10" y="47"/>
                    </a:cubicBezTo>
                    <a:cubicBezTo>
                      <a:pt x="8" y="47"/>
                      <a:pt x="6" y="47"/>
                      <a:pt x="6" y="45"/>
                    </a:cubicBezTo>
                    <a:cubicBezTo>
                      <a:pt x="5" y="44"/>
                      <a:pt x="6" y="43"/>
                      <a:pt x="6" y="43"/>
                    </a:cubicBezTo>
                    <a:cubicBezTo>
                      <a:pt x="6" y="42"/>
                      <a:pt x="7" y="41"/>
                      <a:pt x="8" y="41"/>
                    </a:cubicBezTo>
                    <a:cubicBezTo>
                      <a:pt x="14" y="39"/>
                      <a:pt x="21" y="37"/>
                      <a:pt x="28" y="36"/>
                    </a:cubicBezTo>
                    <a:cubicBezTo>
                      <a:pt x="28" y="35"/>
                      <a:pt x="28" y="35"/>
                      <a:pt x="28" y="35"/>
                    </a:cubicBezTo>
                    <a:cubicBezTo>
                      <a:pt x="28" y="30"/>
                      <a:pt x="30" y="27"/>
                      <a:pt x="34" y="26"/>
                    </a:cubicBezTo>
                    <a:cubicBezTo>
                      <a:pt x="34" y="0"/>
                      <a:pt x="34" y="0"/>
                      <a:pt x="34" y="0"/>
                    </a:cubicBezTo>
                    <a:cubicBezTo>
                      <a:pt x="15" y="2"/>
                      <a:pt x="0" y="18"/>
                      <a:pt x="0" y="37"/>
                    </a:cubicBezTo>
                    <a:cubicBezTo>
                      <a:pt x="0" y="84"/>
                      <a:pt x="0" y="84"/>
                      <a:pt x="0" y="84"/>
                    </a:cubicBezTo>
                    <a:cubicBezTo>
                      <a:pt x="0" y="105"/>
                      <a:pt x="17" y="121"/>
                      <a:pt x="37" y="121"/>
                    </a:cubicBezTo>
                    <a:cubicBezTo>
                      <a:pt x="57" y="121"/>
                      <a:pt x="74" y="105"/>
                      <a:pt x="74" y="84"/>
                    </a:cubicBezTo>
                    <a:cubicBezTo>
                      <a:pt x="74" y="37"/>
                      <a:pt x="74" y="37"/>
                      <a:pt x="74" y="37"/>
                    </a:cubicBezTo>
                    <a:cubicBezTo>
                      <a:pt x="74" y="18"/>
                      <a:pt x="59" y="2"/>
                      <a:pt x="40" y="0"/>
                    </a:cubicBezTo>
                    <a:close/>
                    <a:moveTo>
                      <a:pt x="39" y="114"/>
                    </a:moveTo>
                    <a:cubicBezTo>
                      <a:pt x="20" y="114"/>
                      <a:pt x="6" y="99"/>
                      <a:pt x="6" y="81"/>
                    </a:cubicBezTo>
                    <a:cubicBezTo>
                      <a:pt x="6" y="81"/>
                      <a:pt x="6" y="81"/>
                      <a:pt x="6" y="81"/>
                    </a:cubicBezTo>
                    <a:cubicBezTo>
                      <a:pt x="9" y="99"/>
                      <a:pt x="25" y="112"/>
                      <a:pt x="43" y="111"/>
                    </a:cubicBezTo>
                    <a:cubicBezTo>
                      <a:pt x="49" y="111"/>
                      <a:pt x="55" y="109"/>
                      <a:pt x="59" y="106"/>
                    </a:cubicBezTo>
                    <a:cubicBezTo>
                      <a:pt x="54" y="111"/>
                      <a:pt x="47" y="114"/>
                      <a:pt x="39" y="114"/>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defTabSz="914400"/>
                <a:endParaRPr lang="zh-CN" altLang="en-US">
                  <a:solidFill>
                    <a:prstClr val="black"/>
                  </a:solidFill>
                  <a:latin typeface="Arial"/>
                  <a:ea typeface="阿里巴巴普惠体 Medium"/>
                  <a:cs typeface="阿里巴巴普惠体 Medium"/>
                  <a:sym typeface="Arial"/>
                </a:endParaRPr>
              </a:p>
            </p:txBody>
          </p:sp>
        </p:grpSp>
        <p:sp>
          <p:nvSpPr>
            <p:cNvPr id="68" name="图形"/>
            <p:cNvSpPr/>
            <p:nvPr>
              <p:custDataLst>
                <p:tags r:id="R2777440e37874770"/>
              </p:custDataLst>
            </p:nvPr>
          </p:nvSpPr>
          <p:spPr>
            <a:xfrm>
              <a:off x="10869" y="6368"/>
              <a:ext cx="3002" cy="2788"/>
            </a:xfrm>
            <a:prstGeom prst="rect">
              <a:avLst/>
            </a:prstGeom>
            <a:solidFill>
              <a:srgbClr val="8A00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a:solidFill>
                  <a:prstClr val="white"/>
                </a:solidFill>
                <a:latin typeface="Arial"/>
                <a:ea typeface="阿里巴巴普惠体 Medium"/>
                <a:cs typeface="阿里巴巴普惠体 Medium"/>
                <a:sym typeface="Arial"/>
              </a:endParaRPr>
            </a:p>
          </p:txBody>
        </p:sp>
        <p:grpSp>
          <p:nvGrpSpPr>
            <p:cNvPr id="69" name="组合 68"/>
            <p:cNvGrpSpPr/>
            <p:nvPr/>
          </p:nvGrpSpPr>
          <p:grpSpPr>
            <a:xfrm>
              <a:off x="11649" y="7155"/>
              <a:ext cx="1442" cy="952"/>
              <a:chOff x="5842000" y="3514726"/>
              <a:chExt cx="579438" cy="382588"/>
            </a:xfrm>
          </p:grpSpPr>
          <p:sp>
            <p:nvSpPr>
              <p:cNvPr id="70" name="图形"/>
              <p:cNvSpPr/>
              <p:nvPr>
                <p:custDataLst>
                  <p:tags r:id="Rec0c929652c84432"/>
                </p:custDataLst>
              </p:nvPr>
            </p:nvSpPr>
            <p:spPr bwMode="auto">
              <a:xfrm>
                <a:off x="5929313" y="3514726"/>
                <a:ext cx="492125" cy="301625"/>
              </a:xfrm>
              <a:custGeom>
                <a:avLst/>
                <a:gdLst>
                  <a:gd name="T0" fmla="*/ 127 w 131"/>
                  <a:gd name="T1" fmla="*/ 0 h 79"/>
                  <a:gd name="T2" fmla="*/ 3 w 131"/>
                  <a:gd name="T3" fmla="*/ 0 h 79"/>
                  <a:gd name="T4" fmla="*/ 0 w 131"/>
                  <a:gd name="T5" fmla="*/ 4 h 79"/>
                  <a:gd name="T6" fmla="*/ 3 w 131"/>
                  <a:gd name="T7" fmla="*/ 7 h 79"/>
                  <a:gd name="T8" fmla="*/ 124 w 131"/>
                  <a:gd name="T9" fmla="*/ 7 h 79"/>
                  <a:gd name="T10" fmla="*/ 124 w 131"/>
                  <a:gd name="T11" fmla="*/ 75 h 79"/>
                  <a:gd name="T12" fmla="*/ 127 w 131"/>
                  <a:gd name="T13" fmla="*/ 79 h 79"/>
                  <a:gd name="T14" fmla="*/ 131 w 131"/>
                  <a:gd name="T15" fmla="*/ 75 h 79"/>
                  <a:gd name="T16" fmla="*/ 131 w 131"/>
                  <a:gd name="T17" fmla="*/ 4 h 79"/>
                  <a:gd name="T18" fmla="*/ 127 w 131"/>
                  <a:gd name="T19" fmla="*/ 0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1" h="79">
                    <a:moveTo>
                      <a:pt x="127" y="0"/>
                    </a:moveTo>
                    <a:cubicBezTo>
                      <a:pt x="3" y="0"/>
                      <a:pt x="3" y="0"/>
                      <a:pt x="3" y="0"/>
                    </a:cubicBezTo>
                    <a:cubicBezTo>
                      <a:pt x="1" y="0"/>
                      <a:pt x="0" y="2"/>
                      <a:pt x="0" y="4"/>
                    </a:cubicBezTo>
                    <a:cubicBezTo>
                      <a:pt x="0" y="6"/>
                      <a:pt x="1" y="7"/>
                      <a:pt x="3" y="7"/>
                    </a:cubicBezTo>
                    <a:cubicBezTo>
                      <a:pt x="124" y="7"/>
                      <a:pt x="124" y="7"/>
                      <a:pt x="124" y="7"/>
                    </a:cubicBezTo>
                    <a:cubicBezTo>
                      <a:pt x="124" y="75"/>
                      <a:pt x="124" y="75"/>
                      <a:pt x="124" y="75"/>
                    </a:cubicBezTo>
                    <a:cubicBezTo>
                      <a:pt x="124" y="77"/>
                      <a:pt x="125" y="79"/>
                      <a:pt x="127" y="79"/>
                    </a:cubicBezTo>
                    <a:cubicBezTo>
                      <a:pt x="129" y="79"/>
                      <a:pt x="131" y="77"/>
                      <a:pt x="131" y="75"/>
                    </a:cubicBezTo>
                    <a:cubicBezTo>
                      <a:pt x="131" y="4"/>
                      <a:pt x="131" y="4"/>
                      <a:pt x="131" y="4"/>
                    </a:cubicBezTo>
                    <a:cubicBezTo>
                      <a:pt x="131" y="2"/>
                      <a:pt x="129" y="0"/>
                      <a:pt x="127"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defTabSz="914400"/>
                <a:endParaRPr lang="zh-CN" altLang="en-US">
                  <a:solidFill>
                    <a:prstClr val="black"/>
                  </a:solidFill>
                  <a:latin typeface="Arial"/>
                  <a:ea typeface="阿里巴巴普惠体 Medium"/>
                  <a:cs typeface="阿里巴巴普惠体 Medium"/>
                  <a:sym typeface="Arial"/>
                </a:endParaRPr>
              </a:p>
            </p:txBody>
          </p:sp>
          <p:sp>
            <p:nvSpPr>
              <p:cNvPr id="71" name="图形"/>
              <p:cNvSpPr/>
              <p:nvPr>
                <p:custDataLst>
                  <p:tags r:id="R4361b031fba84eff"/>
                </p:custDataLst>
              </p:nvPr>
            </p:nvSpPr>
            <p:spPr bwMode="auto">
              <a:xfrm>
                <a:off x="5891213" y="3552826"/>
                <a:ext cx="493713" cy="298450"/>
              </a:xfrm>
              <a:custGeom>
                <a:avLst/>
                <a:gdLst>
                  <a:gd name="T0" fmla="*/ 127 w 131"/>
                  <a:gd name="T1" fmla="*/ 0 h 78"/>
                  <a:gd name="T2" fmla="*/ 3 w 131"/>
                  <a:gd name="T3" fmla="*/ 0 h 78"/>
                  <a:gd name="T4" fmla="*/ 0 w 131"/>
                  <a:gd name="T5" fmla="*/ 3 h 78"/>
                  <a:gd name="T6" fmla="*/ 3 w 131"/>
                  <a:gd name="T7" fmla="*/ 7 h 78"/>
                  <a:gd name="T8" fmla="*/ 123 w 131"/>
                  <a:gd name="T9" fmla="*/ 7 h 78"/>
                  <a:gd name="T10" fmla="*/ 123 w 131"/>
                  <a:gd name="T11" fmla="*/ 75 h 78"/>
                  <a:gd name="T12" fmla="*/ 127 w 131"/>
                  <a:gd name="T13" fmla="*/ 78 h 78"/>
                  <a:gd name="T14" fmla="*/ 131 w 131"/>
                  <a:gd name="T15" fmla="*/ 75 h 78"/>
                  <a:gd name="T16" fmla="*/ 131 w 131"/>
                  <a:gd name="T17" fmla="*/ 3 h 78"/>
                  <a:gd name="T18" fmla="*/ 127 w 131"/>
                  <a:gd name="T19"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1" h="78">
                    <a:moveTo>
                      <a:pt x="127" y="0"/>
                    </a:moveTo>
                    <a:cubicBezTo>
                      <a:pt x="3" y="0"/>
                      <a:pt x="3" y="0"/>
                      <a:pt x="3" y="0"/>
                    </a:cubicBezTo>
                    <a:cubicBezTo>
                      <a:pt x="1" y="0"/>
                      <a:pt x="0" y="1"/>
                      <a:pt x="0" y="3"/>
                    </a:cubicBezTo>
                    <a:cubicBezTo>
                      <a:pt x="0" y="5"/>
                      <a:pt x="1" y="7"/>
                      <a:pt x="3" y="7"/>
                    </a:cubicBezTo>
                    <a:cubicBezTo>
                      <a:pt x="123" y="7"/>
                      <a:pt x="123" y="7"/>
                      <a:pt x="123" y="7"/>
                    </a:cubicBezTo>
                    <a:cubicBezTo>
                      <a:pt x="123" y="75"/>
                      <a:pt x="123" y="75"/>
                      <a:pt x="123" y="75"/>
                    </a:cubicBezTo>
                    <a:cubicBezTo>
                      <a:pt x="123" y="77"/>
                      <a:pt x="125" y="78"/>
                      <a:pt x="127" y="78"/>
                    </a:cubicBezTo>
                    <a:cubicBezTo>
                      <a:pt x="129" y="78"/>
                      <a:pt x="131" y="77"/>
                      <a:pt x="131" y="75"/>
                    </a:cubicBezTo>
                    <a:cubicBezTo>
                      <a:pt x="131" y="3"/>
                      <a:pt x="131" y="3"/>
                      <a:pt x="131" y="3"/>
                    </a:cubicBezTo>
                    <a:cubicBezTo>
                      <a:pt x="131" y="1"/>
                      <a:pt x="129" y="0"/>
                      <a:pt x="127"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defTabSz="914400"/>
                <a:endParaRPr lang="zh-CN" altLang="en-US">
                  <a:solidFill>
                    <a:prstClr val="black"/>
                  </a:solidFill>
                  <a:latin typeface="Arial"/>
                  <a:ea typeface="阿里巴巴普惠体 Medium"/>
                  <a:cs typeface="阿里巴巴普惠体 Medium"/>
                  <a:sym typeface="Arial"/>
                </a:endParaRPr>
              </a:p>
            </p:txBody>
          </p:sp>
          <p:sp>
            <p:nvSpPr>
              <p:cNvPr id="72" name="图形"/>
              <p:cNvSpPr>
                <a:spLocks noEditPoints="1"/>
              </p:cNvSpPr>
              <p:nvPr>
                <p:custDataLst>
                  <p:tags r:id="Rc1146feb66fc47c8"/>
                </p:custDataLst>
              </p:nvPr>
            </p:nvSpPr>
            <p:spPr bwMode="auto">
              <a:xfrm>
                <a:off x="5842000" y="3587751"/>
                <a:ext cx="504825" cy="309563"/>
              </a:xfrm>
              <a:custGeom>
                <a:avLst/>
                <a:gdLst>
                  <a:gd name="T0" fmla="*/ 129 w 134"/>
                  <a:gd name="T1" fmla="*/ 0 h 81"/>
                  <a:gd name="T2" fmla="*/ 5 w 134"/>
                  <a:gd name="T3" fmla="*/ 0 h 81"/>
                  <a:gd name="T4" fmla="*/ 0 w 134"/>
                  <a:gd name="T5" fmla="*/ 5 h 81"/>
                  <a:gd name="T6" fmla="*/ 0 w 134"/>
                  <a:gd name="T7" fmla="*/ 76 h 81"/>
                  <a:gd name="T8" fmla="*/ 5 w 134"/>
                  <a:gd name="T9" fmla="*/ 81 h 81"/>
                  <a:gd name="T10" fmla="*/ 129 w 134"/>
                  <a:gd name="T11" fmla="*/ 81 h 81"/>
                  <a:gd name="T12" fmla="*/ 134 w 134"/>
                  <a:gd name="T13" fmla="*/ 76 h 81"/>
                  <a:gd name="T14" fmla="*/ 134 w 134"/>
                  <a:gd name="T15" fmla="*/ 5 h 81"/>
                  <a:gd name="T16" fmla="*/ 129 w 134"/>
                  <a:gd name="T17" fmla="*/ 0 h 81"/>
                  <a:gd name="T18" fmla="*/ 124 w 134"/>
                  <a:gd name="T19" fmla="*/ 72 h 81"/>
                  <a:gd name="T20" fmla="*/ 10 w 134"/>
                  <a:gd name="T21" fmla="*/ 72 h 81"/>
                  <a:gd name="T22" fmla="*/ 10 w 134"/>
                  <a:gd name="T23" fmla="*/ 10 h 81"/>
                  <a:gd name="T24" fmla="*/ 124 w 134"/>
                  <a:gd name="T25" fmla="*/ 10 h 81"/>
                  <a:gd name="T26" fmla="*/ 124 w 134"/>
                  <a:gd name="T27" fmla="*/ 72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4" h="81">
                    <a:moveTo>
                      <a:pt x="129" y="0"/>
                    </a:moveTo>
                    <a:cubicBezTo>
                      <a:pt x="5" y="0"/>
                      <a:pt x="5" y="0"/>
                      <a:pt x="5" y="0"/>
                    </a:cubicBezTo>
                    <a:cubicBezTo>
                      <a:pt x="2" y="0"/>
                      <a:pt x="0" y="2"/>
                      <a:pt x="0" y="5"/>
                    </a:cubicBezTo>
                    <a:cubicBezTo>
                      <a:pt x="0" y="76"/>
                      <a:pt x="0" y="76"/>
                      <a:pt x="0" y="76"/>
                    </a:cubicBezTo>
                    <a:cubicBezTo>
                      <a:pt x="0" y="79"/>
                      <a:pt x="2" y="81"/>
                      <a:pt x="5" y="81"/>
                    </a:cubicBezTo>
                    <a:cubicBezTo>
                      <a:pt x="129" y="81"/>
                      <a:pt x="129" y="81"/>
                      <a:pt x="129" y="81"/>
                    </a:cubicBezTo>
                    <a:cubicBezTo>
                      <a:pt x="131" y="81"/>
                      <a:pt x="134" y="79"/>
                      <a:pt x="134" y="76"/>
                    </a:cubicBezTo>
                    <a:cubicBezTo>
                      <a:pt x="134" y="5"/>
                      <a:pt x="134" y="5"/>
                      <a:pt x="134" y="5"/>
                    </a:cubicBezTo>
                    <a:cubicBezTo>
                      <a:pt x="134" y="2"/>
                      <a:pt x="131" y="0"/>
                      <a:pt x="129" y="0"/>
                    </a:cubicBezTo>
                    <a:close/>
                    <a:moveTo>
                      <a:pt x="124" y="72"/>
                    </a:moveTo>
                    <a:cubicBezTo>
                      <a:pt x="10" y="72"/>
                      <a:pt x="10" y="72"/>
                      <a:pt x="10" y="72"/>
                    </a:cubicBezTo>
                    <a:cubicBezTo>
                      <a:pt x="10" y="10"/>
                      <a:pt x="10" y="10"/>
                      <a:pt x="10" y="10"/>
                    </a:cubicBezTo>
                    <a:cubicBezTo>
                      <a:pt x="124" y="10"/>
                      <a:pt x="124" y="10"/>
                      <a:pt x="124" y="10"/>
                    </a:cubicBezTo>
                    <a:lnTo>
                      <a:pt x="124" y="7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defTabSz="914400"/>
                <a:endParaRPr lang="zh-CN" altLang="en-US">
                  <a:solidFill>
                    <a:prstClr val="black"/>
                  </a:solidFill>
                  <a:latin typeface="Arial"/>
                  <a:ea typeface="阿里巴巴普惠体 Medium"/>
                  <a:cs typeface="阿里巴巴普惠体 Medium"/>
                  <a:sym typeface="Arial"/>
                </a:endParaRPr>
              </a:p>
            </p:txBody>
          </p:sp>
          <p:sp>
            <p:nvSpPr>
              <p:cNvPr id="73" name="图形"/>
              <p:cNvSpPr/>
              <p:nvPr>
                <p:custDataLst>
                  <p:tags r:id="R801200d576d94b86"/>
                </p:custDataLst>
              </p:nvPr>
            </p:nvSpPr>
            <p:spPr bwMode="auto">
              <a:xfrm>
                <a:off x="6061075" y="3683001"/>
                <a:ext cx="66675" cy="122238"/>
              </a:xfrm>
              <a:custGeom>
                <a:avLst/>
                <a:gdLst>
                  <a:gd name="T0" fmla="*/ 8 w 18"/>
                  <a:gd name="T1" fmla="*/ 23 h 32"/>
                  <a:gd name="T2" fmla="*/ 1 w 18"/>
                  <a:gd name="T3" fmla="*/ 22 h 32"/>
                  <a:gd name="T4" fmla="*/ 0 w 18"/>
                  <a:gd name="T5" fmla="*/ 26 h 32"/>
                  <a:gd name="T6" fmla="*/ 7 w 18"/>
                  <a:gd name="T7" fmla="*/ 28 h 32"/>
                  <a:gd name="T8" fmla="*/ 7 w 18"/>
                  <a:gd name="T9" fmla="*/ 32 h 32"/>
                  <a:gd name="T10" fmla="*/ 11 w 18"/>
                  <a:gd name="T11" fmla="*/ 32 h 32"/>
                  <a:gd name="T12" fmla="*/ 11 w 18"/>
                  <a:gd name="T13" fmla="*/ 28 h 32"/>
                  <a:gd name="T14" fmla="*/ 18 w 18"/>
                  <a:gd name="T15" fmla="*/ 20 h 32"/>
                  <a:gd name="T16" fmla="*/ 11 w 18"/>
                  <a:gd name="T17" fmla="*/ 13 h 32"/>
                  <a:gd name="T18" fmla="*/ 6 w 18"/>
                  <a:gd name="T19" fmla="*/ 10 h 32"/>
                  <a:gd name="T20" fmla="*/ 10 w 18"/>
                  <a:gd name="T21" fmla="*/ 8 h 32"/>
                  <a:gd name="T22" fmla="*/ 15 w 18"/>
                  <a:gd name="T23" fmla="*/ 9 h 32"/>
                  <a:gd name="T24" fmla="*/ 17 w 18"/>
                  <a:gd name="T25" fmla="*/ 5 h 32"/>
                  <a:gd name="T26" fmla="*/ 11 w 18"/>
                  <a:gd name="T27" fmla="*/ 3 h 32"/>
                  <a:gd name="T28" fmla="*/ 11 w 18"/>
                  <a:gd name="T29" fmla="*/ 0 h 32"/>
                  <a:gd name="T30" fmla="*/ 7 w 18"/>
                  <a:gd name="T31" fmla="*/ 0 h 32"/>
                  <a:gd name="T32" fmla="*/ 7 w 18"/>
                  <a:gd name="T33" fmla="*/ 4 h 32"/>
                  <a:gd name="T34" fmla="*/ 0 w 18"/>
                  <a:gd name="T35" fmla="*/ 10 h 32"/>
                  <a:gd name="T36" fmla="*/ 7 w 18"/>
                  <a:gd name="T37" fmla="*/ 18 h 32"/>
                  <a:gd name="T38" fmla="*/ 12 w 18"/>
                  <a:gd name="T39" fmla="*/ 21 h 32"/>
                  <a:gd name="T40" fmla="*/ 8 w 18"/>
                  <a:gd name="T41" fmla="*/ 23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 h="32">
                    <a:moveTo>
                      <a:pt x="8" y="23"/>
                    </a:moveTo>
                    <a:cubicBezTo>
                      <a:pt x="5" y="23"/>
                      <a:pt x="3" y="23"/>
                      <a:pt x="1" y="22"/>
                    </a:cubicBezTo>
                    <a:cubicBezTo>
                      <a:pt x="0" y="26"/>
                      <a:pt x="0" y="26"/>
                      <a:pt x="0" y="26"/>
                    </a:cubicBezTo>
                    <a:cubicBezTo>
                      <a:pt x="2" y="27"/>
                      <a:pt x="4" y="28"/>
                      <a:pt x="7" y="28"/>
                    </a:cubicBezTo>
                    <a:cubicBezTo>
                      <a:pt x="7" y="32"/>
                      <a:pt x="7" y="32"/>
                      <a:pt x="7" y="32"/>
                    </a:cubicBezTo>
                    <a:cubicBezTo>
                      <a:pt x="11" y="32"/>
                      <a:pt x="11" y="32"/>
                      <a:pt x="11" y="32"/>
                    </a:cubicBezTo>
                    <a:cubicBezTo>
                      <a:pt x="11" y="28"/>
                      <a:pt x="11" y="28"/>
                      <a:pt x="11" y="28"/>
                    </a:cubicBezTo>
                    <a:cubicBezTo>
                      <a:pt x="15" y="27"/>
                      <a:pt x="18" y="24"/>
                      <a:pt x="18" y="20"/>
                    </a:cubicBezTo>
                    <a:cubicBezTo>
                      <a:pt x="18" y="17"/>
                      <a:pt x="16" y="15"/>
                      <a:pt x="11" y="13"/>
                    </a:cubicBezTo>
                    <a:cubicBezTo>
                      <a:pt x="8" y="12"/>
                      <a:pt x="6" y="11"/>
                      <a:pt x="6" y="10"/>
                    </a:cubicBezTo>
                    <a:cubicBezTo>
                      <a:pt x="6" y="9"/>
                      <a:pt x="7" y="8"/>
                      <a:pt x="10" y="8"/>
                    </a:cubicBezTo>
                    <a:cubicBezTo>
                      <a:pt x="13" y="8"/>
                      <a:pt x="14" y="8"/>
                      <a:pt x="15" y="9"/>
                    </a:cubicBezTo>
                    <a:cubicBezTo>
                      <a:pt x="17" y="5"/>
                      <a:pt x="17" y="5"/>
                      <a:pt x="17" y="5"/>
                    </a:cubicBezTo>
                    <a:cubicBezTo>
                      <a:pt x="15" y="4"/>
                      <a:pt x="13" y="3"/>
                      <a:pt x="11" y="3"/>
                    </a:cubicBezTo>
                    <a:cubicBezTo>
                      <a:pt x="11" y="0"/>
                      <a:pt x="11" y="0"/>
                      <a:pt x="11" y="0"/>
                    </a:cubicBezTo>
                    <a:cubicBezTo>
                      <a:pt x="7" y="0"/>
                      <a:pt x="7" y="0"/>
                      <a:pt x="7" y="0"/>
                    </a:cubicBezTo>
                    <a:cubicBezTo>
                      <a:pt x="7" y="4"/>
                      <a:pt x="7" y="4"/>
                      <a:pt x="7" y="4"/>
                    </a:cubicBezTo>
                    <a:cubicBezTo>
                      <a:pt x="3" y="4"/>
                      <a:pt x="0" y="7"/>
                      <a:pt x="0" y="10"/>
                    </a:cubicBezTo>
                    <a:cubicBezTo>
                      <a:pt x="0" y="14"/>
                      <a:pt x="3" y="16"/>
                      <a:pt x="7" y="18"/>
                    </a:cubicBezTo>
                    <a:cubicBezTo>
                      <a:pt x="10" y="19"/>
                      <a:pt x="12" y="20"/>
                      <a:pt x="12" y="21"/>
                    </a:cubicBezTo>
                    <a:cubicBezTo>
                      <a:pt x="12" y="23"/>
                      <a:pt x="10" y="23"/>
                      <a:pt x="8" y="23"/>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defTabSz="914400"/>
                <a:endParaRPr lang="zh-CN" altLang="en-US">
                  <a:solidFill>
                    <a:prstClr val="black"/>
                  </a:solidFill>
                  <a:latin typeface="Arial"/>
                  <a:ea typeface="阿里巴巴普惠体 Medium"/>
                  <a:cs typeface="阿里巴巴普惠体 Medium"/>
                  <a:sym typeface="Arial"/>
                </a:endParaRPr>
              </a:p>
            </p:txBody>
          </p:sp>
          <p:sp>
            <p:nvSpPr>
              <p:cNvPr id="74" name="图形"/>
              <p:cNvSpPr>
                <a:spLocks noChangeArrowheads="1"/>
              </p:cNvSpPr>
              <p:nvPr>
                <p:custDataLst>
                  <p:tags r:id="R127a3e0e1fc245c0"/>
                </p:custDataLst>
              </p:nvPr>
            </p:nvSpPr>
            <p:spPr bwMode="auto">
              <a:xfrm>
                <a:off x="6199188" y="3721101"/>
                <a:ext cx="41275" cy="42863"/>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defTabSz="914400"/>
                <a:endParaRPr lang="zh-CN" altLang="en-US">
                  <a:solidFill>
                    <a:prstClr val="black"/>
                  </a:solidFill>
                  <a:latin typeface="Arial"/>
                  <a:ea typeface="阿里巴巴普惠体 Medium"/>
                  <a:cs typeface="阿里巴巴普惠体 Medium"/>
                  <a:sym typeface="Arial"/>
                </a:endParaRPr>
              </a:p>
            </p:txBody>
          </p:sp>
          <p:sp>
            <p:nvSpPr>
              <p:cNvPr id="75" name="图形"/>
              <p:cNvSpPr>
                <a:spLocks noChangeArrowheads="1"/>
              </p:cNvSpPr>
              <p:nvPr>
                <p:custDataLst>
                  <p:tags r:id="R74ade6d6887d40ca"/>
                </p:custDataLst>
              </p:nvPr>
            </p:nvSpPr>
            <p:spPr bwMode="auto">
              <a:xfrm>
                <a:off x="5946775" y="3721101"/>
                <a:ext cx="42863" cy="42863"/>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defTabSz="914400"/>
                <a:endParaRPr lang="zh-CN" altLang="en-US">
                  <a:solidFill>
                    <a:prstClr val="black"/>
                  </a:solidFill>
                  <a:latin typeface="Arial"/>
                  <a:ea typeface="阿里巴巴普惠体 Medium"/>
                  <a:cs typeface="阿里巴巴普惠体 Medium"/>
                  <a:sym typeface="Arial"/>
                </a:endParaRPr>
              </a:p>
            </p:txBody>
          </p:sp>
          <p:sp>
            <p:nvSpPr>
              <p:cNvPr id="76" name="图形"/>
              <p:cNvSpPr>
                <a:spLocks noEditPoints="1"/>
              </p:cNvSpPr>
              <p:nvPr>
                <p:custDataLst>
                  <p:tags r:id="Rdf8744eeeedc46a9"/>
                </p:custDataLst>
              </p:nvPr>
            </p:nvSpPr>
            <p:spPr bwMode="auto">
              <a:xfrm>
                <a:off x="5891213" y="3636963"/>
                <a:ext cx="406400" cy="211138"/>
              </a:xfrm>
              <a:custGeom>
                <a:avLst/>
                <a:gdLst>
                  <a:gd name="T0" fmla="*/ 2 w 108"/>
                  <a:gd name="T1" fmla="*/ 48 h 55"/>
                  <a:gd name="T2" fmla="*/ 8 w 108"/>
                  <a:gd name="T3" fmla="*/ 53 h 55"/>
                  <a:gd name="T4" fmla="*/ 8 w 108"/>
                  <a:gd name="T5" fmla="*/ 54 h 55"/>
                  <a:gd name="T6" fmla="*/ 9 w 108"/>
                  <a:gd name="T7" fmla="*/ 55 h 55"/>
                  <a:gd name="T8" fmla="*/ 10 w 108"/>
                  <a:gd name="T9" fmla="*/ 55 h 55"/>
                  <a:gd name="T10" fmla="*/ 98 w 108"/>
                  <a:gd name="T11" fmla="*/ 55 h 55"/>
                  <a:gd name="T12" fmla="*/ 99 w 108"/>
                  <a:gd name="T13" fmla="*/ 55 h 55"/>
                  <a:gd name="T14" fmla="*/ 100 w 108"/>
                  <a:gd name="T15" fmla="*/ 53 h 55"/>
                  <a:gd name="T16" fmla="*/ 105 w 108"/>
                  <a:gd name="T17" fmla="*/ 48 h 55"/>
                  <a:gd name="T18" fmla="*/ 106 w 108"/>
                  <a:gd name="T19" fmla="*/ 48 h 55"/>
                  <a:gd name="T20" fmla="*/ 107 w 108"/>
                  <a:gd name="T21" fmla="*/ 47 h 55"/>
                  <a:gd name="T22" fmla="*/ 108 w 108"/>
                  <a:gd name="T23" fmla="*/ 46 h 55"/>
                  <a:gd name="T24" fmla="*/ 108 w 108"/>
                  <a:gd name="T25" fmla="*/ 9 h 55"/>
                  <a:gd name="T26" fmla="*/ 107 w 108"/>
                  <a:gd name="T27" fmla="*/ 8 h 55"/>
                  <a:gd name="T28" fmla="*/ 106 w 108"/>
                  <a:gd name="T29" fmla="*/ 8 h 55"/>
                  <a:gd name="T30" fmla="*/ 100 w 108"/>
                  <a:gd name="T31" fmla="*/ 2 h 55"/>
                  <a:gd name="T32" fmla="*/ 98 w 108"/>
                  <a:gd name="T33" fmla="*/ 2 h 55"/>
                  <a:gd name="T34" fmla="*/ 100 w 108"/>
                  <a:gd name="T35" fmla="*/ 2 h 55"/>
                  <a:gd name="T36" fmla="*/ 99 w 108"/>
                  <a:gd name="T37" fmla="*/ 1 h 55"/>
                  <a:gd name="T38" fmla="*/ 98 w 108"/>
                  <a:gd name="T39" fmla="*/ 0 h 55"/>
                  <a:gd name="T40" fmla="*/ 10 w 108"/>
                  <a:gd name="T41" fmla="*/ 0 h 55"/>
                  <a:gd name="T42" fmla="*/ 9 w 108"/>
                  <a:gd name="T43" fmla="*/ 1 h 55"/>
                  <a:gd name="T44" fmla="*/ 8 w 108"/>
                  <a:gd name="T45" fmla="*/ 2 h 55"/>
                  <a:gd name="T46" fmla="*/ 2 w 108"/>
                  <a:gd name="T47" fmla="*/ 8 h 55"/>
                  <a:gd name="T48" fmla="*/ 1 w 108"/>
                  <a:gd name="T49" fmla="*/ 8 h 55"/>
                  <a:gd name="T50" fmla="*/ 0 w 108"/>
                  <a:gd name="T51" fmla="*/ 9 h 55"/>
                  <a:gd name="T52" fmla="*/ 0 w 108"/>
                  <a:gd name="T53" fmla="*/ 46 h 55"/>
                  <a:gd name="T54" fmla="*/ 1 w 108"/>
                  <a:gd name="T55" fmla="*/ 47 h 55"/>
                  <a:gd name="T56" fmla="*/ 2 w 108"/>
                  <a:gd name="T57" fmla="*/ 48 h 55"/>
                  <a:gd name="T58" fmla="*/ 88 w 108"/>
                  <a:gd name="T59" fmla="*/ 19 h 55"/>
                  <a:gd name="T60" fmla="*/ 96 w 108"/>
                  <a:gd name="T61" fmla="*/ 28 h 55"/>
                  <a:gd name="T62" fmla="*/ 88 w 108"/>
                  <a:gd name="T63" fmla="*/ 36 h 55"/>
                  <a:gd name="T64" fmla="*/ 79 w 108"/>
                  <a:gd name="T65" fmla="*/ 28 h 55"/>
                  <a:gd name="T66" fmla="*/ 88 w 108"/>
                  <a:gd name="T67" fmla="*/ 19 h 55"/>
                  <a:gd name="T68" fmla="*/ 54 w 108"/>
                  <a:gd name="T69" fmla="*/ 7 h 55"/>
                  <a:gd name="T70" fmla="*/ 75 w 108"/>
                  <a:gd name="T71" fmla="*/ 28 h 55"/>
                  <a:gd name="T72" fmla="*/ 54 w 108"/>
                  <a:gd name="T73" fmla="*/ 48 h 55"/>
                  <a:gd name="T74" fmla="*/ 33 w 108"/>
                  <a:gd name="T75" fmla="*/ 28 h 55"/>
                  <a:gd name="T76" fmla="*/ 54 w 108"/>
                  <a:gd name="T77" fmla="*/ 7 h 55"/>
                  <a:gd name="T78" fmla="*/ 20 w 108"/>
                  <a:gd name="T79" fmla="*/ 19 h 55"/>
                  <a:gd name="T80" fmla="*/ 29 w 108"/>
                  <a:gd name="T81" fmla="*/ 28 h 55"/>
                  <a:gd name="T82" fmla="*/ 20 w 108"/>
                  <a:gd name="T83" fmla="*/ 36 h 55"/>
                  <a:gd name="T84" fmla="*/ 12 w 108"/>
                  <a:gd name="T85" fmla="*/ 28 h 55"/>
                  <a:gd name="T86" fmla="*/ 20 w 108"/>
                  <a:gd name="T87" fmla="*/ 19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08" h="55">
                    <a:moveTo>
                      <a:pt x="2" y="48"/>
                    </a:moveTo>
                    <a:cubicBezTo>
                      <a:pt x="5" y="47"/>
                      <a:pt x="8" y="50"/>
                      <a:pt x="8" y="53"/>
                    </a:cubicBezTo>
                    <a:cubicBezTo>
                      <a:pt x="8" y="53"/>
                      <a:pt x="8" y="54"/>
                      <a:pt x="8" y="54"/>
                    </a:cubicBezTo>
                    <a:cubicBezTo>
                      <a:pt x="8" y="54"/>
                      <a:pt x="8" y="55"/>
                      <a:pt x="9" y="55"/>
                    </a:cubicBezTo>
                    <a:cubicBezTo>
                      <a:pt x="9" y="55"/>
                      <a:pt x="9" y="55"/>
                      <a:pt x="10" y="55"/>
                    </a:cubicBezTo>
                    <a:cubicBezTo>
                      <a:pt x="98" y="55"/>
                      <a:pt x="98" y="55"/>
                      <a:pt x="98" y="55"/>
                    </a:cubicBezTo>
                    <a:cubicBezTo>
                      <a:pt x="99" y="55"/>
                      <a:pt x="99" y="55"/>
                      <a:pt x="99" y="55"/>
                    </a:cubicBezTo>
                    <a:cubicBezTo>
                      <a:pt x="99" y="54"/>
                      <a:pt x="100" y="54"/>
                      <a:pt x="100" y="53"/>
                    </a:cubicBezTo>
                    <a:cubicBezTo>
                      <a:pt x="100" y="50"/>
                      <a:pt x="102" y="48"/>
                      <a:pt x="105" y="48"/>
                    </a:cubicBezTo>
                    <a:cubicBezTo>
                      <a:pt x="106" y="48"/>
                      <a:pt x="106" y="48"/>
                      <a:pt x="106" y="48"/>
                    </a:cubicBezTo>
                    <a:cubicBezTo>
                      <a:pt x="107" y="48"/>
                      <a:pt x="107" y="48"/>
                      <a:pt x="107" y="47"/>
                    </a:cubicBezTo>
                    <a:cubicBezTo>
                      <a:pt x="108" y="47"/>
                      <a:pt x="108" y="47"/>
                      <a:pt x="108" y="46"/>
                    </a:cubicBezTo>
                    <a:cubicBezTo>
                      <a:pt x="108" y="9"/>
                      <a:pt x="108" y="9"/>
                      <a:pt x="108" y="9"/>
                    </a:cubicBezTo>
                    <a:cubicBezTo>
                      <a:pt x="108" y="9"/>
                      <a:pt x="108" y="8"/>
                      <a:pt x="107" y="8"/>
                    </a:cubicBezTo>
                    <a:cubicBezTo>
                      <a:pt x="107" y="8"/>
                      <a:pt x="107" y="8"/>
                      <a:pt x="106" y="8"/>
                    </a:cubicBezTo>
                    <a:cubicBezTo>
                      <a:pt x="103" y="8"/>
                      <a:pt x="100" y="6"/>
                      <a:pt x="100" y="2"/>
                    </a:cubicBezTo>
                    <a:cubicBezTo>
                      <a:pt x="98" y="2"/>
                      <a:pt x="98" y="2"/>
                      <a:pt x="98" y="2"/>
                    </a:cubicBezTo>
                    <a:cubicBezTo>
                      <a:pt x="100" y="2"/>
                      <a:pt x="100" y="2"/>
                      <a:pt x="100" y="2"/>
                    </a:cubicBezTo>
                    <a:cubicBezTo>
                      <a:pt x="100" y="1"/>
                      <a:pt x="100" y="1"/>
                      <a:pt x="99" y="1"/>
                    </a:cubicBezTo>
                    <a:cubicBezTo>
                      <a:pt x="99" y="0"/>
                      <a:pt x="99" y="0"/>
                      <a:pt x="98" y="0"/>
                    </a:cubicBezTo>
                    <a:cubicBezTo>
                      <a:pt x="10" y="0"/>
                      <a:pt x="10" y="0"/>
                      <a:pt x="10" y="0"/>
                    </a:cubicBezTo>
                    <a:cubicBezTo>
                      <a:pt x="9" y="0"/>
                      <a:pt x="9" y="1"/>
                      <a:pt x="9" y="1"/>
                    </a:cubicBezTo>
                    <a:cubicBezTo>
                      <a:pt x="8" y="1"/>
                      <a:pt x="8" y="2"/>
                      <a:pt x="8" y="2"/>
                    </a:cubicBezTo>
                    <a:cubicBezTo>
                      <a:pt x="8" y="6"/>
                      <a:pt x="5" y="8"/>
                      <a:pt x="2" y="8"/>
                    </a:cubicBezTo>
                    <a:cubicBezTo>
                      <a:pt x="1" y="8"/>
                      <a:pt x="1" y="8"/>
                      <a:pt x="1" y="8"/>
                    </a:cubicBezTo>
                    <a:cubicBezTo>
                      <a:pt x="0" y="8"/>
                      <a:pt x="0" y="9"/>
                      <a:pt x="0" y="9"/>
                    </a:cubicBezTo>
                    <a:cubicBezTo>
                      <a:pt x="0" y="46"/>
                      <a:pt x="0" y="46"/>
                      <a:pt x="0" y="46"/>
                    </a:cubicBezTo>
                    <a:cubicBezTo>
                      <a:pt x="0" y="47"/>
                      <a:pt x="0" y="47"/>
                      <a:pt x="1" y="47"/>
                    </a:cubicBezTo>
                    <a:cubicBezTo>
                      <a:pt x="1" y="48"/>
                      <a:pt x="1" y="48"/>
                      <a:pt x="2" y="48"/>
                    </a:cubicBezTo>
                    <a:close/>
                    <a:moveTo>
                      <a:pt x="88" y="19"/>
                    </a:moveTo>
                    <a:cubicBezTo>
                      <a:pt x="92" y="19"/>
                      <a:pt x="96" y="23"/>
                      <a:pt x="96" y="28"/>
                    </a:cubicBezTo>
                    <a:cubicBezTo>
                      <a:pt x="96" y="32"/>
                      <a:pt x="92" y="36"/>
                      <a:pt x="88" y="36"/>
                    </a:cubicBezTo>
                    <a:cubicBezTo>
                      <a:pt x="83" y="36"/>
                      <a:pt x="79" y="32"/>
                      <a:pt x="79" y="28"/>
                    </a:cubicBezTo>
                    <a:cubicBezTo>
                      <a:pt x="79" y="23"/>
                      <a:pt x="83" y="19"/>
                      <a:pt x="88" y="19"/>
                    </a:cubicBezTo>
                    <a:close/>
                    <a:moveTo>
                      <a:pt x="54" y="7"/>
                    </a:moveTo>
                    <a:cubicBezTo>
                      <a:pt x="65" y="7"/>
                      <a:pt x="75" y="16"/>
                      <a:pt x="75" y="28"/>
                    </a:cubicBezTo>
                    <a:cubicBezTo>
                      <a:pt x="75" y="39"/>
                      <a:pt x="65" y="48"/>
                      <a:pt x="54" y="48"/>
                    </a:cubicBezTo>
                    <a:cubicBezTo>
                      <a:pt x="42" y="48"/>
                      <a:pt x="33" y="39"/>
                      <a:pt x="33" y="28"/>
                    </a:cubicBezTo>
                    <a:cubicBezTo>
                      <a:pt x="33" y="16"/>
                      <a:pt x="42" y="7"/>
                      <a:pt x="54" y="7"/>
                    </a:cubicBezTo>
                    <a:close/>
                    <a:moveTo>
                      <a:pt x="20" y="19"/>
                    </a:moveTo>
                    <a:cubicBezTo>
                      <a:pt x="25" y="19"/>
                      <a:pt x="29" y="23"/>
                      <a:pt x="29" y="28"/>
                    </a:cubicBezTo>
                    <a:cubicBezTo>
                      <a:pt x="29" y="32"/>
                      <a:pt x="25" y="36"/>
                      <a:pt x="20" y="36"/>
                    </a:cubicBezTo>
                    <a:cubicBezTo>
                      <a:pt x="16" y="36"/>
                      <a:pt x="12" y="32"/>
                      <a:pt x="12" y="28"/>
                    </a:cubicBezTo>
                    <a:cubicBezTo>
                      <a:pt x="12" y="23"/>
                      <a:pt x="16" y="19"/>
                      <a:pt x="20" y="19"/>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defTabSz="914400"/>
                <a:endParaRPr lang="zh-CN" altLang="en-US">
                  <a:solidFill>
                    <a:prstClr val="black"/>
                  </a:solidFill>
                  <a:latin typeface="Arial"/>
                  <a:ea typeface="阿里巴巴普惠体 Medium"/>
                  <a:cs typeface="阿里巴巴普惠体 Medium"/>
                  <a:sym typeface="Arial"/>
                </a:endParaRPr>
              </a:p>
            </p:txBody>
          </p:sp>
        </p:grpSp>
        <p:sp>
          <p:nvSpPr>
            <p:cNvPr id="78" name="图形"/>
            <p:cNvSpPr/>
            <p:nvPr>
              <p:custDataLst>
                <p:tags r:id="Rbd87ad0b59564392"/>
              </p:custDataLst>
            </p:nvPr>
          </p:nvSpPr>
          <p:spPr>
            <a:xfrm>
              <a:off x="14502" y="6368"/>
              <a:ext cx="3002" cy="2788"/>
            </a:xfrm>
            <a:prstGeom prst="rect">
              <a:avLst/>
            </a:prstGeom>
            <a:solidFill>
              <a:srgbClr val="B400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a:solidFill>
                  <a:prstClr val="white"/>
                </a:solidFill>
                <a:latin typeface="Arial"/>
                <a:ea typeface="阿里巴巴普惠体 Medium"/>
                <a:cs typeface="阿里巴巴普惠体 Medium"/>
                <a:sym typeface="Arial"/>
              </a:endParaRPr>
            </a:p>
          </p:txBody>
        </p:sp>
        <p:grpSp>
          <p:nvGrpSpPr>
            <p:cNvPr id="79" name="组合 78"/>
            <p:cNvGrpSpPr/>
            <p:nvPr/>
          </p:nvGrpSpPr>
          <p:grpSpPr>
            <a:xfrm>
              <a:off x="15373" y="6849"/>
              <a:ext cx="1260" cy="1260"/>
              <a:chOff x="8051800" y="3355389"/>
              <a:chExt cx="546100" cy="546100"/>
            </a:xfrm>
          </p:grpSpPr>
          <p:sp>
            <p:nvSpPr>
              <p:cNvPr id="80" name="图形"/>
              <p:cNvSpPr>
                <a:spLocks noEditPoints="1"/>
              </p:cNvSpPr>
              <p:nvPr>
                <p:custDataLst>
                  <p:tags r:id="R868a3f6613904019"/>
                </p:custDataLst>
              </p:nvPr>
            </p:nvSpPr>
            <p:spPr bwMode="auto">
              <a:xfrm>
                <a:off x="8386763" y="3548063"/>
                <a:ext cx="71438" cy="69850"/>
              </a:xfrm>
              <a:custGeom>
                <a:avLst/>
                <a:gdLst>
                  <a:gd name="T0" fmla="*/ 9 w 19"/>
                  <a:gd name="T1" fmla="*/ 18 h 18"/>
                  <a:gd name="T2" fmla="*/ 13 w 19"/>
                  <a:gd name="T3" fmla="*/ 17 h 18"/>
                  <a:gd name="T4" fmla="*/ 16 w 19"/>
                  <a:gd name="T5" fmla="*/ 5 h 18"/>
                  <a:gd name="T6" fmla="*/ 5 w 19"/>
                  <a:gd name="T7" fmla="*/ 2 h 18"/>
                  <a:gd name="T8" fmla="*/ 1 w 19"/>
                  <a:gd name="T9" fmla="*/ 7 h 18"/>
                  <a:gd name="T10" fmla="*/ 1 w 19"/>
                  <a:gd name="T11" fmla="*/ 14 h 18"/>
                  <a:gd name="T12" fmla="*/ 9 w 19"/>
                  <a:gd name="T13" fmla="*/ 18 h 18"/>
                  <a:gd name="T14" fmla="*/ 3 w 19"/>
                  <a:gd name="T15" fmla="*/ 8 h 18"/>
                  <a:gd name="T16" fmla="*/ 6 w 19"/>
                  <a:gd name="T17" fmla="*/ 5 h 18"/>
                  <a:gd name="T18" fmla="*/ 9 w 19"/>
                  <a:gd name="T19" fmla="*/ 4 h 18"/>
                  <a:gd name="T20" fmla="*/ 14 w 19"/>
                  <a:gd name="T21" fmla="*/ 7 h 18"/>
                  <a:gd name="T22" fmla="*/ 12 w 19"/>
                  <a:gd name="T23" fmla="*/ 14 h 18"/>
                  <a:gd name="T24" fmla="*/ 4 w 19"/>
                  <a:gd name="T25" fmla="*/ 12 h 18"/>
                  <a:gd name="T26" fmla="*/ 3 w 19"/>
                  <a:gd name="T27" fmla="*/ 8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9" h="18">
                    <a:moveTo>
                      <a:pt x="9" y="18"/>
                    </a:moveTo>
                    <a:cubicBezTo>
                      <a:pt x="10" y="18"/>
                      <a:pt x="12" y="18"/>
                      <a:pt x="13" y="17"/>
                    </a:cubicBezTo>
                    <a:cubicBezTo>
                      <a:pt x="17" y="15"/>
                      <a:pt x="19" y="9"/>
                      <a:pt x="16" y="5"/>
                    </a:cubicBezTo>
                    <a:cubicBezTo>
                      <a:pt x="14" y="1"/>
                      <a:pt x="9" y="0"/>
                      <a:pt x="5" y="2"/>
                    </a:cubicBezTo>
                    <a:cubicBezTo>
                      <a:pt x="3" y="3"/>
                      <a:pt x="1" y="5"/>
                      <a:pt x="1" y="7"/>
                    </a:cubicBezTo>
                    <a:cubicBezTo>
                      <a:pt x="0" y="9"/>
                      <a:pt x="0" y="12"/>
                      <a:pt x="1" y="14"/>
                    </a:cubicBezTo>
                    <a:cubicBezTo>
                      <a:pt x="3" y="16"/>
                      <a:pt x="6" y="18"/>
                      <a:pt x="9" y="18"/>
                    </a:cubicBezTo>
                    <a:close/>
                    <a:moveTo>
                      <a:pt x="3" y="8"/>
                    </a:moveTo>
                    <a:cubicBezTo>
                      <a:pt x="4" y="7"/>
                      <a:pt x="5" y="5"/>
                      <a:pt x="6" y="5"/>
                    </a:cubicBezTo>
                    <a:cubicBezTo>
                      <a:pt x="7" y="4"/>
                      <a:pt x="8" y="4"/>
                      <a:pt x="9" y="4"/>
                    </a:cubicBezTo>
                    <a:cubicBezTo>
                      <a:pt x="11" y="4"/>
                      <a:pt x="13" y="5"/>
                      <a:pt x="14" y="7"/>
                    </a:cubicBezTo>
                    <a:cubicBezTo>
                      <a:pt x="15" y="9"/>
                      <a:pt x="14" y="13"/>
                      <a:pt x="12" y="14"/>
                    </a:cubicBezTo>
                    <a:cubicBezTo>
                      <a:pt x="9" y="16"/>
                      <a:pt x="5" y="15"/>
                      <a:pt x="4" y="12"/>
                    </a:cubicBezTo>
                    <a:cubicBezTo>
                      <a:pt x="3" y="11"/>
                      <a:pt x="3" y="9"/>
                      <a:pt x="3" y="8"/>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defTabSz="914400"/>
                <a:endParaRPr lang="zh-CN" altLang="en-US">
                  <a:solidFill>
                    <a:prstClr val="black"/>
                  </a:solidFill>
                  <a:latin typeface="Arial"/>
                  <a:ea typeface="阿里巴巴普惠体 Medium"/>
                  <a:cs typeface="阿里巴巴普惠体 Medium"/>
                  <a:sym typeface="Arial"/>
                </a:endParaRPr>
              </a:p>
            </p:txBody>
          </p:sp>
          <p:sp>
            <p:nvSpPr>
              <p:cNvPr id="81" name="图形"/>
              <p:cNvSpPr>
                <a:spLocks noEditPoints="1"/>
              </p:cNvSpPr>
              <p:nvPr>
                <p:custDataLst>
                  <p:tags r:id="Ra86f73bab81a43e7"/>
                </p:custDataLst>
              </p:nvPr>
            </p:nvSpPr>
            <p:spPr bwMode="auto">
              <a:xfrm>
                <a:off x="8051800" y="3355389"/>
                <a:ext cx="546100" cy="546100"/>
              </a:xfrm>
              <a:custGeom>
                <a:avLst/>
                <a:gdLst>
                  <a:gd name="T0" fmla="*/ 22 w 145"/>
                  <a:gd name="T1" fmla="*/ 47 h 143"/>
                  <a:gd name="T2" fmla="*/ 100 w 145"/>
                  <a:gd name="T3" fmla="*/ 143 h 143"/>
                  <a:gd name="T4" fmla="*/ 143 w 145"/>
                  <a:gd name="T5" fmla="*/ 71 h 143"/>
                  <a:gd name="T6" fmla="*/ 104 w 145"/>
                  <a:gd name="T7" fmla="*/ 27 h 143"/>
                  <a:gd name="T8" fmla="*/ 100 w 145"/>
                  <a:gd name="T9" fmla="*/ 61 h 143"/>
                  <a:gd name="T10" fmla="*/ 42 w 145"/>
                  <a:gd name="T11" fmla="*/ 61 h 143"/>
                  <a:gd name="T12" fmla="*/ 91 w 145"/>
                  <a:gd name="T13" fmla="*/ 75 h 143"/>
                  <a:gd name="T14" fmla="*/ 92 w 145"/>
                  <a:gd name="T15" fmla="*/ 79 h 143"/>
                  <a:gd name="T16" fmla="*/ 94 w 145"/>
                  <a:gd name="T17" fmla="*/ 120 h 143"/>
                  <a:gd name="T18" fmla="*/ 93 w 145"/>
                  <a:gd name="T19" fmla="*/ 128 h 143"/>
                  <a:gd name="T20" fmla="*/ 19 w 145"/>
                  <a:gd name="T21" fmla="*/ 91 h 143"/>
                  <a:gd name="T22" fmla="*/ 17 w 145"/>
                  <a:gd name="T23" fmla="*/ 76 h 143"/>
                  <a:gd name="T24" fmla="*/ 20 w 145"/>
                  <a:gd name="T25" fmla="*/ 80 h 143"/>
                  <a:gd name="T26" fmla="*/ 20 w 145"/>
                  <a:gd name="T27" fmla="*/ 99 h 143"/>
                  <a:gd name="T28" fmla="*/ 19 w 145"/>
                  <a:gd name="T29" fmla="*/ 102 h 143"/>
                  <a:gd name="T30" fmla="*/ 17 w 145"/>
                  <a:gd name="T31" fmla="*/ 104 h 143"/>
                  <a:gd name="T32" fmla="*/ 19 w 145"/>
                  <a:gd name="T33" fmla="*/ 119 h 143"/>
                  <a:gd name="T34" fmla="*/ 20 w 145"/>
                  <a:gd name="T35" fmla="*/ 123 h 143"/>
                  <a:gd name="T36" fmla="*/ 19 w 145"/>
                  <a:gd name="T37" fmla="*/ 129 h 143"/>
                  <a:gd name="T38" fmla="*/ 72 w 145"/>
                  <a:gd name="T39" fmla="*/ 77 h 143"/>
                  <a:gd name="T40" fmla="*/ 77 w 145"/>
                  <a:gd name="T41" fmla="*/ 77 h 143"/>
                  <a:gd name="T42" fmla="*/ 73 w 145"/>
                  <a:gd name="T43" fmla="*/ 127 h 143"/>
                  <a:gd name="T44" fmla="*/ 65 w 145"/>
                  <a:gd name="T45" fmla="*/ 129 h 143"/>
                  <a:gd name="T46" fmla="*/ 67 w 145"/>
                  <a:gd name="T47" fmla="*/ 77 h 143"/>
                  <a:gd name="T48" fmla="*/ 69 w 145"/>
                  <a:gd name="T49" fmla="*/ 76 h 143"/>
                  <a:gd name="T50" fmla="*/ 54 w 145"/>
                  <a:gd name="T51" fmla="*/ 127 h 143"/>
                  <a:gd name="T52" fmla="*/ 53 w 145"/>
                  <a:gd name="T53" fmla="*/ 77 h 143"/>
                  <a:gd name="T54" fmla="*/ 58 w 145"/>
                  <a:gd name="T55" fmla="*/ 77 h 143"/>
                  <a:gd name="T56" fmla="*/ 46 w 145"/>
                  <a:gd name="T57" fmla="*/ 126 h 143"/>
                  <a:gd name="T58" fmla="*/ 42 w 145"/>
                  <a:gd name="T59" fmla="*/ 76 h 143"/>
                  <a:gd name="T60" fmla="*/ 43 w 145"/>
                  <a:gd name="T61" fmla="*/ 127 h 143"/>
                  <a:gd name="T62" fmla="*/ 41 w 145"/>
                  <a:gd name="T63" fmla="*/ 126 h 143"/>
                  <a:gd name="T64" fmla="*/ 84 w 145"/>
                  <a:gd name="T65" fmla="*/ 126 h 143"/>
                  <a:gd name="T66" fmla="*/ 80 w 145"/>
                  <a:gd name="T67" fmla="*/ 76 h 143"/>
                  <a:gd name="T68" fmla="*/ 82 w 145"/>
                  <a:gd name="T69" fmla="*/ 77 h 143"/>
                  <a:gd name="T70" fmla="*/ 64 w 145"/>
                  <a:gd name="T71" fmla="*/ 56 h 143"/>
                  <a:gd name="T72" fmla="*/ 59 w 145"/>
                  <a:gd name="T73" fmla="*/ 61 h 143"/>
                  <a:gd name="T74" fmla="*/ 34 w 145"/>
                  <a:gd name="T75" fmla="*/ 75 h 143"/>
                  <a:gd name="T76" fmla="*/ 27 w 145"/>
                  <a:gd name="T77" fmla="*/ 129 h 143"/>
                  <a:gd name="T78" fmla="*/ 29 w 145"/>
                  <a:gd name="T79" fmla="*/ 77 h 143"/>
                  <a:gd name="T80" fmla="*/ 31 w 145"/>
                  <a:gd name="T81" fmla="*/ 76 h 143"/>
                  <a:gd name="T82" fmla="*/ 12 w 145"/>
                  <a:gd name="T83" fmla="*/ 59 h 143"/>
                  <a:gd name="T84" fmla="*/ 110 w 145"/>
                  <a:gd name="T85" fmla="*/ 112 h 143"/>
                  <a:gd name="T86" fmla="*/ 92 w 145"/>
                  <a:gd name="T87" fmla="*/ 117 h 143"/>
                  <a:gd name="T88" fmla="*/ 89 w 145"/>
                  <a:gd name="T89" fmla="*/ 85 h 143"/>
                  <a:gd name="T90" fmla="*/ 110 w 145"/>
                  <a:gd name="T91" fmla="*/ 82 h 143"/>
                  <a:gd name="T92" fmla="*/ 117 w 145"/>
                  <a:gd name="T93" fmla="*/ 87 h 143"/>
                  <a:gd name="T94" fmla="*/ 97 w 145"/>
                  <a:gd name="T95" fmla="*/ 108 h 143"/>
                  <a:gd name="T96" fmla="*/ 103 w 145"/>
                  <a:gd name="T97" fmla="*/ 97 h 143"/>
                  <a:gd name="T98" fmla="*/ 112 w 145"/>
                  <a:gd name="T99" fmla="*/ 78 h 143"/>
                  <a:gd name="T100" fmla="*/ 123 w 145"/>
                  <a:gd name="T101" fmla="*/ 59 h 143"/>
                  <a:gd name="T102" fmla="*/ 105 w 145"/>
                  <a:gd name="T103" fmla="*/ 24 h 143"/>
                  <a:gd name="T104" fmla="*/ 94 w 145"/>
                  <a:gd name="T105" fmla="*/ 23 h 143"/>
                  <a:gd name="T106" fmla="*/ 38 w 145"/>
                  <a:gd name="T107" fmla="*/ 54 h 143"/>
                  <a:gd name="T108" fmla="*/ 103 w 145"/>
                  <a:gd name="T109" fmla="*/ 12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45" h="143">
                    <a:moveTo>
                      <a:pt x="144" y="65"/>
                    </a:moveTo>
                    <a:cubicBezTo>
                      <a:pt x="109" y="3"/>
                      <a:pt x="109" y="3"/>
                      <a:pt x="109" y="3"/>
                    </a:cubicBezTo>
                    <a:cubicBezTo>
                      <a:pt x="107" y="1"/>
                      <a:pt x="104" y="0"/>
                      <a:pt x="102" y="1"/>
                    </a:cubicBezTo>
                    <a:cubicBezTo>
                      <a:pt x="24" y="47"/>
                      <a:pt x="24" y="47"/>
                      <a:pt x="24" y="47"/>
                    </a:cubicBezTo>
                    <a:cubicBezTo>
                      <a:pt x="22" y="47"/>
                      <a:pt x="22" y="47"/>
                      <a:pt x="22" y="47"/>
                    </a:cubicBezTo>
                    <a:cubicBezTo>
                      <a:pt x="21" y="47"/>
                      <a:pt x="12" y="47"/>
                      <a:pt x="5" y="52"/>
                    </a:cubicBezTo>
                    <a:cubicBezTo>
                      <a:pt x="2" y="56"/>
                      <a:pt x="0" y="60"/>
                      <a:pt x="0" y="65"/>
                    </a:cubicBezTo>
                    <a:cubicBezTo>
                      <a:pt x="0" y="138"/>
                      <a:pt x="0" y="138"/>
                      <a:pt x="0" y="138"/>
                    </a:cubicBezTo>
                    <a:cubicBezTo>
                      <a:pt x="0" y="141"/>
                      <a:pt x="2" y="143"/>
                      <a:pt x="5" y="143"/>
                    </a:cubicBezTo>
                    <a:cubicBezTo>
                      <a:pt x="100" y="143"/>
                      <a:pt x="100" y="143"/>
                      <a:pt x="100" y="143"/>
                    </a:cubicBezTo>
                    <a:cubicBezTo>
                      <a:pt x="104" y="143"/>
                      <a:pt x="107" y="141"/>
                      <a:pt x="110" y="138"/>
                    </a:cubicBezTo>
                    <a:cubicBezTo>
                      <a:pt x="120" y="136"/>
                      <a:pt x="127" y="128"/>
                      <a:pt x="127" y="118"/>
                    </a:cubicBezTo>
                    <a:cubicBezTo>
                      <a:pt x="127" y="117"/>
                      <a:pt x="127" y="117"/>
                      <a:pt x="127" y="117"/>
                    </a:cubicBezTo>
                    <a:cubicBezTo>
                      <a:pt x="127" y="80"/>
                      <a:pt x="127" y="80"/>
                      <a:pt x="127" y="80"/>
                    </a:cubicBezTo>
                    <a:cubicBezTo>
                      <a:pt x="143" y="71"/>
                      <a:pt x="143" y="71"/>
                      <a:pt x="143" y="71"/>
                    </a:cubicBezTo>
                    <a:cubicBezTo>
                      <a:pt x="144" y="70"/>
                      <a:pt x="145" y="69"/>
                      <a:pt x="145" y="68"/>
                    </a:cubicBezTo>
                    <a:cubicBezTo>
                      <a:pt x="145" y="67"/>
                      <a:pt x="145" y="66"/>
                      <a:pt x="144" y="65"/>
                    </a:cubicBezTo>
                    <a:close/>
                    <a:moveTo>
                      <a:pt x="41" y="55"/>
                    </a:moveTo>
                    <a:cubicBezTo>
                      <a:pt x="93" y="25"/>
                      <a:pt x="93" y="25"/>
                      <a:pt x="93" y="25"/>
                    </a:cubicBezTo>
                    <a:cubicBezTo>
                      <a:pt x="96" y="28"/>
                      <a:pt x="101" y="29"/>
                      <a:pt x="104" y="27"/>
                    </a:cubicBezTo>
                    <a:cubicBezTo>
                      <a:pt x="121" y="56"/>
                      <a:pt x="121" y="56"/>
                      <a:pt x="121" y="56"/>
                    </a:cubicBezTo>
                    <a:cubicBezTo>
                      <a:pt x="118" y="59"/>
                      <a:pt x="117" y="63"/>
                      <a:pt x="118" y="67"/>
                    </a:cubicBezTo>
                    <a:cubicBezTo>
                      <a:pt x="112" y="71"/>
                      <a:pt x="112" y="71"/>
                      <a:pt x="112" y="71"/>
                    </a:cubicBezTo>
                    <a:cubicBezTo>
                      <a:pt x="112" y="71"/>
                      <a:pt x="112" y="72"/>
                      <a:pt x="112" y="72"/>
                    </a:cubicBezTo>
                    <a:cubicBezTo>
                      <a:pt x="112" y="66"/>
                      <a:pt x="107" y="61"/>
                      <a:pt x="100" y="61"/>
                    </a:cubicBezTo>
                    <a:cubicBezTo>
                      <a:pt x="88" y="61"/>
                      <a:pt x="88" y="61"/>
                      <a:pt x="88" y="61"/>
                    </a:cubicBezTo>
                    <a:cubicBezTo>
                      <a:pt x="88" y="59"/>
                      <a:pt x="87" y="58"/>
                      <a:pt x="87" y="57"/>
                    </a:cubicBezTo>
                    <a:cubicBezTo>
                      <a:pt x="81" y="47"/>
                      <a:pt x="68" y="44"/>
                      <a:pt x="58" y="50"/>
                    </a:cubicBezTo>
                    <a:cubicBezTo>
                      <a:pt x="54" y="52"/>
                      <a:pt x="51" y="56"/>
                      <a:pt x="49" y="61"/>
                    </a:cubicBezTo>
                    <a:cubicBezTo>
                      <a:pt x="42" y="61"/>
                      <a:pt x="42" y="61"/>
                      <a:pt x="42" y="61"/>
                    </a:cubicBezTo>
                    <a:cubicBezTo>
                      <a:pt x="42" y="59"/>
                      <a:pt x="42" y="57"/>
                      <a:pt x="41" y="55"/>
                    </a:cubicBezTo>
                    <a:close/>
                    <a:moveTo>
                      <a:pt x="92" y="77"/>
                    </a:moveTo>
                    <a:cubicBezTo>
                      <a:pt x="91" y="77"/>
                      <a:pt x="91" y="77"/>
                      <a:pt x="91" y="77"/>
                    </a:cubicBezTo>
                    <a:cubicBezTo>
                      <a:pt x="90" y="77"/>
                      <a:pt x="90" y="77"/>
                      <a:pt x="90" y="76"/>
                    </a:cubicBezTo>
                    <a:cubicBezTo>
                      <a:pt x="90" y="75"/>
                      <a:pt x="90" y="75"/>
                      <a:pt x="91" y="75"/>
                    </a:cubicBezTo>
                    <a:cubicBezTo>
                      <a:pt x="92" y="75"/>
                      <a:pt x="92" y="75"/>
                      <a:pt x="92" y="75"/>
                    </a:cubicBezTo>
                    <a:cubicBezTo>
                      <a:pt x="94" y="75"/>
                      <a:pt x="95" y="76"/>
                      <a:pt x="95" y="78"/>
                    </a:cubicBezTo>
                    <a:cubicBezTo>
                      <a:pt x="95" y="79"/>
                      <a:pt x="95" y="79"/>
                      <a:pt x="95" y="79"/>
                    </a:cubicBezTo>
                    <a:cubicBezTo>
                      <a:pt x="95" y="80"/>
                      <a:pt x="95" y="80"/>
                      <a:pt x="94" y="80"/>
                    </a:cubicBezTo>
                    <a:cubicBezTo>
                      <a:pt x="93" y="80"/>
                      <a:pt x="92" y="80"/>
                      <a:pt x="92" y="79"/>
                    </a:cubicBezTo>
                    <a:cubicBezTo>
                      <a:pt x="92" y="78"/>
                      <a:pt x="92" y="78"/>
                      <a:pt x="92" y="78"/>
                    </a:cubicBezTo>
                    <a:cubicBezTo>
                      <a:pt x="92" y="78"/>
                      <a:pt x="92" y="77"/>
                      <a:pt x="92" y="77"/>
                    </a:cubicBezTo>
                    <a:close/>
                    <a:moveTo>
                      <a:pt x="92" y="126"/>
                    </a:moveTo>
                    <a:cubicBezTo>
                      <a:pt x="92" y="122"/>
                      <a:pt x="92" y="122"/>
                      <a:pt x="92" y="122"/>
                    </a:cubicBezTo>
                    <a:cubicBezTo>
                      <a:pt x="92" y="121"/>
                      <a:pt x="93" y="120"/>
                      <a:pt x="94" y="120"/>
                    </a:cubicBezTo>
                    <a:cubicBezTo>
                      <a:pt x="95" y="120"/>
                      <a:pt x="95" y="121"/>
                      <a:pt x="95" y="122"/>
                    </a:cubicBezTo>
                    <a:cubicBezTo>
                      <a:pt x="95" y="125"/>
                      <a:pt x="95" y="125"/>
                      <a:pt x="95" y="125"/>
                    </a:cubicBezTo>
                    <a:cubicBezTo>
                      <a:pt x="95" y="126"/>
                      <a:pt x="95" y="127"/>
                      <a:pt x="95" y="127"/>
                    </a:cubicBezTo>
                    <a:cubicBezTo>
                      <a:pt x="94" y="128"/>
                      <a:pt x="94" y="128"/>
                      <a:pt x="93" y="128"/>
                    </a:cubicBezTo>
                    <a:cubicBezTo>
                      <a:pt x="93" y="128"/>
                      <a:pt x="93" y="128"/>
                      <a:pt x="93" y="128"/>
                    </a:cubicBezTo>
                    <a:cubicBezTo>
                      <a:pt x="92" y="127"/>
                      <a:pt x="92" y="126"/>
                      <a:pt x="92" y="126"/>
                    </a:cubicBezTo>
                    <a:close/>
                    <a:moveTo>
                      <a:pt x="19" y="83"/>
                    </a:moveTo>
                    <a:cubicBezTo>
                      <a:pt x="19" y="83"/>
                      <a:pt x="20" y="84"/>
                      <a:pt x="20" y="85"/>
                    </a:cubicBezTo>
                    <a:cubicBezTo>
                      <a:pt x="20" y="89"/>
                      <a:pt x="20" y="89"/>
                      <a:pt x="20" y="89"/>
                    </a:cubicBezTo>
                    <a:cubicBezTo>
                      <a:pt x="20" y="90"/>
                      <a:pt x="19" y="91"/>
                      <a:pt x="19" y="91"/>
                    </a:cubicBezTo>
                    <a:cubicBezTo>
                      <a:pt x="18" y="91"/>
                      <a:pt x="17" y="90"/>
                      <a:pt x="17" y="89"/>
                    </a:cubicBezTo>
                    <a:cubicBezTo>
                      <a:pt x="17" y="85"/>
                      <a:pt x="17" y="85"/>
                      <a:pt x="17" y="85"/>
                    </a:cubicBezTo>
                    <a:cubicBezTo>
                      <a:pt x="17" y="84"/>
                      <a:pt x="18" y="83"/>
                      <a:pt x="19" y="83"/>
                    </a:cubicBezTo>
                    <a:close/>
                    <a:moveTo>
                      <a:pt x="17" y="80"/>
                    </a:moveTo>
                    <a:cubicBezTo>
                      <a:pt x="17" y="76"/>
                      <a:pt x="17" y="76"/>
                      <a:pt x="17" y="76"/>
                    </a:cubicBezTo>
                    <a:cubicBezTo>
                      <a:pt x="17" y="75"/>
                      <a:pt x="18" y="75"/>
                      <a:pt x="19" y="75"/>
                    </a:cubicBezTo>
                    <a:cubicBezTo>
                      <a:pt x="20" y="75"/>
                      <a:pt x="20" y="75"/>
                      <a:pt x="20" y="75"/>
                    </a:cubicBezTo>
                    <a:cubicBezTo>
                      <a:pt x="20" y="75"/>
                      <a:pt x="21" y="75"/>
                      <a:pt x="21" y="76"/>
                    </a:cubicBezTo>
                    <a:cubicBezTo>
                      <a:pt x="21" y="77"/>
                      <a:pt x="21" y="77"/>
                      <a:pt x="20" y="77"/>
                    </a:cubicBezTo>
                    <a:cubicBezTo>
                      <a:pt x="20" y="80"/>
                      <a:pt x="20" y="80"/>
                      <a:pt x="20" y="80"/>
                    </a:cubicBezTo>
                    <a:cubicBezTo>
                      <a:pt x="20" y="81"/>
                      <a:pt x="19" y="81"/>
                      <a:pt x="19" y="81"/>
                    </a:cubicBezTo>
                    <a:cubicBezTo>
                      <a:pt x="18" y="81"/>
                      <a:pt x="17" y="81"/>
                      <a:pt x="17" y="80"/>
                    </a:cubicBezTo>
                    <a:close/>
                    <a:moveTo>
                      <a:pt x="19" y="93"/>
                    </a:moveTo>
                    <a:cubicBezTo>
                      <a:pt x="19" y="93"/>
                      <a:pt x="20" y="93"/>
                      <a:pt x="20" y="94"/>
                    </a:cubicBezTo>
                    <a:cubicBezTo>
                      <a:pt x="20" y="99"/>
                      <a:pt x="20" y="99"/>
                      <a:pt x="20" y="99"/>
                    </a:cubicBezTo>
                    <a:cubicBezTo>
                      <a:pt x="20" y="100"/>
                      <a:pt x="19" y="100"/>
                      <a:pt x="19" y="100"/>
                    </a:cubicBezTo>
                    <a:cubicBezTo>
                      <a:pt x="18" y="100"/>
                      <a:pt x="17" y="100"/>
                      <a:pt x="17" y="99"/>
                    </a:cubicBezTo>
                    <a:cubicBezTo>
                      <a:pt x="17" y="94"/>
                      <a:pt x="17" y="94"/>
                      <a:pt x="17" y="94"/>
                    </a:cubicBezTo>
                    <a:cubicBezTo>
                      <a:pt x="17" y="93"/>
                      <a:pt x="18" y="93"/>
                      <a:pt x="19" y="93"/>
                    </a:cubicBezTo>
                    <a:close/>
                    <a:moveTo>
                      <a:pt x="19" y="102"/>
                    </a:moveTo>
                    <a:cubicBezTo>
                      <a:pt x="19" y="102"/>
                      <a:pt x="20" y="103"/>
                      <a:pt x="20" y="104"/>
                    </a:cubicBezTo>
                    <a:cubicBezTo>
                      <a:pt x="20" y="108"/>
                      <a:pt x="20" y="108"/>
                      <a:pt x="20" y="108"/>
                    </a:cubicBezTo>
                    <a:cubicBezTo>
                      <a:pt x="20" y="109"/>
                      <a:pt x="19" y="110"/>
                      <a:pt x="19" y="110"/>
                    </a:cubicBezTo>
                    <a:cubicBezTo>
                      <a:pt x="18" y="110"/>
                      <a:pt x="17" y="109"/>
                      <a:pt x="17" y="108"/>
                    </a:cubicBezTo>
                    <a:cubicBezTo>
                      <a:pt x="17" y="104"/>
                      <a:pt x="17" y="104"/>
                      <a:pt x="17" y="104"/>
                    </a:cubicBezTo>
                    <a:cubicBezTo>
                      <a:pt x="17" y="103"/>
                      <a:pt x="18" y="102"/>
                      <a:pt x="19" y="102"/>
                    </a:cubicBezTo>
                    <a:close/>
                    <a:moveTo>
                      <a:pt x="19" y="112"/>
                    </a:moveTo>
                    <a:cubicBezTo>
                      <a:pt x="19" y="112"/>
                      <a:pt x="20" y="112"/>
                      <a:pt x="20" y="113"/>
                    </a:cubicBezTo>
                    <a:cubicBezTo>
                      <a:pt x="20" y="118"/>
                      <a:pt x="20" y="118"/>
                      <a:pt x="20" y="118"/>
                    </a:cubicBezTo>
                    <a:cubicBezTo>
                      <a:pt x="20" y="119"/>
                      <a:pt x="19" y="119"/>
                      <a:pt x="19" y="119"/>
                    </a:cubicBezTo>
                    <a:cubicBezTo>
                      <a:pt x="18" y="119"/>
                      <a:pt x="17" y="119"/>
                      <a:pt x="17" y="118"/>
                    </a:cubicBezTo>
                    <a:cubicBezTo>
                      <a:pt x="17" y="113"/>
                      <a:pt x="17" y="113"/>
                      <a:pt x="17" y="113"/>
                    </a:cubicBezTo>
                    <a:cubicBezTo>
                      <a:pt x="17" y="112"/>
                      <a:pt x="18" y="112"/>
                      <a:pt x="19" y="112"/>
                    </a:cubicBezTo>
                    <a:close/>
                    <a:moveTo>
                      <a:pt x="19" y="121"/>
                    </a:moveTo>
                    <a:cubicBezTo>
                      <a:pt x="19" y="121"/>
                      <a:pt x="20" y="122"/>
                      <a:pt x="20" y="123"/>
                    </a:cubicBezTo>
                    <a:cubicBezTo>
                      <a:pt x="20" y="126"/>
                      <a:pt x="20" y="126"/>
                      <a:pt x="20" y="126"/>
                    </a:cubicBezTo>
                    <a:cubicBezTo>
                      <a:pt x="22" y="126"/>
                      <a:pt x="22" y="126"/>
                      <a:pt x="22" y="126"/>
                    </a:cubicBezTo>
                    <a:cubicBezTo>
                      <a:pt x="23" y="126"/>
                      <a:pt x="24" y="127"/>
                      <a:pt x="24" y="127"/>
                    </a:cubicBezTo>
                    <a:cubicBezTo>
                      <a:pt x="24" y="128"/>
                      <a:pt x="23" y="129"/>
                      <a:pt x="22" y="129"/>
                    </a:cubicBezTo>
                    <a:cubicBezTo>
                      <a:pt x="19" y="129"/>
                      <a:pt x="19" y="129"/>
                      <a:pt x="19" y="129"/>
                    </a:cubicBezTo>
                    <a:cubicBezTo>
                      <a:pt x="18" y="129"/>
                      <a:pt x="17" y="128"/>
                      <a:pt x="17" y="127"/>
                    </a:cubicBezTo>
                    <a:cubicBezTo>
                      <a:pt x="17" y="123"/>
                      <a:pt x="17" y="123"/>
                      <a:pt x="17" y="123"/>
                    </a:cubicBezTo>
                    <a:cubicBezTo>
                      <a:pt x="17" y="122"/>
                      <a:pt x="18" y="121"/>
                      <a:pt x="19" y="121"/>
                    </a:cubicBezTo>
                    <a:close/>
                    <a:moveTo>
                      <a:pt x="77" y="77"/>
                    </a:moveTo>
                    <a:cubicBezTo>
                      <a:pt x="72" y="77"/>
                      <a:pt x="72" y="77"/>
                      <a:pt x="72" y="77"/>
                    </a:cubicBezTo>
                    <a:cubicBezTo>
                      <a:pt x="71" y="77"/>
                      <a:pt x="71" y="77"/>
                      <a:pt x="71" y="76"/>
                    </a:cubicBezTo>
                    <a:cubicBezTo>
                      <a:pt x="71" y="75"/>
                      <a:pt x="71" y="75"/>
                      <a:pt x="72" y="75"/>
                    </a:cubicBezTo>
                    <a:cubicBezTo>
                      <a:pt x="77" y="75"/>
                      <a:pt x="77" y="75"/>
                      <a:pt x="77" y="75"/>
                    </a:cubicBezTo>
                    <a:cubicBezTo>
                      <a:pt x="78" y="75"/>
                      <a:pt x="78" y="75"/>
                      <a:pt x="78" y="76"/>
                    </a:cubicBezTo>
                    <a:cubicBezTo>
                      <a:pt x="78" y="77"/>
                      <a:pt x="78" y="77"/>
                      <a:pt x="77" y="77"/>
                    </a:cubicBezTo>
                    <a:close/>
                    <a:moveTo>
                      <a:pt x="79" y="126"/>
                    </a:moveTo>
                    <a:cubicBezTo>
                      <a:pt x="80" y="126"/>
                      <a:pt x="81" y="127"/>
                      <a:pt x="81" y="127"/>
                    </a:cubicBezTo>
                    <a:cubicBezTo>
                      <a:pt x="81" y="128"/>
                      <a:pt x="80" y="129"/>
                      <a:pt x="79" y="129"/>
                    </a:cubicBezTo>
                    <a:cubicBezTo>
                      <a:pt x="75" y="129"/>
                      <a:pt x="75" y="129"/>
                      <a:pt x="75" y="129"/>
                    </a:cubicBezTo>
                    <a:cubicBezTo>
                      <a:pt x="74" y="129"/>
                      <a:pt x="73" y="128"/>
                      <a:pt x="73" y="127"/>
                    </a:cubicBezTo>
                    <a:cubicBezTo>
                      <a:pt x="73" y="127"/>
                      <a:pt x="74" y="126"/>
                      <a:pt x="75" y="126"/>
                    </a:cubicBezTo>
                    <a:lnTo>
                      <a:pt x="79" y="126"/>
                    </a:lnTo>
                    <a:close/>
                    <a:moveTo>
                      <a:pt x="71" y="127"/>
                    </a:moveTo>
                    <a:cubicBezTo>
                      <a:pt x="71" y="128"/>
                      <a:pt x="71" y="129"/>
                      <a:pt x="70" y="129"/>
                    </a:cubicBezTo>
                    <a:cubicBezTo>
                      <a:pt x="65" y="129"/>
                      <a:pt x="65" y="129"/>
                      <a:pt x="65" y="129"/>
                    </a:cubicBezTo>
                    <a:cubicBezTo>
                      <a:pt x="64" y="129"/>
                      <a:pt x="64" y="128"/>
                      <a:pt x="64" y="127"/>
                    </a:cubicBezTo>
                    <a:cubicBezTo>
                      <a:pt x="64" y="127"/>
                      <a:pt x="64" y="126"/>
                      <a:pt x="65" y="126"/>
                    </a:cubicBezTo>
                    <a:cubicBezTo>
                      <a:pt x="70" y="126"/>
                      <a:pt x="70" y="126"/>
                      <a:pt x="70" y="126"/>
                    </a:cubicBezTo>
                    <a:cubicBezTo>
                      <a:pt x="71" y="126"/>
                      <a:pt x="71" y="127"/>
                      <a:pt x="71" y="127"/>
                    </a:cubicBezTo>
                    <a:close/>
                    <a:moveTo>
                      <a:pt x="67" y="77"/>
                    </a:moveTo>
                    <a:cubicBezTo>
                      <a:pt x="63" y="77"/>
                      <a:pt x="63" y="77"/>
                      <a:pt x="63" y="77"/>
                    </a:cubicBezTo>
                    <a:cubicBezTo>
                      <a:pt x="62" y="77"/>
                      <a:pt x="61" y="77"/>
                      <a:pt x="61" y="76"/>
                    </a:cubicBezTo>
                    <a:cubicBezTo>
                      <a:pt x="61" y="75"/>
                      <a:pt x="62" y="75"/>
                      <a:pt x="63" y="75"/>
                    </a:cubicBezTo>
                    <a:cubicBezTo>
                      <a:pt x="67" y="75"/>
                      <a:pt x="67" y="75"/>
                      <a:pt x="67" y="75"/>
                    </a:cubicBezTo>
                    <a:cubicBezTo>
                      <a:pt x="68" y="75"/>
                      <a:pt x="69" y="75"/>
                      <a:pt x="69" y="76"/>
                    </a:cubicBezTo>
                    <a:cubicBezTo>
                      <a:pt x="69" y="77"/>
                      <a:pt x="68" y="77"/>
                      <a:pt x="67" y="77"/>
                    </a:cubicBezTo>
                    <a:close/>
                    <a:moveTo>
                      <a:pt x="62" y="127"/>
                    </a:moveTo>
                    <a:cubicBezTo>
                      <a:pt x="62" y="128"/>
                      <a:pt x="61" y="129"/>
                      <a:pt x="60" y="129"/>
                    </a:cubicBezTo>
                    <a:cubicBezTo>
                      <a:pt x="56" y="129"/>
                      <a:pt x="56" y="129"/>
                      <a:pt x="56" y="129"/>
                    </a:cubicBezTo>
                    <a:cubicBezTo>
                      <a:pt x="55" y="129"/>
                      <a:pt x="54" y="128"/>
                      <a:pt x="54" y="127"/>
                    </a:cubicBezTo>
                    <a:cubicBezTo>
                      <a:pt x="54" y="127"/>
                      <a:pt x="55" y="126"/>
                      <a:pt x="56" y="126"/>
                    </a:cubicBezTo>
                    <a:cubicBezTo>
                      <a:pt x="60" y="126"/>
                      <a:pt x="60" y="126"/>
                      <a:pt x="60" y="126"/>
                    </a:cubicBezTo>
                    <a:cubicBezTo>
                      <a:pt x="61" y="126"/>
                      <a:pt x="62" y="127"/>
                      <a:pt x="62" y="127"/>
                    </a:cubicBezTo>
                    <a:close/>
                    <a:moveTo>
                      <a:pt x="58" y="77"/>
                    </a:moveTo>
                    <a:cubicBezTo>
                      <a:pt x="53" y="77"/>
                      <a:pt x="53" y="77"/>
                      <a:pt x="53" y="77"/>
                    </a:cubicBezTo>
                    <a:cubicBezTo>
                      <a:pt x="52" y="77"/>
                      <a:pt x="52" y="77"/>
                      <a:pt x="52" y="76"/>
                    </a:cubicBezTo>
                    <a:cubicBezTo>
                      <a:pt x="52" y="75"/>
                      <a:pt x="52" y="75"/>
                      <a:pt x="53" y="75"/>
                    </a:cubicBezTo>
                    <a:cubicBezTo>
                      <a:pt x="58" y="75"/>
                      <a:pt x="58" y="75"/>
                      <a:pt x="58" y="75"/>
                    </a:cubicBezTo>
                    <a:cubicBezTo>
                      <a:pt x="59" y="75"/>
                      <a:pt x="59" y="75"/>
                      <a:pt x="59" y="76"/>
                    </a:cubicBezTo>
                    <a:cubicBezTo>
                      <a:pt x="59" y="77"/>
                      <a:pt x="59" y="77"/>
                      <a:pt x="58" y="77"/>
                    </a:cubicBezTo>
                    <a:close/>
                    <a:moveTo>
                      <a:pt x="52" y="127"/>
                    </a:moveTo>
                    <a:cubicBezTo>
                      <a:pt x="52" y="128"/>
                      <a:pt x="52" y="129"/>
                      <a:pt x="51" y="129"/>
                    </a:cubicBezTo>
                    <a:cubicBezTo>
                      <a:pt x="46" y="129"/>
                      <a:pt x="46" y="129"/>
                      <a:pt x="46" y="129"/>
                    </a:cubicBezTo>
                    <a:cubicBezTo>
                      <a:pt x="45" y="129"/>
                      <a:pt x="45" y="128"/>
                      <a:pt x="45" y="127"/>
                    </a:cubicBezTo>
                    <a:cubicBezTo>
                      <a:pt x="45" y="127"/>
                      <a:pt x="45" y="126"/>
                      <a:pt x="46" y="126"/>
                    </a:cubicBezTo>
                    <a:cubicBezTo>
                      <a:pt x="51" y="126"/>
                      <a:pt x="51" y="126"/>
                      <a:pt x="51" y="126"/>
                    </a:cubicBezTo>
                    <a:cubicBezTo>
                      <a:pt x="52" y="126"/>
                      <a:pt x="52" y="127"/>
                      <a:pt x="52" y="127"/>
                    </a:cubicBezTo>
                    <a:close/>
                    <a:moveTo>
                      <a:pt x="48" y="77"/>
                    </a:moveTo>
                    <a:cubicBezTo>
                      <a:pt x="44" y="77"/>
                      <a:pt x="44" y="77"/>
                      <a:pt x="44" y="77"/>
                    </a:cubicBezTo>
                    <a:cubicBezTo>
                      <a:pt x="43" y="77"/>
                      <a:pt x="42" y="77"/>
                      <a:pt x="42" y="76"/>
                    </a:cubicBezTo>
                    <a:cubicBezTo>
                      <a:pt x="42" y="75"/>
                      <a:pt x="43" y="75"/>
                      <a:pt x="44" y="75"/>
                    </a:cubicBezTo>
                    <a:cubicBezTo>
                      <a:pt x="48" y="75"/>
                      <a:pt x="48" y="75"/>
                      <a:pt x="48" y="75"/>
                    </a:cubicBezTo>
                    <a:cubicBezTo>
                      <a:pt x="49" y="75"/>
                      <a:pt x="50" y="75"/>
                      <a:pt x="50" y="76"/>
                    </a:cubicBezTo>
                    <a:cubicBezTo>
                      <a:pt x="50" y="77"/>
                      <a:pt x="49" y="77"/>
                      <a:pt x="48" y="77"/>
                    </a:cubicBezTo>
                    <a:close/>
                    <a:moveTo>
                      <a:pt x="43" y="127"/>
                    </a:moveTo>
                    <a:cubicBezTo>
                      <a:pt x="43" y="128"/>
                      <a:pt x="42" y="129"/>
                      <a:pt x="41" y="129"/>
                    </a:cubicBezTo>
                    <a:cubicBezTo>
                      <a:pt x="36" y="129"/>
                      <a:pt x="36" y="129"/>
                      <a:pt x="36" y="129"/>
                    </a:cubicBezTo>
                    <a:cubicBezTo>
                      <a:pt x="36" y="129"/>
                      <a:pt x="35" y="128"/>
                      <a:pt x="35" y="127"/>
                    </a:cubicBezTo>
                    <a:cubicBezTo>
                      <a:pt x="35" y="127"/>
                      <a:pt x="36" y="126"/>
                      <a:pt x="36" y="126"/>
                    </a:cubicBezTo>
                    <a:cubicBezTo>
                      <a:pt x="41" y="126"/>
                      <a:pt x="41" y="126"/>
                      <a:pt x="41" y="126"/>
                    </a:cubicBezTo>
                    <a:cubicBezTo>
                      <a:pt x="42" y="126"/>
                      <a:pt x="43" y="127"/>
                      <a:pt x="43" y="127"/>
                    </a:cubicBezTo>
                    <a:close/>
                    <a:moveTo>
                      <a:pt x="89" y="129"/>
                    </a:moveTo>
                    <a:cubicBezTo>
                      <a:pt x="84" y="129"/>
                      <a:pt x="84" y="129"/>
                      <a:pt x="84" y="129"/>
                    </a:cubicBezTo>
                    <a:cubicBezTo>
                      <a:pt x="83" y="129"/>
                      <a:pt x="83" y="128"/>
                      <a:pt x="83" y="127"/>
                    </a:cubicBezTo>
                    <a:cubicBezTo>
                      <a:pt x="83" y="127"/>
                      <a:pt x="83" y="126"/>
                      <a:pt x="84" y="126"/>
                    </a:cubicBezTo>
                    <a:cubicBezTo>
                      <a:pt x="89" y="126"/>
                      <a:pt x="89" y="126"/>
                      <a:pt x="89" y="126"/>
                    </a:cubicBezTo>
                    <a:cubicBezTo>
                      <a:pt x="90" y="126"/>
                      <a:pt x="90" y="127"/>
                      <a:pt x="90" y="127"/>
                    </a:cubicBezTo>
                    <a:cubicBezTo>
                      <a:pt x="90" y="128"/>
                      <a:pt x="90" y="129"/>
                      <a:pt x="89" y="129"/>
                    </a:cubicBezTo>
                    <a:close/>
                    <a:moveTo>
                      <a:pt x="82" y="77"/>
                    </a:moveTo>
                    <a:cubicBezTo>
                      <a:pt x="81" y="77"/>
                      <a:pt x="80" y="77"/>
                      <a:pt x="80" y="76"/>
                    </a:cubicBezTo>
                    <a:cubicBezTo>
                      <a:pt x="80" y="75"/>
                      <a:pt x="81" y="75"/>
                      <a:pt x="82" y="75"/>
                    </a:cubicBezTo>
                    <a:cubicBezTo>
                      <a:pt x="86" y="75"/>
                      <a:pt x="86" y="75"/>
                      <a:pt x="86" y="75"/>
                    </a:cubicBezTo>
                    <a:cubicBezTo>
                      <a:pt x="87" y="75"/>
                      <a:pt x="88" y="75"/>
                      <a:pt x="88" y="76"/>
                    </a:cubicBezTo>
                    <a:cubicBezTo>
                      <a:pt x="88" y="77"/>
                      <a:pt x="87" y="77"/>
                      <a:pt x="86" y="77"/>
                    </a:cubicBezTo>
                    <a:lnTo>
                      <a:pt x="82" y="77"/>
                    </a:lnTo>
                    <a:close/>
                    <a:moveTo>
                      <a:pt x="59" y="61"/>
                    </a:moveTo>
                    <a:cubicBezTo>
                      <a:pt x="59" y="60"/>
                      <a:pt x="60" y="59"/>
                      <a:pt x="61" y="58"/>
                    </a:cubicBezTo>
                    <a:cubicBezTo>
                      <a:pt x="59" y="55"/>
                      <a:pt x="59" y="55"/>
                      <a:pt x="59" y="55"/>
                    </a:cubicBezTo>
                    <a:cubicBezTo>
                      <a:pt x="62" y="53"/>
                      <a:pt x="62" y="53"/>
                      <a:pt x="62" y="53"/>
                    </a:cubicBezTo>
                    <a:cubicBezTo>
                      <a:pt x="64" y="56"/>
                      <a:pt x="64" y="56"/>
                      <a:pt x="64" y="56"/>
                    </a:cubicBezTo>
                    <a:cubicBezTo>
                      <a:pt x="66" y="54"/>
                      <a:pt x="68" y="54"/>
                      <a:pt x="70" y="54"/>
                    </a:cubicBezTo>
                    <a:cubicBezTo>
                      <a:pt x="71" y="58"/>
                      <a:pt x="71" y="58"/>
                      <a:pt x="71" y="58"/>
                    </a:cubicBezTo>
                    <a:cubicBezTo>
                      <a:pt x="70" y="58"/>
                      <a:pt x="68" y="58"/>
                      <a:pt x="65" y="60"/>
                    </a:cubicBezTo>
                    <a:cubicBezTo>
                      <a:pt x="65" y="60"/>
                      <a:pt x="65" y="60"/>
                      <a:pt x="65" y="61"/>
                    </a:cubicBezTo>
                    <a:lnTo>
                      <a:pt x="59" y="61"/>
                    </a:lnTo>
                    <a:close/>
                    <a:moveTo>
                      <a:pt x="40" y="76"/>
                    </a:moveTo>
                    <a:cubicBezTo>
                      <a:pt x="40" y="77"/>
                      <a:pt x="40" y="77"/>
                      <a:pt x="39" y="77"/>
                    </a:cubicBezTo>
                    <a:cubicBezTo>
                      <a:pt x="34" y="77"/>
                      <a:pt x="34" y="77"/>
                      <a:pt x="34" y="77"/>
                    </a:cubicBezTo>
                    <a:cubicBezTo>
                      <a:pt x="33" y="77"/>
                      <a:pt x="33" y="77"/>
                      <a:pt x="33" y="76"/>
                    </a:cubicBezTo>
                    <a:cubicBezTo>
                      <a:pt x="33" y="75"/>
                      <a:pt x="33" y="75"/>
                      <a:pt x="34" y="75"/>
                    </a:cubicBezTo>
                    <a:cubicBezTo>
                      <a:pt x="39" y="75"/>
                      <a:pt x="39" y="75"/>
                      <a:pt x="39" y="75"/>
                    </a:cubicBezTo>
                    <a:cubicBezTo>
                      <a:pt x="40" y="75"/>
                      <a:pt x="40" y="75"/>
                      <a:pt x="40" y="76"/>
                    </a:cubicBezTo>
                    <a:close/>
                    <a:moveTo>
                      <a:pt x="33" y="127"/>
                    </a:moveTo>
                    <a:cubicBezTo>
                      <a:pt x="33" y="128"/>
                      <a:pt x="33" y="129"/>
                      <a:pt x="32" y="129"/>
                    </a:cubicBezTo>
                    <a:cubicBezTo>
                      <a:pt x="27" y="129"/>
                      <a:pt x="27" y="129"/>
                      <a:pt x="27" y="129"/>
                    </a:cubicBezTo>
                    <a:cubicBezTo>
                      <a:pt x="26" y="129"/>
                      <a:pt x="26" y="128"/>
                      <a:pt x="26" y="127"/>
                    </a:cubicBezTo>
                    <a:cubicBezTo>
                      <a:pt x="26" y="127"/>
                      <a:pt x="26" y="126"/>
                      <a:pt x="27" y="126"/>
                    </a:cubicBezTo>
                    <a:cubicBezTo>
                      <a:pt x="32" y="126"/>
                      <a:pt x="32" y="126"/>
                      <a:pt x="32" y="126"/>
                    </a:cubicBezTo>
                    <a:cubicBezTo>
                      <a:pt x="33" y="126"/>
                      <a:pt x="33" y="127"/>
                      <a:pt x="33" y="127"/>
                    </a:cubicBezTo>
                    <a:close/>
                    <a:moveTo>
                      <a:pt x="29" y="77"/>
                    </a:moveTo>
                    <a:cubicBezTo>
                      <a:pt x="24" y="77"/>
                      <a:pt x="24" y="77"/>
                      <a:pt x="24" y="77"/>
                    </a:cubicBezTo>
                    <a:cubicBezTo>
                      <a:pt x="24" y="77"/>
                      <a:pt x="23" y="77"/>
                      <a:pt x="23" y="76"/>
                    </a:cubicBezTo>
                    <a:cubicBezTo>
                      <a:pt x="23" y="75"/>
                      <a:pt x="24" y="75"/>
                      <a:pt x="24" y="75"/>
                    </a:cubicBezTo>
                    <a:cubicBezTo>
                      <a:pt x="29" y="75"/>
                      <a:pt x="29" y="75"/>
                      <a:pt x="29" y="75"/>
                    </a:cubicBezTo>
                    <a:cubicBezTo>
                      <a:pt x="30" y="75"/>
                      <a:pt x="31" y="75"/>
                      <a:pt x="31" y="76"/>
                    </a:cubicBezTo>
                    <a:cubicBezTo>
                      <a:pt x="31" y="77"/>
                      <a:pt x="30" y="77"/>
                      <a:pt x="29" y="77"/>
                    </a:cubicBezTo>
                    <a:close/>
                    <a:moveTo>
                      <a:pt x="15" y="57"/>
                    </a:moveTo>
                    <a:cubicBezTo>
                      <a:pt x="17" y="61"/>
                      <a:pt x="17" y="61"/>
                      <a:pt x="17" y="61"/>
                    </a:cubicBezTo>
                    <a:cubicBezTo>
                      <a:pt x="11" y="61"/>
                      <a:pt x="11" y="61"/>
                      <a:pt x="11" y="61"/>
                    </a:cubicBezTo>
                    <a:cubicBezTo>
                      <a:pt x="11" y="60"/>
                      <a:pt x="12" y="60"/>
                      <a:pt x="12" y="59"/>
                    </a:cubicBezTo>
                    <a:cubicBezTo>
                      <a:pt x="13" y="58"/>
                      <a:pt x="14" y="58"/>
                      <a:pt x="15" y="57"/>
                    </a:cubicBezTo>
                    <a:close/>
                    <a:moveTo>
                      <a:pt x="117" y="118"/>
                    </a:moveTo>
                    <a:cubicBezTo>
                      <a:pt x="117" y="122"/>
                      <a:pt x="115" y="125"/>
                      <a:pt x="112" y="127"/>
                    </a:cubicBezTo>
                    <a:cubicBezTo>
                      <a:pt x="112" y="112"/>
                      <a:pt x="112" y="112"/>
                      <a:pt x="112" y="112"/>
                    </a:cubicBezTo>
                    <a:cubicBezTo>
                      <a:pt x="111" y="112"/>
                      <a:pt x="111" y="112"/>
                      <a:pt x="110" y="112"/>
                    </a:cubicBezTo>
                    <a:cubicBezTo>
                      <a:pt x="95" y="112"/>
                      <a:pt x="95" y="112"/>
                      <a:pt x="95" y="112"/>
                    </a:cubicBezTo>
                    <a:cubicBezTo>
                      <a:pt x="95" y="112"/>
                      <a:pt x="95" y="112"/>
                      <a:pt x="95" y="112"/>
                    </a:cubicBezTo>
                    <a:cubicBezTo>
                      <a:pt x="95" y="117"/>
                      <a:pt x="95" y="117"/>
                      <a:pt x="95" y="117"/>
                    </a:cubicBezTo>
                    <a:cubicBezTo>
                      <a:pt x="95" y="118"/>
                      <a:pt x="95" y="119"/>
                      <a:pt x="94" y="119"/>
                    </a:cubicBezTo>
                    <a:cubicBezTo>
                      <a:pt x="93" y="119"/>
                      <a:pt x="92" y="118"/>
                      <a:pt x="92" y="117"/>
                    </a:cubicBezTo>
                    <a:cubicBezTo>
                      <a:pt x="92" y="112"/>
                      <a:pt x="92" y="112"/>
                      <a:pt x="92" y="112"/>
                    </a:cubicBezTo>
                    <a:cubicBezTo>
                      <a:pt x="92" y="112"/>
                      <a:pt x="92" y="112"/>
                      <a:pt x="92" y="112"/>
                    </a:cubicBezTo>
                    <a:cubicBezTo>
                      <a:pt x="88" y="111"/>
                      <a:pt x="85" y="106"/>
                      <a:pt x="85" y="100"/>
                    </a:cubicBezTo>
                    <a:cubicBezTo>
                      <a:pt x="85" y="94"/>
                      <a:pt x="85" y="94"/>
                      <a:pt x="85" y="94"/>
                    </a:cubicBezTo>
                    <a:cubicBezTo>
                      <a:pt x="85" y="90"/>
                      <a:pt x="86" y="87"/>
                      <a:pt x="89" y="85"/>
                    </a:cubicBezTo>
                    <a:cubicBezTo>
                      <a:pt x="89" y="84"/>
                      <a:pt x="89" y="84"/>
                      <a:pt x="90" y="84"/>
                    </a:cubicBezTo>
                    <a:cubicBezTo>
                      <a:pt x="90" y="84"/>
                      <a:pt x="90" y="84"/>
                      <a:pt x="90" y="84"/>
                    </a:cubicBezTo>
                    <a:cubicBezTo>
                      <a:pt x="89" y="84"/>
                      <a:pt x="89" y="84"/>
                      <a:pt x="89" y="85"/>
                    </a:cubicBezTo>
                    <a:cubicBezTo>
                      <a:pt x="90" y="83"/>
                      <a:pt x="92" y="82"/>
                      <a:pt x="95" y="82"/>
                    </a:cubicBezTo>
                    <a:cubicBezTo>
                      <a:pt x="110" y="82"/>
                      <a:pt x="110" y="82"/>
                      <a:pt x="110" y="82"/>
                    </a:cubicBezTo>
                    <a:cubicBezTo>
                      <a:pt x="112" y="82"/>
                      <a:pt x="112" y="82"/>
                      <a:pt x="112" y="80"/>
                    </a:cubicBezTo>
                    <a:cubicBezTo>
                      <a:pt x="112" y="80"/>
                      <a:pt x="112" y="80"/>
                      <a:pt x="112" y="80"/>
                    </a:cubicBezTo>
                    <a:cubicBezTo>
                      <a:pt x="118" y="80"/>
                      <a:pt x="118" y="80"/>
                      <a:pt x="118" y="80"/>
                    </a:cubicBezTo>
                    <a:cubicBezTo>
                      <a:pt x="117" y="81"/>
                      <a:pt x="117" y="81"/>
                      <a:pt x="117" y="81"/>
                    </a:cubicBezTo>
                    <a:cubicBezTo>
                      <a:pt x="117" y="87"/>
                      <a:pt x="117" y="87"/>
                      <a:pt x="117" y="87"/>
                    </a:cubicBezTo>
                    <a:cubicBezTo>
                      <a:pt x="116" y="87"/>
                      <a:pt x="116" y="87"/>
                      <a:pt x="115" y="87"/>
                    </a:cubicBezTo>
                    <a:cubicBezTo>
                      <a:pt x="97" y="87"/>
                      <a:pt x="97" y="87"/>
                      <a:pt x="97" y="87"/>
                    </a:cubicBezTo>
                    <a:cubicBezTo>
                      <a:pt x="93" y="87"/>
                      <a:pt x="90" y="90"/>
                      <a:pt x="90" y="94"/>
                    </a:cubicBezTo>
                    <a:cubicBezTo>
                      <a:pt x="90" y="100"/>
                      <a:pt x="90" y="100"/>
                      <a:pt x="90" y="100"/>
                    </a:cubicBezTo>
                    <a:cubicBezTo>
                      <a:pt x="90" y="104"/>
                      <a:pt x="93" y="108"/>
                      <a:pt x="97" y="108"/>
                    </a:cubicBezTo>
                    <a:cubicBezTo>
                      <a:pt x="115" y="108"/>
                      <a:pt x="115" y="108"/>
                      <a:pt x="115" y="108"/>
                    </a:cubicBezTo>
                    <a:cubicBezTo>
                      <a:pt x="116" y="108"/>
                      <a:pt x="116" y="107"/>
                      <a:pt x="117" y="107"/>
                    </a:cubicBezTo>
                    <a:cubicBezTo>
                      <a:pt x="117" y="117"/>
                      <a:pt x="117" y="117"/>
                      <a:pt x="117" y="117"/>
                    </a:cubicBezTo>
                    <a:lnTo>
                      <a:pt x="117" y="118"/>
                    </a:lnTo>
                    <a:close/>
                    <a:moveTo>
                      <a:pt x="103" y="97"/>
                    </a:moveTo>
                    <a:cubicBezTo>
                      <a:pt x="103" y="99"/>
                      <a:pt x="102" y="101"/>
                      <a:pt x="100" y="101"/>
                    </a:cubicBezTo>
                    <a:cubicBezTo>
                      <a:pt x="98" y="101"/>
                      <a:pt x="96" y="99"/>
                      <a:pt x="96" y="97"/>
                    </a:cubicBezTo>
                    <a:cubicBezTo>
                      <a:pt x="96" y="95"/>
                      <a:pt x="98" y="94"/>
                      <a:pt x="100" y="94"/>
                    </a:cubicBezTo>
                    <a:cubicBezTo>
                      <a:pt x="102" y="94"/>
                      <a:pt x="103" y="95"/>
                      <a:pt x="103" y="97"/>
                    </a:cubicBezTo>
                    <a:close/>
                    <a:moveTo>
                      <a:pt x="112" y="78"/>
                    </a:moveTo>
                    <a:cubicBezTo>
                      <a:pt x="112" y="74"/>
                      <a:pt x="112" y="74"/>
                      <a:pt x="112" y="74"/>
                    </a:cubicBezTo>
                    <a:cubicBezTo>
                      <a:pt x="121" y="69"/>
                      <a:pt x="121" y="69"/>
                      <a:pt x="121" y="69"/>
                    </a:cubicBezTo>
                    <a:cubicBezTo>
                      <a:pt x="121" y="69"/>
                      <a:pt x="121" y="68"/>
                      <a:pt x="121" y="68"/>
                    </a:cubicBezTo>
                    <a:cubicBezTo>
                      <a:pt x="122" y="67"/>
                      <a:pt x="121" y="67"/>
                      <a:pt x="121" y="67"/>
                    </a:cubicBezTo>
                    <a:cubicBezTo>
                      <a:pt x="120" y="64"/>
                      <a:pt x="121" y="60"/>
                      <a:pt x="123" y="59"/>
                    </a:cubicBezTo>
                    <a:cubicBezTo>
                      <a:pt x="123" y="59"/>
                      <a:pt x="124" y="59"/>
                      <a:pt x="124" y="58"/>
                    </a:cubicBezTo>
                    <a:cubicBezTo>
                      <a:pt x="124" y="58"/>
                      <a:pt x="125" y="58"/>
                      <a:pt x="125" y="58"/>
                    </a:cubicBezTo>
                    <a:cubicBezTo>
                      <a:pt x="125" y="57"/>
                      <a:pt x="125" y="57"/>
                      <a:pt x="125" y="56"/>
                    </a:cubicBezTo>
                    <a:cubicBezTo>
                      <a:pt x="106" y="24"/>
                      <a:pt x="106" y="24"/>
                      <a:pt x="106" y="24"/>
                    </a:cubicBezTo>
                    <a:cubicBezTo>
                      <a:pt x="106" y="24"/>
                      <a:pt x="105" y="24"/>
                      <a:pt x="105" y="24"/>
                    </a:cubicBezTo>
                    <a:cubicBezTo>
                      <a:pt x="105" y="24"/>
                      <a:pt x="104" y="24"/>
                      <a:pt x="104" y="24"/>
                    </a:cubicBezTo>
                    <a:cubicBezTo>
                      <a:pt x="104" y="24"/>
                      <a:pt x="103" y="24"/>
                      <a:pt x="103" y="24"/>
                    </a:cubicBezTo>
                    <a:cubicBezTo>
                      <a:pt x="101" y="26"/>
                      <a:pt x="97" y="25"/>
                      <a:pt x="95" y="22"/>
                    </a:cubicBezTo>
                    <a:cubicBezTo>
                      <a:pt x="94" y="23"/>
                      <a:pt x="94" y="23"/>
                      <a:pt x="94" y="23"/>
                    </a:cubicBezTo>
                    <a:cubicBezTo>
                      <a:pt x="94" y="23"/>
                      <a:pt x="94" y="23"/>
                      <a:pt x="94" y="23"/>
                    </a:cubicBezTo>
                    <a:cubicBezTo>
                      <a:pt x="95" y="22"/>
                      <a:pt x="95" y="22"/>
                      <a:pt x="95" y="22"/>
                    </a:cubicBezTo>
                    <a:cubicBezTo>
                      <a:pt x="95" y="22"/>
                      <a:pt x="95" y="21"/>
                      <a:pt x="94" y="21"/>
                    </a:cubicBezTo>
                    <a:cubicBezTo>
                      <a:pt x="94" y="21"/>
                      <a:pt x="94" y="21"/>
                      <a:pt x="93" y="21"/>
                    </a:cubicBezTo>
                    <a:cubicBezTo>
                      <a:pt x="39" y="53"/>
                      <a:pt x="39" y="53"/>
                      <a:pt x="39" y="53"/>
                    </a:cubicBezTo>
                    <a:cubicBezTo>
                      <a:pt x="38" y="53"/>
                      <a:pt x="38" y="54"/>
                      <a:pt x="38" y="54"/>
                    </a:cubicBezTo>
                    <a:cubicBezTo>
                      <a:pt x="38" y="55"/>
                      <a:pt x="38" y="55"/>
                      <a:pt x="38" y="55"/>
                    </a:cubicBezTo>
                    <a:cubicBezTo>
                      <a:pt x="39" y="57"/>
                      <a:pt x="39" y="59"/>
                      <a:pt x="39" y="61"/>
                    </a:cubicBezTo>
                    <a:cubicBezTo>
                      <a:pt x="28" y="61"/>
                      <a:pt x="28" y="61"/>
                      <a:pt x="28" y="61"/>
                    </a:cubicBezTo>
                    <a:cubicBezTo>
                      <a:pt x="26" y="57"/>
                      <a:pt x="26" y="57"/>
                      <a:pt x="26" y="57"/>
                    </a:cubicBezTo>
                    <a:cubicBezTo>
                      <a:pt x="103" y="12"/>
                      <a:pt x="103" y="12"/>
                      <a:pt x="103" y="12"/>
                    </a:cubicBezTo>
                    <a:cubicBezTo>
                      <a:pt x="134" y="65"/>
                      <a:pt x="134" y="65"/>
                      <a:pt x="134" y="65"/>
                    </a:cubicBezTo>
                    <a:lnTo>
                      <a:pt x="112" y="7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defTabSz="914400"/>
                <a:endParaRPr lang="zh-CN" altLang="en-US">
                  <a:solidFill>
                    <a:prstClr val="black"/>
                  </a:solidFill>
                  <a:latin typeface="Arial"/>
                  <a:ea typeface="阿里巴巴普惠体 Medium"/>
                  <a:cs typeface="阿里巴巴普惠体 Medium"/>
                  <a:sym typeface="Arial"/>
                </a:endParaRPr>
              </a:p>
            </p:txBody>
          </p:sp>
        </p:grpSp>
        <p:sp>
          <p:nvSpPr>
            <p:cNvPr id="5" name="图形"/>
            <p:cNvSpPr txBox="1"/>
            <p:nvPr/>
          </p:nvSpPr>
          <p:spPr>
            <a:xfrm>
              <a:off x="2333" y="5146"/>
              <a:ext cx="1702" cy="484"/>
            </a:xfrm>
            <a:prstGeom prst="rect">
              <a:avLst/>
            </a:prstGeom>
            <a:noFill/>
          </p:spPr>
          <p:txBody>
            <a:bodyPr wrap="square" lIns="0" tIns="0" rIns="0" bIns="0" rtlCol="0">
              <a:spAutoFit/>
            </a:bodyPr>
            <a:lstStyle/>
            <a:p>
              <a:pPr algn="ctr">
                <a:lnSpc>
                  <a:spcPct val="100000"/>
                </a:lnSpc>
              </a:pPr>
              <a:r>
                <a:rPr lang="zh-CN" altLang="en-US" sz="2000" noProof="0">
                  <a:ln>
                    <a:noFill/>
                  </a:ln>
                  <a:solidFill>
                    <a:schemeClr val="bg1"/>
                  </a:solidFill>
                  <a:effectLst/>
                  <a:uLnTx/>
                  <a:uFillTx/>
                  <a:latin typeface="Arial"/>
                  <a:ea typeface="阿里巴巴普惠体 Medium"/>
                  <a:cs typeface="阿里巴巴普惠体 Medium"/>
                  <a:sym typeface="Arial"/>
                </a:rPr>
                <a:t>关键词</a:t>
              </a:r>
            </a:p>
          </p:txBody>
        </p:sp>
        <p:sp>
          <p:nvSpPr>
            <p:cNvPr id="6" name="图形"/>
            <p:cNvSpPr txBox="1"/>
            <p:nvPr>
              <p:custDataLst>
                <p:tags r:id="Rf6670310aebe4b7a"/>
              </p:custDataLst>
            </p:nvPr>
          </p:nvSpPr>
          <p:spPr>
            <a:xfrm>
              <a:off x="5995" y="5146"/>
              <a:ext cx="1702" cy="484"/>
            </a:xfrm>
            <a:prstGeom prst="rect">
              <a:avLst/>
            </a:prstGeom>
            <a:noFill/>
          </p:spPr>
          <p:txBody>
            <a:bodyPr wrap="square" lIns="0" tIns="0" rIns="0" bIns="0" rtlCol="0">
              <a:spAutoFit/>
            </a:bodyPr>
            <a:lstStyle/>
            <a:p>
              <a:pPr algn="ctr">
                <a:lnSpc>
                  <a:spcPct val="100000"/>
                </a:lnSpc>
              </a:pPr>
              <a:r>
                <a:rPr lang="zh-CN" altLang="en-US" sz="2000" noProof="0">
                  <a:ln>
                    <a:noFill/>
                  </a:ln>
                  <a:solidFill>
                    <a:schemeClr val="bg1"/>
                  </a:solidFill>
                  <a:effectLst/>
                  <a:uLnTx/>
                  <a:uFillTx/>
                  <a:latin typeface="Arial"/>
                  <a:ea typeface="阿里巴巴普惠体 Medium"/>
                  <a:cs typeface="阿里巴巴普惠体 Medium"/>
                  <a:sym typeface="Arial"/>
                </a:rPr>
                <a:t>关键词</a:t>
              </a:r>
            </a:p>
          </p:txBody>
        </p:sp>
        <p:sp>
          <p:nvSpPr>
            <p:cNvPr id="7" name="图形"/>
            <p:cNvSpPr txBox="1"/>
            <p:nvPr>
              <p:custDataLst>
                <p:tags r:id="R024f56663cab4c52"/>
              </p:custDataLst>
            </p:nvPr>
          </p:nvSpPr>
          <p:spPr>
            <a:xfrm>
              <a:off x="11535" y="8455"/>
              <a:ext cx="1702" cy="484"/>
            </a:xfrm>
            <a:prstGeom prst="rect">
              <a:avLst/>
            </a:prstGeom>
            <a:noFill/>
          </p:spPr>
          <p:txBody>
            <a:bodyPr wrap="square" lIns="0" tIns="0" rIns="0" bIns="0" rtlCol="0">
              <a:spAutoFit/>
            </a:bodyPr>
            <a:lstStyle/>
            <a:p>
              <a:pPr algn="ctr">
                <a:lnSpc>
                  <a:spcPct val="100000"/>
                </a:lnSpc>
              </a:pPr>
              <a:r>
                <a:rPr lang="zh-CN" altLang="en-US" sz="2000" noProof="0">
                  <a:ln>
                    <a:noFill/>
                  </a:ln>
                  <a:solidFill>
                    <a:schemeClr val="bg1"/>
                  </a:solidFill>
                  <a:effectLst/>
                  <a:uLnTx/>
                  <a:uFillTx/>
                  <a:latin typeface="Arial"/>
                  <a:ea typeface="阿里巴巴普惠体 Medium"/>
                  <a:cs typeface="阿里巴巴普惠体 Medium"/>
                  <a:sym typeface="Arial"/>
                </a:rPr>
                <a:t>关键词</a:t>
              </a:r>
            </a:p>
          </p:txBody>
        </p:sp>
        <p:sp>
          <p:nvSpPr>
            <p:cNvPr id="8" name="图形"/>
            <p:cNvSpPr txBox="1"/>
            <p:nvPr>
              <p:custDataLst>
                <p:tags r:id="R5e90beb6fb9b43e9"/>
              </p:custDataLst>
            </p:nvPr>
          </p:nvSpPr>
          <p:spPr>
            <a:xfrm>
              <a:off x="15152" y="8455"/>
              <a:ext cx="1702" cy="484"/>
            </a:xfrm>
            <a:prstGeom prst="rect">
              <a:avLst/>
            </a:prstGeom>
            <a:noFill/>
          </p:spPr>
          <p:txBody>
            <a:bodyPr wrap="square" lIns="0" tIns="0" rIns="0" bIns="0" rtlCol="0">
              <a:spAutoFit/>
            </a:bodyPr>
            <a:lstStyle/>
            <a:p>
              <a:pPr algn="ctr">
                <a:lnSpc>
                  <a:spcPct val="100000"/>
                </a:lnSpc>
              </a:pPr>
              <a:r>
                <a:rPr lang="zh-CN" altLang="en-US" sz="2000" noProof="0">
                  <a:ln>
                    <a:noFill/>
                  </a:ln>
                  <a:solidFill>
                    <a:schemeClr val="bg1"/>
                  </a:solidFill>
                  <a:effectLst/>
                  <a:uLnTx/>
                  <a:uFillTx/>
                  <a:latin typeface="Arial"/>
                  <a:ea typeface="阿里巴巴普惠体 Medium"/>
                  <a:cs typeface="阿里巴巴普惠体 Medium"/>
                  <a:sym typeface="Arial"/>
                </a:rPr>
                <a:t>关键词</a:t>
              </a:r>
            </a:p>
          </p:txBody>
        </p:sp>
        <p:grpSp>
          <p:nvGrpSpPr>
            <p:cNvPr id="9" name="组合 8"/>
            <p:cNvGrpSpPr/>
            <p:nvPr/>
          </p:nvGrpSpPr>
          <p:grpSpPr>
            <a:xfrm>
              <a:off x="1627" y="6710"/>
              <a:ext cx="8577" cy="2106"/>
              <a:chOff x="1627" y="6508"/>
              <a:chExt cx="8577" cy="2106"/>
            </a:xfrm>
          </p:grpSpPr>
          <p:sp>
            <p:nvSpPr>
              <p:cNvPr id="41" name="图形"/>
              <p:cNvSpPr txBox="1"/>
              <p:nvPr>
                <p:custDataLst>
                  <p:tags r:id="R83f0be76cc804ed3"/>
                </p:custDataLst>
              </p:nvPr>
            </p:nvSpPr>
            <p:spPr>
              <a:xfrm>
                <a:off x="1627" y="6508"/>
                <a:ext cx="3109" cy="582"/>
              </a:xfrm>
              <a:prstGeom prst="rect">
                <a:avLst/>
              </a:prstGeom>
              <a:noFill/>
            </p:spPr>
            <p:txBody>
              <a:bodyPr wrap="square" lIns="0" tIns="0" rIns="0" bIns="0" rtlCol="0">
                <a:spAutoFit/>
              </a:bodyPr>
              <a:lstStyle/>
              <a:p>
                <a:r>
                  <a:rPr lang="zh-CN" altLang="en-US" sz="2400">
                    <a:solidFill>
                      <a:schemeClr val="tx1">
                        <a:lumMod val="75000"/>
                        <a:lumOff val="25000"/>
                      </a:schemeClr>
                    </a:solidFill>
                    <a:latin typeface="Arial"/>
                    <a:ea typeface="阿里巴巴普惠体 Medium"/>
                    <a:cs typeface="阿里巴巴普惠体 Medium"/>
                    <a:sym typeface="Arial"/>
                  </a:rPr>
                  <a:t>添加标题文本</a:t>
                </a:r>
              </a:p>
            </p:txBody>
          </p:sp>
          <p:sp>
            <p:nvSpPr>
              <p:cNvPr id="42" name="图形"/>
              <p:cNvSpPr txBox="1"/>
              <p:nvPr>
                <p:custDataLst>
                  <p:tags r:id="R785986a914544ead"/>
                </p:custDataLst>
              </p:nvPr>
            </p:nvSpPr>
            <p:spPr>
              <a:xfrm>
                <a:off x="1627" y="7087"/>
                <a:ext cx="8577" cy="1527"/>
              </a:xfrm>
              <a:prstGeom prst="rect">
                <a:avLst/>
              </a:prstGeom>
              <a:noFill/>
            </p:spPr>
            <p:txBody>
              <a:bodyPr wrap="square" lIns="0" tIns="0" rIns="0" bIns="0" rtlCol="0">
                <a:spAutoFit/>
              </a:bodyPr>
              <a:lstStyle/>
              <a:p>
                <a:pPr>
                  <a:lnSpc>
                    <a:spcPct val="150000"/>
                  </a:lnSpc>
                </a:pPr>
                <a:r>
                  <a:rPr lang="zh-CN" altLang="en-US" sz="1400">
                    <a:solidFill>
                      <a:schemeClr val="tx1">
                        <a:lumMod val="65000"/>
                        <a:lumOff val="35000"/>
                      </a:schemeClr>
                    </a:solidFill>
                    <a:latin typeface="Arial"/>
                    <a:ea typeface="阿里巴巴普惠体 Medium"/>
                    <a:cs typeface="阿里巴巴普惠体 Medium"/>
                    <a:sym typeface="Arial"/>
                  </a:rPr>
                  <a:t>单击此处输入您的文本内容，可更改文字的颜色或者大X等属性。单击此处输入您的文本内容，可更改文字的颜色或者大X等属性。单击此处输入您的文本内容，可更改文字的颜色或者大X等属性。</a:t>
                </a:r>
                <a:endParaRPr lang="en-US" altLang="zh-CN" sz="1400">
                  <a:solidFill>
                    <a:schemeClr val="tx1">
                      <a:lumMod val="65000"/>
                      <a:lumOff val="35000"/>
                    </a:schemeClr>
                  </a:solidFill>
                  <a:latin typeface="Arial"/>
                  <a:ea typeface="阿里巴巴普惠体 Medium"/>
                  <a:cs typeface="阿里巴巴普惠体 Medium"/>
                  <a:sym typeface="Arial"/>
                </a:endParaRPr>
              </a:p>
            </p:txBody>
          </p:sp>
        </p:grpSp>
        <p:grpSp>
          <p:nvGrpSpPr>
            <p:cNvPr id="10" name="组合 9"/>
            <p:cNvGrpSpPr/>
            <p:nvPr/>
          </p:nvGrpSpPr>
          <p:grpSpPr>
            <a:xfrm>
              <a:off x="8954" y="3427"/>
              <a:ext cx="8577" cy="2106"/>
              <a:chOff x="1627" y="6508"/>
              <a:chExt cx="8577" cy="2106"/>
            </a:xfrm>
          </p:grpSpPr>
          <p:sp>
            <p:nvSpPr>
              <p:cNvPr id="11" name="图形"/>
              <p:cNvSpPr txBox="1"/>
              <p:nvPr>
                <p:custDataLst>
                  <p:tags r:id="R6cde7de0767c469e"/>
                </p:custDataLst>
              </p:nvPr>
            </p:nvSpPr>
            <p:spPr>
              <a:xfrm>
                <a:off x="1627" y="6508"/>
                <a:ext cx="3109" cy="582"/>
              </a:xfrm>
              <a:prstGeom prst="rect">
                <a:avLst/>
              </a:prstGeom>
              <a:noFill/>
            </p:spPr>
            <p:txBody>
              <a:bodyPr wrap="square" lIns="0" tIns="0" rIns="0" bIns="0" rtlCol="0">
                <a:spAutoFit/>
              </a:bodyPr>
              <a:lstStyle/>
              <a:p>
                <a:r>
                  <a:rPr lang="zh-CN" altLang="en-US" sz="2400">
                    <a:solidFill>
                      <a:schemeClr val="tx1">
                        <a:lumMod val="75000"/>
                        <a:lumOff val="25000"/>
                      </a:schemeClr>
                    </a:solidFill>
                    <a:latin typeface="Arial"/>
                    <a:ea typeface="阿里巴巴普惠体 Medium"/>
                    <a:cs typeface="阿里巴巴普惠体 Medium"/>
                    <a:sym typeface="Arial"/>
                  </a:rPr>
                  <a:t>添加标题文本</a:t>
                </a:r>
              </a:p>
            </p:txBody>
          </p:sp>
          <p:sp>
            <p:nvSpPr>
              <p:cNvPr id="12" name="图形"/>
              <p:cNvSpPr txBox="1"/>
              <p:nvPr>
                <p:custDataLst>
                  <p:tags r:id="Rc9f3f1f835a84878"/>
                </p:custDataLst>
              </p:nvPr>
            </p:nvSpPr>
            <p:spPr>
              <a:xfrm>
                <a:off x="1627" y="7087"/>
                <a:ext cx="8577" cy="1527"/>
              </a:xfrm>
              <a:prstGeom prst="rect">
                <a:avLst/>
              </a:prstGeom>
              <a:noFill/>
            </p:spPr>
            <p:txBody>
              <a:bodyPr wrap="square" lIns="0" tIns="0" rIns="0" bIns="0" rtlCol="0">
                <a:spAutoFit/>
              </a:bodyPr>
              <a:lstStyle/>
              <a:p>
                <a:pPr>
                  <a:lnSpc>
                    <a:spcPct val="150000"/>
                  </a:lnSpc>
                </a:pPr>
                <a:r>
                  <a:rPr lang="zh-CN" altLang="en-US" sz="1400">
                    <a:solidFill>
                      <a:schemeClr val="tx1">
                        <a:lumMod val="65000"/>
                        <a:lumOff val="35000"/>
                      </a:schemeClr>
                    </a:solidFill>
                    <a:latin typeface="Arial"/>
                    <a:ea typeface="阿里巴巴普惠体 Medium"/>
                    <a:cs typeface="阿里巴巴普惠体 Medium"/>
                    <a:sym typeface="Arial"/>
                  </a:rPr>
                  <a:t>单击此处输入您的文本内容，可更改文字的颜色或者大X等属性。单击此处输入您的文本内容，可更改文字的颜色或者大X等属性。单击此处输入您的文本内容，可更改文字的颜色或者大X等属性。</a:t>
                </a:r>
                <a:endParaRPr lang="en-US" altLang="zh-CN" sz="1400">
                  <a:solidFill>
                    <a:schemeClr val="tx1">
                      <a:lumMod val="65000"/>
                      <a:lumOff val="35000"/>
                    </a:schemeClr>
                  </a:solidFill>
                  <a:latin typeface="Arial"/>
                  <a:ea typeface="阿里巴巴普惠体 Medium"/>
                  <a:cs typeface="阿里巴巴普惠体 Medium"/>
                  <a:sym typeface="Arial"/>
                </a:endParaRPr>
              </a:p>
            </p:txBody>
          </p:sp>
        </p:grpSp>
      </p:grpSp>
    </p:spTree>
    <p:custDataLst>
      <p:tags r:id="R75f7e88ade394d61"/>
    </p:custDataLst>
  </p:cSld>
  <p:clrMapOvr>
    <a:masterClrMapping/>
  </p:clrMapOvr>
  <p:transition advTm="2000">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ppt_x</p:attrName>
                                        </p:attrNameLst>
                                      </p:cBhvr>
                                      <p:tavLst>
                                        <p:tav tm="0">
                                          <p:val>
                                            <p:strVal val="#ppt_x-.2"/>
                                          </p:val>
                                        </p:tav>
                                        <p:tav tm="100000">
                                          <p:val>
                                            <p:strVal val="#ppt_x"/>
                                          </p:val>
                                        </p:tav>
                                      </p:tavLst>
                                    </p:anim>
                                    <p:anim calcmode="lin" valueType="num">
                                      <p:cBhvr>
                                        <p:cTn id="8" dur="1000" fill="hold"/>
                                        <p:tgtEl>
                                          <p:spTgt spid="4"/>
                                        </p:tgtEl>
                                        <p:attrNameLst>
                                          <p:attrName>ppt_y</p:attrName>
                                        </p:attrNameLst>
                                      </p:cBhvr>
                                      <p:tavLst>
                                        <p:tav tm="0">
                                          <p:val>
                                            <p:strVal val="#ppt_y"/>
                                          </p:val>
                                        </p:tav>
                                        <p:tav tm="100000">
                                          <p:val>
                                            <p:strVal val="#ppt_y"/>
                                          </p:val>
                                        </p:tav>
                                      </p:tavLst>
                                    </p:anim>
                                    <p:animEffect transition="in" filter="wipe(right)" prLst="gradientSize: 0.1">
                                      <p:cBhvr>
                                        <p:cTn id="9" dur="1000"/>
                                        <p:tgtEl>
                                          <p:spTgt spid="4"/>
                                        </p:tgtEl>
                                      </p:cBhvr>
                                    </p:animEffect>
                                  </p:childTnLst>
                                </p:cTn>
                              </p:par>
                            </p:childTnLst>
                          </p:cTn>
                        </p:par>
                      </p:childTnLst>
                    </p:cTn>
                  </p:par>
                  <p:par>
                    <p:cTn id="10" fill="hold" nodeType="clickPar">
                      <p:stCondLst>
                        <p:cond delay="indefinite"/>
                      </p:stCondLst>
                      <p:childTnLst>
                        <p:par>
                          <p:cTn id="11" fill="hold" nodeType="afterGroup">
                            <p:stCondLst>
                              <p:cond delay="0"/>
                            </p:stCondLst>
                            <p:childTnLst>
                              <p:par>
                                <p:cTn id="12" presetID="20" presetClass="entr" presetSubtype="0" fill="hold" nodeType="click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wedge">
                                      <p:cBhvr>
                                        <p:cTn id="14" dur="2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图形"/>
          <p:cNvGrpSpPr/>
          <p:nvPr/>
        </p:nvGrpSpPr>
        <p:grpSpPr>
          <a:xfrm>
            <a:off x="1" y="300356"/>
            <a:ext cx="3197225" cy="576580"/>
            <a:chOff x="0" y="473"/>
            <a:chExt cx="5035" cy="908"/>
          </a:xfrm>
        </p:grpSpPr>
        <p:sp>
          <p:nvSpPr>
            <p:cNvPr id="2" name="图形"/>
            <p:cNvSpPr/>
            <p:nvPr>
              <p:custDataLst>
                <p:tags r:id="Ra862168736cc480b"/>
              </p:custDataLst>
            </p:nvPr>
          </p:nvSpPr>
          <p:spPr>
            <a:xfrm rot="5400000">
              <a:off x="361" y="112"/>
              <a:ext cx="908" cy="1630"/>
            </a:xfrm>
            <a:prstGeom prst="round2SameRect">
              <a:avLst>
                <a:gd name="adj1" fmla="val 50000"/>
                <a:gd name="adj2" fmla="val 0"/>
              </a:avLst>
            </a:prstGeom>
            <a:solidFill>
              <a:srgbClr val="B4000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ltLang="zh-CN">
                <a:latin typeface="Arial"/>
                <a:ea typeface="阿里巴巴普惠体 Medium"/>
                <a:cs typeface="阿里巴巴普惠体 Medium"/>
                <a:sym typeface="Arial"/>
              </a:endParaRPr>
            </a:p>
          </p:txBody>
        </p:sp>
        <p:sp>
          <p:nvSpPr>
            <p:cNvPr id="3" name="图形"/>
            <p:cNvSpPr txBox="1"/>
            <p:nvPr>
              <p:custDataLst>
                <p:tags r:id="R711421e0390641d5"/>
              </p:custDataLst>
            </p:nvPr>
          </p:nvSpPr>
          <p:spPr>
            <a:xfrm>
              <a:off x="340" y="540"/>
              <a:ext cx="951" cy="775"/>
            </a:xfrm>
            <a:prstGeom prst="rect">
              <a:avLst/>
            </a:prstGeom>
            <a:noFill/>
          </p:spPr>
          <p:txBody>
            <a:bodyPr wrap="square" lIns="0" tIns="0" rIns="0" bIns="0" rtlCol="0">
              <a:spAutoFit/>
            </a:bodyPr>
            <a:lstStyle/>
            <a:p>
              <a:pPr algn="ctr">
                <a:lnSpc>
                  <a:spcPct val="100000"/>
                </a:lnSpc>
              </a:pPr>
              <a:r>
                <a:rPr lang="en-US" altLang="zh-CN" sz="3200" noProof="0">
                  <a:ln>
                    <a:noFill/>
                  </a:ln>
                  <a:solidFill>
                    <a:schemeClr val="bg1"/>
                  </a:solidFill>
                  <a:effectLst/>
                  <a:uLnTx/>
                  <a:uFillTx/>
                  <a:latin typeface="Arial"/>
                  <a:ea typeface="阿里巴巴普惠体 Medium"/>
                  <a:cs typeface="阿里巴巴普惠体 Medium"/>
                  <a:sym typeface="Arial"/>
                </a:rPr>
                <a:t>02</a:t>
              </a:r>
            </a:p>
          </p:txBody>
        </p:sp>
        <p:sp>
          <p:nvSpPr>
            <p:cNvPr id="29" name="图形"/>
            <p:cNvSpPr txBox="1"/>
            <p:nvPr>
              <p:custDataLst>
                <p:tags r:id="R6506ec664b0f4ca0"/>
              </p:custDataLst>
            </p:nvPr>
          </p:nvSpPr>
          <p:spPr>
            <a:xfrm>
              <a:off x="1878" y="491"/>
              <a:ext cx="3157" cy="872"/>
            </a:xfrm>
            <a:prstGeom prst="rect">
              <a:avLst/>
            </a:prstGeom>
            <a:noFill/>
          </p:spPr>
          <p:txBody>
            <a:bodyPr wrap="square" lIns="0" tIns="0" rIns="0" bIns="0" rtlCol="0">
              <a:spAutoFit/>
            </a:bodyPr>
            <a:lstStyle/>
            <a:p>
              <a:pPr algn="dist">
                <a:lnSpc>
                  <a:spcPct val="100000"/>
                </a:lnSpc>
              </a:pPr>
              <a:r>
                <a:rPr lang="zh-CN" altLang="en-US" sz="3600" noProof="0">
                  <a:ln>
                    <a:noFill/>
                  </a:ln>
                  <a:solidFill>
                    <a:schemeClr val="tx1">
                      <a:lumMod val="75000"/>
                      <a:lumOff val="25000"/>
                    </a:schemeClr>
                  </a:solidFill>
                  <a:effectLst/>
                  <a:uLnTx/>
                  <a:uFillTx/>
                  <a:latin typeface="Arial"/>
                  <a:ea typeface="阿里巴巴普惠体 Medium"/>
                  <a:cs typeface="阿里巴巴普惠体 Medium"/>
                  <a:sym typeface="Arial"/>
                </a:rPr>
                <a:t>活动规划</a:t>
              </a:r>
            </a:p>
          </p:txBody>
        </p:sp>
      </p:grpSp>
      <p:grpSp>
        <p:nvGrpSpPr>
          <p:cNvPr id="21" name="图形"/>
          <p:cNvGrpSpPr/>
          <p:nvPr/>
        </p:nvGrpSpPr>
        <p:grpSpPr>
          <a:xfrm>
            <a:off x="1033781" y="1879601"/>
            <a:ext cx="10091420" cy="3860800"/>
            <a:chOff x="1628" y="2960"/>
            <a:chExt cx="15892" cy="6080"/>
          </a:xfrm>
        </p:grpSpPr>
        <p:pic>
          <p:nvPicPr>
            <p:cNvPr id="6" name="图形" descr="5d00ae26a0b0f"/>
            <p:cNvPicPr>
              <a:picLocks noChangeAspect="1"/>
            </p:cNvPicPr>
            <p:nvPr/>
          </p:nvPicPr>
          <p:blipFill>
            <a:blip r:embed="R6eb82ca588af4ddc">
              <a:extLst>
                <a:ext uri="{28A0092B-C50C-407E-A947-70E740481C1C}">
                  <a14:useLocalDpi xmlns:a14="http://schemas.microsoft.com/office/drawing/2010/main"/>
                </a:ext>
              </a:extLst>
            </a:blip>
            <a:stretch>
              <a:fillRect/>
            </a:stretch>
          </p:blipFill>
          <p:spPr>
            <a:xfrm>
              <a:off x="1628" y="2960"/>
              <a:ext cx="4052" cy="6080"/>
            </a:xfrm>
            <a:prstGeom prst="rect">
              <a:avLst/>
            </a:prstGeom>
          </p:spPr>
        </p:pic>
        <p:grpSp>
          <p:nvGrpSpPr>
            <p:cNvPr id="12" name="组合 11"/>
            <p:cNvGrpSpPr/>
            <p:nvPr/>
          </p:nvGrpSpPr>
          <p:grpSpPr>
            <a:xfrm>
              <a:off x="6309" y="3220"/>
              <a:ext cx="6530" cy="5562"/>
              <a:chOff x="6489" y="3140"/>
              <a:chExt cx="6530" cy="5562"/>
            </a:xfrm>
          </p:grpSpPr>
          <p:grpSp>
            <p:nvGrpSpPr>
              <p:cNvPr id="8" name="组合 7"/>
              <p:cNvGrpSpPr/>
              <p:nvPr/>
            </p:nvGrpSpPr>
            <p:grpSpPr>
              <a:xfrm>
                <a:off x="6489" y="3140"/>
                <a:ext cx="6530" cy="2474"/>
                <a:chOff x="6489" y="3140"/>
                <a:chExt cx="6530" cy="2474"/>
              </a:xfrm>
            </p:grpSpPr>
            <p:sp>
              <p:nvSpPr>
                <p:cNvPr id="7" name="图形"/>
                <p:cNvSpPr/>
                <p:nvPr/>
              </p:nvSpPr>
              <p:spPr>
                <a:xfrm>
                  <a:off x="6489" y="3140"/>
                  <a:ext cx="6530" cy="825"/>
                </a:xfrm>
                <a:prstGeom prst="rect">
                  <a:avLst/>
                </a:prstGeom>
                <a:solidFill>
                  <a:srgbClr val="8A000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400">
                      <a:latin typeface="Arial"/>
                      <a:ea typeface="阿里巴巴普惠体 Medium"/>
                      <a:cs typeface="阿里巴巴普惠体 Medium"/>
                      <a:sym typeface="Arial"/>
                    </a:rPr>
                    <a:t>添加标题文本</a:t>
                  </a:r>
                </a:p>
              </p:txBody>
            </p:sp>
            <p:sp>
              <p:nvSpPr>
                <p:cNvPr id="42" name="图形"/>
                <p:cNvSpPr txBox="1"/>
                <p:nvPr>
                  <p:custDataLst>
                    <p:tags r:id="R9ad0b19b3e954d86"/>
                  </p:custDataLst>
                </p:nvPr>
              </p:nvSpPr>
              <p:spPr>
                <a:xfrm>
                  <a:off x="6489" y="4087"/>
                  <a:ext cx="6530" cy="1527"/>
                </a:xfrm>
                <a:prstGeom prst="rect">
                  <a:avLst/>
                </a:prstGeom>
                <a:noFill/>
              </p:spPr>
              <p:txBody>
                <a:bodyPr wrap="square" lIns="0" tIns="0" rIns="0" bIns="0" rtlCol="0">
                  <a:spAutoFit/>
                </a:bodyPr>
                <a:lstStyle/>
                <a:p>
                  <a:pPr algn="ctr">
                    <a:lnSpc>
                      <a:spcPct val="150000"/>
                    </a:lnSpc>
                  </a:pPr>
                  <a:r>
                    <a:rPr lang="zh-CN" altLang="en-US" sz="1400">
                      <a:solidFill>
                        <a:schemeClr val="tx1">
                          <a:lumMod val="65000"/>
                          <a:lumOff val="35000"/>
                        </a:schemeClr>
                      </a:solidFill>
                      <a:latin typeface="Arial"/>
                      <a:ea typeface="阿里巴巴普惠体 Medium"/>
                      <a:cs typeface="阿里巴巴普惠体 Medium"/>
                      <a:sym typeface="Arial"/>
                    </a:rPr>
                    <a:t>单击此处输入您的文本内容，可更改文字的颜色或者大X等属性。单击此处输入您的文本内容，可更改文字的颜色或者大X等属性。</a:t>
                  </a:r>
                  <a:endParaRPr lang="en-US" altLang="zh-CN" sz="1400">
                    <a:solidFill>
                      <a:schemeClr val="tx1">
                        <a:lumMod val="65000"/>
                        <a:lumOff val="35000"/>
                      </a:schemeClr>
                    </a:solidFill>
                    <a:latin typeface="Arial"/>
                    <a:ea typeface="阿里巴巴普惠体 Medium"/>
                    <a:cs typeface="阿里巴巴普惠体 Medium"/>
                    <a:sym typeface="Arial"/>
                  </a:endParaRPr>
                </a:p>
              </p:txBody>
            </p:sp>
          </p:grpSp>
          <p:grpSp>
            <p:nvGrpSpPr>
              <p:cNvPr id="9" name="组合 8"/>
              <p:cNvGrpSpPr/>
              <p:nvPr/>
            </p:nvGrpSpPr>
            <p:grpSpPr>
              <a:xfrm>
                <a:off x="6489" y="6228"/>
                <a:ext cx="6530" cy="2474"/>
                <a:chOff x="6489" y="3140"/>
                <a:chExt cx="6530" cy="2474"/>
              </a:xfrm>
            </p:grpSpPr>
            <p:sp>
              <p:nvSpPr>
                <p:cNvPr id="10" name="图形"/>
                <p:cNvSpPr/>
                <p:nvPr>
                  <p:custDataLst>
                    <p:tags r:id="R3e7d924120054926"/>
                  </p:custDataLst>
                </p:nvPr>
              </p:nvSpPr>
              <p:spPr>
                <a:xfrm>
                  <a:off x="6489" y="3140"/>
                  <a:ext cx="6530" cy="825"/>
                </a:xfrm>
                <a:prstGeom prst="rect">
                  <a:avLst/>
                </a:prstGeom>
                <a:solidFill>
                  <a:srgbClr val="8A000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400">
                      <a:latin typeface="Arial"/>
                      <a:ea typeface="阿里巴巴普惠体 Medium"/>
                      <a:cs typeface="阿里巴巴普惠体 Medium"/>
                      <a:sym typeface="Arial"/>
                    </a:rPr>
                    <a:t>添加标题文本</a:t>
                  </a:r>
                </a:p>
              </p:txBody>
            </p:sp>
            <p:sp>
              <p:nvSpPr>
                <p:cNvPr id="11" name="图形"/>
                <p:cNvSpPr txBox="1"/>
                <p:nvPr>
                  <p:custDataLst>
                    <p:tags r:id="Rdae9514e332149bd"/>
                  </p:custDataLst>
                </p:nvPr>
              </p:nvSpPr>
              <p:spPr>
                <a:xfrm>
                  <a:off x="6489" y="4087"/>
                  <a:ext cx="6530" cy="1527"/>
                </a:xfrm>
                <a:prstGeom prst="rect">
                  <a:avLst/>
                </a:prstGeom>
                <a:noFill/>
              </p:spPr>
              <p:txBody>
                <a:bodyPr wrap="square" lIns="0" tIns="0" rIns="0" bIns="0" rtlCol="0">
                  <a:spAutoFit/>
                </a:bodyPr>
                <a:lstStyle/>
                <a:p>
                  <a:pPr algn="ctr">
                    <a:lnSpc>
                      <a:spcPct val="150000"/>
                    </a:lnSpc>
                  </a:pPr>
                  <a:r>
                    <a:rPr lang="zh-CN" altLang="en-US" sz="1400">
                      <a:solidFill>
                        <a:schemeClr val="tx1">
                          <a:lumMod val="65000"/>
                          <a:lumOff val="35000"/>
                        </a:schemeClr>
                      </a:solidFill>
                      <a:latin typeface="Arial"/>
                      <a:ea typeface="阿里巴巴普惠体 Medium"/>
                      <a:cs typeface="阿里巴巴普惠体 Medium"/>
                      <a:sym typeface="Arial"/>
                    </a:rPr>
                    <a:t>单击此处输入您的文本内容，可更改文字的颜色或者大X等属性。单击此处输入您的文本内容，可更改文字的颜色或者大X等属性。</a:t>
                  </a:r>
                  <a:endParaRPr lang="en-US" altLang="zh-CN" sz="1400">
                    <a:solidFill>
                      <a:schemeClr val="tx1">
                        <a:lumMod val="65000"/>
                        <a:lumOff val="35000"/>
                      </a:schemeClr>
                    </a:solidFill>
                    <a:latin typeface="Arial"/>
                    <a:ea typeface="阿里巴巴普惠体 Medium"/>
                    <a:cs typeface="阿里巴巴普惠体 Medium"/>
                    <a:sym typeface="Arial"/>
                  </a:endParaRPr>
                </a:p>
              </p:txBody>
            </p:sp>
          </p:grpSp>
        </p:grpSp>
        <p:pic>
          <p:nvPicPr>
            <p:cNvPr id="14" name="图形" descr="D:/包图网/包图网素材/商务办公/5d00bed11c986.jpg5d00bed11c986"/>
            <p:cNvPicPr>
              <a:picLocks noChangeAspect="1"/>
            </p:cNvPicPr>
            <p:nvPr>
              <p:custDataLst>
                <p:tags r:id="Re9f561c8c19740a4"/>
              </p:custDataLst>
            </p:nvPr>
          </p:nvPicPr>
          <p:blipFill>
            <a:blip r:embed="Rfff1c3c6b9f64b3c">
              <a:extLst>
                <a:ext uri="{28A0092B-C50C-407E-A947-70E740481C1C}">
                  <a14:useLocalDpi xmlns:a14="http://schemas.microsoft.com/office/drawing/2010/main"/>
                </a:ext>
              </a:extLst>
            </a:blip>
            <a:stretch>
              <a:fillRect/>
            </a:stretch>
          </p:blipFill>
          <p:spPr>
            <a:xfrm>
              <a:off x="13468" y="2960"/>
              <a:ext cx="4052" cy="6080"/>
            </a:xfrm>
            <a:prstGeom prst="rect">
              <a:avLst/>
            </a:prstGeom>
          </p:spPr>
        </p:pic>
      </p:grpSp>
    </p:spTree>
    <p:custDataLst>
      <p:tags r:id="Rb869e09762d94e1a"/>
    </p:custDataLst>
  </p:cSld>
  <p:clrMapOvr>
    <a:masterClrMapping/>
  </p:clrMapOvr>
  <p:transition advTm="2000">
    <p:wedg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ppt_x</p:attrName>
                                        </p:attrNameLst>
                                      </p:cBhvr>
                                      <p:tavLst>
                                        <p:tav tm="0">
                                          <p:val>
                                            <p:strVal val="#ppt_x-.2"/>
                                          </p:val>
                                        </p:tav>
                                        <p:tav tm="100000">
                                          <p:val>
                                            <p:strVal val="#ppt_x"/>
                                          </p:val>
                                        </p:tav>
                                      </p:tavLst>
                                    </p:anim>
                                    <p:anim calcmode="lin" valueType="num">
                                      <p:cBhvr>
                                        <p:cTn id="8" dur="1000" fill="hold"/>
                                        <p:tgtEl>
                                          <p:spTgt spid="4"/>
                                        </p:tgtEl>
                                        <p:attrNameLst>
                                          <p:attrName>ppt_y</p:attrName>
                                        </p:attrNameLst>
                                      </p:cBhvr>
                                      <p:tavLst>
                                        <p:tav tm="0">
                                          <p:val>
                                            <p:strVal val="#ppt_y"/>
                                          </p:val>
                                        </p:tav>
                                        <p:tav tm="100000">
                                          <p:val>
                                            <p:strVal val="#ppt_y"/>
                                          </p:val>
                                        </p:tav>
                                      </p:tavLst>
                                    </p:anim>
                                    <p:animEffect transition="in" filter="wipe(right)" prLst="gradientSize: 0.1">
                                      <p:cBhvr>
                                        <p:cTn id="9" dur="1000"/>
                                        <p:tgtEl>
                                          <p:spTgt spid="4"/>
                                        </p:tgtEl>
                                      </p:cBhvr>
                                    </p:animEffect>
                                  </p:childTnLst>
                                </p:cTn>
                              </p:par>
                            </p:childTnLst>
                          </p:cTn>
                        </p:par>
                      </p:childTnLst>
                    </p:cTn>
                  </p:par>
                  <p:par>
                    <p:cTn id="10" fill="hold" nodeType="clickPar">
                      <p:stCondLst>
                        <p:cond delay="indefinite"/>
                      </p:stCondLst>
                      <p:childTnLst>
                        <p:par>
                          <p:cTn id="11" fill="hold" nodeType="afterGroup">
                            <p:stCondLst>
                              <p:cond delay="0"/>
                            </p:stCondLst>
                            <p:childTnLst>
                              <p:par>
                                <p:cTn id="12" presetID="16" presetClass="entr" presetSubtype="21" fill="hold" nodeType="clickEffect">
                                  <p:stCondLst>
                                    <p:cond delay="0"/>
                                  </p:stCondLst>
                                  <p:childTnLst>
                                    <p:set>
                                      <p:cBhvr>
                                        <p:cTn id="13" dur="1" fill="hold">
                                          <p:stCondLst>
                                            <p:cond delay="0"/>
                                          </p:stCondLst>
                                        </p:cTn>
                                        <p:tgtEl>
                                          <p:spTgt spid="21"/>
                                        </p:tgtEl>
                                        <p:attrNameLst>
                                          <p:attrName>style.visibility</p:attrName>
                                        </p:attrNameLst>
                                      </p:cBhvr>
                                      <p:to>
                                        <p:strVal val="visible"/>
                                      </p:to>
                                    </p:set>
                                    <p:animEffect transition="in" filter="barn(inVertical)">
                                      <p:cBhvr>
                                        <p:cTn id="14"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形" descr="D:/包图网/5db00e60c5d5e.png5db00e60c5d5e"/>
          <p:cNvPicPr>
            <a:picLocks noChangeAspect="1"/>
          </p:cNvPicPr>
          <p:nvPr/>
        </p:nvPicPr>
        <p:blipFill>
          <a:blip r:embed="Rb1dfd9c972664bda">
            <a:extLst>
              <a:ext uri="{28A0092B-C50C-407E-A947-70E740481C1C}">
                <a14:useLocalDpi xmlns:a14="http://schemas.microsoft.com/office/drawing/2010/main"/>
              </a:ext>
            </a:extLst>
          </a:blip>
          <a:stretch>
            <a:fillRect/>
          </a:stretch>
        </p:blipFill>
        <p:spPr>
          <a:xfrm>
            <a:off x="-635" y="-78740"/>
            <a:ext cx="12192635" cy="6937375"/>
          </a:xfrm>
          <a:prstGeom prst="rect">
            <a:avLst/>
          </a:prstGeom>
        </p:spPr>
      </p:pic>
      <p:grpSp>
        <p:nvGrpSpPr>
          <p:cNvPr id="3" name="图形"/>
          <p:cNvGrpSpPr/>
          <p:nvPr/>
        </p:nvGrpSpPr>
        <p:grpSpPr>
          <a:xfrm>
            <a:off x="1033781" y="910590"/>
            <a:ext cx="3455035" cy="2621280"/>
            <a:chOff x="1628" y="1434"/>
            <a:chExt cx="5441" cy="4128"/>
          </a:xfrm>
        </p:grpSpPr>
        <p:sp>
          <p:nvSpPr>
            <p:cNvPr id="7" name="图形"/>
            <p:cNvSpPr txBox="1"/>
            <p:nvPr>
              <p:custDataLst>
                <p:tags r:id="R987f8b919f374553"/>
              </p:custDataLst>
            </p:nvPr>
          </p:nvSpPr>
          <p:spPr>
            <a:xfrm>
              <a:off x="4543" y="1434"/>
              <a:ext cx="2527" cy="3966"/>
            </a:xfrm>
            <a:custGeom>
              <a:avLst/>
              <a:gdLst/>
              <a:ahLst/>
              <a:cxnLst>
                <a:cxn ang="3">
                  <a:pos x="hc" y="t"/>
                </a:cxn>
                <a:cxn ang="cd2">
                  <a:pos x="l" y="vc"/>
                </a:cxn>
                <a:cxn ang="cd4">
                  <a:pos x="hc" y="b"/>
                </a:cxn>
                <a:cxn ang="0">
                  <a:pos x="r" y="vc"/>
                </a:cxn>
              </a:cxnLst>
              <a:rect l="l" t="t" r="r" b="b"/>
              <a:pathLst>
                <a:path w="778" h="1221">
                  <a:moveTo>
                    <a:pt x="377" y="0"/>
                  </a:moveTo>
                  <a:cubicBezTo>
                    <a:pt x="449" y="0"/>
                    <a:pt x="511" y="12"/>
                    <a:pt x="565" y="36"/>
                  </a:cubicBezTo>
                  <a:cubicBezTo>
                    <a:pt x="619" y="59"/>
                    <a:pt x="661" y="94"/>
                    <a:pt x="692" y="139"/>
                  </a:cubicBezTo>
                  <a:cubicBezTo>
                    <a:pt x="722" y="184"/>
                    <a:pt x="737" y="239"/>
                    <a:pt x="738" y="304"/>
                  </a:cubicBezTo>
                  <a:cubicBezTo>
                    <a:pt x="737" y="372"/>
                    <a:pt x="719" y="429"/>
                    <a:pt x="683" y="476"/>
                  </a:cubicBezTo>
                  <a:cubicBezTo>
                    <a:pt x="647" y="522"/>
                    <a:pt x="597" y="557"/>
                    <a:pt x="534" y="581"/>
                  </a:cubicBezTo>
                  <a:lnTo>
                    <a:pt x="534" y="589"/>
                  </a:lnTo>
                  <a:cubicBezTo>
                    <a:pt x="604" y="606"/>
                    <a:pt x="662" y="639"/>
                    <a:pt x="707" y="689"/>
                  </a:cubicBezTo>
                  <a:cubicBezTo>
                    <a:pt x="753" y="739"/>
                    <a:pt x="776" y="804"/>
                    <a:pt x="778" y="883"/>
                  </a:cubicBezTo>
                  <a:cubicBezTo>
                    <a:pt x="777" y="955"/>
                    <a:pt x="759" y="1015"/>
                    <a:pt x="724" y="1066"/>
                  </a:cubicBezTo>
                  <a:cubicBezTo>
                    <a:pt x="689" y="1116"/>
                    <a:pt x="641" y="1154"/>
                    <a:pt x="582" y="1181"/>
                  </a:cubicBezTo>
                  <a:cubicBezTo>
                    <a:pt x="523" y="1207"/>
                    <a:pt x="457" y="1221"/>
                    <a:pt x="384" y="1221"/>
                  </a:cubicBezTo>
                  <a:cubicBezTo>
                    <a:pt x="292" y="1220"/>
                    <a:pt x="214" y="1204"/>
                    <a:pt x="152" y="1173"/>
                  </a:cubicBezTo>
                  <a:cubicBezTo>
                    <a:pt x="89" y="1143"/>
                    <a:pt x="39" y="1105"/>
                    <a:pt x="0" y="1060"/>
                  </a:cubicBezTo>
                  <a:lnTo>
                    <a:pt x="90" y="941"/>
                  </a:lnTo>
                  <a:cubicBezTo>
                    <a:pt x="124" y="977"/>
                    <a:pt x="163" y="1008"/>
                    <a:pt x="209" y="1033"/>
                  </a:cubicBezTo>
                  <a:cubicBezTo>
                    <a:pt x="254" y="1057"/>
                    <a:pt x="307" y="1070"/>
                    <a:pt x="368" y="1071"/>
                  </a:cubicBezTo>
                  <a:cubicBezTo>
                    <a:pt x="435" y="1071"/>
                    <a:pt x="489" y="1053"/>
                    <a:pt x="530" y="1019"/>
                  </a:cubicBezTo>
                  <a:cubicBezTo>
                    <a:pt x="570" y="984"/>
                    <a:pt x="591" y="936"/>
                    <a:pt x="592" y="874"/>
                  </a:cubicBezTo>
                  <a:cubicBezTo>
                    <a:pt x="593" y="830"/>
                    <a:pt x="582" y="792"/>
                    <a:pt x="561" y="760"/>
                  </a:cubicBezTo>
                  <a:cubicBezTo>
                    <a:pt x="539" y="728"/>
                    <a:pt x="503" y="703"/>
                    <a:pt x="452" y="686"/>
                  </a:cubicBezTo>
                  <a:cubicBezTo>
                    <a:pt x="401" y="668"/>
                    <a:pt x="331" y="659"/>
                    <a:pt x="243" y="659"/>
                  </a:cubicBezTo>
                  <a:lnTo>
                    <a:pt x="243" y="523"/>
                  </a:lnTo>
                  <a:cubicBezTo>
                    <a:pt x="357" y="522"/>
                    <a:pt x="438" y="502"/>
                    <a:pt x="485" y="464"/>
                  </a:cubicBezTo>
                  <a:cubicBezTo>
                    <a:pt x="531" y="426"/>
                    <a:pt x="554" y="377"/>
                    <a:pt x="552" y="317"/>
                  </a:cubicBezTo>
                  <a:cubicBezTo>
                    <a:pt x="552" y="264"/>
                    <a:pt x="536" y="223"/>
                    <a:pt x="504" y="193"/>
                  </a:cubicBezTo>
                  <a:cubicBezTo>
                    <a:pt x="472" y="164"/>
                    <a:pt x="428" y="148"/>
                    <a:pt x="371" y="147"/>
                  </a:cubicBezTo>
                  <a:cubicBezTo>
                    <a:pt x="326" y="148"/>
                    <a:pt x="283" y="158"/>
                    <a:pt x="245" y="178"/>
                  </a:cubicBezTo>
                  <a:cubicBezTo>
                    <a:pt x="206" y="198"/>
                    <a:pt x="170" y="224"/>
                    <a:pt x="136" y="257"/>
                  </a:cubicBezTo>
                  <a:lnTo>
                    <a:pt x="40" y="142"/>
                  </a:lnTo>
                  <a:cubicBezTo>
                    <a:pt x="86" y="100"/>
                    <a:pt x="137" y="66"/>
                    <a:pt x="193" y="40"/>
                  </a:cubicBezTo>
                  <a:cubicBezTo>
                    <a:pt x="248" y="14"/>
                    <a:pt x="310" y="1"/>
                    <a:pt x="377" y="0"/>
                  </a:cubicBezTo>
                  <a:close/>
                </a:path>
              </a:pathLst>
            </a:custGeom>
            <a:gradFill>
              <a:gsLst>
                <a:gs pos="38000">
                  <a:schemeClr val="bg1"/>
                </a:gs>
                <a:gs pos="51000">
                  <a:schemeClr val="bg1">
                    <a:alpha val="0"/>
                  </a:schemeClr>
                </a:gs>
              </a:gsLst>
              <a:lin ang="6600000" scaled="0"/>
            </a:gradFill>
            <a:ln>
              <a:noFill/>
            </a:ln>
            <a:effectLst/>
          </p:spPr>
          <p:txBody>
            <a:bodyPr wrap="square" lIns="0" tIns="0" rIns="0" bIns="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lnSpc>
                  <a:spcPct val="100000"/>
                </a:lnSpc>
              </a:pPr>
              <a:endParaRPr lang="en-US" altLang="zh-CN" sz="8000" noProof="0">
                <a:ln>
                  <a:noFill/>
                </a:ln>
                <a:solidFill>
                  <a:schemeClr val="bg1"/>
                </a:solidFill>
                <a:effectLst/>
                <a:uLnTx/>
                <a:uFillTx/>
                <a:latin typeface="Arial"/>
                <a:ea typeface="阿里巴巴普惠体 Medium"/>
                <a:cs typeface="阿里巴巴普惠体 Medium"/>
                <a:sym typeface="Arial"/>
              </a:endParaRPr>
            </a:p>
          </p:txBody>
        </p:sp>
        <p:sp>
          <p:nvSpPr>
            <p:cNvPr id="12" name="图形"/>
            <p:cNvSpPr txBox="1"/>
            <p:nvPr>
              <p:custDataLst>
                <p:tags r:id="R9eed602866c84696"/>
              </p:custDataLst>
            </p:nvPr>
          </p:nvSpPr>
          <p:spPr>
            <a:xfrm>
              <a:off x="1628" y="1434"/>
              <a:ext cx="2576" cy="4128"/>
            </a:xfrm>
            <a:custGeom>
              <a:avLst/>
              <a:gdLst/>
              <a:ahLst/>
              <a:cxnLst>
                <a:cxn ang="3">
                  <a:pos x="hc" y="t"/>
                </a:cxn>
                <a:cxn ang="cd2">
                  <a:pos x="l" y="vc"/>
                </a:cxn>
                <a:cxn ang="cd4">
                  <a:pos x="hc" y="b"/>
                </a:cxn>
                <a:cxn ang="0">
                  <a:pos x="r" y="vc"/>
                </a:cxn>
              </a:cxnLst>
              <a:rect l="l" t="t" r="r" b="b"/>
              <a:pathLst>
                <a:path w="762" h="1221">
                  <a:moveTo>
                    <a:pt x="381" y="146"/>
                  </a:moveTo>
                  <a:cubicBezTo>
                    <a:pt x="341" y="145"/>
                    <a:pt x="305" y="160"/>
                    <a:pt x="274" y="190"/>
                  </a:cubicBezTo>
                  <a:cubicBezTo>
                    <a:pt x="244" y="220"/>
                    <a:pt x="220" y="269"/>
                    <a:pt x="202" y="337"/>
                  </a:cubicBezTo>
                  <a:cubicBezTo>
                    <a:pt x="185" y="405"/>
                    <a:pt x="176" y="494"/>
                    <a:pt x="176" y="606"/>
                  </a:cubicBezTo>
                  <a:cubicBezTo>
                    <a:pt x="176" y="719"/>
                    <a:pt x="185" y="810"/>
                    <a:pt x="202" y="879"/>
                  </a:cubicBezTo>
                  <a:cubicBezTo>
                    <a:pt x="220" y="948"/>
                    <a:pt x="244" y="998"/>
                    <a:pt x="274" y="1029"/>
                  </a:cubicBezTo>
                  <a:cubicBezTo>
                    <a:pt x="305" y="1060"/>
                    <a:pt x="341" y="1076"/>
                    <a:pt x="381" y="1075"/>
                  </a:cubicBezTo>
                  <a:cubicBezTo>
                    <a:pt x="421" y="1076"/>
                    <a:pt x="457" y="1060"/>
                    <a:pt x="488" y="1029"/>
                  </a:cubicBezTo>
                  <a:cubicBezTo>
                    <a:pt x="518" y="998"/>
                    <a:pt x="542" y="948"/>
                    <a:pt x="560" y="879"/>
                  </a:cubicBezTo>
                  <a:cubicBezTo>
                    <a:pt x="577" y="810"/>
                    <a:pt x="586" y="719"/>
                    <a:pt x="586" y="606"/>
                  </a:cubicBezTo>
                  <a:cubicBezTo>
                    <a:pt x="586" y="494"/>
                    <a:pt x="577" y="405"/>
                    <a:pt x="560" y="337"/>
                  </a:cubicBezTo>
                  <a:cubicBezTo>
                    <a:pt x="542" y="269"/>
                    <a:pt x="518" y="220"/>
                    <a:pt x="488" y="190"/>
                  </a:cubicBezTo>
                  <a:cubicBezTo>
                    <a:pt x="457" y="160"/>
                    <a:pt x="421" y="145"/>
                    <a:pt x="381" y="146"/>
                  </a:cubicBezTo>
                  <a:close/>
                  <a:moveTo>
                    <a:pt x="381" y="0"/>
                  </a:moveTo>
                  <a:cubicBezTo>
                    <a:pt x="498" y="0"/>
                    <a:pt x="590" y="50"/>
                    <a:pt x="658" y="151"/>
                  </a:cubicBezTo>
                  <a:cubicBezTo>
                    <a:pt x="726" y="251"/>
                    <a:pt x="760" y="403"/>
                    <a:pt x="762" y="606"/>
                  </a:cubicBezTo>
                  <a:cubicBezTo>
                    <a:pt x="760" y="811"/>
                    <a:pt x="726" y="965"/>
                    <a:pt x="658" y="1067"/>
                  </a:cubicBezTo>
                  <a:cubicBezTo>
                    <a:pt x="590" y="1169"/>
                    <a:pt x="498" y="1221"/>
                    <a:pt x="381" y="1221"/>
                  </a:cubicBezTo>
                  <a:cubicBezTo>
                    <a:pt x="264" y="1221"/>
                    <a:pt x="172" y="1169"/>
                    <a:pt x="104" y="1067"/>
                  </a:cubicBezTo>
                  <a:cubicBezTo>
                    <a:pt x="36" y="965"/>
                    <a:pt x="1" y="811"/>
                    <a:pt x="0" y="606"/>
                  </a:cubicBezTo>
                  <a:cubicBezTo>
                    <a:pt x="1" y="403"/>
                    <a:pt x="36" y="251"/>
                    <a:pt x="104" y="150"/>
                  </a:cubicBezTo>
                  <a:cubicBezTo>
                    <a:pt x="172" y="50"/>
                    <a:pt x="264" y="0"/>
                    <a:pt x="381" y="0"/>
                  </a:cubicBezTo>
                  <a:close/>
                </a:path>
              </a:pathLst>
            </a:custGeom>
            <a:gradFill>
              <a:gsLst>
                <a:gs pos="53000">
                  <a:schemeClr val="bg1"/>
                </a:gs>
                <a:gs pos="69000">
                  <a:schemeClr val="bg1">
                    <a:alpha val="0"/>
                  </a:schemeClr>
                </a:gs>
              </a:gsLst>
              <a:lin ang="5400000" scaled="0"/>
            </a:gradFill>
            <a:ln>
              <a:noFill/>
            </a:ln>
            <a:effectLst/>
          </p:spPr>
          <p:txBody>
            <a:bodyPr wrap="square" lIns="0" tIns="0" rIns="0" bIns="0" rtlCol="0">
              <a:noAutofit/>
            </a:bodyPr>
            <a:lstStyle/>
            <a:p>
              <a:pPr algn="ctr">
                <a:lnSpc>
                  <a:spcPct val="100000"/>
                </a:lnSpc>
              </a:pPr>
              <a:endParaRPr lang="en-US" altLang="zh-CN" sz="8000" noProof="0">
                <a:ln>
                  <a:noFill/>
                </a:ln>
                <a:solidFill>
                  <a:schemeClr val="bg1"/>
                </a:solidFill>
                <a:effectLst/>
                <a:uLnTx/>
                <a:uFillTx/>
                <a:latin typeface="Arial"/>
                <a:ea typeface="阿里巴巴普惠体 Medium"/>
                <a:cs typeface="阿里巴巴普惠体 Medium"/>
                <a:sym typeface="Arial"/>
              </a:endParaRPr>
            </a:p>
          </p:txBody>
        </p:sp>
      </p:grpSp>
      <p:sp>
        <p:nvSpPr>
          <p:cNvPr id="77" name="图形"/>
          <p:cNvSpPr txBox="1"/>
          <p:nvPr/>
        </p:nvSpPr>
        <p:spPr>
          <a:xfrm>
            <a:off x="4686300" y="2872741"/>
            <a:ext cx="6400800" cy="646331"/>
          </a:xfrm>
          <a:prstGeom prst="rect">
            <a:avLst/>
          </a:prstGeom>
          <a:noFill/>
        </p:spPr>
        <p:txBody>
          <a:bodyPr wrap="square" lIns="0" tIns="0" rIns="0" bIns="0" rtlCol="0">
            <a:spAutoFit/>
          </a:bodyPr>
          <a:lstStyle/>
          <a:p>
            <a:pPr algn="l">
              <a:lnSpc>
                <a:spcPct val="150000"/>
              </a:lnSpc>
            </a:pPr>
            <a:r>
              <a:rPr lang="en-US" altLang="zh-CN" sz="1400" noProof="0">
                <a:ln>
                  <a:noFill/>
                </a:ln>
                <a:solidFill>
                  <a:schemeClr val="bg1"/>
                </a:solidFill>
                <a:effectLst/>
                <a:uLnTx/>
                <a:uFillTx/>
                <a:latin typeface="Arial"/>
                <a:ea typeface="阿里巴巴普惠体 Medium"/>
                <a:cs typeface="阿里巴巴普惠体 Medium"/>
                <a:sym typeface="Arial"/>
              </a:rPr>
              <a:t>Click here to enter your text,change the color or size of the text.Click here to enter your text,change the color or size of the text.</a:t>
            </a:r>
          </a:p>
        </p:txBody>
      </p:sp>
      <p:grpSp>
        <p:nvGrpSpPr>
          <p:cNvPr id="5" name="图形"/>
          <p:cNvGrpSpPr/>
          <p:nvPr/>
        </p:nvGrpSpPr>
        <p:grpSpPr>
          <a:xfrm>
            <a:off x="4662169" y="945515"/>
            <a:ext cx="6074411" cy="1548130"/>
            <a:chOff x="7342" y="1489"/>
            <a:chExt cx="9566" cy="2438"/>
          </a:xfrm>
        </p:grpSpPr>
        <p:grpSp>
          <p:nvGrpSpPr>
            <p:cNvPr id="54" name="组合 53"/>
            <p:cNvGrpSpPr/>
            <p:nvPr/>
          </p:nvGrpSpPr>
          <p:grpSpPr>
            <a:xfrm>
              <a:off x="15276" y="1601"/>
              <a:ext cx="1632" cy="2286"/>
              <a:chOff x="22405" y="-3844"/>
              <a:chExt cx="1632" cy="2286"/>
            </a:xfrm>
            <a:solidFill>
              <a:schemeClr val="bg1"/>
            </a:solidFill>
          </p:grpSpPr>
          <p:sp>
            <p:nvSpPr>
              <p:cNvPr id="36" name="图形"/>
              <p:cNvSpPr/>
              <p:nvPr/>
            </p:nvSpPr>
            <p:spPr>
              <a:xfrm>
                <a:off x="22405" y="-3844"/>
                <a:ext cx="612" cy="1249"/>
              </a:xfrm>
              <a:custGeom>
                <a:avLst/>
                <a:gdLst/>
                <a:ahLst/>
                <a:cxnLst>
                  <a:cxn ang="3">
                    <a:pos x="hc" y="t"/>
                  </a:cxn>
                  <a:cxn ang="cd2">
                    <a:pos x="l" y="vc"/>
                  </a:cxn>
                  <a:cxn ang="cd4">
                    <a:pos x="hc" y="b"/>
                  </a:cxn>
                  <a:cxn ang="0">
                    <a:pos x="r" y="vc"/>
                  </a:cxn>
                </a:cxnLst>
                <a:rect l="l" t="t" r="r" b="b"/>
                <a:pathLst>
                  <a:path w="612" h="1249">
                    <a:moveTo>
                      <a:pt x="214" y="0"/>
                    </a:moveTo>
                    <a:lnTo>
                      <a:pt x="419" y="0"/>
                    </a:lnTo>
                    <a:lnTo>
                      <a:pt x="419" y="177"/>
                    </a:lnTo>
                    <a:lnTo>
                      <a:pt x="612" y="177"/>
                    </a:lnTo>
                    <a:lnTo>
                      <a:pt x="612" y="380"/>
                    </a:lnTo>
                    <a:lnTo>
                      <a:pt x="419" y="380"/>
                    </a:lnTo>
                    <a:lnTo>
                      <a:pt x="419" y="603"/>
                    </a:lnTo>
                    <a:lnTo>
                      <a:pt x="612" y="603"/>
                    </a:lnTo>
                    <a:lnTo>
                      <a:pt x="612" y="805"/>
                    </a:lnTo>
                    <a:lnTo>
                      <a:pt x="419" y="805"/>
                    </a:lnTo>
                    <a:lnTo>
                      <a:pt x="419" y="888"/>
                    </a:lnTo>
                    <a:cubicBezTo>
                      <a:pt x="419" y="952"/>
                      <a:pt x="402" y="1012"/>
                      <a:pt x="369" y="1067"/>
                    </a:cubicBezTo>
                    <a:cubicBezTo>
                      <a:pt x="336" y="1122"/>
                      <a:pt x="292" y="1166"/>
                      <a:pt x="237" y="1199"/>
                    </a:cubicBezTo>
                    <a:cubicBezTo>
                      <a:pt x="182" y="1232"/>
                      <a:pt x="122" y="1249"/>
                      <a:pt x="58" y="1249"/>
                    </a:cubicBezTo>
                    <a:lnTo>
                      <a:pt x="0" y="1249"/>
                    </a:lnTo>
                    <a:lnTo>
                      <a:pt x="0" y="1044"/>
                    </a:lnTo>
                    <a:lnTo>
                      <a:pt x="58" y="1044"/>
                    </a:lnTo>
                    <a:cubicBezTo>
                      <a:pt x="100" y="1044"/>
                      <a:pt x="137" y="1029"/>
                      <a:pt x="168" y="998"/>
                    </a:cubicBezTo>
                    <a:cubicBezTo>
                      <a:pt x="199" y="968"/>
                      <a:pt x="214" y="931"/>
                      <a:pt x="214" y="888"/>
                    </a:cubicBezTo>
                    <a:lnTo>
                      <a:pt x="214" y="805"/>
                    </a:lnTo>
                    <a:lnTo>
                      <a:pt x="5" y="805"/>
                    </a:lnTo>
                    <a:lnTo>
                      <a:pt x="5" y="603"/>
                    </a:lnTo>
                    <a:lnTo>
                      <a:pt x="214" y="603"/>
                    </a:lnTo>
                    <a:lnTo>
                      <a:pt x="214" y="380"/>
                    </a:lnTo>
                    <a:lnTo>
                      <a:pt x="5" y="380"/>
                    </a:lnTo>
                    <a:lnTo>
                      <a:pt x="5" y="177"/>
                    </a:lnTo>
                    <a:lnTo>
                      <a:pt x="214" y="177"/>
                    </a:lnTo>
                    <a:lnTo>
                      <a:pt x="214" y="0"/>
                    </a:lnTo>
                    <a:close/>
                  </a:path>
                </a:pathLst>
              </a:custGeom>
              <a:grp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a:ea typeface="阿里巴巴普惠体 Medium"/>
                  <a:cs typeface="阿里巴巴普惠体 Medium"/>
                  <a:sym typeface="Arial"/>
                </a:endParaRPr>
              </a:p>
            </p:txBody>
          </p:sp>
          <p:sp>
            <p:nvSpPr>
              <p:cNvPr id="37" name="图形"/>
              <p:cNvSpPr/>
              <p:nvPr/>
            </p:nvSpPr>
            <p:spPr>
              <a:xfrm>
                <a:off x="23065" y="-3844"/>
                <a:ext cx="973" cy="1249"/>
              </a:xfrm>
              <a:custGeom>
                <a:avLst/>
                <a:gdLst/>
                <a:ahLst/>
                <a:cxnLst>
                  <a:cxn ang="3">
                    <a:pos x="hc" y="t"/>
                  </a:cxn>
                  <a:cxn ang="cd2">
                    <a:pos x="l" y="vc"/>
                  </a:cxn>
                  <a:cxn ang="cd4">
                    <a:pos x="hc" y="b"/>
                  </a:cxn>
                  <a:cxn ang="0">
                    <a:pos x="r" y="vc"/>
                  </a:cxn>
                </a:cxnLst>
                <a:rect l="l" t="t" r="r" b="b"/>
                <a:pathLst>
                  <a:path w="973" h="1249">
                    <a:moveTo>
                      <a:pt x="260" y="0"/>
                    </a:moveTo>
                    <a:lnTo>
                      <a:pt x="462" y="0"/>
                    </a:lnTo>
                    <a:lnTo>
                      <a:pt x="462" y="113"/>
                    </a:lnTo>
                    <a:lnTo>
                      <a:pt x="886" y="113"/>
                    </a:lnTo>
                    <a:lnTo>
                      <a:pt x="886" y="874"/>
                    </a:lnTo>
                    <a:cubicBezTo>
                      <a:pt x="886" y="922"/>
                      <a:pt x="895" y="962"/>
                      <a:pt x="914" y="995"/>
                    </a:cubicBezTo>
                    <a:cubicBezTo>
                      <a:pt x="933" y="1028"/>
                      <a:pt x="953" y="1044"/>
                      <a:pt x="973" y="1044"/>
                    </a:cubicBezTo>
                    <a:lnTo>
                      <a:pt x="973" y="1249"/>
                    </a:lnTo>
                    <a:cubicBezTo>
                      <a:pt x="919" y="1249"/>
                      <a:pt x="870" y="1232"/>
                      <a:pt x="826" y="1199"/>
                    </a:cubicBezTo>
                    <a:cubicBezTo>
                      <a:pt x="781" y="1166"/>
                      <a:pt x="746" y="1121"/>
                      <a:pt x="720" y="1064"/>
                    </a:cubicBezTo>
                    <a:cubicBezTo>
                      <a:pt x="694" y="1006"/>
                      <a:pt x="681" y="943"/>
                      <a:pt x="681" y="874"/>
                    </a:cubicBezTo>
                    <a:lnTo>
                      <a:pt x="681" y="317"/>
                    </a:lnTo>
                    <a:lnTo>
                      <a:pt x="462" y="317"/>
                    </a:lnTo>
                    <a:lnTo>
                      <a:pt x="462" y="722"/>
                    </a:lnTo>
                    <a:lnTo>
                      <a:pt x="610" y="722"/>
                    </a:lnTo>
                    <a:lnTo>
                      <a:pt x="610" y="925"/>
                    </a:lnTo>
                    <a:lnTo>
                      <a:pt x="460" y="925"/>
                    </a:lnTo>
                    <a:cubicBezTo>
                      <a:pt x="451" y="1017"/>
                      <a:pt x="412" y="1094"/>
                      <a:pt x="343" y="1156"/>
                    </a:cubicBezTo>
                    <a:cubicBezTo>
                      <a:pt x="274" y="1218"/>
                      <a:pt x="193" y="1249"/>
                      <a:pt x="101" y="1249"/>
                    </a:cubicBezTo>
                    <a:lnTo>
                      <a:pt x="46" y="1249"/>
                    </a:lnTo>
                    <a:lnTo>
                      <a:pt x="46" y="1044"/>
                    </a:lnTo>
                    <a:lnTo>
                      <a:pt x="101" y="1044"/>
                    </a:lnTo>
                    <a:cubicBezTo>
                      <a:pt x="140" y="1044"/>
                      <a:pt x="173" y="1032"/>
                      <a:pt x="202" y="1007"/>
                    </a:cubicBezTo>
                    <a:cubicBezTo>
                      <a:pt x="232" y="983"/>
                      <a:pt x="250" y="951"/>
                      <a:pt x="258" y="913"/>
                    </a:cubicBezTo>
                    <a:cubicBezTo>
                      <a:pt x="182" y="892"/>
                      <a:pt x="121" y="850"/>
                      <a:pt x="72" y="788"/>
                    </a:cubicBezTo>
                    <a:cubicBezTo>
                      <a:pt x="24" y="726"/>
                      <a:pt x="0" y="655"/>
                      <a:pt x="0" y="577"/>
                    </a:cubicBezTo>
                    <a:lnTo>
                      <a:pt x="0" y="511"/>
                    </a:lnTo>
                    <a:lnTo>
                      <a:pt x="205" y="511"/>
                    </a:lnTo>
                    <a:lnTo>
                      <a:pt x="205" y="577"/>
                    </a:lnTo>
                    <a:cubicBezTo>
                      <a:pt x="205" y="600"/>
                      <a:pt x="210" y="622"/>
                      <a:pt x="220" y="642"/>
                    </a:cubicBezTo>
                    <a:cubicBezTo>
                      <a:pt x="230" y="662"/>
                      <a:pt x="243" y="678"/>
                      <a:pt x="260" y="690"/>
                    </a:cubicBezTo>
                    <a:lnTo>
                      <a:pt x="260" y="317"/>
                    </a:lnTo>
                    <a:lnTo>
                      <a:pt x="46" y="317"/>
                    </a:lnTo>
                    <a:lnTo>
                      <a:pt x="46" y="113"/>
                    </a:lnTo>
                    <a:lnTo>
                      <a:pt x="260" y="113"/>
                    </a:lnTo>
                    <a:lnTo>
                      <a:pt x="260" y="0"/>
                    </a:lnTo>
                    <a:close/>
                  </a:path>
                </a:pathLst>
              </a:custGeom>
              <a:grp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a:ea typeface="阿里巴巴普惠体 Medium"/>
                  <a:cs typeface="阿里巴巴普惠体 Medium"/>
                  <a:sym typeface="Arial"/>
                </a:endParaRPr>
              </a:p>
            </p:txBody>
          </p:sp>
          <p:sp>
            <p:nvSpPr>
              <p:cNvPr id="51" name="图形"/>
              <p:cNvSpPr/>
              <p:nvPr/>
            </p:nvSpPr>
            <p:spPr>
              <a:xfrm>
                <a:off x="22409" y="-2576"/>
                <a:ext cx="1626" cy="1019"/>
              </a:xfrm>
              <a:custGeom>
                <a:avLst/>
                <a:gdLst/>
                <a:ahLst/>
                <a:cxnLst>
                  <a:cxn ang="3">
                    <a:pos x="hc" y="t"/>
                  </a:cxn>
                  <a:cxn ang="cd2">
                    <a:pos x="l" y="vc"/>
                  </a:cxn>
                  <a:cxn ang="cd4">
                    <a:pos x="hc" y="b"/>
                  </a:cxn>
                  <a:cxn ang="0">
                    <a:pos x="r" y="vc"/>
                  </a:cxn>
                </a:cxnLst>
                <a:rect l="l" t="t" r="r" b="b"/>
                <a:pathLst>
                  <a:path w="1626" h="1019">
                    <a:moveTo>
                      <a:pt x="474" y="0"/>
                    </a:moveTo>
                    <a:lnTo>
                      <a:pt x="676" y="0"/>
                    </a:lnTo>
                    <a:lnTo>
                      <a:pt x="676" y="94"/>
                    </a:lnTo>
                    <a:lnTo>
                      <a:pt x="1626" y="92"/>
                    </a:lnTo>
                    <a:lnTo>
                      <a:pt x="1626" y="653"/>
                    </a:lnTo>
                    <a:cubicBezTo>
                      <a:pt x="1626" y="719"/>
                      <a:pt x="1610" y="780"/>
                      <a:pt x="1577" y="836"/>
                    </a:cubicBezTo>
                    <a:cubicBezTo>
                      <a:pt x="1544" y="892"/>
                      <a:pt x="1499" y="936"/>
                      <a:pt x="1443" y="969"/>
                    </a:cubicBezTo>
                    <a:cubicBezTo>
                      <a:pt x="1387" y="1002"/>
                      <a:pt x="1326" y="1019"/>
                      <a:pt x="1260" y="1019"/>
                    </a:cubicBezTo>
                    <a:lnTo>
                      <a:pt x="1219" y="1019"/>
                    </a:lnTo>
                    <a:lnTo>
                      <a:pt x="1219" y="817"/>
                    </a:lnTo>
                    <a:lnTo>
                      <a:pt x="1260" y="817"/>
                    </a:lnTo>
                    <a:cubicBezTo>
                      <a:pt x="1305" y="817"/>
                      <a:pt x="1343" y="800"/>
                      <a:pt x="1375" y="768"/>
                    </a:cubicBezTo>
                    <a:cubicBezTo>
                      <a:pt x="1408" y="736"/>
                      <a:pt x="1424" y="698"/>
                      <a:pt x="1424" y="653"/>
                    </a:cubicBezTo>
                    <a:lnTo>
                      <a:pt x="1424" y="297"/>
                    </a:lnTo>
                    <a:lnTo>
                      <a:pt x="676" y="297"/>
                    </a:lnTo>
                    <a:lnTo>
                      <a:pt x="676" y="357"/>
                    </a:lnTo>
                    <a:cubicBezTo>
                      <a:pt x="676" y="476"/>
                      <a:pt x="647" y="586"/>
                      <a:pt x="588" y="687"/>
                    </a:cubicBezTo>
                    <a:cubicBezTo>
                      <a:pt x="529" y="787"/>
                      <a:pt x="449" y="867"/>
                      <a:pt x="348" y="926"/>
                    </a:cubicBezTo>
                    <a:cubicBezTo>
                      <a:pt x="248" y="985"/>
                      <a:pt x="138" y="1014"/>
                      <a:pt x="18" y="1014"/>
                    </a:cubicBezTo>
                    <a:lnTo>
                      <a:pt x="0" y="1014"/>
                    </a:lnTo>
                    <a:lnTo>
                      <a:pt x="0" y="812"/>
                    </a:lnTo>
                    <a:lnTo>
                      <a:pt x="18" y="812"/>
                    </a:lnTo>
                    <a:cubicBezTo>
                      <a:pt x="101" y="812"/>
                      <a:pt x="177" y="792"/>
                      <a:pt x="247" y="751"/>
                    </a:cubicBezTo>
                    <a:cubicBezTo>
                      <a:pt x="317" y="710"/>
                      <a:pt x="372" y="655"/>
                      <a:pt x="413" y="585"/>
                    </a:cubicBezTo>
                    <a:cubicBezTo>
                      <a:pt x="453" y="516"/>
                      <a:pt x="474" y="439"/>
                      <a:pt x="474" y="357"/>
                    </a:cubicBezTo>
                    <a:lnTo>
                      <a:pt x="474" y="299"/>
                    </a:lnTo>
                    <a:lnTo>
                      <a:pt x="0" y="299"/>
                    </a:lnTo>
                    <a:lnTo>
                      <a:pt x="0" y="97"/>
                    </a:lnTo>
                    <a:lnTo>
                      <a:pt x="474" y="94"/>
                    </a:lnTo>
                    <a:lnTo>
                      <a:pt x="474" y="0"/>
                    </a:lnTo>
                    <a:close/>
                  </a:path>
                </a:pathLst>
              </a:custGeom>
              <a:grp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a:ea typeface="阿里巴巴普惠体 Medium"/>
                  <a:cs typeface="阿里巴巴普惠体 Medium"/>
                  <a:sym typeface="Arial"/>
                </a:endParaRPr>
              </a:p>
            </p:txBody>
          </p:sp>
        </p:grpSp>
        <p:grpSp>
          <p:nvGrpSpPr>
            <p:cNvPr id="55" name="组合 54"/>
            <p:cNvGrpSpPr/>
            <p:nvPr/>
          </p:nvGrpSpPr>
          <p:grpSpPr>
            <a:xfrm>
              <a:off x="12667" y="1595"/>
              <a:ext cx="1642" cy="2298"/>
              <a:chOff x="19823" y="-3850"/>
              <a:chExt cx="1642" cy="2298"/>
            </a:xfrm>
            <a:gradFill>
              <a:gsLst>
                <a:gs pos="88000">
                  <a:schemeClr val="bg1"/>
                </a:gs>
                <a:gs pos="96000">
                  <a:schemeClr val="bg1">
                    <a:alpha val="0"/>
                  </a:schemeClr>
                </a:gs>
              </a:gsLst>
              <a:lin ang="5400000" scaled="0"/>
            </a:gradFill>
          </p:grpSpPr>
          <p:sp>
            <p:nvSpPr>
              <p:cNvPr id="34" name="图形"/>
              <p:cNvSpPr/>
              <p:nvPr/>
            </p:nvSpPr>
            <p:spPr>
              <a:xfrm>
                <a:off x="19926" y="-3850"/>
                <a:ext cx="329" cy="205"/>
              </a:xfrm>
              <a:custGeom>
                <a:avLst/>
                <a:gdLst/>
                <a:ahLst/>
                <a:cxnLst>
                  <a:cxn ang="3">
                    <a:pos x="hc" y="t"/>
                  </a:cxn>
                  <a:cxn ang="cd2">
                    <a:pos x="l" y="vc"/>
                  </a:cxn>
                  <a:cxn ang="cd4">
                    <a:pos x="hc" y="b"/>
                  </a:cxn>
                  <a:cxn ang="0">
                    <a:pos x="r" y="vc"/>
                  </a:cxn>
                </a:cxnLst>
                <a:rect l="l" t="t" r="r" b="b"/>
                <a:pathLst>
                  <a:path w="329" h="205">
                    <a:moveTo>
                      <a:pt x="0" y="0"/>
                    </a:moveTo>
                    <a:lnTo>
                      <a:pt x="329" y="0"/>
                    </a:lnTo>
                    <a:lnTo>
                      <a:pt x="329" y="205"/>
                    </a:lnTo>
                    <a:lnTo>
                      <a:pt x="0" y="205"/>
                    </a:lnTo>
                    <a:lnTo>
                      <a:pt x="0" y="0"/>
                    </a:lnTo>
                    <a:close/>
                  </a:path>
                </a:pathLst>
              </a:custGeom>
              <a:grp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a:ea typeface="阿里巴巴普惠体 Medium"/>
                  <a:cs typeface="阿里巴巴普惠体 Medium"/>
                  <a:sym typeface="Arial"/>
                </a:endParaRPr>
              </a:p>
            </p:txBody>
          </p:sp>
          <p:sp>
            <p:nvSpPr>
              <p:cNvPr id="35" name="图形"/>
              <p:cNvSpPr/>
              <p:nvPr/>
            </p:nvSpPr>
            <p:spPr>
              <a:xfrm>
                <a:off x="20334" y="-3844"/>
                <a:ext cx="1125" cy="911"/>
              </a:xfrm>
              <a:custGeom>
                <a:avLst/>
                <a:gdLst/>
                <a:ahLst/>
                <a:cxnLst>
                  <a:cxn ang="3">
                    <a:pos x="hc" y="t"/>
                  </a:cxn>
                  <a:cxn ang="cd2">
                    <a:pos x="l" y="vc"/>
                  </a:cxn>
                  <a:cxn ang="cd4">
                    <a:pos x="hc" y="b"/>
                  </a:cxn>
                  <a:cxn ang="0">
                    <a:pos x="r" y="vc"/>
                  </a:cxn>
                </a:cxnLst>
                <a:rect l="l" t="t" r="r" b="b"/>
                <a:pathLst>
                  <a:path w="1125" h="911">
                    <a:moveTo>
                      <a:pt x="85" y="0"/>
                    </a:moveTo>
                    <a:lnTo>
                      <a:pt x="290" y="0"/>
                    </a:lnTo>
                    <a:lnTo>
                      <a:pt x="290" y="244"/>
                    </a:lnTo>
                    <a:lnTo>
                      <a:pt x="506" y="244"/>
                    </a:lnTo>
                    <a:lnTo>
                      <a:pt x="506" y="0"/>
                    </a:lnTo>
                    <a:lnTo>
                      <a:pt x="711" y="0"/>
                    </a:lnTo>
                    <a:lnTo>
                      <a:pt x="711" y="244"/>
                    </a:lnTo>
                    <a:lnTo>
                      <a:pt x="1125" y="244"/>
                    </a:lnTo>
                    <a:lnTo>
                      <a:pt x="1125" y="449"/>
                    </a:lnTo>
                    <a:lnTo>
                      <a:pt x="711" y="449"/>
                    </a:lnTo>
                    <a:lnTo>
                      <a:pt x="711" y="706"/>
                    </a:lnTo>
                    <a:lnTo>
                      <a:pt x="1125" y="706"/>
                    </a:lnTo>
                    <a:lnTo>
                      <a:pt x="1125" y="911"/>
                    </a:lnTo>
                    <a:lnTo>
                      <a:pt x="0" y="911"/>
                    </a:lnTo>
                    <a:lnTo>
                      <a:pt x="0" y="706"/>
                    </a:lnTo>
                    <a:lnTo>
                      <a:pt x="506" y="706"/>
                    </a:lnTo>
                    <a:lnTo>
                      <a:pt x="506" y="449"/>
                    </a:lnTo>
                    <a:lnTo>
                      <a:pt x="244" y="449"/>
                    </a:lnTo>
                    <a:cubicBezTo>
                      <a:pt x="218" y="488"/>
                      <a:pt x="183" y="520"/>
                      <a:pt x="140" y="543"/>
                    </a:cubicBezTo>
                    <a:cubicBezTo>
                      <a:pt x="97" y="566"/>
                      <a:pt x="51" y="577"/>
                      <a:pt x="0" y="577"/>
                    </a:cubicBezTo>
                    <a:lnTo>
                      <a:pt x="0" y="373"/>
                    </a:lnTo>
                    <a:cubicBezTo>
                      <a:pt x="23" y="373"/>
                      <a:pt x="43" y="365"/>
                      <a:pt x="60" y="351"/>
                    </a:cubicBezTo>
                    <a:cubicBezTo>
                      <a:pt x="77" y="336"/>
                      <a:pt x="85" y="319"/>
                      <a:pt x="85" y="299"/>
                    </a:cubicBezTo>
                    <a:lnTo>
                      <a:pt x="85" y="0"/>
                    </a:lnTo>
                    <a:close/>
                  </a:path>
                </a:pathLst>
              </a:custGeom>
              <a:grp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a:ea typeface="阿里巴巴普惠体 Medium"/>
                  <a:cs typeface="阿里巴巴普惠体 Medium"/>
                  <a:sym typeface="Arial"/>
                </a:endParaRPr>
              </a:p>
            </p:txBody>
          </p:sp>
          <p:sp>
            <p:nvSpPr>
              <p:cNvPr id="48" name="图形"/>
              <p:cNvSpPr/>
              <p:nvPr/>
            </p:nvSpPr>
            <p:spPr>
              <a:xfrm>
                <a:off x="19823" y="-3338"/>
                <a:ext cx="1642" cy="1787"/>
              </a:xfrm>
              <a:custGeom>
                <a:avLst/>
                <a:gdLst/>
                <a:ahLst/>
                <a:cxnLst>
                  <a:cxn ang="3">
                    <a:pos x="hc" y="t"/>
                  </a:cxn>
                  <a:cxn ang="cd2">
                    <a:pos x="l" y="vc"/>
                  </a:cxn>
                  <a:cxn ang="cd4">
                    <a:pos x="hc" y="b"/>
                  </a:cxn>
                  <a:cxn ang="0">
                    <a:pos x="r" y="vc"/>
                  </a:cxn>
                </a:cxnLst>
                <a:rect l="l" t="t" r="r" b="b"/>
                <a:pathLst>
                  <a:path w="1642" h="1787">
                    <a:moveTo>
                      <a:pt x="5" y="0"/>
                    </a:moveTo>
                    <a:lnTo>
                      <a:pt x="396" y="0"/>
                    </a:lnTo>
                    <a:lnTo>
                      <a:pt x="396" y="1228"/>
                    </a:lnTo>
                    <a:cubicBezTo>
                      <a:pt x="396" y="1293"/>
                      <a:pt x="414" y="1352"/>
                      <a:pt x="452" y="1406"/>
                    </a:cubicBezTo>
                    <a:cubicBezTo>
                      <a:pt x="490" y="1461"/>
                      <a:pt x="540" y="1504"/>
                      <a:pt x="605" y="1535"/>
                    </a:cubicBezTo>
                    <a:cubicBezTo>
                      <a:pt x="669" y="1567"/>
                      <a:pt x="739" y="1582"/>
                      <a:pt x="814" y="1582"/>
                    </a:cubicBezTo>
                    <a:lnTo>
                      <a:pt x="1642" y="1582"/>
                    </a:lnTo>
                    <a:lnTo>
                      <a:pt x="1642" y="1787"/>
                    </a:lnTo>
                    <a:lnTo>
                      <a:pt x="814" y="1787"/>
                    </a:lnTo>
                    <a:cubicBezTo>
                      <a:pt x="718" y="1787"/>
                      <a:pt x="627" y="1769"/>
                      <a:pt x="543" y="1732"/>
                    </a:cubicBezTo>
                    <a:cubicBezTo>
                      <a:pt x="458" y="1695"/>
                      <a:pt x="387" y="1644"/>
                      <a:pt x="329" y="1578"/>
                    </a:cubicBezTo>
                    <a:cubicBezTo>
                      <a:pt x="297" y="1641"/>
                      <a:pt x="253" y="1691"/>
                      <a:pt x="199" y="1730"/>
                    </a:cubicBezTo>
                    <a:cubicBezTo>
                      <a:pt x="145" y="1768"/>
                      <a:pt x="78" y="1787"/>
                      <a:pt x="0" y="1787"/>
                    </a:cubicBezTo>
                    <a:lnTo>
                      <a:pt x="0" y="1582"/>
                    </a:lnTo>
                    <a:cubicBezTo>
                      <a:pt x="78" y="1582"/>
                      <a:pt x="130" y="1546"/>
                      <a:pt x="154" y="1474"/>
                    </a:cubicBezTo>
                    <a:cubicBezTo>
                      <a:pt x="179" y="1402"/>
                      <a:pt x="191" y="1341"/>
                      <a:pt x="191" y="1290"/>
                    </a:cubicBezTo>
                    <a:lnTo>
                      <a:pt x="191" y="205"/>
                    </a:lnTo>
                    <a:lnTo>
                      <a:pt x="5" y="205"/>
                    </a:lnTo>
                    <a:lnTo>
                      <a:pt x="5" y="0"/>
                    </a:lnTo>
                    <a:close/>
                  </a:path>
                </a:pathLst>
              </a:custGeom>
              <a:grp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a:ea typeface="阿里巴巴普惠体 Medium"/>
                  <a:cs typeface="阿里巴巴普惠体 Medium"/>
                  <a:sym typeface="Arial"/>
                </a:endParaRPr>
              </a:p>
            </p:txBody>
          </p:sp>
          <p:sp>
            <p:nvSpPr>
              <p:cNvPr id="50" name="图形"/>
              <p:cNvSpPr/>
              <p:nvPr/>
            </p:nvSpPr>
            <p:spPr>
              <a:xfrm>
                <a:off x="20329" y="-2843"/>
                <a:ext cx="1129" cy="888"/>
              </a:xfrm>
              <a:custGeom>
                <a:avLst/>
                <a:gdLst/>
                <a:ahLst/>
                <a:cxnLst>
                  <a:cxn ang="3">
                    <a:pos x="hc" y="t"/>
                  </a:cxn>
                  <a:cxn ang="cd2">
                    <a:pos x="l" y="vc"/>
                  </a:cxn>
                  <a:cxn ang="cd4">
                    <a:pos x="hc" y="b"/>
                  </a:cxn>
                  <a:cxn ang="0">
                    <a:pos x="r" y="vc"/>
                  </a:cxn>
                </a:cxnLst>
                <a:rect l="l" t="t" r="r" b="b"/>
                <a:pathLst>
                  <a:path w="1129" h="887">
                    <a:moveTo>
                      <a:pt x="205" y="205"/>
                    </a:moveTo>
                    <a:lnTo>
                      <a:pt x="205" y="683"/>
                    </a:lnTo>
                    <a:lnTo>
                      <a:pt x="794" y="683"/>
                    </a:lnTo>
                    <a:cubicBezTo>
                      <a:pt x="830" y="683"/>
                      <a:pt x="861" y="670"/>
                      <a:pt x="887" y="644"/>
                    </a:cubicBezTo>
                    <a:cubicBezTo>
                      <a:pt x="912" y="618"/>
                      <a:pt x="925" y="586"/>
                      <a:pt x="925" y="550"/>
                    </a:cubicBezTo>
                    <a:lnTo>
                      <a:pt x="925" y="205"/>
                    </a:lnTo>
                    <a:lnTo>
                      <a:pt x="205" y="205"/>
                    </a:lnTo>
                    <a:close/>
                    <a:moveTo>
                      <a:pt x="0" y="0"/>
                    </a:moveTo>
                    <a:lnTo>
                      <a:pt x="1129" y="0"/>
                    </a:lnTo>
                    <a:lnTo>
                      <a:pt x="1129" y="550"/>
                    </a:lnTo>
                    <a:cubicBezTo>
                      <a:pt x="1129" y="611"/>
                      <a:pt x="1114" y="667"/>
                      <a:pt x="1084" y="719"/>
                    </a:cubicBezTo>
                    <a:cubicBezTo>
                      <a:pt x="1055" y="770"/>
                      <a:pt x="1014" y="811"/>
                      <a:pt x="963" y="842"/>
                    </a:cubicBezTo>
                    <a:cubicBezTo>
                      <a:pt x="911" y="872"/>
                      <a:pt x="855" y="888"/>
                      <a:pt x="794" y="888"/>
                    </a:cubicBezTo>
                    <a:lnTo>
                      <a:pt x="0" y="888"/>
                    </a:lnTo>
                    <a:lnTo>
                      <a:pt x="0" y="0"/>
                    </a:lnTo>
                    <a:close/>
                  </a:path>
                </a:pathLst>
              </a:custGeom>
              <a:grp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a:ea typeface="阿里巴巴普惠体 Medium"/>
                  <a:cs typeface="阿里巴巴普惠体 Medium"/>
                  <a:sym typeface="Arial"/>
                </a:endParaRPr>
              </a:p>
            </p:txBody>
          </p:sp>
        </p:grpSp>
        <p:grpSp>
          <p:nvGrpSpPr>
            <p:cNvPr id="56" name="组合 55"/>
            <p:cNvGrpSpPr/>
            <p:nvPr/>
          </p:nvGrpSpPr>
          <p:grpSpPr>
            <a:xfrm>
              <a:off x="10023" y="1627"/>
              <a:ext cx="1638" cy="2300"/>
              <a:chOff x="17248" y="-3850"/>
              <a:chExt cx="1638" cy="2300"/>
            </a:xfrm>
          </p:grpSpPr>
          <p:sp>
            <p:nvSpPr>
              <p:cNvPr id="32" name="图形"/>
              <p:cNvSpPr/>
              <p:nvPr/>
            </p:nvSpPr>
            <p:spPr>
              <a:xfrm>
                <a:off x="17248" y="-3850"/>
                <a:ext cx="467" cy="2298"/>
              </a:xfrm>
              <a:custGeom>
                <a:avLst/>
                <a:gdLst/>
                <a:ahLst/>
                <a:cxnLst>
                  <a:cxn ang="3">
                    <a:pos x="hc" y="t"/>
                  </a:cxn>
                  <a:cxn ang="cd2">
                    <a:pos x="l" y="vc"/>
                  </a:cxn>
                  <a:cxn ang="cd4">
                    <a:pos x="hc" y="b"/>
                  </a:cxn>
                  <a:cxn ang="0">
                    <a:pos x="r" y="vc"/>
                  </a:cxn>
                </a:cxnLst>
                <a:rect l="l" t="t" r="r" b="b"/>
                <a:pathLst>
                  <a:path w="467" h="2298">
                    <a:moveTo>
                      <a:pt x="262" y="0"/>
                    </a:moveTo>
                    <a:lnTo>
                      <a:pt x="467" y="0"/>
                    </a:lnTo>
                    <a:lnTo>
                      <a:pt x="467" y="430"/>
                    </a:lnTo>
                    <a:lnTo>
                      <a:pt x="467" y="460"/>
                    </a:lnTo>
                    <a:lnTo>
                      <a:pt x="467" y="2298"/>
                    </a:lnTo>
                    <a:lnTo>
                      <a:pt x="262" y="2298"/>
                    </a:lnTo>
                    <a:lnTo>
                      <a:pt x="262" y="892"/>
                    </a:lnTo>
                    <a:cubicBezTo>
                      <a:pt x="187" y="941"/>
                      <a:pt x="100" y="966"/>
                      <a:pt x="0" y="966"/>
                    </a:cubicBezTo>
                    <a:lnTo>
                      <a:pt x="0" y="761"/>
                    </a:lnTo>
                    <a:cubicBezTo>
                      <a:pt x="78" y="761"/>
                      <a:pt x="138" y="739"/>
                      <a:pt x="179" y="695"/>
                    </a:cubicBezTo>
                    <a:cubicBezTo>
                      <a:pt x="230" y="642"/>
                      <a:pt x="258" y="564"/>
                      <a:pt x="262" y="458"/>
                    </a:cubicBezTo>
                    <a:lnTo>
                      <a:pt x="262" y="0"/>
                    </a:lnTo>
                    <a:close/>
                  </a:path>
                </a:pathLst>
              </a:cu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a:ea typeface="阿里巴巴普惠体 Medium"/>
                  <a:cs typeface="阿里巴巴普惠体 Medium"/>
                  <a:sym typeface="Arial"/>
                </a:endParaRPr>
              </a:p>
            </p:txBody>
          </p:sp>
          <p:sp>
            <p:nvSpPr>
              <p:cNvPr id="33" name="图形"/>
              <p:cNvSpPr/>
              <p:nvPr/>
            </p:nvSpPr>
            <p:spPr>
              <a:xfrm>
                <a:off x="17784" y="-3850"/>
                <a:ext cx="1102" cy="2300"/>
              </a:xfrm>
              <a:custGeom>
                <a:avLst/>
                <a:gdLst/>
                <a:ahLst/>
                <a:cxnLst>
                  <a:cxn ang="3">
                    <a:pos x="hc" y="t"/>
                  </a:cxn>
                  <a:cxn ang="cd2">
                    <a:pos x="l" y="vc"/>
                  </a:cxn>
                  <a:cxn ang="cd4">
                    <a:pos x="hc" y="b"/>
                  </a:cxn>
                  <a:cxn ang="0">
                    <a:pos x="r" y="vc"/>
                  </a:cxn>
                </a:cxnLst>
                <a:rect l="l" t="t" r="r" b="b"/>
                <a:pathLst>
                  <a:path w="1102" h="2300">
                    <a:moveTo>
                      <a:pt x="444" y="0"/>
                    </a:moveTo>
                    <a:lnTo>
                      <a:pt x="649" y="0"/>
                    </a:lnTo>
                    <a:lnTo>
                      <a:pt x="649" y="147"/>
                    </a:lnTo>
                    <a:cubicBezTo>
                      <a:pt x="649" y="207"/>
                      <a:pt x="648" y="251"/>
                      <a:pt x="646" y="281"/>
                    </a:cubicBezTo>
                    <a:lnTo>
                      <a:pt x="1047" y="281"/>
                    </a:lnTo>
                    <a:lnTo>
                      <a:pt x="1047" y="485"/>
                    </a:lnTo>
                    <a:lnTo>
                      <a:pt x="628" y="485"/>
                    </a:lnTo>
                    <a:cubicBezTo>
                      <a:pt x="616" y="576"/>
                      <a:pt x="596" y="675"/>
                      <a:pt x="570" y="784"/>
                    </a:cubicBezTo>
                    <a:lnTo>
                      <a:pt x="1102" y="784"/>
                    </a:lnTo>
                    <a:lnTo>
                      <a:pt x="1102" y="989"/>
                    </a:lnTo>
                    <a:lnTo>
                      <a:pt x="504" y="989"/>
                    </a:lnTo>
                    <a:cubicBezTo>
                      <a:pt x="461" y="1099"/>
                      <a:pt x="413" y="1191"/>
                      <a:pt x="361" y="1263"/>
                    </a:cubicBezTo>
                    <a:lnTo>
                      <a:pt x="1065" y="1260"/>
                    </a:lnTo>
                    <a:lnTo>
                      <a:pt x="1065" y="1364"/>
                    </a:lnTo>
                    <a:cubicBezTo>
                      <a:pt x="1065" y="1474"/>
                      <a:pt x="1045" y="1580"/>
                      <a:pt x="1004" y="1680"/>
                    </a:cubicBezTo>
                    <a:cubicBezTo>
                      <a:pt x="963" y="1781"/>
                      <a:pt x="907" y="1867"/>
                      <a:pt x="835" y="1939"/>
                    </a:cubicBezTo>
                    <a:cubicBezTo>
                      <a:pt x="781" y="1991"/>
                      <a:pt x="721" y="2032"/>
                      <a:pt x="653" y="2063"/>
                    </a:cubicBezTo>
                    <a:cubicBezTo>
                      <a:pt x="682" y="2085"/>
                      <a:pt x="712" y="2095"/>
                      <a:pt x="743" y="2095"/>
                    </a:cubicBezTo>
                    <a:lnTo>
                      <a:pt x="743" y="2300"/>
                    </a:lnTo>
                    <a:cubicBezTo>
                      <a:pt x="662" y="2300"/>
                      <a:pt x="587" y="2273"/>
                      <a:pt x="520" y="2220"/>
                    </a:cubicBezTo>
                    <a:cubicBezTo>
                      <a:pt x="452" y="2166"/>
                      <a:pt x="399" y="2092"/>
                      <a:pt x="360" y="1999"/>
                    </a:cubicBezTo>
                    <a:cubicBezTo>
                      <a:pt x="321" y="1905"/>
                      <a:pt x="301" y="1802"/>
                      <a:pt x="301" y="1691"/>
                    </a:cubicBezTo>
                    <a:lnTo>
                      <a:pt x="506" y="1691"/>
                    </a:lnTo>
                    <a:cubicBezTo>
                      <a:pt x="506" y="1752"/>
                      <a:pt x="517" y="1818"/>
                      <a:pt x="538" y="1888"/>
                    </a:cubicBezTo>
                    <a:cubicBezTo>
                      <a:pt x="593" y="1871"/>
                      <a:pt x="645" y="1839"/>
                      <a:pt x="692" y="1792"/>
                    </a:cubicBezTo>
                    <a:cubicBezTo>
                      <a:pt x="734" y="1750"/>
                      <a:pt x="768" y="1702"/>
                      <a:pt x="796" y="1646"/>
                    </a:cubicBezTo>
                    <a:cubicBezTo>
                      <a:pt x="823" y="1590"/>
                      <a:pt x="842" y="1530"/>
                      <a:pt x="851" y="1465"/>
                    </a:cubicBezTo>
                    <a:lnTo>
                      <a:pt x="51" y="1470"/>
                    </a:lnTo>
                    <a:lnTo>
                      <a:pt x="51" y="1265"/>
                    </a:lnTo>
                    <a:cubicBezTo>
                      <a:pt x="81" y="1263"/>
                      <a:pt x="118" y="1239"/>
                      <a:pt x="160" y="1190"/>
                    </a:cubicBezTo>
                    <a:cubicBezTo>
                      <a:pt x="202" y="1142"/>
                      <a:pt x="243" y="1075"/>
                      <a:pt x="283" y="989"/>
                    </a:cubicBezTo>
                    <a:lnTo>
                      <a:pt x="0" y="989"/>
                    </a:lnTo>
                    <a:lnTo>
                      <a:pt x="0" y="784"/>
                    </a:lnTo>
                    <a:lnTo>
                      <a:pt x="357" y="784"/>
                    </a:lnTo>
                    <a:cubicBezTo>
                      <a:pt x="383" y="703"/>
                      <a:pt x="404" y="603"/>
                      <a:pt x="421" y="485"/>
                    </a:cubicBezTo>
                    <a:lnTo>
                      <a:pt x="48" y="485"/>
                    </a:lnTo>
                    <a:lnTo>
                      <a:pt x="48" y="281"/>
                    </a:lnTo>
                    <a:lnTo>
                      <a:pt x="442" y="281"/>
                    </a:lnTo>
                    <a:cubicBezTo>
                      <a:pt x="443" y="251"/>
                      <a:pt x="444" y="207"/>
                      <a:pt x="444" y="147"/>
                    </a:cubicBezTo>
                    <a:lnTo>
                      <a:pt x="444" y="0"/>
                    </a:lnTo>
                    <a:close/>
                  </a:path>
                </a:pathLst>
              </a:cu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a:ea typeface="阿里巴巴普惠体 Medium"/>
                  <a:cs typeface="阿里巴巴普惠体 Medium"/>
                  <a:sym typeface="Arial"/>
                </a:endParaRPr>
              </a:p>
            </p:txBody>
          </p:sp>
        </p:grpSp>
        <p:grpSp>
          <p:nvGrpSpPr>
            <p:cNvPr id="57" name="组合 56"/>
            <p:cNvGrpSpPr/>
            <p:nvPr/>
          </p:nvGrpSpPr>
          <p:grpSpPr>
            <a:xfrm>
              <a:off x="7342" y="1489"/>
              <a:ext cx="1651" cy="2299"/>
              <a:chOff x="14669" y="-3841"/>
              <a:chExt cx="1651" cy="2299"/>
            </a:xfrm>
            <a:gradFill>
              <a:gsLst>
                <a:gs pos="73000">
                  <a:schemeClr val="bg1"/>
                </a:gs>
                <a:gs pos="87000">
                  <a:schemeClr val="bg1">
                    <a:alpha val="0"/>
                  </a:schemeClr>
                </a:gs>
              </a:gsLst>
              <a:lin ang="5400000" scaled="0"/>
            </a:gradFill>
          </p:grpSpPr>
          <p:sp>
            <p:nvSpPr>
              <p:cNvPr id="46" name="图形"/>
              <p:cNvSpPr/>
              <p:nvPr/>
            </p:nvSpPr>
            <p:spPr>
              <a:xfrm>
                <a:off x="15159" y="-3841"/>
                <a:ext cx="665" cy="205"/>
              </a:xfrm>
              <a:custGeom>
                <a:avLst/>
                <a:gdLst/>
                <a:ahLst/>
                <a:cxnLst>
                  <a:cxn ang="3">
                    <a:pos x="hc" y="t"/>
                  </a:cxn>
                  <a:cxn ang="cd2">
                    <a:pos x="l" y="vc"/>
                  </a:cxn>
                  <a:cxn ang="cd4">
                    <a:pos x="hc" y="b"/>
                  </a:cxn>
                  <a:cxn ang="0">
                    <a:pos x="r" y="vc"/>
                  </a:cxn>
                </a:cxnLst>
                <a:rect l="l" t="t" r="r" b="b"/>
                <a:pathLst>
                  <a:path w="665" h="205">
                    <a:moveTo>
                      <a:pt x="0" y="0"/>
                    </a:moveTo>
                    <a:lnTo>
                      <a:pt x="665" y="0"/>
                    </a:lnTo>
                    <a:lnTo>
                      <a:pt x="665" y="205"/>
                    </a:lnTo>
                    <a:lnTo>
                      <a:pt x="0" y="205"/>
                    </a:lnTo>
                    <a:lnTo>
                      <a:pt x="0" y="0"/>
                    </a:lnTo>
                    <a:close/>
                  </a:path>
                </a:pathLst>
              </a:custGeom>
              <a:grp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a:ea typeface="阿里巴巴普惠体 Medium"/>
                  <a:cs typeface="阿里巴巴普惠体 Medium"/>
                  <a:sym typeface="Arial"/>
                </a:endParaRPr>
              </a:p>
            </p:txBody>
          </p:sp>
          <p:sp>
            <p:nvSpPr>
              <p:cNvPr id="47" name="图形"/>
              <p:cNvSpPr/>
              <p:nvPr/>
            </p:nvSpPr>
            <p:spPr>
              <a:xfrm>
                <a:off x="14669" y="-3570"/>
                <a:ext cx="1651" cy="393"/>
              </a:xfrm>
              <a:custGeom>
                <a:avLst/>
                <a:gdLst/>
                <a:ahLst/>
                <a:cxnLst>
                  <a:cxn ang="3">
                    <a:pos x="hc" y="t"/>
                  </a:cxn>
                  <a:cxn ang="cd2">
                    <a:pos x="l" y="vc"/>
                  </a:cxn>
                  <a:cxn ang="cd4">
                    <a:pos x="hc" y="b"/>
                  </a:cxn>
                  <a:cxn ang="0">
                    <a:pos x="r" y="vc"/>
                  </a:cxn>
                </a:cxnLst>
                <a:rect l="l" t="t" r="r" b="b"/>
                <a:pathLst>
                  <a:path w="1651" h="393">
                    <a:moveTo>
                      <a:pt x="0" y="0"/>
                    </a:moveTo>
                    <a:lnTo>
                      <a:pt x="1651" y="0"/>
                    </a:lnTo>
                    <a:lnTo>
                      <a:pt x="1651" y="393"/>
                    </a:lnTo>
                    <a:lnTo>
                      <a:pt x="1447" y="393"/>
                    </a:lnTo>
                    <a:lnTo>
                      <a:pt x="1447" y="207"/>
                    </a:lnTo>
                    <a:lnTo>
                      <a:pt x="207" y="207"/>
                    </a:lnTo>
                    <a:lnTo>
                      <a:pt x="207" y="393"/>
                    </a:lnTo>
                    <a:lnTo>
                      <a:pt x="0" y="393"/>
                    </a:lnTo>
                    <a:lnTo>
                      <a:pt x="0" y="0"/>
                    </a:lnTo>
                    <a:close/>
                  </a:path>
                </a:pathLst>
              </a:custGeom>
              <a:grp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a:ea typeface="阿里巴巴普惠体 Medium"/>
                  <a:cs typeface="阿里巴巴普惠体 Medium"/>
                  <a:sym typeface="Arial"/>
                </a:endParaRPr>
              </a:p>
            </p:txBody>
          </p:sp>
          <p:sp>
            <p:nvSpPr>
              <p:cNvPr id="49" name="图形"/>
              <p:cNvSpPr/>
              <p:nvPr/>
            </p:nvSpPr>
            <p:spPr>
              <a:xfrm>
                <a:off x="14736" y="-3085"/>
                <a:ext cx="1525" cy="205"/>
              </a:xfrm>
              <a:custGeom>
                <a:avLst/>
                <a:gdLst/>
                <a:ahLst/>
                <a:cxnLst>
                  <a:cxn ang="3">
                    <a:pos x="hc" y="t"/>
                  </a:cxn>
                  <a:cxn ang="cd2">
                    <a:pos x="l" y="vc"/>
                  </a:cxn>
                  <a:cxn ang="cd4">
                    <a:pos x="hc" y="b"/>
                  </a:cxn>
                  <a:cxn ang="0">
                    <a:pos x="r" y="vc"/>
                  </a:cxn>
                </a:cxnLst>
                <a:rect l="l" t="t" r="r" b="b"/>
                <a:pathLst>
                  <a:path w="1525" h="205">
                    <a:moveTo>
                      <a:pt x="0" y="0"/>
                    </a:moveTo>
                    <a:lnTo>
                      <a:pt x="1525" y="0"/>
                    </a:lnTo>
                    <a:lnTo>
                      <a:pt x="1525" y="205"/>
                    </a:lnTo>
                    <a:lnTo>
                      <a:pt x="0" y="205"/>
                    </a:lnTo>
                    <a:lnTo>
                      <a:pt x="0" y="0"/>
                    </a:lnTo>
                    <a:close/>
                  </a:path>
                </a:pathLst>
              </a:custGeom>
              <a:grp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a:ea typeface="阿里巴巴普惠体 Medium"/>
                  <a:cs typeface="阿里巴巴普惠体 Medium"/>
                  <a:sym typeface="Arial"/>
                </a:endParaRPr>
              </a:p>
            </p:txBody>
          </p:sp>
          <p:sp>
            <p:nvSpPr>
              <p:cNvPr id="52" name="图形"/>
              <p:cNvSpPr/>
              <p:nvPr/>
            </p:nvSpPr>
            <p:spPr>
              <a:xfrm>
                <a:off x="14736" y="-2779"/>
                <a:ext cx="1525" cy="938"/>
              </a:xfrm>
              <a:custGeom>
                <a:avLst/>
                <a:gdLst/>
                <a:ahLst/>
                <a:cxnLst>
                  <a:cxn ang="3">
                    <a:pos x="hc" y="t"/>
                  </a:cxn>
                  <a:cxn ang="cd2">
                    <a:pos x="l" y="vc"/>
                  </a:cxn>
                  <a:cxn ang="cd4">
                    <a:pos x="hc" y="b"/>
                  </a:cxn>
                  <a:cxn ang="0">
                    <a:pos x="r" y="vc"/>
                  </a:cxn>
                </a:cxnLst>
                <a:rect l="l" t="t" r="r" b="b"/>
                <a:pathLst>
                  <a:path w="1525" h="938">
                    <a:moveTo>
                      <a:pt x="205" y="207"/>
                    </a:moveTo>
                    <a:lnTo>
                      <a:pt x="205" y="366"/>
                    </a:lnTo>
                    <a:lnTo>
                      <a:pt x="1106" y="366"/>
                    </a:lnTo>
                    <a:lnTo>
                      <a:pt x="1106" y="573"/>
                    </a:lnTo>
                    <a:lnTo>
                      <a:pt x="205" y="573"/>
                    </a:lnTo>
                    <a:lnTo>
                      <a:pt x="205" y="734"/>
                    </a:lnTo>
                    <a:lnTo>
                      <a:pt x="1171" y="734"/>
                    </a:lnTo>
                    <a:cubicBezTo>
                      <a:pt x="1211" y="734"/>
                      <a:pt x="1245" y="719"/>
                      <a:pt x="1275" y="690"/>
                    </a:cubicBezTo>
                    <a:cubicBezTo>
                      <a:pt x="1305" y="661"/>
                      <a:pt x="1320" y="626"/>
                      <a:pt x="1320" y="584"/>
                    </a:cubicBezTo>
                    <a:lnTo>
                      <a:pt x="1320" y="207"/>
                    </a:lnTo>
                    <a:lnTo>
                      <a:pt x="205" y="207"/>
                    </a:lnTo>
                    <a:close/>
                    <a:moveTo>
                      <a:pt x="0" y="0"/>
                    </a:moveTo>
                    <a:lnTo>
                      <a:pt x="1525" y="0"/>
                    </a:lnTo>
                    <a:lnTo>
                      <a:pt x="1525" y="584"/>
                    </a:lnTo>
                    <a:cubicBezTo>
                      <a:pt x="1525" y="649"/>
                      <a:pt x="1509" y="708"/>
                      <a:pt x="1478" y="762"/>
                    </a:cubicBezTo>
                    <a:cubicBezTo>
                      <a:pt x="1446" y="817"/>
                      <a:pt x="1403" y="860"/>
                      <a:pt x="1349" y="891"/>
                    </a:cubicBezTo>
                    <a:cubicBezTo>
                      <a:pt x="1295" y="923"/>
                      <a:pt x="1235" y="938"/>
                      <a:pt x="1171" y="938"/>
                    </a:cubicBezTo>
                    <a:lnTo>
                      <a:pt x="0" y="938"/>
                    </a:lnTo>
                    <a:lnTo>
                      <a:pt x="0" y="0"/>
                    </a:lnTo>
                    <a:close/>
                  </a:path>
                </a:pathLst>
              </a:custGeom>
              <a:grp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a:ea typeface="阿里巴巴普惠体 Medium"/>
                  <a:cs typeface="阿里巴巴普惠体 Medium"/>
                  <a:sym typeface="Arial"/>
                </a:endParaRPr>
              </a:p>
            </p:txBody>
          </p:sp>
          <p:sp>
            <p:nvSpPr>
              <p:cNvPr id="53" name="图形"/>
              <p:cNvSpPr/>
              <p:nvPr/>
            </p:nvSpPr>
            <p:spPr>
              <a:xfrm>
                <a:off x="14676" y="-1748"/>
                <a:ext cx="1645" cy="207"/>
              </a:xfrm>
              <a:custGeom>
                <a:avLst/>
                <a:gdLst/>
                <a:ahLst/>
                <a:cxnLst>
                  <a:cxn ang="3">
                    <a:pos x="hc" y="t"/>
                  </a:cxn>
                  <a:cxn ang="cd2">
                    <a:pos x="l" y="vc"/>
                  </a:cxn>
                  <a:cxn ang="cd4">
                    <a:pos x="hc" y="b"/>
                  </a:cxn>
                  <a:cxn ang="0">
                    <a:pos x="r" y="vc"/>
                  </a:cxn>
                </a:cxnLst>
                <a:rect l="l" t="t" r="r" b="b"/>
                <a:pathLst>
                  <a:path w="1645" h="206">
                    <a:moveTo>
                      <a:pt x="0" y="0"/>
                    </a:moveTo>
                    <a:lnTo>
                      <a:pt x="1645" y="0"/>
                    </a:lnTo>
                    <a:lnTo>
                      <a:pt x="1645" y="207"/>
                    </a:lnTo>
                    <a:lnTo>
                      <a:pt x="0" y="207"/>
                    </a:lnTo>
                    <a:lnTo>
                      <a:pt x="0" y="0"/>
                    </a:lnTo>
                    <a:close/>
                  </a:path>
                </a:pathLst>
              </a:custGeom>
              <a:grp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a:ea typeface="阿里巴巴普惠体 Medium"/>
                  <a:cs typeface="阿里巴巴普惠体 Medium"/>
                  <a:sym typeface="Arial"/>
                </a:endParaRPr>
              </a:p>
            </p:txBody>
          </p:sp>
        </p:grpSp>
      </p:grpSp>
    </p:spTree>
    <p:custDataLst>
      <p:tags r:id="Ra9a4f809d1954c6d"/>
    </p:custDataLst>
  </p:cSld>
  <p:clrMapOvr>
    <a:masterClrMapping/>
  </p:clrMapOvr>
  <p:transition advTm="2000">
    <p:wheel spokes="8"/>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4" fill="hold" nodeType="afterEffect">
                                  <p:stCondLst>
                                    <p:cond delay="0"/>
                                  </p:stCondLst>
                                  <p:childTnLst>
                                    <p:set>
                                      <p:cBhvr>
                                        <p:cTn id="6" dur="1000" fill="hold">
                                          <p:stCondLst>
                                            <p:cond delay="0"/>
                                          </p:stCondLst>
                                        </p:cTn>
                                        <p:tgtEl>
                                          <p:spTgt spid="4"/>
                                        </p:tgtEl>
                                        <p:attrNameLst>
                                          <p:attrName>style.visibility</p:attrName>
                                        </p:attrNameLst>
                                      </p:cBhvr>
                                      <p:to>
                                        <p:strVal val="visible"/>
                                      </p:to>
                                    </p:set>
                                    <p:animEffect transition="in" filter="wipe(down)">
                                      <p:cBhvr>
                                        <p:cTn id="7" dur="1000"/>
                                        <p:tgtEl>
                                          <p:spTgt spid="4"/>
                                        </p:tgtEl>
                                      </p:cBhvr>
                                    </p:animEffect>
                                  </p:childTnLst>
                                </p:cTn>
                              </p:par>
                            </p:childTnLst>
                          </p:cTn>
                        </p:par>
                        <p:par>
                          <p:cTn id="8" fill="hold" nodeType="afterGroup">
                            <p:stCondLst>
                              <p:cond delay="1000"/>
                            </p:stCondLst>
                            <p:childTnLst>
                              <p:par>
                                <p:cTn id="9" presetID="47" presetClass="entr" presetSubtype="0" fill="hold" nodeType="afterEffect">
                                  <p:stCondLst>
                                    <p:cond delay="0"/>
                                  </p:stCondLst>
                                  <p:childTnLst>
                                    <p:set>
                                      <p:cBhvr>
                                        <p:cTn id="10" dur="1000" fill="hold">
                                          <p:stCondLst>
                                            <p:cond delay="0"/>
                                          </p:stCondLst>
                                        </p:cTn>
                                        <p:tgtEl>
                                          <p:spTgt spid="3"/>
                                        </p:tgtEl>
                                        <p:attrNameLst>
                                          <p:attrName>style.visibility</p:attrName>
                                        </p:attrNameLst>
                                      </p:cBhvr>
                                      <p:to>
                                        <p:strVal val="visible"/>
                                      </p:to>
                                    </p:set>
                                    <p:animEffect transition="in" filter="fade">
                                      <p:cBhvr>
                                        <p:cTn id="11" dur="1000"/>
                                        <p:tgtEl>
                                          <p:spTgt spid="3"/>
                                        </p:tgtEl>
                                      </p:cBhvr>
                                    </p:animEffect>
                                    <p:anim calcmode="lin" valueType="num">
                                      <p:cBhvr>
                                        <p:cTn id="12" dur="1000" fill="hold"/>
                                        <p:tgtEl>
                                          <p:spTgt spid="3"/>
                                        </p:tgtEl>
                                        <p:attrNameLst>
                                          <p:attrName>ppt_x</p:attrName>
                                        </p:attrNameLst>
                                      </p:cBhvr>
                                      <p:tavLst>
                                        <p:tav tm="0">
                                          <p:val>
                                            <p:strVal val="#ppt_x"/>
                                          </p:val>
                                        </p:tav>
                                        <p:tav tm="100000">
                                          <p:val>
                                            <p:strVal val="#ppt_x"/>
                                          </p:val>
                                        </p:tav>
                                      </p:tavLst>
                                    </p:anim>
                                    <p:anim calcmode="lin" valueType="num">
                                      <p:cBhvr>
                                        <p:cTn id="13" dur="1000" fill="hold"/>
                                        <p:tgtEl>
                                          <p:spTgt spid="3"/>
                                        </p:tgtEl>
                                        <p:attrNameLst>
                                          <p:attrName>ppt_y</p:attrName>
                                        </p:attrNameLst>
                                      </p:cBhvr>
                                      <p:tavLst>
                                        <p:tav tm="0">
                                          <p:val>
                                            <p:strVal val="#ppt_y-.1"/>
                                          </p:val>
                                        </p:tav>
                                        <p:tav tm="100000">
                                          <p:val>
                                            <p:strVal val="#ppt_y"/>
                                          </p:val>
                                        </p:tav>
                                      </p:tavLst>
                                    </p:anim>
                                  </p:childTnLst>
                                </p:cTn>
                              </p:par>
                            </p:childTnLst>
                          </p:cTn>
                        </p:par>
                        <p:par>
                          <p:cTn id="14" fill="hold" nodeType="afterGroup">
                            <p:stCondLst>
                              <p:cond delay="2000"/>
                            </p:stCondLst>
                            <p:childTnLst>
                              <p:par>
                                <p:cTn id="15" presetID="47" presetClass="entr" presetSubtype="0" fill="hold" nodeType="afterEffect">
                                  <p:stCondLst>
                                    <p:cond delay="0"/>
                                  </p:stCondLst>
                                  <p:childTnLst>
                                    <p:set>
                                      <p:cBhvr>
                                        <p:cTn id="16" dur="1000" fill="hold">
                                          <p:stCondLst>
                                            <p:cond delay="0"/>
                                          </p:stCondLst>
                                        </p:cTn>
                                        <p:tgtEl>
                                          <p:spTgt spid="5"/>
                                        </p:tgtEl>
                                        <p:attrNameLst>
                                          <p:attrName>style.visibility</p:attrName>
                                        </p:attrNameLst>
                                      </p:cBhvr>
                                      <p:to>
                                        <p:strVal val="visible"/>
                                      </p:to>
                                    </p:set>
                                    <p:animEffect transition="in" filter="fade">
                                      <p:cBhvr>
                                        <p:cTn id="17" dur="1000"/>
                                        <p:tgtEl>
                                          <p:spTgt spid="5"/>
                                        </p:tgtEl>
                                      </p:cBhvr>
                                    </p:animEffect>
                                    <p:anim calcmode="lin" valueType="num">
                                      <p:cBhvr>
                                        <p:cTn id="18" dur="1000" fill="hold"/>
                                        <p:tgtEl>
                                          <p:spTgt spid="5"/>
                                        </p:tgtEl>
                                        <p:attrNameLst>
                                          <p:attrName>ppt_x</p:attrName>
                                        </p:attrNameLst>
                                      </p:cBhvr>
                                      <p:tavLst>
                                        <p:tav tm="0">
                                          <p:val>
                                            <p:strVal val="#ppt_x"/>
                                          </p:val>
                                        </p:tav>
                                        <p:tav tm="100000">
                                          <p:val>
                                            <p:strVal val="#ppt_x"/>
                                          </p:val>
                                        </p:tav>
                                      </p:tavLst>
                                    </p:anim>
                                    <p:anim calcmode="lin" valueType="num">
                                      <p:cBhvr>
                                        <p:cTn id="19" dur="1000" fill="hold"/>
                                        <p:tgtEl>
                                          <p:spTgt spid="5"/>
                                        </p:tgtEl>
                                        <p:attrNameLst>
                                          <p:attrName>ppt_y</p:attrName>
                                        </p:attrNameLst>
                                      </p:cBhvr>
                                      <p:tavLst>
                                        <p:tav tm="0">
                                          <p:val>
                                            <p:strVal val="#ppt_y-.1"/>
                                          </p:val>
                                        </p:tav>
                                        <p:tav tm="100000">
                                          <p:val>
                                            <p:strVal val="#ppt_y"/>
                                          </p:val>
                                        </p:tav>
                                      </p:tavLst>
                                    </p:anim>
                                  </p:childTnLst>
                                </p:cTn>
                              </p:par>
                            </p:childTnLst>
                          </p:cTn>
                        </p:par>
                        <p:par>
                          <p:cTn id="20" fill="hold" nodeType="afterGroup">
                            <p:stCondLst>
                              <p:cond delay="3000"/>
                            </p:stCondLst>
                            <p:childTnLst>
                              <p:par>
                                <p:cTn id="21" presetID="29" presetClass="entr" presetSubtype="0" fill="hold" grpId="0" nodeType="afterEffect">
                                  <p:stCondLst>
                                    <p:cond delay="0"/>
                                  </p:stCondLst>
                                  <p:childTnLst>
                                    <p:set>
                                      <p:cBhvr>
                                        <p:cTn id="22" dur="1000" fill="hold">
                                          <p:stCondLst>
                                            <p:cond delay="0"/>
                                          </p:stCondLst>
                                        </p:cTn>
                                        <p:tgtEl>
                                          <p:spTgt spid="77"/>
                                        </p:tgtEl>
                                        <p:attrNameLst>
                                          <p:attrName>style.visibility</p:attrName>
                                        </p:attrNameLst>
                                      </p:cBhvr>
                                      <p:to>
                                        <p:strVal val="visible"/>
                                      </p:to>
                                    </p:set>
                                    <p:anim calcmode="lin" valueType="num">
                                      <p:cBhvr>
                                        <p:cTn id="23" dur="1000" fill="hold"/>
                                        <p:tgtEl>
                                          <p:spTgt spid="77"/>
                                        </p:tgtEl>
                                        <p:attrNameLst>
                                          <p:attrName>ppt_x</p:attrName>
                                        </p:attrNameLst>
                                      </p:cBhvr>
                                      <p:tavLst>
                                        <p:tav tm="0">
                                          <p:val>
                                            <p:strVal val="#ppt_x-.2"/>
                                          </p:val>
                                        </p:tav>
                                        <p:tav tm="100000">
                                          <p:val>
                                            <p:strVal val="#ppt_x"/>
                                          </p:val>
                                        </p:tav>
                                      </p:tavLst>
                                    </p:anim>
                                    <p:anim calcmode="lin" valueType="num">
                                      <p:cBhvr>
                                        <p:cTn id="24" dur="1000" fill="hold"/>
                                        <p:tgtEl>
                                          <p:spTgt spid="77"/>
                                        </p:tgtEl>
                                        <p:attrNameLst>
                                          <p:attrName>ppt_y</p:attrName>
                                        </p:attrNameLst>
                                      </p:cBhvr>
                                      <p:tavLst>
                                        <p:tav tm="0">
                                          <p:val>
                                            <p:strVal val="#ppt_y"/>
                                          </p:val>
                                        </p:tav>
                                        <p:tav tm="100000">
                                          <p:val>
                                            <p:strVal val="#ppt_y"/>
                                          </p:val>
                                        </p:tav>
                                      </p:tavLst>
                                    </p:anim>
                                    <p:animEffect transition="in" filter="wipe(right)" prLst="gradientSize: 0.1">
                                      <p:cBhvr>
                                        <p:cTn id="25" dur="1000"/>
                                        <p:tgtEl>
                                          <p:spTgt spid="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 grpId="0"/>
      <p:bldP spid="77" grpId="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图形"/>
          <p:cNvGrpSpPr/>
          <p:nvPr/>
        </p:nvGrpSpPr>
        <p:grpSpPr>
          <a:xfrm>
            <a:off x="1" y="300356"/>
            <a:ext cx="3197225" cy="576580"/>
            <a:chOff x="0" y="473"/>
            <a:chExt cx="5035" cy="908"/>
          </a:xfrm>
        </p:grpSpPr>
        <p:sp>
          <p:nvSpPr>
            <p:cNvPr id="2" name="图形"/>
            <p:cNvSpPr/>
            <p:nvPr>
              <p:custDataLst>
                <p:tags r:id="R448c69114d784d42"/>
              </p:custDataLst>
            </p:nvPr>
          </p:nvSpPr>
          <p:spPr>
            <a:xfrm rot="5400000">
              <a:off x="361" y="112"/>
              <a:ext cx="908" cy="1630"/>
            </a:xfrm>
            <a:prstGeom prst="round2SameRect">
              <a:avLst>
                <a:gd name="adj1" fmla="val 50000"/>
                <a:gd name="adj2" fmla="val 0"/>
              </a:avLst>
            </a:prstGeom>
            <a:solidFill>
              <a:srgbClr val="B4000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ltLang="zh-CN">
                <a:latin typeface="Arial"/>
                <a:ea typeface="阿里巴巴普惠体 Medium"/>
                <a:cs typeface="阿里巴巴普惠体 Medium"/>
                <a:sym typeface="Arial"/>
              </a:endParaRPr>
            </a:p>
          </p:txBody>
        </p:sp>
        <p:sp>
          <p:nvSpPr>
            <p:cNvPr id="3" name="图形"/>
            <p:cNvSpPr txBox="1"/>
            <p:nvPr>
              <p:custDataLst>
                <p:tags r:id="Ra1cef75d46694f2d"/>
              </p:custDataLst>
            </p:nvPr>
          </p:nvSpPr>
          <p:spPr>
            <a:xfrm>
              <a:off x="340" y="540"/>
              <a:ext cx="951" cy="775"/>
            </a:xfrm>
            <a:prstGeom prst="rect">
              <a:avLst/>
            </a:prstGeom>
            <a:noFill/>
          </p:spPr>
          <p:txBody>
            <a:bodyPr wrap="square" lIns="0" tIns="0" rIns="0" bIns="0" rtlCol="0">
              <a:spAutoFit/>
            </a:bodyPr>
            <a:lstStyle/>
            <a:p>
              <a:pPr algn="ctr">
                <a:lnSpc>
                  <a:spcPct val="100000"/>
                </a:lnSpc>
              </a:pPr>
              <a:r>
                <a:rPr lang="en-US" altLang="zh-CN" sz="3200" noProof="0">
                  <a:ln>
                    <a:noFill/>
                  </a:ln>
                  <a:solidFill>
                    <a:schemeClr val="bg1"/>
                  </a:solidFill>
                  <a:effectLst/>
                  <a:uLnTx/>
                  <a:uFillTx/>
                  <a:latin typeface="Arial"/>
                  <a:ea typeface="阿里巴巴普惠体 Medium"/>
                  <a:cs typeface="阿里巴巴普惠体 Medium"/>
                  <a:sym typeface="Arial"/>
                </a:rPr>
                <a:t>03</a:t>
              </a:r>
            </a:p>
          </p:txBody>
        </p:sp>
        <p:sp>
          <p:nvSpPr>
            <p:cNvPr id="29" name="图形"/>
            <p:cNvSpPr txBox="1"/>
            <p:nvPr>
              <p:custDataLst>
                <p:tags r:id="R03c30232c8304c2e"/>
              </p:custDataLst>
            </p:nvPr>
          </p:nvSpPr>
          <p:spPr>
            <a:xfrm>
              <a:off x="1878" y="491"/>
              <a:ext cx="3157" cy="872"/>
            </a:xfrm>
            <a:prstGeom prst="rect">
              <a:avLst/>
            </a:prstGeom>
            <a:noFill/>
          </p:spPr>
          <p:txBody>
            <a:bodyPr wrap="square" lIns="0" tIns="0" rIns="0" bIns="0" rtlCol="0">
              <a:spAutoFit/>
            </a:bodyPr>
            <a:lstStyle/>
            <a:p>
              <a:pPr algn="dist">
                <a:lnSpc>
                  <a:spcPct val="100000"/>
                </a:lnSpc>
              </a:pPr>
              <a:r>
                <a:rPr lang="zh-CN" altLang="en-US" sz="3600" noProof="0">
                  <a:ln>
                    <a:noFill/>
                  </a:ln>
                  <a:solidFill>
                    <a:schemeClr val="tx1">
                      <a:lumMod val="75000"/>
                      <a:lumOff val="25000"/>
                    </a:schemeClr>
                  </a:solidFill>
                  <a:effectLst/>
                  <a:uLnTx/>
                  <a:uFillTx/>
                  <a:latin typeface="Arial"/>
                  <a:ea typeface="阿里巴巴普惠体 Medium"/>
                  <a:cs typeface="阿里巴巴普惠体 Medium"/>
                  <a:sym typeface="Arial"/>
                </a:rPr>
                <a:t>宣传造势</a:t>
              </a:r>
            </a:p>
          </p:txBody>
        </p:sp>
      </p:grpSp>
      <p:grpSp>
        <p:nvGrpSpPr>
          <p:cNvPr id="8" name="图形"/>
          <p:cNvGrpSpPr/>
          <p:nvPr/>
        </p:nvGrpSpPr>
        <p:grpSpPr>
          <a:xfrm>
            <a:off x="1046480" y="1723391"/>
            <a:ext cx="10073640" cy="4173855"/>
            <a:chOff x="1630" y="2912"/>
            <a:chExt cx="15864" cy="6573"/>
          </a:xfrm>
        </p:grpSpPr>
        <p:cxnSp>
          <p:nvCxnSpPr>
            <p:cNvPr id="9" name="图形"/>
            <p:cNvCxnSpPr/>
            <p:nvPr>
              <p:custDataLst>
                <p:tags r:id="Rf25a7617234e430f"/>
              </p:custDataLst>
            </p:nvPr>
          </p:nvCxnSpPr>
          <p:spPr>
            <a:xfrm>
              <a:off x="1839" y="7473"/>
              <a:ext cx="15494" cy="0"/>
            </a:xfrm>
            <a:prstGeom prst="line">
              <a:avLst/>
            </a:prstGeom>
            <a:ln w="19050">
              <a:solidFill>
                <a:srgbClr val="B40005"/>
              </a:solidFill>
              <a:prstDash val="lgDash"/>
            </a:ln>
          </p:spPr>
          <p:style>
            <a:lnRef idx="1">
              <a:schemeClr val="accent1"/>
            </a:lnRef>
            <a:fillRef idx="0">
              <a:schemeClr val="accent1"/>
            </a:fillRef>
            <a:effectRef idx="0">
              <a:schemeClr val="accent1"/>
            </a:effectRef>
            <a:fontRef idx="minor">
              <a:schemeClr val="tx1"/>
            </a:fontRef>
          </p:style>
        </p:cxnSp>
        <p:sp>
          <p:nvSpPr>
            <p:cNvPr id="10" name="图形"/>
            <p:cNvSpPr/>
            <p:nvPr>
              <p:custDataLst>
                <p:tags r:id="Rf2ee8a4a115946d0"/>
              </p:custDataLst>
            </p:nvPr>
          </p:nvSpPr>
          <p:spPr>
            <a:xfrm>
              <a:off x="1878" y="7813"/>
              <a:ext cx="15454" cy="1672"/>
            </a:xfrm>
            <a:prstGeom prst="rect">
              <a:avLst/>
            </a:prstGeom>
          </p:spPr>
          <p:txBody>
            <a:bodyPr wrap="square">
              <a:spAutoFit/>
            </a:bodyPr>
            <a:lstStyle/>
            <a:p>
              <a:pPr algn="ctr">
                <a:lnSpc>
                  <a:spcPct val="150000"/>
                </a:lnSpc>
              </a:pPr>
              <a:r>
                <a:rPr lang="zh-CN" altLang="en-US" sz="1400">
                  <a:solidFill>
                    <a:schemeClr val="tx1">
                      <a:lumMod val="65000"/>
                      <a:lumOff val="35000"/>
                    </a:schemeClr>
                  </a:solidFill>
                  <a:latin typeface="Arial"/>
                  <a:ea typeface="阿里巴巴普惠体 Medium"/>
                  <a:cs typeface="阿里巴巴普惠体 Medium"/>
                  <a:sym typeface="Arial"/>
                </a:rPr>
                <a:t>单击此处输入您的文本内容，可更改文字的颜色或者大X等属性。单击此处输入您的文本内容，可更改文字的颜色或者大X等属性。单击此处输入您的文本内容，可更改文字的颜色或者大X等属性。单击此处输入您的文本内容，可更改文字的颜色或者大X等属性。单击此处输入您的文本内容，可更改文字的颜色或者大X等属性。</a:t>
              </a:r>
              <a:endParaRPr lang="en-US" altLang="zh-CN" sz="1400">
                <a:solidFill>
                  <a:schemeClr val="tx1">
                    <a:lumMod val="85000"/>
                    <a:lumOff val="15000"/>
                  </a:schemeClr>
                </a:solidFill>
                <a:latin typeface="Arial"/>
                <a:ea typeface="阿里巴巴普惠体 Medium"/>
                <a:cs typeface="阿里巴巴普惠体 Medium"/>
                <a:sym typeface="Arial"/>
              </a:endParaRPr>
            </a:p>
          </p:txBody>
        </p:sp>
        <p:cxnSp>
          <p:nvCxnSpPr>
            <p:cNvPr id="12" name="图形"/>
            <p:cNvCxnSpPr/>
            <p:nvPr>
              <p:custDataLst>
                <p:tags r:id="Rc3e568eea7d44942"/>
              </p:custDataLst>
            </p:nvPr>
          </p:nvCxnSpPr>
          <p:spPr>
            <a:xfrm flipH="1">
              <a:off x="6662" y="3456"/>
              <a:ext cx="0" cy="3395"/>
            </a:xfrm>
            <a:prstGeom prst="line">
              <a:avLst/>
            </a:prstGeom>
            <a:ln w="19050">
              <a:solidFill>
                <a:srgbClr val="8A0006"/>
              </a:solidFill>
            </a:ln>
          </p:spPr>
          <p:style>
            <a:lnRef idx="1">
              <a:schemeClr val="accent1"/>
            </a:lnRef>
            <a:fillRef idx="0">
              <a:schemeClr val="accent1"/>
            </a:fillRef>
            <a:effectRef idx="0">
              <a:schemeClr val="accent1"/>
            </a:effectRef>
            <a:fontRef idx="minor">
              <a:schemeClr val="tx1"/>
            </a:fontRef>
          </p:style>
        </p:cxnSp>
        <p:cxnSp>
          <p:nvCxnSpPr>
            <p:cNvPr id="13" name="图形"/>
            <p:cNvCxnSpPr/>
            <p:nvPr>
              <p:custDataLst>
                <p:tags r:id="Reda503fbd7f34e30"/>
              </p:custDataLst>
            </p:nvPr>
          </p:nvCxnSpPr>
          <p:spPr>
            <a:xfrm flipH="1">
              <a:off x="12462" y="3456"/>
              <a:ext cx="0" cy="3395"/>
            </a:xfrm>
            <a:prstGeom prst="line">
              <a:avLst/>
            </a:prstGeom>
            <a:ln w="19050">
              <a:solidFill>
                <a:srgbClr val="8A0006"/>
              </a:solidFill>
            </a:ln>
          </p:spPr>
          <p:style>
            <a:lnRef idx="1">
              <a:schemeClr val="accent1"/>
            </a:lnRef>
            <a:fillRef idx="0">
              <a:schemeClr val="accent1"/>
            </a:fillRef>
            <a:effectRef idx="0">
              <a:schemeClr val="accent1"/>
            </a:effectRef>
            <a:fontRef idx="minor">
              <a:schemeClr val="tx1"/>
            </a:fontRef>
          </p:style>
        </p:cxnSp>
        <p:sp>
          <p:nvSpPr>
            <p:cNvPr id="21" name="图形"/>
            <p:cNvSpPr txBox="1"/>
            <p:nvPr>
              <p:custDataLst>
                <p:tags r:id="Rbca493c74b3e4dc4"/>
              </p:custDataLst>
            </p:nvPr>
          </p:nvSpPr>
          <p:spPr>
            <a:xfrm>
              <a:off x="2662" y="6064"/>
              <a:ext cx="2199" cy="727"/>
            </a:xfrm>
            <a:prstGeom prst="rect">
              <a:avLst/>
            </a:prstGeom>
            <a:noFill/>
          </p:spPr>
          <p:txBody>
            <a:bodyPr wrap="none" rtlCol="0">
              <a:spAutoFit/>
            </a:bodyPr>
            <a:lstStyle/>
            <a:p>
              <a:pPr algn="ctr"/>
              <a:r>
                <a:rPr lang="zh-CN" altLang="en-US" sz="2400">
                  <a:solidFill>
                    <a:schemeClr val="tx1">
                      <a:lumMod val="75000"/>
                      <a:lumOff val="25000"/>
                    </a:schemeClr>
                  </a:solidFill>
                  <a:latin typeface="Arial"/>
                  <a:ea typeface="阿里巴巴普惠体 Medium"/>
                  <a:cs typeface="阿里巴巴普惠体 Medium"/>
                  <a:sym typeface="Arial"/>
                </a:rPr>
                <a:t>添加标题</a:t>
              </a:r>
            </a:p>
          </p:txBody>
        </p:sp>
        <p:sp>
          <p:nvSpPr>
            <p:cNvPr id="19" name="图形"/>
            <p:cNvSpPr txBox="1"/>
            <p:nvPr>
              <p:custDataLst>
                <p:tags r:id="Rc0540f8627054884"/>
              </p:custDataLst>
            </p:nvPr>
          </p:nvSpPr>
          <p:spPr>
            <a:xfrm>
              <a:off x="8462" y="6064"/>
              <a:ext cx="2199" cy="727"/>
            </a:xfrm>
            <a:prstGeom prst="rect">
              <a:avLst/>
            </a:prstGeom>
            <a:noFill/>
          </p:spPr>
          <p:txBody>
            <a:bodyPr wrap="none" rtlCol="0">
              <a:spAutoFit/>
            </a:bodyPr>
            <a:lstStyle/>
            <a:p>
              <a:pPr algn="ctr"/>
              <a:r>
                <a:rPr lang="zh-CN" altLang="en-US" sz="2400">
                  <a:solidFill>
                    <a:schemeClr val="tx1">
                      <a:lumMod val="75000"/>
                      <a:lumOff val="25000"/>
                    </a:schemeClr>
                  </a:solidFill>
                  <a:latin typeface="Arial"/>
                  <a:ea typeface="阿里巴巴普惠体 Medium"/>
                  <a:cs typeface="阿里巴巴普惠体 Medium"/>
                  <a:sym typeface="Arial"/>
                </a:rPr>
                <a:t>添加标题</a:t>
              </a:r>
            </a:p>
          </p:txBody>
        </p:sp>
        <p:sp>
          <p:nvSpPr>
            <p:cNvPr id="17" name="图形"/>
            <p:cNvSpPr txBox="1"/>
            <p:nvPr>
              <p:custDataLst>
                <p:tags r:id="Rb64da47c5af24aae"/>
              </p:custDataLst>
            </p:nvPr>
          </p:nvSpPr>
          <p:spPr>
            <a:xfrm>
              <a:off x="14262" y="6064"/>
              <a:ext cx="2199" cy="727"/>
            </a:xfrm>
            <a:prstGeom prst="rect">
              <a:avLst/>
            </a:prstGeom>
            <a:noFill/>
          </p:spPr>
          <p:txBody>
            <a:bodyPr wrap="none" rtlCol="0">
              <a:spAutoFit/>
            </a:bodyPr>
            <a:lstStyle/>
            <a:p>
              <a:pPr algn="ctr"/>
              <a:r>
                <a:rPr lang="zh-CN" altLang="en-US" sz="2400">
                  <a:solidFill>
                    <a:schemeClr val="tx1">
                      <a:lumMod val="75000"/>
                      <a:lumOff val="25000"/>
                    </a:schemeClr>
                  </a:solidFill>
                  <a:latin typeface="Arial"/>
                  <a:ea typeface="阿里巴巴普惠体 Medium"/>
                  <a:cs typeface="阿里巴巴普惠体 Medium"/>
                  <a:sym typeface="Arial"/>
                </a:rPr>
                <a:t>添加标题</a:t>
              </a:r>
            </a:p>
          </p:txBody>
        </p:sp>
        <p:pic>
          <p:nvPicPr>
            <p:cNvPr id="5" name="图形" descr="5d00bd0a5eee5"/>
            <p:cNvPicPr>
              <a:picLocks noChangeAspect="1"/>
            </p:cNvPicPr>
            <p:nvPr/>
          </p:nvPicPr>
          <p:blipFill>
            <a:blip r:embed="R038ddc998e6441b3">
              <a:extLst>
                <a:ext uri="{28A0092B-C50C-407E-A947-70E740481C1C}">
                  <a14:useLocalDpi xmlns:a14="http://schemas.microsoft.com/office/drawing/2010/main"/>
                </a:ext>
              </a:extLst>
            </a:blip>
            <a:stretch>
              <a:fillRect/>
            </a:stretch>
          </p:blipFill>
          <p:spPr>
            <a:xfrm>
              <a:off x="1630" y="2912"/>
              <a:ext cx="4264" cy="2843"/>
            </a:xfrm>
            <a:prstGeom prst="rect">
              <a:avLst/>
            </a:prstGeom>
          </p:spPr>
        </p:pic>
        <p:pic>
          <p:nvPicPr>
            <p:cNvPr id="6" name="图形" descr="5d00bd0a5eee5"/>
            <p:cNvPicPr>
              <a:picLocks noChangeAspect="1"/>
            </p:cNvPicPr>
            <p:nvPr>
              <p:custDataLst>
                <p:tags r:id="Rd6aa9e2dbb6f4d57"/>
              </p:custDataLst>
            </p:nvPr>
          </p:nvPicPr>
          <p:blipFill>
            <a:blip r:embed="R038ddc998e6441b3">
              <a:extLst>
                <a:ext uri="{28A0092B-C50C-407E-A947-70E740481C1C}">
                  <a14:useLocalDpi xmlns:a14="http://schemas.microsoft.com/office/drawing/2010/main"/>
                </a:ext>
              </a:extLst>
            </a:blip>
            <a:stretch>
              <a:fillRect/>
            </a:stretch>
          </p:blipFill>
          <p:spPr>
            <a:xfrm>
              <a:off x="7454" y="2912"/>
              <a:ext cx="4264" cy="2843"/>
            </a:xfrm>
            <a:prstGeom prst="rect">
              <a:avLst/>
            </a:prstGeom>
          </p:spPr>
        </p:pic>
        <p:pic>
          <p:nvPicPr>
            <p:cNvPr id="7" name="图形" descr="5d00bd0a5eee5"/>
            <p:cNvPicPr>
              <a:picLocks noChangeAspect="1"/>
            </p:cNvPicPr>
            <p:nvPr>
              <p:custDataLst>
                <p:tags r:id="R654cca2f490340bd"/>
              </p:custDataLst>
            </p:nvPr>
          </p:nvPicPr>
          <p:blipFill>
            <a:blip r:embed="R038ddc998e6441b3">
              <a:extLst>
                <a:ext uri="{28A0092B-C50C-407E-A947-70E740481C1C}">
                  <a14:useLocalDpi xmlns:a14="http://schemas.microsoft.com/office/drawing/2010/main"/>
                </a:ext>
              </a:extLst>
            </a:blip>
            <a:stretch>
              <a:fillRect/>
            </a:stretch>
          </p:blipFill>
          <p:spPr>
            <a:xfrm>
              <a:off x="13230" y="2912"/>
              <a:ext cx="4264" cy="2843"/>
            </a:xfrm>
            <a:prstGeom prst="rect">
              <a:avLst/>
            </a:prstGeom>
          </p:spPr>
        </p:pic>
      </p:grpSp>
    </p:spTree>
    <p:custDataLst>
      <p:tags r:id="R802b75a4e70647a5"/>
    </p:custDataLst>
  </p:cSld>
  <p:clrMapOvr>
    <a:masterClrMapping/>
  </p:clrMapOvr>
  <p:transition advTm="2000">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ppt_x</p:attrName>
                                        </p:attrNameLst>
                                      </p:cBhvr>
                                      <p:tavLst>
                                        <p:tav tm="0">
                                          <p:val>
                                            <p:strVal val="#ppt_x-.2"/>
                                          </p:val>
                                        </p:tav>
                                        <p:tav tm="100000">
                                          <p:val>
                                            <p:strVal val="#ppt_x"/>
                                          </p:val>
                                        </p:tav>
                                      </p:tavLst>
                                    </p:anim>
                                    <p:anim calcmode="lin" valueType="num">
                                      <p:cBhvr>
                                        <p:cTn id="8" dur="1000" fill="hold"/>
                                        <p:tgtEl>
                                          <p:spTgt spid="4"/>
                                        </p:tgtEl>
                                        <p:attrNameLst>
                                          <p:attrName>ppt_y</p:attrName>
                                        </p:attrNameLst>
                                      </p:cBhvr>
                                      <p:tavLst>
                                        <p:tav tm="0">
                                          <p:val>
                                            <p:strVal val="#ppt_y"/>
                                          </p:val>
                                        </p:tav>
                                        <p:tav tm="100000">
                                          <p:val>
                                            <p:strVal val="#ppt_y"/>
                                          </p:val>
                                        </p:tav>
                                      </p:tavLst>
                                    </p:anim>
                                    <p:animEffect transition="in" filter="wipe(right)" prLst="gradientSize: 0.1">
                                      <p:cBhvr>
                                        <p:cTn id="9" dur="1000"/>
                                        <p:tgtEl>
                                          <p:spTgt spid="4"/>
                                        </p:tgtEl>
                                      </p:cBhvr>
                                    </p:animEffect>
                                  </p:childTnLst>
                                </p:cTn>
                              </p:par>
                            </p:childTnLst>
                          </p:cTn>
                        </p:par>
                      </p:childTnLst>
                    </p:cTn>
                  </p:par>
                  <p:par>
                    <p:cTn id="10" fill="hold" nodeType="clickPar">
                      <p:stCondLst>
                        <p:cond delay="indefinite"/>
                      </p:stCondLst>
                      <p:childTnLst>
                        <p:par>
                          <p:cTn id="11" fill="hold" nodeType="afterGroup">
                            <p:stCondLst>
                              <p:cond delay="0"/>
                            </p:stCondLst>
                            <p:childTnLst>
                              <p:par>
                                <p:cTn id="12" presetID="17" presetClass="entr" presetSubtype="10" fill="hold" nodeType="clickEffect">
                                  <p:stCondLst>
                                    <p:cond delay="0"/>
                                  </p:stCondLst>
                                  <p:childTnLst>
                                    <p:set>
                                      <p:cBhvr>
                                        <p:cTn id="13" dur="1" fill="hold">
                                          <p:stCondLst>
                                            <p:cond delay="0"/>
                                          </p:stCondLst>
                                        </p:cTn>
                                        <p:tgtEl>
                                          <p:spTgt spid="8"/>
                                        </p:tgtEl>
                                        <p:attrNameLst>
                                          <p:attrName>style.visibility</p:attrName>
                                        </p:attrNameLst>
                                      </p:cBhvr>
                                      <p:to>
                                        <p:strVal val="visible"/>
                                      </p:to>
                                    </p:set>
                                    <p:anim calcmode="lin" valueType="num">
                                      <p:cBhvr>
                                        <p:cTn id="14" dur="500" fill="hold"/>
                                        <p:tgtEl>
                                          <p:spTgt spid="8"/>
                                        </p:tgtEl>
                                        <p:attrNameLst>
                                          <p:attrName>ppt_w</p:attrName>
                                        </p:attrNameLst>
                                      </p:cBhvr>
                                      <p:tavLst>
                                        <p:tav tm="0">
                                          <p:val>
                                            <p:fltVal val="0"/>
                                          </p:val>
                                        </p:tav>
                                        <p:tav tm="100000">
                                          <p:val>
                                            <p:strVal val="#ppt_w"/>
                                          </p:val>
                                        </p:tav>
                                      </p:tavLst>
                                    </p:anim>
                                    <p:anim calcmode="lin" valueType="num">
                                      <p:cBhvr>
                                        <p:cTn id="15" dur="500" fill="hold"/>
                                        <p:tgtEl>
                                          <p:spTgt spid="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图形"/>
          <p:cNvGrpSpPr/>
          <p:nvPr/>
        </p:nvGrpSpPr>
        <p:grpSpPr>
          <a:xfrm>
            <a:off x="1" y="300356"/>
            <a:ext cx="3197225" cy="576580"/>
            <a:chOff x="0" y="473"/>
            <a:chExt cx="5035" cy="908"/>
          </a:xfrm>
        </p:grpSpPr>
        <p:sp>
          <p:nvSpPr>
            <p:cNvPr id="2" name="图形"/>
            <p:cNvSpPr/>
            <p:nvPr>
              <p:custDataLst>
                <p:tags r:id="R807a382a47b54155"/>
              </p:custDataLst>
            </p:nvPr>
          </p:nvSpPr>
          <p:spPr>
            <a:xfrm rot="5400000">
              <a:off x="361" y="112"/>
              <a:ext cx="908" cy="1630"/>
            </a:xfrm>
            <a:prstGeom prst="round2SameRect">
              <a:avLst>
                <a:gd name="adj1" fmla="val 50000"/>
                <a:gd name="adj2" fmla="val 0"/>
              </a:avLst>
            </a:prstGeom>
            <a:solidFill>
              <a:srgbClr val="B4000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ltLang="zh-CN">
                <a:latin typeface="Arial"/>
                <a:ea typeface="阿里巴巴普惠体 Medium"/>
                <a:cs typeface="阿里巴巴普惠体 Medium"/>
                <a:sym typeface="Arial"/>
              </a:endParaRPr>
            </a:p>
          </p:txBody>
        </p:sp>
        <p:sp>
          <p:nvSpPr>
            <p:cNvPr id="3" name="图形"/>
            <p:cNvSpPr txBox="1"/>
            <p:nvPr>
              <p:custDataLst>
                <p:tags r:id="R6593bbc74c534e0a"/>
              </p:custDataLst>
            </p:nvPr>
          </p:nvSpPr>
          <p:spPr>
            <a:xfrm>
              <a:off x="340" y="540"/>
              <a:ext cx="951" cy="775"/>
            </a:xfrm>
            <a:prstGeom prst="rect">
              <a:avLst/>
            </a:prstGeom>
            <a:noFill/>
          </p:spPr>
          <p:txBody>
            <a:bodyPr wrap="square" lIns="0" tIns="0" rIns="0" bIns="0" rtlCol="0">
              <a:spAutoFit/>
            </a:bodyPr>
            <a:lstStyle/>
            <a:p>
              <a:pPr algn="ctr">
                <a:lnSpc>
                  <a:spcPct val="100000"/>
                </a:lnSpc>
              </a:pPr>
              <a:r>
                <a:rPr lang="en-US" altLang="zh-CN" sz="3200" noProof="0">
                  <a:ln>
                    <a:noFill/>
                  </a:ln>
                  <a:solidFill>
                    <a:schemeClr val="bg1"/>
                  </a:solidFill>
                  <a:effectLst/>
                  <a:uLnTx/>
                  <a:uFillTx/>
                  <a:latin typeface="Arial"/>
                  <a:ea typeface="阿里巴巴普惠体 Medium"/>
                  <a:cs typeface="阿里巴巴普惠体 Medium"/>
                  <a:sym typeface="Arial"/>
                </a:rPr>
                <a:t>03</a:t>
              </a:r>
            </a:p>
          </p:txBody>
        </p:sp>
        <p:sp>
          <p:nvSpPr>
            <p:cNvPr id="29" name="图形"/>
            <p:cNvSpPr txBox="1"/>
            <p:nvPr>
              <p:custDataLst>
                <p:tags r:id="R10312ed8b15a430b"/>
              </p:custDataLst>
            </p:nvPr>
          </p:nvSpPr>
          <p:spPr>
            <a:xfrm>
              <a:off x="1878" y="491"/>
              <a:ext cx="3157" cy="872"/>
            </a:xfrm>
            <a:prstGeom prst="rect">
              <a:avLst/>
            </a:prstGeom>
            <a:noFill/>
          </p:spPr>
          <p:txBody>
            <a:bodyPr wrap="square" lIns="0" tIns="0" rIns="0" bIns="0" rtlCol="0">
              <a:spAutoFit/>
            </a:bodyPr>
            <a:lstStyle/>
            <a:p>
              <a:pPr algn="dist">
                <a:lnSpc>
                  <a:spcPct val="100000"/>
                </a:lnSpc>
              </a:pPr>
              <a:r>
                <a:rPr lang="zh-CN" altLang="en-US" sz="3600" noProof="0">
                  <a:ln>
                    <a:noFill/>
                  </a:ln>
                  <a:solidFill>
                    <a:schemeClr val="tx1">
                      <a:lumMod val="75000"/>
                      <a:lumOff val="25000"/>
                    </a:schemeClr>
                  </a:solidFill>
                  <a:effectLst/>
                  <a:uLnTx/>
                  <a:uFillTx/>
                  <a:latin typeface="Arial"/>
                  <a:ea typeface="阿里巴巴普惠体 Medium"/>
                  <a:cs typeface="阿里巴巴普惠体 Medium"/>
                  <a:sym typeface="Arial"/>
                </a:rPr>
                <a:t>宣传造势</a:t>
              </a:r>
            </a:p>
          </p:txBody>
        </p:sp>
      </p:grpSp>
      <p:grpSp>
        <p:nvGrpSpPr>
          <p:cNvPr id="31" name="图形"/>
          <p:cNvGrpSpPr/>
          <p:nvPr/>
        </p:nvGrpSpPr>
        <p:grpSpPr>
          <a:xfrm>
            <a:off x="1035051" y="1591945"/>
            <a:ext cx="9997440" cy="4810760"/>
            <a:chOff x="1630" y="2507"/>
            <a:chExt cx="15744" cy="7576"/>
          </a:xfrm>
        </p:grpSpPr>
        <p:grpSp>
          <p:nvGrpSpPr>
            <p:cNvPr id="28" name="组合 27"/>
            <p:cNvGrpSpPr/>
            <p:nvPr/>
          </p:nvGrpSpPr>
          <p:grpSpPr>
            <a:xfrm>
              <a:off x="1630" y="2868"/>
              <a:ext cx="7025" cy="7215"/>
              <a:chOff x="1630" y="3364"/>
              <a:chExt cx="7025" cy="7215"/>
            </a:xfrm>
          </p:grpSpPr>
          <p:pic>
            <p:nvPicPr>
              <p:cNvPr id="6" name="图形" descr="D:/包图网/包图网素材/商务办公/5d00bd382fdc6.jpg5d00bd382fdc6"/>
              <p:cNvPicPr>
                <a:picLocks noChangeAspect="1"/>
              </p:cNvPicPr>
              <p:nvPr>
                <p:custDataLst>
                  <p:tags r:id="R69ffe63a2943435f"/>
                </p:custDataLst>
              </p:nvPr>
            </p:nvPicPr>
            <p:blipFill>
              <a:blip r:embed="R6c7dcef3db234aaf">
                <a:extLst>
                  <a:ext uri="{28A0092B-C50C-407E-A947-70E740481C1C}">
                    <a14:useLocalDpi xmlns:a14="http://schemas.microsoft.com/office/drawing/2010/main"/>
                  </a:ext>
                </a:extLst>
              </a:blip>
              <a:stretch>
                <a:fillRect/>
              </a:stretch>
            </p:blipFill>
            <p:spPr>
              <a:xfrm>
                <a:off x="1630" y="3364"/>
                <a:ext cx="6536" cy="5939"/>
              </a:xfrm>
              <a:custGeom>
                <a:avLst/>
                <a:gdLst>
                  <a:gd name="idx" fmla="cos wd2 2700000"/>
                  <a:gd name="idy" fmla="sin hd2 2700000"/>
                  <a:gd name="il" fmla="+- hc 0 wd2"/>
                  <a:gd name="ir" fmla="+- hc wd2 0"/>
                  <a:gd name="it" fmla="+- vc 0 idx"/>
                  <a:gd name="ib" fmla="+- vc idx 0"/>
                </a:gdLst>
                <a:ahLst/>
                <a:cxnLst>
                  <a:cxn ang="3cd4">
                    <a:pos x="hc" y="t"/>
                  </a:cxn>
                  <a:cxn ang="3cd4">
                    <a:pos x="hd2" y="il"/>
                  </a:cxn>
                  <a:cxn ang="cd2">
                    <a:pos x="l" y="vc"/>
                  </a:cxn>
                  <a:cxn ang="cd4">
                    <a:pos x="hd2" y="ir"/>
                  </a:cxn>
                  <a:cxn ang="cd4">
                    <a:pos x="hc" y="b"/>
                  </a:cxn>
                  <a:cxn ang="cd4">
                    <a:pos x="idy" y="ir"/>
                  </a:cxn>
                  <a:cxn ang="0">
                    <a:pos x="r" y="vc"/>
                  </a:cxn>
                  <a:cxn ang="3cd4">
                    <a:pos x="idy" y="il"/>
                  </a:cxn>
                </a:cxnLst>
                <a:rect l="hd2" t="il" r="idy" b="ir"/>
                <a:pathLst>
                  <a:path w="6116" h="5557">
                    <a:moveTo>
                      <a:pt x="3058" y="0"/>
                    </a:moveTo>
                    <a:cubicBezTo>
                      <a:pt x="4747" y="0"/>
                      <a:pt x="6116" y="1318"/>
                      <a:pt x="6116" y="2943"/>
                    </a:cubicBezTo>
                    <a:cubicBezTo>
                      <a:pt x="6116" y="4060"/>
                      <a:pt x="5468" y="5032"/>
                      <a:pt x="4515" y="5530"/>
                    </a:cubicBezTo>
                    <a:lnTo>
                      <a:pt x="4462" y="5557"/>
                    </a:lnTo>
                    <a:lnTo>
                      <a:pt x="1653" y="5557"/>
                    </a:lnTo>
                    <a:lnTo>
                      <a:pt x="1600" y="5530"/>
                    </a:lnTo>
                    <a:cubicBezTo>
                      <a:pt x="647" y="5032"/>
                      <a:pt x="0" y="4060"/>
                      <a:pt x="0" y="2943"/>
                    </a:cubicBezTo>
                    <a:cubicBezTo>
                      <a:pt x="0" y="1318"/>
                      <a:pt x="1369" y="0"/>
                      <a:pt x="3058" y="0"/>
                    </a:cubicBezTo>
                    <a:close/>
                  </a:path>
                </a:pathLst>
              </a:custGeom>
            </p:spPr>
          </p:pic>
          <p:sp>
            <p:nvSpPr>
              <p:cNvPr id="10" name="图形"/>
              <p:cNvSpPr/>
              <p:nvPr>
                <p:custDataLst>
                  <p:tags r:id="Rd39bec959140417b"/>
                </p:custDataLst>
              </p:nvPr>
            </p:nvSpPr>
            <p:spPr>
              <a:xfrm rot="2475510">
                <a:off x="6077" y="3779"/>
                <a:ext cx="2579" cy="6800"/>
              </a:xfrm>
              <a:custGeom>
                <a:avLst/>
                <a:gdLst>
                  <a:gd name="connsiteX0" fmla="*/ 414046 w 1656184"/>
                  <a:gd name="connsiteY0" fmla="*/ 4358333 h 4365104"/>
                  <a:gd name="connsiteX1" fmla="*/ 419987 w 1656184"/>
                  <a:gd name="connsiteY1" fmla="*/ 4365104 h 4365104"/>
                  <a:gd name="connsiteX2" fmla="*/ 414046 w 1656184"/>
                  <a:gd name="connsiteY2" fmla="*/ 4365104 h 4365104"/>
                  <a:gd name="connsiteX3" fmla="*/ 828092 w 1656184"/>
                  <a:gd name="connsiteY3" fmla="*/ 0 h 4365104"/>
                  <a:gd name="connsiteX4" fmla="*/ 1656184 w 1656184"/>
                  <a:gd name="connsiteY4" fmla="*/ 828092 h 4365104"/>
                  <a:gd name="connsiteX5" fmla="*/ 1242138 w 1656184"/>
                  <a:gd name="connsiteY5" fmla="*/ 828092 h 4365104"/>
                  <a:gd name="connsiteX6" fmla="*/ 1242138 w 1656184"/>
                  <a:gd name="connsiteY6" fmla="*/ 3609630 h 4365104"/>
                  <a:gd name="connsiteX7" fmla="*/ 414046 w 1656184"/>
                  <a:gd name="connsiteY7" fmla="*/ 4336065 h 4365104"/>
                  <a:gd name="connsiteX8" fmla="*/ 414046 w 1656184"/>
                  <a:gd name="connsiteY8" fmla="*/ 828092 h 4365104"/>
                  <a:gd name="connsiteX9" fmla="*/ 0 w 1656184"/>
                  <a:gd name="connsiteY9" fmla="*/ 828092 h 4365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56183" h="4365104">
                    <a:moveTo>
                      <a:pt x="414046" y="4358333"/>
                    </a:moveTo>
                    <a:lnTo>
                      <a:pt x="419987" y="4365104"/>
                    </a:lnTo>
                    <a:lnTo>
                      <a:pt x="414046" y="4365104"/>
                    </a:lnTo>
                    <a:close/>
                    <a:moveTo>
                      <a:pt x="828092" y="0"/>
                    </a:moveTo>
                    <a:lnTo>
                      <a:pt x="1656184" y="828092"/>
                    </a:lnTo>
                    <a:lnTo>
                      <a:pt x="1242138" y="828092"/>
                    </a:lnTo>
                    <a:lnTo>
                      <a:pt x="1242138" y="3609630"/>
                    </a:lnTo>
                    <a:lnTo>
                      <a:pt x="414046" y="4336065"/>
                    </a:lnTo>
                    <a:lnTo>
                      <a:pt x="414046" y="828092"/>
                    </a:lnTo>
                    <a:lnTo>
                      <a:pt x="0" y="828092"/>
                    </a:lnTo>
                    <a:close/>
                  </a:path>
                </a:pathLst>
              </a:custGeom>
              <a:solidFill>
                <a:srgbClr val="8A000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ct val="0"/>
                  </a:spcBef>
                  <a:spcAft>
                    <a:spcPct val="0"/>
                  </a:spcAft>
                  <a:defRPr/>
                </a:pPr>
                <a:endParaRPr lang="zh-CN" altLang="en-US">
                  <a:solidFill>
                    <a:schemeClr val="accent4">
                      <a:lumMod val="25000"/>
                    </a:schemeClr>
                  </a:solidFill>
                  <a:latin typeface="Arial"/>
                  <a:ea typeface="阿里巴巴普惠体 Medium"/>
                  <a:cs typeface="阿里巴巴普惠体 Medium"/>
                  <a:sym typeface="Arial"/>
                </a:endParaRPr>
              </a:p>
            </p:txBody>
          </p:sp>
          <p:sp>
            <p:nvSpPr>
              <p:cNvPr id="12" name="图形"/>
              <p:cNvSpPr/>
              <p:nvPr>
                <p:custDataLst>
                  <p:tags r:id="R2a534325e03a439e"/>
                </p:custDataLst>
              </p:nvPr>
            </p:nvSpPr>
            <p:spPr>
              <a:xfrm rot="2475510">
                <a:off x="5154" y="4244"/>
                <a:ext cx="2365" cy="6233"/>
              </a:xfrm>
              <a:custGeom>
                <a:avLst/>
                <a:gdLst>
                  <a:gd name="connsiteX0" fmla="*/ 414046 w 1656184"/>
                  <a:gd name="connsiteY0" fmla="*/ 4358333 h 4365104"/>
                  <a:gd name="connsiteX1" fmla="*/ 419987 w 1656184"/>
                  <a:gd name="connsiteY1" fmla="*/ 4365104 h 4365104"/>
                  <a:gd name="connsiteX2" fmla="*/ 414046 w 1656184"/>
                  <a:gd name="connsiteY2" fmla="*/ 4365104 h 4365104"/>
                  <a:gd name="connsiteX3" fmla="*/ 828092 w 1656184"/>
                  <a:gd name="connsiteY3" fmla="*/ 0 h 4365104"/>
                  <a:gd name="connsiteX4" fmla="*/ 1656184 w 1656184"/>
                  <a:gd name="connsiteY4" fmla="*/ 828092 h 4365104"/>
                  <a:gd name="connsiteX5" fmla="*/ 1242138 w 1656184"/>
                  <a:gd name="connsiteY5" fmla="*/ 828092 h 4365104"/>
                  <a:gd name="connsiteX6" fmla="*/ 1242138 w 1656184"/>
                  <a:gd name="connsiteY6" fmla="*/ 3609630 h 4365104"/>
                  <a:gd name="connsiteX7" fmla="*/ 414046 w 1656184"/>
                  <a:gd name="connsiteY7" fmla="*/ 4336065 h 4365104"/>
                  <a:gd name="connsiteX8" fmla="*/ 414046 w 1656184"/>
                  <a:gd name="connsiteY8" fmla="*/ 828092 h 4365104"/>
                  <a:gd name="connsiteX9" fmla="*/ 0 w 1656184"/>
                  <a:gd name="connsiteY9" fmla="*/ 828092 h 4365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56183" h="4365104">
                    <a:moveTo>
                      <a:pt x="414046" y="4358333"/>
                    </a:moveTo>
                    <a:lnTo>
                      <a:pt x="419987" y="4365104"/>
                    </a:lnTo>
                    <a:lnTo>
                      <a:pt x="414046" y="4365104"/>
                    </a:lnTo>
                    <a:close/>
                    <a:moveTo>
                      <a:pt x="828092" y="0"/>
                    </a:moveTo>
                    <a:lnTo>
                      <a:pt x="1656184" y="828092"/>
                    </a:lnTo>
                    <a:lnTo>
                      <a:pt x="1242138" y="828092"/>
                    </a:lnTo>
                    <a:lnTo>
                      <a:pt x="1242138" y="3609630"/>
                    </a:lnTo>
                    <a:lnTo>
                      <a:pt x="414046" y="4336065"/>
                    </a:lnTo>
                    <a:lnTo>
                      <a:pt x="414046" y="828092"/>
                    </a:lnTo>
                    <a:lnTo>
                      <a:pt x="0" y="828092"/>
                    </a:lnTo>
                    <a:close/>
                  </a:path>
                </a:pathLst>
              </a:custGeom>
              <a:solidFill>
                <a:srgbClr val="B4000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ct val="0"/>
                  </a:spcBef>
                  <a:spcAft>
                    <a:spcPct val="0"/>
                  </a:spcAft>
                  <a:defRPr/>
                </a:pPr>
                <a:endParaRPr lang="zh-CN" altLang="en-US">
                  <a:solidFill>
                    <a:schemeClr val="accent4">
                      <a:lumMod val="25000"/>
                    </a:schemeClr>
                  </a:solidFill>
                  <a:latin typeface="Arial"/>
                  <a:ea typeface="阿里巴巴普惠体 Medium"/>
                  <a:cs typeface="阿里巴巴普惠体 Medium"/>
                  <a:sym typeface="Arial"/>
                </a:endParaRPr>
              </a:p>
            </p:txBody>
          </p:sp>
          <p:sp>
            <p:nvSpPr>
              <p:cNvPr id="14" name="图形"/>
              <p:cNvSpPr/>
              <p:nvPr>
                <p:custDataLst>
                  <p:tags r:id="Rcbbc61760ba24a96"/>
                </p:custDataLst>
              </p:nvPr>
            </p:nvSpPr>
            <p:spPr>
              <a:xfrm>
                <a:off x="6001" y="7646"/>
                <a:ext cx="1726" cy="1726"/>
              </a:xfrm>
              <a:prstGeom prst="ellipse">
                <a:avLst/>
              </a:prstGeom>
              <a:solidFill>
                <a:srgbClr val="B40005"/>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ct val="0"/>
                  </a:spcBef>
                  <a:spcAft>
                    <a:spcPct val="0"/>
                  </a:spcAft>
                  <a:defRPr/>
                </a:pPr>
                <a:r>
                  <a:rPr lang="zh-CN" altLang="en-US" sz="2000">
                    <a:solidFill>
                      <a:schemeClr val="bg1"/>
                    </a:solidFill>
                    <a:latin typeface="Arial"/>
                    <a:ea typeface="阿里巴巴普惠体 Medium"/>
                    <a:cs typeface="阿里巴巴普惠体 Medium"/>
                    <a:sym typeface="Arial"/>
                  </a:rPr>
                  <a:t>关键词</a:t>
                </a:r>
              </a:p>
            </p:txBody>
          </p:sp>
        </p:grpSp>
        <p:grpSp>
          <p:nvGrpSpPr>
            <p:cNvPr id="27" name="组合 26"/>
            <p:cNvGrpSpPr/>
            <p:nvPr/>
          </p:nvGrpSpPr>
          <p:grpSpPr>
            <a:xfrm>
              <a:off x="11042" y="2507"/>
              <a:ext cx="6332" cy="6823"/>
              <a:chOff x="11186" y="2551"/>
              <a:chExt cx="6332" cy="6823"/>
            </a:xfrm>
          </p:grpSpPr>
          <p:grpSp>
            <p:nvGrpSpPr>
              <p:cNvPr id="41997" name="组合 16"/>
              <p:cNvGrpSpPr/>
              <p:nvPr/>
            </p:nvGrpSpPr>
            <p:grpSpPr>
              <a:xfrm>
                <a:off x="11186" y="2823"/>
                <a:ext cx="1026" cy="1024"/>
                <a:chOff x="7613121" y="1583070"/>
                <a:chExt cx="864096" cy="864096"/>
              </a:xfrm>
              <a:solidFill>
                <a:schemeClr val="tx1">
                  <a:lumMod val="85000"/>
                  <a:lumOff val="15000"/>
                </a:schemeClr>
              </a:solidFill>
            </p:grpSpPr>
            <p:sp>
              <p:nvSpPr>
                <p:cNvPr id="18" name="图形"/>
                <p:cNvSpPr/>
                <p:nvPr>
                  <p:custDataLst>
                    <p:tags r:id="R138f0c9ab7434e9f"/>
                  </p:custDataLst>
                </p:nvPr>
              </p:nvSpPr>
              <p:spPr>
                <a:xfrm>
                  <a:off x="7613121" y="1583070"/>
                  <a:ext cx="864096" cy="864096"/>
                </a:xfrm>
                <a:prstGeom prst="ellipse">
                  <a:avLst/>
                </a:prstGeom>
                <a:solidFill>
                  <a:srgbClr val="8A000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ct val="0"/>
                    </a:spcBef>
                    <a:spcAft>
                      <a:spcPct val="0"/>
                    </a:spcAft>
                    <a:defRPr/>
                  </a:pPr>
                  <a:endParaRPr lang="zh-CN" altLang="en-US">
                    <a:solidFill>
                      <a:schemeClr val="accent4">
                        <a:lumMod val="25000"/>
                      </a:schemeClr>
                    </a:solidFill>
                    <a:latin typeface="Arial"/>
                    <a:ea typeface="阿里巴巴普惠体 Medium"/>
                    <a:cs typeface="阿里巴巴普惠体 Medium"/>
                    <a:sym typeface="Arial"/>
                  </a:endParaRPr>
                </a:p>
              </p:txBody>
            </p:sp>
            <p:pic>
              <p:nvPicPr>
                <p:cNvPr id="41999" name="图形"/>
                <p:cNvPicPr>
                  <a:picLocks noChangeAspect="1" noChangeArrowheads="1"/>
                </p:cNvPicPr>
                <p:nvPr>
                  <p:custDataLst>
                    <p:tags r:id="R242e4cbbff5c49a3"/>
                  </p:custDataLst>
                </p:nvPr>
              </p:nvPicPr>
              <p:blipFill>
                <a:blip r:embed="R3d2fa339176a43d5">
                  <a:extLst>
                    <a:ext uri="{28A0092B-C50C-407E-A947-70E740481C1C}">
                      <a14:useLocalDpi xmlns:a14="http://schemas.microsoft.com/office/drawing/2010/main"/>
                    </a:ext>
                  </a:extLst>
                </a:blip>
                <a:stretch>
                  <a:fillRect/>
                </a:stretch>
              </p:blipFill>
              <p:spPr bwMode="auto">
                <a:xfrm>
                  <a:off x="7779190" y="1749139"/>
                  <a:ext cx="531958" cy="53195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pic>
          </p:grpSp>
          <p:grpSp>
            <p:nvGrpSpPr>
              <p:cNvPr id="42001" name="组合 20"/>
              <p:cNvGrpSpPr/>
              <p:nvPr/>
            </p:nvGrpSpPr>
            <p:grpSpPr>
              <a:xfrm>
                <a:off x="11186" y="4575"/>
                <a:ext cx="1024" cy="1023"/>
                <a:chOff x="7630288" y="2761796"/>
                <a:chExt cx="864096" cy="864096"/>
              </a:xfrm>
            </p:grpSpPr>
            <p:sp>
              <p:nvSpPr>
                <p:cNvPr id="22" name="图形"/>
                <p:cNvSpPr/>
                <p:nvPr>
                  <p:custDataLst>
                    <p:tags r:id="R3a1a23891f00467e"/>
                  </p:custDataLst>
                </p:nvPr>
              </p:nvSpPr>
              <p:spPr>
                <a:xfrm>
                  <a:off x="7630288" y="2761796"/>
                  <a:ext cx="864096" cy="864096"/>
                </a:xfrm>
                <a:prstGeom prst="ellipse">
                  <a:avLst/>
                </a:prstGeom>
                <a:solidFill>
                  <a:srgbClr val="B4000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ct val="0"/>
                    </a:spcBef>
                    <a:spcAft>
                      <a:spcPct val="0"/>
                    </a:spcAft>
                    <a:defRPr/>
                  </a:pPr>
                  <a:endParaRPr lang="zh-CN" altLang="en-US">
                    <a:solidFill>
                      <a:schemeClr val="accent4">
                        <a:lumMod val="25000"/>
                      </a:schemeClr>
                    </a:solidFill>
                    <a:latin typeface="Arial"/>
                    <a:ea typeface="阿里巴巴普惠体 Medium"/>
                    <a:cs typeface="阿里巴巴普惠体 Medium"/>
                    <a:sym typeface="Arial"/>
                  </a:endParaRPr>
                </a:p>
              </p:txBody>
            </p:sp>
            <p:pic>
              <p:nvPicPr>
                <p:cNvPr id="42003" name="图形"/>
                <p:cNvPicPr>
                  <a:picLocks noChangeAspect="1" noChangeArrowheads="1"/>
                </p:cNvPicPr>
                <p:nvPr>
                  <p:custDataLst>
                    <p:tags r:id="R08626d8cc2664aed"/>
                  </p:custDataLst>
                </p:nvPr>
              </p:nvPicPr>
              <p:blipFill>
                <a:blip r:embed="R2aa056034ec14e78">
                  <a:extLst>
                    <a:ext uri="{28A0092B-C50C-407E-A947-70E740481C1C}">
                      <a14:useLocalDpi xmlns:a14="http://schemas.microsoft.com/office/drawing/2010/main"/>
                    </a:ext>
                  </a:extLst>
                </a:blip>
                <a:stretch>
                  <a:fillRect/>
                </a:stretch>
              </p:blipFill>
              <p:spPr bwMode="auto">
                <a:xfrm>
                  <a:off x="7779189" y="2910697"/>
                  <a:ext cx="566294" cy="566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2005" name="组合 24"/>
              <p:cNvGrpSpPr/>
              <p:nvPr/>
            </p:nvGrpSpPr>
            <p:grpSpPr>
              <a:xfrm>
                <a:off x="11186" y="6326"/>
                <a:ext cx="1024" cy="1023"/>
                <a:chOff x="7630288" y="3940522"/>
                <a:chExt cx="864096" cy="864096"/>
              </a:xfrm>
              <a:solidFill>
                <a:schemeClr val="tx1">
                  <a:lumMod val="85000"/>
                  <a:lumOff val="15000"/>
                </a:schemeClr>
              </a:solidFill>
            </p:grpSpPr>
            <p:sp>
              <p:nvSpPr>
                <p:cNvPr id="26" name="图形"/>
                <p:cNvSpPr/>
                <p:nvPr>
                  <p:custDataLst>
                    <p:tags r:id="Raf17621c715347f3"/>
                  </p:custDataLst>
                </p:nvPr>
              </p:nvSpPr>
              <p:spPr>
                <a:xfrm>
                  <a:off x="7630288" y="3940522"/>
                  <a:ext cx="864096" cy="864096"/>
                </a:xfrm>
                <a:prstGeom prst="ellipse">
                  <a:avLst/>
                </a:prstGeom>
                <a:solidFill>
                  <a:srgbClr val="8A000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ct val="0"/>
                    </a:spcBef>
                    <a:spcAft>
                      <a:spcPct val="0"/>
                    </a:spcAft>
                    <a:defRPr/>
                  </a:pPr>
                  <a:endParaRPr lang="zh-CN" altLang="en-US">
                    <a:solidFill>
                      <a:schemeClr val="accent4">
                        <a:lumMod val="25000"/>
                      </a:schemeClr>
                    </a:solidFill>
                    <a:latin typeface="Arial"/>
                    <a:ea typeface="阿里巴巴普惠体 Medium"/>
                    <a:cs typeface="阿里巴巴普惠体 Medium"/>
                    <a:sym typeface="Arial"/>
                  </a:endParaRPr>
                </a:p>
              </p:txBody>
            </p:sp>
            <p:pic>
              <p:nvPicPr>
                <p:cNvPr id="42007" name="图形"/>
                <p:cNvPicPr>
                  <a:picLocks noChangeAspect="1" noChangeArrowheads="1"/>
                </p:cNvPicPr>
                <p:nvPr>
                  <p:custDataLst>
                    <p:tags r:id="Rcd08be4579da4642"/>
                  </p:custDataLst>
                </p:nvPr>
              </p:nvPicPr>
              <p:blipFill>
                <a:blip r:embed="Rd70ee98d5988481c">
                  <a:extLst>
                    <a:ext uri="{28A0092B-C50C-407E-A947-70E740481C1C}">
                      <a14:useLocalDpi xmlns:a14="http://schemas.microsoft.com/office/drawing/2010/main"/>
                    </a:ext>
                  </a:extLst>
                </a:blip>
                <a:stretch>
                  <a:fillRect/>
                </a:stretch>
              </p:blipFill>
              <p:spPr bwMode="auto">
                <a:xfrm>
                  <a:off x="7797032" y="4107267"/>
                  <a:ext cx="530607" cy="530607"/>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pic>
          </p:grpSp>
          <p:grpSp>
            <p:nvGrpSpPr>
              <p:cNvPr id="42009" name="组合 28"/>
              <p:cNvGrpSpPr/>
              <p:nvPr/>
            </p:nvGrpSpPr>
            <p:grpSpPr>
              <a:xfrm>
                <a:off x="11186" y="8077"/>
                <a:ext cx="1024" cy="1023"/>
                <a:chOff x="7630288" y="5119248"/>
                <a:chExt cx="864096" cy="864096"/>
              </a:xfrm>
            </p:grpSpPr>
            <p:sp>
              <p:nvSpPr>
                <p:cNvPr id="30" name="图形"/>
                <p:cNvSpPr/>
                <p:nvPr>
                  <p:custDataLst>
                    <p:tags r:id="Reb0d24995fc64190"/>
                  </p:custDataLst>
                </p:nvPr>
              </p:nvSpPr>
              <p:spPr>
                <a:xfrm>
                  <a:off x="7630288" y="5119248"/>
                  <a:ext cx="864096" cy="864096"/>
                </a:xfrm>
                <a:prstGeom prst="ellipse">
                  <a:avLst/>
                </a:prstGeom>
                <a:solidFill>
                  <a:srgbClr val="B4000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ct val="0"/>
                    </a:spcBef>
                    <a:spcAft>
                      <a:spcPct val="0"/>
                    </a:spcAft>
                    <a:defRPr/>
                  </a:pPr>
                  <a:endParaRPr lang="zh-CN" altLang="en-US">
                    <a:solidFill>
                      <a:schemeClr val="accent4">
                        <a:lumMod val="25000"/>
                      </a:schemeClr>
                    </a:solidFill>
                    <a:latin typeface="Arial"/>
                    <a:ea typeface="阿里巴巴普惠体 Medium"/>
                    <a:cs typeface="阿里巴巴普惠体 Medium"/>
                    <a:sym typeface="Arial"/>
                  </a:endParaRPr>
                </a:p>
              </p:txBody>
            </p:sp>
            <p:pic>
              <p:nvPicPr>
                <p:cNvPr id="42011" name="图形"/>
                <p:cNvPicPr>
                  <a:picLocks noChangeAspect="1" noChangeArrowheads="1"/>
                </p:cNvPicPr>
                <p:nvPr>
                  <p:custDataLst>
                    <p:tags r:id="Re0f58674d72f419a"/>
                  </p:custDataLst>
                </p:nvPr>
              </p:nvPicPr>
              <p:blipFill>
                <a:blip r:embed="R75ef3beecb144175">
                  <a:extLst>
                    <a:ext uri="{28A0092B-C50C-407E-A947-70E740481C1C}">
                      <a14:useLocalDpi xmlns:a14="http://schemas.microsoft.com/office/drawing/2010/main"/>
                    </a:ext>
                  </a:extLst>
                </a:blip>
                <a:stretch>
                  <a:fillRect/>
                </a:stretch>
              </p:blipFill>
              <p:spPr bwMode="auto">
                <a:xfrm>
                  <a:off x="7761740" y="5250700"/>
                  <a:ext cx="601192" cy="601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3" name="组合 12"/>
              <p:cNvGrpSpPr/>
              <p:nvPr/>
            </p:nvGrpSpPr>
            <p:grpSpPr>
              <a:xfrm>
                <a:off x="12530" y="2551"/>
                <a:ext cx="4988" cy="1570"/>
                <a:chOff x="12530" y="2600"/>
                <a:chExt cx="4988" cy="1570"/>
              </a:xfrm>
            </p:grpSpPr>
            <p:sp>
              <p:nvSpPr>
                <p:cNvPr id="36" name="图形"/>
                <p:cNvSpPr txBox="1"/>
                <p:nvPr>
                  <p:custDataLst>
                    <p:tags r:id="R37aa01e179bf46f8"/>
                  </p:custDataLst>
                </p:nvPr>
              </p:nvSpPr>
              <p:spPr>
                <a:xfrm>
                  <a:off x="12530" y="2600"/>
                  <a:ext cx="3109" cy="582"/>
                </a:xfrm>
                <a:prstGeom prst="rect">
                  <a:avLst/>
                </a:prstGeom>
                <a:noFill/>
              </p:spPr>
              <p:txBody>
                <a:bodyPr wrap="square" lIns="0" tIns="0" rIns="0" bIns="0" rtlCol="0">
                  <a:spAutoFit/>
                </a:bodyPr>
                <a:lstStyle/>
                <a:p>
                  <a:r>
                    <a:rPr lang="zh-CN" altLang="en-US" sz="2400">
                      <a:solidFill>
                        <a:schemeClr val="tx1">
                          <a:lumMod val="75000"/>
                          <a:lumOff val="25000"/>
                        </a:schemeClr>
                      </a:solidFill>
                      <a:latin typeface="Arial"/>
                      <a:ea typeface="阿里巴巴普惠体 Medium"/>
                      <a:cs typeface="阿里巴巴普惠体 Medium"/>
                      <a:sym typeface="Arial"/>
                    </a:rPr>
                    <a:t>添加标题文本</a:t>
                  </a:r>
                </a:p>
              </p:txBody>
            </p:sp>
            <p:sp>
              <p:nvSpPr>
                <p:cNvPr id="37" name="图形"/>
                <p:cNvSpPr txBox="1"/>
                <p:nvPr>
                  <p:custDataLst>
                    <p:tags r:id="R8a6638b3d2e24b0b"/>
                  </p:custDataLst>
                </p:nvPr>
              </p:nvSpPr>
              <p:spPr>
                <a:xfrm>
                  <a:off x="12530" y="3152"/>
                  <a:ext cx="4988" cy="1018"/>
                </a:xfrm>
                <a:prstGeom prst="rect">
                  <a:avLst/>
                </a:prstGeom>
                <a:noFill/>
              </p:spPr>
              <p:txBody>
                <a:bodyPr wrap="square" lIns="0" tIns="0" rIns="0" bIns="0" rtlCol="0">
                  <a:spAutoFit/>
                </a:bodyPr>
                <a:lstStyle/>
                <a:p>
                  <a:pPr>
                    <a:lnSpc>
                      <a:spcPct val="150000"/>
                    </a:lnSpc>
                  </a:pPr>
                  <a:r>
                    <a:rPr lang="zh-CN" altLang="en-US" sz="1400">
                      <a:solidFill>
                        <a:schemeClr val="tx1">
                          <a:lumMod val="65000"/>
                          <a:lumOff val="35000"/>
                        </a:schemeClr>
                      </a:solidFill>
                      <a:latin typeface="Arial"/>
                      <a:ea typeface="阿里巴巴普惠体 Medium"/>
                      <a:cs typeface="阿里巴巴普惠体 Medium"/>
                      <a:sym typeface="Arial"/>
                    </a:rPr>
                    <a:t>单击此处输入您的文本内容，可更改文字的颜色或者大X等属性。</a:t>
                  </a:r>
                  <a:endParaRPr lang="en-US" altLang="zh-CN" sz="1400">
                    <a:solidFill>
                      <a:schemeClr val="tx1">
                        <a:lumMod val="65000"/>
                        <a:lumOff val="35000"/>
                      </a:schemeClr>
                    </a:solidFill>
                    <a:latin typeface="Arial"/>
                    <a:ea typeface="阿里巴巴普惠体 Medium"/>
                    <a:cs typeface="阿里巴巴普惠体 Medium"/>
                    <a:sym typeface="Arial"/>
                  </a:endParaRPr>
                </a:p>
              </p:txBody>
            </p:sp>
          </p:grpSp>
          <p:grpSp>
            <p:nvGrpSpPr>
              <p:cNvPr id="15" name="组合 14"/>
              <p:cNvGrpSpPr/>
              <p:nvPr/>
            </p:nvGrpSpPr>
            <p:grpSpPr>
              <a:xfrm>
                <a:off x="12530" y="4302"/>
                <a:ext cx="4988" cy="1570"/>
                <a:chOff x="12530" y="2600"/>
                <a:chExt cx="4988" cy="1570"/>
              </a:xfrm>
            </p:grpSpPr>
            <p:sp>
              <p:nvSpPr>
                <p:cNvPr id="16" name="图形"/>
                <p:cNvSpPr txBox="1"/>
                <p:nvPr>
                  <p:custDataLst>
                    <p:tags r:id="Rcb9b041f3c1a4b35"/>
                  </p:custDataLst>
                </p:nvPr>
              </p:nvSpPr>
              <p:spPr>
                <a:xfrm>
                  <a:off x="12530" y="2600"/>
                  <a:ext cx="3109" cy="582"/>
                </a:xfrm>
                <a:prstGeom prst="rect">
                  <a:avLst/>
                </a:prstGeom>
                <a:noFill/>
              </p:spPr>
              <p:txBody>
                <a:bodyPr wrap="square" lIns="0" tIns="0" rIns="0" bIns="0" rtlCol="0">
                  <a:spAutoFit/>
                </a:bodyPr>
                <a:lstStyle/>
                <a:p>
                  <a:r>
                    <a:rPr lang="zh-CN" altLang="en-US" sz="2400">
                      <a:solidFill>
                        <a:schemeClr val="tx1">
                          <a:lumMod val="75000"/>
                          <a:lumOff val="25000"/>
                        </a:schemeClr>
                      </a:solidFill>
                      <a:latin typeface="Arial"/>
                      <a:ea typeface="阿里巴巴普惠体 Medium"/>
                      <a:cs typeface="阿里巴巴普惠体 Medium"/>
                      <a:sym typeface="Arial"/>
                    </a:rPr>
                    <a:t>添加标题文本</a:t>
                  </a:r>
                </a:p>
              </p:txBody>
            </p:sp>
            <p:sp>
              <p:nvSpPr>
                <p:cNvPr id="17" name="图形"/>
                <p:cNvSpPr txBox="1"/>
                <p:nvPr>
                  <p:custDataLst>
                    <p:tags r:id="Re0396ec889c24b78"/>
                  </p:custDataLst>
                </p:nvPr>
              </p:nvSpPr>
              <p:spPr>
                <a:xfrm>
                  <a:off x="12530" y="3152"/>
                  <a:ext cx="4988" cy="1018"/>
                </a:xfrm>
                <a:prstGeom prst="rect">
                  <a:avLst/>
                </a:prstGeom>
                <a:noFill/>
              </p:spPr>
              <p:txBody>
                <a:bodyPr wrap="square" lIns="0" tIns="0" rIns="0" bIns="0" rtlCol="0">
                  <a:spAutoFit/>
                </a:bodyPr>
                <a:lstStyle/>
                <a:p>
                  <a:pPr>
                    <a:lnSpc>
                      <a:spcPct val="150000"/>
                    </a:lnSpc>
                  </a:pPr>
                  <a:r>
                    <a:rPr lang="zh-CN" altLang="en-US" sz="1400">
                      <a:solidFill>
                        <a:schemeClr val="tx1">
                          <a:lumMod val="65000"/>
                          <a:lumOff val="35000"/>
                        </a:schemeClr>
                      </a:solidFill>
                      <a:latin typeface="Arial"/>
                      <a:ea typeface="阿里巴巴普惠体 Medium"/>
                      <a:cs typeface="阿里巴巴普惠体 Medium"/>
                      <a:sym typeface="Arial"/>
                    </a:rPr>
                    <a:t>单击此处输入您的文本内容，可更改文字的颜色或者大X等属性。</a:t>
                  </a:r>
                  <a:endParaRPr lang="en-US" altLang="zh-CN" sz="1400">
                    <a:solidFill>
                      <a:schemeClr val="tx1">
                        <a:lumMod val="65000"/>
                        <a:lumOff val="35000"/>
                      </a:schemeClr>
                    </a:solidFill>
                    <a:latin typeface="Arial"/>
                    <a:ea typeface="阿里巴巴普惠体 Medium"/>
                    <a:cs typeface="阿里巴巴普惠体 Medium"/>
                    <a:sym typeface="Arial"/>
                  </a:endParaRPr>
                </a:p>
              </p:txBody>
            </p:sp>
          </p:grpSp>
          <p:grpSp>
            <p:nvGrpSpPr>
              <p:cNvPr id="19" name="组合 18"/>
              <p:cNvGrpSpPr/>
              <p:nvPr/>
            </p:nvGrpSpPr>
            <p:grpSpPr>
              <a:xfrm>
                <a:off x="12530" y="6053"/>
                <a:ext cx="4988" cy="1570"/>
                <a:chOff x="12530" y="2600"/>
                <a:chExt cx="4988" cy="1570"/>
              </a:xfrm>
            </p:grpSpPr>
            <p:sp>
              <p:nvSpPr>
                <p:cNvPr id="20" name="图形"/>
                <p:cNvSpPr txBox="1"/>
                <p:nvPr>
                  <p:custDataLst>
                    <p:tags r:id="R45629baa399643ee"/>
                  </p:custDataLst>
                </p:nvPr>
              </p:nvSpPr>
              <p:spPr>
                <a:xfrm>
                  <a:off x="12530" y="2600"/>
                  <a:ext cx="3109" cy="582"/>
                </a:xfrm>
                <a:prstGeom prst="rect">
                  <a:avLst/>
                </a:prstGeom>
                <a:noFill/>
              </p:spPr>
              <p:txBody>
                <a:bodyPr wrap="square" lIns="0" tIns="0" rIns="0" bIns="0" rtlCol="0">
                  <a:spAutoFit/>
                </a:bodyPr>
                <a:lstStyle/>
                <a:p>
                  <a:r>
                    <a:rPr lang="zh-CN" altLang="en-US" sz="2400">
                      <a:solidFill>
                        <a:schemeClr val="tx1">
                          <a:lumMod val="75000"/>
                          <a:lumOff val="25000"/>
                        </a:schemeClr>
                      </a:solidFill>
                      <a:latin typeface="Arial"/>
                      <a:ea typeface="阿里巴巴普惠体 Medium"/>
                      <a:cs typeface="阿里巴巴普惠体 Medium"/>
                      <a:sym typeface="Arial"/>
                    </a:rPr>
                    <a:t>添加标题文本</a:t>
                  </a:r>
                </a:p>
              </p:txBody>
            </p:sp>
            <p:sp>
              <p:nvSpPr>
                <p:cNvPr id="21" name="图形"/>
                <p:cNvSpPr txBox="1"/>
                <p:nvPr>
                  <p:custDataLst>
                    <p:tags r:id="R474d32a058964991"/>
                  </p:custDataLst>
                </p:nvPr>
              </p:nvSpPr>
              <p:spPr>
                <a:xfrm>
                  <a:off x="12530" y="3152"/>
                  <a:ext cx="4988" cy="1018"/>
                </a:xfrm>
                <a:prstGeom prst="rect">
                  <a:avLst/>
                </a:prstGeom>
                <a:noFill/>
              </p:spPr>
              <p:txBody>
                <a:bodyPr wrap="square" lIns="0" tIns="0" rIns="0" bIns="0" rtlCol="0">
                  <a:spAutoFit/>
                </a:bodyPr>
                <a:lstStyle/>
                <a:p>
                  <a:pPr>
                    <a:lnSpc>
                      <a:spcPct val="150000"/>
                    </a:lnSpc>
                  </a:pPr>
                  <a:r>
                    <a:rPr lang="zh-CN" altLang="en-US" sz="1400">
                      <a:solidFill>
                        <a:schemeClr val="tx1">
                          <a:lumMod val="65000"/>
                          <a:lumOff val="35000"/>
                        </a:schemeClr>
                      </a:solidFill>
                      <a:latin typeface="Arial"/>
                      <a:ea typeface="阿里巴巴普惠体 Medium"/>
                      <a:cs typeface="阿里巴巴普惠体 Medium"/>
                      <a:sym typeface="Arial"/>
                    </a:rPr>
                    <a:t>单击此处输入您的文本内容，可更改文字的颜色或者大X等属性。</a:t>
                  </a:r>
                  <a:endParaRPr lang="en-US" altLang="zh-CN" sz="1400">
                    <a:solidFill>
                      <a:schemeClr val="tx1">
                        <a:lumMod val="65000"/>
                        <a:lumOff val="35000"/>
                      </a:schemeClr>
                    </a:solidFill>
                    <a:latin typeface="Arial"/>
                    <a:ea typeface="阿里巴巴普惠体 Medium"/>
                    <a:cs typeface="阿里巴巴普惠体 Medium"/>
                    <a:sym typeface="Arial"/>
                  </a:endParaRPr>
                </a:p>
              </p:txBody>
            </p:sp>
          </p:grpSp>
          <p:grpSp>
            <p:nvGrpSpPr>
              <p:cNvPr id="23" name="组合 22"/>
              <p:cNvGrpSpPr/>
              <p:nvPr/>
            </p:nvGrpSpPr>
            <p:grpSpPr>
              <a:xfrm>
                <a:off x="12530" y="7804"/>
                <a:ext cx="4988" cy="1570"/>
                <a:chOff x="12530" y="2600"/>
                <a:chExt cx="4988" cy="1570"/>
              </a:xfrm>
            </p:grpSpPr>
            <p:sp>
              <p:nvSpPr>
                <p:cNvPr id="24" name="图形"/>
                <p:cNvSpPr txBox="1"/>
                <p:nvPr>
                  <p:custDataLst>
                    <p:tags r:id="R847aa2ba76d24c76"/>
                  </p:custDataLst>
                </p:nvPr>
              </p:nvSpPr>
              <p:spPr>
                <a:xfrm>
                  <a:off x="12530" y="2600"/>
                  <a:ext cx="3109" cy="582"/>
                </a:xfrm>
                <a:prstGeom prst="rect">
                  <a:avLst/>
                </a:prstGeom>
                <a:noFill/>
              </p:spPr>
              <p:txBody>
                <a:bodyPr wrap="square" lIns="0" tIns="0" rIns="0" bIns="0" rtlCol="0">
                  <a:spAutoFit/>
                </a:bodyPr>
                <a:lstStyle/>
                <a:p>
                  <a:r>
                    <a:rPr lang="zh-CN" altLang="en-US" sz="2400">
                      <a:solidFill>
                        <a:schemeClr val="tx1">
                          <a:lumMod val="75000"/>
                          <a:lumOff val="25000"/>
                        </a:schemeClr>
                      </a:solidFill>
                      <a:latin typeface="Arial"/>
                      <a:ea typeface="阿里巴巴普惠体 Medium"/>
                      <a:cs typeface="阿里巴巴普惠体 Medium"/>
                      <a:sym typeface="Arial"/>
                    </a:rPr>
                    <a:t>添加标题文本</a:t>
                  </a:r>
                </a:p>
              </p:txBody>
            </p:sp>
            <p:sp>
              <p:nvSpPr>
                <p:cNvPr id="25" name="图形"/>
                <p:cNvSpPr txBox="1"/>
                <p:nvPr>
                  <p:custDataLst>
                    <p:tags r:id="R6c61f272553c429b"/>
                  </p:custDataLst>
                </p:nvPr>
              </p:nvSpPr>
              <p:spPr>
                <a:xfrm>
                  <a:off x="12530" y="3152"/>
                  <a:ext cx="4988" cy="1018"/>
                </a:xfrm>
                <a:prstGeom prst="rect">
                  <a:avLst/>
                </a:prstGeom>
                <a:noFill/>
              </p:spPr>
              <p:txBody>
                <a:bodyPr wrap="square" lIns="0" tIns="0" rIns="0" bIns="0" rtlCol="0">
                  <a:spAutoFit/>
                </a:bodyPr>
                <a:lstStyle/>
                <a:p>
                  <a:pPr>
                    <a:lnSpc>
                      <a:spcPct val="150000"/>
                    </a:lnSpc>
                  </a:pPr>
                  <a:r>
                    <a:rPr lang="zh-CN" altLang="en-US" sz="1400">
                      <a:solidFill>
                        <a:schemeClr val="tx1">
                          <a:lumMod val="65000"/>
                          <a:lumOff val="35000"/>
                        </a:schemeClr>
                      </a:solidFill>
                      <a:latin typeface="Arial"/>
                      <a:ea typeface="阿里巴巴普惠体 Medium"/>
                      <a:cs typeface="阿里巴巴普惠体 Medium"/>
                      <a:sym typeface="Arial"/>
                    </a:rPr>
                    <a:t>单击此处输入您的文本内容，可更改文字的颜色或者大X等属性。</a:t>
                  </a:r>
                  <a:endParaRPr lang="en-US" altLang="zh-CN" sz="1400">
                    <a:solidFill>
                      <a:schemeClr val="tx1">
                        <a:lumMod val="65000"/>
                        <a:lumOff val="35000"/>
                      </a:schemeClr>
                    </a:solidFill>
                    <a:latin typeface="Arial"/>
                    <a:ea typeface="阿里巴巴普惠体 Medium"/>
                    <a:cs typeface="阿里巴巴普惠体 Medium"/>
                    <a:sym typeface="Arial"/>
                  </a:endParaRPr>
                </a:p>
              </p:txBody>
            </p:sp>
          </p:grpSp>
        </p:grpSp>
      </p:grpSp>
    </p:spTree>
    <p:custDataLst>
      <p:tags r:id="Rbd6c5b03ba3a4851"/>
    </p:custDataLst>
  </p:cSld>
  <p:clrMapOvr>
    <a:masterClrMapping/>
  </p:clrMapOvr>
  <p:transition spd="slow" advTm="2000">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ppt_x</p:attrName>
                                        </p:attrNameLst>
                                      </p:cBhvr>
                                      <p:tavLst>
                                        <p:tav tm="0">
                                          <p:val>
                                            <p:strVal val="#ppt_x-.2"/>
                                          </p:val>
                                        </p:tav>
                                        <p:tav tm="100000">
                                          <p:val>
                                            <p:strVal val="#ppt_x"/>
                                          </p:val>
                                        </p:tav>
                                      </p:tavLst>
                                    </p:anim>
                                    <p:anim calcmode="lin" valueType="num">
                                      <p:cBhvr>
                                        <p:cTn id="8" dur="1000" fill="hold"/>
                                        <p:tgtEl>
                                          <p:spTgt spid="4"/>
                                        </p:tgtEl>
                                        <p:attrNameLst>
                                          <p:attrName>ppt_y</p:attrName>
                                        </p:attrNameLst>
                                      </p:cBhvr>
                                      <p:tavLst>
                                        <p:tav tm="0">
                                          <p:val>
                                            <p:strVal val="#ppt_y"/>
                                          </p:val>
                                        </p:tav>
                                        <p:tav tm="100000">
                                          <p:val>
                                            <p:strVal val="#ppt_y"/>
                                          </p:val>
                                        </p:tav>
                                      </p:tavLst>
                                    </p:anim>
                                    <p:animEffect transition="in" filter="wipe(right)" prLst="gradientSize: 0.1">
                                      <p:cBhvr>
                                        <p:cTn id="9" dur="1000"/>
                                        <p:tgtEl>
                                          <p:spTgt spid="4"/>
                                        </p:tgtEl>
                                      </p:cBhvr>
                                    </p:animEffect>
                                  </p:childTnLst>
                                </p:cTn>
                              </p:par>
                            </p:childTnLst>
                          </p:cTn>
                        </p:par>
                      </p:childTnLst>
                    </p:cTn>
                  </p:par>
                  <p:par>
                    <p:cTn id="10" fill="hold" nodeType="clickPar">
                      <p:stCondLst>
                        <p:cond delay="indefinite"/>
                      </p:stCondLst>
                      <p:childTnLst>
                        <p:par>
                          <p:cTn id="11" fill="hold" nodeType="afterGroup">
                            <p:stCondLst>
                              <p:cond delay="0"/>
                            </p:stCondLst>
                            <p:childTnLst>
                              <p:par>
                                <p:cTn id="12" presetID="21" presetClass="entr" presetSubtype="1" fill="hold" nodeType="clickEffect">
                                  <p:stCondLst>
                                    <p:cond delay="0"/>
                                  </p:stCondLst>
                                  <p:childTnLst>
                                    <p:set>
                                      <p:cBhvr>
                                        <p:cTn id="13" dur="1" fill="hold">
                                          <p:stCondLst>
                                            <p:cond delay="0"/>
                                          </p:stCondLst>
                                        </p:cTn>
                                        <p:tgtEl>
                                          <p:spTgt spid="31"/>
                                        </p:tgtEl>
                                        <p:attrNameLst>
                                          <p:attrName>style.visibility</p:attrName>
                                        </p:attrNameLst>
                                      </p:cBhvr>
                                      <p:to>
                                        <p:strVal val="visible"/>
                                      </p:to>
                                    </p:set>
                                    <p:animEffect transition="in" filter="wheel(1)">
                                      <p:cBhvr>
                                        <p:cTn id="14" dur="20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图形"/>
          <p:cNvGrpSpPr/>
          <p:nvPr/>
        </p:nvGrpSpPr>
        <p:grpSpPr>
          <a:xfrm>
            <a:off x="1" y="300356"/>
            <a:ext cx="3197225" cy="576580"/>
            <a:chOff x="0" y="473"/>
            <a:chExt cx="5035" cy="908"/>
          </a:xfrm>
        </p:grpSpPr>
        <p:sp>
          <p:nvSpPr>
            <p:cNvPr id="2" name="图形"/>
            <p:cNvSpPr/>
            <p:nvPr>
              <p:custDataLst>
                <p:tags r:id="Rb58730bf0a084538"/>
              </p:custDataLst>
            </p:nvPr>
          </p:nvSpPr>
          <p:spPr>
            <a:xfrm rot="5400000">
              <a:off x="361" y="112"/>
              <a:ext cx="908" cy="1630"/>
            </a:xfrm>
            <a:prstGeom prst="round2SameRect">
              <a:avLst>
                <a:gd name="adj1" fmla="val 50000"/>
                <a:gd name="adj2" fmla="val 0"/>
              </a:avLst>
            </a:prstGeom>
            <a:solidFill>
              <a:srgbClr val="B4000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ltLang="zh-CN">
                <a:latin typeface="Arial"/>
                <a:ea typeface="阿里巴巴普惠体 Medium"/>
                <a:cs typeface="阿里巴巴普惠体 Medium"/>
                <a:sym typeface="Arial"/>
              </a:endParaRPr>
            </a:p>
          </p:txBody>
        </p:sp>
        <p:sp>
          <p:nvSpPr>
            <p:cNvPr id="3" name="图形"/>
            <p:cNvSpPr txBox="1"/>
            <p:nvPr>
              <p:custDataLst>
                <p:tags r:id="Rbac36810548f4a5f"/>
              </p:custDataLst>
            </p:nvPr>
          </p:nvSpPr>
          <p:spPr>
            <a:xfrm>
              <a:off x="340" y="540"/>
              <a:ext cx="951" cy="775"/>
            </a:xfrm>
            <a:prstGeom prst="rect">
              <a:avLst/>
            </a:prstGeom>
            <a:noFill/>
          </p:spPr>
          <p:txBody>
            <a:bodyPr wrap="square" lIns="0" tIns="0" rIns="0" bIns="0" rtlCol="0">
              <a:spAutoFit/>
            </a:bodyPr>
            <a:lstStyle/>
            <a:p>
              <a:pPr algn="ctr">
                <a:lnSpc>
                  <a:spcPct val="100000"/>
                </a:lnSpc>
              </a:pPr>
              <a:r>
                <a:rPr lang="en-US" altLang="zh-CN" sz="3200" noProof="0">
                  <a:ln>
                    <a:noFill/>
                  </a:ln>
                  <a:solidFill>
                    <a:schemeClr val="bg1"/>
                  </a:solidFill>
                  <a:effectLst/>
                  <a:uLnTx/>
                  <a:uFillTx/>
                  <a:latin typeface="Arial"/>
                  <a:ea typeface="阿里巴巴普惠体 Medium"/>
                  <a:cs typeface="阿里巴巴普惠体 Medium"/>
                  <a:sym typeface="Arial"/>
                </a:rPr>
                <a:t>03</a:t>
              </a:r>
            </a:p>
          </p:txBody>
        </p:sp>
        <p:sp>
          <p:nvSpPr>
            <p:cNvPr id="29" name="图形"/>
            <p:cNvSpPr txBox="1"/>
            <p:nvPr>
              <p:custDataLst>
                <p:tags r:id="R62103afd916c4915"/>
              </p:custDataLst>
            </p:nvPr>
          </p:nvSpPr>
          <p:spPr>
            <a:xfrm>
              <a:off x="1878" y="491"/>
              <a:ext cx="3157" cy="872"/>
            </a:xfrm>
            <a:prstGeom prst="rect">
              <a:avLst/>
            </a:prstGeom>
            <a:noFill/>
          </p:spPr>
          <p:txBody>
            <a:bodyPr wrap="square" lIns="0" tIns="0" rIns="0" bIns="0" rtlCol="0">
              <a:spAutoFit/>
            </a:bodyPr>
            <a:lstStyle/>
            <a:p>
              <a:pPr algn="dist">
                <a:lnSpc>
                  <a:spcPct val="100000"/>
                </a:lnSpc>
              </a:pPr>
              <a:r>
                <a:rPr lang="zh-CN" altLang="en-US" sz="3600" noProof="0">
                  <a:ln>
                    <a:noFill/>
                  </a:ln>
                  <a:solidFill>
                    <a:schemeClr val="tx1">
                      <a:lumMod val="75000"/>
                      <a:lumOff val="25000"/>
                    </a:schemeClr>
                  </a:solidFill>
                  <a:effectLst/>
                  <a:uLnTx/>
                  <a:uFillTx/>
                  <a:latin typeface="Arial"/>
                  <a:ea typeface="阿里巴巴普惠体 Medium"/>
                  <a:cs typeface="阿里巴巴普惠体 Medium"/>
                  <a:sym typeface="Arial"/>
                </a:rPr>
                <a:t>宣传造势</a:t>
              </a:r>
            </a:p>
          </p:txBody>
        </p:sp>
      </p:grpSp>
      <p:grpSp>
        <p:nvGrpSpPr>
          <p:cNvPr id="14" name="图形"/>
          <p:cNvGrpSpPr/>
          <p:nvPr/>
        </p:nvGrpSpPr>
        <p:grpSpPr>
          <a:xfrm>
            <a:off x="971551" y="1893571"/>
            <a:ext cx="10218420" cy="3697605"/>
            <a:chOff x="1530" y="2982"/>
            <a:chExt cx="16092" cy="5823"/>
          </a:xfrm>
        </p:grpSpPr>
        <p:sp>
          <p:nvSpPr>
            <p:cNvPr id="10" name="图形"/>
            <p:cNvSpPr txBox="1"/>
            <p:nvPr>
              <p:custDataLst>
                <p:tags r:id="Rd6f083a48cae4f64"/>
              </p:custDataLst>
            </p:nvPr>
          </p:nvSpPr>
          <p:spPr>
            <a:xfrm>
              <a:off x="1530" y="2982"/>
              <a:ext cx="16092" cy="1672"/>
            </a:xfrm>
            <a:prstGeom prst="rect">
              <a:avLst/>
            </a:prstGeom>
            <a:noFill/>
          </p:spPr>
          <p:txBody>
            <a:bodyPr wrap="square" rtlCol="0">
              <a:spAutoFit/>
            </a:bodyPr>
            <a:lstStyle/>
            <a:p>
              <a:pPr algn="ctr">
                <a:lnSpc>
                  <a:spcPct val="150000"/>
                </a:lnSpc>
              </a:pPr>
              <a:r>
                <a:rPr lang="zh-CN" altLang="en-US" sz="1400">
                  <a:solidFill>
                    <a:schemeClr val="tx1">
                      <a:lumMod val="65000"/>
                      <a:lumOff val="35000"/>
                    </a:schemeClr>
                  </a:solidFill>
                  <a:latin typeface="Arial"/>
                  <a:ea typeface="阿里巴巴普惠体 Medium"/>
                  <a:cs typeface="阿里巴巴普惠体 Medium"/>
                  <a:sym typeface="Arial"/>
                </a:rPr>
                <a:t>单击此处输入您的文本内容，可更改文字的颜色或者大X等属性。单击此处输入您的文本内容，可更改文字的颜色或者大X等属性。单击此处输入您的文本内容，可更改文字的颜色或者大X等属性。单击此处输入您的文本内容，可更改文字的颜色或者大X等属性。单击此处输入您的文本内容，可更改文字的颜色或者大X等属性。</a:t>
              </a:r>
              <a:endParaRPr lang="zh-CN" altLang="en-US" sz="1400">
                <a:solidFill>
                  <a:schemeClr val="tx1">
                    <a:lumMod val="95000"/>
                    <a:lumOff val="5000"/>
                  </a:schemeClr>
                </a:solidFill>
                <a:latin typeface="Arial"/>
                <a:ea typeface="阿里巴巴普惠体 Medium"/>
                <a:cs typeface="阿里巴巴普惠体 Medium"/>
                <a:sym typeface="Arial"/>
              </a:endParaRPr>
            </a:p>
          </p:txBody>
        </p:sp>
        <p:pic>
          <p:nvPicPr>
            <p:cNvPr id="6" name="图形" descr="5d00bd1f89096"/>
            <p:cNvPicPr>
              <a:picLocks noChangeAspect="1"/>
            </p:cNvPicPr>
            <p:nvPr/>
          </p:nvPicPr>
          <p:blipFill>
            <a:blip r:embed="Rb961a26a4e1d4b86">
              <a:extLst>
                <a:ext uri="{28A0092B-C50C-407E-A947-70E740481C1C}">
                  <a14:useLocalDpi xmlns:a14="http://schemas.microsoft.com/office/drawing/2010/main"/>
                </a:ext>
              </a:extLst>
            </a:blip>
            <a:stretch>
              <a:fillRect/>
            </a:stretch>
          </p:blipFill>
          <p:spPr>
            <a:xfrm>
              <a:off x="1646" y="5400"/>
              <a:ext cx="5107" cy="3405"/>
            </a:xfrm>
            <a:prstGeom prst="rect">
              <a:avLst/>
            </a:prstGeom>
          </p:spPr>
        </p:pic>
        <p:grpSp>
          <p:nvGrpSpPr>
            <p:cNvPr id="12" name="组合 11"/>
            <p:cNvGrpSpPr/>
            <p:nvPr/>
          </p:nvGrpSpPr>
          <p:grpSpPr>
            <a:xfrm>
              <a:off x="7480" y="5641"/>
              <a:ext cx="10056" cy="2924"/>
              <a:chOff x="7480" y="5400"/>
              <a:chExt cx="10056" cy="2924"/>
            </a:xfrm>
          </p:grpSpPr>
          <p:sp>
            <p:nvSpPr>
              <p:cNvPr id="7" name="图形"/>
              <p:cNvSpPr/>
              <p:nvPr/>
            </p:nvSpPr>
            <p:spPr>
              <a:xfrm>
                <a:off x="7480" y="5400"/>
                <a:ext cx="4665" cy="1061"/>
              </a:xfrm>
              <a:prstGeom prst="rect">
                <a:avLst/>
              </a:prstGeom>
              <a:solidFill>
                <a:srgbClr val="8A000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400">
                    <a:latin typeface="Arial"/>
                    <a:ea typeface="阿里巴巴普惠体 Medium"/>
                    <a:cs typeface="阿里巴巴普惠体 Medium"/>
                    <a:sym typeface="Arial"/>
                  </a:rPr>
                  <a:t>添加标题文本</a:t>
                </a:r>
              </a:p>
            </p:txBody>
          </p:sp>
          <p:sp>
            <p:nvSpPr>
              <p:cNvPr id="8" name="图形"/>
              <p:cNvSpPr/>
              <p:nvPr>
                <p:custDataLst>
                  <p:tags r:id="Re2fe7bd3c971486f"/>
                </p:custDataLst>
              </p:nvPr>
            </p:nvSpPr>
            <p:spPr>
              <a:xfrm>
                <a:off x="12872" y="5400"/>
                <a:ext cx="4665" cy="1061"/>
              </a:xfrm>
              <a:prstGeom prst="rect">
                <a:avLst/>
              </a:prstGeom>
              <a:solidFill>
                <a:srgbClr val="B4000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400">
                    <a:latin typeface="Arial"/>
                    <a:ea typeface="阿里巴巴普惠体 Medium"/>
                    <a:cs typeface="阿里巴巴普惠体 Medium"/>
                    <a:sym typeface="Arial"/>
                  </a:rPr>
                  <a:t>添加标题文本</a:t>
                </a:r>
              </a:p>
            </p:txBody>
          </p:sp>
          <p:sp>
            <p:nvSpPr>
              <p:cNvPr id="9" name="图形"/>
              <p:cNvSpPr/>
              <p:nvPr>
                <p:custDataLst>
                  <p:tags r:id="Rd7ef5af536334601"/>
                </p:custDataLst>
              </p:nvPr>
            </p:nvSpPr>
            <p:spPr>
              <a:xfrm>
                <a:off x="7480" y="7264"/>
                <a:ext cx="4665" cy="1061"/>
              </a:xfrm>
              <a:prstGeom prst="rect">
                <a:avLst/>
              </a:prstGeom>
              <a:solidFill>
                <a:srgbClr val="B4000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400">
                    <a:latin typeface="Arial"/>
                    <a:ea typeface="阿里巴巴普惠体 Medium"/>
                    <a:cs typeface="阿里巴巴普惠体 Medium"/>
                    <a:sym typeface="Arial"/>
                  </a:rPr>
                  <a:t>添加标题文本</a:t>
                </a:r>
              </a:p>
            </p:txBody>
          </p:sp>
          <p:sp>
            <p:nvSpPr>
              <p:cNvPr id="11" name="图形"/>
              <p:cNvSpPr/>
              <p:nvPr>
                <p:custDataLst>
                  <p:tags r:id="Rd41e9e6ac5b14366"/>
                </p:custDataLst>
              </p:nvPr>
            </p:nvSpPr>
            <p:spPr>
              <a:xfrm>
                <a:off x="12872" y="7264"/>
                <a:ext cx="4665" cy="1061"/>
              </a:xfrm>
              <a:prstGeom prst="rect">
                <a:avLst/>
              </a:prstGeom>
              <a:solidFill>
                <a:srgbClr val="8A000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400">
                    <a:latin typeface="Arial"/>
                    <a:ea typeface="阿里巴巴普惠体 Medium"/>
                    <a:cs typeface="阿里巴巴普惠体 Medium"/>
                    <a:sym typeface="Arial"/>
                  </a:rPr>
                  <a:t>添加标题文本</a:t>
                </a:r>
              </a:p>
            </p:txBody>
          </p:sp>
        </p:grpSp>
      </p:grpSp>
    </p:spTree>
    <p:custDataLst>
      <p:tags r:id="Rb8ae0a7a72b34876"/>
    </p:custDataLst>
  </p:cSld>
  <p:clrMapOvr>
    <a:masterClrMapping/>
  </p:clrMapOvr>
  <p:transition advTm="2000">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ppt_x</p:attrName>
                                        </p:attrNameLst>
                                      </p:cBhvr>
                                      <p:tavLst>
                                        <p:tav tm="0">
                                          <p:val>
                                            <p:strVal val="#ppt_x-.2"/>
                                          </p:val>
                                        </p:tav>
                                        <p:tav tm="100000">
                                          <p:val>
                                            <p:strVal val="#ppt_x"/>
                                          </p:val>
                                        </p:tav>
                                      </p:tavLst>
                                    </p:anim>
                                    <p:anim calcmode="lin" valueType="num">
                                      <p:cBhvr>
                                        <p:cTn id="8" dur="1000" fill="hold"/>
                                        <p:tgtEl>
                                          <p:spTgt spid="4"/>
                                        </p:tgtEl>
                                        <p:attrNameLst>
                                          <p:attrName>ppt_y</p:attrName>
                                        </p:attrNameLst>
                                      </p:cBhvr>
                                      <p:tavLst>
                                        <p:tav tm="0">
                                          <p:val>
                                            <p:strVal val="#ppt_y"/>
                                          </p:val>
                                        </p:tav>
                                        <p:tav tm="100000">
                                          <p:val>
                                            <p:strVal val="#ppt_y"/>
                                          </p:val>
                                        </p:tav>
                                      </p:tavLst>
                                    </p:anim>
                                    <p:animEffect transition="in" filter="wipe(right)" prLst="gradientSize: 0.1">
                                      <p:cBhvr>
                                        <p:cTn id="9" dur="1000"/>
                                        <p:tgtEl>
                                          <p:spTgt spid="4"/>
                                        </p:tgtEl>
                                      </p:cBhvr>
                                    </p:animEffect>
                                  </p:childTnLst>
                                </p:cTn>
                              </p:par>
                            </p:childTnLst>
                          </p:cTn>
                        </p:par>
                      </p:childTnLst>
                    </p:cTn>
                  </p:par>
                  <p:par>
                    <p:cTn id="10" fill="hold" nodeType="clickPar">
                      <p:stCondLst>
                        <p:cond delay="indefinite"/>
                      </p:stCondLst>
                      <p:childTnLst>
                        <p:par>
                          <p:cTn id="11" fill="hold" nodeType="afterGroup">
                            <p:stCondLst>
                              <p:cond delay="0"/>
                            </p:stCondLst>
                            <p:childTnLst>
                              <p:par>
                                <p:cTn id="12" presetID="18" presetClass="entr" presetSubtype="12"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strips(downLeft)">
                                      <p:cBhvr>
                                        <p:cTn id="1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图形"/>
          <p:cNvGrpSpPr/>
          <p:nvPr/>
        </p:nvGrpSpPr>
        <p:grpSpPr>
          <a:xfrm>
            <a:off x="1" y="300356"/>
            <a:ext cx="3197225" cy="576580"/>
            <a:chOff x="0" y="473"/>
            <a:chExt cx="5035" cy="908"/>
          </a:xfrm>
        </p:grpSpPr>
        <p:sp>
          <p:nvSpPr>
            <p:cNvPr id="2" name="图形"/>
            <p:cNvSpPr/>
            <p:nvPr>
              <p:custDataLst>
                <p:tags r:id="Rd595be48cbae4413"/>
              </p:custDataLst>
            </p:nvPr>
          </p:nvSpPr>
          <p:spPr>
            <a:xfrm rot="5400000">
              <a:off x="361" y="112"/>
              <a:ext cx="908" cy="1630"/>
            </a:xfrm>
            <a:prstGeom prst="round2SameRect">
              <a:avLst>
                <a:gd name="adj1" fmla="val 50000"/>
                <a:gd name="adj2" fmla="val 0"/>
              </a:avLst>
            </a:prstGeom>
            <a:solidFill>
              <a:srgbClr val="B4000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ltLang="zh-CN">
                <a:latin typeface="Arial"/>
                <a:ea typeface="阿里巴巴普惠体 Medium"/>
                <a:cs typeface="阿里巴巴普惠体 Medium"/>
                <a:sym typeface="Arial"/>
              </a:endParaRPr>
            </a:p>
          </p:txBody>
        </p:sp>
        <p:sp>
          <p:nvSpPr>
            <p:cNvPr id="3" name="图形"/>
            <p:cNvSpPr txBox="1"/>
            <p:nvPr>
              <p:custDataLst>
                <p:tags r:id="R24d2d0ebd72a45f4"/>
              </p:custDataLst>
            </p:nvPr>
          </p:nvSpPr>
          <p:spPr>
            <a:xfrm>
              <a:off x="340" y="540"/>
              <a:ext cx="951" cy="775"/>
            </a:xfrm>
            <a:prstGeom prst="rect">
              <a:avLst/>
            </a:prstGeom>
            <a:noFill/>
          </p:spPr>
          <p:txBody>
            <a:bodyPr wrap="square" lIns="0" tIns="0" rIns="0" bIns="0" rtlCol="0">
              <a:spAutoFit/>
            </a:bodyPr>
            <a:lstStyle/>
            <a:p>
              <a:pPr algn="ctr">
                <a:lnSpc>
                  <a:spcPct val="100000"/>
                </a:lnSpc>
              </a:pPr>
              <a:r>
                <a:rPr lang="en-US" altLang="zh-CN" sz="3200" noProof="0">
                  <a:ln>
                    <a:noFill/>
                  </a:ln>
                  <a:solidFill>
                    <a:schemeClr val="bg1"/>
                  </a:solidFill>
                  <a:effectLst/>
                  <a:uLnTx/>
                  <a:uFillTx/>
                  <a:latin typeface="Arial"/>
                  <a:ea typeface="阿里巴巴普惠体 Medium"/>
                  <a:cs typeface="阿里巴巴普惠体 Medium"/>
                  <a:sym typeface="Arial"/>
                </a:rPr>
                <a:t>03</a:t>
              </a:r>
            </a:p>
          </p:txBody>
        </p:sp>
        <p:sp>
          <p:nvSpPr>
            <p:cNvPr id="29" name="图形"/>
            <p:cNvSpPr txBox="1"/>
            <p:nvPr>
              <p:custDataLst>
                <p:tags r:id="Rb318eba632ee43a6"/>
              </p:custDataLst>
            </p:nvPr>
          </p:nvSpPr>
          <p:spPr>
            <a:xfrm>
              <a:off x="1878" y="491"/>
              <a:ext cx="3157" cy="872"/>
            </a:xfrm>
            <a:prstGeom prst="rect">
              <a:avLst/>
            </a:prstGeom>
            <a:noFill/>
          </p:spPr>
          <p:txBody>
            <a:bodyPr wrap="square" lIns="0" tIns="0" rIns="0" bIns="0" rtlCol="0">
              <a:spAutoFit/>
            </a:bodyPr>
            <a:lstStyle/>
            <a:p>
              <a:pPr algn="dist">
                <a:lnSpc>
                  <a:spcPct val="100000"/>
                </a:lnSpc>
              </a:pPr>
              <a:r>
                <a:rPr lang="zh-CN" altLang="en-US" sz="3600" noProof="0">
                  <a:ln>
                    <a:noFill/>
                  </a:ln>
                  <a:solidFill>
                    <a:schemeClr val="tx1">
                      <a:lumMod val="75000"/>
                      <a:lumOff val="25000"/>
                    </a:schemeClr>
                  </a:solidFill>
                  <a:effectLst/>
                  <a:uLnTx/>
                  <a:uFillTx/>
                  <a:latin typeface="Arial"/>
                  <a:ea typeface="阿里巴巴普惠体 Medium"/>
                  <a:cs typeface="阿里巴巴普惠体 Medium"/>
                  <a:sym typeface="Arial"/>
                </a:rPr>
                <a:t>宣传造势</a:t>
              </a:r>
            </a:p>
          </p:txBody>
        </p:sp>
      </p:grpSp>
      <p:grpSp>
        <p:nvGrpSpPr>
          <p:cNvPr id="36" name="图形"/>
          <p:cNvGrpSpPr/>
          <p:nvPr/>
        </p:nvGrpSpPr>
        <p:grpSpPr>
          <a:xfrm>
            <a:off x="2273034" y="1536702"/>
            <a:ext cx="8793163" cy="4748530"/>
            <a:chOff x="2273034" y="1536702"/>
            <a:chExt cx="8793163" cy="4748530"/>
          </a:xfrm>
        </p:grpSpPr>
        <p:sp>
          <p:nvSpPr>
            <p:cNvPr id="5" name="图形"/>
            <p:cNvSpPr/>
            <p:nvPr>
              <p:custDataLst>
                <p:tags r:id="Rfe716f612eb140ae"/>
              </p:custDataLst>
            </p:nvPr>
          </p:nvSpPr>
          <p:spPr>
            <a:xfrm>
              <a:off x="9343957" y="1746218"/>
              <a:ext cx="1722240" cy="2775348"/>
            </a:xfrm>
            <a:custGeom>
              <a:avLst/>
              <a:gdLst/>
              <a:ahLst/>
              <a:cxnLst>
                <a:cxn ang="0">
                  <a:pos x="wd2" y="hd2"/>
                </a:cxn>
                <a:cxn ang="5400000">
                  <a:pos x="wd2" y="hd2"/>
                </a:cxn>
                <a:cxn ang="10800000">
                  <a:pos x="wd2" y="hd2"/>
                </a:cxn>
                <a:cxn ang="16200000">
                  <a:pos x="wd2" y="hd2"/>
                </a:cxn>
              </a:cxnLst>
              <a:rect l="0" t="0" r="r" b="b"/>
              <a:pathLst>
                <a:path w="21599" h="21600" extrusionOk="0">
                  <a:moveTo>
                    <a:pt x="0" y="0"/>
                  </a:moveTo>
                  <a:lnTo>
                    <a:pt x="0" y="1790"/>
                  </a:lnTo>
                  <a:lnTo>
                    <a:pt x="3643" y="1790"/>
                  </a:lnTo>
                  <a:cubicBezTo>
                    <a:pt x="7802" y="1790"/>
                    <a:pt x="11571" y="2809"/>
                    <a:pt x="14305" y="4448"/>
                  </a:cubicBezTo>
                  <a:cubicBezTo>
                    <a:pt x="17038" y="6089"/>
                    <a:pt x="18717" y="8332"/>
                    <a:pt x="18717" y="10800"/>
                  </a:cubicBezTo>
                  <a:cubicBezTo>
                    <a:pt x="18717" y="13268"/>
                    <a:pt x="17038" y="15511"/>
                    <a:pt x="14305" y="17152"/>
                  </a:cubicBezTo>
                  <a:cubicBezTo>
                    <a:pt x="11571" y="18791"/>
                    <a:pt x="7802" y="19812"/>
                    <a:pt x="3643" y="19812"/>
                  </a:cubicBezTo>
                  <a:lnTo>
                    <a:pt x="0" y="19812"/>
                  </a:lnTo>
                  <a:lnTo>
                    <a:pt x="0" y="21600"/>
                  </a:lnTo>
                  <a:lnTo>
                    <a:pt x="3643" y="21600"/>
                  </a:lnTo>
                  <a:cubicBezTo>
                    <a:pt x="8569" y="21600"/>
                    <a:pt x="13055" y="20390"/>
                    <a:pt x="16308" y="18439"/>
                  </a:cubicBezTo>
                  <a:cubicBezTo>
                    <a:pt x="19563" y="16489"/>
                    <a:pt x="21600" y="13780"/>
                    <a:pt x="21599" y="10800"/>
                  </a:cubicBezTo>
                  <a:cubicBezTo>
                    <a:pt x="21600" y="7820"/>
                    <a:pt x="19563" y="5111"/>
                    <a:pt x="16308" y="3161"/>
                  </a:cubicBezTo>
                  <a:cubicBezTo>
                    <a:pt x="13055" y="1210"/>
                    <a:pt x="8569" y="0"/>
                    <a:pt x="3643" y="0"/>
                  </a:cubicBezTo>
                  <a:lnTo>
                    <a:pt x="0" y="0"/>
                  </a:lnTo>
                  <a:close/>
                </a:path>
              </a:pathLst>
            </a:custGeom>
            <a:solidFill>
              <a:srgbClr val="8A0006"/>
            </a:solidFill>
            <a:ln w="12700">
              <a:miter lim="400000"/>
            </a:ln>
          </p:spPr>
          <p:txBody>
            <a:bodyPr lIns="19051" tIns="19051" rIns="19051" bIns="19051" anchor="ctr"/>
            <a:lstStyle/>
            <a:p>
              <a:pPr algn="ctr" defTabSz="22860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4000">
                <a:solidFill>
                  <a:schemeClr val="tx1">
                    <a:lumMod val="65000"/>
                    <a:lumOff val="35000"/>
                  </a:schemeClr>
                </a:solidFill>
                <a:latin typeface="Arial"/>
                <a:ea typeface="阿里巴巴普惠体 Medium"/>
                <a:cs typeface="阿里巴巴普惠体 Medium"/>
                <a:sym typeface="Arial"/>
              </a:endParaRPr>
            </a:p>
          </p:txBody>
        </p:sp>
        <p:sp>
          <p:nvSpPr>
            <p:cNvPr id="6" name="图形"/>
            <p:cNvSpPr/>
            <p:nvPr>
              <p:custDataLst>
                <p:tags r:id="Ra2814a62b68c4e55"/>
              </p:custDataLst>
            </p:nvPr>
          </p:nvSpPr>
          <p:spPr>
            <a:xfrm>
              <a:off x="5031144" y="4291576"/>
              <a:ext cx="1643632" cy="229989"/>
            </a:xfrm>
            <a:prstGeom prst="rect">
              <a:avLst/>
            </a:prstGeom>
            <a:solidFill>
              <a:srgbClr val="8A0006"/>
            </a:solidFill>
            <a:ln w="12700">
              <a:miter lim="400000"/>
            </a:ln>
          </p:spPr>
          <p:txBody>
            <a:bodyPr lIns="19051" tIns="19051" rIns="19051" bIns="19051" anchor="ctr"/>
            <a:lstStyle/>
            <a:p>
              <a:pPr algn="ctr" defTabSz="22860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4000">
                <a:solidFill>
                  <a:schemeClr val="tx1">
                    <a:lumMod val="65000"/>
                    <a:lumOff val="35000"/>
                  </a:schemeClr>
                </a:solidFill>
                <a:latin typeface="Arial"/>
                <a:ea typeface="阿里巴巴普惠体 Medium"/>
                <a:cs typeface="阿里巴巴普惠体 Medium"/>
                <a:sym typeface="Arial"/>
              </a:endParaRPr>
            </a:p>
          </p:txBody>
        </p:sp>
        <p:sp>
          <p:nvSpPr>
            <p:cNvPr id="7" name="图形"/>
            <p:cNvSpPr/>
            <p:nvPr>
              <p:custDataLst>
                <p:tags r:id="Rd1a7a077a5614cb1"/>
              </p:custDataLst>
            </p:nvPr>
          </p:nvSpPr>
          <p:spPr>
            <a:xfrm>
              <a:off x="6856148" y="4291576"/>
              <a:ext cx="2494161" cy="229989"/>
            </a:xfrm>
            <a:prstGeom prst="rect">
              <a:avLst/>
            </a:prstGeom>
            <a:solidFill>
              <a:srgbClr val="8A0006"/>
            </a:solidFill>
            <a:ln w="12700">
              <a:miter lim="400000"/>
            </a:ln>
          </p:spPr>
          <p:txBody>
            <a:bodyPr lIns="19051" tIns="19051" rIns="19051" bIns="19051" anchor="ctr"/>
            <a:lstStyle/>
            <a:p>
              <a:pPr algn="ctr" defTabSz="22860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4000">
                <a:solidFill>
                  <a:schemeClr val="tx1">
                    <a:lumMod val="65000"/>
                    <a:lumOff val="35000"/>
                  </a:schemeClr>
                </a:solidFill>
                <a:latin typeface="Arial"/>
                <a:ea typeface="阿里巴巴普惠体 Medium"/>
                <a:cs typeface="阿里巴巴普惠体 Medium"/>
                <a:sym typeface="Arial"/>
              </a:endParaRPr>
            </a:p>
          </p:txBody>
        </p:sp>
        <p:sp>
          <p:nvSpPr>
            <p:cNvPr id="8" name="图形"/>
            <p:cNvSpPr/>
            <p:nvPr>
              <p:custDataLst>
                <p:tags r:id="Rc3dc80cd1133450e"/>
              </p:custDataLst>
            </p:nvPr>
          </p:nvSpPr>
          <p:spPr>
            <a:xfrm>
              <a:off x="2273034" y="1746217"/>
              <a:ext cx="2122885" cy="1387675"/>
            </a:xfrm>
            <a:custGeom>
              <a:avLst/>
              <a:gdLst/>
              <a:ahLst/>
              <a:cxnLst>
                <a:cxn ang="0">
                  <a:pos x="wd2" y="hd2"/>
                </a:cxn>
                <a:cxn ang="5400000">
                  <a:pos x="wd2" y="hd2"/>
                </a:cxn>
                <a:cxn ang="10800000">
                  <a:pos x="wd2" y="hd2"/>
                </a:cxn>
                <a:cxn ang="16200000">
                  <a:pos x="wd2" y="hd2"/>
                </a:cxn>
              </a:cxnLst>
              <a:rect l="0" t="0" r="r" b="b"/>
              <a:pathLst>
                <a:path w="21599" h="21600" extrusionOk="0">
                  <a:moveTo>
                    <a:pt x="14569" y="0"/>
                  </a:moveTo>
                  <a:cubicBezTo>
                    <a:pt x="10573" y="0"/>
                    <a:pt x="6931" y="2419"/>
                    <a:pt x="4292" y="6323"/>
                  </a:cubicBezTo>
                  <a:cubicBezTo>
                    <a:pt x="1652" y="10223"/>
                    <a:pt x="-1" y="15640"/>
                    <a:pt x="0" y="21600"/>
                  </a:cubicBezTo>
                  <a:lnTo>
                    <a:pt x="2340" y="21600"/>
                  </a:lnTo>
                  <a:cubicBezTo>
                    <a:pt x="2340" y="16664"/>
                    <a:pt x="3700" y="12177"/>
                    <a:pt x="5917" y="8896"/>
                  </a:cubicBezTo>
                  <a:cubicBezTo>
                    <a:pt x="8135" y="5618"/>
                    <a:pt x="11195" y="3580"/>
                    <a:pt x="14569" y="3580"/>
                  </a:cubicBezTo>
                  <a:lnTo>
                    <a:pt x="21599" y="3580"/>
                  </a:lnTo>
                  <a:lnTo>
                    <a:pt x="21599" y="0"/>
                  </a:lnTo>
                  <a:lnTo>
                    <a:pt x="14569" y="0"/>
                  </a:lnTo>
                  <a:close/>
                </a:path>
              </a:pathLst>
            </a:custGeom>
            <a:solidFill>
              <a:srgbClr val="8A0006"/>
            </a:solidFill>
            <a:ln w="12700">
              <a:miter lim="400000"/>
            </a:ln>
          </p:spPr>
          <p:txBody>
            <a:bodyPr lIns="19051" tIns="19051" rIns="19051" bIns="19051" anchor="ctr"/>
            <a:lstStyle/>
            <a:p>
              <a:pPr algn="ctr" defTabSz="22860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4000">
                <a:solidFill>
                  <a:schemeClr val="tx1">
                    <a:lumMod val="65000"/>
                    <a:lumOff val="35000"/>
                  </a:schemeClr>
                </a:solidFill>
                <a:latin typeface="Arial"/>
                <a:ea typeface="阿里巴巴普惠体 Medium"/>
                <a:cs typeface="阿里巴巴普惠体 Medium"/>
                <a:sym typeface="Arial"/>
              </a:endParaRPr>
            </a:p>
          </p:txBody>
        </p:sp>
        <p:sp>
          <p:nvSpPr>
            <p:cNvPr id="9" name="图形"/>
            <p:cNvSpPr/>
            <p:nvPr>
              <p:custDataLst>
                <p:tags r:id="R9ec0c5f433ff4b75"/>
              </p:custDataLst>
            </p:nvPr>
          </p:nvSpPr>
          <p:spPr>
            <a:xfrm>
              <a:off x="4389568" y="1746217"/>
              <a:ext cx="2472928" cy="229989"/>
            </a:xfrm>
            <a:prstGeom prst="rect">
              <a:avLst/>
            </a:prstGeom>
            <a:solidFill>
              <a:srgbClr val="8A0006"/>
            </a:solidFill>
            <a:ln w="12700">
              <a:miter lim="400000"/>
            </a:ln>
          </p:spPr>
          <p:txBody>
            <a:bodyPr lIns="19051" tIns="19051" rIns="19051" bIns="19051" anchor="ctr"/>
            <a:lstStyle/>
            <a:p>
              <a:pPr algn="ctr" defTabSz="22860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4000">
                <a:solidFill>
                  <a:schemeClr val="tx1">
                    <a:lumMod val="65000"/>
                    <a:lumOff val="35000"/>
                  </a:schemeClr>
                </a:solidFill>
                <a:latin typeface="Arial"/>
                <a:ea typeface="阿里巴巴普惠体 Medium"/>
                <a:cs typeface="阿里巴巴普惠体 Medium"/>
                <a:sym typeface="Arial"/>
              </a:endParaRPr>
            </a:p>
          </p:txBody>
        </p:sp>
        <p:sp>
          <p:nvSpPr>
            <p:cNvPr id="10" name="图形"/>
            <p:cNvSpPr/>
            <p:nvPr>
              <p:custDataLst>
                <p:tags r:id="R1f9c4a406be34983"/>
              </p:custDataLst>
            </p:nvPr>
          </p:nvSpPr>
          <p:spPr>
            <a:xfrm>
              <a:off x="6856148" y="1746217"/>
              <a:ext cx="2494161" cy="229989"/>
            </a:xfrm>
            <a:prstGeom prst="rect">
              <a:avLst/>
            </a:prstGeom>
            <a:solidFill>
              <a:srgbClr val="8A0006"/>
            </a:solidFill>
            <a:ln w="12700">
              <a:miter lim="400000"/>
            </a:ln>
          </p:spPr>
          <p:txBody>
            <a:bodyPr lIns="19051" tIns="19051" rIns="19051" bIns="19051" anchor="ctr"/>
            <a:lstStyle/>
            <a:p>
              <a:pPr algn="ctr" defTabSz="22860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4000">
                <a:solidFill>
                  <a:schemeClr val="tx1">
                    <a:lumMod val="65000"/>
                    <a:lumOff val="35000"/>
                  </a:schemeClr>
                </a:solidFill>
                <a:latin typeface="Arial"/>
                <a:ea typeface="阿里巴巴普惠体 Medium"/>
                <a:cs typeface="阿里巴巴普惠体 Medium"/>
                <a:sym typeface="Arial"/>
              </a:endParaRPr>
            </a:p>
          </p:txBody>
        </p:sp>
        <p:sp>
          <p:nvSpPr>
            <p:cNvPr id="11" name="图形"/>
            <p:cNvSpPr/>
            <p:nvPr>
              <p:custDataLst>
                <p:tags r:id="R36210d0f4e014018"/>
              </p:custDataLst>
            </p:nvPr>
          </p:nvSpPr>
          <p:spPr>
            <a:xfrm>
              <a:off x="5858683" y="2314804"/>
              <a:ext cx="2058108" cy="969496"/>
            </a:xfrm>
            <a:prstGeom prst="rect">
              <a:avLst/>
            </a:prstGeom>
            <a:ln w="12700">
              <a:miter lim="400000"/>
            </a:ln>
          </p:spPr>
          <p:txBody>
            <a:bodyPr lIns="0" tIns="0" rIns="0" bIns="0">
              <a:spAutoFit/>
            </a:bodyPr>
            <a:lstStyle/>
            <a:p>
              <a:pPr algn="ctr">
                <a:lnSpc>
                  <a:spcPct val="150000"/>
                </a:lnSpc>
              </a:pPr>
              <a:r>
                <a:rPr lang="zh-CN" altLang="en-US" sz="1400">
                  <a:solidFill>
                    <a:schemeClr val="tx1">
                      <a:lumMod val="65000"/>
                      <a:lumOff val="35000"/>
                    </a:schemeClr>
                  </a:solidFill>
                  <a:latin typeface="Arial"/>
                  <a:ea typeface="阿里巴巴普惠体 Medium"/>
                  <a:cs typeface="阿里巴巴普惠体 Medium"/>
                  <a:sym typeface="Arial"/>
                </a:rPr>
                <a:t>单击此处输入您的文本内容，可更改文字的颜色或者大X等属性。</a:t>
              </a:r>
              <a:endParaRPr lang="zh-CN" altLang="en-US" sz="1400" b="1">
                <a:solidFill>
                  <a:schemeClr val="tx1">
                    <a:lumMod val="65000"/>
                    <a:lumOff val="35000"/>
                  </a:schemeClr>
                </a:solidFill>
                <a:latin typeface="Arial"/>
                <a:ea typeface="阿里巴巴普惠体 Medium"/>
                <a:cs typeface="阿里巴巴普惠体 Medium"/>
                <a:sym typeface="Arial"/>
              </a:endParaRPr>
            </a:p>
          </p:txBody>
        </p:sp>
        <p:sp>
          <p:nvSpPr>
            <p:cNvPr id="12" name="图形"/>
            <p:cNvSpPr/>
            <p:nvPr>
              <p:custDataLst>
                <p:tags r:id="R8291ca2ebbc94b03"/>
              </p:custDataLst>
            </p:nvPr>
          </p:nvSpPr>
          <p:spPr>
            <a:xfrm>
              <a:off x="3373153" y="2314804"/>
              <a:ext cx="2058108" cy="969496"/>
            </a:xfrm>
            <a:prstGeom prst="rect">
              <a:avLst/>
            </a:prstGeom>
            <a:ln w="12700">
              <a:miter lim="400000"/>
            </a:ln>
          </p:spPr>
          <p:txBody>
            <a:bodyPr lIns="0" tIns="0" rIns="0" bIns="0">
              <a:spAutoFit/>
            </a:bodyPr>
            <a:lstStyle/>
            <a:p>
              <a:pPr algn="ctr">
                <a:lnSpc>
                  <a:spcPct val="150000"/>
                </a:lnSpc>
              </a:pPr>
              <a:r>
                <a:rPr lang="zh-CN" altLang="en-US" sz="1400">
                  <a:solidFill>
                    <a:schemeClr val="tx1">
                      <a:lumMod val="65000"/>
                      <a:lumOff val="35000"/>
                    </a:schemeClr>
                  </a:solidFill>
                  <a:latin typeface="Arial"/>
                  <a:ea typeface="阿里巴巴普惠体 Medium"/>
                  <a:cs typeface="阿里巴巴普惠体 Medium"/>
                  <a:sym typeface="Arial"/>
                </a:rPr>
                <a:t>单击此处输入您的文本内容，可更改文字的颜色或者大X等属性。</a:t>
              </a:r>
              <a:endParaRPr lang="zh-CN" altLang="en-US" sz="1400" b="1">
                <a:solidFill>
                  <a:schemeClr val="tx1">
                    <a:lumMod val="65000"/>
                    <a:lumOff val="35000"/>
                  </a:schemeClr>
                </a:solidFill>
                <a:latin typeface="Arial"/>
                <a:ea typeface="阿里巴巴普惠体 Medium"/>
                <a:cs typeface="阿里巴巴普惠体 Medium"/>
                <a:sym typeface="Arial"/>
              </a:endParaRPr>
            </a:p>
          </p:txBody>
        </p:sp>
        <p:sp>
          <p:nvSpPr>
            <p:cNvPr id="13" name="图形"/>
            <p:cNvSpPr/>
            <p:nvPr>
              <p:custDataLst>
                <p:tags r:id="R8535891b407e4f61"/>
              </p:custDataLst>
            </p:nvPr>
          </p:nvSpPr>
          <p:spPr>
            <a:xfrm>
              <a:off x="8341038" y="2314804"/>
              <a:ext cx="2058108" cy="969496"/>
            </a:xfrm>
            <a:prstGeom prst="rect">
              <a:avLst/>
            </a:prstGeom>
            <a:ln w="12700">
              <a:miter lim="400000"/>
            </a:ln>
          </p:spPr>
          <p:txBody>
            <a:bodyPr lIns="0" tIns="0" rIns="0" bIns="0">
              <a:spAutoFit/>
            </a:bodyPr>
            <a:lstStyle/>
            <a:p>
              <a:pPr algn="ctr">
                <a:lnSpc>
                  <a:spcPct val="150000"/>
                </a:lnSpc>
              </a:pPr>
              <a:r>
                <a:rPr lang="zh-CN" altLang="en-US" sz="1400">
                  <a:solidFill>
                    <a:schemeClr val="tx1">
                      <a:lumMod val="65000"/>
                      <a:lumOff val="35000"/>
                    </a:schemeClr>
                  </a:solidFill>
                  <a:latin typeface="Arial"/>
                  <a:ea typeface="阿里巴巴普惠体 Medium"/>
                  <a:cs typeface="阿里巴巴普惠体 Medium"/>
                  <a:sym typeface="Arial"/>
                </a:rPr>
                <a:t>单击此处输入您的文本内容，可更改文字的颜色或者大X等属性。</a:t>
              </a:r>
              <a:endParaRPr lang="zh-CN" altLang="en-US" sz="1400" b="1">
                <a:solidFill>
                  <a:schemeClr val="tx1">
                    <a:lumMod val="65000"/>
                    <a:lumOff val="35000"/>
                  </a:schemeClr>
                </a:solidFill>
                <a:latin typeface="Arial"/>
                <a:ea typeface="阿里巴巴普惠体 Medium"/>
                <a:cs typeface="阿里巴巴普惠体 Medium"/>
                <a:sym typeface="Arial"/>
              </a:endParaRPr>
            </a:p>
          </p:txBody>
        </p:sp>
        <p:sp>
          <p:nvSpPr>
            <p:cNvPr id="14" name="图形"/>
            <p:cNvSpPr/>
            <p:nvPr>
              <p:custDataLst>
                <p:tags r:id="R328dc0a3fb1f4615"/>
              </p:custDataLst>
            </p:nvPr>
          </p:nvSpPr>
          <p:spPr>
            <a:xfrm>
              <a:off x="5858683" y="4915144"/>
              <a:ext cx="2058108" cy="969496"/>
            </a:xfrm>
            <a:prstGeom prst="rect">
              <a:avLst/>
            </a:prstGeom>
            <a:ln w="12700">
              <a:miter lim="400000"/>
            </a:ln>
          </p:spPr>
          <p:txBody>
            <a:bodyPr lIns="0" tIns="0" rIns="0" bIns="0">
              <a:spAutoFit/>
            </a:bodyPr>
            <a:lstStyle/>
            <a:p>
              <a:pPr algn="ctr">
                <a:lnSpc>
                  <a:spcPct val="150000"/>
                </a:lnSpc>
              </a:pPr>
              <a:r>
                <a:rPr lang="zh-CN" altLang="en-US" sz="1400">
                  <a:solidFill>
                    <a:schemeClr val="tx1">
                      <a:lumMod val="65000"/>
                      <a:lumOff val="35000"/>
                    </a:schemeClr>
                  </a:solidFill>
                  <a:latin typeface="Arial"/>
                  <a:ea typeface="阿里巴巴普惠体 Medium"/>
                  <a:cs typeface="阿里巴巴普惠体 Medium"/>
                  <a:sym typeface="Arial"/>
                </a:rPr>
                <a:t>单击此处输入您的文本内容，可更改文字的颜色或者大X等属性。</a:t>
              </a:r>
              <a:endParaRPr lang="zh-CN" altLang="en-US" sz="1400" b="1">
                <a:solidFill>
                  <a:schemeClr val="tx1">
                    <a:lumMod val="65000"/>
                    <a:lumOff val="35000"/>
                  </a:schemeClr>
                </a:solidFill>
                <a:latin typeface="Arial"/>
                <a:ea typeface="阿里巴巴普惠体 Medium"/>
                <a:cs typeface="阿里巴巴普惠体 Medium"/>
                <a:sym typeface="Arial"/>
              </a:endParaRPr>
            </a:p>
          </p:txBody>
        </p:sp>
        <p:sp>
          <p:nvSpPr>
            <p:cNvPr id="15" name="图形"/>
            <p:cNvSpPr/>
            <p:nvPr>
              <p:custDataLst>
                <p:tags r:id="Rafb4ab148f564760"/>
              </p:custDataLst>
            </p:nvPr>
          </p:nvSpPr>
          <p:spPr>
            <a:xfrm>
              <a:off x="3354103" y="4915144"/>
              <a:ext cx="2058108" cy="969496"/>
            </a:xfrm>
            <a:prstGeom prst="rect">
              <a:avLst/>
            </a:prstGeom>
            <a:ln w="12700">
              <a:miter lim="400000"/>
            </a:ln>
          </p:spPr>
          <p:txBody>
            <a:bodyPr lIns="0" tIns="0" rIns="0" bIns="0">
              <a:spAutoFit/>
            </a:bodyPr>
            <a:lstStyle/>
            <a:p>
              <a:pPr algn="ctr">
                <a:lnSpc>
                  <a:spcPct val="150000"/>
                </a:lnSpc>
              </a:pPr>
              <a:r>
                <a:rPr lang="zh-CN" altLang="en-US" sz="1400">
                  <a:solidFill>
                    <a:schemeClr val="tx1">
                      <a:lumMod val="65000"/>
                      <a:lumOff val="35000"/>
                    </a:schemeClr>
                  </a:solidFill>
                  <a:latin typeface="Arial"/>
                  <a:ea typeface="阿里巴巴普惠体 Medium"/>
                  <a:cs typeface="阿里巴巴普惠体 Medium"/>
                  <a:sym typeface="Arial"/>
                </a:rPr>
                <a:t>单击此处输入您的文本内容，可更改文字的颜色或者大X等属性。</a:t>
              </a:r>
              <a:endParaRPr lang="zh-CN" altLang="en-US" sz="1400" b="1">
                <a:solidFill>
                  <a:schemeClr val="tx1">
                    <a:lumMod val="65000"/>
                    <a:lumOff val="35000"/>
                  </a:schemeClr>
                </a:solidFill>
                <a:latin typeface="Arial"/>
                <a:ea typeface="阿里巴巴普惠体 Medium"/>
                <a:cs typeface="阿里巴巴普惠体 Medium"/>
                <a:sym typeface="Arial"/>
              </a:endParaRPr>
            </a:p>
          </p:txBody>
        </p:sp>
        <p:sp>
          <p:nvSpPr>
            <p:cNvPr id="16" name="图形"/>
            <p:cNvSpPr/>
            <p:nvPr>
              <p:custDataLst>
                <p:tags r:id="R58bbc543361f4696"/>
              </p:custDataLst>
            </p:nvPr>
          </p:nvSpPr>
          <p:spPr>
            <a:xfrm>
              <a:off x="8341038" y="4915144"/>
              <a:ext cx="2058108" cy="969496"/>
            </a:xfrm>
            <a:prstGeom prst="rect">
              <a:avLst/>
            </a:prstGeom>
            <a:ln w="12700">
              <a:miter lim="400000"/>
            </a:ln>
          </p:spPr>
          <p:txBody>
            <a:bodyPr lIns="0" tIns="0" rIns="0" bIns="0">
              <a:spAutoFit/>
            </a:bodyPr>
            <a:lstStyle/>
            <a:p>
              <a:pPr algn="ctr">
                <a:lnSpc>
                  <a:spcPct val="150000"/>
                </a:lnSpc>
              </a:pPr>
              <a:r>
                <a:rPr lang="zh-CN" altLang="en-US" sz="1400">
                  <a:solidFill>
                    <a:schemeClr val="tx1">
                      <a:lumMod val="65000"/>
                      <a:lumOff val="35000"/>
                    </a:schemeClr>
                  </a:solidFill>
                  <a:latin typeface="Arial"/>
                  <a:ea typeface="阿里巴巴普惠体 Medium"/>
                  <a:cs typeface="阿里巴巴普惠体 Medium"/>
                  <a:sym typeface="Arial"/>
                </a:rPr>
                <a:t>单击此处输入您的文本内容，可更改文字的颜色或者大X等属性。</a:t>
              </a:r>
              <a:endParaRPr lang="zh-CN" altLang="en-US" sz="1400" b="1">
                <a:solidFill>
                  <a:schemeClr val="tx1">
                    <a:lumMod val="65000"/>
                    <a:lumOff val="35000"/>
                  </a:schemeClr>
                </a:solidFill>
                <a:latin typeface="Arial"/>
                <a:ea typeface="阿里巴巴普惠体 Medium"/>
                <a:cs typeface="阿里巴巴普惠体 Medium"/>
                <a:sym typeface="Arial"/>
              </a:endParaRPr>
            </a:p>
          </p:txBody>
        </p:sp>
        <p:sp>
          <p:nvSpPr>
            <p:cNvPr id="17" name="图形"/>
            <p:cNvSpPr/>
            <p:nvPr>
              <p:custDataLst>
                <p:tags r:id="Reff4143a3f2946bd"/>
              </p:custDataLst>
            </p:nvPr>
          </p:nvSpPr>
          <p:spPr>
            <a:xfrm>
              <a:off x="9057022" y="4102101"/>
              <a:ext cx="626140" cy="626140"/>
            </a:xfrm>
            <a:custGeom>
              <a:avLst/>
              <a:gdLst/>
              <a:ahLst/>
              <a:cxnLst>
                <a:cxn ang="0">
                  <a:pos x="wd2" y="hd2"/>
                </a:cxn>
                <a:cxn ang="5400000">
                  <a:pos x="wd2" y="hd2"/>
                </a:cxn>
                <a:cxn ang="10800000">
                  <a:pos x="wd2" y="hd2"/>
                </a:cxn>
                <a:cxn ang="16200000">
                  <a:pos x="wd2" y="hd2"/>
                </a:cxn>
              </a:cxnLst>
              <a:rect l="0" t="0" r="r" b="b"/>
              <a:pathLst>
                <a:path w="21600" h="21600" extrusionOk="0">
                  <a:moveTo>
                    <a:pt x="21600" y="18535"/>
                  </a:moveTo>
                  <a:cubicBezTo>
                    <a:pt x="21600" y="20228"/>
                    <a:pt x="20228" y="21600"/>
                    <a:pt x="18535" y="21600"/>
                  </a:cubicBezTo>
                  <a:lnTo>
                    <a:pt x="3065" y="21600"/>
                  </a:lnTo>
                  <a:cubicBezTo>
                    <a:pt x="1372" y="21600"/>
                    <a:pt x="0" y="20228"/>
                    <a:pt x="0" y="18535"/>
                  </a:cubicBezTo>
                  <a:lnTo>
                    <a:pt x="0" y="3064"/>
                  </a:lnTo>
                  <a:cubicBezTo>
                    <a:pt x="0" y="1372"/>
                    <a:pt x="1372" y="0"/>
                    <a:pt x="3065" y="0"/>
                  </a:cubicBezTo>
                  <a:lnTo>
                    <a:pt x="18535" y="0"/>
                  </a:lnTo>
                  <a:cubicBezTo>
                    <a:pt x="20228" y="0"/>
                    <a:pt x="21600" y="1372"/>
                    <a:pt x="21600" y="3064"/>
                  </a:cubicBezTo>
                  <a:cubicBezTo>
                    <a:pt x="21600" y="3064"/>
                    <a:pt x="21600" y="18535"/>
                    <a:pt x="21600" y="18535"/>
                  </a:cubicBezTo>
                  <a:close/>
                </a:path>
              </a:pathLst>
            </a:custGeom>
            <a:solidFill>
              <a:srgbClr val="B40005"/>
            </a:solidFill>
            <a:ln w="12700" cap="flat">
              <a:noFill/>
              <a:miter lim="400000"/>
            </a:ln>
            <a:effectLst/>
          </p:spPr>
          <p:txBody>
            <a:bodyPr wrap="square" lIns="50800" tIns="50800" rIns="50800" bIns="50800" numCol="1" anchor="ctr">
              <a:noAutofit/>
            </a:bodyPr>
            <a:lstStyle/>
            <a:p>
              <a:pPr algn="ctr" defTabSz="228600">
                <a:lnSpc>
                  <a:spcPct val="100000"/>
                </a:lnSpc>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r>
                <a:rPr lang="en-US" sz="4000">
                  <a:solidFill>
                    <a:schemeClr val="bg1"/>
                  </a:solidFill>
                  <a:effectLst/>
                  <a:latin typeface="Arial"/>
                  <a:ea typeface="阿里巴巴普惠体 Medium"/>
                  <a:cs typeface="阿里巴巴普惠体 Medium"/>
                  <a:sym typeface="Arial"/>
                </a:rPr>
                <a:t>4</a:t>
              </a:r>
            </a:p>
          </p:txBody>
        </p:sp>
        <p:sp>
          <p:nvSpPr>
            <p:cNvPr id="19" name="图形"/>
            <p:cNvSpPr/>
            <p:nvPr>
              <p:custDataLst>
                <p:tags r:id="Rfde327d87be34739"/>
              </p:custDataLst>
            </p:nvPr>
          </p:nvSpPr>
          <p:spPr>
            <a:xfrm>
              <a:off x="9057022" y="1536702"/>
              <a:ext cx="626140" cy="626144"/>
            </a:xfrm>
            <a:custGeom>
              <a:avLst/>
              <a:gdLst/>
              <a:ahLst/>
              <a:cxnLst>
                <a:cxn ang="0">
                  <a:pos x="wd2" y="hd2"/>
                </a:cxn>
                <a:cxn ang="5400000">
                  <a:pos x="wd2" y="hd2"/>
                </a:cxn>
                <a:cxn ang="10800000">
                  <a:pos x="wd2" y="hd2"/>
                </a:cxn>
                <a:cxn ang="16200000">
                  <a:pos x="wd2" y="hd2"/>
                </a:cxn>
              </a:cxnLst>
              <a:rect l="0" t="0" r="r" b="b"/>
              <a:pathLst>
                <a:path w="21600" h="21600" extrusionOk="0">
                  <a:moveTo>
                    <a:pt x="21600" y="18535"/>
                  </a:moveTo>
                  <a:cubicBezTo>
                    <a:pt x="21600" y="20228"/>
                    <a:pt x="20228" y="21600"/>
                    <a:pt x="18535" y="21600"/>
                  </a:cubicBezTo>
                  <a:lnTo>
                    <a:pt x="3065" y="21600"/>
                  </a:lnTo>
                  <a:cubicBezTo>
                    <a:pt x="1372" y="21600"/>
                    <a:pt x="0" y="20228"/>
                    <a:pt x="0" y="18535"/>
                  </a:cubicBezTo>
                  <a:lnTo>
                    <a:pt x="0" y="3065"/>
                  </a:lnTo>
                  <a:cubicBezTo>
                    <a:pt x="0" y="1372"/>
                    <a:pt x="1372" y="0"/>
                    <a:pt x="3065" y="0"/>
                  </a:cubicBezTo>
                  <a:lnTo>
                    <a:pt x="18535" y="0"/>
                  </a:lnTo>
                  <a:cubicBezTo>
                    <a:pt x="20228" y="0"/>
                    <a:pt x="21600" y="1372"/>
                    <a:pt x="21600" y="3065"/>
                  </a:cubicBezTo>
                  <a:cubicBezTo>
                    <a:pt x="21600" y="3065"/>
                    <a:pt x="21600" y="18535"/>
                    <a:pt x="21600" y="18535"/>
                  </a:cubicBezTo>
                  <a:close/>
                </a:path>
              </a:pathLst>
            </a:custGeom>
            <a:solidFill>
              <a:srgbClr val="B40005"/>
            </a:solidFill>
            <a:ln w="12700" cap="flat">
              <a:noFill/>
              <a:miter lim="400000"/>
            </a:ln>
            <a:effectLst/>
          </p:spPr>
          <p:txBody>
            <a:bodyPr wrap="square" lIns="50800" tIns="50800" rIns="50800" bIns="50800" numCol="1" anchor="ctr">
              <a:noAutofit/>
            </a:bodyPr>
            <a:lstStyle/>
            <a:p>
              <a:pPr algn="ctr" defTabSz="228600">
                <a:lnSpc>
                  <a:spcPct val="100000"/>
                </a:lnSpc>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r>
                <a:rPr lang="en-US" sz="4000">
                  <a:solidFill>
                    <a:schemeClr val="bg1"/>
                  </a:solidFill>
                  <a:effectLst/>
                  <a:latin typeface="Arial"/>
                  <a:ea typeface="阿里巴巴普惠体 Medium"/>
                  <a:cs typeface="阿里巴巴普惠体 Medium"/>
                  <a:sym typeface="Arial"/>
                </a:rPr>
                <a:t>3</a:t>
              </a:r>
            </a:p>
          </p:txBody>
        </p:sp>
        <p:sp>
          <p:nvSpPr>
            <p:cNvPr id="22" name="图形"/>
            <p:cNvSpPr/>
            <p:nvPr>
              <p:custDataLst>
                <p:tags r:id="R6f5c9100c74f41b6"/>
              </p:custDataLst>
            </p:nvPr>
          </p:nvSpPr>
          <p:spPr>
            <a:xfrm>
              <a:off x="4089134" y="1536702"/>
              <a:ext cx="626146" cy="626144"/>
            </a:xfrm>
            <a:custGeom>
              <a:avLst/>
              <a:gdLst/>
              <a:ahLst/>
              <a:cxnLst>
                <a:cxn ang="0">
                  <a:pos x="wd2" y="hd2"/>
                </a:cxn>
                <a:cxn ang="5400000">
                  <a:pos x="wd2" y="hd2"/>
                </a:cxn>
                <a:cxn ang="10800000">
                  <a:pos x="wd2" y="hd2"/>
                </a:cxn>
                <a:cxn ang="16200000">
                  <a:pos x="wd2" y="hd2"/>
                </a:cxn>
              </a:cxnLst>
              <a:rect l="0" t="0" r="r" b="b"/>
              <a:pathLst>
                <a:path w="21600" h="21600" extrusionOk="0">
                  <a:moveTo>
                    <a:pt x="21600" y="18535"/>
                  </a:moveTo>
                  <a:cubicBezTo>
                    <a:pt x="21600" y="20228"/>
                    <a:pt x="20228" y="21600"/>
                    <a:pt x="18535" y="21600"/>
                  </a:cubicBezTo>
                  <a:lnTo>
                    <a:pt x="3065" y="21600"/>
                  </a:lnTo>
                  <a:cubicBezTo>
                    <a:pt x="1372" y="21600"/>
                    <a:pt x="0" y="20228"/>
                    <a:pt x="0" y="18535"/>
                  </a:cubicBezTo>
                  <a:lnTo>
                    <a:pt x="0" y="3065"/>
                  </a:lnTo>
                  <a:cubicBezTo>
                    <a:pt x="0" y="1372"/>
                    <a:pt x="1372" y="0"/>
                    <a:pt x="3065" y="0"/>
                  </a:cubicBezTo>
                  <a:lnTo>
                    <a:pt x="18535" y="0"/>
                  </a:lnTo>
                  <a:cubicBezTo>
                    <a:pt x="20228" y="0"/>
                    <a:pt x="21600" y="1372"/>
                    <a:pt x="21600" y="3065"/>
                  </a:cubicBezTo>
                  <a:cubicBezTo>
                    <a:pt x="21600" y="3065"/>
                    <a:pt x="21600" y="18535"/>
                    <a:pt x="21600" y="18535"/>
                  </a:cubicBezTo>
                  <a:close/>
                </a:path>
              </a:pathLst>
            </a:custGeom>
            <a:solidFill>
              <a:srgbClr val="B40005"/>
            </a:solidFill>
            <a:ln w="12700" cap="flat">
              <a:noFill/>
              <a:miter lim="400000"/>
            </a:ln>
            <a:effectLst/>
          </p:spPr>
          <p:txBody>
            <a:bodyPr wrap="square" lIns="50800" tIns="50800" rIns="50800" bIns="50800" numCol="1" anchor="ctr">
              <a:noAutofit/>
            </a:bodyPr>
            <a:lstStyle/>
            <a:p>
              <a:pPr algn="ctr" defTabSz="228600">
                <a:lnSpc>
                  <a:spcPct val="100000"/>
                </a:lnSpc>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r>
                <a:rPr lang="en-US" sz="4000">
                  <a:solidFill>
                    <a:schemeClr val="bg1"/>
                  </a:solidFill>
                  <a:effectLst/>
                  <a:latin typeface="Arial"/>
                  <a:ea typeface="阿里巴巴普惠体 Medium"/>
                  <a:cs typeface="阿里巴巴普惠体 Medium"/>
                  <a:sym typeface="Arial"/>
                </a:rPr>
                <a:t>1</a:t>
              </a:r>
            </a:p>
          </p:txBody>
        </p:sp>
        <p:sp>
          <p:nvSpPr>
            <p:cNvPr id="25" name="图形"/>
            <p:cNvSpPr/>
            <p:nvPr>
              <p:custDataLst>
                <p:tags r:id="R267ea44e220c43d7"/>
              </p:custDataLst>
            </p:nvPr>
          </p:nvSpPr>
          <p:spPr>
            <a:xfrm>
              <a:off x="6574667" y="4102101"/>
              <a:ext cx="626140" cy="626140"/>
            </a:xfrm>
            <a:custGeom>
              <a:avLst/>
              <a:gdLst/>
              <a:ahLst/>
              <a:cxnLst>
                <a:cxn ang="0">
                  <a:pos x="wd2" y="hd2"/>
                </a:cxn>
                <a:cxn ang="5400000">
                  <a:pos x="wd2" y="hd2"/>
                </a:cxn>
                <a:cxn ang="10800000">
                  <a:pos x="wd2" y="hd2"/>
                </a:cxn>
                <a:cxn ang="16200000">
                  <a:pos x="wd2" y="hd2"/>
                </a:cxn>
              </a:cxnLst>
              <a:rect l="0" t="0" r="r" b="b"/>
              <a:pathLst>
                <a:path w="21600" h="21600" extrusionOk="0">
                  <a:moveTo>
                    <a:pt x="21600" y="18535"/>
                  </a:moveTo>
                  <a:cubicBezTo>
                    <a:pt x="21600" y="20228"/>
                    <a:pt x="20228" y="21600"/>
                    <a:pt x="18535" y="21600"/>
                  </a:cubicBezTo>
                  <a:lnTo>
                    <a:pt x="3065" y="21600"/>
                  </a:lnTo>
                  <a:cubicBezTo>
                    <a:pt x="1372" y="21600"/>
                    <a:pt x="0" y="20228"/>
                    <a:pt x="0" y="18535"/>
                  </a:cubicBezTo>
                  <a:lnTo>
                    <a:pt x="0" y="3064"/>
                  </a:lnTo>
                  <a:cubicBezTo>
                    <a:pt x="0" y="1372"/>
                    <a:pt x="1372" y="0"/>
                    <a:pt x="3065" y="0"/>
                  </a:cubicBezTo>
                  <a:lnTo>
                    <a:pt x="18535" y="0"/>
                  </a:lnTo>
                  <a:cubicBezTo>
                    <a:pt x="20228" y="0"/>
                    <a:pt x="21600" y="1372"/>
                    <a:pt x="21600" y="3064"/>
                  </a:cubicBezTo>
                  <a:cubicBezTo>
                    <a:pt x="21600" y="3064"/>
                    <a:pt x="21600" y="18535"/>
                    <a:pt x="21600" y="18535"/>
                  </a:cubicBezTo>
                  <a:close/>
                </a:path>
              </a:pathLst>
            </a:custGeom>
            <a:solidFill>
              <a:srgbClr val="B40005"/>
            </a:solidFill>
            <a:ln w="12700" cap="flat">
              <a:noFill/>
              <a:miter lim="400000"/>
            </a:ln>
            <a:effectLst/>
          </p:spPr>
          <p:txBody>
            <a:bodyPr wrap="square" lIns="50800" tIns="50800" rIns="50800" bIns="50800" numCol="1" anchor="ctr">
              <a:noAutofit/>
            </a:bodyPr>
            <a:lstStyle/>
            <a:p>
              <a:pPr algn="ctr" defTabSz="228600">
                <a:lnSpc>
                  <a:spcPct val="100000"/>
                </a:lnSpc>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r>
                <a:rPr lang="en-US" sz="4000">
                  <a:solidFill>
                    <a:schemeClr val="bg1"/>
                  </a:solidFill>
                  <a:effectLst/>
                  <a:latin typeface="Arial"/>
                  <a:ea typeface="阿里巴巴普惠体 Medium"/>
                  <a:cs typeface="阿里巴巴普惠体 Medium"/>
                  <a:sym typeface="Arial"/>
                </a:rPr>
                <a:t>5</a:t>
              </a:r>
            </a:p>
          </p:txBody>
        </p:sp>
        <p:sp>
          <p:nvSpPr>
            <p:cNvPr id="28" name="图形"/>
            <p:cNvSpPr/>
            <p:nvPr>
              <p:custDataLst>
                <p:tags r:id="Rc29d2d1ed73b43c0"/>
              </p:custDataLst>
            </p:nvPr>
          </p:nvSpPr>
          <p:spPr>
            <a:xfrm>
              <a:off x="6574667" y="1536702"/>
              <a:ext cx="626140" cy="626144"/>
            </a:xfrm>
            <a:custGeom>
              <a:avLst/>
              <a:gdLst/>
              <a:ahLst/>
              <a:cxnLst>
                <a:cxn ang="0">
                  <a:pos x="wd2" y="hd2"/>
                </a:cxn>
                <a:cxn ang="5400000">
                  <a:pos x="wd2" y="hd2"/>
                </a:cxn>
                <a:cxn ang="10800000">
                  <a:pos x="wd2" y="hd2"/>
                </a:cxn>
                <a:cxn ang="16200000">
                  <a:pos x="wd2" y="hd2"/>
                </a:cxn>
              </a:cxnLst>
              <a:rect l="0" t="0" r="r" b="b"/>
              <a:pathLst>
                <a:path w="21600" h="21600" extrusionOk="0">
                  <a:moveTo>
                    <a:pt x="21600" y="18535"/>
                  </a:moveTo>
                  <a:cubicBezTo>
                    <a:pt x="21600" y="20228"/>
                    <a:pt x="20228" y="21600"/>
                    <a:pt x="18535" y="21600"/>
                  </a:cubicBezTo>
                  <a:lnTo>
                    <a:pt x="3065" y="21600"/>
                  </a:lnTo>
                  <a:cubicBezTo>
                    <a:pt x="1372" y="21600"/>
                    <a:pt x="0" y="20228"/>
                    <a:pt x="0" y="18535"/>
                  </a:cubicBezTo>
                  <a:lnTo>
                    <a:pt x="0" y="3065"/>
                  </a:lnTo>
                  <a:cubicBezTo>
                    <a:pt x="0" y="1372"/>
                    <a:pt x="1372" y="0"/>
                    <a:pt x="3065" y="0"/>
                  </a:cubicBezTo>
                  <a:lnTo>
                    <a:pt x="18535" y="0"/>
                  </a:lnTo>
                  <a:cubicBezTo>
                    <a:pt x="20228" y="0"/>
                    <a:pt x="21600" y="1372"/>
                    <a:pt x="21600" y="3065"/>
                  </a:cubicBezTo>
                  <a:cubicBezTo>
                    <a:pt x="21600" y="3065"/>
                    <a:pt x="21600" y="18535"/>
                    <a:pt x="21600" y="18535"/>
                  </a:cubicBezTo>
                  <a:close/>
                </a:path>
              </a:pathLst>
            </a:custGeom>
            <a:solidFill>
              <a:srgbClr val="B40005"/>
            </a:solidFill>
            <a:ln w="12700" cap="flat">
              <a:noFill/>
              <a:miter lim="400000"/>
            </a:ln>
            <a:effectLst/>
          </p:spPr>
          <p:txBody>
            <a:bodyPr wrap="square" lIns="50800" tIns="50800" rIns="50800" bIns="50800" numCol="1" anchor="ctr">
              <a:noAutofit/>
            </a:bodyPr>
            <a:lstStyle/>
            <a:p>
              <a:pPr algn="ctr" defTabSz="228600">
                <a:lnSpc>
                  <a:spcPct val="100000"/>
                </a:lnSpc>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r>
                <a:rPr lang="en-US" sz="4000">
                  <a:solidFill>
                    <a:schemeClr val="bg1"/>
                  </a:solidFill>
                  <a:effectLst/>
                  <a:latin typeface="Arial"/>
                  <a:ea typeface="阿里巴巴普惠体 Medium"/>
                  <a:cs typeface="阿里巴巴普惠体 Medium"/>
                  <a:sym typeface="Arial"/>
                </a:rPr>
                <a:t>2</a:t>
              </a:r>
            </a:p>
          </p:txBody>
        </p:sp>
        <p:sp>
          <p:nvSpPr>
            <p:cNvPr id="30" name="图形"/>
            <p:cNvSpPr/>
            <p:nvPr>
              <p:custDataLst>
                <p:tags r:id="R510a260bf0d44895"/>
              </p:custDataLst>
            </p:nvPr>
          </p:nvSpPr>
          <p:spPr>
            <a:xfrm>
              <a:off x="2273669" y="3089277"/>
              <a:ext cx="231140" cy="3195955"/>
            </a:xfrm>
            <a:prstGeom prst="rect">
              <a:avLst/>
            </a:prstGeom>
            <a:solidFill>
              <a:srgbClr val="8A0006"/>
            </a:solidFill>
            <a:ln w="12700">
              <a:miter lim="400000"/>
            </a:ln>
          </p:spPr>
          <p:txBody>
            <a:bodyPr lIns="0" tIns="0" rIns="0" bIns="0" anchor="ctr"/>
            <a:lstStyle/>
            <a:p>
              <a:pPr lvl="0" algn="ctr">
                <a:defRPr sz="3200"/>
              </a:pPr>
              <a:endParaRPr sz="4265">
                <a:solidFill>
                  <a:schemeClr val="tx1">
                    <a:lumMod val="65000"/>
                    <a:lumOff val="35000"/>
                  </a:schemeClr>
                </a:solidFill>
                <a:latin typeface="Arial"/>
                <a:ea typeface="阿里巴巴普惠体 Medium"/>
                <a:cs typeface="阿里巴巴普惠体 Medium"/>
                <a:sym typeface="Arial"/>
              </a:endParaRPr>
            </a:p>
          </p:txBody>
        </p:sp>
        <p:sp>
          <p:nvSpPr>
            <p:cNvPr id="35" name="图形"/>
            <p:cNvSpPr/>
            <p:nvPr>
              <p:custDataLst>
                <p:tags r:id="R76ae46d1770d4dc3"/>
              </p:custDataLst>
            </p:nvPr>
          </p:nvSpPr>
          <p:spPr>
            <a:xfrm>
              <a:off x="4736835" y="4102101"/>
              <a:ext cx="626140" cy="626140"/>
            </a:xfrm>
            <a:custGeom>
              <a:avLst/>
              <a:gdLst/>
              <a:ahLst/>
              <a:cxnLst>
                <a:cxn ang="0">
                  <a:pos x="wd2" y="hd2"/>
                </a:cxn>
                <a:cxn ang="5400000">
                  <a:pos x="wd2" y="hd2"/>
                </a:cxn>
                <a:cxn ang="10800000">
                  <a:pos x="wd2" y="hd2"/>
                </a:cxn>
                <a:cxn ang="16200000">
                  <a:pos x="wd2" y="hd2"/>
                </a:cxn>
              </a:cxnLst>
              <a:rect l="0" t="0" r="r" b="b"/>
              <a:pathLst>
                <a:path w="21600" h="21600" extrusionOk="0">
                  <a:moveTo>
                    <a:pt x="21600" y="18535"/>
                  </a:moveTo>
                  <a:cubicBezTo>
                    <a:pt x="21600" y="20228"/>
                    <a:pt x="20228" y="21600"/>
                    <a:pt x="18535" y="21600"/>
                  </a:cubicBezTo>
                  <a:lnTo>
                    <a:pt x="3065" y="21600"/>
                  </a:lnTo>
                  <a:cubicBezTo>
                    <a:pt x="1372" y="21600"/>
                    <a:pt x="0" y="20228"/>
                    <a:pt x="0" y="18535"/>
                  </a:cubicBezTo>
                  <a:lnTo>
                    <a:pt x="0" y="3064"/>
                  </a:lnTo>
                  <a:cubicBezTo>
                    <a:pt x="0" y="1372"/>
                    <a:pt x="1372" y="0"/>
                    <a:pt x="3065" y="0"/>
                  </a:cubicBezTo>
                  <a:lnTo>
                    <a:pt x="18535" y="0"/>
                  </a:lnTo>
                  <a:cubicBezTo>
                    <a:pt x="20228" y="0"/>
                    <a:pt x="21600" y="1372"/>
                    <a:pt x="21600" y="3064"/>
                  </a:cubicBezTo>
                  <a:cubicBezTo>
                    <a:pt x="21600" y="3064"/>
                    <a:pt x="21600" y="18535"/>
                    <a:pt x="21600" y="18535"/>
                  </a:cubicBezTo>
                  <a:close/>
                </a:path>
              </a:pathLst>
            </a:custGeom>
            <a:solidFill>
              <a:srgbClr val="B40005"/>
            </a:solidFill>
            <a:ln w="12700" cap="flat">
              <a:noFill/>
              <a:miter lim="400000"/>
            </a:ln>
            <a:effectLst/>
          </p:spPr>
          <p:txBody>
            <a:bodyPr wrap="square" lIns="50800" tIns="50800" rIns="50800" bIns="50800" numCol="1" anchor="ctr">
              <a:noAutofit/>
            </a:bodyPr>
            <a:lstStyle/>
            <a:p>
              <a:pPr algn="ctr" defTabSz="228600">
                <a:lnSpc>
                  <a:spcPct val="100000"/>
                </a:lnSpc>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r>
                <a:rPr lang="en-US" sz="4000">
                  <a:solidFill>
                    <a:schemeClr val="bg1"/>
                  </a:solidFill>
                  <a:effectLst/>
                  <a:latin typeface="Arial"/>
                  <a:ea typeface="阿里巴巴普惠体 Medium"/>
                  <a:cs typeface="阿里巴巴普惠体 Medium"/>
                  <a:sym typeface="Arial"/>
                </a:rPr>
                <a:t>6</a:t>
              </a:r>
            </a:p>
          </p:txBody>
        </p:sp>
      </p:grpSp>
      <p:sp>
        <p:nvSpPr>
          <p:cNvPr id="18" name="图形"/>
          <p:cNvSpPr/>
          <p:nvPr/>
        </p:nvSpPr>
        <p:spPr>
          <a:xfrm>
            <a:off x="1113434" y="2478405"/>
            <a:ext cx="430887" cy="3014980"/>
          </a:xfrm>
          <a:prstGeom prst="rect">
            <a:avLst/>
          </a:prstGeom>
          <a:ln w="12700">
            <a:miter lim="400000"/>
          </a:ln>
        </p:spPr>
        <p:txBody>
          <a:bodyPr vert="eaVert" wrap="square" lIns="0" tIns="0" rIns="0" bIns="0">
            <a:spAutoFit/>
          </a:bodyPr>
          <a:lstStyle/>
          <a:p>
            <a:pPr algn="ctr">
              <a:lnSpc>
                <a:spcPct val="100000"/>
              </a:lnSpc>
            </a:pPr>
            <a:r>
              <a:rPr lang="zh-CN" altLang="en-US" sz="2800" spc="300">
                <a:solidFill>
                  <a:schemeClr val="tx1">
                    <a:lumMod val="75000"/>
                    <a:lumOff val="25000"/>
                  </a:schemeClr>
                </a:solidFill>
                <a:latin typeface="Arial"/>
                <a:ea typeface="阿里巴巴普惠体 Medium"/>
                <a:cs typeface="阿里巴巴普惠体 Medium"/>
                <a:sym typeface="Arial"/>
              </a:rPr>
              <a:t>添加标题文本</a:t>
            </a:r>
          </a:p>
        </p:txBody>
      </p:sp>
    </p:spTree>
    <p:custDataLst>
      <p:tags r:id="Rd7a357bc5d3c42db"/>
    </p:custDataLst>
  </p:cSld>
  <p:clrMapOvr>
    <a:masterClrMapping/>
  </p:clrMapOvr>
  <p:transition advTm="2000">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ppt_x</p:attrName>
                                        </p:attrNameLst>
                                      </p:cBhvr>
                                      <p:tavLst>
                                        <p:tav tm="0">
                                          <p:val>
                                            <p:strVal val="#ppt_x-.2"/>
                                          </p:val>
                                        </p:tav>
                                        <p:tav tm="100000">
                                          <p:val>
                                            <p:strVal val="#ppt_x"/>
                                          </p:val>
                                        </p:tav>
                                      </p:tavLst>
                                    </p:anim>
                                    <p:anim calcmode="lin" valueType="num">
                                      <p:cBhvr>
                                        <p:cTn id="8" dur="1000" fill="hold"/>
                                        <p:tgtEl>
                                          <p:spTgt spid="4"/>
                                        </p:tgtEl>
                                        <p:attrNameLst>
                                          <p:attrName>ppt_y</p:attrName>
                                        </p:attrNameLst>
                                      </p:cBhvr>
                                      <p:tavLst>
                                        <p:tav tm="0">
                                          <p:val>
                                            <p:strVal val="#ppt_y"/>
                                          </p:val>
                                        </p:tav>
                                        <p:tav tm="100000">
                                          <p:val>
                                            <p:strVal val="#ppt_y"/>
                                          </p:val>
                                        </p:tav>
                                      </p:tavLst>
                                    </p:anim>
                                    <p:animEffect transition="in" filter="wipe(right)" prLst="gradientSize: 0.1">
                                      <p:cBhvr>
                                        <p:cTn id="9" dur="1000"/>
                                        <p:tgtEl>
                                          <p:spTgt spid="4"/>
                                        </p:tgtEl>
                                      </p:cBhvr>
                                    </p:animEffect>
                                  </p:childTnLst>
                                </p:cTn>
                              </p:par>
                            </p:childTnLst>
                          </p:cTn>
                        </p:par>
                      </p:childTnLst>
                    </p:cTn>
                  </p:par>
                  <p:par>
                    <p:cTn id="10" fill="hold" nodeType="clickPar">
                      <p:stCondLst>
                        <p:cond delay="indefinite"/>
                      </p:stCondLst>
                      <p:childTnLst>
                        <p:par>
                          <p:cTn id="11" fill="hold" nodeType="afterGroup">
                            <p:stCondLst>
                              <p:cond delay="0"/>
                            </p:stCondLst>
                            <p:childTnLst>
                              <p:par>
                                <p:cTn id="12" presetID="42" presetClass="entr" presetSubtype="0" fill="hold" nodeType="clickEffect">
                                  <p:stCondLst>
                                    <p:cond delay="0"/>
                                  </p:stCondLst>
                                  <p:childTnLst>
                                    <p:set>
                                      <p:cBhvr>
                                        <p:cTn id="13" dur="1" fill="hold">
                                          <p:stCondLst>
                                            <p:cond delay="0"/>
                                          </p:stCondLst>
                                        </p:cTn>
                                        <p:tgtEl>
                                          <p:spTgt spid="36"/>
                                        </p:tgtEl>
                                        <p:attrNameLst>
                                          <p:attrName>style.visibility</p:attrName>
                                        </p:attrNameLst>
                                      </p:cBhvr>
                                      <p:to>
                                        <p:strVal val="visible"/>
                                      </p:to>
                                    </p:set>
                                    <p:animEffect transition="in" filter="fade">
                                      <p:cBhvr>
                                        <p:cTn id="14" dur="1000"/>
                                        <p:tgtEl>
                                          <p:spTgt spid="36"/>
                                        </p:tgtEl>
                                      </p:cBhvr>
                                    </p:animEffect>
                                    <p:anim calcmode="lin" valueType="num">
                                      <p:cBhvr>
                                        <p:cTn id="15" dur="1000" fill="hold"/>
                                        <p:tgtEl>
                                          <p:spTgt spid="36"/>
                                        </p:tgtEl>
                                        <p:attrNameLst>
                                          <p:attrName>ppt_x</p:attrName>
                                        </p:attrNameLst>
                                      </p:cBhvr>
                                      <p:tavLst>
                                        <p:tav tm="0">
                                          <p:val>
                                            <p:strVal val="#ppt_x"/>
                                          </p:val>
                                        </p:tav>
                                        <p:tav tm="100000">
                                          <p:val>
                                            <p:strVal val="#ppt_x"/>
                                          </p:val>
                                        </p:tav>
                                      </p:tavLst>
                                    </p:anim>
                                    <p:anim calcmode="lin" valueType="num">
                                      <p:cBhvr>
                                        <p:cTn id="16" dur="1000" fill="hold"/>
                                        <p:tgtEl>
                                          <p:spTgt spid="36"/>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1000"/>
                                        <p:tgtEl>
                                          <p:spTgt spid="18"/>
                                        </p:tgtEl>
                                      </p:cBhvr>
                                    </p:animEffect>
                                    <p:anim calcmode="lin" valueType="num">
                                      <p:cBhvr>
                                        <p:cTn id="20" dur="1000" fill="hold"/>
                                        <p:tgtEl>
                                          <p:spTgt spid="18"/>
                                        </p:tgtEl>
                                        <p:attrNameLst>
                                          <p:attrName>ppt_x</p:attrName>
                                        </p:attrNameLst>
                                      </p:cBhvr>
                                      <p:tavLst>
                                        <p:tav tm="0">
                                          <p:val>
                                            <p:strVal val="#ppt_x"/>
                                          </p:val>
                                        </p:tav>
                                        <p:tav tm="100000">
                                          <p:val>
                                            <p:strVal val="#ppt_x"/>
                                          </p:val>
                                        </p:tav>
                                      </p:tavLst>
                                    </p:anim>
                                    <p:anim calcmode="lin" valueType="num">
                                      <p:cBhvr>
                                        <p:cTn id="21"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8" grpId="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图形"/>
          <p:cNvGrpSpPr/>
          <p:nvPr/>
        </p:nvGrpSpPr>
        <p:grpSpPr>
          <a:xfrm>
            <a:off x="1" y="300356"/>
            <a:ext cx="3197225" cy="576580"/>
            <a:chOff x="0" y="473"/>
            <a:chExt cx="5035" cy="908"/>
          </a:xfrm>
        </p:grpSpPr>
        <p:sp>
          <p:nvSpPr>
            <p:cNvPr id="2" name="图形"/>
            <p:cNvSpPr/>
            <p:nvPr>
              <p:custDataLst>
                <p:tags r:id="R94af299dcbc64f95"/>
              </p:custDataLst>
            </p:nvPr>
          </p:nvSpPr>
          <p:spPr>
            <a:xfrm rot="5400000">
              <a:off x="361" y="112"/>
              <a:ext cx="908" cy="1630"/>
            </a:xfrm>
            <a:prstGeom prst="round2SameRect">
              <a:avLst>
                <a:gd name="adj1" fmla="val 50000"/>
                <a:gd name="adj2" fmla="val 0"/>
              </a:avLst>
            </a:prstGeom>
            <a:solidFill>
              <a:srgbClr val="B4000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ltLang="zh-CN">
                <a:latin typeface="Arial"/>
                <a:ea typeface="阿里巴巴普惠体 Medium"/>
                <a:cs typeface="阿里巴巴普惠体 Medium"/>
                <a:sym typeface="Arial"/>
              </a:endParaRPr>
            </a:p>
          </p:txBody>
        </p:sp>
        <p:sp>
          <p:nvSpPr>
            <p:cNvPr id="3" name="图形"/>
            <p:cNvSpPr txBox="1"/>
            <p:nvPr>
              <p:custDataLst>
                <p:tags r:id="Rf9bf3479e5bd463e"/>
              </p:custDataLst>
            </p:nvPr>
          </p:nvSpPr>
          <p:spPr>
            <a:xfrm>
              <a:off x="340" y="540"/>
              <a:ext cx="951" cy="775"/>
            </a:xfrm>
            <a:prstGeom prst="rect">
              <a:avLst/>
            </a:prstGeom>
            <a:noFill/>
          </p:spPr>
          <p:txBody>
            <a:bodyPr wrap="square" lIns="0" tIns="0" rIns="0" bIns="0" rtlCol="0">
              <a:spAutoFit/>
            </a:bodyPr>
            <a:lstStyle/>
            <a:p>
              <a:pPr algn="ctr">
                <a:lnSpc>
                  <a:spcPct val="100000"/>
                </a:lnSpc>
              </a:pPr>
              <a:r>
                <a:rPr lang="en-US" altLang="zh-CN" sz="3200" noProof="0">
                  <a:ln>
                    <a:noFill/>
                  </a:ln>
                  <a:solidFill>
                    <a:schemeClr val="bg1"/>
                  </a:solidFill>
                  <a:effectLst/>
                  <a:uLnTx/>
                  <a:uFillTx/>
                  <a:latin typeface="Arial"/>
                  <a:ea typeface="阿里巴巴普惠体 Medium"/>
                  <a:cs typeface="阿里巴巴普惠体 Medium"/>
                  <a:sym typeface="Arial"/>
                </a:rPr>
                <a:t>03</a:t>
              </a:r>
            </a:p>
          </p:txBody>
        </p:sp>
        <p:sp>
          <p:nvSpPr>
            <p:cNvPr id="29" name="图形"/>
            <p:cNvSpPr txBox="1"/>
            <p:nvPr>
              <p:custDataLst>
                <p:tags r:id="R2526fd5f780f4bfb"/>
              </p:custDataLst>
            </p:nvPr>
          </p:nvSpPr>
          <p:spPr>
            <a:xfrm>
              <a:off x="1878" y="491"/>
              <a:ext cx="3157" cy="872"/>
            </a:xfrm>
            <a:prstGeom prst="rect">
              <a:avLst/>
            </a:prstGeom>
            <a:noFill/>
          </p:spPr>
          <p:txBody>
            <a:bodyPr wrap="square" lIns="0" tIns="0" rIns="0" bIns="0" rtlCol="0">
              <a:spAutoFit/>
            </a:bodyPr>
            <a:lstStyle/>
            <a:p>
              <a:pPr algn="dist">
                <a:lnSpc>
                  <a:spcPct val="100000"/>
                </a:lnSpc>
              </a:pPr>
              <a:r>
                <a:rPr lang="zh-CN" altLang="en-US" sz="3600" noProof="0">
                  <a:ln>
                    <a:noFill/>
                  </a:ln>
                  <a:solidFill>
                    <a:schemeClr val="tx1">
                      <a:lumMod val="75000"/>
                      <a:lumOff val="25000"/>
                    </a:schemeClr>
                  </a:solidFill>
                  <a:effectLst/>
                  <a:uLnTx/>
                  <a:uFillTx/>
                  <a:latin typeface="Arial"/>
                  <a:ea typeface="阿里巴巴普惠体 Medium"/>
                  <a:cs typeface="阿里巴巴普惠体 Medium"/>
                  <a:sym typeface="Arial"/>
                </a:rPr>
                <a:t>宣传造势</a:t>
              </a:r>
            </a:p>
          </p:txBody>
        </p:sp>
      </p:grpSp>
      <p:grpSp>
        <p:nvGrpSpPr>
          <p:cNvPr id="32" name="图形"/>
          <p:cNvGrpSpPr/>
          <p:nvPr/>
        </p:nvGrpSpPr>
        <p:grpSpPr>
          <a:xfrm>
            <a:off x="1032511" y="1606550"/>
            <a:ext cx="10093960" cy="4431665"/>
            <a:chOff x="1626" y="2530"/>
            <a:chExt cx="15896" cy="6979"/>
          </a:xfrm>
        </p:grpSpPr>
        <p:grpSp>
          <p:nvGrpSpPr>
            <p:cNvPr id="28" name="组合 27"/>
            <p:cNvGrpSpPr/>
            <p:nvPr/>
          </p:nvGrpSpPr>
          <p:grpSpPr>
            <a:xfrm>
              <a:off x="1626" y="3128"/>
              <a:ext cx="6501" cy="5782"/>
              <a:chOff x="1626" y="3072"/>
              <a:chExt cx="6501" cy="5782"/>
            </a:xfrm>
          </p:grpSpPr>
          <p:sp>
            <p:nvSpPr>
              <p:cNvPr id="21" name="图形"/>
              <p:cNvSpPr/>
              <p:nvPr>
                <p:custDataLst>
                  <p:tags r:id="Rca128b21f8e14805"/>
                </p:custDataLst>
              </p:nvPr>
            </p:nvSpPr>
            <p:spPr>
              <a:xfrm>
                <a:off x="4559" y="3072"/>
                <a:ext cx="2599" cy="2430"/>
              </a:xfrm>
              <a:prstGeom prst="flowChartDecision">
                <a:avLst/>
              </a:prstGeom>
              <a:solidFill>
                <a:srgbClr val="B40005"/>
              </a:solidFill>
              <a:ln>
                <a:noFill/>
              </a:ln>
            </p:spPr>
            <p:style>
              <a:lnRef idx="2">
                <a:schemeClr val="accent1">
                  <a:shade val="50000"/>
                </a:schemeClr>
              </a:lnRef>
              <a:fillRef idx="1">
                <a:schemeClr val="accent1"/>
              </a:fillRef>
              <a:effectRef idx="0">
                <a:schemeClr val="accent1"/>
              </a:effectRef>
              <a:fontRef idx="minor">
                <a:schemeClr val="lt1"/>
              </a:fontRef>
            </p:style>
            <p:txBody>
              <a:bodyPr lIns="91432" tIns="45715" rIns="91432" bIns="45715" rtlCol="0" anchor="ctr"/>
              <a:lstStyle/>
              <a:p>
                <a:pPr algn="ctr"/>
                <a:r>
                  <a:rPr lang="en-US" altLang="zh-CN" sz="2400">
                    <a:solidFill>
                      <a:schemeClr val="bg1"/>
                    </a:solidFill>
                    <a:latin typeface="Arial"/>
                    <a:ea typeface="阿里巴巴普惠体 Medium"/>
                    <a:cs typeface="阿里巴巴普惠体 Medium"/>
                    <a:sym typeface="Arial"/>
                  </a:rPr>
                  <a:t>20%</a:t>
                </a:r>
              </a:p>
            </p:txBody>
          </p:sp>
          <p:sp>
            <p:nvSpPr>
              <p:cNvPr id="22" name="图形"/>
              <p:cNvSpPr/>
              <p:nvPr>
                <p:custDataLst>
                  <p:tags r:id="Re6587206a50c4b0c"/>
                </p:custDataLst>
              </p:nvPr>
            </p:nvSpPr>
            <p:spPr>
              <a:xfrm>
                <a:off x="4229" y="5780"/>
                <a:ext cx="3156" cy="3075"/>
              </a:xfrm>
              <a:prstGeom prst="flowChartDecision">
                <a:avLst/>
              </a:prstGeom>
              <a:solidFill>
                <a:srgbClr val="B40005"/>
              </a:solidFill>
              <a:ln>
                <a:noFill/>
              </a:ln>
            </p:spPr>
            <p:style>
              <a:lnRef idx="2">
                <a:schemeClr val="accent1">
                  <a:shade val="50000"/>
                </a:schemeClr>
              </a:lnRef>
              <a:fillRef idx="1">
                <a:schemeClr val="accent1"/>
              </a:fillRef>
              <a:effectRef idx="0">
                <a:schemeClr val="accent1"/>
              </a:effectRef>
              <a:fontRef idx="minor">
                <a:schemeClr val="lt1"/>
              </a:fontRef>
            </p:style>
            <p:txBody>
              <a:bodyPr lIns="91432" tIns="45715" rIns="91432" bIns="45715" rtlCol="0" anchor="ctr"/>
              <a:lstStyle/>
              <a:p>
                <a:pPr algn="ctr"/>
                <a:r>
                  <a:rPr lang="en-US" altLang="zh-CN" sz="2400">
                    <a:solidFill>
                      <a:schemeClr val="bg1"/>
                    </a:solidFill>
                    <a:latin typeface="Arial"/>
                    <a:ea typeface="阿里巴巴普惠体 Medium"/>
                    <a:cs typeface="阿里巴巴普惠体 Medium"/>
                    <a:sym typeface="Arial"/>
                  </a:rPr>
                  <a:t>35%</a:t>
                </a:r>
              </a:p>
            </p:txBody>
          </p:sp>
          <p:sp>
            <p:nvSpPr>
              <p:cNvPr id="23" name="图形"/>
              <p:cNvSpPr/>
              <p:nvPr>
                <p:custDataLst>
                  <p:tags r:id="Recfa79caea9b4325"/>
                </p:custDataLst>
              </p:nvPr>
            </p:nvSpPr>
            <p:spPr>
              <a:xfrm>
                <a:off x="1626" y="3682"/>
                <a:ext cx="3964" cy="3861"/>
              </a:xfrm>
              <a:prstGeom prst="flowChartDecision">
                <a:avLst/>
              </a:prstGeom>
              <a:solidFill>
                <a:srgbClr val="8A0006"/>
              </a:solidFill>
              <a:ln>
                <a:noFill/>
              </a:ln>
            </p:spPr>
            <p:style>
              <a:lnRef idx="2">
                <a:schemeClr val="accent1">
                  <a:shade val="50000"/>
                </a:schemeClr>
              </a:lnRef>
              <a:fillRef idx="1">
                <a:schemeClr val="accent1"/>
              </a:fillRef>
              <a:effectRef idx="0">
                <a:schemeClr val="accent1"/>
              </a:effectRef>
              <a:fontRef idx="minor">
                <a:schemeClr val="lt1"/>
              </a:fontRef>
            </p:style>
            <p:txBody>
              <a:bodyPr lIns="91432" tIns="45715" rIns="91432" bIns="45715" rtlCol="0" anchor="ctr"/>
              <a:lstStyle/>
              <a:p>
                <a:pPr algn="ctr"/>
                <a:r>
                  <a:rPr lang="en-US" altLang="zh-CN" sz="2400">
                    <a:solidFill>
                      <a:schemeClr val="bg1"/>
                    </a:solidFill>
                    <a:latin typeface="Arial"/>
                    <a:ea typeface="阿里巴巴普惠体 Medium"/>
                    <a:cs typeface="阿里巴巴普惠体 Medium"/>
                    <a:sym typeface="Arial"/>
                  </a:rPr>
                  <a:t>55%</a:t>
                </a:r>
              </a:p>
            </p:txBody>
          </p:sp>
          <p:sp>
            <p:nvSpPr>
              <p:cNvPr id="24" name="图形"/>
              <p:cNvSpPr/>
              <p:nvPr>
                <p:custDataLst>
                  <p:tags r:id="R5b48dbc666be45d1"/>
                </p:custDataLst>
              </p:nvPr>
            </p:nvSpPr>
            <p:spPr>
              <a:xfrm>
                <a:off x="6005" y="4677"/>
                <a:ext cx="2122" cy="1985"/>
              </a:xfrm>
              <a:prstGeom prst="flowChartDecision">
                <a:avLst/>
              </a:prstGeom>
              <a:solidFill>
                <a:srgbClr val="8A0006"/>
              </a:solidFill>
              <a:ln>
                <a:noFill/>
              </a:ln>
            </p:spPr>
            <p:style>
              <a:lnRef idx="2">
                <a:schemeClr val="accent1">
                  <a:shade val="50000"/>
                </a:schemeClr>
              </a:lnRef>
              <a:fillRef idx="1">
                <a:schemeClr val="accent1"/>
              </a:fillRef>
              <a:effectRef idx="0">
                <a:schemeClr val="accent1"/>
              </a:effectRef>
              <a:fontRef idx="minor">
                <a:schemeClr val="lt1"/>
              </a:fontRef>
            </p:style>
            <p:txBody>
              <a:bodyPr lIns="91432" tIns="45715" rIns="91432" bIns="45715" rtlCol="0" anchor="ctr"/>
              <a:lstStyle/>
              <a:p>
                <a:pPr algn="ctr"/>
                <a:r>
                  <a:rPr lang="en-US" altLang="zh-CN">
                    <a:solidFill>
                      <a:schemeClr val="bg1"/>
                    </a:solidFill>
                    <a:latin typeface="Arial"/>
                    <a:ea typeface="阿里巴巴普惠体 Medium"/>
                    <a:cs typeface="阿里巴巴普惠体 Medium"/>
                    <a:sym typeface="Arial"/>
                  </a:rPr>
                  <a:t>10%</a:t>
                </a:r>
              </a:p>
            </p:txBody>
          </p:sp>
        </p:grpSp>
        <p:grpSp>
          <p:nvGrpSpPr>
            <p:cNvPr id="27" name="组合 26"/>
            <p:cNvGrpSpPr/>
            <p:nvPr/>
          </p:nvGrpSpPr>
          <p:grpSpPr>
            <a:xfrm>
              <a:off x="8000" y="2530"/>
              <a:ext cx="9522" cy="6979"/>
              <a:chOff x="8000" y="3139"/>
              <a:chExt cx="9522" cy="6979"/>
            </a:xfrm>
          </p:grpSpPr>
          <p:grpSp>
            <p:nvGrpSpPr>
              <p:cNvPr id="10" name="组合 9"/>
              <p:cNvGrpSpPr/>
              <p:nvPr/>
            </p:nvGrpSpPr>
            <p:grpSpPr>
              <a:xfrm>
                <a:off x="8000" y="3139"/>
                <a:ext cx="9510" cy="1597"/>
                <a:chOff x="1627" y="6508"/>
                <a:chExt cx="9510" cy="1597"/>
              </a:xfrm>
            </p:grpSpPr>
            <p:sp>
              <p:nvSpPr>
                <p:cNvPr id="11" name="图形"/>
                <p:cNvSpPr txBox="1"/>
                <p:nvPr>
                  <p:custDataLst>
                    <p:tags r:id="R149b9e778f034a61"/>
                  </p:custDataLst>
                </p:nvPr>
              </p:nvSpPr>
              <p:spPr>
                <a:xfrm>
                  <a:off x="1627" y="6508"/>
                  <a:ext cx="3109" cy="582"/>
                </a:xfrm>
                <a:prstGeom prst="rect">
                  <a:avLst/>
                </a:prstGeom>
                <a:noFill/>
              </p:spPr>
              <p:txBody>
                <a:bodyPr wrap="square" lIns="0" tIns="0" rIns="0" bIns="0" rtlCol="0">
                  <a:spAutoFit/>
                </a:bodyPr>
                <a:lstStyle/>
                <a:p>
                  <a:r>
                    <a:rPr lang="zh-CN" altLang="en-US" sz="2400">
                      <a:solidFill>
                        <a:schemeClr val="tx1">
                          <a:lumMod val="75000"/>
                          <a:lumOff val="25000"/>
                        </a:schemeClr>
                      </a:solidFill>
                      <a:latin typeface="Arial"/>
                      <a:ea typeface="阿里巴巴普惠体 Medium"/>
                      <a:cs typeface="阿里巴巴普惠体 Medium"/>
                      <a:sym typeface="Arial"/>
                    </a:rPr>
                    <a:t>添加标题文本</a:t>
                  </a:r>
                </a:p>
              </p:txBody>
            </p:sp>
            <p:sp>
              <p:nvSpPr>
                <p:cNvPr id="12" name="图形"/>
                <p:cNvSpPr txBox="1"/>
                <p:nvPr>
                  <p:custDataLst>
                    <p:tags r:id="R6bd57c4897db42be"/>
                  </p:custDataLst>
                </p:nvPr>
              </p:nvSpPr>
              <p:spPr>
                <a:xfrm>
                  <a:off x="1627" y="7087"/>
                  <a:ext cx="9510" cy="1018"/>
                </a:xfrm>
                <a:prstGeom prst="rect">
                  <a:avLst/>
                </a:prstGeom>
                <a:noFill/>
              </p:spPr>
              <p:txBody>
                <a:bodyPr wrap="square" lIns="0" tIns="0" rIns="0" bIns="0" rtlCol="0">
                  <a:spAutoFit/>
                </a:bodyPr>
                <a:lstStyle/>
                <a:p>
                  <a:pPr>
                    <a:lnSpc>
                      <a:spcPct val="150000"/>
                    </a:lnSpc>
                  </a:pPr>
                  <a:r>
                    <a:rPr lang="zh-CN" altLang="en-US" sz="1400">
                      <a:solidFill>
                        <a:schemeClr val="tx1">
                          <a:lumMod val="65000"/>
                          <a:lumOff val="35000"/>
                        </a:schemeClr>
                      </a:solidFill>
                      <a:latin typeface="Arial"/>
                      <a:ea typeface="阿里巴巴普惠体 Medium"/>
                      <a:cs typeface="阿里巴巴普惠体 Medium"/>
                      <a:sym typeface="Arial"/>
                    </a:rPr>
                    <a:t>单击此处输入您的文本内容，可更改文字的颜色或者大X等属性。单击此处输入您的文本内容，可更改文字的颜色或者大X等属性。</a:t>
                  </a:r>
                  <a:endParaRPr lang="en-US" altLang="zh-CN" sz="1400">
                    <a:solidFill>
                      <a:schemeClr val="tx1">
                        <a:lumMod val="65000"/>
                        <a:lumOff val="35000"/>
                      </a:schemeClr>
                    </a:solidFill>
                    <a:latin typeface="Arial"/>
                    <a:ea typeface="阿里巴巴普惠体 Medium"/>
                    <a:cs typeface="阿里巴巴普惠体 Medium"/>
                    <a:sym typeface="Arial"/>
                  </a:endParaRPr>
                </a:p>
              </p:txBody>
            </p:sp>
          </p:grpSp>
          <p:grpSp>
            <p:nvGrpSpPr>
              <p:cNvPr id="6" name="组合 5"/>
              <p:cNvGrpSpPr/>
              <p:nvPr/>
            </p:nvGrpSpPr>
            <p:grpSpPr>
              <a:xfrm>
                <a:off x="8543" y="4933"/>
                <a:ext cx="8979" cy="1597"/>
                <a:chOff x="1627" y="6508"/>
                <a:chExt cx="8979" cy="1597"/>
              </a:xfrm>
            </p:grpSpPr>
            <p:sp>
              <p:nvSpPr>
                <p:cNvPr id="7" name="图形"/>
                <p:cNvSpPr txBox="1"/>
                <p:nvPr>
                  <p:custDataLst>
                    <p:tags r:id="R01da0292b55045e1"/>
                  </p:custDataLst>
                </p:nvPr>
              </p:nvSpPr>
              <p:spPr>
                <a:xfrm>
                  <a:off x="1627" y="6508"/>
                  <a:ext cx="3109" cy="582"/>
                </a:xfrm>
                <a:prstGeom prst="rect">
                  <a:avLst/>
                </a:prstGeom>
                <a:noFill/>
              </p:spPr>
              <p:txBody>
                <a:bodyPr wrap="square" lIns="0" tIns="0" rIns="0" bIns="0" rtlCol="0">
                  <a:spAutoFit/>
                </a:bodyPr>
                <a:lstStyle/>
                <a:p>
                  <a:r>
                    <a:rPr lang="zh-CN" altLang="en-US" sz="2400">
                      <a:solidFill>
                        <a:schemeClr val="tx1">
                          <a:lumMod val="75000"/>
                          <a:lumOff val="25000"/>
                        </a:schemeClr>
                      </a:solidFill>
                      <a:latin typeface="Arial"/>
                      <a:ea typeface="阿里巴巴普惠体 Medium"/>
                      <a:cs typeface="阿里巴巴普惠体 Medium"/>
                      <a:sym typeface="Arial"/>
                    </a:rPr>
                    <a:t>添加标题文本</a:t>
                  </a:r>
                </a:p>
              </p:txBody>
            </p:sp>
            <p:sp>
              <p:nvSpPr>
                <p:cNvPr id="8" name="图形"/>
                <p:cNvSpPr txBox="1"/>
                <p:nvPr>
                  <p:custDataLst>
                    <p:tags r:id="R49d7f63c3d534fb1"/>
                  </p:custDataLst>
                </p:nvPr>
              </p:nvSpPr>
              <p:spPr>
                <a:xfrm>
                  <a:off x="1627" y="7087"/>
                  <a:ext cx="8979" cy="1018"/>
                </a:xfrm>
                <a:prstGeom prst="rect">
                  <a:avLst/>
                </a:prstGeom>
                <a:noFill/>
              </p:spPr>
              <p:txBody>
                <a:bodyPr wrap="square" lIns="0" tIns="0" rIns="0" bIns="0" rtlCol="0">
                  <a:spAutoFit/>
                </a:bodyPr>
                <a:lstStyle/>
                <a:p>
                  <a:pPr>
                    <a:lnSpc>
                      <a:spcPct val="150000"/>
                    </a:lnSpc>
                  </a:pPr>
                  <a:r>
                    <a:rPr lang="zh-CN" altLang="en-US" sz="1400">
                      <a:solidFill>
                        <a:schemeClr val="tx1">
                          <a:lumMod val="65000"/>
                          <a:lumOff val="35000"/>
                        </a:schemeClr>
                      </a:solidFill>
                      <a:latin typeface="Arial"/>
                      <a:ea typeface="阿里巴巴普惠体 Medium"/>
                      <a:cs typeface="阿里巴巴普惠体 Medium"/>
                      <a:sym typeface="Arial"/>
                    </a:rPr>
                    <a:t>单击此处输入您的文本内容，可更改文字的颜色或者大X等属性。单击此处输入您的文本内容，可更改文字的颜色或者大X等属性。</a:t>
                  </a:r>
                  <a:endParaRPr lang="en-US" altLang="zh-CN" sz="1400">
                    <a:solidFill>
                      <a:schemeClr val="tx1">
                        <a:lumMod val="65000"/>
                        <a:lumOff val="35000"/>
                      </a:schemeClr>
                    </a:solidFill>
                    <a:latin typeface="Arial"/>
                    <a:ea typeface="阿里巴巴普惠体 Medium"/>
                    <a:cs typeface="阿里巴巴普惠体 Medium"/>
                    <a:sym typeface="Arial"/>
                  </a:endParaRPr>
                </a:p>
              </p:txBody>
            </p:sp>
          </p:grpSp>
          <p:grpSp>
            <p:nvGrpSpPr>
              <p:cNvPr id="9" name="组合 8"/>
              <p:cNvGrpSpPr/>
              <p:nvPr/>
            </p:nvGrpSpPr>
            <p:grpSpPr>
              <a:xfrm>
                <a:off x="8531" y="6727"/>
                <a:ext cx="8979" cy="1597"/>
                <a:chOff x="1627" y="6508"/>
                <a:chExt cx="8979" cy="1597"/>
              </a:xfrm>
            </p:grpSpPr>
            <p:sp>
              <p:nvSpPr>
                <p:cNvPr id="13" name="图形"/>
                <p:cNvSpPr txBox="1"/>
                <p:nvPr>
                  <p:custDataLst>
                    <p:tags r:id="Rbbe13accee8048ff"/>
                  </p:custDataLst>
                </p:nvPr>
              </p:nvSpPr>
              <p:spPr>
                <a:xfrm>
                  <a:off x="1627" y="6508"/>
                  <a:ext cx="3109" cy="582"/>
                </a:xfrm>
                <a:prstGeom prst="rect">
                  <a:avLst/>
                </a:prstGeom>
                <a:noFill/>
              </p:spPr>
              <p:txBody>
                <a:bodyPr wrap="square" lIns="0" tIns="0" rIns="0" bIns="0" rtlCol="0">
                  <a:spAutoFit/>
                </a:bodyPr>
                <a:lstStyle/>
                <a:p>
                  <a:r>
                    <a:rPr lang="zh-CN" altLang="en-US" sz="2400">
                      <a:solidFill>
                        <a:schemeClr val="tx1">
                          <a:lumMod val="75000"/>
                          <a:lumOff val="25000"/>
                        </a:schemeClr>
                      </a:solidFill>
                      <a:latin typeface="Arial"/>
                      <a:ea typeface="阿里巴巴普惠体 Medium"/>
                      <a:cs typeface="阿里巴巴普惠体 Medium"/>
                      <a:sym typeface="Arial"/>
                    </a:rPr>
                    <a:t>添加标题文本</a:t>
                  </a:r>
                </a:p>
              </p:txBody>
            </p:sp>
            <p:sp>
              <p:nvSpPr>
                <p:cNvPr id="14" name="图形"/>
                <p:cNvSpPr txBox="1"/>
                <p:nvPr>
                  <p:custDataLst>
                    <p:tags r:id="R03115e83069445f6"/>
                  </p:custDataLst>
                </p:nvPr>
              </p:nvSpPr>
              <p:spPr>
                <a:xfrm>
                  <a:off x="1627" y="7087"/>
                  <a:ext cx="8979" cy="1018"/>
                </a:xfrm>
                <a:prstGeom prst="rect">
                  <a:avLst/>
                </a:prstGeom>
                <a:noFill/>
              </p:spPr>
              <p:txBody>
                <a:bodyPr wrap="square" lIns="0" tIns="0" rIns="0" bIns="0" rtlCol="0">
                  <a:spAutoFit/>
                </a:bodyPr>
                <a:lstStyle/>
                <a:p>
                  <a:pPr>
                    <a:lnSpc>
                      <a:spcPct val="150000"/>
                    </a:lnSpc>
                  </a:pPr>
                  <a:r>
                    <a:rPr lang="zh-CN" altLang="en-US" sz="1400">
                      <a:solidFill>
                        <a:schemeClr val="tx1">
                          <a:lumMod val="65000"/>
                          <a:lumOff val="35000"/>
                        </a:schemeClr>
                      </a:solidFill>
                      <a:latin typeface="Arial"/>
                      <a:ea typeface="阿里巴巴普惠体 Medium"/>
                      <a:cs typeface="阿里巴巴普惠体 Medium"/>
                      <a:sym typeface="Arial"/>
                    </a:rPr>
                    <a:t>单击此处输入您的文本内容，可更改文字的颜色或者大X等属性。单击此处输入您的文本内容，可更改文字的颜色或者大X等属性。</a:t>
                  </a:r>
                  <a:endParaRPr lang="en-US" altLang="zh-CN" sz="1400">
                    <a:solidFill>
                      <a:schemeClr val="tx1">
                        <a:lumMod val="65000"/>
                        <a:lumOff val="35000"/>
                      </a:schemeClr>
                    </a:solidFill>
                    <a:latin typeface="Arial"/>
                    <a:ea typeface="阿里巴巴普惠体 Medium"/>
                    <a:cs typeface="阿里巴巴普惠体 Medium"/>
                    <a:sym typeface="Arial"/>
                  </a:endParaRPr>
                </a:p>
              </p:txBody>
            </p:sp>
          </p:grpSp>
          <p:grpSp>
            <p:nvGrpSpPr>
              <p:cNvPr id="15" name="组合 14"/>
              <p:cNvGrpSpPr/>
              <p:nvPr/>
            </p:nvGrpSpPr>
            <p:grpSpPr>
              <a:xfrm>
                <a:off x="8012" y="8521"/>
                <a:ext cx="9510" cy="1597"/>
                <a:chOff x="1627" y="6508"/>
                <a:chExt cx="9510" cy="1597"/>
              </a:xfrm>
            </p:grpSpPr>
            <p:sp>
              <p:nvSpPr>
                <p:cNvPr id="16" name="图形"/>
                <p:cNvSpPr txBox="1"/>
                <p:nvPr>
                  <p:custDataLst>
                    <p:tags r:id="R148c806cd21d41ff"/>
                  </p:custDataLst>
                </p:nvPr>
              </p:nvSpPr>
              <p:spPr>
                <a:xfrm>
                  <a:off x="1627" y="6508"/>
                  <a:ext cx="3109" cy="582"/>
                </a:xfrm>
                <a:prstGeom prst="rect">
                  <a:avLst/>
                </a:prstGeom>
                <a:noFill/>
              </p:spPr>
              <p:txBody>
                <a:bodyPr wrap="square" lIns="0" tIns="0" rIns="0" bIns="0" rtlCol="0">
                  <a:spAutoFit/>
                </a:bodyPr>
                <a:lstStyle/>
                <a:p>
                  <a:r>
                    <a:rPr lang="zh-CN" altLang="en-US" sz="2400">
                      <a:solidFill>
                        <a:schemeClr val="tx1">
                          <a:lumMod val="75000"/>
                          <a:lumOff val="25000"/>
                        </a:schemeClr>
                      </a:solidFill>
                      <a:latin typeface="Arial"/>
                      <a:ea typeface="阿里巴巴普惠体 Medium"/>
                      <a:cs typeface="阿里巴巴普惠体 Medium"/>
                      <a:sym typeface="Arial"/>
                    </a:rPr>
                    <a:t>添加标题文本</a:t>
                  </a:r>
                </a:p>
              </p:txBody>
            </p:sp>
            <p:sp>
              <p:nvSpPr>
                <p:cNvPr id="26" name="图形"/>
                <p:cNvSpPr txBox="1"/>
                <p:nvPr>
                  <p:custDataLst>
                    <p:tags r:id="R177056bc88ed4f63"/>
                  </p:custDataLst>
                </p:nvPr>
              </p:nvSpPr>
              <p:spPr>
                <a:xfrm>
                  <a:off x="1627" y="7087"/>
                  <a:ext cx="9510" cy="1018"/>
                </a:xfrm>
                <a:prstGeom prst="rect">
                  <a:avLst/>
                </a:prstGeom>
                <a:noFill/>
              </p:spPr>
              <p:txBody>
                <a:bodyPr wrap="square" lIns="0" tIns="0" rIns="0" bIns="0" rtlCol="0">
                  <a:spAutoFit/>
                </a:bodyPr>
                <a:lstStyle/>
                <a:p>
                  <a:pPr>
                    <a:lnSpc>
                      <a:spcPct val="150000"/>
                    </a:lnSpc>
                  </a:pPr>
                  <a:r>
                    <a:rPr lang="zh-CN" altLang="en-US" sz="1400">
                      <a:solidFill>
                        <a:schemeClr val="tx1">
                          <a:lumMod val="65000"/>
                          <a:lumOff val="35000"/>
                        </a:schemeClr>
                      </a:solidFill>
                      <a:latin typeface="Arial"/>
                      <a:ea typeface="阿里巴巴普惠体 Medium"/>
                      <a:cs typeface="阿里巴巴普惠体 Medium"/>
                      <a:sym typeface="Arial"/>
                    </a:rPr>
                    <a:t>单击此处输入您的文本内容，可更改文字的颜色或者大X等属性。单击此处输入您的文本内容，可更改文字的颜色或者大X等属性。</a:t>
                  </a:r>
                  <a:endParaRPr lang="en-US" altLang="zh-CN" sz="1400">
                    <a:solidFill>
                      <a:schemeClr val="tx1">
                        <a:lumMod val="65000"/>
                        <a:lumOff val="35000"/>
                      </a:schemeClr>
                    </a:solidFill>
                    <a:latin typeface="Arial"/>
                    <a:ea typeface="阿里巴巴普惠体 Medium"/>
                    <a:cs typeface="阿里巴巴普惠体 Medium"/>
                    <a:sym typeface="Arial"/>
                  </a:endParaRPr>
                </a:p>
              </p:txBody>
            </p:sp>
          </p:grpSp>
        </p:grpSp>
      </p:grpSp>
    </p:spTree>
    <p:custDataLst>
      <p:tags r:id="Rfa899818416041d1"/>
    </p:custDataLst>
  </p:cSld>
  <p:clrMapOvr>
    <a:masterClrMapping/>
  </p:clrMapOvr>
  <p:transition advTm="2000">
    <p:cu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ppt_x</p:attrName>
                                        </p:attrNameLst>
                                      </p:cBhvr>
                                      <p:tavLst>
                                        <p:tav tm="0">
                                          <p:val>
                                            <p:strVal val="#ppt_x-.2"/>
                                          </p:val>
                                        </p:tav>
                                        <p:tav tm="100000">
                                          <p:val>
                                            <p:strVal val="#ppt_x"/>
                                          </p:val>
                                        </p:tav>
                                      </p:tavLst>
                                    </p:anim>
                                    <p:anim calcmode="lin" valueType="num">
                                      <p:cBhvr>
                                        <p:cTn id="8" dur="1000" fill="hold"/>
                                        <p:tgtEl>
                                          <p:spTgt spid="4"/>
                                        </p:tgtEl>
                                        <p:attrNameLst>
                                          <p:attrName>ppt_y</p:attrName>
                                        </p:attrNameLst>
                                      </p:cBhvr>
                                      <p:tavLst>
                                        <p:tav tm="0">
                                          <p:val>
                                            <p:strVal val="#ppt_y"/>
                                          </p:val>
                                        </p:tav>
                                        <p:tav tm="100000">
                                          <p:val>
                                            <p:strVal val="#ppt_y"/>
                                          </p:val>
                                        </p:tav>
                                      </p:tavLst>
                                    </p:anim>
                                    <p:animEffect transition="in" filter="wipe(right)" prLst="gradientSize: 0.1">
                                      <p:cBhvr>
                                        <p:cTn id="9" dur="1000"/>
                                        <p:tgtEl>
                                          <p:spTgt spid="4"/>
                                        </p:tgtEl>
                                      </p:cBhvr>
                                    </p:animEffect>
                                  </p:childTnLst>
                                </p:cTn>
                              </p:par>
                            </p:childTnLst>
                          </p:cTn>
                        </p:par>
                      </p:childTnLst>
                    </p:cTn>
                  </p:par>
                  <p:par>
                    <p:cTn id="10" fill="hold" nodeType="clickPar">
                      <p:stCondLst>
                        <p:cond delay="indefinite"/>
                      </p:stCondLst>
                      <p:childTnLst>
                        <p:par>
                          <p:cTn id="11" fill="hold" nodeType="afterGroup">
                            <p:stCondLst>
                              <p:cond delay="0"/>
                            </p:stCondLst>
                            <p:childTnLst>
                              <p:par>
                                <p:cTn id="12" presetID="29" presetClass="entr" presetSubtype="0" fill="hold" nodeType="clickEffect">
                                  <p:stCondLst>
                                    <p:cond delay="0"/>
                                  </p:stCondLst>
                                  <p:childTnLst>
                                    <p:set>
                                      <p:cBhvr>
                                        <p:cTn id="13" dur="1" fill="hold">
                                          <p:stCondLst>
                                            <p:cond delay="0"/>
                                          </p:stCondLst>
                                        </p:cTn>
                                        <p:tgtEl>
                                          <p:spTgt spid="32"/>
                                        </p:tgtEl>
                                        <p:attrNameLst>
                                          <p:attrName>style.visibility</p:attrName>
                                        </p:attrNameLst>
                                      </p:cBhvr>
                                      <p:to>
                                        <p:strVal val="visible"/>
                                      </p:to>
                                    </p:set>
                                    <p:anim calcmode="lin" valueType="num">
                                      <p:cBhvr>
                                        <p:cTn id="14" dur="1000" fill="hold"/>
                                        <p:tgtEl>
                                          <p:spTgt spid="32"/>
                                        </p:tgtEl>
                                        <p:attrNameLst>
                                          <p:attrName>ppt_x</p:attrName>
                                        </p:attrNameLst>
                                      </p:cBhvr>
                                      <p:tavLst>
                                        <p:tav tm="0">
                                          <p:val>
                                            <p:strVal val="#ppt_x-.2"/>
                                          </p:val>
                                        </p:tav>
                                        <p:tav tm="100000">
                                          <p:val>
                                            <p:strVal val="#ppt_x"/>
                                          </p:val>
                                        </p:tav>
                                      </p:tavLst>
                                    </p:anim>
                                    <p:anim calcmode="lin" valueType="num">
                                      <p:cBhvr>
                                        <p:cTn id="15" dur="1000" fill="hold"/>
                                        <p:tgtEl>
                                          <p:spTgt spid="32"/>
                                        </p:tgtEl>
                                        <p:attrNameLst>
                                          <p:attrName>ppt_y</p:attrName>
                                        </p:attrNameLst>
                                      </p:cBhvr>
                                      <p:tavLst>
                                        <p:tav tm="0">
                                          <p:val>
                                            <p:strVal val="#ppt_y"/>
                                          </p:val>
                                        </p:tav>
                                        <p:tav tm="100000">
                                          <p:val>
                                            <p:strVal val="#ppt_y"/>
                                          </p:val>
                                        </p:tav>
                                      </p:tavLst>
                                    </p:anim>
                                    <p:animEffect transition="in" filter="wipe(right)" prLst="gradientSize: 0.1">
                                      <p:cBhvr>
                                        <p:cTn id="16" dur="10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形" descr="D:/包图网/5db00e60c5d5e.png5db00e60c5d5e"/>
          <p:cNvPicPr>
            <a:picLocks noChangeAspect="1"/>
          </p:cNvPicPr>
          <p:nvPr/>
        </p:nvPicPr>
        <p:blipFill>
          <a:blip r:embed="R8fae96e123554ee4">
            <a:extLst>
              <a:ext uri="{28A0092B-C50C-407E-A947-70E740481C1C}">
                <a14:useLocalDpi xmlns:a14="http://schemas.microsoft.com/office/drawing/2010/main"/>
              </a:ext>
            </a:extLst>
          </a:blip>
          <a:stretch>
            <a:fillRect/>
          </a:stretch>
        </p:blipFill>
        <p:spPr>
          <a:xfrm>
            <a:off x="-635" y="-78740"/>
            <a:ext cx="12192635" cy="6937375"/>
          </a:xfrm>
          <a:prstGeom prst="rect">
            <a:avLst/>
          </a:prstGeom>
        </p:spPr>
      </p:pic>
      <p:grpSp>
        <p:nvGrpSpPr>
          <p:cNvPr id="6" name="图形"/>
          <p:cNvGrpSpPr/>
          <p:nvPr/>
        </p:nvGrpSpPr>
        <p:grpSpPr>
          <a:xfrm>
            <a:off x="4632960" y="908050"/>
            <a:ext cx="6111240" cy="1560830"/>
            <a:chOff x="7296" y="1430"/>
            <a:chExt cx="9624" cy="2458"/>
          </a:xfrm>
        </p:grpSpPr>
        <p:grpSp>
          <p:nvGrpSpPr>
            <p:cNvPr id="19" name="组合 18"/>
            <p:cNvGrpSpPr/>
            <p:nvPr/>
          </p:nvGrpSpPr>
          <p:grpSpPr>
            <a:xfrm>
              <a:off x="15278" y="1588"/>
              <a:ext cx="1642" cy="2299"/>
              <a:chOff x="11372" y="-3720"/>
              <a:chExt cx="1642" cy="2299"/>
            </a:xfrm>
            <a:gradFill>
              <a:gsLst>
                <a:gs pos="90000">
                  <a:schemeClr val="bg1"/>
                </a:gs>
                <a:gs pos="100000">
                  <a:schemeClr val="bg1">
                    <a:alpha val="0"/>
                  </a:schemeClr>
                </a:gs>
              </a:gsLst>
              <a:lin ang="5400000" scaled="0"/>
            </a:gradFill>
          </p:grpSpPr>
          <p:sp>
            <p:nvSpPr>
              <p:cNvPr id="3" name="图形"/>
              <p:cNvSpPr txBox="1"/>
              <p:nvPr/>
            </p:nvSpPr>
            <p:spPr>
              <a:xfrm>
                <a:off x="11374" y="-3025"/>
                <a:ext cx="1638" cy="1605"/>
              </a:xfrm>
              <a:custGeom>
                <a:avLst/>
                <a:gdLst/>
                <a:ahLst/>
                <a:cxnLst>
                  <a:cxn ang="3">
                    <a:pos x="hc" y="t"/>
                  </a:cxn>
                  <a:cxn ang="cd2">
                    <a:pos x="l" y="vc"/>
                  </a:cxn>
                  <a:cxn ang="cd4">
                    <a:pos x="hc" y="b"/>
                  </a:cxn>
                  <a:cxn ang="0">
                    <a:pos x="r" y="vc"/>
                  </a:cxn>
                </a:cxnLst>
                <a:rect l="l" t="t" r="r" b="b"/>
                <a:pathLst>
                  <a:path w="1638" h="1605">
                    <a:moveTo>
                      <a:pt x="299" y="561"/>
                    </a:moveTo>
                    <a:lnTo>
                      <a:pt x="299" y="642"/>
                    </a:lnTo>
                    <a:lnTo>
                      <a:pt x="1242" y="642"/>
                    </a:lnTo>
                    <a:lnTo>
                      <a:pt x="1242" y="812"/>
                    </a:lnTo>
                    <a:lnTo>
                      <a:pt x="299" y="812"/>
                    </a:lnTo>
                    <a:lnTo>
                      <a:pt x="299" y="897"/>
                    </a:lnTo>
                    <a:lnTo>
                      <a:pt x="1242" y="897"/>
                    </a:lnTo>
                    <a:lnTo>
                      <a:pt x="1242" y="1070"/>
                    </a:lnTo>
                    <a:lnTo>
                      <a:pt x="299" y="1070"/>
                    </a:lnTo>
                    <a:lnTo>
                      <a:pt x="299" y="1155"/>
                    </a:lnTo>
                    <a:lnTo>
                      <a:pt x="1242" y="1155"/>
                    </a:lnTo>
                    <a:lnTo>
                      <a:pt x="1242" y="1325"/>
                    </a:lnTo>
                    <a:lnTo>
                      <a:pt x="299" y="1325"/>
                    </a:lnTo>
                    <a:lnTo>
                      <a:pt x="299" y="1401"/>
                    </a:lnTo>
                    <a:lnTo>
                      <a:pt x="1362" y="1401"/>
                    </a:lnTo>
                    <a:lnTo>
                      <a:pt x="1362" y="561"/>
                    </a:lnTo>
                    <a:lnTo>
                      <a:pt x="299" y="561"/>
                    </a:lnTo>
                    <a:close/>
                    <a:moveTo>
                      <a:pt x="442" y="0"/>
                    </a:moveTo>
                    <a:lnTo>
                      <a:pt x="646" y="0"/>
                    </a:lnTo>
                    <a:lnTo>
                      <a:pt x="646" y="85"/>
                    </a:lnTo>
                    <a:lnTo>
                      <a:pt x="646" y="87"/>
                    </a:lnTo>
                    <a:lnTo>
                      <a:pt x="1638" y="87"/>
                    </a:lnTo>
                    <a:lnTo>
                      <a:pt x="1638" y="292"/>
                    </a:lnTo>
                    <a:lnTo>
                      <a:pt x="600" y="292"/>
                    </a:lnTo>
                    <a:cubicBezTo>
                      <a:pt x="593" y="307"/>
                      <a:pt x="580" y="329"/>
                      <a:pt x="561" y="357"/>
                    </a:cubicBezTo>
                    <a:lnTo>
                      <a:pt x="1566" y="357"/>
                    </a:lnTo>
                    <a:lnTo>
                      <a:pt x="1566" y="1401"/>
                    </a:lnTo>
                    <a:lnTo>
                      <a:pt x="1638" y="1401"/>
                    </a:lnTo>
                    <a:lnTo>
                      <a:pt x="1638" y="1605"/>
                    </a:lnTo>
                    <a:lnTo>
                      <a:pt x="0" y="1605"/>
                    </a:lnTo>
                    <a:lnTo>
                      <a:pt x="0" y="1401"/>
                    </a:lnTo>
                    <a:lnTo>
                      <a:pt x="94" y="1401"/>
                    </a:lnTo>
                    <a:lnTo>
                      <a:pt x="94" y="357"/>
                    </a:lnTo>
                    <a:lnTo>
                      <a:pt x="173" y="357"/>
                    </a:lnTo>
                    <a:cubicBezTo>
                      <a:pt x="235" y="357"/>
                      <a:pt x="294" y="335"/>
                      <a:pt x="347" y="292"/>
                    </a:cubicBezTo>
                    <a:lnTo>
                      <a:pt x="0" y="292"/>
                    </a:lnTo>
                    <a:lnTo>
                      <a:pt x="0" y="87"/>
                    </a:lnTo>
                    <a:lnTo>
                      <a:pt x="442" y="87"/>
                    </a:lnTo>
                    <a:lnTo>
                      <a:pt x="442" y="85"/>
                    </a:lnTo>
                    <a:lnTo>
                      <a:pt x="442" y="0"/>
                    </a:lnTo>
                    <a:close/>
                  </a:path>
                </a:pathLst>
              </a:custGeom>
              <a:grpFill/>
              <a:ln>
                <a:noFill/>
              </a:ln>
              <a:effectLst/>
            </p:spPr>
            <p:txBody>
              <a:bodyPr wrap="square" lIns="0" tIns="0" rIns="0" bIns="0" rtlCol="0">
                <a:noAutofit/>
              </a:bodyPr>
              <a:lstStyle/>
              <a:p>
                <a:pPr algn="ctr">
                  <a:lnSpc>
                    <a:spcPct val="100000"/>
                  </a:lnSpc>
                </a:pPr>
                <a:endParaRPr lang="zh-CN" altLang="en-US" sz="11500" noProof="0">
                  <a:ln>
                    <a:noFill/>
                  </a:ln>
                  <a:solidFill>
                    <a:schemeClr val="bg1"/>
                  </a:solidFill>
                  <a:effectLst/>
                  <a:uLnTx/>
                  <a:uFillTx/>
                  <a:latin typeface="Arial"/>
                  <a:ea typeface="阿里巴巴普惠体 Medium"/>
                  <a:cs typeface="阿里巴巴普惠体 Medium"/>
                  <a:sym typeface="Arial"/>
                </a:endParaRPr>
              </a:p>
            </p:txBody>
          </p:sp>
          <p:sp>
            <p:nvSpPr>
              <p:cNvPr id="11" name="图形"/>
              <p:cNvSpPr txBox="1"/>
              <p:nvPr/>
            </p:nvSpPr>
            <p:spPr>
              <a:xfrm>
                <a:off x="11372" y="-3720"/>
                <a:ext cx="1642" cy="630"/>
              </a:xfrm>
              <a:custGeom>
                <a:avLst/>
                <a:gdLst/>
                <a:ahLst/>
                <a:cxnLst>
                  <a:cxn ang="3">
                    <a:pos x="hc" y="t"/>
                  </a:cxn>
                  <a:cxn ang="cd2">
                    <a:pos x="l" y="vc"/>
                  </a:cxn>
                  <a:cxn ang="cd4">
                    <a:pos x="hc" y="b"/>
                  </a:cxn>
                  <a:cxn ang="0">
                    <a:pos x="r" y="vc"/>
                  </a:cxn>
                </a:cxnLst>
                <a:rect l="l" t="t" r="r" b="b"/>
                <a:pathLst>
                  <a:path w="1642" h="630">
                    <a:moveTo>
                      <a:pt x="1162" y="207"/>
                    </a:moveTo>
                    <a:lnTo>
                      <a:pt x="1162" y="426"/>
                    </a:lnTo>
                    <a:lnTo>
                      <a:pt x="1313" y="426"/>
                    </a:lnTo>
                    <a:cubicBezTo>
                      <a:pt x="1347" y="426"/>
                      <a:pt x="1376" y="414"/>
                      <a:pt x="1401" y="390"/>
                    </a:cubicBezTo>
                    <a:cubicBezTo>
                      <a:pt x="1425" y="366"/>
                      <a:pt x="1438" y="337"/>
                      <a:pt x="1438" y="304"/>
                    </a:cubicBezTo>
                    <a:lnTo>
                      <a:pt x="1438" y="207"/>
                    </a:lnTo>
                    <a:lnTo>
                      <a:pt x="1162" y="207"/>
                    </a:lnTo>
                    <a:close/>
                    <a:moveTo>
                      <a:pt x="685" y="207"/>
                    </a:moveTo>
                    <a:lnTo>
                      <a:pt x="685" y="426"/>
                    </a:lnTo>
                    <a:lnTo>
                      <a:pt x="957" y="426"/>
                    </a:lnTo>
                    <a:lnTo>
                      <a:pt x="957" y="207"/>
                    </a:lnTo>
                    <a:lnTo>
                      <a:pt x="685" y="207"/>
                    </a:lnTo>
                    <a:close/>
                    <a:moveTo>
                      <a:pt x="205" y="207"/>
                    </a:moveTo>
                    <a:lnTo>
                      <a:pt x="205" y="426"/>
                    </a:lnTo>
                    <a:lnTo>
                      <a:pt x="481" y="426"/>
                    </a:lnTo>
                    <a:lnTo>
                      <a:pt x="481" y="207"/>
                    </a:lnTo>
                    <a:lnTo>
                      <a:pt x="205" y="207"/>
                    </a:lnTo>
                    <a:close/>
                    <a:moveTo>
                      <a:pt x="0" y="0"/>
                    </a:moveTo>
                    <a:lnTo>
                      <a:pt x="1642" y="0"/>
                    </a:lnTo>
                    <a:lnTo>
                      <a:pt x="1642" y="304"/>
                    </a:lnTo>
                    <a:cubicBezTo>
                      <a:pt x="1642" y="362"/>
                      <a:pt x="1628" y="416"/>
                      <a:pt x="1598" y="467"/>
                    </a:cubicBezTo>
                    <a:cubicBezTo>
                      <a:pt x="1569" y="517"/>
                      <a:pt x="1529" y="557"/>
                      <a:pt x="1479" y="587"/>
                    </a:cubicBezTo>
                    <a:cubicBezTo>
                      <a:pt x="1428" y="616"/>
                      <a:pt x="1373" y="630"/>
                      <a:pt x="1313" y="630"/>
                    </a:cubicBezTo>
                    <a:lnTo>
                      <a:pt x="0" y="630"/>
                    </a:lnTo>
                    <a:lnTo>
                      <a:pt x="0" y="0"/>
                    </a:lnTo>
                    <a:close/>
                  </a:path>
                </a:pathLst>
              </a:custGeom>
              <a:grpFill/>
              <a:ln>
                <a:noFill/>
              </a:ln>
              <a:effectLst/>
            </p:spPr>
            <p:txBody>
              <a:bodyPr wrap="square" lIns="0" tIns="0" rIns="0" bIns="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0000"/>
                  </a:lnSpc>
                </a:pPr>
                <a:endParaRPr lang="zh-CN" altLang="en-US" sz="11500" noProof="0">
                  <a:ln>
                    <a:noFill/>
                  </a:ln>
                  <a:solidFill>
                    <a:schemeClr val="bg1"/>
                  </a:solidFill>
                  <a:effectLst/>
                  <a:uLnTx/>
                  <a:uFillTx/>
                  <a:latin typeface="Arial"/>
                  <a:ea typeface="阿里巴巴普惠体 Medium"/>
                  <a:cs typeface="阿里巴巴普惠体 Medium"/>
                  <a:sym typeface="Arial"/>
                </a:endParaRPr>
              </a:p>
            </p:txBody>
          </p:sp>
        </p:grpSp>
        <p:sp>
          <p:nvSpPr>
            <p:cNvPr id="10" name="图形"/>
            <p:cNvSpPr txBox="1"/>
            <p:nvPr/>
          </p:nvSpPr>
          <p:spPr>
            <a:xfrm>
              <a:off x="12836" y="1588"/>
              <a:ext cx="1651" cy="2300"/>
            </a:xfrm>
            <a:custGeom>
              <a:avLst/>
              <a:gdLst/>
              <a:ahLst/>
              <a:cxnLst>
                <a:cxn ang="3">
                  <a:pos x="hc" y="t"/>
                </a:cxn>
                <a:cxn ang="cd2">
                  <a:pos x="l" y="vc"/>
                </a:cxn>
                <a:cxn ang="cd4">
                  <a:pos x="hc" y="b"/>
                </a:cxn>
                <a:cxn ang="0">
                  <a:pos x="r" y="vc"/>
                </a:cxn>
              </a:cxnLst>
              <a:rect l="l" t="t" r="r" b="b"/>
              <a:pathLst>
                <a:path w="1651" h="2300">
                  <a:moveTo>
                    <a:pt x="531" y="0"/>
                  </a:moveTo>
                  <a:lnTo>
                    <a:pt x="736" y="0"/>
                  </a:lnTo>
                  <a:lnTo>
                    <a:pt x="736" y="276"/>
                  </a:lnTo>
                  <a:lnTo>
                    <a:pt x="736" y="281"/>
                  </a:lnTo>
                  <a:lnTo>
                    <a:pt x="1651" y="281"/>
                  </a:lnTo>
                  <a:lnTo>
                    <a:pt x="1651" y="485"/>
                  </a:lnTo>
                  <a:lnTo>
                    <a:pt x="715" y="485"/>
                  </a:lnTo>
                  <a:cubicBezTo>
                    <a:pt x="689" y="629"/>
                    <a:pt x="641" y="757"/>
                    <a:pt x="570" y="867"/>
                  </a:cubicBezTo>
                  <a:lnTo>
                    <a:pt x="890" y="867"/>
                  </a:lnTo>
                  <a:lnTo>
                    <a:pt x="890" y="660"/>
                  </a:lnTo>
                  <a:lnTo>
                    <a:pt x="1095" y="660"/>
                  </a:lnTo>
                  <a:lnTo>
                    <a:pt x="1095" y="867"/>
                  </a:lnTo>
                  <a:lnTo>
                    <a:pt x="1635" y="867"/>
                  </a:lnTo>
                  <a:lnTo>
                    <a:pt x="1635" y="1789"/>
                  </a:lnTo>
                  <a:cubicBezTo>
                    <a:pt x="1635" y="1854"/>
                    <a:pt x="1620" y="1913"/>
                    <a:pt x="1588" y="1968"/>
                  </a:cubicBezTo>
                  <a:cubicBezTo>
                    <a:pt x="1557" y="2022"/>
                    <a:pt x="1514" y="2065"/>
                    <a:pt x="1459" y="2096"/>
                  </a:cubicBezTo>
                  <a:cubicBezTo>
                    <a:pt x="1405" y="2128"/>
                    <a:pt x="1346" y="2144"/>
                    <a:pt x="1283" y="2144"/>
                  </a:cubicBezTo>
                  <a:lnTo>
                    <a:pt x="1258" y="2144"/>
                  </a:lnTo>
                  <a:lnTo>
                    <a:pt x="1258" y="1939"/>
                  </a:lnTo>
                  <a:lnTo>
                    <a:pt x="1283" y="1939"/>
                  </a:lnTo>
                  <a:cubicBezTo>
                    <a:pt x="1323" y="1939"/>
                    <a:pt x="1358" y="1924"/>
                    <a:pt x="1387" y="1895"/>
                  </a:cubicBezTo>
                  <a:cubicBezTo>
                    <a:pt x="1416" y="1866"/>
                    <a:pt x="1431" y="1831"/>
                    <a:pt x="1431" y="1789"/>
                  </a:cubicBezTo>
                  <a:lnTo>
                    <a:pt x="1431" y="1072"/>
                  </a:lnTo>
                  <a:lnTo>
                    <a:pt x="1095" y="1072"/>
                  </a:lnTo>
                  <a:lnTo>
                    <a:pt x="1095" y="2300"/>
                  </a:lnTo>
                  <a:lnTo>
                    <a:pt x="890" y="2300"/>
                  </a:lnTo>
                  <a:lnTo>
                    <a:pt x="890" y="1072"/>
                  </a:lnTo>
                  <a:lnTo>
                    <a:pt x="538" y="1072"/>
                  </a:lnTo>
                  <a:lnTo>
                    <a:pt x="538" y="2151"/>
                  </a:lnTo>
                  <a:lnTo>
                    <a:pt x="334" y="2151"/>
                  </a:lnTo>
                  <a:lnTo>
                    <a:pt x="334" y="1095"/>
                  </a:lnTo>
                  <a:cubicBezTo>
                    <a:pt x="235" y="1148"/>
                    <a:pt x="124" y="1175"/>
                    <a:pt x="0" y="1175"/>
                  </a:cubicBezTo>
                  <a:lnTo>
                    <a:pt x="0" y="971"/>
                  </a:lnTo>
                  <a:cubicBezTo>
                    <a:pt x="152" y="971"/>
                    <a:pt x="267" y="923"/>
                    <a:pt x="346" y="827"/>
                  </a:cubicBezTo>
                  <a:cubicBezTo>
                    <a:pt x="425" y="731"/>
                    <a:pt x="478" y="617"/>
                    <a:pt x="506" y="485"/>
                  </a:cubicBezTo>
                  <a:lnTo>
                    <a:pt x="0" y="485"/>
                  </a:lnTo>
                  <a:lnTo>
                    <a:pt x="0" y="281"/>
                  </a:lnTo>
                  <a:lnTo>
                    <a:pt x="531" y="281"/>
                  </a:lnTo>
                  <a:lnTo>
                    <a:pt x="531" y="276"/>
                  </a:lnTo>
                  <a:lnTo>
                    <a:pt x="531" y="0"/>
                  </a:lnTo>
                  <a:close/>
                </a:path>
              </a:pathLst>
            </a:custGeom>
            <a:gradFill>
              <a:gsLst>
                <a:gs pos="88000">
                  <a:schemeClr val="bg1"/>
                </a:gs>
                <a:gs pos="96000">
                  <a:schemeClr val="bg1">
                    <a:alpha val="0"/>
                  </a:schemeClr>
                </a:gs>
              </a:gsLst>
              <a:lin ang="5400000" scaled="0"/>
            </a:gradFill>
            <a:ln>
              <a:noFill/>
            </a:ln>
            <a:effectLst/>
          </p:spPr>
          <p:txBody>
            <a:bodyPr wrap="square" lIns="0" tIns="0" rIns="0" bIns="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0000"/>
                </a:lnSpc>
              </a:pPr>
              <a:endParaRPr lang="zh-CN" altLang="en-US" sz="11500" noProof="0">
                <a:ln>
                  <a:noFill/>
                </a:ln>
                <a:solidFill>
                  <a:schemeClr val="bg1"/>
                </a:solidFill>
                <a:effectLst/>
                <a:uLnTx/>
                <a:uFillTx/>
                <a:latin typeface="Arial"/>
                <a:ea typeface="阿里巴巴普惠体 Medium"/>
                <a:cs typeface="阿里巴巴普惠体 Medium"/>
                <a:sym typeface="Arial"/>
              </a:endParaRPr>
            </a:p>
          </p:txBody>
        </p:sp>
        <p:sp>
          <p:nvSpPr>
            <p:cNvPr id="14" name="图形"/>
            <p:cNvSpPr txBox="1"/>
            <p:nvPr/>
          </p:nvSpPr>
          <p:spPr>
            <a:xfrm>
              <a:off x="10357" y="1595"/>
              <a:ext cx="1688" cy="2293"/>
            </a:xfrm>
            <a:custGeom>
              <a:avLst/>
              <a:gdLst/>
              <a:ahLst/>
              <a:cxnLst>
                <a:cxn ang="3">
                  <a:pos x="hc" y="t"/>
                </a:cxn>
                <a:cxn ang="cd2">
                  <a:pos x="l" y="vc"/>
                </a:cxn>
                <a:cxn ang="cd4">
                  <a:pos x="hc" y="b"/>
                </a:cxn>
                <a:cxn ang="0">
                  <a:pos x="r" y="vc"/>
                </a:cxn>
              </a:cxnLst>
              <a:rect l="l" t="t" r="r" b="b"/>
              <a:pathLst>
                <a:path w="1688" h="2293">
                  <a:moveTo>
                    <a:pt x="722" y="377"/>
                  </a:moveTo>
                  <a:lnTo>
                    <a:pt x="932" y="377"/>
                  </a:lnTo>
                  <a:lnTo>
                    <a:pt x="932" y="462"/>
                  </a:lnTo>
                  <a:lnTo>
                    <a:pt x="1387" y="462"/>
                  </a:lnTo>
                  <a:lnTo>
                    <a:pt x="1387" y="674"/>
                  </a:lnTo>
                  <a:lnTo>
                    <a:pt x="932" y="674"/>
                  </a:lnTo>
                  <a:lnTo>
                    <a:pt x="932" y="794"/>
                  </a:lnTo>
                  <a:lnTo>
                    <a:pt x="1336" y="794"/>
                  </a:lnTo>
                  <a:lnTo>
                    <a:pt x="1336" y="1003"/>
                  </a:lnTo>
                  <a:lnTo>
                    <a:pt x="932" y="1003"/>
                  </a:lnTo>
                  <a:lnTo>
                    <a:pt x="932" y="1141"/>
                  </a:lnTo>
                  <a:lnTo>
                    <a:pt x="1387" y="1141"/>
                  </a:lnTo>
                  <a:lnTo>
                    <a:pt x="1387" y="1638"/>
                  </a:lnTo>
                  <a:cubicBezTo>
                    <a:pt x="1387" y="1711"/>
                    <a:pt x="1360" y="1774"/>
                    <a:pt x="1305" y="1826"/>
                  </a:cubicBezTo>
                  <a:cubicBezTo>
                    <a:pt x="1251" y="1878"/>
                    <a:pt x="1185" y="1904"/>
                    <a:pt x="1109" y="1904"/>
                  </a:cubicBezTo>
                  <a:lnTo>
                    <a:pt x="1109" y="1695"/>
                  </a:lnTo>
                  <a:cubicBezTo>
                    <a:pt x="1127" y="1695"/>
                    <a:pt x="1143" y="1689"/>
                    <a:pt x="1157" y="1678"/>
                  </a:cubicBezTo>
                  <a:cubicBezTo>
                    <a:pt x="1171" y="1666"/>
                    <a:pt x="1178" y="1653"/>
                    <a:pt x="1178" y="1638"/>
                  </a:cubicBezTo>
                  <a:lnTo>
                    <a:pt x="1178" y="1350"/>
                  </a:lnTo>
                  <a:lnTo>
                    <a:pt x="932" y="1350"/>
                  </a:lnTo>
                  <a:lnTo>
                    <a:pt x="932" y="1934"/>
                  </a:lnTo>
                  <a:lnTo>
                    <a:pt x="722" y="1934"/>
                  </a:lnTo>
                  <a:lnTo>
                    <a:pt x="722" y="1350"/>
                  </a:lnTo>
                  <a:lnTo>
                    <a:pt x="265" y="1350"/>
                  </a:lnTo>
                  <a:lnTo>
                    <a:pt x="265" y="1141"/>
                  </a:lnTo>
                  <a:lnTo>
                    <a:pt x="722" y="1141"/>
                  </a:lnTo>
                  <a:lnTo>
                    <a:pt x="722" y="1003"/>
                  </a:lnTo>
                  <a:lnTo>
                    <a:pt x="311" y="1003"/>
                  </a:lnTo>
                  <a:lnTo>
                    <a:pt x="311" y="794"/>
                  </a:lnTo>
                  <a:lnTo>
                    <a:pt x="722" y="794"/>
                  </a:lnTo>
                  <a:lnTo>
                    <a:pt x="722" y="674"/>
                  </a:lnTo>
                  <a:lnTo>
                    <a:pt x="265" y="674"/>
                  </a:lnTo>
                  <a:lnTo>
                    <a:pt x="265" y="462"/>
                  </a:lnTo>
                  <a:lnTo>
                    <a:pt x="722" y="462"/>
                  </a:lnTo>
                  <a:lnTo>
                    <a:pt x="722" y="377"/>
                  </a:lnTo>
                  <a:close/>
                  <a:moveTo>
                    <a:pt x="212" y="209"/>
                  </a:moveTo>
                  <a:lnTo>
                    <a:pt x="212" y="2084"/>
                  </a:lnTo>
                  <a:lnTo>
                    <a:pt x="1175" y="2084"/>
                  </a:lnTo>
                  <a:cubicBezTo>
                    <a:pt x="1230" y="2084"/>
                    <a:pt x="1281" y="2071"/>
                    <a:pt x="1327" y="2045"/>
                  </a:cubicBezTo>
                  <a:cubicBezTo>
                    <a:pt x="1373" y="2019"/>
                    <a:pt x="1410" y="1983"/>
                    <a:pt x="1436" y="1939"/>
                  </a:cubicBezTo>
                  <a:cubicBezTo>
                    <a:pt x="1463" y="1894"/>
                    <a:pt x="1477" y="1846"/>
                    <a:pt x="1477" y="1794"/>
                  </a:cubicBezTo>
                  <a:lnTo>
                    <a:pt x="1477" y="209"/>
                  </a:lnTo>
                  <a:lnTo>
                    <a:pt x="212" y="209"/>
                  </a:lnTo>
                  <a:close/>
                  <a:moveTo>
                    <a:pt x="0" y="0"/>
                  </a:moveTo>
                  <a:lnTo>
                    <a:pt x="1688" y="0"/>
                  </a:lnTo>
                  <a:lnTo>
                    <a:pt x="1688" y="1794"/>
                  </a:lnTo>
                  <a:cubicBezTo>
                    <a:pt x="1688" y="1884"/>
                    <a:pt x="1665" y="1968"/>
                    <a:pt x="1619" y="2045"/>
                  </a:cubicBezTo>
                  <a:cubicBezTo>
                    <a:pt x="1573" y="2121"/>
                    <a:pt x="1511" y="2182"/>
                    <a:pt x="1433" y="2226"/>
                  </a:cubicBezTo>
                  <a:cubicBezTo>
                    <a:pt x="1355" y="2271"/>
                    <a:pt x="1269" y="2293"/>
                    <a:pt x="1175" y="2293"/>
                  </a:cubicBezTo>
                  <a:lnTo>
                    <a:pt x="0" y="2293"/>
                  </a:lnTo>
                  <a:lnTo>
                    <a:pt x="0" y="0"/>
                  </a:lnTo>
                  <a:close/>
                </a:path>
              </a:pathLst>
            </a:custGeom>
            <a:solidFill>
              <a:schemeClr val="bg1"/>
            </a:solidFill>
            <a:ln>
              <a:noFill/>
            </a:ln>
            <a:effectLst/>
          </p:spPr>
          <p:txBody>
            <a:bodyPr wrap="square" lIns="0" tIns="0" rIns="0" bIns="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0000"/>
                </a:lnSpc>
              </a:pPr>
              <a:endParaRPr lang="zh-CN" altLang="en-US" sz="11500" noProof="0">
                <a:ln>
                  <a:noFill/>
                </a:ln>
                <a:solidFill>
                  <a:schemeClr val="bg1"/>
                </a:solidFill>
                <a:effectLst/>
                <a:uLnTx/>
                <a:uFillTx/>
                <a:latin typeface="Arial"/>
                <a:ea typeface="阿里巴巴普惠体 Medium"/>
                <a:cs typeface="阿里巴巴普惠体 Medium"/>
                <a:sym typeface="Arial"/>
              </a:endParaRPr>
            </a:p>
          </p:txBody>
        </p:sp>
        <p:grpSp>
          <p:nvGrpSpPr>
            <p:cNvPr id="25" name="组合 24"/>
            <p:cNvGrpSpPr/>
            <p:nvPr/>
          </p:nvGrpSpPr>
          <p:grpSpPr>
            <a:xfrm>
              <a:off x="7296" y="1430"/>
              <a:ext cx="2270" cy="2289"/>
              <a:chOff x="16195" y="-3512"/>
              <a:chExt cx="2098" cy="2116"/>
            </a:xfrm>
            <a:gradFill>
              <a:gsLst>
                <a:gs pos="66000">
                  <a:schemeClr val="bg1"/>
                </a:gs>
                <a:gs pos="87000">
                  <a:schemeClr val="bg1">
                    <a:alpha val="0"/>
                  </a:schemeClr>
                </a:gs>
              </a:gsLst>
              <a:lin ang="6600000" scaled="0"/>
            </a:gradFill>
          </p:grpSpPr>
          <p:sp>
            <p:nvSpPr>
              <p:cNvPr id="20" name="图形"/>
              <p:cNvSpPr txBox="1"/>
              <p:nvPr/>
            </p:nvSpPr>
            <p:spPr>
              <a:xfrm>
                <a:off x="16265" y="-2886"/>
                <a:ext cx="2029" cy="1491"/>
              </a:xfrm>
              <a:custGeom>
                <a:avLst/>
                <a:gdLst/>
                <a:ahLst/>
                <a:cxnLst>
                  <a:cxn ang="3">
                    <a:pos x="hc" y="t"/>
                  </a:cxn>
                  <a:cxn ang="cd2">
                    <a:pos x="l" y="vc"/>
                  </a:cxn>
                  <a:cxn ang="cd4">
                    <a:pos x="hc" y="b"/>
                  </a:cxn>
                  <a:cxn ang="0">
                    <a:pos x="r" y="vc"/>
                  </a:cxn>
                </a:cxnLst>
                <a:rect l="l" t="t" r="r" b="b"/>
                <a:pathLst>
                  <a:path w="2029" h="1491">
                    <a:moveTo>
                      <a:pt x="1026" y="607"/>
                    </a:moveTo>
                    <a:lnTo>
                      <a:pt x="1036" y="619"/>
                    </a:lnTo>
                    <a:cubicBezTo>
                      <a:pt x="1078" y="670"/>
                      <a:pt x="1121" y="714"/>
                      <a:pt x="1166" y="751"/>
                    </a:cubicBezTo>
                    <a:lnTo>
                      <a:pt x="1177" y="760"/>
                    </a:lnTo>
                    <a:lnTo>
                      <a:pt x="1111" y="811"/>
                    </a:lnTo>
                    <a:cubicBezTo>
                      <a:pt x="1099" y="1077"/>
                      <a:pt x="1076" y="1244"/>
                      <a:pt x="1042" y="1313"/>
                    </a:cubicBezTo>
                    <a:cubicBezTo>
                      <a:pt x="1007" y="1382"/>
                      <a:pt x="927" y="1432"/>
                      <a:pt x="802" y="1464"/>
                    </a:cubicBezTo>
                    <a:cubicBezTo>
                      <a:pt x="802" y="1400"/>
                      <a:pt x="737" y="1338"/>
                      <a:pt x="608" y="1278"/>
                    </a:cubicBezTo>
                    <a:lnTo>
                      <a:pt x="622" y="1207"/>
                    </a:lnTo>
                    <a:cubicBezTo>
                      <a:pt x="723" y="1231"/>
                      <a:pt x="794" y="1243"/>
                      <a:pt x="833" y="1243"/>
                    </a:cubicBezTo>
                    <a:cubicBezTo>
                      <a:pt x="852" y="1243"/>
                      <a:pt x="866" y="1239"/>
                      <a:pt x="877" y="1230"/>
                    </a:cubicBezTo>
                    <a:cubicBezTo>
                      <a:pt x="888" y="1221"/>
                      <a:pt x="898" y="1204"/>
                      <a:pt x="909" y="1177"/>
                    </a:cubicBezTo>
                    <a:cubicBezTo>
                      <a:pt x="920" y="1150"/>
                      <a:pt x="934" y="1017"/>
                      <a:pt x="951" y="777"/>
                    </a:cubicBezTo>
                    <a:lnTo>
                      <a:pt x="686" y="777"/>
                    </a:lnTo>
                    <a:cubicBezTo>
                      <a:pt x="670" y="902"/>
                      <a:pt x="636" y="1011"/>
                      <a:pt x="585" y="1105"/>
                    </a:cubicBezTo>
                    <a:cubicBezTo>
                      <a:pt x="533" y="1199"/>
                      <a:pt x="464" y="1276"/>
                      <a:pt x="376" y="1336"/>
                    </a:cubicBezTo>
                    <a:cubicBezTo>
                      <a:pt x="288" y="1397"/>
                      <a:pt x="183" y="1448"/>
                      <a:pt x="61" y="1491"/>
                    </a:cubicBezTo>
                    <a:lnTo>
                      <a:pt x="18" y="1435"/>
                    </a:lnTo>
                    <a:cubicBezTo>
                      <a:pt x="175" y="1357"/>
                      <a:pt x="293" y="1265"/>
                      <a:pt x="370" y="1160"/>
                    </a:cubicBezTo>
                    <a:cubicBezTo>
                      <a:pt x="442" y="1061"/>
                      <a:pt x="488" y="943"/>
                      <a:pt x="507" y="805"/>
                    </a:cubicBezTo>
                    <a:lnTo>
                      <a:pt x="511" y="779"/>
                    </a:lnTo>
                    <a:lnTo>
                      <a:pt x="519" y="777"/>
                    </a:lnTo>
                    <a:lnTo>
                      <a:pt x="511" y="777"/>
                    </a:lnTo>
                    <a:lnTo>
                      <a:pt x="511" y="779"/>
                    </a:lnTo>
                    <a:lnTo>
                      <a:pt x="420" y="795"/>
                    </a:lnTo>
                    <a:lnTo>
                      <a:pt x="346" y="695"/>
                    </a:lnTo>
                    <a:lnTo>
                      <a:pt x="358" y="685"/>
                    </a:lnTo>
                    <a:lnTo>
                      <a:pt x="364" y="679"/>
                    </a:lnTo>
                    <a:lnTo>
                      <a:pt x="955" y="679"/>
                    </a:lnTo>
                    <a:lnTo>
                      <a:pt x="1026" y="607"/>
                    </a:lnTo>
                    <a:close/>
                    <a:moveTo>
                      <a:pt x="846" y="194"/>
                    </a:moveTo>
                    <a:lnTo>
                      <a:pt x="1033" y="263"/>
                    </a:lnTo>
                    <a:lnTo>
                      <a:pt x="980" y="321"/>
                    </a:lnTo>
                    <a:cubicBezTo>
                      <a:pt x="1007" y="384"/>
                      <a:pt x="1061" y="454"/>
                      <a:pt x="1144" y="531"/>
                    </a:cubicBezTo>
                    <a:cubicBezTo>
                      <a:pt x="1221" y="603"/>
                      <a:pt x="1320" y="652"/>
                      <a:pt x="1440" y="679"/>
                    </a:cubicBezTo>
                    <a:lnTo>
                      <a:pt x="1455" y="682"/>
                    </a:lnTo>
                    <a:lnTo>
                      <a:pt x="1456" y="694"/>
                    </a:lnTo>
                    <a:cubicBezTo>
                      <a:pt x="1457" y="705"/>
                      <a:pt x="1458" y="716"/>
                      <a:pt x="1459" y="727"/>
                    </a:cubicBezTo>
                    <a:lnTo>
                      <a:pt x="1462" y="749"/>
                    </a:lnTo>
                    <a:lnTo>
                      <a:pt x="1448" y="751"/>
                    </a:lnTo>
                    <a:cubicBezTo>
                      <a:pt x="1371" y="759"/>
                      <a:pt x="1323" y="789"/>
                      <a:pt x="1304" y="839"/>
                    </a:cubicBezTo>
                    <a:cubicBezTo>
                      <a:pt x="1263" y="819"/>
                      <a:pt x="1222" y="795"/>
                      <a:pt x="1183" y="764"/>
                    </a:cubicBezTo>
                    <a:lnTo>
                      <a:pt x="1177" y="760"/>
                    </a:lnTo>
                    <a:lnTo>
                      <a:pt x="1191" y="749"/>
                    </a:lnTo>
                    <a:lnTo>
                      <a:pt x="1034" y="599"/>
                    </a:lnTo>
                    <a:lnTo>
                      <a:pt x="1026" y="607"/>
                    </a:lnTo>
                    <a:lnTo>
                      <a:pt x="1020" y="599"/>
                    </a:lnTo>
                    <a:cubicBezTo>
                      <a:pt x="944" y="499"/>
                      <a:pt x="885" y="364"/>
                      <a:pt x="846" y="194"/>
                    </a:cubicBezTo>
                    <a:close/>
                    <a:moveTo>
                      <a:pt x="504" y="194"/>
                    </a:moveTo>
                    <a:lnTo>
                      <a:pt x="715" y="337"/>
                    </a:lnTo>
                    <a:lnTo>
                      <a:pt x="619" y="385"/>
                    </a:lnTo>
                    <a:cubicBezTo>
                      <a:pt x="550" y="483"/>
                      <a:pt x="475" y="571"/>
                      <a:pt x="393" y="651"/>
                    </a:cubicBezTo>
                    <a:lnTo>
                      <a:pt x="364" y="679"/>
                    </a:lnTo>
                    <a:lnTo>
                      <a:pt x="335" y="679"/>
                    </a:lnTo>
                    <a:lnTo>
                      <a:pt x="346" y="695"/>
                    </a:lnTo>
                    <a:lnTo>
                      <a:pt x="321" y="718"/>
                    </a:lnTo>
                    <a:cubicBezTo>
                      <a:pt x="236" y="793"/>
                      <a:pt x="144" y="860"/>
                      <a:pt x="46" y="918"/>
                    </a:cubicBezTo>
                    <a:lnTo>
                      <a:pt x="0" y="868"/>
                    </a:lnTo>
                    <a:cubicBezTo>
                      <a:pt x="127" y="759"/>
                      <a:pt x="234" y="644"/>
                      <a:pt x="321" y="522"/>
                    </a:cubicBezTo>
                    <a:cubicBezTo>
                      <a:pt x="408" y="400"/>
                      <a:pt x="469" y="290"/>
                      <a:pt x="504" y="194"/>
                    </a:cubicBezTo>
                    <a:close/>
                    <a:moveTo>
                      <a:pt x="1528" y="0"/>
                    </a:moveTo>
                    <a:lnTo>
                      <a:pt x="1684" y="140"/>
                    </a:lnTo>
                    <a:lnTo>
                      <a:pt x="1596" y="211"/>
                    </a:lnTo>
                    <a:cubicBezTo>
                      <a:pt x="1596" y="479"/>
                      <a:pt x="1608" y="675"/>
                      <a:pt x="1631" y="799"/>
                    </a:cubicBezTo>
                    <a:cubicBezTo>
                      <a:pt x="1654" y="922"/>
                      <a:pt x="1684" y="1015"/>
                      <a:pt x="1721" y="1078"/>
                    </a:cubicBezTo>
                    <a:cubicBezTo>
                      <a:pt x="1758" y="1140"/>
                      <a:pt x="1800" y="1195"/>
                      <a:pt x="1847" y="1242"/>
                    </a:cubicBezTo>
                    <a:lnTo>
                      <a:pt x="1897" y="882"/>
                    </a:lnTo>
                    <a:lnTo>
                      <a:pt x="1975" y="882"/>
                    </a:lnTo>
                    <a:cubicBezTo>
                      <a:pt x="1975" y="1066"/>
                      <a:pt x="1979" y="1189"/>
                      <a:pt x="1988" y="1249"/>
                    </a:cubicBezTo>
                    <a:cubicBezTo>
                      <a:pt x="1997" y="1310"/>
                      <a:pt x="2010" y="1364"/>
                      <a:pt x="2027" y="1411"/>
                    </a:cubicBezTo>
                    <a:cubicBezTo>
                      <a:pt x="2034" y="1446"/>
                      <a:pt x="2017" y="1464"/>
                      <a:pt x="1979" y="1464"/>
                    </a:cubicBezTo>
                    <a:cubicBezTo>
                      <a:pt x="1946" y="1464"/>
                      <a:pt x="1890" y="1447"/>
                      <a:pt x="1809" y="1413"/>
                    </a:cubicBezTo>
                    <a:cubicBezTo>
                      <a:pt x="1729" y="1379"/>
                      <a:pt x="1656" y="1305"/>
                      <a:pt x="1589" y="1190"/>
                    </a:cubicBezTo>
                    <a:cubicBezTo>
                      <a:pt x="1522" y="1075"/>
                      <a:pt x="1480" y="931"/>
                      <a:pt x="1463" y="759"/>
                    </a:cubicBezTo>
                    <a:lnTo>
                      <a:pt x="1462" y="749"/>
                    </a:lnTo>
                    <a:lnTo>
                      <a:pt x="1464" y="749"/>
                    </a:lnTo>
                    <a:lnTo>
                      <a:pt x="1464" y="684"/>
                    </a:lnTo>
                    <a:lnTo>
                      <a:pt x="1455" y="682"/>
                    </a:lnTo>
                    <a:lnTo>
                      <a:pt x="1453" y="661"/>
                    </a:lnTo>
                    <a:cubicBezTo>
                      <a:pt x="1442" y="515"/>
                      <a:pt x="1436" y="357"/>
                      <a:pt x="1436" y="187"/>
                    </a:cubicBezTo>
                    <a:lnTo>
                      <a:pt x="543" y="187"/>
                    </a:lnTo>
                    <a:cubicBezTo>
                      <a:pt x="468" y="187"/>
                      <a:pt x="396" y="196"/>
                      <a:pt x="324" y="213"/>
                    </a:cubicBezTo>
                    <a:lnTo>
                      <a:pt x="229" y="89"/>
                    </a:lnTo>
                    <a:lnTo>
                      <a:pt x="1431" y="89"/>
                    </a:lnTo>
                    <a:lnTo>
                      <a:pt x="1528" y="0"/>
                    </a:lnTo>
                    <a:close/>
                  </a:path>
                </a:pathLst>
              </a:custGeom>
              <a:grpFill/>
              <a:ln>
                <a:noFill/>
              </a:ln>
              <a:effectLst/>
            </p:spPr>
            <p:txBody>
              <a:bodyPr wrap="square" lIns="0" tIns="0" rIns="0" bIns="0" rtlCol="0">
                <a:noAutofit/>
              </a:bodyPr>
              <a:lstStyle/>
              <a:p>
                <a:pPr algn="ctr">
                  <a:lnSpc>
                    <a:spcPct val="150000"/>
                  </a:lnSpc>
                </a:pPr>
                <a:endParaRPr lang="zh-CN" altLang="en-US" sz="11500" b="1" noProof="0">
                  <a:ln>
                    <a:noFill/>
                  </a:ln>
                  <a:solidFill>
                    <a:schemeClr val="bg1"/>
                  </a:solidFill>
                  <a:effectLst/>
                  <a:uLnTx/>
                  <a:uFillTx/>
                  <a:latin typeface="Arial"/>
                  <a:ea typeface="阿里巴巴普惠体 Medium"/>
                  <a:cs typeface="阿里巴巴普惠体 Medium"/>
                  <a:sym typeface="Arial"/>
                </a:endParaRPr>
              </a:p>
            </p:txBody>
          </p:sp>
          <p:sp>
            <p:nvSpPr>
              <p:cNvPr id="23" name="图形"/>
              <p:cNvSpPr txBox="1"/>
              <p:nvPr/>
            </p:nvSpPr>
            <p:spPr>
              <a:xfrm>
                <a:off x="16195" y="-3512"/>
                <a:ext cx="2010" cy="892"/>
              </a:xfrm>
              <a:custGeom>
                <a:avLst/>
                <a:gdLst/>
                <a:ahLst/>
                <a:cxnLst>
                  <a:cxn ang="3">
                    <a:pos x="hc" y="t"/>
                  </a:cxn>
                  <a:cxn ang="cd2">
                    <a:pos x="l" y="vc"/>
                  </a:cxn>
                  <a:cxn ang="cd4">
                    <a:pos x="hc" y="b"/>
                  </a:cxn>
                  <a:cxn ang="0">
                    <a:pos x="r" y="vc"/>
                  </a:cxn>
                </a:cxnLst>
                <a:rect l="l" t="t" r="r" b="b"/>
                <a:pathLst>
                  <a:path w="2009" h="892">
                    <a:moveTo>
                      <a:pt x="475" y="0"/>
                    </a:moveTo>
                    <a:lnTo>
                      <a:pt x="698" y="138"/>
                    </a:lnTo>
                    <a:lnTo>
                      <a:pt x="621" y="198"/>
                    </a:lnTo>
                    <a:lnTo>
                      <a:pt x="566" y="265"/>
                    </a:lnTo>
                    <a:lnTo>
                      <a:pt x="1695" y="265"/>
                    </a:lnTo>
                    <a:lnTo>
                      <a:pt x="1820" y="150"/>
                    </a:lnTo>
                    <a:lnTo>
                      <a:pt x="2010" y="363"/>
                    </a:lnTo>
                    <a:lnTo>
                      <a:pt x="529" y="363"/>
                    </a:lnTo>
                    <a:cubicBezTo>
                      <a:pt x="409" y="558"/>
                      <a:pt x="249" y="734"/>
                      <a:pt x="51" y="892"/>
                    </a:cubicBezTo>
                    <a:lnTo>
                      <a:pt x="0" y="855"/>
                    </a:lnTo>
                    <a:cubicBezTo>
                      <a:pt x="108" y="732"/>
                      <a:pt x="203" y="601"/>
                      <a:pt x="285" y="461"/>
                    </a:cubicBezTo>
                    <a:cubicBezTo>
                      <a:pt x="366" y="322"/>
                      <a:pt x="430" y="168"/>
                      <a:pt x="475" y="0"/>
                    </a:cubicBezTo>
                    <a:close/>
                  </a:path>
                </a:pathLst>
              </a:custGeom>
              <a:grpFill/>
              <a:ln>
                <a:noFill/>
              </a:ln>
              <a:effectLst/>
            </p:spPr>
            <p:txBody>
              <a:bodyPr wrap="square" lIns="0" tIns="0" rIns="0" bIns="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endParaRPr lang="zh-CN" altLang="en-US" sz="11500" b="1" noProof="0">
                  <a:ln>
                    <a:noFill/>
                  </a:ln>
                  <a:solidFill>
                    <a:schemeClr val="bg1"/>
                  </a:solidFill>
                  <a:effectLst/>
                  <a:uLnTx/>
                  <a:uFillTx/>
                  <a:latin typeface="Arial"/>
                  <a:ea typeface="阿里巴巴普惠体 Medium"/>
                  <a:cs typeface="阿里巴巴普惠体 Medium"/>
                  <a:sym typeface="Arial"/>
                </a:endParaRPr>
              </a:p>
            </p:txBody>
          </p:sp>
          <p:sp>
            <p:nvSpPr>
              <p:cNvPr id="24" name="图形"/>
              <p:cNvSpPr txBox="1"/>
              <p:nvPr/>
            </p:nvSpPr>
            <p:spPr>
              <a:xfrm>
                <a:off x="16706" y="-3124"/>
                <a:ext cx="1279" cy="222"/>
              </a:xfrm>
              <a:custGeom>
                <a:avLst/>
                <a:gdLst/>
                <a:ahLst/>
                <a:cxnLst>
                  <a:cxn ang="3">
                    <a:pos x="hc" y="t"/>
                  </a:cxn>
                  <a:cxn ang="cd2">
                    <a:pos x="l" y="vc"/>
                  </a:cxn>
                  <a:cxn ang="cd4">
                    <a:pos x="hc" y="b"/>
                  </a:cxn>
                  <a:cxn ang="0">
                    <a:pos x="r" y="vc"/>
                  </a:cxn>
                </a:cxnLst>
                <a:rect l="l" t="t" r="r" b="b"/>
                <a:pathLst>
                  <a:path w="1279" h="221">
                    <a:moveTo>
                      <a:pt x="1106" y="0"/>
                    </a:moveTo>
                    <a:lnTo>
                      <a:pt x="1279" y="196"/>
                    </a:lnTo>
                    <a:lnTo>
                      <a:pt x="322" y="196"/>
                    </a:lnTo>
                    <a:cubicBezTo>
                      <a:pt x="231" y="196"/>
                      <a:pt x="156" y="205"/>
                      <a:pt x="96" y="222"/>
                    </a:cubicBezTo>
                    <a:lnTo>
                      <a:pt x="0" y="98"/>
                    </a:lnTo>
                    <a:lnTo>
                      <a:pt x="1000" y="98"/>
                    </a:lnTo>
                    <a:lnTo>
                      <a:pt x="1106" y="0"/>
                    </a:lnTo>
                    <a:close/>
                  </a:path>
                </a:pathLst>
              </a:custGeom>
              <a:grpFill/>
              <a:ln>
                <a:noFill/>
              </a:ln>
              <a:effectLst/>
            </p:spPr>
            <p:txBody>
              <a:bodyPr wrap="square" lIns="0" tIns="0" rIns="0" bIns="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endParaRPr lang="zh-CN" altLang="en-US" sz="11500" b="1" noProof="0">
                  <a:ln>
                    <a:noFill/>
                  </a:ln>
                  <a:solidFill>
                    <a:schemeClr val="bg1"/>
                  </a:solidFill>
                  <a:effectLst/>
                  <a:uLnTx/>
                  <a:uFillTx/>
                  <a:latin typeface="Arial"/>
                  <a:ea typeface="阿里巴巴普惠体 Medium"/>
                  <a:cs typeface="阿里巴巴普惠体 Medium"/>
                  <a:sym typeface="Arial"/>
                </a:endParaRPr>
              </a:p>
            </p:txBody>
          </p:sp>
        </p:grpSp>
      </p:grpSp>
      <p:grpSp>
        <p:nvGrpSpPr>
          <p:cNvPr id="5" name="图形"/>
          <p:cNvGrpSpPr/>
          <p:nvPr/>
        </p:nvGrpSpPr>
        <p:grpSpPr>
          <a:xfrm>
            <a:off x="1033780" y="910590"/>
            <a:ext cx="3463925" cy="2621280"/>
            <a:chOff x="1628" y="1434"/>
            <a:chExt cx="5455" cy="4128"/>
          </a:xfrm>
        </p:grpSpPr>
        <p:sp>
          <p:nvSpPr>
            <p:cNvPr id="2" name="图形"/>
            <p:cNvSpPr txBox="1"/>
            <p:nvPr>
              <p:custDataLst>
                <p:tags r:id="R49feb1fbba12473b"/>
              </p:custDataLst>
            </p:nvPr>
          </p:nvSpPr>
          <p:spPr>
            <a:xfrm>
              <a:off x="4183" y="1434"/>
              <a:ext cx="2901" cy="4108"/>
            </a:xfrm>
            <a:custGeom>
              <a:avLst/>
              <a:gdLst/>
              <a:ahLst/>
              <a:cxnLst>
                <a:cxn ang="3">
                  <a:pos x="hc" y="t"/>
                </a:cxn>
                <a:cxn ang="cd2">
                  <a:pos x="l" y="vc"/>
                </a:cxn>
                <a:cxn ang="cd4">
                  <a:pos x="hc" y="b"/>
                </a:cxn>
                <a:cxn ang="0">
                  <a:pos x="r" y="vc"/>
                </a:cxn>
              </a:cxnLst>
              <a:rect l="l" t="t" r="r" b="b"/>
              <a:pathLst>
                <a:path w="832" h="1178">
                  <a:moveTo>
                    <a:pt x="512" y="182"/>
                  </a:moveTo>
                  <a:cubicBezTo>
                    <a:pt x="498" y="212"/>
                    <a:pt x="482" y="243"/>
                    <a:pt x="467" y="273"/>
                  </a:cubicBezTo>
                  <a:cubicBezTo>
                    <a:pt x="451" y="303"/>
                    <a:pt x="434" y="334"/>
                    <a:pt x="418" y="364"/>
                  </a:cubicBezTo>
                  <a:lnTo>
                    <a:pt x="186" y="719"/>
                  </a:lnTo>
                  <a:lnTo>
                    <a:pt x="510" y="719"/>
                  </a:lnTo>
                  <a:lnTo>
                    <a:pt x="510" y="410"/>
                  </a:lnTo>
                  <a:cubicBezTo>
                    <a:pt x="511" y="377"/>
                    <a:pt x="511" y="339"/>
                    <a:pt x="513" y="297"/>
                  </a:cubicBezTo>
                  <a:cubicBezTo>
                    <a:pt x="515" y="254"/>
                    <a:pt x="517" y="216"/>
                    <a:pt x="518" y="182"/>
                  </a:cubicBezTo>
                  <a:lnTo>
                    <a:pt x="512" y="182"/>
                  </a:lnTo>
                  <a:close/>
                  <a:moveTo>
                    <a:pt x="469" y="0"/>
                  </a:moveTo>
                  <a:lnTo>
                    <a:pt x="683" y="0"/>
                  </a:lnTo>
                  <a:lnTo>
                    <a:pt x="683" y="719"/>
                  </a:lnTo>
                  <a:lnTo>
                    <a:pt x="832" y="719"/>
                  </a:lnTo>
                  <a:lnTo>
                    <a:pt x="832" y="861"/>
                  </a:lnTo>
                  <a:lnTo>
                    <a:pt x="683" y="861"/>
                  </a:lnTo>
                  <a:lnTo>
                    <a:pt x="683" y="1178"/>
                  </a:lnTo>
                  <a:lnTo>
                    <a:pt x="510" y="1178"/>
                  </a:lnTo>
                  <a:lnTo>
                    <a:pt x="510" y="861"/>
                  </a:lnTo>
                  <a:lnTo>
                    <a:pt x="0" y="861"/>
                  </a:lnTo>
                  <a:lnTo>
                    <a:pt x="0" y="738"/>
                  </a:lnTo>
                  <a:lnTo>
                    <a:pt x="469" y="0"/>
                  </a:lnTo>
                  <a:close/>
                </a:path>
              </a:pathLst>
            </a:custGeom>
            <a:gradFill>
              <a:gsLst>
                <a:gs pos="38000">
                  <a:schemeClr val="bg1"/>
                </a:gs>
                <a:gs pos="53000">
                  <a:schemeClr val="bg1">
                    <a:alpha val="0"/>
                  </a:schemeClr>
                </a:gs>
              </a:gsLst>
              <a:lin ang="5400000" scaled="0"/>
            </a:gradFill>
            <a:ln>
              <a:noFill/>
            </a:ln>
            <a:effectLst/>
          </p:spPr>
          <p:txBody>
            <a:bodyPr wrap="square" lIns="0" tIns="0" rIns="0" bIns="0" rtlCol="0">
              <a:noAutofit/>
            </a:bodyPr>
            <a:lstStyle/>
            <a:p>
              <a:pPr algn="dist">
                <a:lnSpc>
                  <a:spcPct val="100000"/>
                </a:lnSpc>
              </a:pPr>
              <a:endParaRPr lang="en-US" altLang="zh-CN" sz="8000" noProof="0">
                <a:ln>
                  <a:noFill/>
                </a:ln>
                <a:solidFill>
                  <a:schemeClr val="bg1"/>
                </a:solidFill>
                <a:effectLst/>
                <a:uLnTx/>
                <a:uFillTx/>
                <a:latin typeface="Arial"/>
                <a:ea typeface="阿里巴巴普惠体 Medium"/>
                <a:cs typeface="阿里巴巴普惠体 Medium"/>
                <a:sym typeface="Arial"/>
              </a:endParaRPr>
            </a:p>
          </p:txBody>
        </p:sp>
        <p:sp>
          <p:nvSpPr>
            <p:cNvPr id="12" name="图形"/>
            <p:cNvSpPr txBox="1"/>
            <p:nvPr>
              <p:custDataLst>
                <p:tags r:id="R285c035d8dcc4003"/>
              </p:custDataLst>
            </p:nvPr>
          </p:nvSpPr>
          <p:spPr>
            <a:xfrm>
              <a:off x="1628" y="1434"/>
              <a:ext cx="2576" cy="4128"/>
            </a:xfrm>
            <a:custGeom>
              <a:avLst/>
              <a:gdLst/>
              <a:ahLst/>
              <a:cxnLst>
                <a:cxn ang="3">
                  <a:pos x="hc" y="t"/>
                </a:cxn>
                <a:cxn ang="cd2">
                  <a:pos x="l" y="vc"/>
                </a:cxn>
                <a:cxn ang="cd4">
                  <a:pos x="hc" y="b"/>
                </a:cxn>
                <a:cxn ang="0">
                  <a:pos x="r" y="vc"/>
                </a:cxn>
              </a:cxnLst>
              <a:rect l="l" t="t" r="r" b="b"/>
              <a:pathLst>
                <a:path w="762" h="1221">
                  <a:moveTo>
                    <a:pt x="381" y="146"/>
                  </a:moveTo>
                  <a:cubicBezTo>
                    <a:pt x="341" y="145"/>
                    <a:pt x="305" y="160"/>
                    <a:pt x="274" y="190"/>
                  </a:cubicBezTo>
                  <a:cubicBezTo>
                    <a:pt x="244" y="220"/>
                    <a:pt x="220" y="269"/>
                    <a:pt x="202" y="337"/>
                  </a:cubicBezTo>
                  <a:cubicBezTo>
                    <a:pt x="185" y="405"/>
                    <a:pt x="176" y="494"/>
                    <a:pt x="176" y="606"/>
                  </a:cubicBezTo>
                  <a:cubicBezTo>
                    <a:pt x="176" y="719"/>
                    <a:pt x="185" y="810"/>
                    <a:pt x="202" y="879"/>
                  </a:cubicBezTo>
                  <a:cubicBezTo>
                    <a:pt x="220" y="948"/>
                    <a:pt x="244" y="998"/>
                    <a:pt x="274" y="1029"/>
                  </a:cubicBezTo>
                  <a:cubicBezTo>
                    <a:pt x="305" y="1060"/>
                    <a:pt x="341" y="1076"/>
                    <a:pt x="381" y="1075"/>
                  </a:cubicBezTo>
                  <a:cubicBezTo>
                    <a:pt x="421" y="1076"/>
                    <a:pt x="457" y="1060"/>
                    <a:pt x="488" y="1029"/>
                  </a:cubicBezTo>
                  <a:cubicBezTo>
                    <a:pt x="518" y="998"/>
                    <a:pt x="542" y="948"/>
                    <a:pt x="560" y="879"/>
                  </a:cubicBezTo>
                  <a:cubicBezTo>
                    <a:pt x="577" y="810"/>
                    <a:pt x="586" y="719"/>
                    <a:pt x="586" y="606"/>
                  </a:cubicBezTo>
                  <a:cubicBezTo>
                    <a:pt x="586" y="494"/>
                    <a:pt x="577" y="405"/>
                    <a:pt x="560" y="337"/>
                  </a:cubicBezTo>
                  <a:cubicBezTo>
                    <a:pt x="542" y="269"/>
                    <a:pt x="518" y="220"/>
                    <a:pt x="488" y="190"/>
                  </a:cubicBezTo>
                  <a:cubicBezTo>
                    <a:pt x="457" y="160"/>
                    <a:pt x="421" y="145"/>
                    <a:pt x="381" y="146"/>
                  </a:cubicBezTo>
                  <a:close/>
                  <a:moveTo>
                    <a:pt x="381" y="0"/>
                  </a:moveTo>
                  <a:cubicBezTo>
                    <a:pt x="498" y="0"/>
                    <a:pt x="590" y="50"/>
                    <a:pt x="658" y="151"/>
                  </a:cubicBezTo>
                  <a:cubicBezTo>
                    <a:pt x="726" y="251"/>
                    <a:pt x="760" y="403"/>
                    <a:pt x="762" y="606"/>
                  </a:cubicBezTo>
                  <a:cubicBezTo>
                    <a:pt x="760" y="811"/>
                    <a:pt x="726" y="965"/>
                    <a:pt x="658" y="1067"/>
                  </a:cubicBezTo>
                  <a:cubicBezTo>
                    <a:pt x="590" y="1169"/>
                    <a:pt x="498" y="1221"/>
                    <a:pt x="381" y="1221"/>
                  </a:cubicBezTo>
                  <a:cubicBezTo>
                    <a:pt x="264" y="1221"/>
                    <a:pt x="172" y="1169"/>
                    <a:pt x="104" y="1067"/>
                  </a:cubicBezTo>
                  <a:cubicBezTo>
                    <a:pt x="36" y="965"/>
                    <a:pt x="1" y="811"/>
                    <a:pt x="0" y="606"/>
                  </a:cubicBezTo>
                  <a:cubicBezTo>
                    <a:pt x="1" y="403"/>
                    <a:pt x="36" y="251"/>
                    <a:pt x="104" y="150"/>
                  </a:cubicBezTo>
                  <a:cubicBezTo>
                    <a:pt x="172" y="50"/>
                    <a:pt x="264" y="0"/>
                    <a:pt x="381" y="0"/>
                  </a:cubicBezTo>
                  <a:close/>
                </a:path>
              </a:pathLst>
            </a:custGeom>
            <a:gradFill>
              <a:gsLst>
                <a:gs pos="53000">
                  <a:schemeClr val="bg1"/>
                </a:gs>
                <a:gs pos="69000">
                  <a:schemeClr val="bg1">
                    <a:alpha val="0"/>
                  </a:schemeClr>
                </a:gs>
              </a:gsLst>
              <a:lin ang="5400000" scaled="0"/>
            </a:gradFill>
            <a:ln>
              <a:noFill/>
            </a:ln>
            <a:effectLst/>
          </p:spPr>
          <p:txBody>
            <a:bodyPr wrap="square" lIns="0" tIns="0" rIns="0" bIns="0" rtlCol="0">
              <a:noAutofit/>
            </a:bodyPr>
            <a:lstStyle/>
            <a:p>
              <a:pPr algn="ctr">
                <a:lnSpc>
                  <a:spcPct val="100000"/>
                </a:lnSpc>
              </a:pPr>
              <a:endParaRPr lang="en-US" altLang="zh-CN" sz="8000" noProof="0">
                <a:ln>
                  <a:noFill/>
                </a:ln>
                <a:solidFill>
                  <a:schemeClr val="bg1"/>
                </a:solidFill>
                <a:effectLst/>
                <a:uLnTx/>
                <a:uFillTx/>
                <a:latin typeface="Arial"/>
                <a:ea typeface="阿里巴巴普惠体 Medium"/>
                <a:cs typeface="阿里巴巴普惠体 Medium"/>
                <a:sym typeface="Arial"/>
              </a:endParaRPr>
            </a:p>
          </p:txBody>
        </p:sp>
      </p:grpSp>
      <p:sp>
        <p:nvSpPr>
          <p:cNvPr id="77" name="图形"/>
          <p:cNvSpPr txBox="1"/>
          <p:nvPr/>
        </p:nvSpPr>
        <p:spPr>
          <a:xfrm>
            <a:off x="4686300" y="2872741"/>
            <a:ext cx="6400800" cy="646331"/>
          </a:xfrm>
          <a:prstGeom prst="rect">
            <a:avLst/>
          </a:prstGeom>
          <a:noFill/>
        </p:spPr>
        <p:txBody>
          <a:bodyPr wrap="square" lIns="0" tIns="0" rIns="0" bIns="0" rtlCol="0">
            <a:spAutoFit/>
          </a:bodyPr>
          <a:lstStyle/>
          <a:p>
            <a:pPr algn="l">
              <a:lnSpc>
                <a:spcPct val="150000"/>
              </a:lnSpc>
            </a:pPr>
            <a:r>
              <a:rPr lang="en-US" altLang="zh-CN" sz="1400" noProof="0">
                <a:ln>
                  <a:noFill/>
                </a:ln>
                <a:solidFill>
                  <a:schemeClr val="bg1"/>
                </a:solidFill>
                <a:effectLst/>
                <a:uLnTx/>
                <a:uFillTx/>
                <a:latin typeface="Arial"/>
                <a:ea typeface="阿里巴巴普惠体 Medium"/>
                <a:cs typeface="阿里巴巴普惠体 Medium"/>
                <a:sym typeface="Arial"/>
              </a:rPr>
              <a:t>Click here to enter your text,change the color or size of the text.Click here to enter your text,change the color or size of the text.</a:t>
            </a:r>
          </a:p>
        </p:txBody>
      </p:sp>
    </p:spTree>
    <p:custDataLst>
      <p:tags r:id="R80fead0773a942f6"/>
    </p:custDataLst>
  </p:cSld>
  <p:clrMapOvr>
    <a:masterClrMapping/>
  </p:clrMapOvr>
  <p:transition advTm="2000">
    <p:blinds/>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4" fill="hold" nodeType="afterEffect">
                                  <p:stCondLst>
                                    <p:cond delay="0"/>
                                  </p:stCondLst>
                                  <p:childTnLst>
                                    <p:set>
                                      <p:cBhvr>
                                        <p:cTn id="6" dur="1000" fill="hold">
                                          <p:stCondLst>
                                            <p:cond delay="0"/>
                                          </p:stCondLst>
                                        </p:cTn>
                                        <p:tgtEl>
                                          <p:spTgt spid="4"/>
                                        </p:tgtEl>
                                        <p:attrNameLst>
                                          <p:attrName>style.visibility</p:attrName>
                                        </p:attrNameLst>
                                      </p:cBhvr>
                                      <p:to>
                                        <p:strVal val="visible"/>
                                      </p:to>
                                    </p:set>
                                    <p:animEffect transition="in" filter="wipe(down)">
                                      <p:cBhvr>
                                        <p:cTn id="7" dur="1000"/>
                                        <p:tgtEl>
                                          <p:spTgt spid="4"/>
                                        </p:tgtEl>
                                      </p:cBhvr>
                                    </p:animEffect>
                                  </p:childTnLst>
                                </p:cTn>
                              </p:par>
                            </p:childTnLst>
                          </p:cTn>
                        </p:par>
                        <p:par>
                          <p:cTn id="8" fill="hold" nodeType="afterGroup">
                            <p:stCondLst>
                              <p:cond delay="1000"/>
                            </p:stCondLst>
                            <p:childTnLst>
                              <p:par>
                                <p:cTn id="9" presetID="47" presetClass="entr" presetSubtype="0" fill="hold" nodeType="afterEffect">
                                  <p:stCondLst>
                                    <p:cond delay="0"/>
                                  </p:stCondLst>
                                  <p:childTnLst>
                                    <p:set>
                                      <p:cBhvr>
                                        <p:cTn id="10" dur="1000" fill="hold">
                                          <p:stCondLst>
                                            <p:cond delay="0"/>
                                          </p:stCondLst>
                                        </p:cTn>
                                        <p:tgtEl>
                                          <p:spTgt spid="5"/>
                                        </p:tgtEl>
                                        <p:attrNameLst>
                                          <p:attrName>style.visibility</p:attrName>
                                        </p:attrNameLst>
                                      </p:cBhvr>
                                      <p:to>
                                        <p:strVal val="visible"/>
                                      </p:to>
                                    </p:set>
                                    <p:animEffect transition="in" filter="fade">
                                      <p:cBhvr>
                                        <p:cTn id="11" dur="1000"/>
                                        <p:tgtEl>
                                          <p:spTgt spid="5"/>
                                        </p:tgtEl>
                                      </p:cBhvr>
                                    </p:animEffect>
                                    <p:anim calcmode="lin" valueType="num">
                                      <p:cBhvr>
                                        <p:cTn id="12" dur="1000" fill="hold"/>
                                        <p:tgtEl>
                                          <p:spTgt spid="5"/>
                                        </p:tgtEl>
                                        <p:attrNameLst>
                                          <p:attrName>ppt_x</p:attrName>
                                        </p:attrNameLst>
                                      </p:cBhvr>
                                      <p:tavLst>
                                        <p:tav tm="0">
                                          <p:val>
                                            <p:strVal val="#ppt_x"/>
                                          </p:val>
                                        </p:tav>
                                        <p:tav tm="100000">
                                          <p:val>
                                            <p:strVal val="#ppt_x"/>
                                          </p:val>
                                        </p:tav>
                                      </p:tavLst>
                                    </p:anim>
                                    <p:anim calcmode="lin" valueType="num">
                                      <p:cBhvr>
                                        <p:cTn id="13" dur="1000" fill="hold"/>
                                        <p:tgtEl>
                                          <p:spTgt spid="5"/>
                                        </p:tgtEl>
                                        <p:attrNameLst>
                                          <p:attrName>ppt_y</p:attrName>
                                        </p:attrNameLst>
                                      </p:cBhvr>
                                      <p:tavLst>
                                        <p:tav tm="0">
                                          <p:val>
                                            <p:strVal val="#ppt_y-.1"/>
                                          </p:val>
                                        </p:tav>
                                        <p:tav tm="100000">
                                          <p:val>
                                            <p:strVal val="#ppt_y"/>
                                          </p:val>
                                        </p:tav>
                                      </p:tavLst>
                                    </p:anim>
                                  </p:childTnLst>
                                </p:cTn>
                              </p:par>
                            </p:childTnLst>
                          </p:cTn>
                        </p:par>
                        <p:par>
                          <p:cTn id="14" fill="hold" nodeType="afterGroup">
                            <p:stCondLst>
                              <p:cond delay="2000"/>
                            </p:stCondLst>
                            <p:childTnLst>
                              <p:par>
                                <p:cTn id="15" presetID="47" presetClass="entr" presetSubtype="0" fill="hold" nodeType="afterEffect">
                                  <p:stCondLst>
                                    <p:cond delay="0"/>
                                  </p:stCondLst>
                                  <p:childTnLst>
                                    <p:set>
                                      <p:cBhvr>
                                        <p:cTn id="16" dur="1000" fill="hold">
                                          <p:stCondLst>
                                            <p:cond delay="0"/>
                                          </p:stCondLst>
                                        </p:cTn>
                                        <p:tgtEl>
                                          <p:spTgt spid="6"/>
                                        </p:tgtEl>
                                        <p:attrNameLst>
                                          <p:attrName>style.visibility</p:attrName>
                                        </p:attrNameLst>
                                      </p:cBhvr>
                                      <p:to>
                                        <p:strVal val="visible"/>
                                      </p:to>
                                    </p:set>
                                    <p:animEffect transition="in" filter="fade">
                                      <p:cBhvr>
                                        <p:cTn id="17" dur="1000"/>
                                        <p:tgtEl>
                                          <p:spTgt spid="6"/>
                                        </p:tgtEl>
                                      </p:cBhvr>
                                    </p:animEffect>
                                    <p:anim calcmode="lin" valueType="num">
                                      <p:cBhvr>
                                        <p:cTn id="18" dur="1000" fill="hold"/>
                                        <p:tgtEl>
                                          <p:spTgt spid="6"/>
                                        </p:tgtEl>
                                        <p:attrNameLst>
                                          <p:attrName>ppt_x</p:attrName>
                                        </p:attrNameLst>
                                      </p:cBhvr>
                                      <p:tavLst>
                                        <p:tav tm="0">
                                          <p:val>
                                            <p:strVal val="#ppt_x"/>
                                          </p:val>
                                        </p:tav>
                                        <p:tav tm="100000">
                                          <p:val>
                                            <p:strVal val="#ppt_x"/>
                                          </p:val>
                                        </p:tav>
                                      </p:tavLst>
                                    </p:anim>
                                    <p:anim calcmode="lin" valueType="num">
                                      <p:cBhvr>
                                        <p:cTn id="19" dur="1000" fill="hold"/>
                                        <p:tgtEl>
                                          <p:spTgt spid="6"/>
                                        </p:tgtEl>
                                        <p:attrNameLst>
                                          <p:attrName>ppt_y</p:attrName>
                                        </p:attrNameLst>
                                      </p:cBhvr>
                                      <p:tavLst>
                                        <p:tav tm="0">
                                          <p:val>
                                            <p:strVal val="#ppt_y-.1"/>
                                          </p:val>
                                        </p:tav>
                                        <p:tav tm="100000">
                                          <p:val>
                                            <p:strVal val="#ppt_y"/>
                                          </p:val>
                                        </p:tav>
                                      </p:tavLst>
                                    </p:anim>
                                  </p:childTnLst>
                                </p:cTn>
                              </p:par>
                            </p:childTnLst>
                          </p:cTn>
                        </p:par>
                        <p:par>
                          <p:cTn id="20" fill="hold" nodeType="afterGroup">
                            <p:stCondLst>
                              <p:cond delay="3000"/>
                            </p:stCondLst>
                            <p:childTnLst>
                              <p:par>
                                <p:cTn id="21" presetID="29" presetClass="entr" presetSubtype="0" fill="hold" grpId="0" nodeType="afterEffect">
                                  <p:stCondLst>
                                    <p:cond delay="0"/>
                                  </p:stCondLst>
                                  <p:childTnLst>
                                    <p:set>
                                      <p:cBhvr>
                                        <p:cTn id="22" dur="1000" fill="hold">
                                          <p:stCondLst>
                                            <p:cond delay="0"/>
                                          </p:stCondLst>
                                        </p:cTn>
                                        <p:tgtEl>
                                          <p:spTgt spid="77"/>
                                        </p:tgtEl>
                                        <p:attrNameLst>
                                          <p:attrName>style.visibility</p:attrName>
                                        </p:attrNameLst>
                                      </p:cBhvr>
                                      <p:to>
                                        <p:strVal val="visible"/>
                                      </p:to>
                                    </p:set>
                                    <p:anim calcmode="lin" valueType="num">
                                      <p:cBhvr>
                                        <p:cTn id="23" dur="1000" fill="hold"/>
                                        <p:tgtEl>
                                          <p:spTgt spid="77"/>
                                        </p:tgtEl>
                                        <p:attrNameLst>
                                          <p:attrName>ppt_x</p:attrName>
                                        </p:attrNameLst>
                                      </p:cBhvr>
                                      <p:tavLst>
                                        <p:tav tm="0">
                                          <p:val>
                                            <p:strVal val="#ppt_x-.2"/>
                                          </p:val>
                                        </p:tav>
                                        <p:tav tm="100000">
                                          <p:val>
                                            <p:strVal val="#ppt_x"/>
                                          </p:val>
                                        </p:tav>
                                      </p:tavLst>
                                    </p:anim>
                                    <p:anim calcmode="lin" valueType="num">
                                      <p:cBhvr>
                                        <p:cTn id="24" dur="1000" fill="hold"/>
                                        <p:tgtEl>
                                          <p:spTgt spid="77"/>
                                        </p:tgtEl>
                                        <p:attrNameLst>
                                          <p:attrName>ppt_y</p:attrName>
                                        </p:attrNameLst>
                                      </p:cBhvr>
                                      <p:tavLst>
                                        <p:tav tm="0">
                                          <p:val>
                                            <p:strVal val="#ppt_y"/>
                                          </p:val>
                                        </p:tav>
                                        <p:tav tm="100000">
                                          <p:val>
                                            <p:strVal val="#ppt_y"/>
                                          </p:val>
                                        </p:tav>
                                      </p:tavLst>
                                    </p:anim>
                                    <p:animEffect transition="in" filter="wipe(right)" prLst="gradientSize: 0.1">
                                      <p:cBhvr>
                                        <p:cTn id="25" dur="1000"/>
                                        <p:tgtEl>
                                          <p:spTgt spid="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 grpId="0"/>
      <p:bldP spid="77" grpId="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图形"/>
          <p:cNvGrpSpPr/>
          <p:nvPr/>
        </p:nvGrpSpPr>
        <p:grpSpPr>
          <a:xfrm>
            <a:off x="1" y="300356"/>
            <a:ext cx="3197225" cy="576580"/>
            <a:chOff x="0" y="473"/>
            <a:chExt cx="5035" cy="908"/>
          </a:xfrm>
        </p:grpSpPr>
        <p:sp>
          <p:nvSpPr>
            <p:cNvPr id="2" name="图形"/>
            <p:cNvSpPr/>
            <p:nvPr>
              <p:custDataLst>
                <p:tags r:id="R7791b26d2f654224"/>
              </p:custDataLst>
            </p:nvPr>
          </p:nvSpPr>
          <p:spPr>
            <a:xfrm rot="5400000">
              <a:off x="361" y="112"/>
              <a:ext cx="908" cy="1630"/>
            </a:xfrm>
            <a:prstGeom prst="round2SameRect">
              <a:avLst>
                <a:gd name="adj1" fmla="val 50000"/>
                <a:gd name="adj2" fmla="val 0"/>
              </a:avLst>
            </a:prstGeom>
            <a:solidFill>
              <a:srgbClr val="B4000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ltLang="zh-CN">
                <a:latin typeface="Arial"/>
                <a:ea typeface="阿里巴巴普惠体 Medium"/>
                <a:cs typeface="阿里巴巴普惠体 Medium"/>
                <a:sym typeface="Arial"/>
              </a:endParaRPr>
            </a:p>
          </p:txBody>
        </p:sp>
        <p:sp>
          <p:nvSpPr>
            <p:cNvPr id="3" name="图形"/>
            <p:cNvSpPr txBox="1"/>
            <p:nvPr>
              <p:custDataLst>
                <p:tags r:id="R1fb11f7f287240ba"/>
              </p:custDataLst>
            </p:nvPr>
          </p:nvSpPr>
          <p:spPr>
            <a:xfrm>
              <a:off x="340" y="540"/>
              <a:ext cx="951" cy="775"/>
            </a:xfrm>
            <a:prstGeom prst="rect">
              <a:avLst/>
            </a:prstGeom>
            <a:noFill/>
          </p:spPr>
          <p:txBody>
            <a:bodyPr wrap="square" lIns="0" tIns="0" rIns="0" bIns="0" rtlCol="0">
              <a:spAutoFit/>
            </a:bodyPr>
            <a:lstStyle/>
            <a:p>
              <a:pPr algn="ctr">
                <a:lnSpc>
                  <a:spcPct val="100000"/>
                </a:lnSpc>
              </a:pPr>
              <a:r>
                <a:rPr lang="en-US" altLang="zh-CN" sz="3200" noProof="0">
                  <a:ln>
                    <a:noFill/>
                  </a:ln>
                  <a:solidFill>
                    <a:schemeClr val="bg1"/>
                  </a:solidFill>
                  <a:effectLst/>
                  <a:uLnTx/>
                  <a:uFillTx/>
                  <a:latin typeface="Arial"/>
                  <a:ea typeface="阿里巴巴普惠体 Medium"/>
                  <a:cs typeface="阿里巴巴普惠体 Medium"/>
                  <a:sym typeface="Arial"/>
                </a:rPr>
                <a:t>04</a:t>
              </a:r>
            </a:p>
          </p:txBody>
        </p:sp>
        <p:sp>
          <p:nvSpPr>
            <p:cNvPr id="29" name="图形"/>
            <p:cNvSpPr txBox="1"/>
            <p:nvPr>
              <p:custDataLst>
                <p:tags r:id="R05a3f7ce57b346b6"/>
              </p:custDataLst>
            </p:nvPr>
          </p:nvSpPr>
          <p:spPr>
            <a:xfrm>
              <a:off x="1878" y="491"/>
              <a:ext cx="3157" cy="872"/>
            </a:xfrm>
            <a:prstGeom prst="rect">
              <a:avLst/>
            </a:prstGeom>
            <a:noFill/>
          </p:spPr>
          <p:txBody>
            <a:bodyPr wrap="square" lIns="0" tIns="0" rIns="0" bIns="0" rtlCol="0">
              <a:spAutoFit/>
            </a:bodyPr>
            <a:lstStyle/>
            <a:p>
              <a:pPr algn="dist">
                <a:lnSpc>
                  <a:spcPct val="100000"/>
                </a:lnSpc>
              </a:pPr>
              <a:r>
                <a:rPr lang="zh-CN" altLang="en-US" sz="3600" noProof="0">
                  <a:ln>
                    <a:noFill/>
                  </a:ln>
                  <a:solidFill>
                    <a:schemeClr val="tx1">
                      <a:lumMod val="75000"/>
                      <a:lumOff val="25000"/>
                    </a:schemeClr>
                  </a:solidFill>
                  <a:effectLst/>
                  <a:uLnTx/>
                  <a:uFillTx/>
                  <a:latin typeface="Arial"/>
                  <a:ea typeface="阿里巴巴普惠体 Medium"/>
                  <a:cs typeface="阿里巴巴普惠体 Medium"/>
                  <a:sym typeface="Arial"/>
                </a:rPr>
                <a:t>氛围布置</a:t>
              </a:r>
            </a:p>
          </p:txBody>
        </p:sp>
      </p:grpSp>
      <p:grpSp>
        <p:nvGrpSpPr>
          <p:cNvPr id="20" name="图形"/>
          <p:cNvGrpSpPr/>
          <p:nvPr/>
        </p:nvGrpSpPr>
        <p:grpSpPr>
          <a:xfrm>
            <a:off x="1035051" y="1564006"/>
            <a:ext cx="10073640" cy="4131945"/>
            <a:chOff x="1630" y="2463"/>
            <a:chExt cx="15864" cy="6507"/>
          </a:xfrm>
        </p:grpSpPr>
        <p:sp>
          <p:nvSpPr>
            <p:cNvPr id="6" name="图形"/>
            <p:cNvSpPr/>
            <p:nvPr>
              <p:custDataLst>
                <p:tags r:id="R8606096c37ad4384"/>
              </p:custDataLst>
            </p:nvPr>
          </p:nvSpPr>
          <p:spPr>
            <a:xfrm>
              <a:off x="1631" y="6553"/>
              <a:ext cx="7644" cy="2414"/>
            </a:xfrm>
            <a:prstGeom prst="rect">
              <a:avLst/>
            </a:prstGeom>
            <a:solidFill>
              <a:srgbClr val="8A0006"/>
            </a:solidFill>
            <a:ln>
              <a:noFill/>
            </a:ln>
          </p:spPr>
          <p:style>
            <a:lnRef idx="2">
              <a:schemeClr val="accent1">
                <a:shade val="50000"/>
              </a:schemeClr>
            </a:lnRef>
            <a:fillRef idx="1">
              <a:schemeClr val="accent1"/>
            </a:fillRef>
            <a:effectRef idx="0">
              <a:schemeClr val="accent1"/>
            </a:effectRef>
            <a:fontRef idx="minor">
              <a:schemeClr val="lt1"/>
            </a:fontRef>
          </p:style>
          <p:txBody>
            <a:bodyPr lIns="86697" tIns="43348" rIns="86697" bIns="43348" rtlCol="0" anchor="ctr"/>
            <a:lstStyle/>
            <a:p>
              <a:pPr algn="ctr">
                <a:lnSpc>
                  <a:spcPct val="150000"/>
                </a:lnSpc>
              </a:pPr>
              <a:endParaRPr lang="en-US" sz="2000">
                <a:latin typeface="Arial"/>
                <a:ea typeface="阿里巴巴普惠体 Medium"/>
                <a:cs typeface="阿里巴巴普惠体 Medium"/>
                <a:sym typeface="Arial"/>
              </a:endParaRPr>
            </a:p>
          </p:txBody>
        </p:sp>
        <p:sp>
          <p:nvSpPr>
            <p:cNvPr id="8" name="图形"/>
            <p:cNvSpPr/>
            <p:nvPr>
              <p:custDataLst>
                <p:tags r:id="R143b582e8baa4649"/>
              </p:custDataLst>
            </p:nvPr>
          </p:nvSpPr>
          <p:spPr>
            <a:xfrm>
              <a:off x="9848" y="6549"/>
              <a:ext cx="7646" cy="2421"/>
            </a:xfrm>
            <a:prstGeom prst="rect">
              <a:avLst/>
            </a:prstGeom>
            <a:solidFill>
              <a:srgbClr val="B40005"/>
            </a:solidFill>
            <a:ln>
              <a:noFill/>
            </a:ln>
          </p:spPr>
          <p:style>
            <a:lnRef idx="2">
              <a:schemeClr val="accent1">
                <a:shade val="50000"/>
              </a:schemeClr>
            </a:lnRef>
            <a:fillRef idx="1">
              <a:schemeClr val="accent1"/>
            </a:fillRef>
            <a:effectRef idx="0">
              <a:schemeClr val="accent1"/>
            </a:effectRef>
            <a:fontRef idx="minor">
              <a:schemeClr val="lt1"/>
            </a:fontRef>
          </p:style>
          <p:txBody>
            <a:bodyPr lIns="86697" tIns="43348" rIns="86697" bIns="43348" rtlCol="0" anchor="ctr"/>
            <a:lstStyle/>
            <a:p>
              <a:pPr algn="ctr">
                <a:lnSpc>
                  <a:spcPct val="150000"/>
                </a:lnSpc>
              </a:pPr>
              <a:endParaRPr lang="en-US" sz="2000" b="1">
                <a:latin typeface="Arial"/>
                <a:ea typeface="阿里巴巴普惠体 Medium"/>
                <a:cs typeface="阿里巴巴普惠体 Medium"/>
                <a:sym typeface="Arial"/>
              </a:endParaRPr>
            </a:p>
          </p:txBody>
        </p:sp>
        <p:pic>
          <p:nvPicPr>
            <p:cNvPr id="13" name="图形" descr="5d00bd382fdc6"/>
            <p:cNvPicPr>
              <a:picLocks noChangeAspect="1"/>
            </p:cNvPicPr>
            <p:nvPr/>
          </p:nvPicPr>
          <p:blipFill>
            <a:blip r:embed="Rd414aaa18b6d4cc2">
              <a:extLst>
                <a:ext uri="{28A0092B-C50C-407E-A947-70E740481C1C}">
                  <a14:useLocalDpi xmlns:a14="http://schemas.microsoft.com/office/drawing/2010/main"/>
                </a:ext>
              </a:extLst>
            </a:blip>
            <a:stretch>
              <a:fillRect/>
            </a:stretch>
          </p:blipFill>
          <p:spPr>
            <a:xfrm>
              <a:off x="1630" y="2463"/>
              <a:ext cx="7645" cy="3707"/>
            </a:xfrm>
            <a:prstGeom prst="rect">
              <a:avLst/>
            </a:prstGeom>
          </p:spPr>
        </p:pic>
        <p:pic>
          <p:nvPicPr>
            <p:cNvPr id="14" name="图形" descr="D:/包图网/包图网素材/商务办公/5d00bd1f89096.jpg5d00bd1f89096"/>
            <p:cNvPicPr>
              <a:picLocks noChangeAspect="1"/>
            </p:cNvPicPr>
            <p:nvPr>
              <p:custDataLst>
                <p:tags r:id="R5a3f95fe78024fab"/>
              </p:custDataLst>
            </p:nvPr>
          </p:nvPicPr>
          <p:blipFill>
            <a:blip r:embed="Re6db8bac63f54e16">
              <a:extLst>
                <a:ext uri="{28A0092B-C50C-407E-A947-70E740481C1C}">
                  <a14:useLocalDpi xmlns:a14="http://schemas.microsoft.com/office/drawing/2010/main"/>
                </a:ext>
              </a:extLst>
            </a:blip>
            <a:stretch>
              <a:fillRect/>
            </a:stretch>
          </p:blipFill>
          <p:spPr>
            <a:xfrm>
              <a:off x="9849" y="2463"/>
              <a:ext cx="7645" cy="3707"/>
            </a:xfrm>
            <a:prstGeom prst="rect">
              <a:avLst/>
            </a:prstGeom>
          </p:spPr>
        </p:pic>
        <p:grpSp>
          <p:nvGrpSpPr>
            <p:cNvPr id="15" name="组合 14"/>
            <p:cNvGrpSpPr/>
            <p:nvPr/>
          </p:nvGrpSpPr>
          <p:grpSpPr>
            <a:xfrm>
              <a:off x="1878" y="6971"/>
              <a:ext cx="7151" cy="1579"/>
              <a:chOff x="1878" y="6894"/>
              <a:chExt cx="7151" cy="1579"/>
            </a:xfrm>
          </p:grpSpPr>
          <p:sp>
            <p:nvSpPr>
              <p:cNvPr id="16" name="图形"/>
              <p:cNvSpPr txBox="1"/>
              <p:nvPr>
                <p:custDataLst>
                  <p:tags r:id="Re59b3a0e1bbb4076"/>
                </p:custDataLst>
              </p:nvPr>
            </p:nvSpPr>
            <p:spPr>
              <a:xfrm>
                <a:off x="1878" y="6894"/>
                <a:ext cx="3109" cy="582"/>
              </a:xfrm>
              <a:prstGeom prst="rect">
                <a:avLst/>
              </a:prstGeom>
              <a:noFill/>
            </p:spPr>
            <p:txBody>
              <a:bodyPr wrap="square" lIns="0" tIns="0" rIns="0" bIns="0" rtlCol="0">
                <a:spAutoFit/>
              </a:bodyPr>
              <a:lstStyle/>
              <a:p>
                <a:r>
                  <a:rPr lang="zh-CN" altLang="en-US" sz="2400">
                    <a:solidFill>
                      <a:schemeClr val="bg1"/>
                    </a:solidFill>
                    <a:latin typeface="Arial"/>
                    <a:ea typeface="阿里巴巴普惠体 Medium"/>
                    <a:cs typeface="阿里巴巴普惠体 Medium"/>
                    <a:sym typeface="Arial"/>
                  </a:rPr>
                  <a:t>添加标题文本</a:t>
                </a:r>
              </a:p>
            </p:txBody>
          </p:sp>
          <p:sp>
            <p:nvSpPr>
              <p:cNvPr id="26" name="图形"/>
              <p:cNvSpPr txBox="1"/>
              <p:nvPr>
                <p:custDataLst>
                  <p:tags r:id="Rd6543f9ae7ca4ac5"/>
                </p:custDataLst>
              </p:nvPr>
            </p:nvSpPr>
            <p:spPr>
              <a:xfrm>
                <a:off x="1878" y="7455"/>
                <a:ext cx="7151" cy="1018"/>
              </a:xfrm>
              <a:prstGeom prst="rect">
                <a:avLst/>
              </a:prstGeom>
              <a:noFill/>
            </p:spPr>
            <p:txBody>
              <a:bodyPr wrap="square" lIns="0" tIns="0" rIns="0" bIns="0" rtlCol="0">
                <a:spAutoFit/>
              </a:bodyPr>
              <a:lstStyle/>
              <a:p>
                <a:pPr>
                  <a:lnSpc>
                    <a:spcPct val="150000"/>
                  </a:lnSpc>
                </a:pPr>
                <a:r>
                  <a:rPr lang="zh-CN" altLang="en-US" sz="1400">
                    <a:solidFill>
                      <a:schemeClr val="bg1"/>
                    </a:solidFill>
                    <a:latin typeface="Arial"/>
                    <a:ea typeface="阿里巴巴普惠体 Medium"/>
                    <a:cs typeface="阿里巴巴普惠体 Medium"/>
                    <a:sym typeface="Arial"/>
                  </a:rPr>
                  <a:t>单击此处输入您的文本内容，可更改文字的颜色或者大X等属性。单击此处输入您的文本内容。</a:t>
                </a:r>
              </a:p>
            </p:txBody>
          </p:sp>
        </p:grpSp>
        <p:grpSp>
          <p:nvGrpSpPr>
            <p:cNvPr id="17" name="组合 16"/>
            <p:cNvGrpSpPr/>
            <p:nvPr/>
          </p:nvGrpSpPr>
          <p:grpSpPr>
            <a:xfrm>
              <a:off x="10096" y="6971"/>
              <a:ext cx="7151" cy="1579"/>
              <a:chOff x="1878" y="6894"/>
              <a:chExt cx="7151" cy="1579"/>
            </a:xfrm>
          </p:grpSpPr>
          <p:sp>
            <p:nvSpPr>
              <p:cNvPr id="18" name="图形"/>
              <p:cNvSpPr txBox="1"/>
              <p:nvPr>
                <p:custDataLst>
                  <p:tags r:id="R88938d130dcd4286"/>
                </p:custDataLst>
              </p:nvPr>
            </p:nvSpPr>
            <p:spPr>
              <a:xfrm>
                <a:off x="1878" y="6894"/>
                <a:ext cx="3109" cy="582"/>
              </a:xfrm>
              <a:prstGeom prst="rect">
                <a:avLst/>
              </a:prstGeom>
              <a:noFill/>
            </p:spPr>
            <p:txBody>
              <a:bodyPr wrap="square" lIns="0" tIns="0" rIns="0" bIns="0" rtlCol="0">
                <a:spAutoFit/>
              </a:bodyPr>
              <a:lstStyle/>
              <a:p>
                <a:r>
                  <a:rPr lang="zh-CN" altLang="en-US" sz="2400">
                    <a:solidFill>
                      <a:schemeClr val="bg1"/>
                    </a:solidFill>
                    <a:latin typeface="Arial"/>
                    <a:ea typeface="阿里巴巴普惠体 Medium"/>
                    <a:cs typeface="阿里巴巴普惠体 Medium"/>
                    <a:sym typeface="Arial"/>
                  </a:rPr>
                  <a:t>添加标题文本</a:t>
                </a:r>
              </a:p>
            </p:txBody>
          </p:sp>
          <p:sp>
            <p:nvSpPr>
              <p:cNvPr id="19" name="图形"/>
              <p:cNvSpPr txBox="1"/>
              <p:nvPr>
                <p:custDataLst>
                  <p:tags r:id="R7d86809b298e4b8e"/>
                </p:custDataLst>
              </p:nvPr>
            </p:nvSpPr>
            <p:spPr>
              <a:xfrm>
                <a:off x="1878" y="7455"/>
                <a:ext cx="7151" cy="1018"/>
              </a:xfrm>
              <a:prstGeom prst="rect">
                <a:avLst/>
              </a:prstGeom>
              <a:noFill/>
            </p:spPr>
            <p:txBody>
              <a:bodyPr wrap="square" lIns="0" tIns="0" rIns="0" bIns="0" rtlCol="0">
                <a:spAutoFit/>
              </a:bodyPr>
              <a:lstStyle/>
              <a:p>
                <a:pPr>
                  <a:lnSpc>
                    <a:spcPct val="150000"/>
                  </a:lnSpc>
                </a:pPr>
                <a:r>
                  <a:rPr lang="zh-CN" altLang="en-US" sz="1400">
                    <a:solidFill>
                      <a:schemeClr val="bg1"/>
                    </a:solidFill>
                    <a:latin typeface="Arial"/>
                    <a:ea typeface="阿里巴巴普惠体 Medium"/>
                    <a:cs typeface="阿里巴巴普惠体 Medium"/>
                    <a:sym typeface="Arial"/>
                  </a:rPr>
                  <a:t>单击此处输入您的文本内容，可更改文字的颜色或者大X等属性。单击此处输入您的文本内容。</a:t>
                </a:r>
              </a:p>
            </p:txBody>
          </p:sp>
        </p:grpSp>
      </p:grpSp>
    </p:spTree>
    <p:custDataLst>
      <p:tags r:id="R5e270449e30f4592"/>
    </p:custDataLst>
  </p:cSld>
  <p:clrMapOvr>
    <a:masterClrMapping/>
  </p:clrMapOvr>
  <p:transition advTm="2000">
    <p:randomBa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ppt_x</p:attrName>
                                        </p:attrNameLst>
                                      </p:cBhvr>
                                      <p:tavLst>
                                        <p:tav tm="0">
                                          <p:val>
                                            <p:strVal val="#ppt_x-.2"/>
                                          </p:val>
                                        </p:tav>
                                        <p:tav tm="100000">
                                          <p:val>
                                            <p:strVal val="#ppt_x"/>
                                          </p:val>
                                        </p:tav>
                                      </p:tavLst>
                                    </p:anim>
                                    <p:anim calcmode="lin" valueType="num">
                                      <p:cBhvr>
                                        <p:cTn id="8" dur="1000" fill="hold"/>
                                        <p:tgtEl>
                                          <p:spTgt spid="4"/>
                                        </p:tgtEl>
                                        <p:attrNameLst>
                                          <p:attrName>ppt_y</p:attrName>
                                        </p:attrNameLst>
                                      </p:cBhvr>
                                      <p:tavLst>
                                        <p:tav tm="0">
                                          <p:val>
                                            <p:strVal val="#ppt_y"/>
                                          </p:val>
                                        </p:tav>
                                        <p:tav tm="100000">
                                          <p:val>
                                            <p:strVal val="#ppt_y"/>
                                          </p:val>
                                        </p:tav>
                                      </p:tavLst>
                                    </p:anim>
                                    <p:animEffect transition="in" filter="wipe(right)" prLst="gradientSize: 0.1">
                                      <p:cBhvr>
                                        <p:cTn id="9" dur="1000"/>
                                        <p:tgtEl>
                                          <p:spTgt spid="4"/>
                                        </p:tgtEl>
                                      </p:cBhvr>
                                    </p:animEffect>
                                  </p:childTnLst>
                                </p:cTn>
                              </p:par>
                            </p:childTnLst>
                          </p:cTn>
                        </p:par>
                      </p:childTnLst>
                    </p:cTn>
                  </p:par>
                  <p:par>
                    <p:cTn id="10" fill="hold" nodeType="clickPar">
                      <p:stCondLst>
                        <p:cond delay="indefinite"/>
                      </p:stCondLst>
                      <p:childTnLst>
                        <p:par>
                          <p:cTn id="11" fill="hold" nodeType="afterGroup">
                            <p:stCondLst>
                              <p:cond delay="0"/>
                            </p:stCondLst>
                            <p:childTnLst>
                              <p:par>
                                <p:cTn id="12" presetID="5" presetClass="entr" presetSubtype="10" fill="hold" nodeType="clickEffect">
                                  <p:stCondLst>
                                    <p:cond delay="0"/>
                                  </p:stCondLst>
                                  <p:childTnLst>
                                    <p:set>
                                      <p:cBhvr>
                                        <p:cTn id="13" dur="1" fill="hold">
                                          <p:stCondLst>
                                            <p:cond delay="0"/>
                                          </p:stCondLst>
                                        </p:cTn>
                                        <p:tgtEl>
                                          <p:spTgt spid="20"/>
                                        </p:tgtEl>
                                        <p:attrNameLst>
                                          <p:attrName>style.visibility</p:attrName>
                                        </p:attrNameLst>
                                      </p:cBhvr>
                                      <p:to>
                                        <p:strVal val="visible"/>
                                      </p:to>
                                    </p:set>
                                    <p:animEffect transition="in" filter="checkerboard(across)">
                                      <p:cBhvr>
                                        <p:cTn id="14"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4" name="图形"/>
          <p:cNvGrpSpPr/>
          <p:nvPr/>
        </p:nvGrpSpPr>
        <p:grpSpPr>
          <a:xfrm>
            <a:off x="1" y="300356"/>
            <a:ext cx="3197225" cy="576580"/>
            <a:chOff x="0" y="473"/>
            <a:chExt cx="5035" cy="908"/>
          </a:xfrm>
        </p:grpSpPr>
        <p:sp>
          <p:nvSpPr>
            <p:cNvPr id="2" name="图形"/>
            <p:cNvSpPr/>
            <p:nvPr>
              <p:custDataLst>
                <p:tags r:id="R802813196ee84790"/>
              </p:custDataLst>
            </p:nvPr>
          </p:nvSpPr>
          <p:spPr>
            <a:xfrm rot="5400000">
              <a:off x="361" y="112"/>
              <a:ext cx="908" cy="1630"/>
            </a:xfrm>
            <a:prstGeom prst="round2SameRect">
              <a:avLst>
                <a:gd name="adj1" fmla="val 50000"/>
                <a:gd name="adj2" fmla="val 0"/>
              </a:avLst>
            </a:prstGeom>
            <a:solidFill>
              <a:srgbClr val="B4000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ltLang="zh-CN">
                <a:latin typeface="Arial"/>
                <a:ea typeface="阿里巴巴普惠体 Medium"/>
                <a:cs typeface="阿里巴巴普惠体 Medium"/>
                <a:sym typeface="Arial"/>
              </a:endParaRPr>
            </a:p>
          </p:txBody>
        </p:sp>
        <p:sp>
          <p:nvSpPr>
            <p:cNvPr id="3" name="图形"/>
            <p:cNvSpPr txBox="1"/>
            <p:nvPr>
              <p:custDataLst>
                <p:tags r:id="R143b8f2657c946c1"/>
              </p:custDataLst>
            </p:nvPr>
          </p:nvSpPr>
          <p:spPr>
            <a:xfrm>
              <a:off x="340" y="540"/>
              <a:ext cx="951" cy="775"/>
            </a:xfrm>
            <a:prstGeom prst="rect">
              <a:avLst/>
            </a:prstGeom>
            <a:noFill/>
          </p:spPr>
          <p:txBody>
            <a:bodyPr wrap="square" lIns="0" tIns="0" rIns="0" bIns="0" rtlCol="0">
              <a:spAutoFit/>
            </a:bodyPr>
            <a:lstStyle/>
            <a:p>
              <a:pPr algn="ctr">
                <a:lnSpc>
                  <a:spcPct val="100000"/>
                </a:lnSpc>
              </a:pPr>
              <a:r>
                <a:rPr lang="en-US" altLang="zh-CN" sz="3200" noProof="0">
                  <a:ln>
                    <a:noFill/>
                  </a:ln>
                  <a:solidFill>
                    <a:schemeClr val="bg1"/>
                  </a:solidFill>
                  <a:effectLst/>
                  <a:uLnTx/>
                  <a:uFillTx/>
                  <a:latin typeface="Arial"/>
                  <a:ea typeface="阿里巴巴普惠体 Medium"/>
                  <a:cs typeface="阿里巴巴普惠体 Medium"/>
                  <a:sym typeface="Arial"/>
                </a:rPr>
                <a:t>04</a:t>
              </a:r>
            </a:p>
          </p:txBody>
        </p:sp>
        <p:sp>
          <p:nvSpPr>
            <p:cNvPr id="29" name="图形"/>
            <p:cNvSpPr txBox="1"/>
            <p:nvPr>
              <p:custDataLst>
                <p:tags r:id="R1b325700b2b64371"/>
              </p:custDataLst>
            </p:nvPr>
          </p:nvSpPr>
          <p:spPr>
            <a:xfrm>
              <a:off x="1878" y="491"/>
              <a:ext cx="3157" cy="872"/>
            </a:xfrm>
            <a:prstGeom prst="rect">
              <a:avLst/>
            </a:prstGeom>
            <a:noFill/>
          </p:spPr>
          <p:txBody>
            <a:bodyPr wrap="square" lIns="0" tIns="0" rIns="0" bIns="0" rtlCol="0">
              <a:spAutoFit/>
            </a:bodyPr>
            <a:lstStyle/>
            <a:p>
              <a:pPr algn="dist">
                <a:lnSpc>
                  <a:spcPct val="100000"/>
                </a:lnSpc>
              </a:pPr>
              <a:r>
                <a:rPr lang="zh-CN" altLang="en-US" sz="3600" noProof="0">
                  <a:ln>
                    <a:noFill/>
                  </a:ln>
                  <a:solidFill>
                    <a:schemeClr val="tx1">
                      <a:lumMod val="75000"/>
                      <a:lumOff val="25000"/>
                    </a:schemeClr>
                  </a:solidFill>
                  <a:effectLst/>
                  <a:uLnTx/>
                  <a:uFillTx/>
                  <a:latin typeface="Arial"/>
                  <a:ea typeface="阿里巴巴普惠体 Medium"/>
                  <a:cs typeface="阿里巴巴普惠体 Medium"/>
                  <a:sym typeface="Arial"/>
                </a:rPr>
                <a:t>氛围布置</a:t>
              </a:r>
            </a:p>
          </p:txBody>
        </p:sp>
      </p:grpSp>
      <p:grpSp>
        <p:nvGrpSpPr>
          <p:cNvPr id="32" name="图形"/>
          <p:cNvGrpSpPr/>
          <p:nvPr/>
        </p:nvGrpSpPr>
        <p:grpSpPr>
          <a:xfrm>
            <a:off x="1124586" y="1824990"/>
            <a:ext cx="9903460" cy="4047490"/>
            <a:chOff x="1771" y="2874"/>
            <a:chExt cx="15596" cy="6374"/>
          </a:xfrm>
        </p:grpSpPr>
        <p:grpSp>
          <p:nvGrpSpPr>
            <p:cNvPr id="9" name="组合 8"/>
            <p:cNvGrpSpPr/>
            <p:nvPr/>
          </p:nvGrpSpPr>
          <p:grpSpPr>
            <a:xfrm>
              <a:off x="1771" y="2874"/>
              <a:ext cx="4400" cy="6374"/>
              <a:chOff x="929005" y="2057767"/>
              <a:chExt cx="2458085" cy="3561079"/>
            </a:xfrm>
          </p:grpSpPr>
          <p:sp>
            <p:nvSpPr>
              <p:cNvPr id="10" name="图形"/>
              <p:cNvSpPr/>
              <p:nvPr>
                <p:custDataLst>
                  <p:tags r:id="R3fb60a44970340ac"/>
                </p:custDataLst>
              </p:nvPr>
            </p:nvSpPr>
            <p:spPr>
              <a:xfrm>
                <a:off x="929005" y="2266046"/>
                <a:ext cx="2458085" cy="3352800"/>
              </a:xfrm>
              <a:prstGeom prst="rect">
                <a:avLst/>
              </a:prstGeom>
              <a:solidFill>
                <a:schemeClr val="bg1"/>
              </a:solidFill>
              <a:ln>
                <a:solidFill>
                  <a:srgbClr val="8A0006"/>
                </a:solidFill>
              </a:ln>
              <a:effectLst>
                <a:outerShdw blurRad="63500" sx="101000" sy="101000" algn="ctr" rotWithShape="0">
                  <a:schemeClr val="tx1">
                    <a:lumMod val="65000"/>
                    <a:lumOff val="3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kern="0">
                  <a:solidFill>
                    <a:schemeClr val="tx1">
                      <a:lumMod val="85000"/>
                      <a:lumOff val="15000"/>
                    </a:schemeClr>
                  </a:solidFill>
                  <a:latin typeface="Arial"/>
                  <a:ea typeface="阿里巴巴普惠体 Medium"/>
                  <a:cs typeface="阿里巴巴普惠体 Medium"/>
                  <a:sym typeface="Arial"/>
                </a:endParaRPr>
              </a:p>
            </p:txBody>
          </p:sp>
          <p:sp>
            <p:nvSpPr>
              <p:cNvPr id="11" name="图形"/>
              <p:cNvSpPr/>
              <p:nvPr>
                <p:custDataLst>
                  <p:tags r:id="R8c946c3e5dff41b9"/>
                </p:custDataLst>
              </p:nvPr>
            </p:nvSpPr>
            <p:spPr>
              <a:xfrm>
                <a:off x="1408430" y="2058613"/>
                <a:ext cx="1498600" cy="208314"/>
              </a:xfrm>
              <a:prstGeom prst="trapezoid">
                <a:avLst>
                  <a:gd name="adj" fmla="val 67927"/>
                </a:avLst>
              </a:prstGeom>
              <a:solidFill>
                <a:srgbClr val="8A00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kern="0">
                  <a:solidFill>
                    <a:schemeClr val="tx1">
                      <a:lumMod val="85000"/>
                      <a:lumOff val="15000"/>
                    </a:schemeClr>
                  </a:solidFill>
                  <a:latin typeface="Arial"/>
                  <a:ea typeface="阿里巴巴普惠体 Medium"/>
                  <a:cs typeface="阿里巴巴普惠体 Medium"/>
                  <a:sym typeface="Arial"/>
                </a:endParaRPr>
              </a:p>
            </p:txBody>
          </p:sp>
          <p:sp>
            <p:nvSpPr>
              <p:cNvPr id="12" name="图形"/>
              <p:cNvSpPr/>
              <p:nvPr>
                <p:custDataLst>
                  <p:tags r:id="R7be98197eeb24489"/>
                </p:custDataLst>
              </p:nvPr>
            </p:nvSpPr>
            <p:spPr>
              <a:xfrm rot="5400000">
                <a:off x="1659891" y="1946007"/>
                <a:ext cx="995680" cy="1219200"/>
              </a:xfrm>
              <a:prstGeom prst="homePlate">
                <a:avLst>
                  <a:gd name="adj" fmla="val 21516"/>
                </a:avLst>
              </a:prstGeom>
              <a:solidFill>
                <a:srgbClr val="B400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kern="0">
                  <a:solidFill>
                    <a:schemeClr val="tx1">
                      <a:lumMod val="85000"/>
                      <a:lumOff val="15000"/>
                    </a:schemeClr>
                  </a:solidFill>
                  <a:latin typeface="Arial"/>
                  <a:ea typeface="阿里巴巴普惠体 Medium"/>
                  <a:cs typeface="阿里巴巴普惠体 Medium"/>
                  <a:sym typeface="Arial"/>
                </a:endParaRPr>
              </a:p>
            </p:txBody>
          </p:sp>
          <p:sp>
            <p:nvSpPr>
              <p:cNvPr id="14" name="图形"/>
              <p:cNvSpPr txBox="1"/>
              <p:nvPr>
                <p:custDataLst>
                  <p:tags r:id="R61c1f75c134c4473"/>
                </p:custDataLst>
              </p:nvPr>
            </p:nvSpPr>
            <p:spPr>
              <a:xfrm>
                <a:off x="1798832" y="2266158"/>
                <a:ext cx="722342" cy="568658"/>
              </a:xfrm>
              <a:prstGeom prst="rect">
                <a:avLst/>
              </a:prstGeom>
              <a:noFill/>
            </p:spPr>
            <p:txBody>
              <a:bodyPr wrap="square" rtlCol="0">
                <a:spAutoFit/>
              </a:bodyPr>
              <a:lstStyle/>
              <a:p>
                <a:pPr algn="ctr"/>
                <a:r>
                  <a:rPr lang="en-US" altLang="zh-CN" sz="3600">
                    <a:solidFill>
                      <a:schemeClr val="bg1"/>
                    </a:solidFill>
                    <a:latin typeface="Arial"/>
                    <a:ea typeface="阿里巴巴普惠体 Medium"/>
                    <a:cs typeface="阿里巴巴普惠体 Medium"/>
                    <a:sym typeface="Arial"/>
                  </a:rPr>
                  <a:t>01</a:t>
                </a:r>
              </a:p>
            </p:txBody>
          </p:sp>
        </p:grpSp>
        <p:grpSp>
          <p:nvGrpSpPr>
            <p:cNvPr id="17" name="组合 16"/>
            <p:cNvGrpSpPr/>
            <p:nvPr/>
          </p:nvGrpSpPr>
          <p:grpSpPr>
            <a:xfrm>
              <a:off x="7369" y="2874"/>
              <a:ext cx="4400" cy="6374"/>
              <a:chOff x="3601720" y="2060307"/>
              <a:chExt cx="2458085" cy="3561079"/>
            </a:xfrm>
          </p:grpSpPr>
          <p:sp>
            <p:nvSpPr>
              <p:cNvPr id="18" name="图形"/>
              <p:cNvSpPr/>
              <p:nvPr>
                <p:custDataLst>
                  <p:tags r:id="R8a855fc637b14d2b"/>
                </p:custDataLst>
              </p:nvPr>
            </p:nvSpPr>
            <p:spPr>
              <a:xfrm>
                <a:off x="3601720" y="2268586"/>
                <a:ext cx="2458085" cy="3352800"/>
              </a:xfrm>
              <a:prstGeom prst="rect">
                <a:avLst/>
              </a:prstGeom>
              <a:solidFill>
                <a:schemeClr val="bg1"/>
              </a:solidFill>
              <a:ln>
                <a:solidFill>
                  <a:srgbClr val="8A0006"/>
                </a:solidFill>
              </a:ln>
              <a:effectLst>
                <a:outerShdw blurRad="63500" sx="101000" sy="101000" algn="ctr" rotWithShape="0">
                  <a:schemeClr val="tx1">
                    <a:lumMod val="65000"/>
                    <a:lumOff val="3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kern="0">
                  <a:solidFill>
                    <a:schemeClr val="tx1">
                      <a:lumMod val="85000"/>
                      <a:lumOff val="15000"/>
                    </a:schemeClr>
                  </a:solidFill>
                  <a:latin typeface="Arial"/>
                  <a:ea typeface="阿里巴巴普惠体 Medium"/>
                  <a:cs typeface="阿里巴巴普惠体 Medium"/>
                  <a:sym typeface="Arial"/>
                </a:endParaRPr>
              </a:p>
            </p:txBody>
          </p:sp>
          <p:sp>
            <p:nvSpPr>
              <p:cNvPr id="19" name="图形"/>
              <p:cNvSpPr/>
              <p:nvPr>
                <p:custDataLst>
                  <p:tags r:id="R8dd1086f02914f94"/>
                </p:custDataLst>
              </p:nvPr>
            </p:nvSpPr>
            <p:spPr>
              <a:xfrm>
                <a:off x="4081145" y="2061153"/>
                <a:ext cx="1498600" cy="208314"/>
              </a:xfrm>
              <a:prstGeom prst="trapezoid">
                <a:avLst>
                  <a:gd name="adj" fmla="val 67927"/>
                </a:avLst>
              </a:prstGeom>
              <a:solidFill>
                <a:srgbClr val="8A00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kern="0">
                  <a:solidFill>
                    <a:schemeClr val="tx1">
                      <a:lumMod val="85000"/>
                      <a:lumOff val="15000"/>
                    </a:schemeClr>
                  </a:solidFill>
                  <a:latin typeface="Arial"/>
                  <a:ea typeface="阿里巴巴普惠体 Medium"/>
                  <a:cs typeface="阿里巴巴普惠体 Medium"/>
                  <a:sym typeface="Arial"/>
                </a:endParaRPr>
              </a:p>
            </p:txBody>
          </p:sp>
          <p:sp>
            <p:nvSpPr>
              <p:cNvPr id="20" name="图形"/>
              <p:cNvSpPr/>
              <p:nvPr>
                <p:custDataLst>
                  <p:tags r:id="Redb1d7a7315b4ebe"/>
                </p:custDataLst>
              </p:nvPr>
            </p:nvSpPr>
            <p:spPr>
              <a:xfrm rot="5400000">
                <a:off x="4332606" y="1948547"/>
                <a:ext cx="995680" cy="1219200"/>
              </a:xfrm>
              <a:prstGeom prst="homePlate">
                <a:avLst>
                  <a:gd name="adj" fmla="val 19475"/>
                </a:avLst>
              </a:prstGeom>
              <a:solidFill>
                <a:srgbClr val="B400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kern="0">
                  <a:solidFill>
                    <a:schemeClr val="tx1">
                      <a:lumMod val="85000"/>
                      <a:lumOff val="15000"/>
                    </a:schemeClr>
                  </a:solidFill>
                  <a:latin typeface="Arial"/>
                  <a:ea typeface="阿里巴巴普惠体 Medium"/>
                  <a:cs typeface="阿里巴巴普惠体 Medium"/>
                  <a:sym typeface="Arial"/>
                </a:endParaRPr>
              </a:p>
            </p:txBody>
          </p:sp>
          <p:sp>
            <p:nvSpPr>
              <p:cNvPr id="22" name="图形"/>
              <p:cNvSpPr txBox="1"/>
              <p:nvPr>
                <p:custDataLst>
                  <p:tags r:id="R562c274bf60a4047"/>
                </p:custDataLst>
              </p:nvPr>
            </p:nvSpPr>
            <p:spPr>
              <a:xfrm>
                <a:off x="4433558" y="2265904"/>
                <a:ext cx="722342" cy="568658"/>
              </a:xfrm>
              <a:prstGeom prst="rect">
                <a:avLst/>
              </a:prstGeom>
              <a:noFill/>
            </p:spPr>
            <p:txBody>
              <a:bodyPr wrap="square" rtlCol="0">
                <a:spAutoFit/>
              </a:bodyPr>
              <a:lstStyle/>
              <a:p>
                <a:pPr algn="ctr"/>
                <a:r>
                  <a:rPr lang="en-US" altLang="zh-CN" sz="3600">
                    <a:solidFill>
                      <a:schemeClr val="bg1"/>
                    </a:solidFill>
                    <a:latin typeface="Arial"/>
                    <a:ea typeface="阿里巴巴普惠体 Medium"/>
                    <a:cs typeface="阿里巴巴普惠体 Medium"/>
                    <a:sym typeface="Arial"/>
                  </a:rPr>
                  <a:t>02</a:t>
                </a:r>
              </a:p>
            </p:txBody>
          </p:sp>
        </p:grpSp>
        <p:grpSp>
          <p:nvGrpSpPr>
            <p:cNvPr id="33" name="组合 32"/>
            <p:cNvGrpSpPr/>
            <p:nvPr/>
          </p:nvGrpSpPr>
          <p:grpSpPr>
            <a:xfrm>
              <a:off x="12967" y="2874"/>
              <a:ext cx="4400" cy="6374"/>
              <a:chOff x="6275070" y="2060307"/>
              <a:chExt cx="2458085" cy="3561079"/>
            </a:xfrm>
          </p:grpSpPr>
          <p:sp>
            <p:nvSpPr>
              <p:cNvPr id="34" name="图形"/>
              <p:cNvSpPr/>
              <p:nvPr>
                <p:custDataLst>
                  <p:tags r:id="R830d7cfffd954f0c"/>
                </p:custDataLst>
              </p:nvPr>
            </p:nvSpPr>
            <p:spPr>
              <a:xfrm>
                <a:off x="6275070" y="2268586"/>
                <a:ext cx="2458085" cy="3352800"/>
              </a:xfrm>
              <a:prstGeom prst="rect">
                <a:avLst/>
              </a:prstGeom>
              <a:solidFill>
                <a:schemeClr val="bg1"/>
              </a:solidFill>
              <a:ln>
                <a:solidFill>
                  <a:srgbClr val="8A0006"/>
                </a:solidFill>
              </a:ln>
              <a:effectLst>
                <a:outerShdw blurRad="63500" sx="101000" sy="101000" algn="ctr" rotWithShape="0">
                  <a:schemeClr val="tx1">
                    <a:lumMod val="65000"/>
                    <a:lumOff val="3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kern="0">
                  <a:solidFill>
                    <a:schemeClr val="tx1">
                      <a:lumMod val="85000"/>
                      <a:lumOff val="15000"/>
                    </a:schemeClr>
                  </a:solidFill>
                  <a:latin typeface="Arial"/>
                  <a:ea typeface="阿里巴巴普惠体 Medium"/>
                  <a:cs typeface="阿里巴巴普惠体 Medium"/>
                  <a:sym typeface="Arial"/>
                </a:endParaRPr>
              </a:p>
            </p:txBody>
          </p:sp>
          <p:sp>
            <p:nvSpPr>
              <p:cNvPr id="35" name="图形"/>
              <p:cNvSpPr/>
              <p:nvPr>
                <p:custDataLst>
                  <p:tags r:id="Rae8b2516da614403"/>
                </p:custDataLst>
              </p:nvPr>
            </p:nvSpPr>
            <p:spPr>
              <a:xfrm>
                <a:off x="6754495" y="2061153"/>
                <a:ext cx="1498600" cy="208314"/>
              </a:xfrm>
              <a:prstGeom prst="trapezoid">
                <a:avLst>
                  <a:gd name="adj" fmla="val 67927"/>
                </a:avLst>
              </a:prstGeom>
              <a:solidFill>
                <a:srgbClr val="8A00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kern="0">
                  <a:solidFill>
                    <a:schemeClr val="tx1">
                      <a:lumMod val="85000"/>
                      <a:lumOff val="15000"/>
                    </a:schemeClr>
                  </a:solidFill>
                  <a:latin typeface="Arial"/>
                  <a:ea typeface="阿里巴巴普惠体 Medium"/>
                  <a:cs typeface="阿里巴巴普惠体 Medium"/>
                  <a:sym typeface="Arial"/>
                </a:endParaRPr>
              </a:p>
            </p:txBody>
          </p:sp>
          <p:sp>
            <p:nvSpPr>
              <p:cNvPr id="36" name="图形"/>
              <p:cNvSpPr/>
              <p:nvPr>
                <p:custDataLst>
                  <p:tags r:id="Redd1fb315af94ee5"/>
                </p:custDataLst>
              </p:nvPr>
            </p:nvSpPr>
            <p:spPr>
              <a:xfrm rot="5400000">
                <a:off x="7005956" y="1948547"/>
                <a:ext cx="995680" cy="1219200"/>
              </a:xfrm>
              <a:prstGeom prst="homePlate">
                <a:avLst>
                  <a:gd name="adj" fmla="val 18455"/>
                </a:avLst>
              </a:prstGeom>
              <a:solidFill>
                <a:srgbClr val="B400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kern="0">
                  <a:solidFill>
                    <a:schemeClr val="tx1">
                      <a:lumMod val="85000"/>
                      <a:lumOff val="15000"/>
                    </a:schemeClr>
                  </a:solidFill>
                  <a:latin typeface="Arial"/>
                  <a:ea typeface="阿里巴巴普惠体 Medium"/>
                  <a:cs typeface="阿里巴巴普惠体 Medium"/>
                  <a:sym typeface="Arial"/>
                </a:endParaRPr>
              </a:p>
            </p:txBody>
          </p:sp>
          <p:sp>
            <p:nvSpPr>
              <p:cNvPr id="38" name="图形"/>
              <p:cNvSpPr txBox="1"/>
              <p:nvPr>
                <p:custDataLst>
                  <p:tags r:id="Ra1f7625310a348d4"/>
                </p:custDataLst>
              </p:nvPr>
            </p:nvSpPr>
            <p:spPr>
              <a:xfrm>
                <a:off x="7106908" y="2265904"/>
                <a:ext cx="722342" cy="568658"/>
              </a:xfrm>
              <a:prstGeom prst="rect">
                <a:avLst/>
              </a:prstGeom>
              <a:noFill/>
            </p:spPr>
            <p:txBody>
              <a:bodyPr wrap="square" rtlCol="0">
                <a:spAutoFit/>
              </a:bodyPr>
              <a:lstStyle/>
              <a:p>
                <a:pPr algn="ctr"/>
                <a:r>
                  <a:rPr lang="en-US" altLang="zh-CN" sz="3600">
                    <a:solidFill>
                      <a:schemeClr val="bg1"/>
                    </a:solidFill>
                    <a:latin typeface="Arial"/>
                    <a:ea typeface="阿里巴巴普惠体 Medium"/>
                    <a:cs typeface="阿里巴巴普惠体 Medium"/>
                    <a:sym typeface="Arial"/>
                  </a:rPr>
                  <a:t>03</a:t>
                </a:r>
              </a:p>
            </p:txBody>
          </p:sp>
        </p:grpSp>
        <p:grpSp>
          <p:nvGrpSpPr>
            <p:cNvPr id="7" name="组合 6"/>
            <p:cNvGrpSpPr/>
            <p:nvPr/>
          </p:nvGrpSpPr>
          <p:grpSpPr>
            <a:xfrm>
              <a:off x="2033" y="5250"/>
              <a:ext cx="3877" cy="2615"/>
              <a:chOff x="1932" y="5160"/>
              <a:chExt cx="3877" cy="2615"/>
            </a:xfrm>
          </p:grpSpPr>
          <p:sp>
            <p:nvSpPr>
              <p:cNvPr id="6" name="图形"/>
              <p:cNvSpPr txBox="1"/>
              <p:nvPr>
                <p:custDataLst>
                  <p:tags r:id="R28d24462672a44d8"/>
                </p:custDataLst>
              </p:nvPr>
            </p:nvSpPr>
            <p:spPr>
              <a:xfrm>
                <a:off x="2316" y="5160"/>
                <a:ext cx="3109" cy="582"/>
              </a:xfrm>
              <a:prstGeom prst="rect">
                <a:avLst/>
              </a:prstGeom>
              <a:noFill/>
            </p:spPr>
            <p:txBody>
              <a:bodyPr wrap="square" lIns="0" tIns="0" rIns="0" bIns="0" rtlCol="0">
                <a:spAutoFit/>
              </a:bodyPr>
              <a:lstStyle/>
              <a:p>
                <a:pPr algn="ctr"/>
                <a:r>
                  <a:rPr lang="zh-CN" altLang="en-US" sz="2400">
                    <a:solidFill>
                      <a:schemeClr val="tx1">
                        <a:lumMod val="75000"/>
                        <a:lumOff val="25000"/>
                      </a:schemeClr>
                    </a:solidFill>
                    <a:latin typeface="Arial"/>
                    <a:ea typeface="阿里巴巴普惠体 Medium"/>
                    <a:cs typeface="阿里巴巴普惠体 Medium"/>
                    <a:sym typeface="Arial"/>
                  </a:rPr>
                  <a:t>添加标题文本</a:t>
                </a:r>
              </a:p>
            </p:txBody>
          </p:sp>
          <p:sp>
            <p:nvSpPr>
              <p:cNvPr id="26" name="图形"/>
              <p:cNvSpPr txBox="1"/>
              <p:nvPr>
                <p:custDataLst>
                  <p:tags r:id="R8045f072fe554168"/>
                </p:custDataLst>
              </p:nvPr>
            </p:nvSpPr>
            <p:spPr>
              <a:xfrm>
                <a:off x="1932" y="5739"/>
                <a:ext cx="3877" cy="2036"/>
              </a:xfrm>
              <a:prstGeom prst="rect">
                <a:avLst/>
              </a:prstGeom>
              <a:noFill/>
            </p:spPr>
            <p:txBody>
              <a:bodyPr wrap="square" lIns="0" tIns="0" rIns="0" bIns="0" rtlCol="0">
                <a:spAutoFit/>
              </a:bodyPr>
              <a:lstStyle/>
              <a:p>
                <a:pPr algn="ctr">
                  <a:lnSpc>
                    <a:spcPct val="150000"/>
                  </a:lnSpc>
                </a:pPr>
                <a:r>
                  <a:rPr lang="zh-CN" altLang="en-US" sz="1400">
                    <a:solidFill>
                      <a:schemeClr val="tx1">
                        <a:lumMod val="65000"/>
                        <a:lumOff val="35000"/>
                      </a:schemeClr>
                    </a:solidFill>
                    <a:latin typeface="Arial"/>
                    <a:ea typeface="阿里巴巴普惠体 Medium"/>
                    <a:cs typeface="阿里巴巴普惠体 Medium"/>
                    <a:sym typeface="Arial"/>
                  </a:rPr>
                  <a:t>单击此处输入您的文本内容，可更改文字的颜色或者大X等属性。单击此处输入您的文本内容，可更改文字的颜色或者大X等属性。</a:t>
                </a:r>
                <a:endParaRPr lang="en-US" altLang="zh-CN" sz="1400">
                  <a:solidFill>
                    <a:schemeClr val="tx1">
                      <a:lumMod val="65000"/>
                      <a:lumOff val="35000"/>
                    </a:schemeClr>
                  </a:solidFill>
                  <a:latin typeface="Arial"/>
                  <a:ea typeface="阿里巴巴普惠体 Medium"/>
                  <a:cs typeface="阿里巴巴普惠体 Medium"/>
                  <a:sym typeface="Arial"/>
                </a:endParaRPr>
              </a:p>
            </p:txBody>
          </p:sp>
        </p:grpSp>
        <p:grpSp>
          <p:nvGrpSpPr>
            <p:cNvPr id="8" name="组合 7"/>
            <p:cNvGrpSpPr/>
            <p:nvPr/>
          </p:nvGrpSpPr>
          <p:grpSpPr>
            <a:xfrm>
              <a:off x="7631" y="5250"/>
              <a:ext cx="3877" cy="2615"/>
              <a:chOff x="1932" y="5160"/>
              <a:chExt cx="3877" cy="2615"/>
            </a:xfrm>
          </p:grpSpPr>
          <p:sp>
            <p:nvSpPr>
              <p:cNvPr id="25" name="图形"/>
              <p:cNvSpPr txBox="1"/>
              <p:nvPr>
                <p:custDataLst>
                  <p:tags r:id="Re233f3fdf6004dd8"/>
                </p:custDataLst>
              </p:nvPr>
            </p:nvSpPr>
            <p:spPr>
              <a:xfrm>
                <a:off x="2316" y="5160"/>
                <a:ext cx="3109" cy="582"/>
              </a:xfrm>
              <a:prstGeom prst="rect">
                <a:avLst/>
              </a:prstGeom>
              <a:noFill/>
            </p:spPr>
            <p:txBody>
              <a:bodyPr wrap="square" lIns="0" tIns="0" rIns="0" bIns="0" rtlCol="0">
                <a:spAutoFit/>
              </a:bodyPr>
              <a:lstStyle/>
              <a:p>
                <a:pPr algn="ctr"/>
                <a:r>
                  <a:rPr lang="zh-CN" altLang="en-US" sz="2400">
                    <a:solidFill>
                      <a:schemeClr val="tx1">
                        <a:lumMod val="75000"/>
                        <a:lumOff val="25000"/>
                      </a:schemeClr>
                    </a:solidFill>
                    <a:latin typeface="Arial"/>
                    <a:ea typeface="阿里巴巴普惠体 Medium"/>
                    <a:cs typeface="阿里巴巴普惠体 Medium"/>
                    <a:sym typeface="Arial"/>
                  </a:rPr>
                  <a:t>添加标题文本</a:t>
                </a:r>
              </a:p>
            </p:txBody>
          </p:sp>
          <p:sp>
            <p:nvSpPr>
              <p:cNvPr id="27" name="图形"/>
              <p:cNvSpPr txBox="1"/>
              <p:nvPr>
                <p:custDataLst>
                  <p:tags r:id="Rb40b1faa50164dab"/>
                </p:custDataLst>
              </p:nvPr>
            </p:nvSpPr>
            <p:spPr>
              <a:xfrm>
                <a:off x="1932" y="5739"/>
                <a:ext cx="3877" cy="2036"/>
              </a:xfrm>
              <a:prstGeom prst="rect">
                <a:avLst/>
              </a:prstGeom>
              <a:noFill/>
            </p:spPr>
            <p:txBody>
              <a:bodyPr wrap="square" lIns="0" tIns="0" rIns="0" bIns="0" rtlCol="0">
                <a:spAutoFit/>
              </a:bodyPr>
              <a:lstStyle/>
              <a:p>
                <a:pPr algn="ctr">
                  <a:lnSpc>
                    <a:spcPct val="150000"/>
                  </a:lnSpc>
                </a:pPr>
                <a:r>
                  <a:rPr lang="zh-CN" altLang="en-US" sz="1400">
                    <a:solidFill>
                      <a:schemeClr val="tx1">
                        <a:lumMod val="65000"/>
                        <a:lumOff val="35000"/>
                      </a:schemeClr>
                    </a:solidFill>
                    <a:latin typeface="Arial"/>
                    <a:ea typeface="阿里巴巴普惠体 Medium"/>
                    <a:cs typeface="阿里巴巴普惠体 Medium"/>
                    <a:sym typeface="Arial"/>
                  </a:rPr>
                  <a:t>单击此处输入您的文本内容，可更改文字的颜色或者大X等属性。单击此处输入您的文本内容，可更改文字的颜色或者大X等属性。</a:t>
                </a:r>
                <a:endParaRPr lang="en-US" altLang="zh-CN" sz="1400">
                  <a:solidFill>
                    <a:schemeClr val="tx1">
                      <a:lumMod val="65000"/>
                      <a:lumOff val="35000"/>
                    </a:schemeClr>
                  </a:solidFill>
                  <a:latin typeface="Arial"/>
                  <a:ea typeface="阿里巴巴普惠体 Medium"/>
                  <a:cs typeface="阿里巴巴普惠体 Medium"/>
                  <a:sym typeface="Arial"/>
                </a:endParaRPr>
              </a:p>
            </p:txBody>
          </p:sp>
        </p:grpSp>
        <p:grpSp>
          <p:nvGrpSpPr>
            <p:cNvPr id="28" name="组合 27"/>
            <p:cNvGrpSpPr/>
            <p:nvPr/>
          </p:nvGrpSpPr>
          <p:grpSpPr>
            <a:xfrm>
              <a:off x="13229" y="5250"/>
              <a:ext cx="3877" cy="2615"/>
              <a:chOff x="1932" y="5160"/>
              <a:chExt cx="3877" cy="2615"/>
            </a:xfrm>
          </p:grpSpPr>
          <p:sp>
            <p:nvSpPr>
              <p:cNvPr id="30" name="图形"/>
              <p:cNvSpPr txBox="1"/>
              <p:nvPr>
                <p:custDataLst>
                  <p:tags r:id="Rbcd62dfefcae431d"/>
                </p:custDataLst>
              </p:nvPr>
            </p:nvSpPr>
            <p:spPr>
              <a:xfrm>
                <a:off x="2316" y="5160"/>
                <a:ext cx="3109" cy="582"/>
              </a:xfrm>
              <a:prstGeom prst="rect">
                <a:avLst/>
              </a:prstGeom>
              <a:noFill/>
            </p:spPr>
            <p:txBody>
              <a:bodyPr wrap="square" lIns="0" tIns="0" rIns="0" bIns="0" rtlCol="0">
                <a:spAutoFit/>
              </a:bodyPr>
              <a:lstStyle/>
              <a:p>
                <a:pPr algn="ctr"/>
                <a:r>
                  <a:rPr lang="zh-CN" altLang="en-US" sz="2400">
                    <a:solidFill>
                      <a:schemeClr val="tx1">
                        <a:lumMod val="75000"/>
                        <a:lumOff val="25000"/>
                      </a:schemeClr>
                    </a:solidFill>
                    <a:latin typeface="Arial"/>
                    <a:ea typeface="阿里巴巴普惠体 Medium"/>
                    <a:cs typeface="阿里巴巴普惠体 Medium"/>
                    <a:sym typeface="Arial"/>
                  </a:rPr>
                  <a:t>添加标题文本</a:t>
                </a:r>
              </a:p>
            </p:txBody>
          </p:sp>
          <p:sp>
            <p:nvSpPr>
              <p:cNvPr id="31" name="图形"/>
              <p:cNvSpPr txBox="1"/>
              <p:nvPr>
                <p:custDataLst>
                  <p:tags r:id="Rc94a4a6742bf485c"/>
                </p:custDataLst>
              </p:nvPr>
            </p:nvSpPr>
            <p:spPr>
              <a:xfrm>
                <a:off x="1932" y="5739"/>
                <a:ext cx="3877" cy="2036"/>
              </a:xfrm>
              <a:prstGeom prst="rect">
                <a:avLst/>
              </a:prstGeom>
              <a:noFill/>
            </p:spPr>
            <p:txBody>
              <a:bodyPr wrap="square" lIns="0" tIns="0" rIns="0" bIns="0" rtlCol="0">
                <a:spAutoFit/>
              </a:bodyPr>
              <a:lstStyle/>
              <a:p>
                <a:pPr algn="ctr">
                  <a:lnSpc>
                    <a:spcPct val="150000"/>
                  </a:lnSpc>
                </a:pPr>
                <a:r>
                  <a:rPr lang="zh-CN" altLang="en-US" sz="1400">
                    <a:solidFill>
                      <a:schemeClr val="tx1">
                        <a:lumMod val="65000"/>
                        <a:lumOff val="35000"/>
                      </a:schemeClr>
                    </a:solidFill>
                    <a:latin typeface="Arial"/>
                    <a:ea typeface="阿里巴巴普惠体 Medium"/>
                    <a:cs typeface="阿里巴巴普惠体 Medium"/>
                    <a:sym typeface="Arial"/>
                  </a:rPr>
                  <a:t>单击此处输入您的文本内容，可更改文字的颜色或者大X等属性。单击此处输入您的文本内容，可更改文字的颜色或者大X等属性。</a:t>
                </a:r>
                <a:endParaRPr lang="en-US" altLang="zh-CN" sz="1400">
                  <a:solidFill>
                    <a:schemeClr val="tx1">
                      <a:lumMod val="65000"/>
                      <a:lumOff val="35000"/>
                    </a:schemeClr>
                  </a:solidFill>
                  <a:latin typeface="Arial"/>
                  <a:ea typeface="阿里巴巴普惠体 Medium"/>
                  <a:cs typeface="阿里巴巴普惠体 Medium"/>
                  <a:sym typeface="Arial"/>
                </a:endParaRPr>
              </a:p>
            </p:txBody>
          </p:sp>
        </p:grpSp>
      </p:grpSp>
    </p:spTree>
    <p:custDataLst>
      <p:tags r:id="R9c91d2c3c1c3466f"/>
    </p:custDataLst>
  </p:cSld>
  <p:clrMapOvr>
    <a:masterClrMapping/>
  </p:clrMapOvr>
  <p:transition advTm="2000">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ppt_x</p:attrName>
                                        </p:attrNameLst>
                                      </p:cBhvr>
                                      <p:tavLst>
                                        <p:tav tm="0">
                                          <p:val>
                                            <p:strVal val="#ppt_x-.2"/>
                                          </p:val>
                                        </p:tav>
                                        <p:tav tm="100000">
                                          <p:val>
                                            <p:strVal val="#ppt_x"/>
                                          </p:val>
                                        </p:tav>
                                      </p:tavLst>
                                    </p:anim>
                                    <p:anim calcmode="lin" valueType="num">
                                      <p:cBhvr>
                                        <p:cTn id="8" dur="1000" fill="hold"/>
                                        <p:tgtEl>
                                          <p:spTgt spid="4"/>
                                        </p:tgtEl>
                                        <p:attrNameLst>
                                          <p:attrName>ppt_y</p:attrName>
                                        </p:attrNameLst>
                                      </p:cBhvr>
                                      <p:tavLst>
                                        <p:tav tm="0">
                                          <p:val>
                                            <p:strVal val="#ppt_y"/>
                                          </p:val>
                                        </p:tav>
                                        <p:tav tm="100000">
                                          <p:val>
                                            <p:strVal val="#ppt_y"/>
                                          </p:val>
                                        </p:tav>
                                      </p:tavLst>
                                    </p:anim>
                                    <p:animEffect transition="in" filter="wipe(right)" prLst="gradientSize: 0.1">
                                      <p:cBhvr>
                                        <p:cTn id="9" dur="1000"/>
                                        <p:tgtEl>
                                          <p:spTgt spid="4"/>
                                        </p:tgtEl>
                                      </p:cBhvr>
                                    </p:animEffect>
                                  </p:childTnLst>
                                </p:cTn>
                              </p:par>
                            </p:childTnLst>
                          </p:cTn>
                        </p:par>
                      </p:childTnLst>
                    </p:cTn>
                  </p:par>
                  <p:par>
                    <p:cTn id="10" fill="hold" nodeType="clickPar">
                      <p:stCondLst>
                        <p:cond delay="indefinite"/>
                      </p:stCondLst>
                      <p:childTnLst>
                        <p:par>
                          <p:cTn id="11" fill="hold" nodeType="afterGroup">
                            <p:stCondLst>
                              <p:cond delay="0"/>
                            </p:stCondLst>
                            <p:childTnLst>
                              <p:par>
                                <p:cTn id="12" presetID="47" presetClass="entr" presetSubtype="0" fill="hold" nodeType="clickEffect">
                                  <p:stCondLst>
                                    <p:cond delay="0"/>
                                  </p:stCondLst>
                                  <p:childTnLst>
                                    <p:set>
                                      <p:cBhvr>
                                        <p:cTn id="13" dur="1" fill="hold">
                                          <p:stCondLst>
                                            <p:cond delay="0"/>
                                          </p:stCondLst>
                                        </p:cTn>
                                        <p:tgtEl>
                                          <p:spTgt spid="32"/>
                                        </p:tgtEl>
                                        <p:attrNameLst>
                                          <p:attrName>style.visibility</p:attrName>
                                        </p:attrNameLst>
                                      </p:cBhvr>
                                      <p:to>
                                        <p:strVal val="visible"/>
                                      </p:to>
                                    </p:set>
                                    <p:animEffect transition="in" filter="fade">
                                      <p:cBhvr>
                                        <p:cTn id="14" dur="1000"/>
                                        <p:tgtEl>
                                          <p:spTgt spid="32"/>
                                        </p:tgtEl>
                                      </p:cBhvr>
                                    </p:animEffect>
                                    <p:anim calcmode="lin" valueType="num">
                                      <p:cBhvr>
                                        <p:cTn id="15" dur="1000" fill="hold"/>
                                        <p:tgtEl>
                                          <p:spTgt spid="32"/>
                                        </p:tgtEl>
                                        <p:attrNameLst>
                                          <p:attrName>ppt_x</p:attrName>
                                        </p:attrNameLst>
                                      </p:cBhvr>
                                      <p:tavLst>
                                        <p:tav tm="0">
                                          <p:val>
                                            <p:strVal val="#ppt_x"/>
                                          </p:val>
                                        </p:tav>
                                        <p:tav tm="100000">
                                          <p:val>
                                            <p:strVal val="#ppt_x"/>
                                          </p:val>
                                        </p:tav>
                                      </p:tavLst>
                                    </p:anim>
                                    <p:anim calcmode="lin" valueType="num">
                                      <p:cBhvr>
                                        <p:cTn id="16"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图形"/>
          <p:cNvGrpSpPr/>
          <p:nvPr/>
        </p:nvGrpSpPr>
        <p:grpSpPr>
          <a:xfrm>
            <a:off x="1" y="300356"/>
            <a:ext cx="3197225" cy="576580"/>
            <a:chOff x="0" y="473"/>
            <a:chExt cx="5035" cy="908"/>
          </a:xfrm>
        </p:grpSpPr>
        <p:sp>
          <p:nvSpPr>
            <p:cNvPr id="2" name="图形"/>
            <p:cNvSpPr/>
            <p:nvPr>
              <p:custDataLst>
                <p:tags r:id="R13a2dfbc50864d6d"/>
              </p:custDataLst>
            </p:nvPr>
          </p:nvSpPr>
          <p:spPr>
            <a:xfrm rot="5400000">
              <a:off x="361" y="112"/>
              <a:ext cx="908" cy="1630"/>
            </a:xfrm>
            <a:prstGeom prst="round2SameRect">
              <a:avLst>
                <a:gd name="adj1" fmla="val 50000"/>
                <a:gd name="adj2" fmla="val 0"/>
              </a:avLst>
            </a:prstGeom>
            <a:solidFill>
              <a:srgbClr val="B4000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ltLang="zh-CN">
                <a:latin typeface="Arial"/>
                <a:ea typeface="阿里巴巴普惠体 Medium"/>
                <a:cs typeface="阿里巴巴普惠体 Medium"/>
                <a:sym typeface="Arial"/>
              </a:endParaRPr>
            </a:p>
          </p:txBody>
        </p:sp>
        <p:sp>
          <p:nvSpPr>
            <p:cNvPr id="3" name="图形"/>
            <p:cNvSpPr txBox="1"/>
            <p:nvPr>
              <p:custDataLst>
                <p:tags r:id="Rec327d30febb4b81"/>
              </p:custDataLst>
            </p:nvPr>
          </p:nvSpPr>
          <p:spPr>
            <a:xfrm>
              <a:off x="340" y="540"/>
              <a:ext cx="951" cy="775"/>
            </a:xfrm>
            <a:prstGeom prst="rect">
              <a:avLst/>
            </a:prstGeom>
            <a:noFill/>
          </p:spPr>
          <p:txBody>
            <a:bodyPr wrap="square" lIns="0" tIns="0" rIns="0" bIns="0" rtlCol="0">
              <a:spAutoFit/>
            </a:bodyPr>
            <a:lstStyle/>
            <a:p>
              <a:pPr algn="ctr">
                <a:lnSpc>
                  <a:spcPct val="100000"/>
                </a:lnSpc>
              </a:pPr>
              <a:r>
                <a:rPr lang="en-US" altLang="zh-CN" sz="3200" noProof="0">
                  <a:ln>
                    <a:noFill/>
                  </a:ln>
                  <a:solidFill>
                    <a:schemeClr val="bg1"/>
                  </a:solidFill>
                  <a:effectLst/>
                  <a:uLnTx/>
                  <a:uFillTx/>
                  <a:latin typeface="Arial"/>
                  <a:ea typeface="阿里巴巴普惠体 Medium"/>
                  <a:cs typeface="阿里巴巴普惠体 Medium"/>
                  <a:sym typeface="Arial"/>
                </a:rPr>
                <a:t>04</a:t>
              </a:r>
            </a:p>
          </p:txBody>
        </p:sp>
        <p:sp>
          <p:nvSpPr>
            <p:cNvPr id="29" name="图形"/>
            <p:cNvSpPr txBox="1"/>
            <p:nvPr>
              <p:custDataLst>
                <p:tags r:id="Rb9e27775729f4953"/>
              </p:custDataLst>
            </p:nvPr>
          </p:nvSpPr>
          <p:spPr>
            <a:xfrm>
              <a:off x="1878" y="491"/>
              <a:ext cx="3157" cy="872"/>
            </a:xfrm>
            <a:prstGeom prst="rect">
              <a:avLst/>
            </a:prstGeom>
            <a:noFill/>
          </p:spPr>
          <p:txBody>
            <a:bodyPr wrap="square" lIns="0" tIns="0" rIns="0" bIns="0" rtlCol="0">
              <a:spAutoFit/>
            </a:bodyPr>
            <a:lstStyle/>
            <a:p>
              <a:pPr algn="dist">
                <a:lnSpc>
                  <a:spcPct val="100000"/>
                </a:lnSpc>
              </a:pPr>
              <a:r>
                <a:rPr lang="zh-CN" altLang="en-US" sz="3600" noProof="0">
                  <a:ln>
                    <a:noFill/>
                  </a:ln>
                  <a:solidFill>
                    <a:schemeClr val="tx1">
                      <a:lumMod val="75000"/>
                      <a:lumOff val="25000"/>
                    </a:schemeClr>
                  </a:solidFill>
                  <a:effectLst/>
                  <a:uLnTx/>
                  <a:uFillTx/>
                  <a:latin typeface="Arial"/>
                  <a:ea typeface="阿里巴巴普惠体 Medium"/>
                  <a:cs typeface="阿里巴巴普惠体 Medium"/>
                  <a:sym typeface="Arial"/>
                </a:rPr>
                <a:t>氛围布置</a:t>
              </a:r>
            </a:p>
          </p:txBody>
        </p:sp>
      </p:grpSp>
      <p:grpSp>
        <p:nvGrpSpPr>
          <p:cNvPr id="18" name="图形"/>
          <p:cNvGrpSpPr/>
          <p:nvPr/>
        </p:nvGrpSpPr>
        <p:grpSpPr>
          <a:xfrm>
            <a:off x="989331" y="2160271"/>
            <a:ext cx="10200640" cy="3316605"/>
            <a:chOff x="1432" y="2970"/>
            <a:chExt cx="16064" cy="5223"/>
          </a:xfrm>
        </p:grpSpPr>
        <p:sp>
          <p:nvSpPr>
            <p:cNvPr id="6" name="图形"/>
            <p:cNvSpPr/>
            <p:nvPr>
              <p:custDataLst>
                <p:tags r:id="R356ccbe5578547eb"/>
              </p:custDataLst>
            </p:nvPr>
          </p:nvSpPr>
          <p:spPr>
            <a:xfrm>
              <a:off x="1432" y="2970"/>
              <a:ext cx="2732" cy="5223"/>
            </a:xfrm>
            <a:custGeom>
              <a:avLst/>
              <a:gdLst>
                <a:gd name="connsiteX0" fmla="*/ 0 w 2230734"/>
                <a:gd name="connsiteY0" fmla="*/ 0 h 3396343"/>
                <a:gd name="connsiteX1" fmla="*/ 2230734 w 2230734"/>
                <a:gd name="connsiteY1" fmla="*/ 0 h 3396343"/>
                <a:gd name="connsiteX2" fmla="*/ 2230734 w 2230734"/>
                <a:gd name="connsiteY2" fmla="*/ 3396343 h 3396343"/>
                <a:gd name="connsiteX3" fmla="*/ 0 w 2230734"/>
                <a:gd name="connsiteY3" fmla="*/ 3396343 h 3396343"/>
                <a:gd name="connsiteX4" fmla="*/ 0 w 2230734"/>
                <a:gd name="connsiteY4" fmla="*/ 0 h 3396343"/>
                <a:gd name="connsiteX0-1" fmla="*/ 0 w 2230734"/>
                <a:gd name="connsiteY0-2" fmla="*/ 0 h 3396343"/>
                <a:gd name="connsiteX1-3" fmla="*/ 2220685 w 2230734"/>
                <a:gd name="connsiteY1-4" fmla="*/ 633046 h 3396343"/>
                <a:gd name="connsiteX2-5" fmla="*/ 2230734 w 2230734"/>
                <a:gd name="connsiteY2-6" fmla="*/ 3396343 h 3396343"/>
                <a:gd name="connsiteX3-7" fmla="*/ 0 w 2230734"/>
                <a:gd name="connsiteY3-8" fmla="*/ 3396343 h 3396343"/>
                <a:gd name="connsiteX4-9" fmla="*/ 0 w 2230734"/>
                <a:gd name="connsiteY4-10" fmla="*/ 0 h 3396343"/>
                <a:gd name="connsiteX0-11" fmla="*/ 0 w 2230734"/>
                <a:gd name="connsiteY0-12" fmla="*/ 0 h 3396343"/>
                <a:gd name="connsiteX1-13" fmla="*/ 2220685 w 2230734"/>
                <a:gd name="connsiteY1-14" fmla="*/ 633046 h 3396343"/>
                <a:gd name="connsiteX2-15" fmla="*/ 2230734 w 2230734"/>
                <a:gd name="connsiteY2-16" fmla="*/ 2662813 h 3396343"/>
                <a:gd name="connsiteX3-17" fmla="*/ 0 w 2230734"/>
                <a:gd name="connsiteY3-18" fmla="*/ 3396343 h 3396343"/>
                <a:gd name="connsiteX4-19" fmla="*/ 0 w 2230734"/>
                <a:gd name="connsiteY4-20" fmla="*/ 0 h 3396343"/>
              </a:gdLst>
              <a:ahLst/>
              <a:cxnLst>
                <a:cxn ang="0">
                  <a:pos x="connsiteX0-11" y="connsiteY0-12"/>
                </a:cxn>
                <a:cxn ang="0">
                  <a:pos x="connsiteX1-13" y="connsiteY1-14"/>
                </a:cxn>
                <a:cxn ang="0">
                  <a:pos x="connsiteX2-15" y="connsiteY2-16"/>
                </a:cxn>
                <a:cxn ang="0">
                  <a:pos x="connsiteX3-17" y="connsiteY3-18"/>
                </a:cxn>
                <a:cxn ang="0">
                  <a:pos x="connsiteX4-19" y="connsiteY4-20"/>
                </a:cxn>
              </a:cxnLst>
              <a:rect l="l" t="t" r="r" b="b"/>
              <a:pathLst>
                <a:path w="2230734" h="3396343">
                  <a:moveTo>
                    <a:pt x="0" y="0"/>
                  </a:moveTo>
                  <a:lnTo>
                    <a:pt x="2220685" y="633046"/>
                  </a:lnTo>
                  <a:cubicBezTo>
                    <a:pt x="2224035" y="1554145"/>
                    <a:pt x="2227384" y="1741714"/>
                    <a:pt x="2230734" y="2662813"/>
                  </a:cubicBezTo>
                  <a:lnTo>
                    <a:pt x="0" y="3396343"/>
                  </a:lnTo>
                  <a:lnTo>
                    <a:pt x="0" y="0"/>
                  </a:lnTo>
                  <a:close/>
                </a:path>
              </a:pathLst>
            </a:custGeom>
            <a:solidFill>
              <a:srgbClr val="8A000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ct val="0"/>
                </a:spcBef>
                <a:spcAft>
                  <a:spcPct val="0"/>
                </a:spcAft>
                <a:defRPr/>
              </a:pPr>
              <a:endParaRPr lang="zh-CN" altLang="en-US" sz="2000">
                <a:solidFill>
                  <a:prstClr val="white"/>
                </a:solidFill>
                <a:latin typeface="Arial"/>
                <a:ea typeface="阿里巴巴普惠体 Medium"/>
                <a:cs typeface="阿里巴巴普惠体 Medium"/>
                <a:sym typeface="Arial"/>
              </a:endParaRPr>
            </a:p>
          </p:txBody>
        </p:sp>
        <p:sp>
          <p:nvSpPr>
            <p:cNvPr id="7" name="图形"/>
            <p:cNvSpPr/>
            <p:nvPr>
              <p:custDataLst>
                <p:tags r:id="Refa878ebbe154bb8"/>
              </p:custDataLst>
            </p:nvPr>
          </p:nvSpPr>
          <p:spPr>
            <a:xfrm>
              <a:off x="4379" y="2970"/>
              <a:ext cx="2732" cy="5223"/>
            </a:xfrm>
            <a:custGeom>
              <a:avLst/>
              <a:gdLst>
                <a:gd name="connsiteX0" fmla="*/ 0 w 2230734"/>
                <a:gd name="connsiteY0" fmla="*/ 0 h 3396343"/>
                <a:gd name="connsiteX1" fmla="*/ 2230734 w 2230734"/>
                <a:gd name="connsiteY1" fmla="*/ 0 h 3396343"/>
                <a:gd name="connsiteX2" fmla="*/ 2230734 w 2230734"/>
                <a:gd name="connsiteY2" fmla="*/ 3396343 h 3396343"/>
                <a:gd name="connsiteX3" fmla="*/ 0 w 2230734"/>
                <a:gd name="connsiteY3" fmla="*/ 3396343 h 3396343"/>
                <a:gd name="connsiteX4" fmla="*/ 0 w 2230734"/>
                <a:gd name="connsiteY4" fmla="*/ 0 h 3396343"/>
                <a:gd name="connsiteX0-1" fmla="*/ 0 w 2230734"/>
                <a:gd name="connsiteY0-2" fmla="*/ 0 h 3396343"/>
                <a:gd name="connsiteX1-3" fmla="*/ 2220685 w 2230734"/>
                <a:gd name="connsiteY1-4" fmla="*/ 633046 h 3396343"/>
                <a:gd name="connsiteX2-5" fmla="*/ 2230734 w 2230734"/>
                <a:gd name="connsiteY2-6" fmla="*/ 3396343 h 3396343"/>
                <a:gd name="connsiteX3-7" fmla="*/ 0 w 2230734"/>
                <a:gd name="connsiteY3-8" fmla="*/ 3396343 h 3396343"/>
                <a:gd name="connsiteX4-9" fmla="*/ 0 w 2230734"/>
                <a:gd name="connsiteY4-10" fmla="*/ 0 h 3396343"/>
                <a:gd name="connsiteX0-11" fmla="*/ 0 w 2230734"/>
                <a:gd name="connsiteY0-12" fmla="*/ 0 h 3396343"/>
                <a:gd name="connsiteX1-13" fmla="*/ 2220685 w 2230734"/>
                <a:gd name="connsiteY1-14" fmla="*/ 633046 h 3396343"/>
                <a:gd name="connsiteX2-15" fmla="*/ 2230734 w 2230734"/>
                <a:gd name="connsiteY2-16" fmla="*/ 2662813 h 3396343"/>
                <a:gd name="connsiteX3-17" fmla="*/ 0 w 2230734"/>
                <a:gd name="connsiteY3-18" fmla="*/ 3396343 h 3396343"/>
                <a:gd name="connsiteX4-19" fmla="*/ 0 w 2230734"/>
                <a:gd name="connsiteY4-20" fmla="*/ 0 h 3396343"/>
              </a:gdLst>
              <a:ahLst/>
              <a:cxnLst>
                <a:cxn ang="0">
                  <a:pos x="connsiteX0-11" y="connsiteY0-12"/>
                </a:cxn>
                <a:cxn ang="0">
                  <a:pos x="connsiteX1-13" y="connsiteY1-14"/>
                </a:cxn>
                <a:cxn ang="0">
                  <a:pos x="connsiteX2-15" y="connsiteY2-16"/>
                </a:cxn>
                <a:cxn ang="0">
                  <a:pos x="connsiteX3-17" y="connsiteY3-18"/>
                </a:cxn>
                <a:cxn ang="0">
                  <a:pos x="connsiteX4-19" y="connsiteY4-20"/>
                </a:cxn>
              </a:cxnLst>
              <a:rect l="l" t="t" r="r" b="b"/>
              <a:pathLst>
                <a:path w="2230734" h="3396343">
                  <a:moveTo>
                    <a:pt x="0" y="0"/>
                  </a:moveTo>
                  <a:lnTo>
                    <a:pt x="2220685" y="633046"/>
                  </a:lnTo>
                  <a:cubicBezTo>
                    <a:pt x="2224035" y="1554145"/>
                    <a:pt x="2227384" y="1741714"/>
                    <a:pt x="2230734" y="2662813"/>
                  </a:cubicBezTo>
                  <a:lnTo>
                    <a:pt x="0" y="3396343"/>
                  </a:lnTo>
                  <a:lnTo>
                    <a:pt x="0" y="0"/>
                  </a:lnTo>
                  <a:close/>
                </a:path>
              </a:pathLst>
            </a:custGeom>
            <a:solidFill>
              <a:srgbClr val="B4000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ct val="0"/>
                </a:spcBef>
                <a:spcAft>
                  <a:spcPct val="0"/>
                </a:spcAft>
                <a:defRPr/>
              </a:pPr>
              <a:endParaRPr lang="zh-CN" altLang="en-US" sz="2000">
                <a:solidFill>
                  <a:prstClr val="white"/>
                </a:solidFill>
                <a:latin typeface="Arial"/>
                <a:ea typeface="阿里巴巴普惠体 Medium"/>
                <a:cs typeface="阿里巴巴普惠体 Medium"/>
                <a:sym typeface="Arial"/>
              </a:endParaRPr>
            </a:p>
          </p:txBody>
        </p:sp>
        <p:sp>
          <p:nvSpPr>
            <p:cNvPr id="12" name="图形"/>
            <p:cNvSpPr/>
            <p:nvPr>
              <p:custDataLst>
                <p:tags r:id="R4381297d316e4fcd"/>
              </p:custDataLst>
            </p:nvPr>
          </p:nvSpPr>
          <p:spPr>
            <a:xfrm>
              <a:off x="7408" y="2970"/>
              <a:ext cx="2732" cy="5223"/>
            </a:xfrm>
            <a:custGeom>
              <a:avLst/>
              <a:gdLst>
                <a:gd name="connsiteX0" fmla="*/ 0 w 2230734"/>
                <a:gd name="connsiteY0" fmla="*/ 0 h 3396343"/>
                <a:gd name="connsiteX1" fmla="*/ 2230734 w 2230734"/>
                <a:gd name="connsiteY1" fmla="*/ 0 h 3396343"/>
                <a:gd name="connsiteX2" fmla="*/ 2230734 w 2230734"/>
                <a:gd name="connsiteY2" fmla="*/ 3396343 h 3396343"/>
                <a:gd name="connsiteX3" fmla="*/ 0 w 2230734"/>
                <a:gd name="connsiteY3" fmla="*/ 3396343 h 3396343"/>
                <a:gd name="connsiteX4" fmla="*/ 0 w 2230734"/>
                <a:gd name="connsiteY4" fmla="*/ 0 h 3396343"/>
                <a:gd name="connsiteX0-1" fmla="*/ 0 w 2230734"/>
                <a:gd name="connsiteY0-2" fmla="*/ 0 h 3396343"/>
                <a:gd name="connsiteX1-3" fmla="*/ 2220685 w 2230734"/>
                <a:gd name="connsiteY1-4" fmla="*/ 633046 h 3396343"/>
                <a:gd name="connsiteX2-5" fmla="*/ 2230734 w 2230734"/>
                <a:gd name="connsiteY2-6" fmla="*/ 3396343 h 3396343"/>
                <a:gd name="connsiteX3-7" fmla="*/ 0 w 2230734"/>
                <a:gd name="connsiteY3-8" fmla="*/ 3396343 h 3396343"/>
                <a:gd name="connsiteX4-9" fmla="*/ 0 w 2230734"/>
                <a:gd name="connsiteY4-10" fmla="*/ 0 h 3396343"/>
                <a:gd name="connsiteX0-11" fmla="*/ 0 w 2230734"/>
                <a:gd name="connsiteY0-12" fmla="*/ 0 h 3396343"/>
                <a:gd name="connsiteX1-13" fmla="*/ 2220685 w 2230734"/>
                <a:gd name="connsiteY1-14" fmla="*/ 633046 h 3396343"/>
                <a:gd name="connsiteX2-15" fmla="*/ 2230734 w 2230734"/>
                <a:gd name="connsiteY2-16" fmla="*/ 2662813 h 3396343"/>
                <a:gd name="connsiteX3-17" fmla="*/ 0 w 2230734"/>
                <a:gd name="connsiteY3-18" fmla="*/ 3396343 h 3396343"/>
                <a:gd name="connsiteX4-19" fmla="*/ 0 w 2230734"/>
                <a:gd name="connsiteY4-20" fmla="*/ 0 h 3396343"/>
              </a:gdLst>
              <a:ahLst/>
              <a:cxnLst>
                <a:cxn ang="0">
                  <a:pos x="connsiteX0-11" y="connsiteY0-12"/>
                </a:cxn>
                <a:cxn ang="0">
                  <a:pos x="connsiteX1-13" y="connsiteY1-14"/>
                </a:cxn>
                <a:cxn ang="0">
                  <a:pos x="connsiteX2-15" y="connsiteY2-16"/>
                </a:cxn>
                <a:cxn ang="0">
                  <a:pos x="connsiteX3-17" y="connsiteY3-18"/>
                </a:cxn>
                <a:cxn ang="0">
                  <a:pos x="connsiteX4-19" y="connsiteY4-20"/>
                </a:cxn>
              </a:cxnLst>
              <a:rect l="l" t="t" r="r" b="b"/>
              <a:pathLst>
                <a:path w="2230734" h="3396343">
                  <a:moveTo>
                    <a:pt x="0" y="0"/>
                  </a:moveTo>
                  <a:lnTo>
                    <a:pt x="2220685" y="633046"/>
                  </a:lnTo>
                  <a:cubicBezTo>
                    <a:pt x="2224035" y="1554145"/>
                    <a:pt x="2227384" y="1741714"/>
                    <a:pt x="2230734" y="2662813"/>
                  </a:cubicBezTo>
                  <a:lnTo>
                    <a:pt x="0" y="3396343"/>
                  </a:lnTo>
                  <a:lnTo>
                    <a:pt x="0" y="0"/>
                  </a:lnTo>
                  <a:close/>
                </a:path>
              </a:pathLst>
            </a:custGeom>
            <a:solidFill>
              <a:srgbClr val="8A000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ct val="0"/>
                </a:spcBef>
                <a:spcAft>
                  <a:spcPct val="0"/>
                </a:spcAft>
                <a:defRPr/>
              </a:pPr>
              <a:endParaRPr lang="zh-CN" altLang="en-US" sz="2000">
                <a:solidFill>
                  <a:prstClr val="white"/>
                </a:solidFill>
                <a:latin typeface="Arial"/>
                <a:ea typeface="阿里巴巴普惠体 Medium"/>
                <a:cs typeface="阿里巴巴普惠体 Medium"/>
                <a:sym typeface="Arial"/>
              </a:endParaRPr>
            </a:p>
          </p:txBody>
        </p:sp>
        <p:sp>
          <p:nvSpPr>
            <p:cNvPr id="27" name="图形"/>
            <p:cNvSpPr/>
            <p:nvPr>
              <p:custDataLst>
                <p:tags r:id="R499330b773de4ad2"/>
              </p:custDataLst>
            </p:nvPr>
          </p:nvSpPr>
          <p:spPr bwMode="auto">
            <a:xfrm>
              <a:off x="8447" y="5112"/>
              <a:ext cx="940" cy="940"/>
            </a:xfrm>
            <a:custGeom>
              <a:avLst/>
              <a:gdLst>
                <a:gd name="T0" fmla="*/ 883582 w 2298700"/>
                <a:gd name="T1" fmla="*/ 1295872 h 2298700"/>
                <a:gd name="T2" fmla="*/ 899660 w 2298700"/>
                <a:gd name="T3" fmla="*/ 1824434 h 2298700"/>
                <a:gd name="T4" fmla="*/ 870674 w 2298700"/>
                <a:gd name="T5" fmla="*/ 1867800 h 2298700"/>
                <a:gd name="T6" fmla="*/ 472571 w 2298700"/>
                <a:gd name="T7" fmla="*/ 1870524 h 2298700"/>
                <a:gd name="T8" fmla="*/ 439282 w 2298700"/>
                <a:gd name="T9" fmla="*/ 1829883 h 2298700"/>
                <a:gd name="T10" fmla="*/ 450831 w 2298700"/>
                <a:gd name="T11" fmla="*/ 1299959 h 2298700"/>
                <a:gd name="T12" fmla="*/ 1168971 w 2298700"/>
                <a:gd name="T13" fmla="*/ 903287 h 2298700"/>
                <a:gd name="T14" fmla="*/ 1561900 w 2298700"/>
                <a:gd name="T15" fmla="*/ 923717 h 2298700"/>
                <a:gd name="T16" fmla="*/ 1573443 w 2298700"/>
                <a:gd name="T17" fmla="*/ 1829892 h 2298700"/>
                <a:gd name="T18" fmla="*/ 1540624 w 2298700"/>
                <a:gd name="T19" fmla="*/ 1870524 h 2298700"/>
                <a:gd name="T20" fmla="*/ 1142262 w 2298700"/>
                <a:gd name="T21" fmla="*/ 1867800 h 2298700"/>
                <a:gd name="T22" fmla="*/ 1113291 w 2298700"/>
                <a:gd name="T23" fmla="*/ 1824444 h 2298700"/>
                <a:gd name="T24" fmla="*/ 1129361 w 2298700"/>
                <a:gd name="T25" fmla="*/ 919404 h 2298700"/>
                <a:gd name="T26" fmla="*/ 2191940 w 2298700"/>
                <a:gd name="T27" fmla="*/ 450850 h 2298700"/>
                <a:gd name="T28" fmla="*/ 2238385 w 2298700"/>
                <a:gd name="T29" fmla="*/ 475582 h 2298700"/>
                <a:gd name="T30" fmla="*/ 2245636 w 2298700"/>
                <a:gd name="T31" fmla="*/ 1835358 h 2298700"/>
                <a:gd name="T32" fmla="*/ 2208706 w 2298700"/>
                <a:gd name="T33" fmla="*/ 1872115 h 2298700"/>
                <a:gd name="T34" fmla="*/ 1810633 w 2298700"/>
                <a:gd name="T35" fmla="*/ 1865309 h 2298700"/>
                <a:gd name="T36" fmla="*/ 1785938 w 2298700"/>
                <a:gd name="T37" fmla="*/ 1818568 h 2298700"/>
                <a:gd name="T38" fmla="*/ 1806329 w 2298700"/>
                <a:gd name="T39" fmla="*/ 463556 h 2298700"/>
                <a:gd name="T40" fmla="*/ 1464870 w 2298700"/>
                <a:gd name="T41" fmla="*/ 38100 h 2298700"/>
                <a:gd name="T42" fmla="*/ 1493876 w 2298700"/>
                <a:gd name="T43" fmla="*/ 48317 h 2298700"/>
                <a:gd name="T44" fmla="*/ 1512005 w 2298700"/>
                <a:gd name="T45" fmla="*/ 72609 h 2298700"/>
                <a:gd name="T46" fmla="*/ 1540105 w 2298700"/>
                <a:gd name="T47" fmla="*/ 509198 h 2298700"/>
                <a:gd name="T48" fmla="*/ 1503847 w 2298700"/>
                <a:gd name="T49" fmla="*/ 543253 h 2298700"/>
                <a:gd name="T50" fmla="*/ 1459205 w 2298700"/>
                <a:gd name="T51" fmla="*/ 535761 h 2298700"/>
                <a:gd name="T52" fmla="*/ 1437677 w 2298700"/>
                <a:gd name="T53" fmla="*/ 503749 h 2298700"/>
                <a:gd name="T54" fmla="*/ 1348845 w 2298700"/>
                <a:gd name="T55" fmla="*/ 357311 h 2298700"/>
                <a:gd name="T56" fmla="*/ 1214465 w 2298700"/>
                <a:gd name="T57" fmla="*/ 507608 h 2298700"/>
                <a:gd name="T58" fmla="*/ 1010062 w 2298700"/>
                <a:gd name="T59" fmla="*/ 669711 h 2298700"/>
                <a:gd name="T60" fmla="*/ 834212 w 2298700"/>
                <a:gd name="T61" fmla="*/ 763477 h 2298700"/>
                <a:gd name="T62" fmla="*/ 682609 w 2298700"/>
                <a:gd name="T63" fmla="*/ 817965 h 2298700"/>
                <a:gd name="T64" fmla="*/ 523528 w 2298700"/>
                <a:gd name="T65" fmla="*/ 852928 h 2298700"/>
                <a:gd name="T66" fmla="*/ 404104 w 2298700"/>
                <a:gd name="T67" fmla="*/ 862464 h 2298700"/>
                <a:gd name="T68" fmla="*/ 374191 w 2298700"/>
                <a:gd name="T69" fmla="*/ 838852 h 2298700"/>
                <a:gd name="T70" fmla="*/ 369206 w 2298700"/>
                <a:gd name="T71" fmla="*/ 795034 h 2298700"/>
                <a:gd name="T72" fmla="*/ 405237 w 2298700"/>
                <a:gd name="T73" fmla="*/ 760071 h 2298700"/>
                <a:gd name="T74" fmla="*/ 535765 w 2298700"/>
                <a:gd name="T75" fmla="*/ 742589 h 2298700"/>
                <a:gd name="T76" fmla="*/ 679890 w 2298700"/>
                <a:gd name="T77" fmla="*/ 706945 h 2298700"/>
                <a:gd name="T78" fmla="*/ 816536 w 2298700"/>
                <a:gd name="T79" fmla="*/ 654273 h 2298700"/>
                <a:gd name="T80" fmla="*/ 989667 w 2298700"/>
                <a:gd name="T81" fmla="*/ 554832 h 2298700"/>
                <a:gd name="T82" fmla="*/ 1171862 w 2298700"/>
                <a:gd name="T83" fmla="*/ 398859 h 2298700"/>
                <a:gd name="T84" fmla="*/ 1282675 w 2298700"/>
                <a:gd name="T85" fmla="*/ 267178 h 2298700"/>
                <a:gd name="T86" fmla="*/ 1087110 w 2298700"/>
                <a:gd name="T87" fmla="*/ 283979 h 2298700"/>
                <a:gd name="T88" fmla="*/ 1044054 w 2298700"/>
                <a:gd name="T89" fmla="*/ 259005 h 2298700"/>
                <a:gd name="T90" fmla="*/ 1040654 w 2298700"/>
                <a:gd name="T91" fmla="*/ 208376 h 2298700"/>
                <a:gd name="T92" fmla="*/ 1446288 w 2298700"/>
                <a:gd name="T93" fmla="*/ 40370 h 2298700"/>
                <a:gd name="T94" fmla="*/ 128386 w 2298700"/>
                <a:gd name="T95" fmla="*/ 3403 h 2298700"/>
                <a:gd name="T96" fmla="*/ 171711 w 2298700"/>
                <a:gd name="T97" fmla="*/ 26993 h 2298700"/>
                <a:gd name="T98" fmla="*/ 199157 w 2298700"/>
                <a:gd name="T99" fmla="*/ 67596 h 2298700"/>
                <a:gd name="T100" fmla="*/ 2201163 w 2298700"/>
                <a:gd name="T101" fmla="*/ 2093192 h 2298700"/>
                <a:gd name="T102" fmla="*/ 2249251 w 2298700"/>
                <a:gd name="T103" fmla="*/ 2107936 h 2298700"/>
                <a:gd name="T104" fmla="*/ 2283729 w 2298700"/>
                <a:gd name="T105" fmla="*/ 2142414 h 2298700"/>
                <a:gd name="T106" fmla="*/ 2298473 w 2298700"/>
                <a:gd name="T107" fmla="*/ 2190729 h 2298700"/>
                <a:gd name="T108" fmla="*/ 2288720 w 2298700"/>
                <a:gd name="T109" fmla="*/ 2240405 h 2298700"/>
                <a:gd name="T110" fmla="*/ 2257417 w 2298700"/>
                <a:gd name="T111" fmla="*/ 2278059 h 2298700"/>
                <a:gd name="T112" fmla="*/ 2211597 w 2298700"/>
                <a:gd name="T113" fmla="*/ 2297566 h 2298700"/>
                <a:gd name="T114" fmla="*/ 72132 w 2298700"/>
                <a:gd name="T115" fmla="*/ 2294164 h 2298700"/>
                <a:gd name="T116" fmla="*/ 29715 w 2298700"/>
                <a:gd name="T117" fmla="*/ 2268532 h 2298700"/>
                <a:gd name="T118" fmla="*/ 4537 w 2298700"/>
                <a:gd name="T119" fmla="*/ 2226568 h 2298700"/>
                <a:gd name="T120" fmla="*/ 907 w 2298700"/>
                <a:gd name="T121" fmla="*/ 87330 h 2298700"/>
                <a:gd name="T122" fmla="*/ 20188 w 2298700"/>
                <a:gd name="T123" fmla="*/ 41510 h 2298700"/>
                <a:gd name="T124" fmla="*/ 57842 w 2298700"/>
                <a:gd name="T125" fmla="*/ 10434 h 22987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98700" h="2298700">
                  <a:moveTo>
                    <a:pt x="494084" y="1279525"/>
                  </a:moveTo>
                  <a:lnTo>
                    <a:pt x="844179" y="1279525"/>
                  </a:lnTo>
                  <a:lnTo>
                    <a:pt x="849841" y="1279752"/>
                  </a:lnTo>
                  <a:lnTo>
                    <a:pt x="855502" y="1280660"/>
                  </a:lnTo>
                  <a:lnTo>
                    <a:pt x="860710" y="1282023"/>
                  </a:lnTo>
                  <a:lnTo>
                    <a:pt x="865692" y="1283839"/>
                  </a:lnTo>
                  <a:lnTo>
                    <a:pt x="870674" y="1286109"/>
                  </a:lnTo>
                  <a:lnTo>
                    <a:pt x="875203" y="1289061"/>
                  </a:lnTo>
                  <a:lnTo>
                    <a:pt x="879732" y="1292467"/>
                  </a:lnTo>
                  <a:lnTo>
                    <a:pt x="883582" y="1295872"/>
                  </a:lnTo>
                  <a:lnTo>
                    <a:pt x="887205" y="1299959"/>
                  </a:lnTo>
                  <a:lnTo>
                    <a:pt x="890602" y="1304273"/>
                  </a:lnTo>
                  <a:lnTo>
                    <a:pt x="893320" y="1308814"/>
                  </a:lnTo>
                  <a:lnTo>
                    <a:pt x="895584" y="1313809"/>
                  </a:lnTo>
                  <a:lnTo>
                    <a:pt x="897396" y="1319031"/>
                  </a:lnTo>
                  <a:lnTo>
                    <a:pt x="898981" y="1324480"/>
                  </a:lnTo>
                  <a:lnTo>
                    <a:pt x="899660" y="1329702"/>
                  </a:lnTo>
                  <a:lnTo>
                    <a:pt x="900113" y="1335378"/>
                  </a:lnTo>
                  <a:lnTo>
                    <a:pt x="900113" y="1818531"/>
                  </a:lnTo>
                  <a:lnTo>
                    <a:pt x="899660" y="1824434"/>
                  </a:lnTo>
                  <a:lnTo>
                    <a:pt x="898981" y="1829883"/>
                  </a:lnTo>
                  <a:lnTo>
                    <a:pt x="897396" y="1835332"/>
                  </a:lnTo>
                  <a:lnTo>
                    <a:pt x="895584" y="1840554"/>
                  </a:lnTo>
                  <a:lnTo>
                    <a:pt x="893320" y="1845322"/>
                  </a:lnTo>
                  <a:lnTo>
                    <a:pt x="890602" y="1850090"/>
                  </a:lnTo>
                  <a:lnTo>
                    <a:pt x="887205" y="1854404"/>
                  </a:lnTo>
                  <a:lnTo>
                    <a:pt x="883582" y="1858264"/>
                  </a:lnTo>
                  <a:lnTo>
                    <a:pt x="879732" y="1861897"/>
                  </a:lnTo>
                  <a:lnTo>
                    <a:pt x="875203" y="1865302"/>
                  </a:lnTo>
                  <a:lnTo>
                    <a:pt x="870674" y="1867800"/>
                  </a:lnTo>
                  <a:lnTo>
                    <a:pt x="865692" y="1870524"/>
                  </a:lnTo>
                  <a:lnTo>
                    <a:pt x="860710" y="1872114"/>
                  </a:lnTo>
                  <a:lnTo>
                    <a:pt x="855502" y="1873476"/>
                  </a:lnTo>
                  <a:lnTo>
                    <a:pt x="849841" y="1874611"/>
                  </a:lnTo>
                  <a:lnTo>
                    <a:pt x="844179" y="1874838"/>
                  </a:lnTo>
                  <a:lnTo>
                    <a:pt x="494084" y="1874838"/>
                  </a:lnTo>
                  <a:lnTo>
                    <a:pt x="488423" y="1874611"/>
                  </a:lnTo>
                  <a:lnTo>
                    <a:pt x="482761" y="1873476"/>
                  </a:lnTo>
                  <a:lnTo>
                    <a:pt x="477326" y="1872114"/>
                  </a:lnTo>
                  <a:lnTo>
                    <a:pt x="472571" y="1870524"/>
                  </a:lnTo>
                  <a:lnTo>
                    <a:pt x="467589" y="1867800"/>
                  </a:lnTo>
                  <a:lnTo>
                    <a:pt x="463060" y="1865302"/>
                  </a:lnTo>
                  <a:lnTo>
                    <a:pt x="458531" y="1861897"/>
                  </a:lnTo>
                  <a:lnTo>
                    <a:pt x="454455" y="1858264"/>
                  </a:lnTo>
                  <a:lnTo>
                    <a:pt x="450831" y="1854404"/>
                  </a:lnTo>
                  <a:lnTo>
                    <a:pt x="447661" y="1850090"/>
                  </a:lnTo>
                  <a:lnTo>
                    <a:pt x="444944" y="1845322"/>
                  </a:lnTo>
                  <a:lnTo>
                    <a:pt x="442679" y="1840554"/>
                  </a:lnTo>
                  <a:lnTo>
                    <a:pt x="440868" y="1835332"/>
                  </a:lnTo>
                  <a:lnTo>
                    <a:pt x="439282" y="1829883"/>
                  </a:lnTo>
                  <a:lnTo>
                    <a:pt x="438603" y="1824434"/>
                  </a:lnTo>
                  <a:lnTo>
                    <a:pt x="438150" y="1818531"/>
                  </a:lnTo>
                  <a:lnTo>
                    <a:pt x="438150" y="1335378"/>
                  </a:lnTo>
                  <a:lnTo>
                    <a:pt x="438603" y="1329702"/>
                  </a:lnTo>
                  <a:lnTo>
                    <a:pt x="439282" y="1324480"/>
                  </a:lnTo>
                  <a:lnTo>
                    <a:pt x="440868" y="1319031"/>
                  </a:lnTo>
                  <a:lnTo>
                    <a:pt x="442679" y="1313809"/>
                  </a:lnTo>
                  <a:lnTo>
                    <a:pt x="444944" y="1308814"/>
                  </a:lnTo>
                  <a:lnTo>
                    <a:pt x="447661" y="1304273"/>
                  </a:lnTo>
                  <a:lnTo>
                    <a:pt x="450831" y="1299959"/>
                  </a:lnTo>
                  <a:lnTo>
                    <a:pt x="454455" y="1295872"/>
                  </a:lnTo>
                  <a:lnTo>
                    <a:pt x="458531" y="1292467"/>
                  </a:lnTo>
                  <a:lnTo>
                    <a:pt x="463060" y="1289061"/>
                  </a:lnTo>
                  <a:lnTo>
                    <a:pt x="467589" y="1286109"/>
                  </a:lnTo>
                  <a:lnTo>
                    <a:pt x="472571" y="1283839"/>
                  </a:lnTo>
                  <a:lnTo>
                    <a:pt x="477326" y="1282023"/>
                  </a:lnTo>
                  <a:lnTo>
                    <a:pt x="482761" y="1280660"/>
                  </a:lnTo>
                  <a:lnTo>
                    <a:pt x="488423" y="1279752"/>
                  </a:lnTo>
                  <a:lnTo>
                    <a:pt x="494084" y="1279525"/>
                  </a:lnTo>
                  <a:close/>
                  <a:moveTo>
                    <a:pt x="1168971" y="903287"/>
                  </a:moveTo>
                  <a:lnTo>
                    <a:pt x="1518668" y="903287"/>
                  </a:lnTo>
                  <a:lnTo>
                    <a:pt x="1524553" y="903514"/>
                  </a:lnTo>
                  <a:lnTo>
                    <a:pt x="1529985" y="904195"/>
                  </a:lnTo>
                  <a:lnTo>
                    <a:pt x="1535418" y="905557"/>
                  </a:lnTo>
                  <a:lnTo>
                    <a:pt x="1540624" y="907600"/>
                  </a:lnTo>
                  <a:lnTo>
                    <a:pt x="1545377" y="909870"/>
                  </a:lnTo>
                  <a:lnTo>
                    <a:pt x="1550130" y="912821"/>
                  </a:lnTo>
                  <a:lnTo>
                    <a:pt x="1554430" y="915999"/>
                  </a:lnTo>
                  <a:lnTo>
                    <a:pt x="1558278" y="919404"/>
                  </a:lnTo>
                  <a:lnTo>
                    <a:pt x="1561900" y="923717"/>
                  </a:lnTo>
                  <a:lnTo>
                    <a:pt x="1565295" y="927803"/>
                  </a:lnTo>
                  <a:lnTo>
                    <a:pt x="1567784" y="932343"/>
                  </a:lnTo>
                  <a:lnTo>
                    <a:pt x="1570274" y="937337"/>
                  </a:lnTo>
                  <a:lnTo>
                    <a:pt x="1572085" y="942558"/>
                  </a:lnTo>
                  <a:lnTo>
                    <a:pt x="1573443" y="948006"/>
                  </a:lnTo>
                  <a:lnTo>
                    <a:pt x="1574575" y="953681"/>
                  </a:lnTo>
                  <a:lnTo>
                    <a:pt x="1574801" y="959355"/>
                  </a:lnTo>
                  <a:lnTo>
                    <a:pt x="1574801" y="1818542"/>
                  </a:lnTo>
                  <a:lnTo>
                    <a:pt x="1574575" y="1824444"/>
                  </a:lnTo>
                  <a:lnTo>
                    <a:pt x="1573443" y="1829892"/>
                  </a:lnTo>
                  <a:lnTo>
                    <a:pt x="1572085" y="1835340"/>
                  </a:lnTo>
                  <a:lnTo>
                    <a:pt x="1570274" y="1840560"/>
                  </a:lnTo>
                  <a:lnTo>
                    <a:pt x="1567784" y="1845327"/>
                  </a:lnTo>
                  <a:lnTo>
                    <a:pt x="1565295" y="1850094"/>
                  </a:lnTo>
                  <a:lnTo>
                    <a:pt x="1561900" y="1854407"/>
                  </a:lnTo>
                  <a:lnTo>
                    <a:pt x="1558278" y="1858266"/>
                  </a:lnTo>
                  <a:lnTo>
                    <a:pt x="1554430" y="1861898"/>
                  </a:lnTo>
                  <a:lnTo>
                    <a:pt x="1550130" y="1865303"/>
                  </a:lnTo>
                  <a:lnTo>
                    <a:pt x="1545377" y="1867800"/>
                  </a:lnTo>
                  <a:lnTo>
                    <a:pt x="1540624" y="1870524"/>
                  </a:lnTo>
                  <a:lnTo>
                    <a:pt x="1535418" y="1872113"/>
                  </a:lnTo>
                  <a:lnTo>
                    <a:pt x="1529985" y="1873475"/>
                  </a:lnTo>
                  <a:lnTo>
                    <a:pt x="1524553" y="1874610"/>
                  </a:lnTo>
                  <a:lnTo>
                    <a:pt x="1518668" y="1874837"/>
                  </a:lnTo>
                  <a:lnTo>
                    <a:pt x="1168971" y="1874837"/>
                  </a:lnTo>
                  <a:lnTo>
                    <a:pt x="1163312" y="1874610"/>
                  </a:lnTo>
                  <a:lnTo>
                    <a:pt x="1157654" y="1873475"/>
                  </a:lnTo>
                  <a:lnTo>
                    <a:pt x="1152221" y="1872113"/>
                  </a:lnTo>
                  <a:lnTo>
                    <a:pt x="1147242" y="1870524"/>
                  </a:lnTo>
                  <a:lnTo>
                    <a:pt x="1142262" y="1867800"/>
                  </a:lnTo>
                  <a:lnTo>
                    <a:pt x="1137736" y="1865303"/>
                  </a:lnTo>
                  <a:lnTo>
                    <a:pt x="1133435" y="1861898"/>
                  </a:lnTo>
                  <a:lnTo>
                    <a:pt x="1129361" y="1858266"/>
                  </a:lnTo>
                  <a:lnTo>
                    <a:pt x="1125740" y="1854407"/>
                  </a:lnTo>
                  <a:lnTo>
                    <a:pt x="1122797" y="1850094"/>
                  </a:lnTo>
                  <a:lnTo>
                    <a:pt x="1119855" y="1845327"/>
                  </a:lnTo>
                  <a:lnTo>
                    <a:pt x="1117365" y="1840560"/>
                  </a:lnTo>
                  <a:lnTo>
                    <a:pt x="1115554" y="1835340"/>
                  </a:lnTo>
                  <a:lnTo>
                    <a:pt x="1114196" y="1829892"/>
                  </a:lnTo>
                  <a:lnTo>
                    <a:pt x="1113291" y="1824444"/>
                  </a:lnTo>
                  <a:lnTo>
                    <a:pt x="1112838" y="1818542"/>
                  </a:lnTo>
                  <a:lnTo>
                    <a:pt x="1112838" y="959355"/>
                  </a:lnTo>
                  <a:lnTo>
                    <a:pt x="1113291" y="953681"/>
                  </a:lnTo>
                  <a:lnTo>
                    <a:pt x="1114196" y="948006"/>
                  </a:lnTo>
                  <a:lnTo>
                    <a:pt x="1115554" y="942558"/>
                  </a:lnTo>
                  <a:lnTo>
                    <a:pt x="1117365" y="937337"/>
                  </a:lnTo>
                  <a:lnTo>
                    <a:pt x="1119855" y="932343"/>
                  </a:lnTo>
                  <a:lnTo>
                    <a:pt x="1122797" y="927803"/>
                  </a:lnTo>
                  <a:lnTo>
                    <a:pt x="1125740" y="923717"/>
                  </a:lnTo>
                  <a:lnTo>
                    <a:pt x="1129361" y="919404"/>
                  </a:lnTo>
                  <a:lnTo>
                    <a:pt x="1133435" y="915999"/>
                  </a:lnTo>
                  <a:lnTo>
                    <a:pt x="1137736" y="912821"/>
                  </a:lnTo>
                  <a:lnTo>
                    <a:pt x="1142262" y="909870"/>
                  </a:lnTo>
                  <a:lnTo>
                    <a:pt x="1147242" y="907600"/>
                  </a:lnTo>
                  <a:lnTo>
                    <a:pt x="1152221" y="905557"/>
                  </a:lnTo>
                  <a:lnTo>
                    <a:pt x="1157654" y="904195"/>
                  </a:lnTo>
                  <a:lnTo>
                    <a:pt x="1163312" y="903514"/>
                  </a:lnTo>
                  <a:lnTo>
                    <a:pt x="1168971" y="903287"/>
                  </a:lnTo>
                  <a:close/>
                  <a:moveTo>
                    <a:pt x="1841899" y="450850"/>
                  </a:moveTo>
                  <a:lnTo>
                    <a:pt x="2191940" y="450850"/>
                  </a:lnTo>
                  <a:lnTo>
                    <a:pt x="2197604" y="451077"/>
                  </a:lnTo>
                  <a:lnTo>
                    <a:pt x="2203268" y="451985"/>
                  </a:lnTo>
                  <a:lnTo>
                    <a:pt x="2208706" y="453573"/>
                  </a:lnTo>
                  <a:lnTo>
                    <a:pt x="2213917" y="455388"/>
                  </a:lnTo>
                  <a:lnTo>
                    <a:pt x="2218674" y="457657"/>
                  </a:lnTo>
                  <a:lnTo>
                    <a:pt x="2223206" y="460380"/>
                  </a:lnTo>
                  <a:lnTo>
                    <a:pt x="2227510" y="463556"/>
                  </a:lnTo>
                  <a:lnTo>
                    <a:pt x="2231589" y="467186"/>
                  </a:lnTo>
                  <a:lnTo>
                    <a:pt x="2235214" y="471271"/>
                  </a:lnTo>
                  <a:lnTo>
                    <a:pt x="2238385" y="475582"/>
                  </a:lnTo>
                  <a:lnTo>
                    <a:pt x="2241104" y="480119"/>
                  </a:lnTo>
                  <a:lnTo>
                    <a:pt x="2243596" y="484884"/>
                  </a:lnTo>
                  <a:lnTo>
                    <a:pt x="2245636" y="490103"/>
                  </a:lnTo>
                  <a:lnTo>
                    <a:pt x="2246768" y="495548"/>
                  </a:lnTo>
                  <a:lnTo>
                    <a:pt x="2247675" y="501221"/>
                  </a:lnTo>
                  <a:lnTo>
                    <a:pt x="2247901" y="506893"/>
                  </a:lnTo>
                  <a:lnTo>
                    <a:pt x="2247901" y="1818568"/>
                  </a:lnTo>
                  <a:lnTo>
                    <a:pt x="2247675" y="1824468"/>
                  </a:lnTo>
                  <a:lnTo>
                    <a:pt x="2246768" y="1829913"/>
                  </a:lnTo>
                  <a:lnTo>
                    <a:pt x="2245636" y="1835358"/>
                  </a:lnTo>
                  <a:lnTo>
                    <a:pt x="2243596" y="1840577"/>
                  </a:lnTo>
                  <a:lnTo>
                    <a:pt x="2241104" y="1845342"/>
                  </a:lnTo>
                  <a:lnTo>
                    <a:pt x="2238385" y="1850107"/>
                  </a:lnTo>
                  <a:lnTo>
                    <a:pt x="2235214" y="1854418"/>
                  </a:lnTo>
                  <a:lnTo>
                    <a:pt x="2231589" y="1858275"/>
                  </a:lnTo>
                  <a:lnTo>
                    <a:pt x="2227510" y="1861905"/>
                  </a:lnTo>
                  <a:lnTo>
                    <a:pt x="2223206" y="1865309"/>
                  </a:lnTo>
                  <a:lnTo>
                    <a:pt x="2218674" y="1867804"/>
                  </a:lnTo>
                  <a:lnTo>
                    <a:pt x="2213917" y="1870527"/>
                  </a:lnTo>
                  <a:lnTo>
                    <a:pt x="2208706" y="1872115"/>
                  </a:lnTo>
                  <a:lnTo>
                    <a:pt x="2203268" y="1873477"/>
                  </a:lnTo>
                  <a:lnTo>
                    <a:pt x="2197604" y="1874611"/>
                  </a:lnTo>
                  <a:lnTo>
                    <a:pt x="2191940" y="1874838"/>
                  </a:lnTo>
                  <a:lnTo>
                    <a:pt x="1841899" y="1874838"/>
                  </a:lnTo>
                  <a:lnTo>
                    <a:pt x="1836235" y="1874611"/>
                  </a:lnTo>
                  <a:lnTo>
                    <a:pt x="1830798" y="1873477"/>
                  </a:lnTo>
                  <a:lnTo>
                    <a:pt x="1825360" y="1872115"/>
                  </a:lnTo>
                  <a:lnTo>
                    <a:pt x="1820149" y="1870527"/>
                  </a:lnTo>
                  <a:lnTo>
                    <a:pt x="1815165" y="1867804"/>
                  </a:lnTo>
                  <a:lnTo>
                    <a:pt x="1810633" y="1865309"/>
                  </a:lnTo>
                  <a:lnTo>
                    <a:pt x="1806329" y="1861905"/>
                  </a:lnTo>
                  <a:lnTo>
                    <a:pt x="1802477" y="1858275"/>
                  </a:lnTo>
                  <a:lnTo>
                    <a:pt x="1798852" y="1854418"/>
                  </a:lnTo>
                  <a:lnTo>
                    <a:pt x="1795454" y="1850107"/>
                  </a:lnTo>
                  <a:lnTo>
                    <a:pt x="1792508" y="1845342"/>
                  </a:lnTo>
                  <a:lnTo>
                    <a:pt x="1790243" y="1840577"/>
                  </a:lnTo>
                  <a:lnTo>
                    <a:pt x="1788430" y="1835358"/>
                  </a:lnTo>
                  <a:lnTo>
                    <a:pt x="1786844" y="1829913"/>
                  </a:lnTo>
                  <a:lnTo>
                    <a:pt x="1786165" y="1824468"/>
                  </a:lnTo>
                  <a:lnTo>
                    <a:pt x="1785938" y="1818568"/>
                  </a:lnTo>
                  <a:lnTo>
                    <a:pt x="1785938" y="506893"/>
                  </a:lnTo>
                  <a:lnTo>
                    <a:pt x="1786165" y="501221"/>
                  </a:lnTo>
                  <a:lnTo>
                    <a:pt x="1786844" y="495548"/>
                  </a:lnTo>
                  <a:lnTo>
                    <a:pt x="1788430" y="490103"/>
                  </a:lnTo>
                  <a:lnTo>
                    <a:pt x="1790243" y="484884"/>
                  </a:lnTo>
                  <a:lnTo>
                    <a:pt x="1792508" y="480119"/>
                  </a:lnTo>
                  <a:lnTo>
                    <a:pt x="1795454" y="475582"/>
                  </a:lnTo>
                  <a:lnTo>
                    <a:pt x="1798852" y="471271"/>
                  </a:lnTo>
                  <a:lnTo>
                    <a:pt x="1802477" y="467186"/>
                  </a:lnTo>
                  <a:lnTo>
                    <a:pt x="1806329" y="463556"/>
                  </a:lnTo>
                  <a:lnTo>
                    <a:pt x="1810633" y="460380"/>
                  </a:lnTo>
                  <a:lnTo>
                    <a:pt x="1815165" y="457657"/>
                  </a:lnTo>
                  <a:lnTo>
                    <a:pt x="1820149" y="455388"/>
                  </a:lnTo>
                  <a:lnTo>
                    <a:pt x="1825360" y="453573"/>
                  </a:lnTo>
                  <a:lnTo>
                    <a:pt x="1830798" y="451985"/>
                  </a:lnTo>
                  <a:lnTo>
                    <a:pt x="1836235" y="451077"/>
                  </a:lnTo>
                  <a:lnTo>
                    <a:pt x="1841899" y="450850"/>
                  </a:lnTo>
                  <a:close/>
                  <a:moveTo>
                    <a:pt x="1458752" y="38100"/>
                  </a:moveTo>
                  <a:lnTo>
                    <a:pt x="1461698" y="38100"/>
                  </a:lnTo>
                  <a:lnTo>
                    <a:pt x="1464870" y="38100"/>
                  </a:lnTo>
                  <a:lnTo>
                    <a:pt x="1468043" y="38327"/>
                  </a:lnTo>
                  <a:lnTo>
                    <a:pt x="1470989" y="38554"/>
                  </a:lnTo>
                  <a:lnTo>
                    <a:pt x="1473935" y="39235"/>
                  </a:lnTo>
                  <a:lnTo>
                    <a:pt x="1477107" y="40143"/>
                  </a:lnTo>
                  <a:lnTo>
                    <a:pt x="1479827" y="40825"/>
                  </a:lnTo>
                  <a:lnTo>
                    <a:pt x="1482773" y="42187"/>
                  </a:lnTo>
                  <a:lnTo>
                    <a:pt x="1485718" y="43322"/>
                  </a:lnTo>
                  <a:lnTo>
                    <a:pt x="1488438" y="44684"/>
                  </a:lnTo>
                  <a:lnTo>
                    <a:pt x="1491157" y="46500"/>
                  </a:lnTo>
                  <a:lnTo>
                    <a:pt x="1493876" y="48317"/>
                  </a:lnTo>
                  <a:lnTo>
                    <a:pt x="1496143" y="50133"/>
                  </a:lnTo>
                  <a:lnTo>
                    <a:pt x="1498409" y="52176"/>
                  </a:lnTo>
                  <a:lnTo>
                    <a:pt x="1500675" y="54447"/>
                  </a:lnTo>
                  <a:lnTo>
                    <a:pt x="1502714" y="56490"/>
                  </a:lnTo>
                  <a:lnTo>
                    <a:pt x="1504754" y="59214"/>
                  </a:lnTo>
                  <a:lnTo>
                    <a:pt x="1506567" y="61485"/>
                  </a:lnTo>
                  <a:lnTo>
                    <a:pt x="1508153" y="64436"/>
                  </a:lnTo>
                  <a:lnTo>
                    <a:pt x="1509739" y="66934"/>
                  </a:lnTo>
                  <a:lnTo>
                    <a:pt x="1511099" y="69658"/>
                  </a:lnTo>
                  <a:lnTo>
                    <a:pt x="1512005" y="72609"/>
                  </a:lnTo>
                  <a:lnTo>
                    <a:pt x="1513138" y="75334"/>
                  </a:lnTo>
                  <a:lnTo>
                    <a:pt x="1514045" y="78512"/>
                  </a:lnTo>
                  <a:lnTo>
                    <a:pt x="1514725" y="81691"/>
                  </a:lnTo>
                  <a:lnTo>
                    <a:pt x="1515178" y="84642"/>
                  </a:lnTo>
                  <a:lnTo>
                    <a:pt x="1515405" y="87821"/>
                  </a:lnTo>
                  <a:lnTo>
                    <a:pt x="1543051" y="488083"/>
                  </a:lnTo>
                  <a:lnTo>
                    <a:pt x="1543051" y="493305"/>
                  </a:lnTo>
                  <a:lnTo>
                    <a:pt x="1542371" y="498754"/>
                  </a:lnTo>
                  <a:lnTo>
                    <a:pt x="1541691" y="503976"/>
                  </a:lnTo>
                  <a:lnTo>
                    <a:pt x="1540105" y="509198"/>
                  </a:lnTo>
                  <a:lnTo>
                    <a:pt x="1538066" y="513965"/>
                  </a:lnTo>
                  <a:lnTo>
                    <a:pt x="1535800" y="518506"/>
                  </a:lnTo>
                  <a:lnTo>
                    <a:pt x="1532854" y="522820"/>
                  </a:lnTo>
                  <a:lnTo>
                    <a:pt x="1529908" y="526906"/>
                  </a:lnTo>
                  <a:lnTo>
                    <a:pt x="1526282" y="530539"/>
                  </a:lnTo>
                  <a:lnTo>
                    <a:pt x="1522429" y="533944"/>
                  </a:lnTo>
                  <a:lnTo>
                    <a:pt x="1518350" y="537123"/>
                  </a:lnTo>
                  <a:lnTo>
                    <a:pt x="1513592" y="539620"/>
                  </a:lnTo>
                  <a:lnTo>
                    <a:pt x="1509059" y="541663"/>
                  </a:lnTo>
                  <a:lnTo>
                    <a:pt x="1503847" y="543253"/>
                  </a:lnTo>
                  <a:lnTo>
                    <a:pt x="1498635" y="544615"/>
                  </a:lnTo>
                  <a:lnTo>
                    <a:pt x="1493197" y="545069"/>
                  </a:lnTo>
                  <a:lnTo>
                    <a:pt x="1488211" y="545296"/>
                  </a:lnTo>
                  <a:lnTo>
                    <a:pt x="1482999" y="544842"/>
                  </a:lnTo>
                  <a:lnTo>
                    <a:pt x="1478014" y="543934"/>
                  </a:lnTo>
                  <a:lnTo>
                    <a:pt x="1473481" y="542799"/>
                  </a:lnTo>
                  <a:lnTo>
                    <a:pt x="1469629" y="541437"/>
                  </a:lnTo>
                  <a:lnTo>
                    <a:pt x="1466003" y="539847"/>
                  </a:lnTo>
                  <a:lnTo>
                    <a:pt x="1462604" y="537804"/>
                  </a:lnTo>
                  <a:lnTo>
                    <a:pt x="1459205" y="535761"/>
                  </a:lnTo>
                  <a:lnTo>
                    <a:pt x="1456032" y="533490"/>
                  </a:lnTo>
                  <a:lnTo>
                    <a:pt x="1453086" y="530766"/>
                  </a:lnTo>
                  <a:lnTo>
                    <a:pt x="1450367" y="528041"/>
                  </a:lnTo>
                  <a:lnTo>
                    <a:pt x="1447874" y="525090"/>
                  </a:lnTo>
                  <a:lnTo>
                    <a:pt x="1445382" y="522139"/>
                  </a:lnTo>
                  <a:lnTo>
                    <a:pt x="1443342" y="518733"/>
                  </a:lnTo>
                  <a:lnTo>
                    <a:pt x="1441529" y="515100"/>
                  </a:lnTo>
                  <a:lnTo>
                    <a:pt x="1439943" y="511468"/>
                  </a:lnTo>
                  <a:lnTo>
                    <a:pt x="1438583" y="507608"/>
                  </a:lnTo>
                  <a:lnTo>
                    <a:pt x="1437677" y="503749"/>
                  </a:lnTo>
                  <a:lnTo>
                    <a:pt x="1436770" y="499662"/>
                  </a:lnTo>
                  <a:lnTo>
                    <a:pt x="1436317" y="495348"/>
                  </a:lnTo>
                  <a:lnTo>
                    <a:pt x="1419775" y="256735"/>
                  </a:lnTo>
                  <a:lnTo>
                    <a:pt x="1404592" y="280119"/>
                  </a:lnTo>
                  <a:lnTo>
                    <a:pt x="1396434" y="292606"/>
                  </a:lnTo>
                  <a:lnTo>
                    <a:pt x="1387596" y="304866"/>
                  </a:lnTo>
                  <a:lnTo>
                    <a:pt x="1378531" y="317580"/>
                  </a:lnTo>
                  <a:lnTo>
                    <a:pt x="1369014" y="330748"/>
                  </a:lnTo>
                  <a:lnTo>
                    <a:pt x="1359270" y="343916"/>
                  </a:lnTo>
                  <a:lnTo>
                    <a:pt x="1348845" y="357311"/>
                  </a:lnTo>
                  <a:lnTo>
                    <a:pt x="1338421" y="370933"/>
                  </a:lnTo>
                  <a:lnTo>
                    <a:pt x="1327317" y="384782"/>
                  </a:lnTo>
                  <a:lnTo>
                    <a:pt x="1315760" y="398632"/>
                  </a:lnTo>
                  <a:lnTo>
                    <a:pt x="1303750" y="412935"/>
                  </a:lnTo>
                  <a:lnTo>
                    <a:pt x="1291513" y="426784"/>
                  </a:lnTo>
                  <a:lnTo>
                    <a:pt x="1278823" y="441314"/>
                  </a:lnTo>
                  <a:lnTo>
                    <a:pt x="1265679" y="455390"/>
                  </a:lnTo>
                  <a:lnTo>
                    <a:pt x="1252082" y="469920"/>
                  </a:lnTo>
                  <a:lnTo>
                    <a:pt x="1233500" y="488991"/>
                  </a:lnTo>
                  <a:lnTo>
                    <a:pt x="1214465" y="507608"/>
                  </a:lnTo>
                  <a:lnTo>
                    <a:pt x="1195430" y="525998"/>
                  </a:lnTo>
                  <a:lnTo>
                    <a:pt x="1175715" y="543707"/>
                  </a:lnTo>
                  <a:lnTo>
                    <a:pt x="1156226" y="560961"/>
                  </a:lnTo>
                  <a:lnTo>
                    <a:pt x="1136058" y="577762"/>
                  </a:lnTo>
                  <a:lnTo>
                    <a:pt x="1115663" y="594336"/>
                  </a:lnTo>
                  <a:lnTo>
                    <a:pt x="1095041" y="610455"/>
                  </a:lnTo>
                  <a:lnTo>
                    <a:pt x="1074193" y="625893"/>
                  </a:lnTo>
                  <a:lnTo>
                    <a:pt x="1053118" y="641105"/>
                  </a:lnTo>
                  <a:lnTo>
                    <a:pt x="1031590" y="655408"/>
                  </a:lnTo>
                  <a:lnTo>
                    <a:pt x="1010062" y="669711"/>
                  </a:lnTo>
                  <a:lnTo>
                    <a:pt x="988081" y="683333"/>
                  </a:lnTo>
                  <a:lnTo>
                    <a:pt x="966099" y="696501"/>
                  </a:lnTo>
                  <a:lnTo>
                    <a:pt x="943891" y="709442"/>
                  </a:lnTo>
                  <a:lnTo>
                    <a:pt x="921004" y="721702"/>
                  </a:lnTo>
                  <a:lnTo>
                    <a:pt x="906954" y="729194"/>
                  </a:lnTo>
                  <a:lnTo>
                    <a:pt x="892451" y="736232"/>
                  </a:lnTo>
                  <a:lnTo>
                    <a:pt x="878174" y="743497"/>
                  </a:lnTo>
                  <a:lnTo>
                    <a:pt x="863671" y="750309"/>
                  </a:lnTo>
                  <a:lnTo>
                    <a:pt x="848941" y="756893"/>
                  </a:lnTo>
                  <a:lnTo>
                    <a:pt x="834212" y="763477"/>
                  </a:lnTo>
                  <a:lnTo>
                    <a:pt x="819482" y="769834"/>
                  </a:lnTo>
                  <a:lnTo>
                    <a:pt x="804526" y="775736"/>
                  </a:lnTo>
                  <a:lnTo>
                    <a:pt x="789569" y="781866"/>
                  </a:lnTo>
                  <a:lnTo>
                    <a:pt x="774613" y="787542"/>
                  </a:lnTo>
                  <a:lnTo>
                    <a:pt x="759430" y="793218"/>
                  </a:lnTo>
                  <a:lnTo>
                    <a:pt x="744247" y="798440"/>
                  </a:lnTo>
                  <a:lnTo>
                    <a:pt x="729064" y="803435"/>
                  </a:lnTo>
                  <a:lnTo>
                    <a:pt x="713655" y="808657"/>
                  </a:lnTo>
                  <a:lnTo>
                    <a:pt x="698472" y="813197"/>
                  </a:lnTo>
                  <a:lnTo>
                    <a:pt x="682609" y="817965"/>
                  </a:lnTo>
                  <a:lnTo>
                    <a:pt x="667199" y="822279"/>
                  </a:lnTo>
                  <a:lnTo>
                    <a:pt x="651563" y="826365"/>
                  </a:lnTo>
                  <a:lnTo>
                    <a:pt x="635701" y="830452"/>
                  </a:lnTo>
                  <a:lnTo>
                    <a:pt x="620064" y="834084"/>
                  </a:lnTo>
                  <a:lnTo>
                    <a:pt x="604202" y="837717"/>
                  </a:lnTo>
                  <a:lnTo>
                    <a:pt x="588112" y="841350"/>
                  </a:lnTo>
                  <a:lnTo>
                    <a:pt x="572249" y="844528"/>
                  </a:lnTo>
                  <a:lnTo>
                    <a:pt x="555933" y="847479"/>
                  </a:lnTo>
                  <a:lnTo>
                    <a:pt x="539618" y="850431"/>
                  </a:lnTo>
                  <a:lnTo>
                    <a:pt x="523528" y="852928"/>
                  </a:lnTo>
                  <a:lnTo>
                    <a:pt x="507212" y="855653"/>
                  </a:lnTo>
                  <a:lnTo>
                    <a:pt x="490896" y="857923"/>
                  </a:lnTo>
                  <a:lnTo>
                    <a:pt x="474353" y="859966"/>
                  </a:lnTo>
                  <a:lnTo>
                    <a:pt x="458037" y="861783"/>
                  </a:lnTo>
                  <a:lnTo>
                    <a:pt x="441268" y="863372"/>
                  </a:lnTo>
                  <a:lnTo>
                    <a:pt x="424726" y="864961"/>
                  </a:lnTo>
                  <a:lnTo>
                    <a:pt x="419287" y="865188"/>
                  </a:lnTo>
                  <a:lnTo>
                    <a:pt x="414075" y="864734"/>
                  </a:lnTo>
                  <a:lnTo>
                    <a:pt x="409089" y="863826"/>
                  </a:lnTo>
                  <a:lnTo>
                    <a:pt x="404104" y="862464"/>
                  </a:lnTo>
                  <a:lnTo>
                    <a:pt x="400252" y="861329"/>
                  </a:lnTo>
                  <a:lnTo>
                    <a:pt x="396626" y="859739"/>
                  </a:lnTo>
                  <a:lnTo>
                    <a:pt x="393227" y="857923"/>
                  </a:lnTo>
                  <a:lnTo>
                    <a:pt x="389827" y="855880"/>
                  </a:lnTo>
                  <a:lnTo>
                    <a:pt x="386882" y="853609"/>
                  </a:lnTo>
                  <a:lnTo>
                    <a:pt x="383936" y="850885"/>
                  </a:lnTo>
                  <a:lnTo>
                    <a:pt x="381216" y="848161"/>
                  </a:lnTo>
                  <a:lnTo>
                    <a:pt x="378497" y="845209"/>
                  </a:lnTo>
                  <a:lnTo>
                    <a:pt x="376231" y="842258"/>
                  </a:lnTo>
                  <a:lnTo>
                    <a:pt x="374191" y="838852"/>
                  </a:lnTo>
                  <a:lnTo>
                    <a:pt x="372378" y="835447"/>
                  </a:lnTo>
                  <a:lnTo>
                    <a:pt x="370566" y="831814"/>
                  </a:lnTo>
                  <a:lnTo>
                    <a:pt x="369206" y="827955"/>
                  </a:lnTo>
                  <a:lnTo>
                    <a:pt x="368299" y="824095"/>
                  </a:lnTo>
                  <a:lnTo>
                    <a:pt x="367620" y="820008"/>
                  </a:lnTo>
                  <a:lnTo>
                    <a:pt x="366940" y="815922"/>
                  </a:lnTo>
                  <a:lnTo>
                    <a:pt x="366713" y="810473"/>
                  </a:lnTo>
                  <a:lnTo>
                    <a:pt x="367167" y="805024"/>
                  </a:lnTo>
                  <a:lnTo>
                    <a:pt x="368073" y="799802"/>
                  </a:lnTo>
                  <a:lnTo>
                    <a:pt x="369206" y="795034"/>
                  </a:lnTo>
                  <a:lnTo>
                    <a:pt x="371472" y="790040"/>
                  </a:lnTo>
                  <a:lnTo>
                    <a:pt x="373738" y="785272"/>
                  </a:lnTo>
                  <a:lnTo>
                    <a:pt x="376231" y="780958"/>
                  </a:lnTo>
                  <a:lnTo>
                    <a:pt x="379403" y="776872"/>
                  </a:lnTo>
                  <a:lnTo>
                    <a:pt x="383029" y="773239"/>
                  </a:lnTo>
                  <a:lnTo>
                    <a:pt x="386882" y="769607"/>
                  </a:lnTo>
                  <a:lnTo>
                    <a:pt x="390961" y="766882"/>
                  </a:lnTo>
                  <a:lnTo>
                    <a:pt x="395266" y="763931"/>
                  </a:lnTo>
                  <a:lnTo>
                    <a:pt x="400252" y="761887"/>
                  </a:lnTo>
                  <a:lnTo>
                    <a:pt x="405237" y="760071"/>
                  </a:lnTo>
                  <a:lnTo>
                    <a:pt x="410222" y="758709"/>
                  </a:lnTo>
                  <a:lnTo>
                    <a:pt x="415661" y="758255"/>
                  </a:lnTo>
                  <a:lnTo>
                    <a:pt x="431071" y="756666"/>
                  </a:lnTo>
                  <a:lnTo>
                    <a:pt x="446027" y="755076"/>
                  </a:lnTo>
                  <a:lnTo>
                    <a:pt x="461210" y="753714"/>
                  </a:lnTo>
                  <a:lnTo>
                    <a:pt x="476166" y="751898"/>
                  </a:lnTo>
                  <a:lnTo>
                    <a:pt x="491123" y="749854"/>
                  </a:lnTo>
                  <a:lnTo>
                    <a:pt x="506079" y="747357"/>
                  </a:lnTo>
                  <a:lnTo>
                    <a:pt x="521035" y="745087"/>
                  </a:lnTo>
                  <a:lnTo>
                    <a:pt x="535765" y="742589"/>
                  </a:lnTo>
                  <a:lnTo>
                    <a:pt x="550495" y="739638"/>
                  </a:lnTo>
                  <a:lnTo>
                    <a:pt x="565224" y="736913"/>
                  </a:lnTo>
                  <a:lnTo>
                    <a:pt x="579728" y="733735"/>
                  </a:lnTo>
                  <a:lnTo>
                    <a:pt x="594231" y="730329"/>
                  </a:lnTo>
                  <a:lnTo>
                    <a:pt x="608734" y="726697"/>
                  </a:lnTo>
                  <a:lnTo>
                    <a:pt x="623010" y="723064"/>
                  </a:lnTo>
                  <a:lnTo>
                    <a:pt x="637287" y="719432"/>
                  </a:lnTo>
                  <a:lnTo>
                    <a:pt x="651563" y="715345"/>
                  </a:lnTo>
                  <a:lnTo>
                    <a:pt x="665613" y="711259"/>
                  </a:lnTo>
                  <a:lnTo>
                    <a:pt x="679890" y="706945"/>
                  </a:lnTo>
                  <a:lnTo>
                    <a:pt x="693713" y="702404"/>
                  </a:lnTo>
                  <a:lnTo>
                    <a:pt x="707763" y="697864"/>
                  </a:lnTo>
                  <a:lnTo>
                    <a:pt x="721586" y="692869"/>
                  </a:lnTo>
                  <a:lnTo>
                    <a:pt x="735183" y="687874"/>
                  </a:lnTo>
                  <a:lnTo>
                    <a:pt x="749233" y="682652"/>
                  </a:lnTo>
                  <a:lnTo>
                    <a:pt x="762603" y="677430"/>
                  </a:lnTo>
                  <a:lnTo>
                    <a:pt x="776199" y="671755"/>
                  </a:lnTo>
                  <a:lnTo>
                    <a:pt x="789569" y="666079"/>
                  </a:lnTo>
                  <a:lnTo>
                    <a:pt x="803166" y="660176"/>
                  </a:lnTo>
                  <a:lnTo>
                    <a:pt x="816536" y="654273"/>
                  </a:lnTo>
                  <a:lnTo>
                    <a:pt x="829679" y="648143"/>
                  </a:lnTo>
                  <a:lnTo>
                    <a:pt x="842823" y="641559"/>
                  </a:lnTo>
                  <a:lnTo>
                    <a:pt x="855966" y="634975"/>
                  </a:lnTo>
                  <a:lnTo>
                    <a:pt x="868883" y="628164"/>
                  </a:lnTo>
                  <a:lnTo>
                    <a:pt x="889505" y="617039"/>
                  </a:lnTo>
                  <a:lnTo>
                    <a:pt x="910126" y="605460"/>
                  </a:lnTo>
                  <a:lnTo>
                    <a:pt x="930068" y="593655"/>
                  </a:lnTo>
                  <a:lnTo>
                    <a:pt x="950237" y="580941"/>
                  </a:lnTo>
                  <a:lnTo>
                    <a:pt x="970178" y="568000"/>
                  </a:lnTo>
                  <a:lnTo>
                    <a:pt x="989667" y="554832"/>
                  </a:lnTo>
                  <a:lnTo>
                    <a:pt x="1008929" y="540982"/>
                  </a:lnTo>
                  <a:lnTo>
                    <a:pt x="1027964" y="526906"/>
                  </a:lnTo>
                  <a:lnTo>
                    <a:pt x="1046773" y="512149"/>
                  </a:lnTo>
                  <a:lnTo>
                    <a:pt x="1065355" y="497165"/>
                  </a:lnTo>
                  <a:lnTo>
                    <a:pt x="1083937" y="481726"/>
                  </a:lnTo>
                  <a:lnTo>
                    <a:pt x="1102066" y="466061"/>
                  </a:lnTo>
                  <a:lnTo>
                    <a:pt x="1119742" y="449714"/>
                  </a:lnTo>
                  <a:lnTo>
                    <a:pt x="1137644" y="433141"/>
                  </a:lnTo>
                  <a:lnTo>
                    <a:pt x="1154866" y="416113"/>
                  </a:lnTo>
                  <a:lnTo>
                    <a:pt x="1171862" y="398859"/>
                  </a:lnTo>
                  <a:lnTo>
                    <a:pt x="1184779" y="385236"/>
                  </a:lnTo>
                  <a:lnTo>
                    <a:pt x="1197469" y="371841"/>
                  </a:lnTo>
                  <a:lnTo>
                    <a:pt x="1209480" y="358219"/>
                  </a:lnTo>
                  <a:lnTo>
                    <a:pt x="1221037" y="344597"/>
                  </a:lnTo>
                  <a:lnTo>
                    <a:pt x="1232367" y="331429"/>
                  </a:lnTo>
                  <a:lnTo>
                    <a:pt x="1243245" y="318261"/>
                  </a:lnTo>
                  <a:lnTo>
                    <a:pt x="1253895" y="305093"/>
                  </a:lnTo>
                  <a:lnTo>
                    <a:pt x="1263866" y="292606"/>
                  </a:lnTo>
                  <a:lnTo>
                    <a:pt x="1273384" y="279665"/>
                  </a:lnTo>
                  <a:lnTo>
                    <a:pt x="1282675" y="267178"/>
                  </a:lnTo>
                  <a:lnTo>
                    <a:pt x="1291739" y="255145"/>
                  </a:lnTo>
                  <a:lnTo>
                    <a:pt x="1300124" y="242886"/>
                  </a:lnTo>
                  <a:lnTo>
                    <a:pt x="1308282" y="231307"/>
                  </a:lnTo>
                  <a:lnTo>
                    <a:pt x="1316213" y="219728"/>
                  </a:lnTo>
                  <a:lnTo>
                    <a:pt x="1330263" y="197706"/>
                  </a:lnTo>
                  <a:lnTo>
                    <a:pt x="1107958" y="281027"/>
                  </a:lnTo>
                  <a:lnTo>
                    <a:pt x="1102746" y="282390"/>
                  </a:lnTo>
                  <a:lnTo>
                    <a:pt x="1097534" y="283525"/>
                  </a:lnTo>
                  <a:lnTo>
                    <a:pt x="1092322" y="283979"/>
                  </a:lnTo>
                  <a:lnTo>
                    <a:pt x="1087110" y="283979"/>
                  </a:lnTo>
                  <a:lnTo>
                    <a:pt x="1081898" y="283752"/>
                  </a:lnTo>
                  <a:lnTo>
                    <a:pt x="1076686" y="282844"/>
                  </a:lnTo>
                  <a:lnTo>
                    <a:pt x="1071927" y="281255"/>
                  </a:lnTo>
                  <a:lnTo>
                    <a:pt x="1067168" y="279438"/>
                  </a:lnTo>
                  <a:lnTo>
                    <a:pt x="1062636" y="277168"/>
                  </a:lnTo>
                  <a:lnTo>
                    <a:pt x="1058103" y="274216"/>
                  </a:lnTo>
                  <a:lnTo>
                    <a:pt x="1054251" y="270811"/>
                  </a:lnTo>
                  <a:lnTo>
                    <a:pt x="1050399" y="267178"/>
                  </a:lnTo>
                  <a:lnTo>
                    <a:pt x="1047226" y="263319"/>
                  </a:lnTo>
                  <a:lnTo>
                    <a:pt x="1044054" y="259005"/>
                  </a:lnTo>
                  <a:lnTo>
                    <a:pt x="1041561" y="254237"/>
                  </a:lnTo>
                  <a:lnTo>
                    <a:pt x="1039295" y="249470"/>
                  </a:lnTo>
                  <a:lnTo>
                    <a:pt x="1037482" y="244021"/>
                  </a:lnTo>
                  <a:lnTo>
                    <a:pt x="1036575" y="238799"/>
                  </a:lnTo>
                  <a:lnTo>
                    <a:pt x="1036122" y="233350"/>
                  </a:lnTo>
                  <a:lnTo>
                    <a:pt x="1036122" y="228355"/>
                  </a:lnTo>
                  <a:lnTo>
                    <a:pt x="1036349" y="223134"/>
                  </a:lnTo>
                  <a:lnTo>
                    <a:pt x="1037255" y="218139"/>
                  </a:lnTo>
                  <a:lnTo>
                    <a:pt x="1038841" y="213144"/>
                  </a:lnTo>
                  <a:lnTo>
                    <a:pt x="1040654" y="208376"/>
                  </a:lnTo>
                  <a:lnTo>
                    <a:pt x="1042920" y="203836"/>
                  </a:lnTo>
                  <a:lnTo>
                    <a:pt x="1045866" y="199295"/>
                  </a:lnTo>
                  <a:lnTo>
                    <a:pt x="1049266" y="195435"/>
                  </a:lnTo>
                  <a:lnTo>
                    <a:pt x="1052891" y="191576"/>
                  </a:lnTo>
                  <a:lnTo>
                    <a:pt x="1056744" y="188170"/>
                  </a:lnTo>
                  <a:lnTo>
                    <a:pt x="1061049" y="185219"/>
                  </a:lnTo>
                  <a:lnTo>
                    <a:pt x="1065582" y="182494"/>
                  </a:lnTo>
                  <a:lnTo>
                    <a:pt x="1070567" y="180451"/>
                  </a:lnTo>
                  <a:lnTo>
                    <a:pt x="1443569" y="41279"/>
                  </a:lnTo>
                  <a:lnTo>
                    <a:pt x="1446288" y="40370"/>
                  </a:lnTo>
                  <a:lnTo>
                    <a:pt x="1449461" y="39462"/>
                  </a:lnTo>
                  <a:lnTo>
                    <a:pt x="1452633" y="38781"/>
                  </a:lnTo>
                  <a:lnTo>
                    <a:pt x="1455579" y="38327"/>
                  </a:lnTo>
                  <a:lnTo>
                    <a:pt x="1458752" y="38100"/>
                  </a:lnTo>
                  <a:close/>
                  <a:moveTo>
                    <a:pt x="102528" y="0"/>
                  </a:moveTo>
                  <a:lnTo>
                    <a:pt x="107971" y="454"/>
                  </a:lnTo>
                  <a:lnTo>
                    <a:pt x="113189" y="681"/>
                  </a:lnTo>
                  <a:lnTo>
                    <a:pt x="118406" y="1361"/>
                  </a:lnTo>
                  <a:lnTo>
                    <a:pt x="123169" y="2268"/>
                  </a:lnTo>
                  <a:lnTo>
                    <a:pt x="128386" y="3403"/>
                  </a:lnTo>
                  <a:lnTo>
                    <a:pt x="133376" y="4764"/>
                  </a:lnTo>
                  <a:lnTo>
                    <a:pt x="137913" y="6578"/>
                  </a:lnTo>
                  <a:lnTo>
                    <a:pt x="142450" y="8393"/>
                  </a:lnTo>
                  <a:lnTo>
                    <a:pt x="147213" y="10434"/>
                  </a:lnTo>
                  <a:lnTo>
                    <a:pt x="151523" y="12476"/>
                  </a:lnTo>
                  <a:lnTo>
                    <a:pt x="156059" y="14971"/>
                  </a:lnTo>
                  <a:lnTo>
                    <a:pt x="160143" y="17693"/>
                  </a:lnTo>
                  <a:lnTo>
                    <a:pt x="164225" y="20642"/>
                  </a:lnTo>
                  <a:lnTo>
                    <a:pt x="168082" y="23590"/>
                  </a:lnTo>
                  <a:lnTo>
                    <a:pt x="171711" y="26993"/>
                  </a:lnTo>
                  <a:lnTo>
                    <a:pt x="175340" y="30169"/>
                  </a:lnTo>
                  <a:lnTo>
                    <a:pt x="178743" y="33798"/>
                  </a:lnTo>
                  <a:lnTo>
                    <a:pt x="181918" y="37427"/>
                  </a:lnTo>
                  <a:lnTo>
                    <a:pt x="185094" y="41510"/>
                  </a:lnTo>
                  <a:lnTo>
                    <a:pt x="188043" y="45593"/>
                  </a:lnTo>
                  <a:lnTo>
                    <a:pt x="190538" y="49676"/>
                  </a:lnTo>
                  <a:lnTo>
                    <a:pt x="193033" y="53986"/>
                  </a:lnTo>
                  <a:lnTo>
                    <a:pt x="195074" y="58296"/>
                  </a:lnTo>
                  <a:lnTo>
                    <a:pt x="197343" y="63059"/>
                  </a:lnTo>
                  <a:lnTo>
                    <a:pt x="199157" y="67596"/>
                  </a:lnTo>
                  <a:lnTo>
                    <a:pt x="200745" y="72359"/>
                  </a:lnTo>
                  <a:lnTo>
                    <a:pt x="202106" y="77122"/>
                  </a:lnTo>
                  <a:lnTo>
                    <a:pt x="203467" y="82340"/>
                  </a:lnTo>
                  <a:lnTo>
                    <a:pt x="204148" y="87330"/>
                  </a:lnTo>
                  <a:lnTo>
                    <a:pt x="205055" y="92320"/>
                  </a:lnTo>
                  <a:lnTo>
                    <a:pt x="205282" y="97537"/>
                  </a:lnTo>
                  <a:lnTo>
                    <a:pt x="205509" y="102981"/>
                  </a:lnTo>
                  <a:lnTo>
                    <a:pt x="205509" y="2092965"/>
                  </a:lnTo>
                  <a:lnTo>
                    <a:pt x="2195719" y="2092965"/>
                  </a:lnTo>
                  <a:lnTo>
                    <a:pt x="2201163" y="2093192"/>
                  </a:lnTo>
                  <a:lnTo>
                    <a:pt x="2206380" y="2093419"/>
                  </a:lnTo>
                  <a:lnTo>
                    <a:pt x="2211597" y="2094326"/>
                  </a:lnTo>
                  <a:lnTo>
                    <a:pt x="2216587" y="2095233"/>
                  </a:lnTo>
                  <a:lnTo>
                    <a:pt x="2221578" y="2096367"/>
                  </a:lnTo>
                  <a:lnTo>
                    <a:pt x="2226568" y="2097501"/>
                  </a:lnTo>
                  <a:lnTo>
                    <a:pt x="2231105" y="2099316"/>
                  </a:lnTo>
                  <a:lnTo>
                    <a:pt x="2235868" y="2101131"/>
                  </a:lnTo>
                  <a:lnTo>
                    <a:pt x="2240405" y="2103172"/>
                  </a:lnTo>
                  <a:lnTo>
                    <a:pt x="2244714" y="2105667"/>
                  </a:lnTo>
                  <a:lnTo>
                    <a:pt x="2249251" y="2107936"/>
                  </a:lnTo>
                  <a:lnTo>
                    <a:pt x="2253334" y="2110658"/>
                  </a:lnTo>
                  <a:lnTo>
                    <a:pt x="2257417" y="2113606"/>
                  </a:lnTo>
                  <a:lnTo>
                    <a:pt x="2261273" y="2116328"/>
                  </a:lnTo>
                  <a:lnTo>
                    <a:pt x="2264902" y="2119731"/>
                  </a:lnTo>
                  <a:lnTo>
                    <a:pt x="2268532" y="2123133"/>
                  </a:lnTo>
                  <a:lnTo>
                    <a:pt x="2271934" y="2126763"/>
                  </a:lnTo>
                  <a:lnTo>
                    <a:pt x="2275337" y="2130619"/>
                  </a:lnTo>
                  <a:lnTo>
                    <a:pt x="2278285" y="2134475"/>
                  </a:lnTo>
                  <a:lnTo>
                    <a:pt x="2281234" y="2138331"/>
                  </a:lnTo>
                  <a:lnTo>
                    <a:pt x="2283729" y="2142414"/>
                  </a:lnTo>
                  <a:lnTo>
                    <a:pt x="2286224" y="2146724"/>
                  </a:lnTo>
                  <a:lnTo>
                    <a:pt x="2288720" y="2151260"/>
                  </a:lnTo>
                  <a:lnTo>
                    <a:pt x="2290761" y="2155797"/>
                  </a:lnTo>
                  <a:lnTo>
                    <a:pt x="2292576" y="2160560"/>
                  </a:lnTo>
                  <a:lnTo>
                    <a:pt x="2294164" y="2165324"/>
                  </a:lnTo>
                  <a:lnTo>
                    <a:pt x="2295298" y="2170087"/>
                  </a:lnTo>
                  <a:lnTo>
                    <a:pt x="2296659" y="2175304"/>
                  </a:lnTo>
                  <a:lnTo>
                    <a:pt x="2297339" y="2180068"/>
                  </a:lnTo>
                  <a:lnTo>
                    <a:pt x="2298246" y="2185285"/>
                  </a:lnTo>
                  <a:lnTo>
                    <a:pt x="2298473" y="2190729"/>
                  </a:lnTo>
                  <a:lnTo>
                    <a:pt x="2298700" y="2195946"/>
                  </a:lnTo>
                  <a:lnTo>
                    <a:pt x="2298473" y="2201163"/>
                  </a:lnTo>
                  <a:lnTo>
                    <a:pt x="2298246" y="2206380"/>
                  </a:lnTo>
                  <a:lnTo>
                    <a:pt x="2297339" y="2211597"/>
                  </a:lnTo>
                  <a:lnTo>
                    <a:pt x="2296659" y="2216361"/>
                  </a:lnTo>
                  <a:lnTo>
                    <a:pt x="2295298" y="2221578"/>
                  </a:lnTo>
                  <a:lnTo>
                    <a:pt x="2294164" y="2226568"/>
                  </a:lnTo>
                  <a:lnTo>
                    <a:pt x="2292576" y="2231105"/>
                  </a:lnTo>
                  <a:lnTo>
                    <a:pt x="2290761" y="2235868"/>
                  </a:lnTo>
                  <a:lnTo>
                    <a:pt x="2288720" y="2240405"/>
                  </a:lnTo>
                  <a:lnTo>
                    <a:pt x="2286224" y="2244941"/>
                  </a:lnTo>
                  <a:lnTo>
                    <a:pt x="2283729" y="2249251"/>
                  </a:lnTo>
                  <a:lnTo>
                    <a:pt x="2281234" y="2253334"/>
                  </a:lnTo>
                  <a:lnTo>
                    <a:pt x="2278285" y="2257417"/>
                  </a:lnTo>
                  <a:lnTo>
                    <a:pt x="2275337" y="2261273"/>
                  </a:lnTo>
                  <a:lnTo>
                    <a:pt x="2271934" y="2264902"/>
                  </a:lnTo>
                  <a:lnTo>
                    <a:pt x="2268532" y="2268532"/>
                  </a:lnTo>
                  <a:lnTo>
                    <a:pt x="2264902" y="2271934"/>
                  </a:lnTo>
                  <a:lnTo>
                    <a:pt x="2261273" y="2275337"/>
                  </a:lnTo>
                  <a:lnTo>
                    <a:pt x="2257417" y="2278059"/>
                  </a:lnTo>
                  <a:lnTo>
                    <a:pt x="2253334" y="2281234"/>
                  </a:lnTo>
                  <a:lnTo>
                    <a:pt x="2249251" y="2283729"/>
                  </a:lnTo>
                  <a:lnTo>
                    <a:pt x="2244714" y="2286451"/>
                  </a:lnTo>
                  <a:lnTo>
                    <a:pt x="2240405" y="2288493"/>
                  </a:lnTo>
                  <a:lnTo>
                    <a:pt x="2235868" y="2290534"/>
                  </a:lnTo>
                  <a:lnTo>
                    <a:pt x="2231105" y="2292349"/>
                  </a:lnTo>
                  <a:lnTo>
                    <a:pt x="2226568" y="2294164"/>
                  </a:lnTo>
                  <a:lnTo>
                    <a:pt x="2221578" y="2295298"/>
                  </a:lnTo>
                  <a:lnTo>
                    <a:pt x="2216587" y="2296659"/>
                  </a:lnTo>
                  <a:lnTo>
                    <a:pt x="2211597" y="2297566"/>
                  </a:lnTo>
                  <a:lnTo>
                    <a:pt x="2206380" y="2298246"/>
                  </a:lnTo>
                  <a:lnTo>
                    <a:pt x="2201163" y="2298473"/>
                  </a:lnTo>
                  <a:lnTo>
                    <a:pt x="2195719" y="2298700"/>
                  </a:lnTo>
                  <a:lnTo>
                    <a:pt x="102528" y="2298700"/>
                  </a:lnTo>
                  <a:lnTo>
                    <a:pt x="97310" y="2298473"/>
                  </a:lnTo>
                  <a:lnTo>
                    <a:pt x="92093" y="2298246"/>
                  </a:lnTo>
                  <a:lnTo>
                    <a:pt x="86876" y="2297566"/>
                  </a:lnTo>
                  <a:lnTo>
                    <a:pt x="81886" y="2296659"/>
                  </a:lnTo>
                  <a:lnTo>
                    <a:pt x="77122" y="2295298"/>
                  </a:lnTo>
                  <a:lnTo>
                    <a:pt x="72132" y="2294164"/>
                  </a:lnTo>
                  <a:lnTo>
                    <a:pt x="67142" y="2292349"/>
                  </a:lnTo>
                  <a:lnTo>
                    <a:pt x="62605" y="2290534"/>
                  </a:lnTo>
                  <a:lnTo>
                    <a:pt x="57842" y="2288493"/>
                  </a:lnTo>
                  <a:lnTo>
                    <a:pt x="53532" y="2286451"/>
                  </a:lnTo>
                  <a:lnTo>
                    <a:pt x="49449" y="2283729"/>
                  </a:lnTo>
                  <a:lnTo>
                    <a:pt x="45139" y="2281234"/>
                  </a:lnTo>
                  <a:lnTo>
                    <a:pt x="41283" y="2278059"/>
                  </a:lnTo>
                  <a:lnTo>
                    <a:pt x="37200" y="2275337"/>
                  </a:lnTo>
                  <a:lnTo>
                    <a:pt x="33344" y="2271934"/>
                  </a:lnTo>
                  <a:lnTo>
                    <a:pt x="29715" y="2268532"/>
                  </a:lnTo>
                  <a:lnTo>
                    <a:pt x="26539" y="2264902"/>
                  </a:lnTo>
                  <a:lnTo>
                    <a:pt x="23364" y="2261273"/>
                  </a:lnTo>
                  <a:lnTo>
                    <a:pt x="20188" y="2257417"/>
                  </a:lnTo>
                  <a:lnTo>
                    <a:pt x="17466" y="2253334"/>
                  </a:lnTo>
                  <a:lnTo>
                    <a:pt x="14517" y="2249251"/>
                  </a:lnTo>
                  <a:lnTo>
                    <a:pt x="12249" y="2244941"/>
                  </a:lnTo>
                  <a:lnTo>
                    <a:pt x="9981" y="2240405"/>
                  </a:lnTo>
                  <a:lnTo>
                    <a:pt x="7939" y="2235868"/>
                  </a:lnTo>
                  <a:lnTo>
                    <a:pt x="6125" y="2231105"/>
                  </a:lnTo>
                  <a:lnTo>
                    <a:pt x="4537" y="2226568"/>
                  </a:lnTo>
                  <a:lnTo>
                    <a:pt x="2949" y="2221578"/>
                  </a:lnTo>
                  <a:lnTo>
                    <a:pt x="2042" y="2216361"/>
                  </a:lnTo>
                  <a:lnTo>
                    <a:pt x="907" y="2211597"/>
                  </a:lnTo>
                  <a:lnTo>
                    <a:pt x="454" y="2206380"/>
                  </a:lnTo>
                  <a:lnTo>
                    <a:pt x="0" y="2201163"/>
                  </a:lnTo>
                  <a:lnTo>
                    <a:pt x="0" y="2195946"/>
                  </a:lnTo>
                  <a:lnTo>
                    <a:pt x="0" y="102981"/>
                  </a:lnTo>
                  <a:lnTo>
                    <a:pt x="0" y="97537"/>
                  </a:lnTo>
                  <a:lnTo>
                    <a:pt x="454" y="92320"/>
                  </a:lnTo>
                  <a:lnTo>
                    <a:pt x="907" y="87330"/>
                  </a:lnTo>
                  <a:lnTo>
                    <a:pt x="2042" y="82340"/>
                  </a:lnTo>
                  <a:lnTo>
                    <a:pt x="2949" y="77122"/>
                  </a:lnTo>
                  <a:lnTo>
                    <a:pt x="4537" y="72359"/>
                  </a:lnTo>
                  <a:lnTo>
                    <a:pt x="6125" y="67596"/>
                  </a:lnTo>
                  <a:lnTo>
                    <a:pt x="7939" y="63059"/>
                  </a:lnTo>
                  <a:lnTo>
                    <a:pt x="9981" y="58296"/>
                  </a:lnTo>
                  <a:lnTo>
                    <a:pt x="12249" y="53986"/>
                  </a:lnTo>
                  <a:lnTo>
                    <a:pt x="14517" y="49676"/>
                  </a:lnTo>
                  <a:lnTo>
                    <a:pt x="17466" y="45593"/>
                  </a:lnTo>
                  <a:lnTo>
                    <a:pt x="20188" y="41510"/>
                  </a:lnTo>
                  <a:lnTo>
                    <a:pt x="23364" y="37427"/>
                  </a:lnTo>
                  <a:lnTo>
                    <a:pt x="26539" y="33798"/>
                  </a:lnTo>
                  <a:lnTo>
                    <a:pt x="29715" y="30169"/>
                  </a:lnTo>
                  <a:lnTo>
                    <a:pt x="33344" y="26993"/>
                  </a:lnTo>
                  <a:lnTo>
                    <a:pt x="37200" y="23590"/>
                  </a:lnTo>
                  <a:lnTo>
                    <a:pt x="41283" y="20642"/>
                  </a:lnTo>
                  <a:lnTo>
                    <a:pt x="45139" y="17693"/>
                  </a:lnTo>
                  <a:lnTo>
                    <a:pt x="49449" y="14971"/>
                  </a:lnTo>
                  <a:lnTo>
                    <a:pt x="53532" y="12476"/>
                  </a:lnTo>
                  <a:lnTo>
                    <a:pt x="57842" y="10434"/>
                  </a:lnTo>
                  <a:lnTo>
                    <a:pt x="62605" y="8393"/>
                  </a:lnTo>
                  <a:lnTo>
                    <a:pt x="67142" y="6578"/>
                  </a:lnTo>
                  <a:lnTo>
                    <a:pt x="72132" y="4764"/>
                  </a:lnTo>
                  <a:lnTo>
                    <a:pt x="77122" y="3403"/>
                  </a:lnTo>
                  <a:lnTo>
                    <a:pt x="81886" y="2268"/>
                  </a:lnTo>
                  <a:lnTo>
                    <a:pt x="86876" y="1361"/>
                  </a:lnTo>
                  <a:lnTo>
                    <a:pt x="92093" y="681"/>
                  </a:lnTo>
                  <a:lnTo>
                    <a:pt x="97310" y="454"/>
                  </a:lnTo>
                  <a:lnTo>
                    <a:pt x="102528" y="0"/>
                  </a:lnTo>
                  <a:close/>
                </a:path>
              </a:pathLst>
            </a:custGeom>
            <a:solidFill>
              <a:srgbClr val="FFFFFF"/>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a:solidFill>
                  <a:schemeClr val="tx1">
                    <a:lumMod val="85000"/>
                    <a:lumOff val="15000"/>
                  </a:schemeClr>
                </a:solidFill>
                <a:latin typeface="Arial"/>
                <a:ea typeface="阿里巴巴普惠体 Medium"/>
                <a:cs typeface="阿里巴巴普惠体 Medium"/>
                <a:sym typeface="Arial"/>
              </a:endParaRPr>
            </a:p>
          </p:txBody>
        </p:sp>
        <p:sp>
          <p:nvSpPr>
            <p:cNvPr id="28" name="图形"/>
            <p:cNvSpPr/>
            <p:nvPr>
              <p:custDataLst>
                <p:tags r:id="Raa4c1c43bc374219"/>
              </p:custDataLst>
            </p:nvPr>
          </p:nvSpPr>
          <p:spPr bwMode="auto">
            <a:xfrm>
              <a:off x="5490" y="5172"/>
              <a:ext cx="906" cy="821"/>
            </a:xfrm>
            <a:custGeom>
              <a:avLst/>
              <a:gdLst>
                <a:gd name="T0" fmla="*/ 726341 w 2395538"/>
                <a:gd name="T1" fmla="*/ 2170112 h 2170112"/>
                <a:gd name="T2" fmla="*/ 1441768 w 2395538"/>
                <a:gd name="T3" fmla="*/ 728510 h 2170112"/>
                <a:gd name="T4" fmla="*/ 1885633 w 2395538"/>
                <a:gd name="T5" fmla="*/ 1143658 h 2170112"/>
                <a:gd name="T6" fmla="*/ 1870393 w 2395538"/>
                <a:gd name="T7" fmla="*/ 1187775 h 2170112"/>
                <a:gd name="T8" fmla="*/ 1824038 w 2395538"/>
                <a:gd name="T9" fmla="*/ 1209358 h 2170112"/>
                <a:gd name="T10" fmla="*/ 1774825 w 2395538"/>
                <a:gd name="T11" fmla="*/ 1196345 h 2170112"/>
                <a:gd name="T12" fmla="*/ 87630 w 2395538"/>
                <a:gd name="T13" fmla="*/ 1207136 h 2170112"/>
                <a:gd name="T14" fmla="*/ 36195 w 2395538"/>
                <a:gd name="T15" fmla="*/ 1203010 h 2170112"/>
                <a:gd name="T16" fmla="*/ 2540 w 2395538"/>
                <a:gd name="T17" fmla="*/ 1166510 h 2170112"/>
                <a:gd name="T18" fmla="*/ 7937 w 2395538"/>
                <a:gd name="T19" fmla="*/ 1121123 h 2170112"/>
                <a:gd name="T20" fmla="*/ 1968140 w 2395538"/>
                <a:gd name="T21" fmla="*/ 219388 h 2170112"/>
                <a:gd name="T22" fmla="*/ 2114413 w 2395538"/>
                <a:gd name="T23" fmla="*/ 243789 h 2170112"/>
                <a:gd name="T24" fmla="*/ 2240697 w 2395538"/>
                <a:gd name="T25" fmla="*/ 284667 h 2170112"/>
                <a:gd name="T26" fmla="*/ 2388557 w 2395538"/>
                <a:gd name="T27" fmla="*/ 355016 h 2170112"/>
                <a:gd name="T28" fmla="*/ 2336521 w 2395538"/>
                <a:gd name="T29" fmla="*/ 373079 h 2170112"/>
                <a:gd name="T30" fmla="*/ 2250533 w 2395538"/>
                <a:gd name="T31" fmla="*/ 415225 h 2170112"/>
                <a:gd name="T32" fmla="*/ 2138845 w 2395538"/>
                <a:gd name="T33" fmla="*/ 508390 h 2170112"/>
                <a:gd name="T34" fmla="*/ 2044926 w 2395538"/>
                <a:gd name="T35" fmla="*/ 621519 h 2170112"/>
                <a:gd name="T36" fmla="*/ 1960525 w 2395538"/>
                <a:gd name="T37" fmla="*/ 747006 h 2170112"/>
                <a:gd name="T38" fmla="*/ 1902777 w 2395538"/>
                <a:gd name="T39" fmla="*/ 803412 h 2170112"/>
                <a:gd name="T40" fmla="*/ 1832020 w 2395538"/>
                <a:gd name="T41" fmla="*/ 843974 h 2170112"/>
                <a:gd name="T42" fmla="*/ 1753013 w 2395538"/>
                <a:gd name="T43" fmla="*/ 868374 h 2170112"/>
                <a:gd name="T44" fmla="*/ 1568664 w 2395538"/>
                <a:gd name="T45" fmla="*/ 707079 h 2170112"/>
                <a:gd name="T46" fmla="*/ 1657507 w 2395538"/>
                <a:gd name="T47" fmla="*/ 590147 h 2170112"/>
                <a:gd name="T48" fmla="*/ 1736514 w 2395538"/>
                <a:gd name="T49" fmla="*/ 513143 h 2170112"/>
                <a:gd name="T50" fmla="*/ 1825674 w 2395538"/>
                <a:gd name="T51" fmla="*/ 448498 h 2170112"/>
                <a:gd name="T52" fmla="*/ 1925622 w 2395538"/>
                <a:gd name="T53" fmla="*/ 399381 h 2170112"/>
                <a:gd name="T54" fmla="*/ 2033820 w 2395538"/>
                <a:gd name="T55" fmla="*/ 369910 h 2170112"/>
                <a:gd name="T56" fmla="*/ 2147095 w 2395538"/>
                <a:gd name="T57" fmla="*/ 361671 h 2170112"/>
                <a:gd name="T58" fmla="*/ 2032234 w 2395538"/>
                <a:gd name="T59" fmla="*/ 356601 h 2170112"/>
                <a:gd name="T60" fmla="*/ 1917373 w 2395538"/>
                <a:gd name="T61" fmla="*/ 373713 h 2170112"/>
                <a:gd name="T62" fmla="*/ 1806953 w 2395538"/>
                <a:gd name="T63" fmla="*/ 412690 h 2170112"/>
                <a:gd name="T64" fmla="*/ 1703832 w 2395538"/>
                <a:gd name="T65" fmla="*/ 469730 h 2170112"/>
                <a:gd name="T66" fmla="*/ 1610230 w 2395538"/>
                <a:gd name="T67" fmla="*/ 542297 h 2170112"/>
                <a:gd name="T68" fmla="*/ 1526146 w 2395538"/>
                <a:gd name="T69" fmla="*/ 625638 h 2170112"/>
                <a:gd name="T70" fmla="*/ 1409381 w 2395538"/>
                <a:gd name="T71" fmla="*/ 589196 h 2170112"/>
                <a:gd name="T72" fmla="*/ 1430322 w 2395538"/>
                <a:gd name="T73" fmla="*/ 523601 h 2170112"/>
                <a:gd name="T74" fmla="*/ 1476648 w 2395538"/>
                <a:gd name="T75" fmla="*/ 444696 h 2170112"/>
                <a:gd name="T76" fmla="*/ 1541376 w 2395538"/>
                <a:gd name="T77" fmla="*/ 367375 h 2170112"/>
                <a:gd name="T78" fmla="*/ 1611816 w 2395538"/>
                <a:gd name="T79" fmla="*/ 308117 h 2170112"/>
                <a:gd name="T80" fmla="*/ 1686381 w 2395538"/>
                <a:gd name="T81" fmla="*/ 265337 h 2170112"/>
                <a:gd name="T82" fmla="*/ 1763166 w 2395538"/>
                <a:gd name="T83" fmla="*/ 237134 h 2170112"/>
                <a:gd name="T84" fmla="*/ 1910075 w 2395538"/>
                <a:gd name="T85" fmla="*/ 217487 h 2170112"/>
                <a:gd name="T86" fmla="*/ 1198124 w 2395538"/>
                <a:gd name="T87" fmla="*/ 20298 h 2170112"/>
                <a:gd name="T88" fmla="*/ 1336237 w 2395538"/>
                <a:gd name="T89" fmla="*/ 78653 h 2170112"/>
                <a:gd name="T90" fmla="*/ 1406886 w 2395538"/>
                <a:gd name="T91" fmla="*/ 127177 h 2170112"/>
                <a:gd name="T92" fmla="*/ 1468305 w 2395538"/>
                <a:gd name="T93" fmla="*/ 191241 h 2170112"/>
                <a:gd name="T94" fmla="*/ 1512540 w 2395538"/>
                <a:gd name="T95" fmla="*/ 273066 h 2170112"/>
                <a:gd name="T96" fmla="*/ 1474351 w 2395538"/>
                <a:gd name="T97" fmla="*/ 374554 h 2170112"/>
                <a:gd name="T98" fmla="*/ 1420252 w 2395538"/>
                <a:gd name="T99" fmla="*/ 385654 h 2170112"/>
                <a:gd name="T100" fmla="*/ 1384927 w 2395538"/>
                <a:gd name="T101" fmla="*/ 273700 h 2170112"/>
                <a:gd name="T102" fmla="*/ 1348012 w 2395538"/>
                <a:gd name="T103" fmla="*/ 208050 h 2170112"/>
                <a:gd name="T104" fmla="*/ 1299640 w 2395538"/>
                <a:gd name="T105" fmla="*/ 150963 h 2170112"/>
                <a:gd name="T106" fmla="*/ 1242040 w 2395538"/>
                <a:gd name="T107" fmla="*/ 104659 h 2170112"/>
                <a:gd name="T108" fmla="*/ 1280546 w 2395538"/>
                <a:gd name="T109" fmla="*/ 143986 h 2170112"/>
                <a:gd name="T110" fmla="*/ 1323508 w 2395538"/>
                <a:gd name="T111" fmla="*/ 202024 h 2170112"/>
                <a:gd name="T112" fmla="*/ 1356923 w 2395538"/>
                <a:gd name="T113" fmla="*/ 274969 h 2170112"/>
                <a:gd name="T114" fmla="*/ 1381108 w 2395538"/>
                <a:gd name="T115" fmla="*/ 413880 h 2170112"/>
                <a:gd name="T116" fmla="*/ 1369652 w 2395538"/>
                <a:gd name="T117" fmla="*/ 554378 h 2170112"/>
                <a:gd name="T118" fmla="*/ 1166937 w 2395538"/>
                <a:gd name="T119" fmla="*/ 363136 h 2170112"/>
                <a:gd name="T120" fmla="*/ 1178711 w 2395538"/>
                <a:gd name="T121" fmla="*/ 227079 h 2170112"/>
                <a:gd name="T122" fmla="*/ 1172028 w 2395538"/>
                <a:gd name="T123" fmla="*/ 132568 h 2170112"/>
                <a:gd name="T124" fmla="*/ 1144342 w 2395538"/>
                <a:gd name="T125" fmla="*/ 45670 h 2170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395538" h="2170112">
                  <a:moveTo>
                    <a:pt x="940433" y="595312"/>
                  </a:moveTo>
                  <a:lnTo>
                    <a:pt x="1643062" y="1217102"/>
                  </a:lnTo>
                  <a:lnTo>
                    <a:pt x="1643062" y="2170112"/>
                  </a:lnTo>
                  <a:lnTo>
                    <a:pt x="1433735" y="2170112"/>
                  </a:lnTo>
                  <a:lnTo>
                    <a:pt x="1159290" y="2170112"/>
                  </a:lnTo>
                  <a:lnTo>
                    <a:pt x="1159290" y="1557214"/>
                  </a:lnTo>
                  <a:lnTo>
                    <a:pt x="726341" y="1557214"/>
                  </a:lnTo>
                  <a:lnTo>
                    <a:pt x="726341" y="2170112"/>
                  </a:lnTo>
                  <a:lnTo>
                    <a:pt x="612307" y="2170112"/>
                  </a:lnTo>
                  <a:lnTo>
                    <a:pt x="242887" y="2170112"/>
                  </a:lnTo>
                  <a:lnTo>
                    <a:pt x="242887" y="1655658"/>
                  </a:lnTo>
                  <a:lnTo>
                    <a:pt x="242887" y="1217102"/>
                  </a:lnTo>
                  <a:lnTo>
                    <a:pt x="940433" y="595312"/>
                  </a:lnTo>
                  <a:close/>
                  <a:moveTo>
                    <a:pt x="942657" y="284162"/>
                  </a:moveTo>
                  <a:lnTo>
                    <a:pt x="1252855" y="559975"/>
                  </a:lnTo>
                  <a:lnTo>
                    <a:pt x="1441768" y="728510"/>
                  </a:lnTo>
                  <a:lnTo>
                    <a:pt x="1865630" y="1106523"/>
                  </a:lnTo>
                  <a:lnTo>
                    <a:pt x="1870393" y="1110966"/>
                  </a:lnTo>
                  <a:lnTo>
                    <a:pt x="1874520" y="1115727"/>
                  </a:lnTo>
                  <a:lnTo>
                    <a:pt x="1878013" y="1121123"/>
                  </a:lnTo>
                  <a:lnTo>
                    <a:pt x="1880553" y="1126519"/>
                  </a:lnTo>
                  <a:lnTo>
                    <a:pt x="1882775" y="1132232"/>
                  </a:lnTo>
                  <a:lnTo>
                    <a:pt x="1884680" y="1137627"/>
                  </a:lnTo>
                  <a:lnTo>
                    <a:pt x="1885633" y="1143658"/>
                  </a:lnTo>
                  <a:lnTo>
                    <a:pt x="1885950" y="1149053"/>
                  </a:lnTo>
                  <a:lnTo>
                    <a:pt x="1885633" y="1155084"/>
                  </a:lnTo>
                  <a:lnTo>
                    <a:pt x="1884680" y="1160797"/>
                  </a:lnTo>
                  <a:lnTo>
                    <a:pt x="1882775" y="1166510"/>
                  </a:lnTo>
                  <a:lnTo>
                    <a:pt x="1880553" y="1171906"/>
                  </a:lnTo>
                  <a:lnTo>
                    <a:pt x="1878013" y="1177619"/>
                  </a:lnTo>
                  <a:lnTo>
                    <a:pt x="1874520" y="1182697"/>
                  </a:lnTo>
                  <a:lnTo>
                    <a:pt x="1870393" y="1187775"/>
                  </a:lnTo>
                  <a:lnTo>
                    <a:pt x="1865630" y="1192219"/>
                  </a:lnTo>
                  <a:lnTo>
                    <a:pt x="1860550" y="1196345"/>
                  </a:lnTo>
                  <a:lnTo>
                    <a:pt x="1855153" y="1200153"/>
                  </a:lnTo>
                  <a:lnTo>
                    <a:pt x="1849438" y="1203010"/>
                  </a:lnTo>
                  <a:lnTo>
                    <a:pt x="1843405" y="1205549"/>
                  </a:lnTo>
                  <a:lnTo>
                    <a:pt x="1836738" y="1207453"/>
                  </a:lnTo>
                  <a:lnTo>
                    <a:pt x="1830705" y="1208723"/>
                  </a:lnTo>
                  <a:lnTo>
                    <a:pt x="1824038" y="1209358"/>
                  </a:lnTo>
                  <a:lnTo>
                    <a:pt x="1817688" y="1209675"/>
                  </a:lnTo>
                  <a:lnTo>
                    <a:pt x="1811020" y="1209358"/>
                  </a:lnTo>
                  <a:lnTo>
                    <a:pt x="1804670" y="1208723"/>
                  </a:lnTo>
                  <a:lnTo>
                    <a:pt x="1798320" y="1207453"/>
                  </a:lnTo>
                  <a:lnTo>
                    <a:pt x="1792288" y="1205549"/>
                  </a:lnTo>
                  <a:lnTo>
                    <a:pt x="1785938" y="1203010"/>
                  </a:lnTo>
                  <a:lnTo>
                    <a:pt x="1780223" y="1200153"/>
                  </a:lnTo>
                  <a:lnTo>
                    <a:pt x="1774825" y="1196345"/>
                  </a:lnTo>
                  <a:lnTo>
                    <a:pt x="1769745" y="1192219"/>
                  </a:lnTo>
                  <a:lnTo>
                    <a:pt x="942657" y="455553"/>
                  </a:lnTo>
                  <a:lnTo>
                    <a:pt x="116205" y="1192219"/>
                  </a:lnTo>
                  <a:lnTo>
                    <a:pt x="111125" y="1196345"/>
                  </a:lnTo>
                  <a:lnTo>
                    <a:pt x="105410" y="1200153"/>
                  </a:lnTo>
                  <a:lnTo>
                    <a:pt x="99695" y="1203010"/>
                  </a:lnTo>
                  <a:lnTo>
                    <a:pt x="93662" y="1205549"/>
                  </a:lnTo>
                  <a:lnTo>
                    <a:pt x="87630" y="1207136"/>
                  </a:lnTo>
                  <a:lnTo>
                    <a:pt x="80962" y="1208723"/>
                  </a:lnTo>
                  <a:lnTo>
                    <a:pt x="74930" y="1209358"/>
                  </a:lnTo>
                  <a:lnTo>
                    <a:pt x="68262" y="1209675"/>
                  </a:lnTo>
                  <a:lnTo>
                    <a:pt x="61277" y="1209358"/>
                  </a:lnTo>
                  <a:lnTo>
                    <a:pt x="55245" y="1208723"/>
                  </a:lnTo>
                  <a:lnTo>
                    <a:pt x="48577" y="1207136"/>
                  </a:lnTo>
                  <a:lnTo>
                    <a:pt x="42545" y="1205549"/>
                  </a:lnTo>
                  <a:lnTo>
                    <a:pt x="36195" y="1203010"/>
                  </a:lnTo>
                  <a:lnTo>
                    <a:pt x="30797" y="1200153"/>
                  </a:lnTo>
                  <a:lnTo>
                    <a:pt x="25082" y="1196345"/>
                  </a:lnTo>
                  <a:lnTo>
                    <a:pt x="20002" y="1192219"/>
                  </a:lnTo>
                  <a:lnTo>
                    <a:pt x="15240" y="1187775"/>
                  </a:lnTo>
                  <a:lnTo>
                    <a:pt x="11112" y="1182697"/>
                  </a:lnTo>
                  <a:lnTo>
                    <a:pt x="7937" y="1177619"/>
                  </a:lnTo>
                  <a:lnTo>
                    <a:pt x="5080" y="1171906"/>
                  </a:lnTo>
                  <a:lnTo>
                    <a:pt x="2540" y="1166510"/>
                  </a:lnTo>
                  <a:lnTo>
                    <a:pt x="1270" y="1160797"/>
                  </a:lnTo>
                  <a:lnTo>
                    <a:pt x="317" y="1155084"/>
                  </a:lnTo>
                  <a:lnTo>
                    <a:pt x="0" y="1149053"/>
                  </a:lnTo>
                  <a:lnTo>
                    <a:pt x="317" y="1143658"/>
                  </a:lnTo>
                  <a:lnTo>
                    <a:pt x="1270" y="1137627"/>
                  </a:lnTo>
                  <a:lnTo>
                    <a:pt x="2540" y="1131914"/>
                  </a:lnTo>
                  <a:lnTo>
                    <a:pt x="5080" y="1126201"/>
                  </a:lnTo>
                  <a:lnTo>
                    <a:pt x="7937" y="1121123"/>
                  </a:lnTo>
                  <a:lnTo>
                    <a:pt x="11112" y="1115727"/>
                  </a:lnTo>
                  <a:lnTo>
                    <a:pt x="15240" y="1110966"/>
                  </a:lnTo>
                  <a:lnTo>
                    <a:pt x="20002" y="1106523"/>
                  </a:lnTo>
                  <a:lnTo>
                    <a:pt x="942657" y="284162"/>
                  </a:lnTo>
                  <a:close/>
                  <a:moveTo>
                    <a:pt x="1910075" y="217487"/>
                  </a:moveTo>
                  <a:lnTo>
                    <a:pt x="1929430" y="217487"/>
                  </a:lnTo>
                  <a:lnTo>
                    <a:pt x="1948785" y="218121"/>
                  </a:lnTo>
                  <a:lnTo>
                    <a:pt x="1968140" y="219388"/>
                  </a:lnTo>
                  <a:lnTo>
                    <a:pt x="1986860" y="220973"/>
                  </a:lnTo>
                  <a:lnTo>
                    <a:pt x="2005898" y="222874"/>
                  </a:lnTo>
                  <a:lnTo>
                    <a:pt x="2024301" y="225726"/>
                  </a:lnTo>
                  <a:lnTo>
                    <a:pt x="2043022" y="228578"/>
                  </a:lnTo>
                  <a:lnTo>
                    <a:pt x="2061425" y="231747"/>
                  </a:lnTo>
                  <a:lnTo>
                    <a:pt x="2079193" y="235550"/>
                  </a:lnTo>
                  <a:lnTo>
                    <a:pt x="2097279" y="239669"/>
                  </a:lnTo>
                  <a:lnTo>
                    <a:pt x="2114413" y="243789"/>
                  </a:lnTo>
                  <a:lnTo>
                    <a:pt x="2131865" y="248542"/>
                  </a:lnTo>
                  <a:lnTo>
                    <a:pt x="2148364" y="252979"/>
                  </a:lnTo>
                  <a:lnTo>
                    <a:pt x="2164546" y="258049"/>
                  </a:lnTo>
                  <a:lnTo>
                    <a:pt x="2181046" y="263119"/>
                  </a:lnTo>
                  <a:lnTo>
                    <a:pt x="2196593" y="268189"/>
                  </a:lnTo>
                  <a:lnTo>
                    <a:pt x="2211506" y="273893"/>
                  </a:lnTo>
                  <a:lnTo>
                    <a:pt x="2226419" y="278963"/>
                  </a:lnTo>
                  <a:lnTo>
                    <a:pt x="2240697" y="284667"/>
                  </a:lnTo>
                  <a:lnTo>
                    <a:pt x="2267668" y="295758"/>
                  </a:lnTo>
                  <a:lnTo>
                    <a:pt x="2292734" y="306216"/>
                  </a:lnTo>
                  <a:lnTo>
                    <a:pt x="2315579" y="316673"/>
                  </a:lnTo>
                  <a:lnTo>
                    <a:pt x="2335886" y="326496"/>
                  </a:lnTo>
                  <a:lnTo>
                    <a:pt x="2353338" y="335686"/>
                  </a:lnTo>
                  <a:lnTo>
                    <a:pt x="2368251" y="343608"/>
                  </a:lnTo>
                  <a:lnTo>
                    <a:pt x="2379991" y="349946"/>
                  </a:lnTo>
                  <a:lnTo>
                    <a:pt x="2388557" y="355016"/>
                  </a:lnTo>
                  <a:lnTo>
                    <a:pt x="2395538" y="359136"/>
                  </a:lnTo>
                  <a:lnTo>
                    <a:pt x="2386971" y="360403"/>
                  </a:lnTo>
                  <a:lnTo>
                    <a:pt x="2378721" y="361988"/>
                  </a:lnTo>
                  <a:lnTo>
                    <a:pt x="2370154" y="363572"/>
                  </a:lnTo>
                  <a:lnTo>
                    <a:pt x="2361587" y="365791"/>
                  </a:lnTo>
                  <a:lnTo>
                    <a:pt x="2353020" y="368009"/>
                  </a:lnTo>
                  <a:lnTo>
                    <a:pt x="2345088" y="370544"/>
                  </a:lnTo>
                  <a:lnTo>
                    <a:pt x="2336521" y="373079"/>
                  </a:lnTo>
                  <a:lnTo>
                    <a:pt x="2328271" y="375614"/>
                  </a:lnTo>
                  <a:lnTo>
                    <a:pt x="2320656" y="379100"/>
                  </a:lnTo>
                  <a:lnTo>
                    <a:pt x="2312406" y="382269"/>
                  </a:lnTo>
                  <a:lnTo>
                    <a:pt x="2304157" y="385755"/>
                  </a:lnTo>
                  <a:lnTo>
                    <a:pt x="2296541" y="389557"/>
                  </a:lnTo>
                  <a:lnTo>
                    <a:pt x="2280677" y="397162"/>
                  </a:lnTo>
                  <a:lnTo>
                    <a:pt x="2265446" y="405718"/>
                  </a:lnTo>
                  <a:lnTo>
                    <a:pt x="2250533" y="415225"/>
                  </a:lnTo>
                  <a:lnTo>
                    <a:pt x="2235303" y="425049"/>
                  </a:lnTo>
                  <a:lnTo>
                    <a:pt x="2220708" y="435189"/>
                  </a:lnTo>
                  <a:lnTo>
                    <a:pt x="2206429" y="446280"/>
                  </a:lnTo>
                  <a:lnTo>
                    <a:pt x="2192468" y="457688"/>
                  </a:lnTo>
                  <a:lnTo>
                    <a:pt x="2178825" y="469730"/>
                  </a:lnTo>
                  <a:lnTo>
                    <a:pt x="2164863" y="482088"/>
                  </a:lnTo>
                  <a:lnTo>
                    <a:pt x="2151854" y="495081"/>
                  </a:lnTo>
                  <a:lnTo>
                    <a:pt x="2138845" y="508390"/>
                  </a:lnTo>
                  <a:lnTo>
                    <a:pt x="2126153" y="521699"/>
                  </a:lnTo>
                  <a:lnTo>
                    <a:pt x="2113779" y="535325"/>
                  </a:lnTo>
                  <a:lnTo>
                    <a:pt x="2101721" y="549268"/>
                  </a:lnTo>
                  <a:lnTo>
                    <a:pt x="2089664" y="563528"/>
                  </a:lnTo>
                  <a:lnTo>
                    <a:pt x="2078242" y="578105"/>
                  </a:lnTo>
                  <a:lnTo>
                    <a:pt x="2066819" y="592682"/>
                  </a:lnTo>
                  <a:lnTo>
                    <a:pt x="2055714" y="607259"/>
                  </a:lnTo>
                  <a:lnTo>
                    <a:pt x="2044926" y="621519"/>
                  </a:lnTo>
                  <a:lnTo>
                    <a:pt x="2034455" y="636413"/>
                  </a:lnTo>
                  <a:lnTo>
                    <a:pt x="2024301" y="650989"/>
                  </a:lnTo>
                  <a:lnTo>
                    <a:pt x="2014782" y="665566"/>
                  </a:lnTo>
                  <a:lnTo>
                    <a:pt x="1995745" y="694403"/>
                  </a:lnTo>
                  <a:lnTo>
                    <a:pt x="1977976" y="722289"/>
                  </a:lnTo>
                  <a:lnTo>
                    <a:pt x="1972582" y="730845"/>
                  </a:lnTo>
                  <a:lnTo>
                    <a:pt x="1966553" y="739084"/>
                  </a:lnTo>
                  <a:lnTo>
                    <a:pt x="1960525" y="747006"/>
                  </a:lnTo>
                  <a:lnTo>
                    <a:pt x="1954179" y="755245"/>
                  </a:lnTo>
                  <a:lnTo>
                    <a:pt x="1947833" y="762534"/>
                  </a:lnTo>
                  <a:lnTo>
                    <a:pt x="1940852" y="770139"/>
                  </a:lnTo>
                  <a:lnTo>
                    <a:pt x="1933872" y="777111"/>
                  </a:lnTo>
                  <a:lnTo>
                    <a:pt x="1926257" y="784082"/>
                  </a:lnTo>
                  <a:lnTo>
                    <a:pt x="1918642" y="790737"/>
                  </a:lnTo>
                  <a:lnTo>
                    <a:pt x="1911027" y="797075"/>
                  </a:lnTo>
                  <a:lnTo>
                    <a:pt x="1902777" y="803412"/>
                  </a:lnTo>
                  <a:lnTo>
                    <a:pt x="1894527" y="809116"/>
                  </a:lnTo>
                  <a:lnTo>
                    <a:pt x="1886277" y="815137"/>
                  </a:lnTo>
                  <a:lnTo>
                    <a:pt x="1877710" y="820524"/>
                  </a:lnTo>
                  <a:lnTo>
                    <a:pt x="1868826" y="825911"/>
                  </a:lnTo>
                  <a:lnTo>
                    <a:pt x="1859625" y="830665"/>
                  </a:lnTo>
                  <a:lnTo>
                    <a:pt x="1850740" y="835735"/>
                  </a:lnTo>
                  <a:lnTo>
                    <a:pt x="1841539" y="839854"/>
                  </a:lnTo>
                  <a:lnTo>
                    <a:pt x="1832020" y="843974"/>
                  </a:lnTo>
                  <a:lnTo>
                    <a:pt x="1822501" y="848410"/>
                  </a:lnTo>
                  <a:lnTo>
                    <a:pt x="1812665" y="851896"/>
                  </a:lnTo>
                  <a:lnTo>
                    <a:pt x="1803146" y="855065"/>
                  </a:lnTo>
                  <a:lnTo>
                    <a:pt x="1793310" y="858551"/>
                  </a:lnTo>
                  <a:lnTo>
                    <a:pt x="1783473" y="861403"/>
                  </a:lnTo>
                  <a:lnTo>
                    <a:pt x="1773320" y="863938"/>
                  </a:lnTo>
                  <a:lnTo>
                    <a:pt x="1763166" y="866156"/>
                  </a:lnTo>
                  <a:lnTo>
                    <a:pt x="1753013" y="868374"/>
                  </a:lnTo>
                  <a:lnTo>
                    <a:pt x="1742542" y="870276"/>
                  </a:lnTo>
                  <a:lnTo>
                    <a:pt x="1732706" y="871860"/>
                  </a:lnTo>
                  <a:lnTo>
                    <a:pt x="1722235" y="873128"/>
                  </a:lnTo>
                  <a:lnTo>
                    <a:pt x="1711764" y="874078"/>
                  </a:lnTo>
                  <a:lnTo>
                    <a:pt x="1701611" y="874712"/>
                  </a:lnTo>
                  <a:lnTo>
                    <a:pt x="1548674" y="738450"/>
                  </a:lnTo>
                  <a:lnTo>
                    <a:pt x="1558510" y="722923"/>
                  </a:lnTo>
                  <a:lnTo>
                    <a:pt x="1568664" y="707079"/>
                  </a:lnTo>
                  <a:lnTo>
                    <a:pt x="1578500" y="691234"/>
                  </a:lnTo>
                  <a:lnTo>
                    <a:pt x="1589288" y="676024"/>
                  </a:lnTo>
                  <a:lnTo>
                    <a:pt x="1605470" y="653841"/>
                  </a:lnTo>
                  <a:lnTo>
                    <a:pt x="1622287" y="631976"/>
                  </a:lnTo>
                  <a:lnTo>
                    <a:pt x="1630854" y="621202"/>
                  </a:lnTo>
                  <a:lnTo>
                    <a:pt x="1639738" y="610745"/>
                  </a:lnTo>
                  <a:lnTo>
                    <a:pt x="1648305" y="600604"/>
                  </a:lnTo>
                  <a:lnTo>
                    <a:pt x="1657507" y="590147"/>
                  </a:lnTo>
                  <a:lnTo>
                    <a:pt x="1667026" y="580007"/>
                  </a:lnTo>
                  <a:lnTo>
                    <a:pt x="1676545" y="569866"/>
                  </a:lnTo>
                  <a:lnTo>
                    <a:pt x="1686063" y="560043"/>
                  </a:lnTo>
                  <a:lnTo>
                    <a:pt x="1695582" y="550219"/>
                  </a:lnTo>
                  <a:lnTo>
                    <a:pt x="1705418" y="540396"/>
                  </a:lnTo>
                  <a:lnTo>
                    <a:pt x="1715572" y="531523"/>
                  </a:lnTo>
                  <a:lnTo>
                    <a:pt x="1726043" y="522017"/>
                  </a:lnTo>
                  <a:lnTo>
                    <a:pt x="1736514" y="513143"/>
                  </a:lnTo>
                  <a:lnTo>
                    <a:pt x="1746984" y="503954"/>
                  </a:lnTo>
                  <a:lnTo>
                    <a:pt x="1757772" y="495714"/>
                  </a:lnTo>
                  <a:lnTo>
                    <a:pt x="1768878" y="487158"/>
                  </a:lnTo>
                  <a:lnTo>
                    <a:pt x="1779983" y="478919"/>
                  </a:lnTo>
                  <a:lnTo>
                    <a:pt x="1791089" y="470680"/>
                  </a:lnTo>
                  <a:lnTo>
                    <a:pt x="1802194" y="463075"/>
                  </a:lnTo>
                  <a:lnTo>
                    <a:pt x="1813934" y="455470"/>
                  </a:lnTo>
                  <a:lnTo>
                    <a:pt x="1825674" y="448498"/>
                  </a:lnTo>
                  <a:lnTo>
                    <a:pt x="1838048" y="441210"/>
                  </a:lnTo>
                  <a:lnTo>
                    <a:pt x="1850106" y="434238"/>
                  </a:lnTo>
                  <a:lnTo>
                    <a:pt x="1862163" y="427901"/>
                  </a:lnTo>
                  <a:lnTo>
                    <a:pt x="1874537" y="421563"/>
                  </a:lnTo>
                  <a:lnTo>
                    <a:pt x="1887229" y="415859"/>
                  </a:lnTo>
                  <a:lnTo>
                    <a:pt x="1899921" y="409838"/>
                  </a:lnTo>
                  <a:lnTo>
                    <a:pt x="1912613" y="404451"/>
                  </a:lnTo>
                  <a:lnTo>
                    <a:pt x="1925622" y="399381"/>
                  </a:lnTo>
                  <a:lnTo>
                    <a:pt x="1938631" y="394627"/>
                  </a:lnTo>
                  <a:lnTo>
                    <a:pt x="1951958" y="390191"/>
                  </a:lnTo>
                  <a:lnTo>
                    <a:pt x="1965284" y="385755"/>
                  </a:lnTo>
                  <a:lnTo>
                    <a:pt x="1978928" y="382269"/>
                  </a:lnTo>
                  <a:lnTo>
                    <a:pt x="1992572" y="378783"/>
                  </a:lnTo>
                  <a:lnTo>
                    <a:pt x="2006215" y="375297"/>
                  </a:lnTo>
                  <a:lnTo>
                    <a:pt x="2019859" y="372445"/>
                  </a:lnTo>
                  <a:lnTo>
                    <a:pt x="2033820" y="369910"/>
                  </a:lnTo>
                  <a:lnTo>
                    <a:pt x="2047781" y="368009"/>
                  </a:lnTo>
                  <a:lnTo>
                    <a:pt x="2062059" y="366107"/>
                  </a:lnTo>
                  <a:lnTo>
                    <a:pt x="2076021" y="364206"/>
                  </a:lnTo>
                  <a:lnTo>
                    <a:pt x="2089981" y="362938"/>
                  </a:lnTo>
                  <a:lnTo>
                    <a:pt x="2104260" y="362305"/>
                  </a:lnTo>
                  <a:lnTo>
                    <a:pt x="2118538" y="361671"/>
                  </a:lnTo>
                  <a:lnTo>
                    <a:pt x="2132817" y="361354"/>
                  </a:lnTo>
                  <a:lnTo>
                    <a:pt x="2147095" y="361671"/>
                  </a:lnTo>
                  <a:lnTo>
                    <a:pt x="2133134" y="359770"/>
                  </a:lnTo>
                  <a:lnTo>
                    <a:pt x="2118538" y="358502"/>
                  </a:lnTo>
                  <a:lnTo>
                    <a:pt x="2104260" y="357235"/>
                  </a:lnTo>
                  <a:lnTo>
                    <a:pt x="2089981" y="356601"/>
                  </a:lnTo>
                  <a:lnTo>
                    <a:pt x="2075703" y="355967"/>
                  </a:lnTo>
                  <a:lnTo>
                    <a:pt x="2061425" y="355967"/>
                  </a:lnTo>
                  <a:lnTo>
                    <a:pt x="2046829" y="355967"/>
                  </a:lnTo>
                  <a:lnTo>
                    <a:pt x="2032234" y="356601"/>
                  </a:lnTo>
                  <a:lnTo>
                    <a:pt x="2017955" y="357552"/>
                  </a:lnTo>
                  <a:lnTo>
                    <a:pt x="2003677" y="358819"/>
                  </a:lnTo>
                  <a:lnTo>
                    <a:pt x="1989081" y="360403"/>
                  </a:lnTo>
                  <a:lnTo>
                    <a:pt x="1974803" y="362305"/>
                  </a:lnTo>
                  <a:lnTo>
                    <a:pt x="1960525" y="364523"/>
                  </a:lnTo>
                  <a:lnTo>
                    <a:pt x="1946246" y="367375"/>
                  </a:lnTo>
                  <a:lnTo>
                    <a:pt x="1931968" y="370227"/>
                  </a:lnTo>
                  <a:lnTo>
                    <a:pt x="1917373" y="373713"/>
                  </a:lnTo>
                  <a:lnTo>
                    <a:pt x="1903411" y="377515"/>
                  </a:lnTo>
                  <a:lnTo>
                    <a:pt x="1889450" y="381318"/>
                  </a:lnTo>
                  <a:lnTo>
                    <a:pt x="1875489" y="385755"/>
                  </a:lnTo>
                  <a:lnTo>
                    <a:pt x="1861528" y="390508"/>
                  </a:lnTo>
                  <a:lnTo>
                    <a:pt x="1847567" y="395578"/>
                  </a:lnTo>
                  <a:lnTo>
                    <a:pt x="1833924" y="400965"/>
                  </a:lnTo>
                  <a:lnTo>
                    <a:pt x="1820280" y="406669"/>
                  </a:lnTo>
                  <a:lnTo>
                    <a:pt x="1806953" y="412690"/>
                  </a:lnTo>
                  <a:lnTo>
                    <a:pt x="1793627" y="418711"/>
                  </a:lnTo>
                  <a:lnTo>
                    <a:pt x="1780618" y="425366"/>
                  </a:lnTo>
                  <a:lnTo>
                    <a:pt x="1766974" y="432020"/>
                  </a:lnTo>
                  <a:lnTo>
                    <a:pt x="1754282" y="438992"/>
                  </a:lnTo>
                  <a:lnTo>
                    <a:pt x="1741273" y="446280"/>
                  </a:lnTo>
                  <a:lnTo>
                    <a:pt x="1728898" y="453885"/>
                  </a:lnTo>
                  <a:lnTo>
                    <a:pt x="1716207" y="461808"/>
                  </a:lnTo>
                  <a:lnTo>
                    <a:pt x="1703832" y="469730"/>
                  </a:lnTo>
                  <a:lnTo>
                    <a:pt x="1691775" y="478286"/>
                  </a:lnTo>
                  <a:lnTo>
                    <a:pt x="1679717" y="486842"/>
                  </a:lnTo>
                  <a:lnTo>
                    <a:pt x="1667660" y="495398"/>
                  </a:lnTo>
                  <a:lnTo>
                    <a:pt x="1655920" y="504270"/>
                  </a:lnTo>
                  <a:lnTo>
                    <a:pt x="1644180" y="513460"/>
                  </a:lnTo>
                  <a:lnTo>
                    <a:pt x="1632758" y="522967"/>
                  </a:lnTo>
                  <a:lnTo>
                    <a:pt x="1621335" y="532473"/>
                  </a:lnTo>
                  <a:lnTo>
                    <a:pt x="1610230" y="542297"/>
                  </a:lnTo>
                  <a:lnTo>
                    <a:pt x="1599124" y="551804"/>
                  </a:lnTo>
                  <a:lnTo>
                    <a:pt x="1588336" y="561944"/>
                  </a:lnTo>
                  <a:lnTo>
                    <a:pt x="1577548" y="572084"/>
                  </a:lnTo>
                  <a:lnTo>
                    <a:pt x="1566760" y="582542"/>
                  </a:lnTo>
                  <a:lnTo>
                    <a:pt x="1556606" y="592999"/>
                  </a:lnTo>
                  <a:lnTo>
                    <a:pt x="1546136" y="603773"/>
                  </a:lnTo>
                  <a:lnTo>
                    <a:pt x="1535982" y="614547"/>
                  </a:lnTo>
                  <a:lnTo>
                    <a:pt x="1526146" y="625638"/>
                  </a:lnTo>
                  <a:lnTo>
                    <a:pt x="1514406" y="638631"/>
                  </a:lnTo>
                  <a:lnTo>
                    <a:pt x="1503301" y="651623"/>
                  </a:lnTo>
                  <a:lnTo>
                    <a:pt x="1492195" y="664932"/>
                  </a:lnTo>
                  <a:lnTo>
                    <a:pt x="1481407" y="678559"/>
                  </a:lnTo>
                  <a:lnTo>
                    <a:pt x="1406525" y="612012"/>
                  </a:lnTo>
                  <a:lnTo>
                    <a:pt x="1407160" y="604407"/>
                  </a:lnTo>
                  <a:lnTo>
                    <a:pt x="1408112" y="596802"/>
                  </a:lnTo>
                  <a:lnTo>
                    <a:pt x="1409381" y="589196"/>
                  </a:lnTo>
                  <a:lnTo>
                    <a:pt x="1410967" y="581274"/>
                  </a:lnTo>
                  <a:lnTo>
                    <a:pt x="1412554" y="573352"/>
                  </a:lnTo>
                  <a:lnTo>
                    <a:pt x="1415092" y="565430"/>
                  </a:lnTo>
                  <a:lnTo>
                    <a:pt x="1417313" y="557191"/>
                  </a:lnTo>
                  <a:lnTo>
                    <a:pt x="1420179" y="548952"/>
                  </a:lnTo>
                  <a:lnTo>
                    <a:pt x="1423025" y="540396"/>
                  </a:lnTo>
                  <a:lnTo>
                    <a:pt x="1426198" y="532157"/>
                  </a:lnTo>
                  <a:lnTo>
                    <a:pt x="1430322" y="523601"/>
                  </a:lnTo>
                  <a:lnTo>
                    <a:pt x="1434130" y="514728"/>
                  </a:lnTo>
                  <a:lnTo>
                    <a:pt x="1438572" y="505855"/>
                  </a:lnTo>
                  <a:lnTo>
                    <a:pt x="1443332" y="497299"/>
                  </a:lnTo>
                  <a:lnTo>
                    <a:pt x="1448408" y="488109"/>
                  </a:lnTo>
                  <a:lnTo>
                    <a:pt x="1453802" y="478919"/>
                  </a:lnTo>
                  <a:lnTo>
                    <a:pt x="1461100" y="467195"/>
                  </a:lnTo>
                  <a:lnTo>
                    <a:pt x="1469033" y="455787"/>
                  </a:lnTo>
                  <a:lnTo>
                    <a:pt x="1476648" y="444696"/>
                  </a:lnTo>
                  <a:lnTo>
                    <a:pt x="1484263" y="433921"/>
                  </a:lnTo>
                  <a:lnTo>
                    <a:pt x="1492195" y="423464"/>
                  </a:lnTo>
                  <a:lnTo>
                    <a:pt x="1500128" y="413641"/>
                  </a:lnTo>
                  <a:lnTo>
                    <a:pt x="1508060" y="403817"/>
                  </a:lnTo>
                  <a:lnTo>
                    <a:pt x="1516310" y="393994"/>
                  </a:lnTo>
                  <a:lnTo>
                    <a:pt x="1524877" y="384804"/>
                  </a:lnTo>
                  <a:lnTo>
                    <a:pt x="1533127" y="375614"/>
                  </a:lnTo>
                  <a:lnTo>
                    <a:pt x="1541376" y="367375"/>
                  </a:lnTo>
                  <a:lnTo>
                    <a:pt x="1549943" y="358819"/>
                  </a:lnTo>
                  <a:lnTo>
                    <a:pt x="1558828" y="350580"/>
                  </a:lnTo>
                  <a:lnTo>
                    <a:pt x="1567077" y="342975"/>
                  </a:lnTo>
                  <a:lnTo>
                    <a:pt x="1575962" y="335369"/>
                  </a:lnTo>
                  <a:lnTo>
                    <a:pt x="1584846" y="328081"/>
                  </a:lnTo>
                  <a:lnTo>
                    <a:pt x="1594047" y="321109"/>
                  </a:lnTo>
                  <a:lnTo>
                    <a:pt x="1602932" y="314455"/>
                  </a:lnTo>
                  <a:lnTo>
                    <a:pt x="1611816" y="308117"/>
                  </a:lnTo>
                  <a:lnTo>
                    <a:pt x="1621018" y="301779"/>
                  </a:lnTo>
                  <a:lnTo>
                    <a:pt x="1630219" y="296075"/>
                  </a:lnTo>
                  <a:lnTo>
                    <a:pt x="1639421" y="290054"/>
                  </a:lnTo>
                  <a:lnTo>
                    <a:pt x="1648622" y="284667"/>
                  </a:lnTo>
                  <a:lnTo>
                    <a:pt x="1657824" y="279280"/>
                  </a:lnTo>
                  <a:lnTo>
                    <a:pt x="1667343" y="274527"/>
                  </a:lnTo>
                  <a:lnTo>
                    <a:pt x="1676862" y="269457"/>
                  </a:lnTo>
                  <a:lnTo>
                    <a:pt x="1686381" y="265337"/>
                  </a:lnTo>
                  <a:lnTo>
                    <a:pt x="1695582" y="261218"/>
                  </a:lnTo>
                  <a:lnTo>
                    <a:pt x="1705101" y="256781"/>
                  </a:lnTo>
                  <a:lnTo>
                    <a:pt x="1714937" y="252979"/>
                  </a:lnTo>
                  <a:lnTo>
                    <a:pt x="1724456" y="249493"/>
                  </a:lnTo>
                  <a:lnTo>
                    <a:pt x="1734292" y="246007"/>
                  </a:lnTo>
                  <a:lnTo>
                    <a:pt x="1743494" y="242838"/>
                  </a:lnTo>
                  <a:lnTo>
                    <a:pt x="1753330" y="239986"/>
                  </a:lnTo>
                  <a:lnTo>
                    <a:pt x="1763166" y="237134"/>
                  </a:lnTo>
                  <a:lnTo>
                    <a:pt x="1773003" y="234599"/>
                  </a:lnTo>
                  <a:lnTo>
                    <a:pt x="1792675" y="230163"/>
                  </a:lnTo>
                  <a:lnTo>
                    <a:pt x="1812030" y="226360"/>
                  </a:lnTo>
                  <a:lnTo>
                    <a:pt x="1831702" y="222874"/>
                  </a:lnTo>
                  <a:lnTo>
                    <a:pt x="1851375" y="220656"/>
                  </a:lnTo>
                  <a:lnTo>
                    <a:pt x="1870730" y="219072"/>
                  </a:lnTo>
                  <a:lnTo>
                    <a:pt x="1890402" y="217804"/>
                  </a:lnTo>
                  <a:lnTo>
                    <a:pt x="1910075" y="217487"/>
                  </a:lnTo>
                  <a:close/>
                  <a:moveTo>
                    <a:pt x="1112837" y="0"/>
                  </a:moveTo>
                  <a:lnTo>
                    <a:pt x="1116656" y="634"/>
                  </a:lnTo>
                  <a:lnTo>
                    <a:pt x="1128112" y="2854"/>
                  </a:lnTo>
                  <a:lnTo>
                    <a:pt x="1146570" y="6660"/>
                  </a:lnTo>
                  <a:lnTo>
                    <a:pt x="1157708" y="9197"/>
                  </a:lnTo>
                  <a:lnTo>
                    <a:pt x="1170119" y="12369"/>
                  </a:lnTo>
                  <a:lnTo>
                    <a:pt x="1183485" y="16175"/>
                  </a:lnTo>
                  <a:lnTo>
                    <a:pt x="1198124" y="20298"/>
                  </a:lnTo>
                  <a:lnTo>
                    <a:pt x="1213399" y="25372"/>
                  </a:lnTo>
                  <a:lnTo>
                    <a:pt x="1229629" y="30763"/>
                  </a:lnTo>
                  <a:lnTo>
                    <a:pt x="1246495" y="37106"/>
                  </a:lnTo>
                  <a:lnTo>
                    <a:pt x="1263998" y="43767"/>
                  </a:lnTo>
                  <a:lnTo>
                    <a:pt x="1281501" y="51378"/>
                  </a:lnTo>
                  <a:lnTo>
                    <a:pt x="1299640" y="59307"/>
                  </a:lnTo>
                  <a:lnTo>
                    <a:pt x="1317780" y="68504"/>
                  </a:lnTo>
                  <a:lnTo>
                    <a:pt x="1336237" y="78653"/>
                  </a:lnTo>
                  <a:lnTo>
                    <a:pt x="1345148" y="84045"/>
                  </a:lnTo>
                  <a:lnTo>
                    <a:pt x="1354058" y="89436"/>
                  </a:lnTo>
                  <a:lnTo>
                    <a:pt x="1363287" y="95462"/>
                  </a:lnTo>
                  <a:lnTo>
                    <a:pt x="1372198" y="101171"/>
                  </a:lnTo>
                  <a:lnTo>
                    <a:pt x="1381108" y="107514"/>
                  </a:lnTo>
                  <a:lnTo>
                    <a:pt x="1389701" y="113540"/>
                  </a:lnTo>
                  <a:lnTo>
                    <a:pt x="1398293" y="120517"/>
                  </a:lnTo>
                  <a:lnTo>
                    <a:pt x="1406886" y="127177"/>
                  </a:lnTo>
                  <a:lnTo>
                    <a:pt x="1415160" y="134471"/>
                  </a:lnTo>
                  <a:lnTo>
                    <a:pt x="1423116" y="141449"/>
                  </a:lnTo>
                  <a:lnTo>
                    <a:pt x="1431390" y="149377"/>
                  </a:lnTo>
                  <a:lnTo>
                    <a:pt x="1439346" y="157306"/>
                  </a:lnTo>
                  <a:lnTo>
                    <a:pt x="1446665" y="165552"/>
                  </a:lnTo>
                  <a:lnTo>
                    <a:pt x="1454303" y="173798"/>
                  </a:lnTo>
                  <a:lnTo>
                    <a:pt x="1461304" y="182361"/>
                  </a:lnTo>
                  <a:lnTo>
                    <a:pt x="1468305" y="191241"/>
                  </a:lnTo>
                  <a:lnTo>
                    <a:pt x="1474988" y="200756"/>
                  </a:lnTo>
                  <a:lnTo>
                    <a:pt x="1481034" y="209953"/>
                  </a:lnTo>
                  <a:lnTo>
                    <a:pt x="1487399" y="219785"/>
                  </a:lnTo>
                  <a:lnTo>
                    <a:pt x="1492809" y="229616"/>
                  </a:lnTo>
                  <a:lnTo>
                    <a:pt x="1498537" y="240082"/>
                  </a:lnTo>
                  <a:lnTo>
                    <a:pt x="1503311" y="250865"/>
                  </a:lnTo>
                  <a:lnTo>
                    <a:pt x="1508084" y="261648"/>
                  </a:lnTo>
                  <a:lnTo>
                    <a:pt x="1512540" y="273066"/>
                  </a:lnTo>
                  <a:lnTo>
                    <a:pt x="1516358" y="284483"/>
                  </a:lnTo>
                  <a:lnTo>
                    <a:pt x="1519859" y="296218"/>
                  </a:lnTo>
                  <a:lnTo>
                    <a:pt x="1523041" y="308269"/>
                  </a:lnTo>
                  <a:lnTo>
                    <a:pt x="1525587" y="320955"/>
                  </a:lnTo>
                  <a:lnTo>
                    <a:pt x="1512540" y="333641"/>
                  </a:lnTo>
                  <a:lnTo>
                    <a:pt x="1499492" y="346645"/>
                  </a:lnTo>
                  <a:lnTo>
                    <a:pt x="1486763" y="360599"/>
                  </a:lnTo>
                  <a:lnTo>
                    <a:pt x="1474351" y="374554"/>
                  </a:lnTo>
                  <a:lnTo>
                    <a:pt x="1462259" y="389777"/>
                  </a:lnTo>
                  <a:lnTo>
                    <a:pt x="1450484" y="405000"/>
                  </a:lnTo>
                  <a:lnTo>
                    <a:pt x="1439027" y="420540"/>
                  </a:lnTo>
                  <a:lnTo>
                    <a:pt x="1427889" y="437032"/>
                  </a:lnTo>
                  <a:lnTo>
                    <a:pt x="1426616" y="424346"/>
                  </a:lnTo>
                  <a:lnTo>
                    <a:pt x="1424389" y="411343"/>
                  </a:lnTo>
                  <a:lnTo>
                    <a:pt x="1422479" y="398340"/>
                  </a:lnTo>
                  <a:lnTo>
                    <a:pt x="1420252" y="385654"/>
                  </a:lnTo>
                  <a:lnTo>
                    <a:pt x="1417706" y="373285"/>
                  </a:lnTo>
                  <a:lnTo>
                    <a:pt x="1414842" y="360599"/>
                  </a:lnTo>
                  <a:lnTo>
                    <a:pt x="1411341" y="348230"/>
                  </a:lnTo>
                  <a:lnTo>
                    <a:pt x="1408159" y="335544"/>
                  </a:lnTo>
                  <a:lnTo>
                    <a:pt x="1402112" y="317467"/>
                  </a:lnTo>
                  <a:lnTo>
                    <a:pt x="1396065" y="299706"/>
                  </a:lnTo>
                  <a:lnTo>
                    <a:pt x="1388746" y="281946"/>
                  </a:lnTo>
                  <a:lnTo>
                    <a:pt x="1384927" y="273700"/>
                  </a:lnTo>
                  <a:lnTo>
                    <a:pt x="1381108" y="265137"/>
                  </a:lnTo>
                  <a:lnTo>
                    <a:pt x="1376653" y="256574"/>
                  </a:lnTo>
                  <a:lnTo>
                    <a:pt x="1372516" y="248328"/>
                  </a:lnTo>
                  <a:lnTo>
                    <a:pt x="1368061" y="240082"/>
                  </a:lnTo>
                  <a:lnTo>
                    <a:pt x="1363287" y="231836"/>
                  </a:lnTo>
                  <a:lnTo>
                    <a:pt x="1358514" y="223591"/>
                  </a:lnTo>
                  <a:lnTo>
                    <a:pt x="1353104" y="215979"/>
                  </a:lnTo>
                  <a:lnTo>
                    <a:pt x="1348012" y="208050"/>
                  </a:lnTo>
                  <a:lnTo>
                    <a:pt x="1342284" y="200121"/>
                  </a:lnTo>
                  <a:lnTo>
                    <a:pt x="1336874" y="192827"/>
                  </a:lnTo>
                  <a:lnTo>
                    <a:pt x="1330827" y="185215"/>
                  </a:lnTo>
                  <a:lnTo>
                    <a:pt x="1325099" y="178238"/>
                  </a:lnTo>
                  <a:lnTo>
                    <a:pt x="1319053" y="171261"/>
                  </a:lnTo>
                  <a:lnTo>
                    <a:pt x="1312688" y="164284"/>
                  </a:lnTo>
                  <a:lnTo>
                    <a:pt x="1306323" y="157623"/>
                  </a:lnTo>
                  <a:lnTo>
                    <a:pt x="1299640" y="150963"/>
                  </a:lnTo>
                  <a:lnTo>
                    <a:pt x="1292957" y="144620"/>
                  </a:lnTo>
                  <a:lnTo>
                    <a:pt x="1286274" y="138277"/>
                  </a:lnTo>
                  <a:lnTo>
                    <a:pt x="1278955" y="132251"/>
                  </a:lnTo>
                  <a:lnTo>
                    <a:pt x="1271636" y="126225"/>
                  </a:lnTo>
                  <a:lnTo>
                    <a:pt x="1264635" y="120834"/>
                  </a:lnTo>
                  <a:lnTo>
                    <a:pt x="1257315" y="115125"/>
                  </a:lnTo>
                  <a:lnTo>
                    <a:pt x="1249996" y="110051"/>
                  </a:lnTo>
                  <a:lnTo>
                    <a:pt x="1242040" y="104659"/>
                  </a:lnTo>
                  <a:lnTo>
                    <a:pt x="1234402" y="99902"/>
                  </a:lnTo>
                  <a:lnTo>
                    <a:pt x="1241403" y="105611"/>
                  </a:lnTo>
                  <a:lnTo>
                    <a:pt x="1248086" y="111637"/>
                  </a:lnTo>
                  <a:lnTo>
                    <a:pt x="1255088" y="117663"/>
                  </a:lnTo>
                  <a:lnTo>
                    <a:pt x="1262089" y="124006"/>
                  </a:lnTo>
                  <a:lnTo>
                    <a:pt x="1268135" y="130666"/>
                  </a:lnTo>
                  <a:lnTo>
                    <a:pt x="1274818" y="137009"/>
                  </a:lnTo>
                  <a:lnTo>
                    <a:pt x="1280546" y="143986"/>
                  </a:lnTo>
                  <a:lnTo>
                    <a:pt x="1286911" y="150646"/>
                  </a:lnTo>
                  <a:lnTo>
                    <a:pt x="1292321" y="157623"/>
                  </a:lnTo>
                  <a:lnTo>
                    <a:pt x="1298367" y="164601"/>
                  </a:lnTo>
                  <a:lnTo>
                    <a:pt x="1303459" y="171895"/>
                  </a:lnTo>
                  <a:lnTo>
                    <a:pt x="1308869" y="179190"/>
                  </a:lnTo>
                  <a:lnTo>
                    <a:pt x="1313961" y="186484"/>
                  </a:lnTo>
                  <a:lnTo>
                    <a:pt x="1318734" y="194095"/>
                  </a:lnTo>
                  <a:lnTo>
                    <a:pt x="1323508" y="202024"/>
                  </a:lnTo>
                  <a:lnTo>
                    <a:pt x="1327963" y="209636"/>
                  </a:lnTo>
                  <a:lnTo>
                    <a:pt x="1332418" y="217565"/>
                  </a:lnTo>
                  <a:lnTo>
                    <a:pt x="1336237" y="225493"/>
                  </a:lnTo>
                  <a:lnTo>
                    <a:pt x="1340056" y="233422"/>
                  </a:lnTo>
                  <a:lnTo>
                    <a:pt x="1344193" y="241668"/>
                  </a:lnTo>
                  <a:lnTo>
                    <a:pt x="1347376" y="249914"/>
                  </a:lnTo>
                  <a:lnTo>
                    <a:pt x="1350558" y="257843"/>
                  </a:lnTo>
                  <a:lnTo>
                    <a:pt x="1356923" y="274969"/>
                  </a:lnTo>
                  <a:lnTo>
                    <a:pt x="1362333" y="291778"/>
                  </a:lnTo>
                  <a:lnTo>
                    <a:pt x="1366788" y="308904"/>
                  </a:lnTo>
                  <a:lnTo>
                    <a:pt x="1370925" y="326030"/>
                  </a:lnTo>
                  <a:lnTo>
                    <a:pt x="1374107" y="343790"/>
                  </a:lnTo>
                  <a:lnTo>
                    <a:pt x="1376653" y="360916"/>
                  </a:lnTo>
                  <a:lnTo>
                    <a:pt x="1378562" y="378677"/>
                  </a:lnTo>
                  <a:lnTo>
                    <a:pt x="1380472" y="396120"/>
                  </a:lnTo>
                  <a:lnTo>
                    <a:pt x="1381108" y="413880"/>
                  </a:lnTo>
                  <a:lnTo>
                    <a:pt x="1381427" y="431641"/>
                  </a:lnTo>
                  <a:lnTo>
                    <a:pt x="1381108" y="449401"/>
                  </a:lnTo>
                  <a:lnTo>
                    <a:pt x="1380472" y="466844"/>
                  </a:lnTo>
                  <a:lnTo>
                    <a:pt x="1378881" y="484605"/>
                  </a:lnTo>
                  <a:lnTo>
                    <a:pt x="1377290" y="502048"/>
                  </a:lnTo>
                  <a:lnTo>
                    <a:pt x="1375380" y="519491"/>
                  </a:lnTo>
                  <a:lnTo>
                    <a:pt x="1372516" y="536934"/>
                  </a:lnTo>
                  <a:lnTo>
                    <a:pt x="1369652" y="554378"/>
                  </a:lnTo>
                  <a:lnTo>
                    <a:pt x="1367106" y="564843"/>
                  </a:lnTo>
                  <a:lnTo>
                    <a:pt x="1364878" y="574675"/>
                  </a:lnTo>
                  <a:lnTo>
                    <a:pt x="1334646" y="547717"/>
                  </a:lnTo>
                  <a:lnTo>
                    <a:pt x="1168210" y="399609"/>
                  </a:lnTo>
                  <a:lnTo>
                    <a:pt x="1166618" y="387557"/>
                  </a:lnTo>
                  <a:lnTo>
                    <a:pt x="1166300" y="375188"/>
                  </a:lnTo>
                  <a:lnTo>
                    <a:pt x="1166618" y="369479"/>
                  </a:lnTo>
                  <a:lnTo>
                    <a:pt x="1166937" y="363136"/>
                  </a:lnTo>
                  <a:lnTo>
                    <a:pt x="1167573" y="357110"/>
                  </a:lnTo>
                  <a:lnTo>
                    <a:pt x="1168528" y="350767"/>
                  </a:lnTo>
                  <a:lnTo>
                    <a:pt x="1171074" y="330153"/>
                  </a:lnTo>
                  <a:lnTo>
                    <a:pt x="1173620" y="308269"/>
                  </a:lnTo>
                  <a:lnTo>
                    <a:pt x="1175847" y="285435"/>
                  </a:lnTo>
                  <a:lnTo>
                    <a:pt x="1177438" y="262283"/>
                  </a:lnTo>
                  <a:lnTo>
                    <a:pt x="1178393" y="238814"/>
                  </a:lnTo>
                  <a:lnTo>
                    <a:pt x="1178711" y="227079"/>
                  </a:lnTo>
                  <a:lnTo>
                    <a:pt x="1178711" y="215027"/>
                  </a:lnTo>
                  <a:lnTo>
                    <a:pt x="1178393" y="203293"/>
                  </a:lnTo>
                  <a:lnTo>
                    <a:pt x="1178075" y="191241"/>
                  </a:lnTo>
                  <a:lnTo>
                    <a:pt x="1177438" y="179507"/>
                  </a:lnTo>
                  <a:lnTo>
                    <a:pt x="1176484" y="167772"/>
                  </a:lnTo>
                  <a:lnTo>
                    <a:pt x="1175211" y="155720"/>
                  </a:lnTo>
                  <a:lnTo>
                    <a:pt x="1173938" y="144303"/>
                  </a:lnTo>
                  <a:lnTo>
                    <a:pt x="1172028" y="132568"/>
                  </a:lnTo>
                  <a:lnTo>
                    <a:pt x="1169801" y="121151"/>
                  </a:lnTo>
                  <a:lnTo>
                    <a:pt x="1167573" y="109734"/>
                  </a:lnTo>
                  <a:lnTo>
                    <a:pt x="1164391" y="98633"/>
                  </a:lnTo>
                  <a:lnTo>
                    <a:pt x="1161208" y="87533"/>
                  </a:lnTo>
                  <a:lnTo>
                    <a:pt x="1157708" y="76750"/>
                  </a:lnTo>
                  <a:lnTo>
                    <a:pt x="1153571" y="66284"/>
                  </a:lnTo>
                  <a:lnTo>
                    <a:pt x="1149115" y="55818"/>
                  </a:lnTo>
                  <a:lnTo>
                    <a:pt x="1144342" y="45670"/>
                  </a:lnTo>
                  <a:lnTo>
                    <a:pt x="1138932" y="35838"/>
                  </a:lnTo>
                  <a:lnTo>
                    <a:pt x="1133204" y="26641"/>
                  </a:lnTo>
                  <a:lnTo>
                    <a:pt x="1126839" y="17443"/>
                  </a:lnTo>
                  <a:lnTo>
                    <a:pt x="1119838" y="8563"/>
                  </a:lnTo>
                  <a:lnTo>
                    <a:pt x="1112837" y="0"/>
                  </a:lnTo>
                  <a:close/>
                </a:path>
              </a:pathLst>
            </a:custGeom>
            <a:solidFill>
              <a:srgbClr val="FFFFFF"/>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a:solidFill>
                  <a:schemeClr val="tx1">
                    <a:lumMod val="85000"/>
                    <a:lumOff val="15000"/>
                  </a:schemeClr>
                </a:solidFill>
                <a:latin typeface="Arial"/>
                <a:ea typeface="阿里巴巴普惠体 Medium"/>
                <a:cs typeface="阿里巴巴普惠体 Medium"/>
                <a:sym typeface="Arial"/>
              </a:endParaRPr>
            </a:p>
          </p:txBody>
        </p:sp>
        <p:sp>
          <p:nvSpPr>
            <p:cNvPr id="5" name="图形"/>
            <p:cNvSpPr/>
            <p:nvPr>
              <p:custDataLst>
                <p:tags r:id="R5b69dc81f8d6432e"/>
              </p:custDataLst>
            </p:nvPr>
          </p:nvSpPr>
          <p:spPr>
            <a:xfrm>
              <a:off x="2482" y="5239"/>
              <a:ext cx="716" cy="685"/>
            </a:xfrm>
            <a:custGeom>
              <a:avLst/>
              <a:gdLst/>
              <a:ahLst/>
              <a:cxnLst/>
              <a:rect l="l" t="t" r="r" b="b"/>
              <a:pathLst>
                <a:path w="1889279" h="1810503">
                  <a:moveTo>
                    <a:pt x="1408636" y="1462945"/>
                  </a:moveTo>
                  <a:cubicBezTo>
                    <a:pt x="1471912" y="1494489"/>
                    <a:pt x="1528819" y="1532588"/>
                    <a:pt x="1575786" y="1578162"/>
                  </a:cubicBezTo>
                  <a:cubicBezTo>
                    <a:pt x="1467281" y="1672800"/>
                    <a:pt x="1335058" y="1742507"/>
                    <a:pt x="1188886" y="1779443"/>
                  </a:cubicBezTo>
                  <a:cubicBezTo>
                    <a:pt x="1278166" y="1700386"/>
                    <a:pt x="1353810" y="1592053"/>
                    <a:pt x="1408636" y="1462945"/>
                  </a:cubicBezTo>
                  <a:close/>
                  <a:moveTo>
                    <a:pt x="494888" y="1445849"/>
                  </a:moveTo>
                  <a:cubicBezTo>
                    <a:pt x="556747" y="1590569"/>
                    <a:pt x="643865" y="1709702"/>
                    <a:pt x="747068" y="1790925"/>
                  </a:cubicBezTo>
                  <a:cubicBezTo>
                    <a:pt x="576321" y="1756303"/>
                    <a:pt x="422614" y="1677538"/>
                    <a:pt x="300900" y="1566189"/>
                  </a:cubicBezTo>
                  <a:cubicBezTo>
                    <a:pt x="355309" y="1517036"/>
                    <a:pt x="421005" y="1476420"/>
                    <a:pt x="494888" y="1445849"/>
                  </a:cubicBezTo>
                  <a:close/>
                  <a:moveTo>
                    <a:pt x="900586" y="1355871"/>
                  </a:moveTo>
                  <a:lnTo>
                    <a:pt x="900586" y="1808904"/>
                  </a:lnTo>
                  <a:lnTo>
                    <a:pt x="884222" y="1808113"/>
                  </a:lnTo>
                  <a:cubicBezTo>
                    <a:pt x="745280" y="1742581"/>
                    <a:pt x="627378" y="1604992"/>
                    <a:pt x="551037" y="1423344"/>
                  </a:cubicBezTo>
                  <a:cubicBezTo>
                    <a:pt x="655969" y="1381011"/>
                    <a:pt x="774745" y="1357337"/>
                    <a:pt x="900586" y="1355871"/>
                  </a:cubicBezTo>
                  <a:close/>
                  <a:moveTo>
                    <a:pt x="953521" y="1355186"/>
                  </a:moveTo>
                  <a:cubicBezTo>
                    <a:pt x="1099660" y="1356509"/>
                    <a:pt x="1236550" y="1386650"/>
                    <a:pt x="1354036" y="1440083"/>
                  </a:cubicBezTo>
                  <a:cubicBezTo>
                    <a:pt x="1283551" y="1605630"/>
                    <a:pt x="1178611" y="1734316"/>
                    <a:pt x="1054486" y="1804443"/>
                  </a:cubicBezTo>
                  <a:lnTo>
                    <a:pt x="953521" y="1810503"/>
                  </a:lnTo>
                  <a:close/>
                  <a:moveTo>
                    <a:pt x="1517159" y="931303"/>
                  </a:moveTo>
                  <a:lnTo>
                    <a:pt x="1889279" y="931303"/>
                  </a:lnTo>
                  <a:cubicBezTo>
                    <a:pt x="1883282" y="1167646"/>
                    <a:pt x="1781715" y="1381244"/>
                    <a:pt x="1618873" y="1536894"/>
                  </a:cubicBezTo>
                  <a:cubicBezTo>
                    <a:pt x="1566437" y="1485571"/>
                    <a:pt x="1502786" y="1442774"/>
                    <a:pt x="1431939" y="1407715"/>
                  </a:cubicBezTo>
                  <a:cubicBezTo>
                    <a:pt x="1485774" y="1266553"/>
                    <a:pt x="1516428" y="1104135"/>
                    <a:pt x="1517159" y="931303"/>
                  </a:cubicBezTo>
                  <a:close/>
                  <a:moveTo>
                    <a:pt x="953521" y="931303"/>
                  </a:moveTo>
                  <a:lnTo>
                    <a:pt x="1456842" y="931303"/>
                  </a:lnTo>
                  <a:cubicBezTo>
                    <a:pt x="1456123" y="1096196"/>
                    <a:pt x="1427268" y="1250986"/>
                    <a:pt x="1375819" y="1384691"/>
                  </a:cubicBezTo>
                  <a:cubicBezTo>
                    <a:pt x="1251537" y="1327928"/>
                    <a:pt x="1107288" y="1296191"/>
                    <a:pt x="953521" y="1294902"/>
                  </a:cubicBezTo>
                  <a:close/>
                  <a:moveTo>
                    <a:pt x="448568" y="931303"/>
                  </a:moveTo>
                  <a:lnTo>
                    <a:pt x="900586" y="931303"/>
                  </a:lnTo>
                  <a:lnTo>
                    <a:pt x="900586" y="1295603"/>
                  </a:lnTo>
                  <a:cubicBezTo>
                    <a:pt x="766605" y="1297053"/>
                    <a:pt x="640053" y="1322469"/>
                    <a:pt x="528061" y="1368046"/>
                  </a:cubicBezTo>
                  <a:cubicBezTo>
                    <a:pt x="478984" y="1238632"/>
                    <a:pt x="450499" y="1089843"/>
                    <a:pt x="448568" y="931303"/>
                  </a:cubicBezTo>
                  <a:close/>
                  <a:moveTo>
                    <a:pt x="0" y="931303"/>
                  </a:moveTo>
                  <a:lnTo>
                    <a:pt x="388264" y="931303"/>
                  </a:lnTo>
                  <a:cubicBezTo>
                    <a:pt x="390220" y="1097785"/>
                    <a:pt x="420532" y="1254193"/>
                    <a:pt x="473139" y="1390578"/>
                  </a:cubicBezTo>
                  <a:cubicBezTo>
                    <a:pt x="391203" y="1423988"/>
                    <a:pt x="318506" y="1469260"/>
                    <a:pt x="258353" y="1524144"/>
                  </a:cubicBezTo>
                  <a:cubicBezTo>
                    <a:pt x="102364" y="1370026"/>
                    <a:pt x="5849" y="1161456"/>
                    <a:pt x="0" y="931303"/>
                  </a:cubicBezTo>
                  <a:close/>
                  <a:moveTo>
                    <a:pt x="536834" y="421694"/>
                  </a:moveTo>
                  <a:cubicBezTo>
                    <a:pt x="646682" y="464986"/>
                    <a:pt x="770110" y="489176"/>
                    <a:pt x="900586" y="490537"/>
                  </a:cubicBezTo>
                  <a:lnTo>
                    <a:pt x="900586" y="875390"/>
                  </a:lnTo>
                  <a:lnTo>
                    <a:pt x="448805" y="875390"/>
                  </a:lnTo>
                  <a:cubicBezTo>
                    <a:pt x="451150" y="709592"/>
                    <a:pt x="482649" y="554587"/>
                    <a:pt x="536834" y="421694"/>
                  </a:cubicBezTo>
                  <a:close/>
                  <a:moveTo>
                    <a:pt x="1356131" y="409527"/>
                  </a:moveTo>
                  <a:cubicBezTo>
                    <a:pt x="1415590" y="544412"/>
                    <a:pt x="1451132" y="703874"/>
                    <a:pt x="1455052" y="875390"/>
                  </a:cubicBezTo>
                  <a:lnTo>
                    <a:pt x="953521" y="875390"/>
                  </a:lnTo>
                  <a:lnTo>
                    <a:pt x="953521" y="491238"/>
                  </a:lnTo>
                  <a:cubicBezTo>
                    <a:pt x="1099303" y="490092"/>
                    <a:pt x="1236528" y="461431"/>
                    <a:pt x="1356131" y="409527"/>
                  </a:cubicBezTo>
                  <a:close/>
                  <a:moveTo>
                    <a:pt x="271202" y="273767"/>
                  </a:moveTo>
                  <a:cubicBezTo>
                    <a:pt x="330895" y="324894"/>
                    <a:pt x="401533" y="367494"/>
                    <a:pt x="480768" y="398692"/>
                  </a:cubicBezTo>
                  <a:cubicBezTo>
                    <a:pt x="424147" y="539118"/>
                    <a:pt x="390867" y="701724"/>
                    <a:pt x="388496" y="875390"/>
                  </a:cubicBezTo>
                  <a:lnTo>
                    <a:pt x="238" y="875390"/>
                  </a:lnTo>
                  <a:cubicBezTo>
                    <a:pt x="7162" y="640451"/>
                    <a:pt x="108645" y="428248"/>
                    <a:pt x="271202" y="273767"/>
                  </a:cubicBezTo>
                  <a:close/>
                  <a:moveTo>
                    <a:pt x="1605567" y="261436"/>
                  </a:moveTo>
                  <a:cubicBezTo>
                    <a:pt x="1775300" y="417133"/>
                    <a:pt x="1881942" y="634296"/>
                    <a:pt x="1889035" y="875390"/>
                  </a:cubicBezTo>
                  <a:lnTo>
                    <a:pt x="1515364" y="875390"/>
                  </a:lnTo>
                  <a:cubicBezTo>
                    <a:pt x="1511419" y="696081"/>
                    <a:pt x="1474168" y="529014"/>
                    <a:pt x="1413107" y="386152"/>
                  </a:cubicBezTo>
                  <a:cubicBezTo>
                    <a:pt x="1485941" y="353453"/>
                    <a:pt x="1551126" y="311628"/>
                    <a:pt x="1605567" y="261436"/>
                  </a:cubicBezTo>
                  <a:close/>
                  <a:moveTo>
                    <a:pt x="748157" y="19413"/>
                  </a:moveTo>
                  <a:cubicBezTo>
                    <a:pt x="649482" y="96557"/>
                    <a:pt x="565491" y="208310"/>
                    <a:pt x="504779" y="344256"/>
                  </a:cubicBezTo>
                  <a:cubicBezTo>
                    <a:pt x="432706" y="315858"/>
                    <a:pt x="368354" y="277545"/>
                    <a:pt x="313920" y="231604"/>
                  </a:cubicBezTo>
                  <a:cubicBezTo>
                    <a:pt x="434240" y="127070"/>
                    <a:pt x="583275" y="52667"/>
                    <a:pt x="748157" y="19413"/>
                  </a:cubicBezTo>
                  <a:close/>
                  <a:moveTo>
                    <a:pt x="1137621" y="18543"/>
                  </a:moveTo>
                  <a:cubicBezTo>
                    <a:pt x="1297904" y="50310"/>
                    <a:pt x="1443338" y="120918"/>
                    <a:pt x="1562575" y="219802"/>
                  </a:cubicBezTo>
                  <a:cubicBezTo>
                    <a:pt x="1512842" y="265093"/>
                    <a:pt x="1453308" y="302843"/>
                    <a:pt x="1386970" y="332857"/>
                  </a:cubicBezTo>
                  <a:cubicBezTo>
                    <a:pt x="1323718" y="199817"/>
                    <a:pt x="1237626" y="91674"/>
                    <a:pt x="1137621" y="18543"/>
                  </a:cubicBezTo>
                  <a:close/>
                  <a:moveTo>
                    <a:pt x="900586" y="1702"/>
                  </a:moveTo>
                  <a:lnTo>
                    <a:pt x="900586" y="430269"/>
                  </a:lnTo>
                  <a:cubicBezTo>
                    <a:pt x="778345" y="428899"/>
                    <a:pt x="662774" y="406468"/>
                    <a:pt x="560047" y="366408"/>
                  </a:cubicBezTo>
                  <a:cubicBezTo>
                    <a:pt x="637783" y="193348"/>
                    <a:pt x="753999" y="63227"/>
                    <a:pt x="890213" y="2203"/>
                  </a:cubicBezTo>
                  <a:close/>
                  <a:moveTo>
                    <a:pt x="953521" y="0"/>
                  </a:moveTo>
                  <a:lnTo>
                    <a:pt x="981035" y="1330"/>
                  </a:lnTo>
                  <a:cubicBezTo>
                    <a:pt x="1124068" y="53565"/>
                    <a:pt x="1247786" y="180867"/>
                    <a:pt x="1332000" y="354889"/>
                  </a:cubicBezTo>
                  <a:cubicBezTo>
                    <a:pt x="1219743" y="403080"/>
                    <a:pt x="1090709" y="429800"/>
                    <a:pt x="953521" y="430954"/>
                  </a:cubicBezTo>
                  <a:close/>
                </a:path>
              </a:pathLst>
            </a:custGeom>
            <a:solidFill>
              <a:srgbClr val="FFFFFF"/>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contourW="12700">
                <a:contourClr>
                  <a:srgbClr val="FFFFFF"/>
                </a:contourClr>
              </a:sp3d>
            </a:bodyPr>
            <a:lstStyle/>
            <a:p>
              <a:pPr algn="ctr">
                <a:defRPr/>
              </a:pPr>
              <a:endParaRPr lang="zh-CN" altLang="en-US">
                <a:solidFill>
                  <a:schemeClr val="tx1">
                    <a:lumMod val="85000"/>
                    <a:lumOff val="15000"/>
                  </a:schemeClr>
                </a:solidFill>
                <a:latin typeface="Arial"/>
                <a:ea typeface="阿里巴巴普惠体 Medium"/>
                <a:cs typeface="阿里巴巴普惠体 Medium"/>
                <a:sym typeface="Arial"/>
              </a:endParaRPr>
            </a:p>
          </p:txBody>
        </p:sp>
        <p:grpSp>
          <p:nvGrpSpPr>
            <p:cNvPr id="8" name="组合 7"/>
            <p:cNvGrpSpPr/>
            <p:nvPr/>
          </p:nvGrpSpPr>
          <p:grpSpPr>
            <a:xfrm>
              <a:off x="11065" y="3011"/>
              <a:ext cx="6431" cy="2106"/>
              <a:chOff x="11066" y="2954"/>
              <a:chExt cx="6431" cy="2106"/>
            </a:xfrm>
          </p:grpSpPr>
          <p:sp>
            <p:nvSpPr>
              <p:cNvPr id="16" name="图形"/>
              <p:cNvSpPr txBox="1"/>
              <p:nvPr>
                <p:custDataLst>
                  <p:tags r:id="Rb75530d1b22443b5"/>
                </p:custDataLst>
              </p:nvPr>
            </p:nvSpPr>
            <p:spPr>
              <a:xfrm>
                <a:off x="11066" y="2954"/>
                <a:ext cx="3109" cy="582"/>
              </a:xfrm>
              <a:prstGeom prst="rect">
                <a:avLst/>
              </a:prstGeom>
              <a:noFill/>
            </p:spPr>
            <p:txBody>
              <a:bodyPr wrap="square" lIns="0" tIns="0" rIns="0" bIns="0" rtlCol="0">
                <a:spAutoFit/>
              </a:bodyPr>
              <a:lstStyle/>
              <a:p>
                <a:r>
                  <a:rPr lang="zh-CN" altLang="en-US" sz="2400">
                    <a:solidFill>
                      <a:schemeClr val="tx1">
                        <a:lumMod val="75000"/>
                        <a:lumOff val="25000"/>
                      </a:schemeClr>
                    </a:solidFill>
                    <a:latin typeface="Arial"/>
                    <a:ea typeface="阿里巴巴普惠体 Medium"/>
                    <a:cs typeface="阿里巴巴普惠体 Medium"/>
                    <a:sym typeface="Arial"/>
                  </a:rPr>
                  <a:t>添加标题文本</a:t>
                </a:r>
              </a:p>
            </p:txBody>
          </p:sp>
          <p:sp>
            <p:nvSpPr>
              <p:cNvPr id="26" name="图形"/>
              <p:cNvSpPr txBox="1"/>
              <p:nvPr>
                <p:custDataLst>
                  <p:tags r:id="R7f3f8a2e7b474129"/>
                </p:custDataLst>
              </p:nvPr>
            </p:nvSpPr>
            <p:spPr>
              <a:xfrm>
                <a:off x="11066" y="3533"/>
                <a:ext cx="6431" cy="1527"/>
              </a:xfrm>
              <a:prstGeom prst="rect">
                <a:avLst/>
              </a:prstGeom>
              <a:noFill/>
            </p:spPr>
            <p:txBody>
              <a:bodyPr wrap="square" lIns="0" tIns="0" rIns="0" bIns="0" rtlCol="0">
                <a:spAutoFit/>
              </a:bodyPr>
              <a:lstStyle/>
              <a:p>
                <a:pPr>
                  <a:lnSpc>
                    <a:spcPct val="150000"/>
                  </a:lnSpc>
                </a:pPr>
                <a:r>
                  <a:rPr lang="zh-CN" altLang="en-US" sz="1400">
                    <a:solidFill>
                      <a:schemeClr val="tx1">
                        <a:lumMod val="65000"/>
                        <a:lumOff val="35000"/>
                      </a:schemeClr>
                    </a:solidFill>
                    <a:latin typeface="Arial"/>
                    <a:ea typeface="阿里巴巴普惠体 Medium"/>
                    <a:cs typeface="阿里巴巴普惠体 Medium"/>
                    <a:sym typeface="Arial"/>
                  </a:rPr>
                  <a:t>单击此处输入您的文本内容，可更改文字的颜色或者大X等属性。单击此处输入您的文本内容，可更改文字的颜色或者大X等属性。</a:t>
                </a:r>
                <a:endParaRPr lang="en-US" altLang="zh-CN" sz="1400">
                  <a:solidFill>
                    <a:schemeClr val="tx1">
                      <a:lumMod val="65000"/>
                      <a:lumOff val="35000"/>
                    </a:schemeClr>
                  </a:solidFill>
                  <a:latin typeface="Arial"/>
                  <a:ea typeface="阿里巴巴普惠体 Medium"/>
                  <a:cs typeface="阿里巴巴普惠体 Medium"/>
                  <a:sym typeface="Arial"/>
                </a:endParaRPr>
              </a:p>
            </p:txBody>
          </p:sp>
        </p:grpSp>
        <p:grpSp>
          <p:nvGrpSpPr>
            <p:cNvPr id="9" name="组合 8"/>
            <p:cNvGrpSpPr/>
            <p:nvPr/>
          </p:nvGrpSpPr>
          <p:grpSpPr>
            <a:xfrm>
              <a:off x="11065" y="6046"/>
              <a:ext cx="6431" cy="2106"/>
              <a:chOff x="11066" y="2954"/>
              <a:chExt cx="6431" cy="2106"/>
            </a:xfrm>
          </p:grpSpPr>
          <p:sp>
            <p:nvSpPr>
              <p:cNvPr id="10" name="图形"/>
              <p:cNvSpPr txBox="1"/>
              <p:nvPr>
                <p:custDataLst>
                  <p:tags r:id="Ra312eead85a44792"/>
                </p:custDataLst>
              </p:nvPr>
            </p:nvSpPr>
            <p:spPr>
              <a:xfrm>
                <a:off x="11066" y="2954"/>
                <a:ext cx="3109" cy="582"/>
              </a:xfrm>
              <a:prstGeom prst="rect">
                <a:avLst/>
              </a:prstGeom>
              <a:noFill/>
            </p:spPr>
            <p:txBody>
              <a:bodyPr wrap="square" lIns="0" tIns="0" rIns="0" bIns="0" rtlCol="0">
                <a:spAutoFit/>
              </a:bodyPr>
              <a:lstStyle/>
              <a:p>
                <a:r>
                  <a:rPr lang="zh-CN" altLang="en-US" sz="2400">
                    <a:solidFill>
                      <a:schemeClr val="tx1">
                        <a:lumMod val="75000"/>
                        <a:lumOff val="25000"/>
                      </a:schemeClr>
                    </a:solidFill>
                    <a:latin typeface="Arial"/>
                    <a:ea typeface="阿里巴巴普惠体 Medium"/>
                    <a:cs typeface="阿里巴巴普惠体 Medium"/>
                    <a:sym typeface="Arial"/>
                  </a:rPr>
                  <a:t>添加标题文本</a:t>
                </a:r>
              </a:p>
            </p:txBody>
          </p:sp>
          <p:sp>
            <p:nvSpPr>
              <p:cNvPr id="11" name="图形"/>
              <p:cNvSpPr txBox="1"/>
              <p:nvPr>
                <p:custDataLst>
                  <p:tags r:id="R92038da3d8d14fa5"/>
                </p:custDataLst>
              </p:nvPr>
            </p:nvSpPr>
            <p:spPr>
              <a:xfrm>
                <a:off x="11066" y="3533"/>
                <a:ext cx="6431" cy="1527"/>
              </a:xfrm>
              <a:prstGeom prst="rect">
                <a:avLst/>
              </a:prstGeom>
              <a:noFill/>
            </p:spPr>
            <p:txBody>
              <a:bodyPr wrap="square" lIns="0" tIns="0" rIns="0" bIns="0" rtlCol="0">
                <a:spAutoFit/>
              </a:bodyPr>
              <a:lstStyle/>
              <a:p>
                <a:pPr>
                  <a:lnSpc>
                    <a:spcPct val="150000"/>
                  </a:lnSpc>
                </a:pPr>
                <a:r>
                  <a:rPr lang="zh-CN" altLang="en-US" sz="1400">
                    <a:solidFill>
                      <a:schemeClr val="tx1">
                        <a:lumMod val="65000"/>
                        <a:lumOff val="35000"/>
                      </a:schemeClr>
                    </a:solidFill>
                    <a:latin typeface="Arial"/>
                    <a:ea typeface="阿里巴巴普惠体 Medium"/>
                    <a:cs typeface="阿里巴巴普惠体 Medium"/>
                    <a:sym typeface="Arial"/>
                  </a:rPr>
                  <a:t>单击此处输入您的文本内容，可更改文字的颜色或者大X等属性。单击此处输入您的文本内容，可更改文字的颜色或者大X等属性。</a:t>
                </a:r>
                <a:endParaRPr lang="en-US" altLang="zh-CN" sz="1400">
                  <a:solidFill>
                    <a:schemeClr val="tx1">
                      <a:lumMod val="65000"/>
                      <a:lumOff val="35000"/>
                    </a:schemeClr>
                  </a:solidFill>
                  <a:latin typeface="Arial"/>
                  <a:ea typeface="阿里巴巴普惠体 Medium"/>
                  <a:cs typeface="阿里巴巴普惠体 Medium"/>
                  <a:sym typeface="Arial"/>
                </a:endParaRPr>
              </a:p>
            </p:txBody>
          </p:sp>
        </p:grpSp>
        <p:cxnSp>
          <p:nvCxnSpPr>
            <p:cNvPr id="15" name="图形"/>
            <p:cNvCxnSpPr/>
            <p:nvPr/>
          </p:nvCxnSpPr>
          <p:spPr>
            <a:xfrm>
              <a:off x="11117" y="5581"/>
              <a:ext cx="6073" cy="0"/>
            </a:xfrm>
            <a:prstGeom prst="line">
              <a:avLst/>
            </a:prstGeom>
            <a:ln w="38100">
              <a:solidFill>
                <a:srgbClr val="B40005"/>
              </a:solidFill>
            </a:ln>
          </p:spPr>
          <p:style>
            <a:lnRef idx="2">
              <a:schemeClr val="accent1"/>
            </a:lnRef>
            <a:fillRef idx="0">
              <a:srgbClr val="FFFFFF"/>
            </a:fillRef>
            <a:effectRef idx="0">
              <a:srgbClr val="FFFFFF"/>
            </a:effectRef>
            <a:fontRef idx="minor">
              <a:schemeClr val="tx1"/>
            </a:fontRef>
          </p:style>
        </p:cxnSp>
      </p:grpSp>
    </p:spTree>
    <p:custDataLst>
      <p:tags r:id="R24e3413b4455448a"/>
    </p:custDataLst>
  </p:cSld>
  <p:clrMapOvr>
    <a:masterClrMapping/>
  </p:clrMapOvr>
  <p:transition advTm="2000">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ppt_x</p:attrName>
                                        </p:attrNameLst>
                                      </p:cBhvr>
                                      <p:tavLst>
                                        <p:tav tm="0">
                                          <p:val>
                                            <p:strVal val="#ppt_x-.2"/>
                                          </p:val>
                                        </p:tav>
                                        <p:tav tm="100000">
                                          <p:val>
                                            <p:strVal val="#ppt_x"/>
                                          </p:val>
                                        </p:tav>
                                      </p:tavLst>
                                    </p:anim>
                                    <p:anim calcmode="lin" valueType="num">
                                      <p:cBhvr>
                                        <p:cTn id="8" dur="1000" fill="hold"/>
                                        <p:tgtEl>
                                          <p:spTgt spid="4"/>
                                        </p:tgtEl>
                                        <p:attrNameLst>
                                          <p:attrName>ppt_y</p:attrName>
                                        </p:attrNameLst>
                                      </p:cBhvr>
                                      <p:tavLst>
                                        <p:tav tm="0">
                                          <p:val>
                                            <p:strVal val="#ppt_y"/>
                                          </p:val>
                                        </p:tav>
                                        <p:tav tm="100000">
                                          <p:val>
                                            <p:strVal val="#ppt_y"/>
                                          </p:val>
                                        </p:tav>
                                      </p:tavLst>
                                    </p:anim>
                                    <p:animEffect transition="in" filter="wipe(right)" prLst="gradientSize: 0.1">
                                      <p:cBhvr>
                                        <p:cTn id="9" dur="1000"/>
                                        <p:tgtEl>
                                          <p:spTgt spid="4"/>
                                        </p:tgtEl>
                                      </p:cBhvr>
                                    </p:animEffect>
                                  </p:childTnLst>
                                </p:cTn>
                              </p:par>
                            </p:childTnLst>
                          </p:cTn>
                        </p:par>
                      </p:childTnLst>
                    </p:cTn>
                  </p:par>
                  <p:par>
                    <p:cTn id="10" fill="hold" nodeType="clickPar">
                      <p:stCondLst>
                        <p:cond delay="indefinite"/>
                      </p:stCondLst>
                      <p:childTnLst>
                        <p:par>
                          <p:cTn id="11" fill="hold" nodeType="afterGroup">
                            <p:stCondLst>
                              <p:cond delay="0"/>
                            </p:stCondLst>
                            <p:childTnLst>
                              <p:par>
                                <p:cTn id="12" presetID="29" presetClass="entr" presetSubtype="0" fill="hold" nodeType="clickEffect">
                                  <p:stCondLst>
                                    <p:cond delay="0"/>
                                  </p:stCondLst>
                                  <p:childTnLst>
                                    <p:set>
                                      <p:cBhvr>
                                        <p:cTn id="13" dur="1" fill="hold">
                                          <p:stCondLst>
                                            <p:cond delay="0"/>
                                          </p:stCondLst>
                                        </p:cTn>
                                        <p:tgtEl>
                                          <p:spTgt spid="18"/>
                                        </p:tgtEl>
                                        <p:attrNameLst>
                                          <p:attrName>style.visibility</p:attrName>
                                        </p:attrNameLst>
                                      </p:cBhvr>
                                      <p:to>
                                        <p:strVal val="visible"/>
                                      </p:to>
                                    </p:set>
                                    <p:anim calcmode="lin" valueType="num">
                                      <p:cBhvr>
                                        <p:cTn id="14" dur="1000" fill="hold"/>
                                        <p:tgtEl>
                                          <p:spTgt spid="18"/>
                                        </p:tgtEl>
                                        <p:attrNameLst>
                                          <p:attrName>ppt_x</p:attrName>
                                        </p:attrNameLst>
                                      </p:cBhvr>
                                      <p:tavLst>
                                        <p:tav tm="0">
                                          <p:val>
                                            <p:strVal val="#ppt_x-.2"/>
                                          </p:val>
                                        </p:tav>
                                        <p:tav tm="100000">
                                          <p:val>
                                            <p:strVal val="#ppt_x"/>
                                          </p:val>
                                        </p:tav>
                                      </p:tavLst>
                                    </p:anim>
                                    <p:anim calcmode="lin" valueType="num">
                                      <p:cBhvr>
                                        <p:cTn id="15" dur="1000" fill="hold"/>
                                        <p:tgtEl>
                                          <p:spTgt spid="18"/>
                                        </p:tgtEl>
                                        <p:attrNameLst>
                                          <p:attrName>ppt_y</p:attrName>
                                        </p:attrNameLst>
                                      </p:cBhvr>
                                      <p:tavLst>
                                        <p:tav tm="0">
                                          <p:val>
                                            <p:strVal val="#ppt_y"/>
                                          </p:val>
                                        </p:tav>
                                        <p:tav tm="100000">
                                          <p:val>
                                            <p:strVal val="#ppt_y"/>
                                          </p:val>
                                        </p:tav>
                                      </p:tavLst>
                                    </p:anim>
                                    <p:animEffect transition="in" filter="wipe(right)" prLst="gradientSize: 0.1">
                                      <p:cBhvr>
                                        <p:cTn id="16" dur="10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图形"/>
          <p:cNvGrpSpPr/>
          <p:nvPr/>
        </p:nvGrpSpPr>
        <p:grpSpPr>
          <a:xfrm>
            <a:off x="1" y="300356"/>
            <a:ext cx="3197225" cy="576580"/>
            <a:chOff x="0" y="473"/>
            <a:chExt cx="5035" cy="908"/>
          </a:xfrm>
        </p:grpSpPr>
        <p:sp>
          <p:nvSpPr>
            <p:cNvPr id="2" name="图形"/>
            <p:cNvSpPr/>
            <p:nvPr>
              <p:custDataLst>
                <p:tags r:id="R163798df77ac486e"/>
              </p:custDataLst>
            </p:nvPr>
          </p:nvSpPr>
          <p:spPr>
            <a:xfrm rot="5400000">
              <a:off x="361" y="112"/>
              <a:ext cx="908" cy="1630"/>
            </a:xfrm>
            <a:prstGeom prst="round2SameRect">
              <a:avLst>
                <a:gd name="adj1" fmla="val 50000"/>
                <a:gd name="adj2" fmla="val 0"/>
              </a:avLst>
            </a:prstGeom>
            <a:solidFill>
              <a:srgbClr val="B4000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ltLang="zh-CN">
                <a:latin typeface="Arial"/>
                <a:ea typeface="阿里巴巴普惠体 Medium"/>
                <a:cs typeface="阿里巴巴普惠体 Medium"/>
                <a:sym typeface="Arial"/>
              </a:endParaRPr>
            </a:p>
          </p:txBody>
        </p:sp>
        <p:sp>
          <p:nvSpPr>
            <p:cNvPr id="3" name="图形"/>
            <p:cNvSpPr txBox="1"/>
            <p:nvPr>
              <p:custDataLst>
                <p:tags r:id="Rce693cc5d2634d42"/>
              </p:custDataLst>
            </p:nvPr>
          </p:nvSpPr>
          <p:spPr>
            <a:xfrm>
              <a:off x="340" y="540"/>
              <a:ext cx="951" cy="775"/>
            </a:xfrm>
            <a:prstGeom prst="rect">
              <a:avLst/>
            </a:prstGeom>
            <a:noFill/>
          </p:spPr>
          <p:txBody>
            <a:bodyPr wrap="square" lIns="0" tIns="0" rIns="0" bIns="0" rtlCol="0">
              <a:spAutoFit/>
            </a:bodyPr>
            <a:lstStyle/>
            <a:p>
              <a:pPr algn="ctr">
                <a:lnSpc>
                  <a:spcPct val="100000"/>
                </a:lnSpc>
              </a:pPr>
              <a:r>
                <a:rPr lang="en-US" altLang="zh-CN" sz="3200" noProof="0">
                  <a:ln>
                    <a:noFill/>
                  </a:ln>
                  <a:solidFill>
                    <a:schemeClr val="bg1"/>
                  </a:solidFill>
                  <a:effectLst/>
                  <a:uLnTx/>
                  <a:uFillTx/>
                  <a:latin typeface="Arial"/>
                  <a:ea typeface="阿里巴巴普惠体 Medium"/>
                  <a:cs typeface="阿里巴巴普惠体 Medium"/>
                  <a:sym typeface="Arial"/>
                </a:rPr>
                <a:t>04</a:t>
              </a:r>
            </a:p>
          </p:txBody>
        </p:sp>
        <p:sp>
          <p:nvSpPr>
            <p:cNvPr id="29" name="图形"/>
            <p:cNvSpPr txBox="1"/>
            <p:nvPr>
              <p:custDataLst>
                <p:tags r:id="R22786b36b8684d94"/>
              </p:custDataLst>
            </p:nvPr>
          </p:nvSpPr>
          <p:spPr>
            <a:xfrm>
              <a:off x="1878" y="491"/>
              <a:ext cx="3157" cy="872"/>
            </a:xfrm>
            <a:prstGeom prst="rect">
              <a:avLst/>
            </a:prstGeom>
            <a:noFill/>
          </p:spPr>
          <p:txBody>
            <a:bodyPr wrap="square" lIns="0" tIns="0" rIns="0" bIns="0" rtlCol="0">
              <a:spAutoFit/>
            </a:bodyPr>
            <a:lstStyle/>
            <a:p>
              <a:pPr algn="dist">
                <a:lnSpc>
                  <a:spcPct val="100000"/>
                </a:lnSpc>
              </a:pPr>
              <a:r>
                <a:rPr lang="zh-CN" altLang="en-US" sz="3600" noProof="0">
                  <a:ln>
                    <a:noFill/>
                  </a:ln>
                  <a:solidFill>
                    <a:schemeClr val="tx1">
                      <a:lumMod val="75000"/>
                      <a:lumOff val="25000"/>
                    </a:schemeClr>
                  </a:solidFill>
                  <a:effectLst/>
                  <a:uLnTx/>
                  <a:uFillTx/>
                  <a:latin typeface="Arial"/>
                  <a:ea typeface="阿里巴巴普惠体 Medium"/>
                  <a:cs typeface="阿里巴巴普惠体 Medium"/>
                  <a:sym typeface="Arial"/>
                </a:rPr>
                <a:t>氛围布置</a:t>
              </a:r>
            </a:p>
          </p:txBody>
        </p:sp>
      </p:grpSp>
      <p:grpSp>
        <p:nvGrpSpPr>
          <p:cNvPr id="11" name="图形"/>
          <p:cNvGrpSpPr/>
          <p:nvPr/>
        </p:nvGrpSpPr>
        <p:grpSpPr>
          <a:xfrm>
            <a:off x="1140460" y="1741171"/>
            <a:ext cx="9886315" cy="3851910"/>
            <a:chOff x="1796" y="2742"/>
            <a:chExt cx="15569" cy="6066"/>
          </a:xfrm>
        </p:grpSpPr>
        <p:sp>
          <p:nvSpPr>
            <p:cNvPr id="8" name="图形"/>
            <p:cNvSpPr/>
            <p:nvPr>
              <p:custDataLst>
                <p:tags r:id="R84e94e27a7a34fc2"/>
              </p:custDataLst>
            </p:nvPr>
          </p:nvSpPr>
          <p:spPr>
            <a:xfrm>
              <a:off x="1796" y="2742"/>
              <a:ext cx="15569" cy="1672"/>
            </a:xfrm>
            <a:prstGeom prst="rect">
              <a:avLst/>
            </a:prstGeom>
          </p:spPr>
          <p:txBody>
            <a:bodyPr wrap="square">
              <a:spAutoFit/>
            </a:bodyPr>
            <a:lstStyle/>
            <a:p>
              <a:pPr algn="ctr">
                <a:lnSpc>
                  <a:spcPct val="150000"/>
                </a:lnSpc>
              </a:pPr>
              <a:r>
                <a:rPr lang="zh-CN" altLang="en-US" sz="1400">
                  <a:solidFill>
                    <a:schemeClr val="tx1">
                      <a:lumMod val="65000"/>
                      <a:lumOff val="35000"/>
                    </a:schemeClr>
                  </a:solidFill>
                  <a:latin typeface="Arial"/>
                  <a:ea typeface="阿里巴巴普惠体 Medium"/>
                  <a:cs typeface="阿里巴巴普惠体 Medium"/>
                  <a:sym typeface="Arial"/>
                </a:rPr>
                <a:t>单击此处输入您的文本内容，可更改文字的颜色或者大X等属性。单击此处输入您的文本内容，可更改文字的颜色或者大X等属性。单击此处输入您的文本内容，可更改文字的颜色或者大X等属性。单击此处输入您的文本内容，可更改文字的颜色或者大X等属性。单击此处输入您的文本内容，可更改文字的颜色或者大X等属性。</a:t>
              </a:r>
              <a:endParaRPr lang="zh-CN" altLang="en-US" sz="1400" kern="0">
                <a:solidFill>
                  <a:schemeClr val="tx1">
                    <a:lumMod val="65000"/>
                    <a:lumOff val="35000"/>
                  </a:schemeClr>
                </a:solidFill>
                <a:latin typeface="Arial"/>
                <a:ea typeface="阿里巴巴普惠体 Medium"/>
                <a:cs typeface="阿里巴巴普惠体 Medium"/>
                <a:sym typeface="Arial"/>
              </a:endParaRPr>
            </a:p>
          </p:txBody>
        </p:sp>
        <p:sp>
          <p:nvSpPr>
            <p:cNvPr id="15" name="图形"/>
            <p:cNvSpPr/>
            <p:nvPr>
              <p:custDataLst>
                <p:tags r:id="R0d50767e0a7f457b"/>
              </p:custDataLst>
            </p:nvPr>
          </p:nvSpPr>
          <p:spPr>
            <a:xfrm>
              <a:off x="1850" y="4870"/>
              <a:ext cx="9344" cy="1812"/>
            </a:xfrm>
            <a:prstGeom prst="rect">
              <a:avLst/>
            </a:prstGeom>
            <a:noFill/>
            <a:ln>
              <a:solidFill>
                <a:srgbClr val="8A000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阿里巴巴普惠体 Medium"/>
                <a:cs typeface="阿里巴巴普惠体 Medium"/>
                <a:sym typeface="Arial"/>
              </a:endParaRPr>
            </a:p>
          </p:txBody>
        </p:sp>
        <p:sp>
          <p:nvSpPr>
            <p:cNvPr id="16" name="图形"/>
            <p:cNvSpPr/>
            <p:nvPr>
              <p:custDataLst>
                <p:tags r:id="Rbd2aa1e12ccd4348"/>
              </p:custDataLst>
            </p:nvPr>
          </p:nvSpPr>
          <p:spPr>
            <a:xfrm>
              <a:off x="1850" y="6995"/>
              <a:ext cx="9344" cy="1812"/>
            </a:xfrm>
            <a:prstGeom prst="rect">
              <a:avLst/>
            </a:prstGeom>
            <a:noFill/>
            <a:ln>
              <a:solidFill>
                <a:srgbClr val="B4000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阿里巴巴普惠体 Medium"/>
                <a:cs typeface="阿里巴巴普惠体 Medium"/>
                <a:sym typeface="Arial"/>
              </a:endParaRPr>
            </a:p>
          </p:txBody>
        </p:sp>
        <p:sp>
          <p:nvSpPr>
            <p:cNvPr id="6" name="图形"/>
            <p:cNvSpPr/>
            <p:nvPr>
              <p:custDataLst>
                <p:tags r:id="R5d54a6a4b32f47ad"/>
              </p:custDataLst>
            </p:nvPr>
          </p:nvSpPr>
          <p:spPr>
            <a:xfrm>
              <a:off x="2096" y="5050"/>
              <a:ext cx="8853" cy="1454"/>
            </a:xfrm>
            <a:prstGeom prst="rect">
              <a:avLst/>
            </a:prstGeom>
          </p:spPr>
          <p:txBody>
            <a:bodyPr wrap="square">
              <a:spAutoFit/>
            </a:bodyPr>
            <a:lstStyle/>
            <a:p>
              <a:pPr algn="l">
                <a:lnSpc>
                  <a:spcPct val="150000"/>
                </a:lnSpc>
              </a:pPr>
              <a:r>
                <a:rPr lang="zh-CN" altLang="en-US" sz="1200">
                  <a:solidFill>
                    <a:schemeClr val="tx1">
                      <a:lumMod val="65000"/>
                      <a:lumOff val="35000"/>
                    </a:schemeClr>
                  </a:solidFill>
                  <a:latin typeface="Arial"/>
                  <a:ea typeface="阿里巴巴普惠体 Medium"/>
                  <a:cs typeface="阿里巴巴普惠体 Medium"/>
                  <a:sym typeface="Arial"/>
                </a:rPr>
                <a:t>单击此处输入您的文本内容，可更改文字的颜色或者大X等属性。单击此处输入您的文本内容，可更改文字的颜色或者大X等属性。单击此处输入您的文本内容，可更改文字的颜色或者大X等属性。单击此处输入您的文本内容。</a:t>
              </a:r>
              <a:endParaRPr lang="zh-CN" altLang="en-US" sz="1200" kern="0">
                <a:solidFill>
                  <a:schemeClr val="tx1">
                    <a:lumMod val="65000"/>
                    <a:lumOff val="35000"/>
                  </a:schemeClr>
                </a:solidFill>
                <a:latin typeface="Arial"/>
                <a:ea typeface="阿里巴巴普惠体 Medium"/>
                <a:cs typeface="阿里巴巴普惠体 Medium"/>
                <a:sym typeface="Arial"/>
              </a:endParaRPr>
            </a:p>
          </p:txBody>
        </p:sp>
        <p:sp>
          <p:nvSpPr>
            <p:cNvPr id="7" name="图形"/>
            <p:cNvSpPr/>
            <p:nvPr>
              <p:custDataLst>
                <p:tags r:id="R83b3a7227f734514"/>
              </p:custDataLst>
            </p:nvPr>
          </p:nvSpPr>
          <p:spPr>
            <a:xfrm>
              <a:off x="2096" y="7175"/>
              <a:ext cx="8853" cy="1454"/>
            </a:xfrm>
            <a:prstGeom prst="rect">
              <a:avLst/>
            </a:prstGeom>
          </p:spPr>
          <p:txBody>
            <a:bodyPr wrap="square">
              <a:spAutoFit/>
            </a:bodyPr>
            <a:lstStyle/>
            <a:p>
              <a:pPr algn="l">
                <a:lnSpc>
                  <a:spcPct val="150000"/>
                </a:lnSpc>
              </a:pPr>
              <a:r>
                <a:rPr lang="zh-CN" altLang="en-US" sz="1200">
                  <a:solidFill>
                    <a:schemeClr val="tx1">
                      <a:lumMod val="65000"/>
                      <a:lumOff val="35000"/>
                    </a:schemeClr>
                  </a:solidFill>
                  <a:latin typeface="Arial"/>
                  <a:ea typeface="阿里巴巴普惠体 Medium"/>
                  <a:cs typeface="阿里巴巴普惠体 Medium"/>
                  <a:sym typeface="Arial"/>
                </a:rPr>
                <a:t>单击此处输入您的文本内容，可更改文字的颜色或者大X等属性。单击此处输入您的文本内容，可更改文字的颜色或者大X等属性。单击此处输入您的文本内容，可更改文字的颜色或者大X等属性。单击此处输入您的文本内容。</a:t>
              </a:r>
              <a:endParaRPr lang="zh-CN" altLang="en-US" sz="1200" kern="0">
                <a:solidFill>
                  <a:schemeClr val="tx1">
                    <a:lumMod val="65000"/>
                    <a:lumOff val="35000"/>
                  </a:schemeClr>
                </a:solidFill>
                <a:latin typeface="Arial"/>
                <a:ea typeface="阿里巴巴普惠体 Medium"/>
                <a:cs typeface="阿里巴巴普惠体 Medium"/>
                <a:sym typeface="Arial"/>
              </a:endParaRPr>
            </a:p>
          </p:txBody>
        </p:sp>
        <p:pic>
          <p:nvPicPr>
            <p:cNvPr id="10" name="图形" descr="5d00be5f7bbbf"/>
            <p:cNvPicPr>
              <a:picLocks noChangeAspect="1"/>
            </p:cNvPicPr>
            <p:nvPr/>
          </p:nvPicPr>
          <p:blipFill>
            <a:blip r:embed="R81d0df9b56c848af">
              <a:extLst>
                <a:ext uri="{28A0092B-C50C-407E-A947-70E740481C1C}">
                  <a14:useLocalDpi xmlns:a14="http://schemas.microsoft.com/office/drawing/2010/main"/>
                </a:ext>
              </a:extLst>
            </a:blip>
            <a:stretch>
              <a:fillRect/>
            </a:stretch>
          </p:blipFill>
          <p:spPr>
            <a:xfrm>
              <a:off x="11615" y="4870"/>
              <a:ext cx="5575" cy="3938"/>
            </a:xfrm>
            <a:prstGeom prst="rect">
              <a:avLst/>
            </a:prstGeom>
          </p:spPr>
        </p:pic>
      </p:grpSp>
    </p:spTree>
    <p:custDataLst>
      <p:tags r:id="R1fc2073a51204e36"/>
    </p:custDataLst>
  </p:cSld>
  <p:clrMapOvr>
    <a:masterClrMapping/>
  </p:clrMapOvr>
  <p:transition advTm="2000">
    <p:cover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ppt_x</p:attrName>
                                        </p:attrNameLst>
                                      </p:cBhvr>
                                      <p:tavLst>
                                        <p:tav tm="0">
                                          <p:val>
                                            <p:strVal val="#ppt_x-.2"/>
                                          </p:val>
                                        </p:tav>
                                        <p:tav tm="100000">
                                          <p:val>
                                            <p:strVal val="#ppt_x"/>
                                          </p:val>
                                        </p:tav>
                                      </p:tavLst>
                                    </p:anim>
                                    <p:anim calcmode="lin" valueType="num">
                                      <p:cBhvr>
                                        <p:cTn id="8" dur="1000" fill="hold"/>
                                        <p:tgtEl>
                                          <p:spTgt spid="4"/>
                                        </p:tgtEl>
                                        <p:attrNameLst>
                                          <p:attrName>ppt_y</p:attrName>
                                        </p:attrNameLst>
                                      </p:cBhvr>
                                      <p:tavLst>
                                        <p:tav tm="0">
                                          <p:val>
                                            <p:strVal val="#ppt_y"/>
                                          </p:val>
                                        </p:tav>
                                        <p:tav tm="100000">
                                          <p:val>
                                            <p:strVal val="#ppt_y"/>
                                          </p:val>
                                        </p:tav>
                                      </p:tavLst>
                                    </p:anim>
                                    <p:animEffect transition="in" filter="wipe(right)" prLst="gradientSize: 0.1">
                                      <p:cBhvr>
                                        <p:cTn id="9" dur="1000"/>
                                        <p:tgtEl>
                                          <p:spTgt spid="4"/>
                                        </p:tgtEl>
                                      </p:cBhvr>
                                    </p:animEffect>
                                  </p:childTnLst>
                                </p:cTn>
                              </p:par>
                            </p:childTnLst>
                          </p:cTn>
                        </p:par>
                      </p:childTnLst>
                    </p:cTn>
                  </p:par>
                  <p:par>
                    <p:cTn id="10" fill="hold" nodeType="clickPar">
                      <p:stCondLst>
                        <p:cond delay="indefinite"/>
                      </p:stCondLst>
                      <p:childTnLst>
                        <p:par>
                          <p:cTn id="11" fill="hold" nodeType="afterGroup">
                            <p:stCondLst>
                              <p:cond delay="0"/>
                            </p:stCondLst>
                            <p:childTnLst>
                              <p:par>
                                <p:cTn id="12" presetID="17" presetClass="entr" presetSubtype="10" fill="hold" nodeType="click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p:cTn id="14" dur="500" fill="hold"/>
                                        <p:tgtEl>
                                          <p:spTgt spid="11"/>
                                        </p:tgtEl>
                                        <p:attrNameLst>
                                          <p:attrName>ppt_w</p:attrName>
                                        </p:attrNameLst>
                                      </p:cBhvr>
                                      <p:tavLst>
                                        <p:tav tm="0">
                                          <p:val>
                                            <p:fltVal val="0"/>
                                          </p:val>
                                        </p:tav>
                                        <p:tav tm="100000">
                                          <p:val>
                                            <p:strVal val="#ppt_w"/>
                                          </p:val>
                                        </p:tav>
                                      </p:tavLst>
                                    </p:anim>
                                    <p:anim calcmode="lin" valueType="num">
                                      <p:cBhvr>
                                        <p:cTn id="15" dur="500" fill="hold"/>
                                        <p:tgtEl>
                                          <p:spTgt spid="11"/>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图形"/>
          <p:cNvGrpSpPr/>
          <p:nvPr/>
        </p:nvGrpSpPr>
        <p:grpSpPr>
          <a:xfrm>
            <a:off x="-635" y="-78740"/>
            <a:ext cx="12192000" cy="6936740"/>
            <a:chOff x="-1" y="-124"/>
            <a:chExt cx="19200" cy="10924"/>
          </a:xfrm>
        </p:grpSpPr>
        <p:pic>
          <p:nvPicPr>
            <p:cNvPr id="4" name="图形" descr="D:/包图网/5db00e60c5d5e.png5db00e60c5d5e"/>
            <p:cNvPicPr>
              <a:picLocks noChangeAspect="1"/>
            </p:cNvPicPr>
            <p:nvPr>
              <p:custDataLst>
                <p:tags r:id="R07730bd4eba24018"/>
              </p:custDataLst>
            </p:nvPr>
          </p:nvPicPr>
          <p:blipFill>
            <a:blip r:embed="R6d7caf6ec14249e9">
              <a:extLst>
                <a:ext uri="{28A0092B-C50C-407E-A947-70E740481C1C}">
                  <a14:useLocalDpi xmlns:a14="http://schemas.microsoft.com/office/drawing/2010/main"/>
                </a:ext>
              </a:extLst>
            </a:blip>
            <a:stretch>
              <a:fillRect/>
            </a:stretch>
          </p:blipFill>
          <p:spPr>
            <a:xfrm>
              <a:off x="-1" y="-124"/>
              <a:ext cx="19201" cy="10924"/>
            </a:xfrm>
            <a:prstGeom prst="rect">
              <a:avLst/>
            </a:prstGeom>
          </p:spPr>
        </p:pic>
        <p:sp>
          <p:nvSpPr>
            <p:cNvPr id="43" name="图形"/>
            <p:cNvSpPr/>
            <p:nvPr>
              <p:custDataLst>
                <p:tags r:id="R4445b5fcd0174a26"/>
              </p:custDataLst>
            </p:nvPr>
          </p:nvSpPr>
          <p:spPr>
            <a:xfrm>
              <a:off x="402" y="386"/>
              <a:ext cx="1170" cy="1170"/>
            </a:xfrm>
            <a:prstGeom prst="halfFrame">
              <a:avLst>
                <a:gd name="adj1" fmla="val 16250"/>
                <a:gd name="adj2" fmla="val 14583"/>
              </a:avLst>
            </a:prstGeom>
            <a:solidFill>
              <a:srgbClr val="FF454E">
                <a:alpha val="50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tx1"/>
                </a:solidFill>
                <a:latin typeface="Arial"/>
                <a:ea typeface="阿里巴巴普惠体 Medium"/>
                <a:cs typeface="阿里巴巴普惠体 Medium"/>
                <a:sym typeface="Arial"/>
              </a:endParaRPr>
            </a:p>
          </p:txBody>
        </p:sp>
        <p:sp>
          <p:nvSpPr>
            <p:cNvPr id="44" name="图形"/>
            <p:cNvSpPr/>
            <p:nvPr>
              <p:custDataLst>
                <p:tags r:id="R2f0d955e7e804492"/>
              </p:custDataLst>
            </p:nvPr>
          </p:nvSpPr>
          <p:spPr>
            <a:xfrm flipH="1">
              <a:off x="17517" y="386"/>
              <a:ext cx="1170" cy="1170"/>
            </a:xfrm>
            <a:prstGeom prst="halfFrame">
              <a:avLst>
                <a:gd name="adj1" fmla="val 16250"/>
                <a:gd name="adj2" fmla="val 14583"/>
              </a:avLst>
            </a:prstGeom>
            <a:solidFill>
              <a:srgbClr val="FF454E">
                <a:alpha val="50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tx1"/>
                </a:solidFill>
                <a:latin typeface="Arial"/>
                <a:ea typeface="阿里巴巴普惠体 Medium"/>
                <a:cs typeface="阿里巴巴普惠体 Medium"/>
                <a:sym typeface="Arial"/>
              </a:endParaRPr>
            </a:p>
          </p:txBody>
        </p:sp>
        <p:sp>
          <p:nvSpPr>
            <p:cNvPr id="45" name="图形"/>
            <p:cNvSpPr/>
            <p:nvPr>
              <p:custDataLst>
                <p:tags r:id="Re0b7e7fadf7d4dc3"/>
              </p:custDataLst>
            </p:nvPr>
          </p:nvSpPr>
          <p:spPr>
            <a:xfrm flipH="1" flipV="1">
              <a:off x="17517" y="9094"/>
              <a:ext cx="1170" cy="1170"/>
            </a:xfrm>
            <a:prstGeom prst="halfFrame">
              <a:avLst>
                <a:gd name="adj1" fmla="val 16250"/>
                <a:gd name="adj2" fmla="val 14583"/>
              </a:avLst>
            </a:prstGeom>
            <a:solidFill>
              <a:srgbClr val="FF454E">
                <a:alpha val="50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tx1"/>
                </a:solidFill>
                <a:latin typeface="Arial"/>
                <a:ea typeface="阿里巴巴普惠体 Medium"/>
                <a:cs typeface="阿里巴巴普惠体 Medium"/>
                <a:sym typeface="Arial"/>
              </a:endParaRPr>
            </a:p>
          </p:txBody>
        </p:sp>
        <p:sp>
          <p:nvSpPr>
            <p:cNvPr id="46" name="图形"/>
            <p:cNvSpPr/>
            <p:nvPr>
              <p:custDataLst>
                <p:tags r:id="R192b4d3f6579403c"/>
              </p:custDataLst>
            </p:nvPr>
          </p:nvSpPr>
          <p:spPr>
            <a:xfrm flipV="1">
              <a:off x="402" y="9094"/>
              <a:ext cx="1170" cy="1170"/>
            </a:xfrm>
            <a:prstGeom prst="halfFrame">
              <a:avLst>
                <a:gd name="adj1" fmla="val 16250"/>
                <a:gd name="adj2" fmla="val 14583"/>
              </a:avLst>
            </a:prstGeom>
            <a:solidFill>
              <a:srgbClr val="FF454E">
                <a:alpha val="50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tx1"/>
                </a:solidFill>
                <a:latin typeface="Arial"/>
                <a:ea typeface="阿里巴巴普惠体 Medium"/>
                <a:cs typeface="阿里巴巴普惠体 Medium"/>
                <a:sym typeface="Arial"/>
              </a:endParaRPr>
            </a:p>
          </p:txBody>
        </p:sp>
      </p:grpSp>
      <p:sp>
        <p:nvSpPr>
          <p:cNvPr id="37" name="图形"/>
          <p:cNvSpPr txBox="1"/>
          <p:nvPr/>
        </p:nvSpPr>
        <p:spPr>
          <a:xfrm>
            <a:off x="1818005" y="2506981"/>
            <a:ext cx="8493760" cy="1231106"/>
          </a:xfrm>
          <a:prstGeom prst="rect">
            <a:avLst/>
          </a:prstGeom>
          <a:noFill/>
        </p:spPr>
        <p:txBody>
          <a:bodyPr wrap="square" lIns="0" tIns="0" rIns="0" bIns="0" rtlCol="0">
            <a:spAutoFit/>
          </a:bodyPr>
          <a:lstStyle/>
          <a:p>
            <a:pPr algn="dist"/>
            <a:r>
              <a:rPr lang="zh-CN" altLang="en-US" sz="8000">
                <a:solidFill>
                  <a:schemeClr val="bg1"/>
                </a:solidFill>
                <a:effectLst>
                  <a:outerShdw blurRad="38100" dist="38100" dir="2700000" algn="tl">
                    <a:srgbClr val="000000">
                      <a:alpha val="43137"/>
                    </a:srgbClr>
                  </a:outerShdw>
                </a:effectLst>
                <a:latin typeface="印品粗朗体" pitchFamily="2" charset="-122"/>
                <a:ea typeface="印品粗朗体" pitchFamily="2" charset="-122"/>
                <a:cs typeface="阿里巴巴普惠体 Medium"/>
                <a:sym typeface="Arial"/>
              </a:rPr>
              <a:t>谢谢大家观看聆听</a:t>
            </a:r>
          </a:p>
        </p:txBody>
      </p:sp>
      <p:sp>
        <p:nvSpPr>
          <p:cNvPr id="77" name="图形"/>
          <p:cNvSpPr txBox="1"/>
          <p:nvPr/>
        </p:nvSpPr>
        <p:spPr>
          <a:xfrm>
            <a:off x="1818005" y="3897631"/>
            <a:ext cx="8493760" cy="646331"/>
          </a:xfrm>
          <a:prstGeom prst="rect">
            <a:avLst/>
          </a:prstGeom>
          <a:noFill/>
        </p:spPr>
        <p:txBody>
          <a:bodyPr wrap="square" lIns="0" tIns="0" rIns="0" bIns="0" rtlCol="0">
            <a:spAutoFit/>
          </a:bodyPr>
          <a:lstStyle/>
          <a:p>
            <a:pPr algn="ctr">
              <a:lnSpc>
                <a:spcPct val="150000"/>
              </a:lnSpc>
            </a:pPr>
            <a:r>
              <a:rPr lang="en-US" altLang="zh-CN" sz="1400" noProof="0">
                <a:ln>
                  <a:noFill/>
                </a:ln>
                <a:solidFill>
                  <a:schemeClr val="bg1"/>
                </a:solidFill>
                <a:effectLst/>
                <a:uLnTx/>
                <a:uFillTx/>
                <a:latin typeface="Arial"/>
                <a:ea typeface="阿里巴巴普惠体 Medium"/>
                <a:cs typeface="阿里巴巴普惠体 Medium"/>
                <a:sym typeface="Arial"/>
              </a:rPr>
              <a:t>Click here to enter your text,change the color or size of the text.Click here to enter your text,change the color or size of the text.Click here to enter your text,change the color or size of the text.</a:t>
            </a:r>
          </a:p>
        </p:txBody>
      </p:sp>
      <p:grpSp>
        <p:nvGrpSpPr>
          <p:cNvPr id="41" name="图形"/>
          <p:cNvGrpSpPr/>
          <p:nvPr/>
        </p:nvGrpSpPr>
        <p:grpSpPr>
          <a:xfrm>
            <a:off x="3448685" y="5010785"/>
            <a:ext cx="5232400" cy="452120"/>
            <a:chOff x="5320" y="7267"/>
            <a:chExt cx="8240" cy="712"/>
          </a:xfrm>
        </p:grpSpPr>
        <p:sp>
          <p:nvSpPr>
            <p:cNvPr id="39" name="图形"/>
            <p:cNvSpPr/>
            <p:nvPr>
              <p:custDataLst>
                <p:tags r:id="Rd71644024c5d4418"/>
              </p:custDataLst>
            </p:nvPr>
          </p:nvSpPr>
          <p:spPr>
            <a:xfrm>
              <a:off x="5320" y="7267"/>
              <a:ext cx="3639" cy="713"/>
            </a:xfrm>
            <a:prstGeom prst="roundRect">
              <a:avLst>
                <a:gd name="adj" fmla="val 50000"/>
              </a:avLst>
            </a:prstGeom>
            <a:solidFill>
              <a:schemeClr val="bg1">
                <a:alpha val="30000"/>
              </a:schemeClr>
            </a:solidFill>
            <a:ln w="2540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a:latin typeface="Arial"/>
                  <a:ea typeface="阿里巴巴普惠体 Medium"/>
                  <a:cs typeface="阿里巴巴普惠体 Medium"/>
                  <a:sym typeface="Arial"/>
                </a:rPr>
                <a:t>主讲人：XX</a:t>
              </a:r>
              <a:r>
                <a:rPr lang="en-US" altLang="zh-CN">
                  <a:latin typeface="Arial"/>
                  <a:ea typeface="阿里巴巴普惠体 Medium"/>
                  <a:cs typeface="阿里巴巴普惠体 Medium"/>
                  <a:sym typeface="Arial"/>
                </a:rPr>
                <a:t>PPT</a:t>
              </a:r>
              <a:endParaRPr lang="zh-CN" altLang="en-US">
                <a:latin typeface="Arial"/>
                <a:ea typeface="阿里巴巴普惠体 Medium"/>
                <a:cs typeface="阿里巴巴普惠体 Medium"/>
                <a:sym typeface="Arial"/>
              </a:endParaRPr>
            </a:p>
          </p:txBody>
        </p:sp>
        <p:sp>
          <p:nvSpPr>
            <p:cNvPr id="40" name="图形"/>
            <p:cNvSpPr/>
            <p:nvPr>
              <p:custDataLst>
                <p:tags r:id="Rc7ca35f7147c4a86"/>
              </p:custDataLst>
            </p:nvPr>
          </p:nvSpPr>
          <p:spPr>
            <a:xfrm>
              <a:off x="9922" y="7267"/>
              <a:ext cx="3639" cy="713"/>
            </a:xfrm>
            <a:prstGeom prst="roundRect">
              <a:avLst>
                <a:gd name="adj" fmla="val 50000"/>
              </a:avLst>
            </a:prstGeom>
            <a:solidFill>
              <a:schemeClr val="bg1">
                <a:alpha val="30000"/>
              </a:schemeClr>
            </a:solidFill>
            <a:ln w="2540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a:latin typeface="Arial"/>
                  <a:ea typeface="阿里巴巴普惠体 Medium"/>
                  <a:cs typeface="阿里巴巴普惠体 Medium"/>
                  <a:sym typeface="Arial"/>
                </a:rPr>
                <a:t>主讲时间：</a:t>
              </a:r>
              <a:r>
                <a:rPr lang="en-US" altLang="zh-CN">
                  <a:latin typeface="Arial"/>
                  <a:ea typeface="阿里巴巴普惠体 Medium"/>
                  <a:cs typeface="阿里巴巴普惠体 Medium"/>
                  <a:sym typeface="Arial"/>
                </a:rPr>
                <a:t>202X</a:t>
              </a:r>
            </a:p>
          </p:txBody>
        </p:sp>
      </p:grpSp>
      <p:grpSp>
        <p:nvGrpSpPr>
          <p:cNvPr id="57" name="图形"/>
          <p:cNvGrpSpPr/>
          <p:nvPr/>
        </p:nvGrpSpPr>
        <p:grpSpPr>
          <a:xfrm>
            <a:off x="3458846" y="1584960"/>
            <a:ext cx="5215255" cy="774700"/>
            <a:chOff x="6403" y="-2160"/>
            <a:chExt cx="8213" cy="1220"/>
          </a:xfrm>
          <a:solidFill>
            <a:schemeClr val="bg1"/>
          </a:solidFill>
        </p:grpSpPr>
        <p:sp>
          <p:nvSpPr>
            <p:cNvPr id="47" name="图形"/>
            <p:cNvSpPr txBox="1"/>
            <p:nvPr>
              <p:custDataLst>
                <p:tags r:id="R2f4285ac54064fff"/>
              </p:custDataLst>
            </p:nvPr>
          </p:nvSpPr>
          <p:spPr>
            <a:xfrm>
              <a:off x="6403" y="-2138"/>
              <a:ext cx="806" cy="1178"/>
            </a:xfrm>
            <a:custGeom>
              <a:avLst/>
              <a:gdLst/>
              <a:ahLst/>
              <a:cxnLst>
                <a:cxn ang="3">
                  <a:pos x="hc" y="t"/>
                </a:cxn>
                <a:cxn ang="cd2">
                  <a:pos x="l" y="vc"/>
                </a:cxn>
                <a:cxn ang="cd4">
                  <a:pos x="hc" y="b"/>
                </a:cxn>
                <a:cxn ang="0">
                  <a:pos x="r" y="vc"/>
                </a:cxn>
              </a:cxnLst>
              <a:rect l="l" t="t" r="r" b="b"/>
              <a:pathLst>
                <a:path w="805" h="1178">
                  <a:moveTo>
                    <a:pt x="357" y="150"/>
                  </a:moveTo>
                  <a:cubicBezTo>
                    <a:pt x="351" y="150"/>
                    <a:pt x="345" y="150"/>
                    <a:pt x="339" y="150"/>
                  </a:cubicBezTo>
                  <a:lnTo>
                    <a:pt x="186" y="150"/>
                  </a:lnTo>
                  <a:lnTo>
                    <a:pt x="186" y="583"/>
                  </a:lnTo>
                  <a:lnTo>
                    <a:pt x="346" y="583"/>
                  </a:lnTo>
                  <a:cubicBezTo>
                    <a:pt x="440" y="583"/>
                    <a:pt x="510" y="565"/>
                    <a:pt x="556" y="528"/>
                  </a:cubicBezTo>
                  <a:cubicBezTo>
                    <a:pt x="601" y="491"/>
                    <a:pt x="624" y="433"/>
                    <a:pt x="624" y="356"/>
                  </a:cubicBezTo>
                  <a:cubicBezTo>
                    <a:pt x="624" y="280"/>
                    <a:pt x="600" y="226"/>
                    <a:pt x="552" y="195"/>
                  </a:cubicBezTo>
                  <a:cubicBezTo>
                    <a:pt x="507" y="166"/>
                    <a:pt x="442" y="151"/>
                    <a:pt x="357" y="150"/>
                  </a:cubicBezTo>
                  <a:close/>
                  <a:moveTo>
                    <a:pt x="0" y="0"/>
                  </a:moveTo>
                  <a:lnTo>
                    <a:pt x="357" y="0"/>
                  </a:lnTo>
                  <a:cubicBezTo>
                    <a:pt x="445" y="0"/>
                    <a:pt x="523" y="11"/>
                    <a:pt x="590" y="33"/>
                  </a:cubicBezTo>
                  <a:cubicBezTo>
                    <a:pt x="657" y="56"/>
                    <a:pt x="710" y="94"/>
                    <a:pt x="748" y="146"/>
                  </a:cubicBezTo>
                  <a:cubicBezTo>
                    <a:pt x="786" y="198"/>
                    <a:pt x="805" y="268"/>
                    <a:pt x="806" y="356"/>
                  </a:cubicBezTo>
                  <a:cubicBezTo>
                    <a:pt x="805" y="442"/>
                    <a:pt x="786" y="512"/>
                    <a:pt x="748" y="568"/>
                  </a:cubicBezTo>
                  <a:cubicBezTo>
                    <a:pt x="710" y="623"/>
                    <a:pt x="658" y="665"/>
                    <a:pt x="592" y="692"/>
                  </a:cubicBezTo>
                  <a:cubicBezTo>
                    <a:pt x="525" y="719"/>
                    <a:pt x="449" y="732"/>
                    <a:pt x="363" y="732"/>
                  </a:cubicBezTo>
                  <a:lnTo>
                    <a:pt x="186" y="732"/>
                  </a:lnTo>
                  <a:lnTo>
                    <a:pt x="186" y="1178"/>
                  </a:lnTo>
                  <a:lnTo>
                    <a:pt x="0" y="1178"/>
                  </a:lnTo>
                  <a:lnTo>
                    <a:pt x="0" y="0"/>
                  </a:lnTo>
                  <a:close/>
                </a:path>
              </a:pathLst>
            </a:custGeom>
            <a:gradFill>
              <a:gsLst>
                <a:gs pos="64000">
                  <a:schemeClr val="bg1"/>
                </a:gs>
                <a:gs pos="89000">
                  <a:schemeClr val="bg1">
                    <a:alpha val="0"/>
                  </a:schemeClr>
                </a:gs>
              </a:gsLst>
              <a:lin ang="5400000" scaled="0"/>
            </a:gradFill>
            <a:effectLst/>
          </p:spPr>
          <p:txBody>
            <a:bodyPr wrap="square" lIns="0" tIns="0" rIns="0" bIns="0" rtlCol="0">
              <a:noAutofit/>
            </a:bodyPr>
            <a:lstStyle/>
            <a:p>
              <a:pPr algn="dist"/>
              <a:endParaRPr lang="zh-CN" altLang="en-US" sz="8000">
                <a:solidFill>
                  <a:schemeClr val="bg1"/>
                </a:solidFill>
                <a:latin typeface="Arial"/>
                <a:ea typeface="阿里巴巴普惠体 Medium"/>
                <a:cs typeface="阿里巴巴普惠体 Medium"/>
                <a:sym typeface="Arial"/>
              </a:endParaRPr>
            </a:p>
          </p:txBody>
        </p:sp>
        <p:sp>
          <p:nvSpPr>
            <p:cNvPr id="50" name="图形"/>
            <p:cNvSpPr txBox="1"/>
            <p:nvPr>
              <p:custDataLst>
                <p:tags r:id="R1f82423d10fc4866"/>
              </p:custDataLst>
            </p:nvPr>
          </p:nvSpPr>
          <p:spPr>
            <a:xfrm>
              <a:off x="13700" y="-2160"/>
              <a:ext cx="917" cy="1221"/>
            </a:xfrm>
            <a:custGeom>
              <a:avLst/>
              <a:gdLst/>
              <a:ahLst/>
              <a:cxnLst>
                <a:cxn ang="3">
                  <a:pos x="hc" y="t"/>
                </a:cxn>
                <a:cxn ang="cd2">
                  <a:pos x="l" y="vc"/>
                </a:cxn>
                <a:cxn ang="cd4">
                  <a:pos x="hc" y="b"/>
                </a:cxn>
                <a:cxn ang="0">
                  <a:pos x="r" y="vc"/>
                </a:cxn>
              </a:cxnLst>
              <a:rect l="l" t="t" r="r" b="b"/>
              <a:pathLst>
                <a:path w="917" h="1221">
                  <a:moveTo>
                    <a:pt x="549" y="0"/>
                  </a:moveTo>
                  <a:cubicBezTo>
                    <a:pt x="632" y="2"/>
                    <a:pt x="702" y="17"/>
                    <a:pt x="760" y="46"/>
                  </a:cubicBezTo>
                  <a:cubicBezTo>
                    <a:pt x="817" y="76"/>
                    <a:pt x="864" y="110"/>
                    <a:pt x="899" y="149"/>
                  </a:cubicBezTo>
                  <a:lnTo>
                    <a:pt x="800" y="267"/>
                  </a:lnTo>
                  <a:cubicBezTo>
                    <a:pt x="771" y="237"/>
                    <a:pt x="737" y="212"/>
                    <a:pt x="698" y="192"/>
                  </a:cubicBezTo>
                  <a:cubicBezTo>
                    <a:pt x="659" y="173"/>
                    <a:pt x="611" y="162"/>
                    <a:pt x="555" y="162"/>
                  </a:cubicBezTo>
                  <a:cubicBezTo>
                    <a:pt x="444" y="163"/>
                    <a:pt x="356" y="203"/>
                    <a:pt x="290" y="281"/>
                  </a:cubicBezTo>
                  <a:cubicBezTo>
                    <a:pt x="225" y="359"/>
                    <a:pt x="191" y="468"/>
                    <a:pt x="190" y="608"/>
                  </a:cubicBezTo>
                  <a:cubicBezTo>
                    <a:pt x="190" y="749"/>
                    <a:pt x="222" y="859"/>
                    <a:pt x="285" y="938"/>
                  </a:cubicBezTo>
                  <a:cubicBezTo>
                    <a:pt x="348" y="1018"/>
                    <a:pt x="441" y="1058"/>
                    <a:pt x="563" y="1059"/>
                  </a:cubicBezTo>
                  <a:cubicBezTo>
                    <a:pt x="600" y="1059"/>
                    <a:pt x="635" y="1054"/>
                    <a:pt x="667" y="1044"/>
                  </a:cubicBezTo>
                  <a:cubicBezTo>
                    <a:pt x="700" y="1034"/>
                    <a:pt x="728" y="1020"/>
                    <a:pt x="749" y="1001"/>
                  </a:cubicBezTo>
                  <a:lnTo>
                    <a:pt x="749" y="725"/>
                  </a:lnTo>
                  <a:lnTo>
                    <a:pt x="515" y="725"/>
                  </a:lnTo>
                  <a:lnTo>
                    <a:pt x="515" y="573"/>
                  </a:lnTo>
                  <a:lnTo>
                    <a:pt x="917" y="573"/>
                  </a:lnTo>
                  <a:lnTo>
                    <a:pt x="917" y="1083"/>
                  </a:lnTo>
                  <a:cubicBezTo>
                    <a:pt x="877" y="1123"/>
                    <a:pt x="825" y="1156"/>
                    <a:pt x="762" y="1181"/>
                  </a:cubicBezTo>
                  <a:cubicBezTo>
                    <a:pt x="698" y="1207"/>
                    <a:pt x="625" y="1220"/>
                    <a:pt x="544" y="1221"/>
                  </a:cubicBezTo>
                  <a:cubicBezTo>
                    <a:pt x="438" y="1220"/>
                    <a:pt x="345" y="1197"/>
                    <a:pt x="263" y="1149"/>
                  </a:cubicBezTo>
                  <a:cubicBezTo>
                    <a:pt x="182" y="1102"/>
                    <a:pt x="118" y="1033"/>
                    <a:pt x="71" y="943"/>
                  </a:cubicBezTo>
                  <a:cubicBezTo>
                    <a:pt x="25" y="853"/>
                    <a:pt x="1" y="743"/>
                    <a:pt x="0" y="614"/>
                  </a:cubicBezTo>
                  <a:cubicBezTo>
                    <a:pt x="1" y="486"/>
                    <a:pt x="25" y="376"/>
                    <a:pt x="73" y="285"/>
                  </a:cubicBezTo>
                  <a:cubicBezTo>
                    <a:pt x="120" y="193"/>
                    <a:pt x="185" y="123"/>
                    <a:pt x="268" y="74"/>
                  </a:cubicBezTo>
                  <a:cubicBezTo>
                    <a:pt x="350" y="25"/>
                    <a:pt x="444" y="0"/>
                    <a:pt x="549" y="0"/>
                  </a:cubicBezTo>
                  <a:close/>
                </a:path>
              </a:pathLst>
            </a:custGeom>
            <a:gradFill>
              <a:gsLst>
                <a:gs pos="72000">
                  <a:schemeClr val="bg1"/>
                </a:gs>
                <a:gs pos="87000">
                  <a:schemeClr val="bg1">
                    <a:alpha val="0"/>
                  </a:schemeClr>
                </a:gs>
              </a:gsLst>
              <a:lin ang="5400000" scaled="0"/>
            </a:gradFill>
            <a:effectLst/>
          </p:spPr>
          <p:txBody>
            <a:bodyPr wrap="square" lIns="0" tIns="0" rIns="0" bIns="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endParaRPr lang="zh-CN" altLang="en-US" sz="8000">
                <a:solidFill>
                  <a:schemeClr val="bg1"/>
                </a:solidFill>
                <a:latin typeface="Arial"/>
                <a:ea typeface="阿里巴巴普惠体 Medium"/>
                <a:cs typeface="阿里巴巴普惠体 Medium"/>
                <a:sym typeface="Arial"/>
              </a:endParaRPr>
            </a:p>
          </p:txBody>
        </p:sp>
        <p:sp>
          <p:nvSpPr>
            <p:cNvPr id="51" name="图形"/>
            <p:cNvSpPr txBox="1"/>
            <p:nvPr>
              <p:custDataLst>
                <p:tags r:id="R65cf769818544f6a"/>
              </p:custDataLst>
            </p:nvPr>
          </p:nvSpPr>
          <p:spPr>
            <a:xfrm>
              <a:off x="7498" y="-2138"/>
              <a:ext cx="685" cy="1178"/>
            </a:xfrm>
            <a:custGeom>
              <a:avLst/>
              <a:gdLst/>
              <a:ahLst/>
              <a:cxnLst>
                <a:cxn ang="3">
                  <a:pos x="hc" y="t"/>
                </a:cxn>
                <a:cxn ang="cd2">
                  <a:pos x="l" y="vc"/>
                </a:cxn>
                <a:cxn ang="cd4">
                  <a:pos x="hc" y="b"/>
                </a:cxn>
                <a:cxn ang="0">
                  <a:pos x="r" y="vc"/>
                </a:cxn>
              </a:cxnLst>
              <a:rect l="l" t="t" r="r" b="b"/>
              <a:pathLst>
                <a:path w="685" h="1178">
                  <a:moveTo>
                    <a:pt x="0" y="0"/>
                  </a:moveTo>
                  <a:lnTo>
                    <a:pt x="186" y="0"/>
                  </a:lnTo>
                  <a:lnTo>
                    <a:pt x="186" y="1021"/>
                  </a:lnTo>
                  <a:lnTo>
                    <a:pt x="685" y="1021"/>
                  </a:lnTo>
                  <a:lnTo>
                    <a:pt x="685" y="1178"/>
                  </a:lnTo>
                  <a:lnTo>
                    <a:pt x="0" y="1178"/>
                  </a:lnTo>
                  <a:lnTo>
                    <a:pt x="0" y="0"/>
                  </a:lnTo>
                  <a:close/>
                </a:path>
              </a:pathLst>
            </a:custGeom>
            <a:gradFill>
              <a:gsLst>
                <a:gs pos="52000">
                  <a:schemeClr val="bg1"/>
                </a:gs>
                <a:gs pos="65000">
                  <a:schemeClr val="bg1">
                    <a:alpha val="0"/>
                  </a:schemeClr>
                </a:gs>
              </a:gsLst>
              <a:lin ang="8100000" scaled="0"/>
            </a:gradFill>
            <a:effectLst/>
          </p:spPr>
          <p:txBody>
            <a:bodyPr wrap="square" lIns="0" tIns="0" rIns="0" bIns="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endParaRPr lang="zh-CN" altLang="en-US" sz="8000">
                <a:solidFill>
                  <a:schemeClr val="bg1"/>
                </a:solidFill>
                <a:latin typeface="Arial"/>
                <a:ea typeface="阿里巴巴普惠体 Medium"/>
                <a:cs typeface="阿里巴巴普惠体 Medium"/>
                <a:sym typeface="Arial"/>
              </a:endParaRPr>
            </a:p>
          </p:txBody>
        </p:sp>
        <p:sp>
          <p:nvSpPr>
            <p:cNvPr id="52" name="图形"/>
            <p:cNvSpPr txBox="1"/>
            <p:nvPr>
              <p:custDataLst>
                <p:tags r:id="R72fdc76737da4125"/>
              </p:custDataLst>
            </p:nvPr>
          </p:nvSpPr>
          <p:spPr>
            <a:xfrm>
              <a:off x="9506" y="-2138"/>
              <a:ext cx="864" cy="1178"/>
            </a:xfrm>
            <a:custGeom>
              <a:avLst/>
              <a:gdLst/>
              <a:ahLst/>
              <a:cxnLst>
                <a:cxn ang="3">
                  <a:pos x="hc" y="t"/>
                </a:cxn>
                <a:cxn ang="cd2">
                  <a:pos x="l" y="vc"/>
                </a:cxn>
                <a:cxn ang="cd4">
                  <a:pos x="hc" y="b"/>
                </a:cxn>
                <a:cxn ang="0">
                  <a:pos x="r" y="vc"/>
                </a:cxn>
              </a:cxnLst>
              <a:rect l="l" t="t" r="r" b="b"/>
              <a:pathLst>
                <a:path w="864" h="1178">
                  <a:moveTo>
                    <a:pt x="0" y="0"/>
                  </a:moveTo>
                  <a:lnTo>
                    <a:pt x="190" y="0"/>
                  </a:lnTo>
                  <a:lnTo>
                    <a:pt x="581" y="692"/>
                  </a:lnTo>
                  <a:lnTo>
                    <a:pt x="704" y="941"/>
                  </a:lnTo>
                  <a:lnTo>
                    <a:pt x="712" y="941"/>
                  </a:lnTo>
                  <a:cubicBezTo>
                    <a:pt x="707" y="880"/>
                    <a:pt x="702" y="815"/>
                    <a:pt x="696" y="748"/>
                  </a:cubicBezTo>
                  <a:cubicBezTo>
                    <a:pt x="691" y="680"/>
                    <a:pt x="688" y="614"/>
                    <a:pt x="688" y="550"/>
                  </a:cubicBezTo>
                  <a:lnTo>
                    <a:pt x="688" y="0"/>
                  </a:lnTo>
                  <a:lnTo>
                    <a:pt x="864" y="0"/>
                  </a:lnTo>
                  <a:lnTo>
                    <a:pt x="864" y="1178"/>
                  </a:lnTo>
                  <a:lnTo>
                    <a:pt x="674" y="1178"/>
                  </a:lnTo>
                  <a:lnTo>
                    <a:pt x="283" y="484"/>
                  </a:lnTo>
                  <a:lnTo>
                    <a:pt x="160" y="238"/>
                  </a:lnTo>
                  <a:lnTo>
                    <a:pt x="152" y="238"/>
                  </a:lnTo>
                  <a:cubicBezTo>
                    <a:pt x="157" y="299"/>
                    <a:pt x="162" y="363"/>
                    <a:pt x="167" y="428"/>
                  </a:cubicBezTo>
                  <a:cubicBezTo>
                    <a:pt x="173" y="494"/>
                    <a:pt x="175" y="559"/>
                    <a:pt x="176" y="623"/>
                  </a:cubicBezTo>
                  <a:lnTo>
                    <a:pt x="176" y="1178"/>
                  </a:lnTo>
                  <a:lnTo>
                    <a:pt x="0" y="1178"/>
                  </a:lnTo>
                  <a:lnTo>
                    <a:pt x="0" y="0"/>
                  </a:lnTo>
                  <a:close/>
                </a:path>
              </a:pathLst>
            </a:custGeom>
            <a:grpFill/>
            <a:effectLst/>
          </p:spPr>
          <p:txBody>
            <a:bodyPr wrap="square" lIns="0" tIns="0" rIns="0" bIns="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endParaRPr lang="zh-CN" altLang="en-US" sz="8000">
                <a:solidFill>
                  <a:schemeClr val="bg1"/>
                </a:solidFill>
                <a:latin typeface="Arial"/>
                <a:ea typeface="阿里巴巴普惠体 Medium"/>
                <a:cs typeface="阿里巴巴普惠体 Medium"/>
                <a:sym typeface="Arial"/>
              </a:endParaRPr>
            </a:p>
          </p:txBody>
        </p:sp>
        <p:sp>
          <p:nvSpPr>
            <p:cNvPr id="53" name="图形"/>
            <p:cNvSpPr txBox="1"/>
            <p:nvPr>
              <p:custDataLst>
                <p:tags r:id="R1f89609976cd4634"/>
              </p:custDataLst>
            </p:nvPr>
          </p:nvSpPr>
          <p:spPr>
            <a:xfrm>
              <a:off x="10740" y="-2138"/>
              <a:ext cx="864" cy="1178"/>
            </a:xfrm>
            <a:custGeom>
              <a:avLst/>
              <a:gdLst/>
              <a:ahLst/>
              <a:cxnLst>
                <a:cxn ang="3">
                  <a:pos x="hc" y="t"/>
                </a:cxn>
                <a:cxn ang="cd2">
                  <a:pos x="l" y="vc"/>
                </a:cxn>
                <a:cxn ang="cd4">
                  <a:pos x="hc" y="b"/>
                </a:cxn>
                <a:cxn ang="0">
                  <a:pos x="r" y="vc"/>
                </a:cxn>
              </a:cxnLst>
              <a:rect l="l" t="t" r="r" b="b"/>
              <a:pathLst>
                <a:path w="864" h="1178">
                  <a:moveTo>
                    <a:pt x="0" y="0"/>
                  </a:moveTo>
                  <a:lnTo>
                    <a:pt x="190" y="0"/>
                  </a:lnTo>
                  <a:lnTo>
                    <a:pt x="581" y="692"/>
                  </a:lnTo>
                  <a:lnTo>
                    <a:pt x="704" y="941"/>
                  </a:lnTo>
                  <a:lnTo>
                    <a:pt x="712" y="941"/>
                  </a:lnTo>
                  <a:cubicBezTo>
                    <a:pt x="707" y="880"/>
                    <a:pt x="702" y="815"/>
                    <a:pt x="696" y="748"/>
                  </a:cubicBezTo>
                  <a:cubicBezTo>
                    <a:pt x="691" y="680"/>
                    <a:pt x="688" y="614"/>
                    <a:pt x="688" y="550"/>
                  </a:cubicBezTo>
                  <a:lnTo>
                    <a:pt x="688" y="0"/>
                  </a:lnTo>
                  <a:lnTo>
                    <a:pt x="864" y="0"/>
                  </a:lnTo>
                  <a:lnTo>
                    <a:pt x="864" y="1178"/>
                  </a:lnTo>
                  <a:lnTo>
                    <a:pt x="674" y="1178"/>
                  </a:lnTo>
                  <a:lnTo>
                    <a:pt x="283" y="484"/>
                  </a:lnTo>
                  <a:lnTo>
                    <a:pt x="160" y="238"/>
                  </a:lnTo>
                  <a:lnTo>
                    <a:pt x="152" y="238"/>
                  </a:lnTo>
                  <a:cubicBezTo>
                    <a:pt x="157" y="299"/>
                    <a:pt x="162" y="363"/>
                    <a:pt x="167" y="428"/>
                  </a:cubicBezTo>
                  <a:cubicBezTo>
                    <a:pt x="173" y="494"/>
                    <a:pt x="175" y="559"/>
                    <a:pt x="176" y="623"/>
                  </a:cubicBezTo>
                  <a:lnTo>
                    <a:pt x="176" y="1178"/>
                  </a:lnTo>
                  <a:lnTo>
                    <a:pt x="0" y="1178"/>
                  </a:lnTo>
                  <a:lnTo>
                    <a:pt x="0" y="0"/>
                  </a:lnTo>
                  <a:close/>
                </a:path>
              </a:pathLst>
            </a:custGeom>
            <a:gradFill>
              <a:gsLst>
                <a:gs pos="72000">
                  <a:schemeClr val="bg1"/>
                </a:gs>
                <a:gs pos="90000">
                  <a:schemeClr val="bg1">
                    <a:alpha val="0"/>
                  </a:schemeClr>
                </a:gs>
              </a:gsLst>
              <a:lin ang="2700000" scaled="0"/>
            </a:gradFill>
            <a:effectLst/>
          </p:spPr>
          <p:txBody>
            <a:bodyPr wrap="square" lIns="0" tIns="0" rIns="0" bIns="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endParaRPr lang="zh-CN" altLang="en-US" sz="8000">
                <a:solidFill>
                  <a:schemeClr val="bg1"/>
                </a:solidFill>
                <a:latin typeface="Arial"/>
                <a:ea typeface="阿里巴巴普惠体 Medium"/>
                <a:cs typeface="阿里巴巴普惠体 Medium"/>
                <a:sym typeface="Arial"/>
              </a:endParaRPr>
            </a:p>
          </p:txBody>
        </p:sp>
        <p:sp>
          <p:nvSpPr>
            <p:cNvPr id="54" name="图形"/>
            <p:cNvSpPr txBox="1"/>
            <p:nvPr>
              <p:custDataLst>
                <p:tags r:id="R7681220f5d894eff"/>
              </p:custDataLst>
            </p:nvPr>
          </p:nvSpPr>
          <p:spPr>
            <a:xfrm>
              <a:off x="11974" y="-2138"/>
              <a:ext cx="186" cy="1178"/>
            </a:xfrm>
            <a:custGeom>
              <a:avLst/>
              <a:gdLst/>
              <a:ahLst/>
              <a:cxnLst>
                <a:cxn ang="3">
                  <a:pos x="hc" y="t"/>
                </a:cxn>
                <a:cxn ang="cd2">
                  <a:pos x="l" y="vc"/>
                </a:cxn>
                <a:cxn ang="cd4">
                  <a:pos x="hc" y="b"/>
                </a:cxn>
                <a:cxn ang="0">
                  <a:pos x="r" y="vc"/>
                </a:cxn>
              </a:cxnLst>
              <a:rect l="l" t="t" r="r" b="b"/>
              <a:pathLst>
                <a:path w="186" h="1178">
                  <a:moveTo>
                    <a:pt x="0" y="0"/>
                  </a:moveTo>
                  <a:lnTo>
                    <a:pt x="186" y="0"/>
                  </a:lnTo>
                  <a:lnTo>
                    <a:pt x="186" y="1178"/>
                  </a:lnTo>
                  <a:lnTo>
                    <a:pt x="0" y="1178"/>
                  </a:lnTo>
                  <a:lnTo>
                    <a:pt x="0" y="0"/>
                  </a:lnTo>
                  <a:close/>
                </a:path>
              </a:pathLst>
            </a:custGeom>
            <a:gradFill>
              <a:gsLst>
                <a:gs pos="63000">
                  <a:schemeClr val="bg1"/>
                </a:gs>
                <a:gs pos="82000">
                  <a:schemeClr val="bg1">
                    <a:alpha val="0"/>
                  </a:schemeClr>
                </a:gs>
              </a:gsLst>
              <a:lin ang="5400000" scaled="0"/>
            </a:gradFill>
            <a:effectLst/>
          </p:spPr>
          <p:txBody>
            <a:bodyPr wrap="square" lIns="0" tIns="0" rIns="0" bIns="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endParaRPr lang="zh-CN" altLang="en-US" sz="8000">
                <a:solidFill>
                  <a:schemeClr val="bg1"/>
                </a:solidFill>
                <a:latin typeface="Arial"/>
                <a:ea typeface="阿里巴巴普惠体 Medium"/>
                <a:cs typeface="阿里巴巴普惠体 Medium"/>
                <a:sym typeface="Arial"/>
              </a:endParaRPr>
            </a:p>
          </p:txBody>
        </p:sp>
        <p:sp>
          <p:nvSpPr>
            <p:cNvPr id="55" name="图形"/>
            <p:cNvSpPr txBox="1"/>
            <p:nvPr>
              <p:custDataLst>
                <p:tags r:id="Re6c7b24c672649f0"/>
              </p:custDataLst>
            </p:nvPr>
          </p:nvSpPr>
          <p:spPr>
            <a:xfrm>
              <a:off x="12529" y="-2138"/>
              <a:ext cx="864" cy="1178"/>
            </a:xfrm>
            <a:custGeom>
              <a:avLst/>
              <a:gdLst/>
              <a:ahLst/>
              <a:cxnLst>
                <a:cxn ang="3">
                  <a:pos x="hc" y="t"/>
                </a:cxn>
                <a:cxn ang="cd2">
                  <a:pos x="l" y="vc"/>
                </a:cxn>
                <a:cxn ang="cd4">
                  <a:pos x="hc" y="b"/>
                </a:cxn>
                <a:cxn ang="0">
                  <a:pos x="r" y="vc"/>
                </a:cxn>
              </a:cxnLst>
              <a:rect l="l" t="t" r="r" b="b"/>
              <a:pathLst>
                <a:path w="864" h="1178">
                  <a:moveTo>
                    <a:pt x="0" y="0"/>
                  </a:moveTo>
                  <a:lnTo>
                    <a:pt x="190" y="0"/>
                  </a:lnTo>
                  <a:lnTo>
                    <a:pt x="581" y="692"/>
                  </a:lnTo>
                  <a:lnTo>
                    <a:pt x="704" y="941"/>
                  </a:lnTo>
                  <a:lnTo>
                    <a:pt x="712" y="941"/>
                  </a:lnTo>
                  <a:cubicBezTo>
                    <a:pt x="707" y="880"/>
                    <a:pt x="702" y="815"/>
                    <a:pt x="696" y="748"/>
                  </a:cubicBezTo>
                  <a:cubicBezTo>
                    <a:pt x="691" y="680"/>
                    <a:pt x="688" y="614"/>
                    <a:pt x="688" y="550"/>
                  </a:cubicBezTo>
                  <a:lnTo>
                    <a:pt x="688" y="0"/>
                  </a:lnTo>
                  <a:lnTo>
                    <a:pt x="864" y="0"/>
                  </a:lnTo>
                  <a:lnTo>
                    <a:pt x="864" y="1178"/>
                  </a:lnTo>
                  <a:lnTo>
                    <a:pt x="674" y="1178"/>
                  </a:lnTo>
                  <a:lnTo>
                    <a:pt x="283" y="484"/>
                  </a:lnTo>
                  <a:lnTo>
                    <a:pt x="160" y="238"/>
                  </a:lnTo>
                  <a:lnTo>
                    <a:pt x="152" y="238"/>
                  </a:lnTo>
                  <a:cubicBezTo>
                    <a:pt x="157" y="299"/>
                    <a:pt x="162" y="363"/>
                    <a:pt x="167" y="428"/>
                  </a:cubicBezTo>
                  <a:cubicBezTo>
                    <a:pt x="173" y="494"/>
                    <a:pt x="175" y="559"/>
                    <a:pt x="176" y="623"/>
                  </a:cubicBezTo>
                  <a:lnTo>
                    <a:pt x="176" y="1178"/>
                  </a:lnTo>
                  <a:lnTo>
                    <a:pt x="0" y="1178"/>
                  </a:lnTo>
                  <a:lnTo>
                    <a:pt x="0" y="0"/>
                  </a:lnTo>
                  <a:close/>
                </a:path>
              </a:pathLst>
            </a:custGeom>
            <a:grpFill/>
            <a:effectLst/>
          </p:spPr>
          <p:txBody>
            <a:bodyPr wrap="square" lIns="0" tIns="0" rIns="0" bIns="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endParaRPr lang="zh-CN" altLang="en-US" sz="8000">
                <a:solidFill>
                  <a:schemeClr val="bg1"/>
                </a:solidFill>
                <a:latin typeface="Arial"/>
                <a:ea typeface="阿里巴巴普惠体 Medium"/>
                <a:cs typeface="阿里巴巴普惠体 Medium"/>
                <a:sym typeface="Arial"/>
              </a:endParaRPr>
            </a:p>
          </p:txBody>
        </p:sp>
        <p:sp>
          <p:nvSpPr>
            <p:cNvPr id="56" name="图形"/>
            <p:cNvSpPr txBox="1"/>
            <p:nvPr>
              <p:custDataLst>
                <p:tags r:id="R13202077c9b3483a"/>
              </p:custDataLst>
            </p:nvPr>
          </p:nvSpPr>
          <p:spPr>
            <a:xfrm>
              <a:off x="8296" y="-2138"/>
              <a:ext cx="995" cy="1178"/>
            </a:xfrm>
            <a:custGeom>
              <a:avLst/>
              <a:gdLst/>
              <a:ahLst/>
              <a:cxnLst>
                <a:cxn ang="3">
                  <a:pos x="hc" y="t"/>
                </a:cxn>
                <a:cxn ang="cd2">
                  <a:pos x="l" y="vc"/>
                </a:cxn>
                <a:cxn ang="cd4">
                  <a:pos x="hc" y="b"/>
                </a:cxn>
                <a:cxn ang="0">
                  <a:pos x="r" y="vc"/>
                </a:cxn>
              </a:cxnLst>
              <a:rect l="l" t="t" r="r" b="b"/>
              <a:pathLst>
                <a:path w="995" h="1178">
                  <a:moveTo>
                    <a:pt x="489" y="147"/>
                  </a:moveTo>
                  <a:cubicBezTo>
                    <a:pt x="473" y="214"/>
                    <a:pt x="455" y="280"/>
                    <a:pt x="437" y="345"/>
                  </a:cubicBezTo>
                  <a:cubicBezTo>
                    <a:pt x="419" y="410"/>
                    <a:pt x="400" y="474"/>
                    <a:pt x="381" y="538"/>
                  </a:cubicBezTo>
                  <a:lnTo>
                    <a:pt x="333" y="696"/>
                  </a:lnTo>
                  <a:lnTo>
                    <a:pt x="654" y="696"/>
                  </a:lnTo>
                  <a:lnTo>
                    <a:pt x="608" y="538"/>
                  </a:lnTo>
                  <a:cubicBezTo>
                    <a:pt x="588" y="474"/>
                    <a:pt x="569" y="410"/>
                    <a:pt x="551" y="344"/>
                  </a:cubicBezTo>
                  <a:cubicBezTo>
                    <a:pt x="533" y="279"/>
                    <a:pt x="515" y="213"/>
                    <a:pt x="497" y="147"/>
                  </a:cubicBezTo>
                  <a:lnTo>
                    <a:pt x="489" y="147"/>
                  </a:lnTo>
                  <a:close/>
                  <a:moveTo>
                    <a:pt x="390" y="0"/>
                  </a:moveTo>
                  <a:lnTo>
                    <a:pt x="605" y="0"/>
                  </a:lnTo>
                  <a:lnTo>
                    <a:pt x="995" y="1178"/>
                  </a:lnTo>
                  <a:lnTo>
                    <a:pt x="798" y="1178"/>
                  </a:lnTo>
                  <a:lnTo>
                    <a:pt x="699" y="842"/>
                  </a:lnTo>
                  <a:lnTo>
                    <a:pt x="290" y="842"/>
                  </a:lnTo>
                  <a:lnTo>
                    <a:pt x="189" y="1178"/>
                  </a:lnTo>
                  <a:lnTo>
                    <a:pt x="0" y="1178"/>
                  </a:lnTo>
                  <a:lnTo>
                    <a:pt x="390" y="0"/>
                  </a:lnTo>
                  <a:close/>
                </a:path>
              </a:pathLst>
            </a:custGeom>
            <a:grpFill/>
            <a:effectLst/>
          </p:spPr>
          <p:txBody>
            <a:bodyPr wrap="square" lIns="0" tIns="0" rIns="0" bIns="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endParaRPr lang="zh-CN" altLang="en-US" sz="8000">
                <a:solidFill>
                  <a:schemeClr val="bg1"/>
                </a:solidFill>
                <a:latin typeface="Arial"/>
                <a:ea typeface="阿里巴巴普惠体 Medium"/>
                <a:cs typeface="阿里巴巴普惠体 Medium"/>
                <a:sym typeface="Arial"/>
              </a:endParaRPr>
            </a:p>
          </p:txBody>
        </p:sp>
      </p:grpSp>
    </p:spTree>
    <p:custDataLst>
      <p:tags r:id="Rf26a6216dba54491"/>
    </p:custDataLst>
  </p:cSld>
  <p:clrMapOvr>
    <a:masterClrMapping/>
  </p:clrMapOvr>
  <p:transition advTm="2000">
    <p:push dir="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6" presetClass="entr" presetSubtype="21" fill="hold" nodeType="afterEffect">
                                  <p:stCondLst>
                                    <p:cond delay="0"/>
                                  </p:stCondLst>
                                  <p:childTnLst>
                                    <p:set>
                                      <p:cBhvr>
                                        <p:cTn id="6" dur="1000" fill="hold">
                                          <p:stCondLst>
                                            <p:cond delay="0"/>
                                          </p:stCondLst>
                                        </p:cTn>
                                        <p:tgtEl>
                                          <p:spTgt spid="2"/>
                                        </p:tgtEl>
                                        <p:attrNameLst>
                                          <p:attrName>style.visibility</p:attrName>
                                        </p:attrNameLst>
                                      </p:cBhvr>
                                      <p:to>
                                        <p:strVal val="visible"/>
                                      </p:to>
                                    </p:set>
                                    <p:animEffect transition="in" filter="barn(inVertical)">
                                      <p:cBhvr>
                                        <p:cTn id="7" dur="1000"/>
                                        <p:tgtEl>
                                          <p:spTgt spid="2"/>
                                        </p:tgtEl>
                                      </p:cBhvr>
                                    </p:animEffect>
                                  </p:childTnLst>
                                </p:cTn>
                              </p:par>
                            </p:childTnLst>
                          </p:cTn>
                        </p:par>
                        <p:par>
                          <p:cTn id="8" fill="hold" nodeType="afterGroup">
                            <p:stCondLst>
                              <p:cond delay="1000"/>
                            </p:stCondLst>
                            <p:childTnLst>
                              <p:par>
                                <p:cTn id="9" presetID="47" presetClass="entr" presetSubtype="0" fill="hold" nodeType="afterEffect">
                                  <p:stCondLst>
                                    <p:cond delay="0"/>
                                  </p:stCondLst>
                                  <p:childTnLst>
                                    <p:set>
                                      <p:cBhvr>
                                        <p:cTn id="10" dur="1000" fill="hold">
                                          <p:stCondLst>
                                            <p:cond delay="0"/>
                                          </p:stCondLst>
                                        </p:cTn>
                                        <p:tgtEl>
                                          <p:spTgt spid="57"/>
                                        </p:tgtEl>
                                        <p:attrNameLst>
                                          <p:attrName>style.visibility</p:attrName>
                                        </p:attrNameLst>
                                      </p:cBhvr>
                                      <p:to>
                                        <p:strVal val="visible"/>
                                      </p:to>
                                    </p:set>
                                    <p:animEffect transition="in" filter="fade">
                                      <p:cBhvr>
                                        <p:cTn id="11" dur="1000"/>
                                        <p:tgtEl>
                                          <p:spTgt spid="57"/>
                                        </p:tgtEl>
                                      </p:cBhvr>
                                    </p:animEffect>
                                    <p:anim calcmode="lin" valueType="num">
                                      <p:cBhvr>
                                        <p:cTn id="12" dur="1000" fill="hold"/>
                                        <p:tgtEl>
                                          <p:spTgt spid="57"/>
                                        </p:tgtEl>
                                        <p:attrNameLst>
                                          <p:attrName>ppt_x</p:attrName>
                                        </p:attrNameLst>
                                      </p:cBhvr>
                                      <p:tavLst>
                                        <p:tav tm="0">
                                          <p:val>
                                            <p:strVal val="#ppt_x"/>
                                          </p:val>
                                        </p:tav>
                                        <p:tav tm="100000">
                                          <p:val>
                                            <p:strVal val="#ppt_x"/>
                                          </p:val>
                                        </p:tav>
                                      </p:tavLst>
                                    </p:anim>
                                    <p:anim calcmode="lin" valueType="num">
                                      <p:cBhvr>
                                        <p:cTn id="13" dur="1000" fill="hold"/>
                                        <p:tgtEl>
                                          <p:spTgt spid="57"/>
                                        </p:tgtEl>
                                        <p:attrNameLst>
                                          <p:attrName>ppt_y</p:attrName>
                                        </p:attrNameLst>
                                      </p:cBhvr>
                                      <p:tavLst>
                                        <p:tav tm="0">
                                          <p:val>
                                            <p:strVal val="#ppt_y-.1"/>
                                          </p:val>
                                        </p:tav>
                                        <p:tav tm="100000">
                                          <p:val>
                                            <p:strVal val="#ppt_y"/>
                                          </p:val>
                                        </p:tav>
                                      </p:tavLst>
                                    </p:anim>
                                  </p:childTnLst>
                                </p:cTn>
                              </p:par>
                            </p:childTnLst>
                          </p:cTn>
                        </p:par>
                        <p:par>
                          <p:cTn id="14" fill="hold" nodeType="afterGroup">
                            <p:stCondLst>
                              <p:cond delay="2000"/>
                            </p:stCondLst>
                            <p:childTnLst>
                              <p:par>
                                <p:cTn id="15" presetID="16" presetClass="entr" presetSubtype="21" fill="hold" grpId="0" nodeType="afterEffect">
                                  <p:stCondLst>
                                    <p:cond delay="0"/>
                                  </p:stCondLst>
                                  <p:childTnLst>
                                    <p:set>
                                      <p:cBhvr>
                                        <p:cTn id="16" dur="1000" fill="hold">
                                          <p:stCondLst>
                                            <p:cond delay="0"/>
                                          </p:stCondLst>
                                        </p:cTn>
                                        <p:tgtEl>
                                          <p:spTgt spid="37"/>
                                        </p:tgtEl>
                                        <p:attrNameLst>
                                          <p:attrName>style.visibility</p:attrName>
                                        </p:attrNameLst>
                                      </p:cBhvr>
                                      <p:to>
                                        <p:strVal val="visible"/>
                                      </p:to>
                                    </p:set>
                                    <p:animEffect transition="in" filter="barn(inVertical)">
                                      <p:cBhvr>
                                        <p:cTn id="17" dur="1000"/>
                                        <p:tgtEl>
                                          <p:spTgt spid="37"/>
                                        </p:tgtEl>
                                      </p:cBhvr>
                                    </p:animEffect>
                                  </p:childTnLst>
                                </p:cTn>
                              </p:par>
                            </p:childTnLst>
                          </p:cTn>
                        </p:par>
                        <p:par>
                          <p:cTn id="18" fill="hold" nodeType="afterGroup">
                            <p:stCondLst>
                              <p:cond delay="3000"/>
                            </p:stCondLst>
                            <p:childTnLst>
                              <p:par>
                                <p:cTn id="19" presetID="16" presetClass="entr" presetSubtype="21" fill="hold" grpId="0" nodeType="afterEffect">
                                  <p:stCondLst>
                                    <p:cond delay="0"/>
                                  </p:stCondLst>
                                  <p:childTnLst>
                                    <p:set>
                                      <p:cBhvr>
                                        <p:cTn id="20" dur="1000" fill="hold">
                                          <p:stCondLst>
                                            <p:cond delay="0"/>
                                          </p:stCondLst>
                                        </p:cTn>
                                        <p:tgtEl>
                                          <p:spTgt spid="77"/>
                                        </p:tgtEl>
                                        <p:attrNameLst>
                                          <p:attrName>style.visibility</p:attrName>
                                        </p:attrNameLst>
                                      </p:cBhvr>
                                      <p:to>
                                        <p:strVal val="visible"/>
                                      </p:to>
                                    </p:set>
                                    <p:animEffect transition="in" filter="barn(inVertical)">
                                      <p:cBhvr>
                                        <p:cTn id="21" dur="1000"/>
                                        <p:tgtEl>
                                          <p:spTgt spid="77"/>
                                        </p:tgtEl>
                                      </p:cBhvr>
                                    </p:animEffect>
                                  </p:childTnLst>
                                </p:cTn>
                              </p:par>
                            </p:childTnLst>
                          </p:cTn>
                        </p:par>
                        <p:par>
                          <p:cTn id="22" fill="hold" nodeType="afterGroup">
                            <p:stCondLst>
                              <p:cond delay="4000"/>
                            </p:stCondLst>
                            <p:childTnLst>
                              <p:par>
                                <p:cTn id="23" presetID="16" presetClass="entr" presetSubtype="21" fill="hold" nodeType="afterEffect">
                                  <p:stCondLst>
                                    <p:cond delay="0"/>
                                  </p:stCondLst>
                                  <p:childTnLst>
                                    <p:set>
                                      <p:cBhvr>
                                        <p:cTn id="24" dur="1000" fill="hold">
                                          <p:stCondLst>
                                            <p:cond delay="0"/>
                                          </p:stCondLst>
                                        </p:cTn>
                                        <p:tgtEl>
                                          <p:spTgt spid="41"/>
                                        </p:tgtEl>
                                        <p:attrNameLst>
                                          <p:attrName>style.visibility</p:attrName>
                                        </p:attrNameLst>
                                      </p:cBhvr>
                                      <p:to>
                                        <p:strVal val="visible"/>
                                      </p:to>
                                    </p:set>
                                    <p:animEffect transition="in" filter="barn(inVertical)">
                                      <p:cBhvr>
                                        <p:cTn id="25" dur="10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37" grpId="1"/>
      <p:bldP spid="77" grpId="0"/>
      <p:bldP spid="77" grpId="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0" y="0"/>
            <a:ext cx="12192000" cy="6858000"/>
          </a:xfrm>
          <a:prstGeom prst="rect">
            <a:avLst/>
          </a:prstGeom>
          <a:gradFill>
            <a:gsLst>
              <a:gs pos="0">
                <a:srgbClr val="F5872E"/>
              </a:gs>
              <a:gs pos="52100">
                <a:srgbClr val="FC7440"/>
              </a:gs>
              <a:gs pos="100000">
                <a:srgbClr val="FC644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6" name="图片 5">
            <a:extLst>
              <a:ext uri="{FF2B5EF4-FFF2-40B4-BE49-F238E27FC236}">
                <a16:creationId xmlns:a16="http://schemas.microsoft.com/office/drawing/2014/main" id="{3FCE0580-9D1B-EF74-B2D6-3ABC2A2CB185}"/>
              </a:ext>
            </a:extLst>
          </p:cNvPr>
          <p:cNvPicPr>
            <a:picLocks noChangeAspect="1"/>
          </p:cNvPicPr>
          <p:nvPr/>
        </p:nvPicPr>
        <p:blipFill>
          <a:blip r:embed="R562d633c540043f0">
            <a:extLst>
              <a:ext uri="{28A0092B-C50C-407E-A947-70E740481C1C}">
                <a14:useLocalDpi xmlns:a14="http://schemas.microsoft.com/office/drawing/2010/main" val="0"/>
              </a:ext>
            </a:extLst>
          </a:blip>
          <a:srcRect/>
          <a:stretch/>
        </p:blipFill>
        <p:spPr>
          <a:xfrm>
            <a:off x="556078" y="373516"/>
            <a:ext cx="10863943" cy="6110967"/>
          </a:xfrm>
          <a:prstGeom prst="rect">
            <a:avLst/>
          </a:prstGeom>
        </p:spPr>
      </p:pic>
      <mc:AlternateContent xmlns:mc="http://schemas.openxmlformats.org/markup-compatibility/2006">
        <mc:Choice xmlns:p14="http://schemas.microsoft.com/office/powerpoint/2010/main" Requires="p14">
          <p:contentPart p14:bwMode="auto" r:id="Rff1d2bc978f24b41">
            <p14:nvContentPartPr>
              <p14:cNvPr id="16" name="墨迹 15"/>
              <p14:cNvContentPartPr/>
              <p14:nvPr/>
            </p14:nvContentPartPr>
            <p14:xfrm>
              <a:off x="2093051" y="-286110"/>
              <a:ext cx="360" cy="360"/>
            </p14:xfrm>
          </p:contentPart>
        </mc:Choice>
        <mc:Fallback>
          <p:pic>
            <p:nvPicPr>
              <p:cNvPr id="16" name="墨迹 15"/>
              <p:cNvPicPr/>
              <p:nvPr/>
            </p:nvPicPr>
            <p:blipFill>
              <a:blip r:embed="R006ffef1517f4501"/>
              <a:stretch>
                <a:fillRect/>
              </a:stretch>
            </p:blipFill>
            <p:spPr>
              <a:xfrm>
                <a:off x="2057051" y="-322110"/>
                <a:ext cx="72000" cy="72000"/>
              </a:xfrm>
              <a:prstGeom prst="rect">
                <a:avLst/>
              </a:prstGeom>
            </p:spPr>
          </p:pic>
        </mc:Fallback>
      </mc:AlternateContent>
      <mc:AlternateContent xmlns:mc="http://schemas.openxmlformats.org/markup-compatibility/2006">
        <mc:Choice xmlns:p14="http://schemas.microsoft.com/office/powerpoint/2010/main" Requires="p14">
          <p:contentPart p14:bwMode="auto" r:id="R6d43592405e949e6">
            <p14:nvContentPartPr>
              <p14:cNvPr id="17" name="墨迹 16"/>
              <p14:cNvContentPartPr/>
              <p14:nvPr/>
            </p14:nvContentPartPr>
            <p14:xfrm>
              <a:off x="822971" y="-489150"/>
              <a:ext cx="360" cy="360"/>
            </p14:xfrm>
          </p:contentPart>
        </mc:Choice>
        <mc:Fallback>
          <p:pic>
            <p:nvPicPr>
              <p:cNvPr id="17" name="墨迹 16"/>
              <p:cNvPicPr/>
              <p:nvPr/>
            </p:nvPicPr>
            <p:blipFill>
              <a:blip r:embed="R006ffef1517f4501"/>
              <a:stretch>
                <a:fillRect/>
              </a:stretch>
            </p:blipFill>
            <p:spPr>
              <a:xfrm>
                <a:off x="786971" y="-525150"/>
                <a:ext cx="72000" cy="72000"/>
              </a:xfrm>
              <a:prstGeom prst="rect">
                <a:avLst/>
              </a:prstGeom>
            </p:spPr>
          </p:pic>
        </mc:Fallback>
      </mc:AlternateContent>
      <p:sp>
        <p:nvSpPr>
          <p:cNvPr id="5" name="文本框 4"/>
          <p:cNvSpPr txBox="1"/>
          <p:nvPr/>
        </p:nvSpPr>
        <p:spPr>
          <a:xfrm>
            <a:off x="995631" y="5853325"/>
            <a:ext cx="5218430" cy="353196"/>
          </a:xfrm>
          <a:prstGeom prst="roundRect">
            <a:avLst/>
          </a:prstGeom>
          <a:solidFill>
            <a:schemeClr val="bg1"/>
          </a:solidFill>
        </p:spPr>
        <p:txBody>
          <a:bodyPr wrap="square">
            <a:noAutofit/>
          </a:bodyPr>
          <a:lstStyle/>
          <a:p>
            <a:r>
              <a:rPr lang="en-US" altLang="zh-CN">
                <a:solidFill>
                  <a:schemeClr val="bg1"/>
                </a:solidFill>
                <a:hlinkClick r:id="Rdc8b4f6dfb7c409c9e853d5f8e33ea0d"/>
              </a:rPr>
              <a:t>https://www.pptsupermarket.com/customizes</a:t>
            </a:r>
            <a:endParaRPr lang="en-US" altLang="zh-CN">
              <a:solidFill>
                <a:schemeClr val="bg1"/>
              </a:solidFill>
            </a:endParaRPr>
          </a:p>
        </p:txBody>
      </p:sp>
      <p:pic>
        <p:nvPicPr>
          <p:cNvPr id="3" name="图片 2">
            <a:extLst>
              <a:ext uri="{FF2B5EF4-FFF2-40B4-BE49-F238E27FC236}">
                <a16:creationId xmlns:a16="http://schemas.microsoft.com/office/drawing/2014/main" id="{0C505DC9-B288-9E36-2E1C-FAB4AFFB11D1}"/>
              </a:ext>
            </a:extLst>
          </p:cNvPr>
          <p:cNvPicPr>
            <a:picLocks noChangeAspect="1"/>
          </p:cNvPicPr>
          <p:nvPr/>
        </p:nvPicPr>
        <p:blipFill>
          <a:blip r:embed="Rf7bc9dd341114486" cstate="print">
            <a:extLst>
              <a:ext uri="{28A0092B-C50C-407E-A947-70E740481C1C}">
                <a14:useLocalDpi xmlns:a14="http://schemas.microsoft.com/office/drawing/2010/main" val="0"/>
              </a:ext>
            </a:extLst>
          </a:blip>
          <a:stretch>
            <a:fillRect/>
          </a:stretch>
        </p:blipFill>
        <p:spPr>
          <a:xfrm>
            <a:off x="7861028" y="1584183"/>
            <a:ext cx="2669342" cy="2757368"/>
          </a:xfrm>
          <a:prstGeom prst="rect">
            <a:avLst/>
          </a:prstGeom>
        </p:spPr>
      </p:pic>
      <p:sp>
        <p:nvSpPr>
          <p:cNvPr id="2" name="文本框 1">
            <a:extLst>
              <a:ext uri="{FF2B5EF4-FFF2-40B4-BE49-F238E27FC236}">
                <a16:creationId xmlns:a16="http://schemas.microsoft.com/office/drawing/2014/main" id="{DB6278BE-3286-7688-C839-03607785B618}"/>
              </a:ext>
            </a:extLst>
          </p:cNvPr>
          <p:cNvSpPr txBox="1"/>
          <p:nvPr/>
        </p:nvSpPr>
        <p:spPr>
          <a:xfrm>
            <a:off x="0" y="7200684"/>
            <a:ext cx="2997200" cy="369332"/>
          </a:xfrm>
          <a:prstGeom prst="rect">
            <a:avLst/>
          </a:prstGeom>
          <a:noFill/>
        </p:spPr>
        <p:txBody>
          <a:bodyPr wrap="square" rtlCol="0">
            <a:spAutoFit/>
          </a:bodyPr>
          <a:lstStyle/>
          <a:p>
            <a:r>
              <a:rPr lang="en-US" altLang="zh-CN" dirty="0"/>
              <a:t>PPTSUPERMARKETDELETE</a:t>
            </a:r>
            <a:endParaRPr lang="zh-CN" alt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3464B4C1-1D1A-E7BF-FF1D-C8DA501C10E2}"/>
              </a:ext>
            </a:extLst>
          </p:cNvPr>
          <p:cNvSpPr/>
          <p:nvPr/>
        </p:nvSpPr>
        <p:spPr>
          <a:xfrm>
            <a:off x="0" y="0"/>
            <a:ext cx="12192000" cy="6858000"/>
          </a:xfrm>
          <a:prstGeom prst="rect">
            <a:avLst/>
          </a:prstGeom>
          <a:gradFill>
            <a:gsLst>
              <a:gs pos="0">
                <a:srgbClr val="F5872E"/>
              </a:gs>
              <a:gs pos="52100">
                <a:srgbClr val="FC7440"/>
              </a:gs>
              <a:gs pos="100000">
                <a:srgbClr val="FC644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11" name="图片 10"/>
          <p:cNvPicPr>
            <a:picLocks noChangeAspect="1"/>
          </p:cNvPicPr>
          <p:nvPr/>
        </p:nvPicPr>
        <p:blipFill>
          <a:blip r:embed="R8275499eb20048b8" cstate="screen">
            <a:extLst>
              <a:ext uri="{28A0092B-C50C-407E-A947-70E740481C1C}">
                <a14:useLocalDpi xmlns:a14="http://schemas.microsoft.com/office/drawing/2010/main"/>
              </a:ext>
            </a:extLst>
          </a:blip>
          <a:stretch>
            <a:fillRect/>
          </a:stretch>
        </p:blipFill>
        <p:spPr>
          <a:xfrm>
            <a:off x="4952144" y="1028495"/>
            <a:ext cx="6814466" cy="4801010"/>
          </a:xfrm>
          <a:prstGeom prst="rect">
            <a:avLst/>
          </a:prstGeom>
          <a:ln>
            <a:noFill/>
          </a:ln>
          <a:effectLst>
            <a:outerShdw blurRad="190500" algn="tl" rotWithShape="0">
              <a:srgbClr val="000000">
                <a:alpha val="70000"/>
              </a:srgbClr>
            </a:outerShdw>
          </a:effectLst>
        </p:spPr>
      </p:pic>
      <p:pic>
        <p:nvPicPr>
          <p:cNvPr id="10" name="图片 9"/>
          <p:cNvPicPr>
            <a:picLocks noChangeAspect="1"/>
          </p:cNvPicPr>
          <p:nvPr/>
        </p:nvPicPr>
        <p:blipFill>
          <a:blip r:embed="R44f40cb466c04e7c" cstate="print">
            <a:extLst>
              <a:ext uri="{28A0092B-C50C-407E-A947-70E740481C1C}">
                <a14:useLocalDpi xmlns:a14="http://schemas.microsoft.com/office/drawing/2010/main" val="0"/>
              </a:ext>
            </a:extLst>
          </a:blip>
          <a:stretch>
            <a:fillRect/>
          </a:stretch>
        </p:blipFill>
        <p:spPr>
          <a:xfrm>
            <a:off x="699842" y="3904439"/>
            <a:ext cx="1690961" cy="1690961"/>
          </a:xfrm>
          <a:prstGeom prst="rect">
            <a:avLst/>
          </a:prstGeom>
        </p:spPr>
      </p:pic>
      <p:sp>
        <p:nvSpPr>
          <p:cNvPr id="13" name="文本框 12"/>
          <p:cNvSpPr txBox="1"/>
          <p:nvPr/>
        </p:nvSpPr>
        <p:spPr>
          <a:xfrm>
            <a:off x="587177" y="1095947"/>
            <a:ext cx="4154347" cy="2123658"/>
          </a:xfrm>
          <a:prstGeom prst="rect">
            <a:avLst/>
          </a:prstGeom>
          <a:noFill/>
        </p:spPr>
        <p:txBody>
          <a:bodyPr wrap="square">
            <a:spAutoFit/>
          </a:bodyPr>
          <a:lstStyle/>
          <a:p>
            <a:r>
              <a:rPr lang="en-US" altLang="zh-CN" sz="4400" b="1" i="0">
                <a:solidFill>
                  <a:schemeClr val="bg1"/>
                </a:solidFill>
                <a:effectLst/>
                <a:latin typeface="MiSans Medium" panose="00000600000000000000" pitchFamily="2" charset="-122"/>
                <a:ea typeface="MiSans Medium" panose="00000600000000000000" pitchFamily="2" charset="-122"/>
              </a:rPr>
              <a:t>PPT</a:t>
            </a:r>
            <a:r>
              <a:rPr lang="zh-CN" altLang="en-US" sz="4400" b="1" i="0">
                <a:solidFill>
                  <a:schemeClr val="bg1"/>
                </a:solidFill>
                <a:effectLst/>
                <a:latin typeface="MiSans Medium" panose="00000600000000000000" pitchFamily="2" charset="-122"/>
                <a:ea typeface="MiSans Medium" panose="00000600000000000000" pitchFamily="2" charset="-122"/>
              </a:rPr>
              <a:t>超级市场</a:t>
            </a:r>
            <a:r>
              <a:rPr lang="en-US" altLang="zh-CN" sz="4400" b="1" i="0">
                <a:solidFill>
                  <a:schemeClr val="bg1"/>
                </a:solidFill>
                <a:effectLst/>
                <a:latin typeface="MiSans Medium" panose="00000600000000000000" pitchFamily="2" charset="-122"/>
                <a:ea typeface="MiSans Medium" panose="00000600000000000000" pitchFamily="2" charset="-122"/>
              </a:rPr>
              <a:t>AI</a:t>
            </a:r>
          </a:p>
          <a:p>
            <a:r>
              <a:rPr lang="en-US" altLang="zh-CN" sz="4400" b="1" i="0">
                <a:solidFill>
                  <a:schemeClr val="bg1"/>
                </a:solidFill>
                <a:effectLst/>
                <a:latin typeface="MiSans Medium" panose="00000600000000000000" pitchFamily="2" charset="-122"/>
                <a:ea typeface="MiSans Medium" panose="00000600000000000000" pitchFamily="2" charset="-122"/>
              </a:rPr>
              <a:t>1</a:t>
            </a:r>
            <a:r>
              <a:rPr lang="zh-CN" altLang="en-US" sz="4400" b="1" i="0">
                <a:solidFill>
                  <a:schemeClr val="bg1"/>
                </a:solidFill>
                <a:effectLst/>
                <a:latin typeface="MiSans Medium" panose="00000600000000000000" pitchFamily="2" charset="-122"/>
                <a:ea typeface="MiSans Medium" panose="00000600000000000000" pitchFamily="2" charset="-122"/>
              </a:rPr>
              <a:t>分钟</a:t>
            </a:r>
            <a:r>
              <a:rPr lang="zh-CN" altLang="en-US" sz="4400" b="1">
                <a:solidFill>
                  <a:schemeClr val="bg1"/>
                </a:solidFill>
                <a:latin typeface="MiSans Medium" panose="00000600000000000000" pitchFamily="2" charset="-122"/>
                <a:ea typeface="MiSans Medium" panose="00000600000000000000" pitchFamily="2" charset="-122"/>
              </a:rPr>
              <a:t>免费</a:t>
            </a:r>
            <a:endParaRPr lang="en-US" altLang="zh-CN" sz="4400" b="1" i="0">
              <a:solidFill>
                <a:schemeClr val="bg1"/>
              </a:solidFill>
              <a:effectLst/>
              <a:latin typeface="MiSans Medium" panose="00000600000000000000" pitchFamily="2" charset="-122"/>
              <a:ea typeface="MiSans Medium" panose="00000600000000000000" pitchFamily="2" charset="-122"/>
            </a:endParaRPr>
          </a:p>
          <a:p>
            <a:r>
              <a:rPr lang="en-US" altLang="zh-CN" sz="4400" b="1" i="0">
                <a:solidFill>
                  <a:schemeClr val="bg1"/>
                </a:solidFill>
                <a:effectLst/>
                <a:latin typeface="MiSans Medium" panose="00000600000000000000" pitchFamily="2" charset="-122"/>
                <a:ea typeface="MiSans Medium" panose="00000600000000000000" pitchFamily="2" charset="-122"/>
              </a:rPr>
              <a:t>AI</a:t>
            </a:r>
            <a:r>
              <a:rPr lang="zh-CN" altLang="en-US" sz="4400" b="1" i="0">
                <a:solidFill>
                  <a:schemeClr val="bg1"/>
                </a:solidFill>
                <a:effectLst/>
                <a:latin typeface="MiSans Medium" panose="00000600000000000000" pitchFamily="2" charset="-122"/>
                <a:ea typeface="MiSans Medium" panose="00000600000000000000" pitchFamily="2" charset="-122"/>
              </a:rPr>
              <a:t>生成精美</a:t>
            </a:r>
            <a:r>
              <a:rPr lang="en-US" altLang="zh-CN" sz="4400" b="1" i="0">
                <a:solidFill>
                  <a:schemeClr val="bg1"/>
                </a:solidFill>
                <a:effectLst/>
                <a:latin typeface="MiSans Medium" panose="00000600000000000000" pitchFamily="2" charset="-122"/>
                <a:ea typeface="MiSans Medium" panose="00000600000000000000" pitchFamily="2" charset="-122"/>
              </a:rPr>
              <a:t>PPT</a:t>
            </a:r>
          </a:p>
        </p:txBody>
      </p:sp>
      <mc:AlternateContent xmlns:mc="http://schemas.openxmlformats.org/markup-compatibility/2006" xmlns:p14="http://schemas.microsoft.com/office/powerpoint/2010/main">
        <mc:Choice Requires="p14">
          <p:contentPart p14:bwMode="auto" r:id="R8051312489134b25">
            <p14:nvContentPartPr>
              <p14:cNvPr id="15" name="墨迹 14"/>
              <p14:cNvContentPartPr/>
              <p14:nvPr/>
            </p14:nvContentPartPr>
            <p14:xfrm>
              <a:off x="5357445" y="1361610"/>
              <a:ext cx="1892160" cy="360"/>
            </p14:xfrm>
          </p:contentPart>
        </mc:Choice>
        <mc:Fallback xmlns="">
          <p:pic>
            <p:nvPicPr>
              <p:cNvPr id="15" name="墨迹 14"/>
            </p:nvPicPr>
            <p:blipFill>
              <a:blip r:embed="R15a1069ddad944ea"/>
            </p:blipFill>
            <p:spPr>
              <a:xfrm>
                <a:off x="5357445" y="1361610"/>
                <a:ext cx="1892160" cy="360"/>
              </a:xfrm>
              <a:prstGeom prst="rect"/>
            </p:spPr>
          </p:pic>
        </mc:Fallback>
      </mc:AlternateContent>
      <mc:AlternateContent xmlns:mc="http://schemas.openxmlformats.org/markup-compatibility/2006">
        <mc:Choice xmlns:p14="http://schemas.microsoft.com/office/powerpoint/2010/main" Requires="p14">
          <p:contentPart p14:bwMode="auto" r:id="Re59f535dc76347cf">
            <p14:nvContentPartPr>
              <p14:cNvPr id="16" name="墨迹 15"/>
              <p14:cNvContentPartPr/>
              <p14:nvPr/>
            </p14:nvContentPartPr>
            <p14:xfrm>
              <a:off x="1974990" y="-204574"/>
              <a:ext cx="360" cy="360"/>
            </p14:xfrm>
          </p:contentPart>
        </mc:Choice>
        <mc:Fallback>
          <p:pic>
            <p:nvPicPr>
              <p:cNvPr id="16" name="墨迹 15"/>
              <p:cNvPicPr/>
              <p:nvPr/>
            </p:nvPicPr>
            <p:blipFill>
              <a:blip r:embed="R7d99cc2963724acf"/>
              <a:stretch>
                <a:fillRect/>
              </a:stretch>
            </p:blipFill>
            <p:spPr>
              <a:xfrm>
                <a:off x="1938990" y="-240574"/>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dff4767b7ffd4869">
            <p14:nvContentPartPr>
              <p14:cNvPr id="17" name="墨迹 16"/>
              <p14:cNvContentPartPr/>
              <p14:nvPr/>
            </p14:nvContentPartPr>
            <p14:xfrm>
              <a:off x="704910" y="-489150"/>
              <a:ext cx="360" cy="360"/>
            </p14:xfrm>
          </p:contentPart>
        </mc:Choice>
        <mc:Fallback xmlns="">
          <p:pic>
            <p:nvPicPr>
              <p:cNvPr id="17" name="墨迹 16"/>
            </p:nvPicPr>
            <p:blipFill>
              <a:blip r:embed="R8b48db26e9184354"/>
            </p:blipFill>
            <p:spPr>
              <a:xfrm>
                <a:off x="704910" y="-489150"/>
                <a:ext cx="360" cy="360"/>
              </a:xfrm>
              <a:prstGeom prst="rect"/>
            </p:spPr>
          </p:pic>
        </mc:Fallback>
      </mc:AlternateContent>
      <p:pic>
        <p:nvPicPr>
          <p:cNvPr id="19" name="图片 18"/>
          <p:cNvPicPr>
            <a:picLocks noChangeAspect="1"/>
          </p:cNvPicPr>
          <p:nvPr/>
        </p:nvPicPr>
        <p:blipFill>
          <a:blip r:embed="R3f3232110ad9474f">
            <a:extLst>
              <a:ext uri="{28A0092B-C50C-407E-A947-70E740481C1C}">
                <a14:useLocalDpi xmlns:a14="http://schemas.microsoft.com/office/drawing/2010/main" val="0"/>
              </a:ext>
            </a:extLst>
          </a:blip>
          <a:stretch>
            <a:fillRect/>
          </a:stretch>
        </p:blipFill>
        <p:spPr>
          <a:xfrm>
            <a:off x="693632" y="3902536"/>
            <a:ext cx="1690960" cy="1690960"/>
          </a:xfrm>
          <a:prstGeom prst="rect">
            <a:avLst/>
          </a:prstGeom>
        </p:spPr>
      </p:pic>
      <p:pic>
        <p:nvPicPr>
          <p:cNvPr id="21" name="图片 20"/>
          <p:cNvPicPr>
            <a:picLocks noChangeAspect="1"/>
          </p:cNvPicPr>
          <p:nvPr/>
        </p:nvPicPr>
        <p:blipFill>
          <a:blip r:embed="R60a8b4bd3867461f" cstate="print">
            <a:extLst>
              <a:ext uri="{28A0092B-C50C-407E-A947-70E740481C1C}">
                <a14:useLocalDpi xmlns:a14="http://schemas.microsoft.com/office/drawing/2010/main" val="0"/>
              </a:ext>
            </a:extLst>
          </a:blip>
          <a:stretch>
            <a:fillRect/>
          </a:stretch>
        </p:blipFill>
        <p:spPr>
          <a:xfrm>
            <a:off x="2597770" y="3902536"/>
            <a:ext cx="1690960" cy="1690960"/>
          </a:xfrm>
          <a:prstGeom prst="rect">
            <a:avLst/>
          </a:prstGeom>
        </p:spPr>
      </p:pic>
      <p:sp>
        <p:nvSpPr>
          <p:cNvPr id="23" name="文本框 22"/>
          <p:cNvSpPr txBox="1"/>
          <p:nvPr/>
        </p:nvSpPr>
        <p:spPr>
          <a:xfrm>
            <a:off x="693632" y="3288809"/>
            <a:ext cx="3648020" cy="369332"/>
          </a:xfrm>
          <a:prstGeom prst="rect">
            <a:avLst/>
          </a:prstGeom>
          <a:solidFill>
            <a:schemeClr val="bg1"/>
          </a:solidFill>
        </p:spPr>
        <p:txBody>
          <a:bodyPr wrap="square">
            <a:spAutoFit/>
          </a:bodyPr>
          <a:lstStyle/>
          <a:p>
            <a:r>
              <a:rPr lang="en-US" altLang="zh-CN">
                <a:solidFill>
                  <a:schemeClr val="bg1"/>
                </a:solidFill>
                <a:hlinkClick r:id="R9dd79502b5f5430da16a80f2020b0b28"/>
              </a:rPr>
              <a:t>https://www.pptsupermarket.com</a:t>
            </a:r>
            <a:endParaRPr lang="zh-CN" altLang="en-US">
              <a:solidFill>
                <a:schemeClr val="bg1"/>
              </a:solidFill>
            </a:endParaRPr>
          </a:p>
        </p:txBody>
      </p:sp>
      <p:sp>
        <p:nvSpPr>
          <p:cNvPr id="3" name="文本框 2">
            <a:extLst>
              <a:ext uri="{FF2B5EF4-FFF2-40B4-BE49-F238E27FC236}">
                <a16:creationId xmlns:a16="http://schemas.microsoft.com/office/drawing/2014/main" id="{20A45F51-90AD-52ED-9B4B-9163368ABC90}"/>
              </a:ext>
            </a:extLst>
          </p:cNvPr>
          <p:cNvSpPr txBox="1"/>
          <p:nvPr/>
        </p:nvSpPr>
        <p:spPr>
          <a:xfrm>
            <a:off x="0" y="7200684"/>
            <a:ext cx="2997200" cy="369332"/>
          </a:xfrm>
          <a:prstGeom prst="rect">
            <a:avLst/>
          </a:prstGeom>
          <a:noFill/>
        </p:spPr>
        <p:txBody>
          <a:bodyPr wrap="square" rtlCol="0">
            <a:spAutoFit/>
          </a:bodyPr>
          <a:lstStyle/>
          <a:p>
            <a:r>
              <a:rPr lang="en-US" altLang="zh-CN" dirty="0"/>
              <a:t>PPTSUPERMARKETDELETE</a:t>
            </a:r>
            <a:endParaRPr lang="zh-CN" altLang="en-US" dirty="0"/>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矩形 5"/>
          <p:cNvSpPr/>
          <p:nvPr/>
        </p:nvSpPr>
        <p:spPr>
          <a:xfrm>
            <a:off x="0" y="0"/>
            <a:ext cx="12192000" cy="6858000"/>
          </a:xfrm>
          <a:prstGeom prst="rect">
            <a:avLst/>
          </a:prstGeom>
          <a:solidFill>
            <a:srgbClr val="EA6C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p:cNvPicPr>
            <a:picLocks noChangeAspect="1"/>
          </p:cNvPicPr>
          <p:nvPr/>
        </p:nvPicPr>
        <p:blipFill>
          <a:blip r:embed="R3a0edd306bd54147" cstate="print">
            <a:extLst>
              <a:ext uri="{28A0092B-C50C-407E-A947-70E740481C1C}">
                <a14:useLocalDpi xmlns:a14="http://schemas.microsoft.com/office/drawing/2010/main" val="0"/>
              </a:ext>
            </a:extLst>
          </a:blip>
          <a:stretch>
            <a:fillRect/>
          </a:stretch>
        </p:blipFill>
        <p:spPr>
          <a:xfrm>
            <a:off x="2820996" y="2078418"/>
            <a:ext cx="2674457" cy="2674457"/>
          </a:xfrm>
          <a:prstGeom prst="rect">
            <a:avLst/>
          </a:prstGeom>
        </p:spPr>
      </p:pic>
      <p:sp>
        <p:nvSpPr>
          <p:cNvPr id="2" name="文本框 1"/>
          <p:cNvSpPr txBox="1"/>
          <p:nvPr/>
        </p:nvSpPr>
        <p:spPr>
          <a:xfrm>
            <a:off x="762797" y="3051843"/>
            <a:ext cx="3096259" cy="646331"/>
          </a:xfrm>
          <a:prstGeom prst="rect">
            <a:avLst/>
          </a:prstGeom>
          <a:noFill/>
        </p:spPr>
        <p:txBody>
          <a:bodyPr wrap="square" rtlCol="0">
            <a:spAutoFit/>
          </a:bodyPr>
          <a:lstStyle/>
          <a:p>
            <a:r>
              <a:rPr lang="en-US" altLang="zh-CN" sz="3600" b="1" dirty="0">
                <a:solidFill>
                  <a:schemeClr val="bg1"/>
                </a:solidFill>
                <a:latin typeface="仓耳渔阳体 W01" panose="02020400000000000000" pitchFamily="18" charset="-122"/>
                <a:ea typeface="仓耳渔阳体 W01" panose="02020400000000000000" pitchFamily="18" charset="-122"/>
              </a:rPr>
              <a:t>Powered by</a:t>
            </a:r>
            <a:endParaRPr lang="zh-CN" altLang="en-US" sz="3600" b="1" dirty="0">
              <a:solidFill>
                <a:schemeClr val="bg1"/>
              </a:solidFill>
              <a:latin typeface="仓耳渔阳体 W01" panose="02020400000000000000" pitchFamily="18" charset="-122"/>
              <a:ea typeface="仓耳渔阳体 W01" panose="02020400000000000000" pitchFamily="18" charset="-122"/>
            </a:endParaRPr>
          </a:p>
        </p:txBody>
      </p:sp>
      <p:sp>
        <p:nvSpPr>
          <p:cNvPr id="9" name="文本框 8"/>
          <p:cNvSpPr txBox="1"/>
          <p:nvPr/>
        </p:nvSpPr>
        <p:spPr>
          <a:xfrm>
            <a:off x="6082502" y="4909715"/>
            <a:ext cx="2146300" cy="369332"/>
          </a:xfrm>
          <a:prstGeom prst="rect">
            <a:avLst/>
          </a:prstGeom>
          <a:noFill/>
        </p:spPr>
        <p:txBody>
          <a:bodyPr wrap="square" rtlCol="0">
            <a:spAutoFit/>
          </a:bodyPr>
          <a:lstStyle/>
          <a:p>
            <a:pPr algn="ctr"/>
            <a:r>
              <a:rPr lang="zh-CN" altLang="en-US" b="1">
                <a:solidFill>
                  <a:schemeClr val="bg1">
                    <a:lumMod val="95000"/>
                  </a:schemeClr>
                </a:solidFill>
                <a:latin typeface="仓耳渔阳体 W01" panose="02020400000000000000" pitchFamily="18" charset="-122"/>
                <a:ea typeface="仓耳渔阳体 W01" panose="02020400000000000000" pitchFamily="18" charset="-122"/>
              </a:rPr>
              <a:t>免费</a:t>
            </a:r>
            <a:r>
              <a:rPr lang="zh-CN" altLang="en-US" b="1" dirty="0">
                <a:solidFill>
                  <a:schemeClr val="bg1">
                    <a:lumMod val="95000"/>
                  </a:schemeClr>
                </a:solidFill>
                <a:latin typeface="仓耳渔阳体 W01" panose="02020400000000000000" pitchFamily="18" charset="-122"/>
                <a:ea typeface="仓耳渔阳体 W01" panose="02020400000000000000" pitchFamily="18" charset="-122"/>
              </a:rPr>
              <a:t>定制</a:t>
            </a:r>
            <a:r>
              <a:rPr lang="en-US" altLang="zh-CN" b="1" dirty="0">
                <a:solidFill>
                  <a:schemeClr val="bg1">
                    <a:lumMod val="95000"/>
                  </a:schemeClr>
                </a:solidFill>
                <a:latin typeface="仓耳渔阳体 W01" panose="02020400000000000000" pitchFamily="18" charset="-122"/>
                <a:ea typeface="仓耳渔阳体 W01" panose="02020400000000000000" pitchFamily="18" charset="-122"/>
              </a:rPr>
              <a:t>PPT</a:t>
            </a:r>
            <a:endParaRPr lang="zh-CN" altLang="en-US" b="1" dirty="0">
              <a:solidFill>
                <a:schemeClr val="bg1">
                  <a:lumMod val="95000"/>
                </a:schemeClr>
              </a:solidFill>
              <a:latin typeface="仓耳渔阳体 W01" panose="02020400000000000000" pitchFamily="18" charset="-122"/>
              <a:ea typeface="仓耳渔阳体 W01" panose="02020400000000000000" pitchFamily="18" charset="-122"/>
            </a:endParaRPr>
          </a:p>
        </p:txBody>
      </p:sp>
      <p:sp>
        <p:nvSpPr>
          <p:cNvPr id="3" name="矩形 2"/>
          <p:cNvSpPr/>
          <p:nvPr/>
        </p:nvSpPr>
        <p:spPr>
          <a:xfrm>
            <a:off x="5080955" y="1864461"/>
            <a:ext cx="45719" cy="3102372"/>
          </a:xfrm>
          <a:prstGeom prst="rect">
            <a:avLst/>
          </a:prstGeom>
          <a:solidFill>
            <a:schemeClr val="bg1">
              <a:lumMod val="95000"/>
            </a:scheme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p:cNvPicPr>
            <a:picLocks noChangeAspect="1"/>
          </p:cNvPicPr>
          <p:nvPr/>
        </p:nvPicPr>
        <p:blipFill>
          <a:blip r:embed="Rd179022f3fbd420e">
            <a:extLst>
              <a:ext uri="{28A0092B-C50C-407E-A947-70E740481C1C}">
                <a14:useLocalDpi xmlns:a14="http://schemas.microsoft.com/office/drawing/2010/main" val="0"/>
              </a:ext>
            </a:extLst>
          </a:blip>
          <a:stretch>
            <a:fillRect/>
          </a:stretch>
        </p:blipFill>
        <p:spPr>
          <a:xfrm>
            <a:off x="5724696" y="2021301"/>
            <a:ext cx="2681263" cy="2674457"/>
          </a:xfrm>
          <a:prstGeom prst="rect">
            <a:avLst/>
          </a:prstGeom>
        </p:spPr>
      </p:pic>
      <p:pic>
        <p:nvPicPr>
          <p:cNvPr id="10" name="图片 9"/>
          <p:cNvPicPr>
            <a:picLocks noChangeAspect="1"/>
          </p:cNvPicPr>
          <p:nvPr/>
        </p:nvPicPr>
        <p:blipFill>
          <a:blip r:embed="R848dce1257f547ff">
            <a:extLst>
              <a:ext uri="{28A0092B-C50C-407E-A947-70E740481C1C}">
                <a14:useLocalDpi xmlns:a14="http://schemas.microsoft.com/office/drawing/2010/main" val="0"/>
              </a:ext>
            </a:extLst>
          </a:blip>
          <a:stretch>
            <a:fillRect/>
          </a:stretch>
        </p:blipFill>
        <p:spPr>
          <a:xfrm>
            <a:off x="8610918" y="2021301"/>
            <a:ext cx="2674457" cy="2674457"/>
          </a:xfrm>
          <a:prstGeom prst="rect">
            <a:avLst/>
          </a:prstGeom>
        </p:spPr>
      </p:pic>
      <p:sp>
        <p:nvSpPr>
          <p:cNvPr id="11" name="文本框 10"/>
          <p:cNvSpPr txBox="1"/>
          <p:nvPr/>
        </p:nvSpPr>
        <p:spPr>
          <a:xfrm>
            <a:off x="8825793" y="4909715"/>
            <a:ext cx="2146300" cy="369332"/>
          </a:xfrm>
          <a:prstGeom prst="rect">
            <a:avLst/>
          </a:prstGeom>
          <a:noFill/>
        </p:spPr>
        <p:txBody>
          <a:bodyPr wrap="square" rtlCol="0">
            <a:spAutoFit/>
          </a:bodyPr>
          <a:lstStyle/>
          <a:p>
            <a:pPr algn="ctr"/>
            <a:r>
              <a:rPr lang="zh-CN" altLang="en-US" b="1">
                <a:solidFill>
                  <a:schemeClr val="bg1">
                    <a:lumMod val="95000"/>
                  </a:schemeClr>
                </a:solidFill>
                <a:latin typeface="仓耳渔阳体 W01" panose="02020400000000000000" pitchFamily="18" charset="-122"/>
                <a:ea typeface="仓耳渔阳体 W01" panose="02020400000000000000" pitchFamily="18" charset="-122"/>
              </a:rPr>
              <a:t>免费</a:t>
            </a:r>
            <a:r>
              <a:rPr lang="zh-CN" altLang="en-US" b="1" dirty="0">
                <a:solidFill>
                  <a:schemeClr val="bg1">
                    <a:lumMod val="95000"/>
                  </a:schemeClr>
                </a:solidFill>
                <a:latin typeface="仓耳渔阳体 W01" panose="02020400000000000000" pitchFamily="18" charset="-122"/>
                <a:ea typeface="仓耳渔阳体 W01" panose="02020400000000000000" pitchFamily="18" charset="-122"/>
              </a:rPr>
              <a:t>下载</a:t>
            </a:r>
            <a:r>
              <a:rPr lang="en-US" altLang="zh-CN" b="1" dirty="0">
                <a:solidFill>
                  <a:schemeClr val="bg1">
                    <a:lumMod val="95000"/>
                  </a:schemeClr>
                </a:solidFill>
                <a:latin typeface="仓耳渔阳体 W01" panose="02020400000000000000" pitchFamily="18" charset="-122"/>
                <a:ea typeface="仓耳渔阳体 W01" panose="02020400000000000000" pitchFamily="18" charset="-122"/>
              </a:rPr>
              <a:t>PPT</a:t>
            </a:r>
            <a:endParaRPr lang="zh-CN" altLang="en-US" b="1" dirty="0">
              <a:solidFill>
                <a:schemeClr val="bg1">
                  <a:lumMod val="95000"/>
                </a:schemeClr>
              </a:solidFill>
              <a:latin typeface="仓耳渔阳体 W01" panose="02020400000000000000" pitchFamily="18" charset="-122"/>
              <a:ea typeface="仓耳渔阳体 W01" panose="02020400000000000000" pitchFamily="18" charset="-122"/>
            </a:endParaRPr>
          </a:p>
        </p:txBody>
      </p:sp>
      <p:sp>
        <p:nvSpPr>
          <p:cNvPr id="4" name="文本框 3"/>
          <p:cNvSpPr txBox="1"/>
          <p:nvPr/>
        </p:nvSpPr>
        <p:spPr>
          <a:xfrm>
            <a:off x="0" y="7200684"/>
            <a:ext cx="2997200" cy="369332"/>
          </a:xfrm>
          <a:prstGeom prst="rect">
            <a:avLst/>
          </a:prstGeom>
          <a:noFill/>
        </p:spPr>
        <p:txBody>
          <a:bodyPr wrap="square" rtlCol="0">
            <a:spAutoFit/>
          </a:bodyPr>
          <a:lstStyle/>
          <a:p>
            <a:r>
              <a:rPr lang="en-US" altLang="zh-CN" dirty="0"/>
              <a:t>PPTSUPERMARKETDELETE</a:t>
            </a:r>
            <a:endParaRPr lang="zh-CN" altLang="en-US" dirty="0"/>
          </a:p>
        </p:txBody>
      </p:sp>
      <mc:AlternateContent xmlns:mc="http://schemas.openxmlformats.org/markup-compatibility/2006" xmlns:p14="http://schemas.microsoft.com/office/powerpoint/2010/main">
        <mc:Choice Requires="p14">
          <p:contentPart p14:bwMode="auto" r:id="R2d920692481a45a7">
            <p14:nvContentPartPr>
              <p14:cNvPr id="8" name="墨迹 7"/>
              <p14:cNvContentPartPr/>
              <p14:nvPr/>
            </p14:nvContentPartPr>
            <p14:xfrm>
              <a:off x="907950" y="-825390"/>
              <a:ext cx="360" cy="360"/>
            </p14:xfrm>
          </p:contentPart>
        </mc:Choice>
        <mc:Fallback xmlns="">
          <p:pic>
            <p:nvPicPr>
              <p:cNvPr id="8" name="墨迹 7"/>
            </p:nvPicPr>
            <p:blipFill>
              <a:blip r:embed="R9f174b8627e948cb"/>
            </p:blipFill>
            <p:spPr>
              <a:xfrm>
                <a:off x="907950" y="-825390"/>
                <a:ext cx="360" cy="360"/>
              </a:xfrm>
              <a:prstGeom prst="rect"/>
            </p:spPr>
          </p:pic>
        </mc:Fallback>
      </mc:AlternateContent>
      <mc:AlternateContent xmlns:mc="http://schemas.openxmlformats.org/markup-compatibility/2006" xmlns:p14="http://schemas.microsoft.com/office/powerpoint/2010/main">
        <mc:Choice Requires="p14">
          <p:contentPart p14:bwMode="auto" r:id="Re6f0d906f1df494d">
            <p14:nvContentPartPr>
              <p14:cNvPr id="13" name="墨迹 12"/>
              <p14:cNvContentPartPr/>
              <p14:nvPr/>
            </p14:nvContentPartPr>
            <p14:xfrm>
              <a:off x="1130070" y="-939870"/>
              <a:ext cx="360" cy="360"/>
            </p14:xfrm>
          </p:contentPart>
        </mc:Choice>
        <mc:Fallback xmlns="">
          <p:pic>
            <p:nvPicPr>
              <p:cNvPr id="13" name="墨迹 12"/>
            </p:nvPicPr>
            <p:blipFill>
              <a:blip r:embed="R9f174b8627e948cb"/>
            </p:blipFill>
            <p:spPr>
              <a:xfrm>
                <a:off x="1130070" y="-939870"/>
                <a:ext cx="360" cy="360"/>
              </a:xfrm>
              <a:prstGeom prst="rect"/>
            </p:spPr>
          </p:pic>
        </mc:Fallback>
      </mc:AlternateContent>
      <mc:AlternateContent xmlns:mc="http://schemas.openxmlformats.org/markup-compatibility/2006" xmlns:p14="http://schemas.microsoft.com/office/powerpoint/2010/main">
        <mc:Choice Requires="p14">
          <p:contentPart p14:bwMode="auto" r:id="R8370c31cc82645d5">
            <p14:nvContentPartPr>
              <p14:cNvPr id="14" name="墨迹 13"/>
              <p14:cNvContentPartPr/>
              <p14:nvPr/>
            </p14:nvContentPartPr>
            <p14:xfrm>
              <a:off x="768270" y="-768510"/>
              <a:ext cx="360" cy="360"/>
            </p14:xfrm>
          </p:contentPart>
        </mc:Choice>
        <mc:Fallback xmlns="">
          <p:pic>
            <p:nvPicPr>
              <p:cNvPr id="14" name="墨迹 13"/>
            </p:nvPicPr>
            <p:blipFill>
              <a:blip r:embed="R9f174b8627e948cb"/>
            </p:blipFill>
            <p:spPr>
              <a:xfrm>
                <a:off x="768270" y="-768510"/>
                <a:ext cx="360" cy="360"/>
              </a:xfrm>
              <a:prstGeom prst="rect"/>
            </p:spPr>
          </p:pic>
        </mc:Fallback>
      </mc:AlternateContent>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文本框 3"/>
          <p:cNvSpPr txBox="1"/>
          <p:nvPr/>
        </p:nvSpPr>
        <p:spPr>
          <a:xfrm>
            <a:off x="2457408" y="1563181"/>
            <a:ext cx="8048861" cy="2355132"/>
          </a:xfrm>
          <a:prstGeom prst="rect">
            <a:avLst/>
          </a:prstGeom>
          <a:noFill/>
        </p:spPr>
        <p:txBody>
          <a:bodyPr wrap="square" rtlCol="0">
            <a:spAutoFit/>
          </a:bodyPr>
          <a:lstStyle/>
          <a:p>
            <a:r>
              <a:rPr lang="zh-CN" altLang="en-US" sz="2400" dirty="0">
                <a:latin typeface="思源黑体 CN Normal" panose="020B0400000000000000" pitchFamily="34" charset="-122"/>
                <a:ea typeface="思源黑体 CN Normal" panose="020B0400000000000000" pitchFamily="34" charset="-122"/>
              </a:rPr>
              <a:t>提示：</a:t>
            </a:r>
            <a:endParaRPr lang="en-US" altLang="zh-CN" sz="2400" dirty="0">
              <a:latin typeface="思源黑体 CN Normal" panose="020B0400000000000000" pitchFamily="34" charset="-122"/>
              <a:ea typeface="思源黑体 CN Normal" panose="020B0400000000000000" pitchFamily="34" charset="-122"/>
            </a:endParaRPr>
          </a:p>
          <a:p>
            <a:endParaRPr lang="en-US" altLang="zh-CN" dirty="0">
              <a:latin typeface="思源黑体 CN Normal" panose="020B0400000000000000" pitchFamily="34" charset="-122"/>
              <a:ea typeface="思源黑体 CN Normal" panose="020B0400000000000000" pitchFamily="34" charset="-122"/>
            </a:endParaRPr>
          </a:p>
          <a:p>
            <a:pPr>
              <a:lnSpc>
                <a:spcPct val="150000"/>
              </a:lnSpc>
            </a:pP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此文件仅供您在内部团队交流学习交流之用，</a:t>
            </a:r>
            <a:r>
              <a:rPr lang="zh-CN" altLang="en-US" dirty="0">
                <a:solidFill>
                  <a:srgbClr val="FF0000"/>
                </a:solidFill>
                <a:latin typeface="思源黑体 CN Normal" panose="020B0400000000000000" pitchFamily="34" charset="-122"/>
                <a:ea typeface="思源黑体 CN Normal" panose="020B0400000000000000" pitchFamily="34" charset="-122"/>
              </a:rPr>
              <a:t>严禁</a:t>
            </a: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在其他公共领域传播或商用。如果因为您将本站资源用于其他用途而引起的纠纷，本站不负任何责任</a:t>
            </a:r>
            <a:endParaRPr lang="en-US" altLang="zh-CN" dirty="0">
              <a:solidFill>
                <a:schemeClr val="bg1">
                  <a:lumMod val="65000"/>
                </a:schemeClr>
              </a:solidFill>
              <a:latin typeface="思源黑体 CN Normal" panose="020B0400000000000000" pitchFamily="34" charset="-122"/>
              <a:ea typeface="思源黑体 CN Normal" panose="020B0400000000000000" pitchFamily="34" charset="-122"/>
            </a:endParaRPr>
          </a:p>
          <a:p>
            <a:pPr>
              <a:lnSpc>
                <a:spcPct val="150000"/>
              </a:lnSpc>
            </a:pP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部分页面仅有一行过渡文字，如不需要请删除</a:t>
            </a:r>
            <a:endParaRPr lang="en-US" altLang="zh-CN" dirty="0">
              <a:solidFill>
                <a:schemeClr val="bg1">
                  <a:lumMod val="65000"/>
                </a:schemeClr>
              </a:solidFill>
              <a:latin typeface="思源黑体 CN Normal" panose="020B0400000000000000" pitchFamily="34" charset="-122"/>
              <a:ea typeface="思源黑体 CN Normal" panose="020B0400000000000000" pitchFamily="34" charset="-122"/>
            </a:endParaRPr>
          </a:p>
          <a:p>
            <a:pPr>
              <a:lnSpc>
                <a:spcPct val="150000"/>
              </a:lnSpc>
            </a:pP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文档正文字体为：思源等宽 </a:t>
            </a:r>
            <a:r>
              <a:rPr lang="en-US" altLang="zh-CN" dirty="0">
                <a:solidFill>
                  <a:schemeClr val="bg1">
                    <a:lumMod val="65000"/>
                  </a:schemeClr>
                </a:solidFill>
                <a:latin typeface="思源黑体 CN Normal" panose="020B0400000000000000" pitchFamily="34" charset="-122"/>
                <a:ea typeface="思源黑体 CN Normal" panose="020B0400000000000000" pitchFamily="34" charset="-122"/>
              </a:rPr>
              <a:t>L(</a:t>
            </a:r>
            <a:r>
              <a:rPr lang="en-US" altLang="zh-CN" dirty="0" err="1">
                <a:solidFill>
                  <a:schemeClr val="bg1">
                    <a:lumMod val="65000"/>
                  </a:schemeClr>
                </a:solidFill>
                <a:latin typeface="思源黑体 CN Normal" panose="020B0400000000000000" pitchFamily="34" charset="-122"/>
                <a:ea typeface="思源黑体 CN Normal" panose="020B0400000000000000" pitchFamily="34" charset="-122"/>
              </a:rPr>
              <a:t>SourceHanMonoSC</a:t>
            </a:r>
            <a:r>
              <a:rPr lang="en-US" altLang="zh-CN" dirty="0">
                <a:solidFill>
                  <a:schemeClr val="bg1">
                    <a:lumMod val="65000"/>
                  </a:schemeClr>
                </a:solidFill>
                <a:latin typeface="思源黑体 CN Normal" panose="020B0400000000000000" pitchFamily="34" charset="-122"/>
                <a:ea typeface="思源黑体 CN Normal" panose="020B0400000000000000" pitchFamily="34" charset="-122"/>
              </a:rPr>
              <a:t>-Light)</a:t>
            </a: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a:t>
            </a:r>
            <a:r>
              <a:rPr lang="en-US" altLang="zh-CN" dirty="0" err="1">
                <a:solidFill>
                  <a:schemeClr val="bg1">
                    <a:lumMod val="65000"/>
                  </a:schemeClr>
                </a:solidFill>
                <a:latin typeface="思源黑体 CN Normal" panose="020B0400000000000000" pitchFamily="34" charset="-122"/>
                <a:ea typeface="思源黑体 CN Normal" panose="020B0400000000000000" pitchFamily="34" charset="-122"/>
              </a:rPr>
              <a:t>MiSans</a:t>
            </a:r>
            <a:r>
              <a:rPr lang="en-US" altLang="zh-CN" dirty="0">
                <a:solidFill>
                  <a:srgbClr val="212529"/>
                </a:solidFill>
                <a:latin typeface="Helvetica Neue"/>
              </a:rPr>
              <a:t> </a:t>
            </a:r>
            <a:r>
              <a:rPr lang="en-US" altLang="zh-CN" dirty="0">
                <a:solidFill>
                  <a:schemeClr val="bg1">
                    <a:lumMod val="65000"/>
                  </a:schemeClr>
                </a:solidFill>
                <a:latin typeface="思源黑体 CN Normal" panose="020B0400000000000000" pitchFamily="34" charset="-122"/>
                <a:ea typeface="思源黑体 CN Normal" panose="020B0400000000000000" pitchFamily="34" charset="-122"/>
              </a:rPr>
              <a:t>Normal</a:t>
            </a:r>
          </a:p>
        </p:txBody>
      </p:sp>
      <p:sp>
        <p:nvSpPr>
          <p:cNvPr id="2" name="文本框 1"/>
          <p:cNvSpPr txBox="1"/>
          <p:nvPr/>
        </p:nvSpPr>
        <p:spPr>
          <a:xfrm>
            <a:off x="2457409" y="4417013"/>
            <a:ext cx="5277798" cy="369332"/>
          </a:xfrm>
          <a:prstGeom prst="rect">
            <a:avLst/>
          </a:prstGeom>
          <a:noFill/>
        </p:spPr>
        <p:txBody>
          <a:bodyPr wrap="square" rtlCol="0">
            <a:spAutoFit/>
          </a:bodyPr>
          <a:lstStyle/>
          <a:p>
            <a:r>
              <a:rPr lang="zh-CN" altLang="en-US" dirty="0">
                <a:hlinkClick r:id="Rceb2468a46f94bd18608712cce8333f9"/>
              </a:rPr>
              <a:t>部分字体来源于</a:t>
            </a:r>
            <a:r>
              <a:rPr lang="en-US" altLang="zh-CN" dirty="0">
                <a:hlinkClick r:id="Rceb2468a46f94bd18608712cce8333f9"/>
              </a:rPr>
              <a:t>100font.com  </a:t>
            </a:r>
            <a:r>
              <a:rPr lang="zh-CN" altLang="en-US" dirty="0">
                <a:hlinkClick r:id="Rceb2468a46f94bd18608712cce8333f9"/>
              </a:rPr>
              <a:t>点击此链接下载字体</a:t>
            </a:r>
            <a:endParaRPr lang="zh-CN" altLang="en-US" dirty="0"/>
          </a:p>
        </p:txBody>
      </p:sp>
      <p:sp>
        <p:nvSpPr>
          <p:cNvPr id="6" name="文本框 5"/>
          <p:cNvSpPr txBox="1"/>
          <p:nvPr/>
        </p:nvSpPr>
        <p:spPr>
          <a:xfrm>
            <a:off x="2457409" y="4822886"/>
            <a:ext cx="7017821" cy="369332"/>
          </a:xfrm>
          <a:prstGeom prst="rect">
            <a:avLst/>
          </a:prstGeom>
          <a:noFill/>
        </p:spPr>
        <p:txBody>
          <a:bodyPr wrap="square" rtlCol="0">
            <a:spAutoFit/>
          </a:bodyPr>
          <a:lstStyle/>
          <a:p>
            <a:r>
              <a:rPr lang="zh-CN" altLang="en-US" dirty="0">
                <a:hlinkClick r:id="R3c04c9909da6425bb3b92e187518e804"/>
              </a:rPr>
              <a:t>部分图标来源于</a:t>
            </a:r>
            <a:r>
              <a:rPr lang="en-US" altLang="zh-CN" dirty="0">
                <a:hlinkClick r:id="R3c04c9909da6425bb3b92e187518e804"/>
              </a:rPr>
              <a:t>Storyset.com </a:t>
            </a:r>
            <a:r>
              <a:rPr lang="zh-CN" altLang="en-US" dirty="0">
                <a:hlinkClick r:id="R3c04c9909da6425bb3b92e187518e804"/>
              </a:rPr>
              <a:t>点击此链接获取图标</a:t>
            </a:r>
            <a:endParaRPr lang="zh-CN" altLang="en-US" dirty="0"/>
          </a:p>
        </p:txBody>
      </p:sp>
      <p:sp>
        <p:nvSpPr>
          <p:cNvPr id="3" name="文本框 2">
            <a:extLst>
              <a:ext uri="{FF2B5EF4-FFF2-40B4-BE49-F238E27FC236}">
                <a16:creationId xmlns:a16="http://schemas.microsoft.com/office/drawing/2014/main" id="{DB88FEA3-84DD-A730-1816-8BF7FBF369D7}"/>
              </a:ext>
            </a:extLst>
          </p:cNvPr>
          <p:cNvSpPr txBox="1"/>
          <p:nvPr/>
        </p:nvSpPr>
        <p:spPr>
          <a:xfrm>
            <a:off x="0" y="7200684"/>
            <a:ext cx="2997200" cy="369332"/>
          </a:xfrm>
          <a:prstGeom prst="rect">
            <a:avLst/>
          </a:prstGeom>
          <a:noFill/>
        </p:spPr>
        <p:txBody>
          <a:bodyPr wrap="square" rtlCol="0">
            <a:spAutoFit/>
          </a:bodyPr>
          <a:lstStyle/>
          <a:p>
            <a:r>
              <a:rPr lang="en-US" altLang="zh-CN" dirty="0"/>
              <a:t>PPTSUPERMARKETDELETE</a:t>
            </a:r>
            <a:endParaRPr lang="zh-CN" altLang="en-US" dirty="0"/>
          </a:p>
        </p:txBody>
      </p:sp>
    </p:spTree>
  </p:cSld>
  <p:clrMapOvr>
    <a:masterClrMapping/>
  </p:clrMapOvr>
  <p:transition/>
</p:sld>
</file>

<file path=ppt/slides/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7.xml><?xml version="1.0" encoding="utf-8"?>
<p:tagLst xmlns:a="http://schemas.openxmlformats.org/drawingml/2006/main" xmlns:r="http://schemas.openxmlformats.org/officeDocument/2006/relationships" xmlns:p="http://schemas.openxmlformats.org/presentationml/2006/main">
  <p:tag name="KSO_WM_BEAUTIFY_FLAG" val="#wm#"/>
  <p:tag name="KSO_WM_SLIDE_ID" val="custom20205081_1"/>
  <p:tag name="KSO_WM_SLIDE_INDEX" val="1"/>
  <p:tag name="KSO_WM_SLIDE_ITEM_CNT" val="0"/>
  <p:tag name="KSO_WM_SLIDE_LAYOUT" val="a_b"/>
  <p:tag name="KSO_WM_SLIDE_LAYOUT_CNT" val="1_1"/>
  <p:tag name="KSO_WM_SLIDE_SUBTYPE" val="defaultBlank"/>
  <p:tag name="KSO_WM_SLIDE_TYPE" val="title"/>
  <p:tag name="KSO_WM_TAG_VERSION" val="1.0"/>
  <p:tag name="KSO_WM_TEMPLATE_CATEGORY" val="custom"/>
  <p:tag name="KSO_WM_TEMPLATE_COLOR_TYPE" val="1"/>
  <p:tag name="KSO_WM_TEMPLATE_INDEX" val="20205081"/>
  <p:tag name="KSO_WM_TEMPLATE_MASTER_TYPE" val="0"/>
  <p:tag name="KSO_WM_TEMPLATE_SUBCATEGORY" val="19"/>
  <p:tag name="KSO_WM_TEMPLATE_THUMBS_INDEX" val="1、4、7、12、13、14、15、16、17、18、20、24、25、28、33、36、40、43、44"/>
  <p:tag name="KSO_WM_UNIT_SHOW_EDIT_AREA_INDICATION" val="1"/>
</p:tagLst>
</file>

<file path=ppt/slides/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slides/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slides/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slides/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5.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6.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7.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9.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40.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4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42.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4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4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45.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46.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47.xml><?xml version="1.0" encoding="utf-8"?>
<p:tagLst xmlns:a="http://schemas.openxmlformats.org/drawingml/2006/main" xmlns:r="http://schemas.openxmlformats.org/officeDocument/2006/relationships" xmlns:p="http://schemas.openxmlformats.org/presentationml/2006/main">
  <p:tag name="KSO_WM_BEAUTIFY_FLAG" val="#wm#"/>
  <p:tag name="KSO_WM_SLIDE_ID" val="custom20205081_1"/>
  <p:tag name="KSO_WM_SLIDE_INDEX" val="1"/>
  <p:tag name="KSO_WM_SLIDE_ITEM_CNT" val="0"/>
  <p:tag name="KSO_WM_SLIDE_LAYOUT" val="a_b"/>
  <p:tag name="KSO_WM_SLIDE_LAYOUT_CNT" val="1_1"/>
  <p:tag name="KSO_WM_SLIDE_SUBTYPE" val="defaultBlank"/>
  <p:tag name="KSO_WM_SLIDE_TYPE" val="title"/>
  <p:tag name="KSO_WM_TAG_VERSION" val="1.0"/>
  <p:tag name="KSO_WM_TEMPLATE_CATEGORY" val="custom"/>
  <p:tag name="KSO_WM_TEMPLATE_COLOR_TYPE" val="1"/>
  <p:tag name="KSO_WM_TEMPLATE_INDEX" val="20205081"/>
  <p:tag name="KSO_WM_TEMPLATE_MASTER_TYPE" val="0"/>
  <p:tag name="KSO_WM_TEMPLATE_SUBCATEGORY" val="19"/>
  <p:tag name="KSO_WM_TEMPLATE_THUMBS_INDEX" val="1、4、7、12、13、14、15、16、17、18、20、24、25、28、33、36、40、43、44"/>
  <p:tag name="KSO_WM_UNIT_SHOW_EDIT_AREA_INDICATION" val="1"/>
</p:tagLst>
</file>

<file path=ppt/slides/tags/tag4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49.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50.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5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52.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5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5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55.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56.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57.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5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59.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60.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6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62.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6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6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65.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66.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67.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6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slides/tags/tag69.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70.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7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72.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7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7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75.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76.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7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slides/tags/tag7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79.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80.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8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82.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8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8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85.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86.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8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slides/tags/tag8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89.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90.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9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92.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9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9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95.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96.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97.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9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99.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00.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0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02.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0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slides/tags/tag10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05.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06.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07.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0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09.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10.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1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12.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1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1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15.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16.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17.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1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19.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20.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2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slides/tags/tag122.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2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2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25.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26.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27.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2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29.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30.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3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32.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3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3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35.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36.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37.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3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39.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40.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4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42.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4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4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45.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46.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47.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4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49.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50.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5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slides/tags/tag152.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5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5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55.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56.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57.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5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5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slides/tags/tag160.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6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6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slides/tags/tag16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6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65.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66.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67.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6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69.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70.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7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72.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7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7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7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slides/tags/tag176.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77.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7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79.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80.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8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82.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8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8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85.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86.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87.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8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89.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90.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9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92.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9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9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95.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96.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97.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9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9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slides/tags/tag200.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0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02.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0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0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05.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06.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0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slides/tags/tag20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09.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10.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1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12.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1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1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15.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16.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17.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1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19.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20.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2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22.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2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2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25.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26.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27.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2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29.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3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slides/tags/tag23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32.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3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3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35.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36.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37.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3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39.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40.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4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42.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4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4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45.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4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slides/tags/tag247.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4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4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slides/tags/tag250.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5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52.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5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5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55.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56.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57.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5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59.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6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slides/tags/tag26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62.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6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6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65.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66.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67.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6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69.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70.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7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72.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7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7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75.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76.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77.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7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79.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80.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8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8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slides/tags/tag28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8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85.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86.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87.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8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89.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90.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9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92.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9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9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95.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9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slides/tags/tag297.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9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99.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00.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0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02.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0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0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0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slides/tags/tag306.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07.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0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09.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10.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1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12.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1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1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15.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16.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17.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1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19.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20.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2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docProps/app.xml><?xml version="1.0" encoding="utf-8"?>
<Properties xmlns="http://schemas.openxmlformats.org/officeDocument/2006/extended-properties" xmlns:vt="http://schemas.openxmlformats.org/officeDocument/2006/docPropsVTypes">
  <TotalTime>29</TotalTime>
  <Words>2476</Words>
  <Application>Microsoft Office PowerPoint</Application>
  <PresentationFormat>宽屏</PresentationFormat>
  <Paragraphs>175</Paragraphs>
  <Slides>24</Slides>
  <Notes>4</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24</vt:i4>
      </vt:variant>
    </vt:vector>
  </HeadingPairs>
  <TitlesOfParts>
    <vt:vector size="30" baseType="lpstr">
      <vt:lpstr>思源黑体 Normal</vt:lpstr>
      <vt:lpstr>微软雅黑</vt:lpstr>
      <vt:lpstr>印品粗朗体</vt:lpstr>
      <vt:lpstr>Arial</vt:lpstr>
      <vt:lpstr>Wingdings</vt:lpstr>
      <vt:lpstr>第一PPT，www.1ppt.com​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第一PPT</Manager>
  <Company>第一PPT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第一PPT，www.1ppt.com</dc:creator>
  <cp:keywords>www.1ppt.com</cp:keywords>
  <dc:description>第一PPT</dc:description>
  <cp:lastModifiedBy>JP Liu</cp:lastModifiedBy>
  <cp:revision>272</cp:revision>
  <dcterms:created xsi:type="dcterms:W3CDTF">2019-06-19T02:08:00Z</dcterms:created>
  <dcterms:modified xsi:type="dcterms:W3CDTF">2025-04-28T04:07:13Z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34A87A8623BA4D7C8FEEAA3B5DA9FDE1</vt:lpwstr>
  </property>
  <property fmtid="{D5CDD505-2E9C-101B-9397-08002B2CF9AE}" pid="3" name="KSOProductBuildVer">
    <vt:lpwstr>2052-12.1.0.15712</vt:lpwstr>
  </property>
  <property fmtid="{D5CDD505-2E9C-101B-9397-08002B2CF9AE}" pid="4" name="KSOSaveFontToCloudKey">
    <vt:lpwstr>212913176_cloud</vt:lpwstr>
  </property>
</Properties>
</file>