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bin" ContentType="image/jpeg"/>
  <Default Extension="wdp" ContentType="image/vnd.ms-photo"/>
  <Override PartName="/docProps/core.xml" ContentType="application/vnd.openxmlformats-package.core-properties+xml"/>
  <Override PartName="/docProps/app.xml" ContentType="application/vnd.openxmlformats-officedocument.extended-properties+xml"/>
  <Override PartName="/ppt/notesMasters/notesMaster1.xml" ContentType="application/vnd.openxmlformats-officedocument.presentationml.notesMaster+xml"/>
  <Override PartName="/ppt/notesMasters/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media/image7.bin" ContentType="image/png"/>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media/image10.bin" ContentType="image/png"/>
  <Override PartName="/ppt/media/image11.bin" ContentType="image/png"/>
  <Override PartName="/ppt/media/image12.bin" ContentType="image/png"/>
  <Override PartName="/ppt/media/image13.bin" ContentType="image/png"/>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media/image16.bin" ContentType="image/png"/>
  <Override PartName="/ppt/media/image17.bin" ContentType="image/png"/>
  <Override PartName="/ppt/customXML/item.xml" ContentType="application/inkml+xml"/>
  <Override PartName="/ppt/customXML/item2.xml" ContentType="application/inkml+xml"/>
  <Override PartName="/ppt/slides/slide26.xml" ContentType="application/vnd.openxmlformats-officedocument.presentationml.slide+xml"/>
  <Override PartName="/ppt/media/image20.bin" ContentType="image/png"/>
  <Override PartName="/ppt/media/image21.bin" ContentType="image/png"/>
  <Override PartName="/ppt/customXML/item3.xml" ContentType="application/inkml+xml"/>
  <Override PartName="/ppt/customXML/item4.xml" ContentType="application/inkml+xml"/>
  <Override PartName="/ppt/customXML/item5.xml" ContentType="application/inkml+xml"/>
  <Override PartName="/ppt/slides/slide27.xml" ContentType="application/vnd.openxmlformats-officedocument.presentationml.slide+xml"/>
  <Override PartName="/ppt/media/image23.bin" ContentType="image/png"/>
  <Override PartName="/ppt/media/image24.bin" ContentType="image/png"/>
  <Override PartName="/ppt/media/image25.bin" ContentType="image/png"/>
  <Override PartName="/ppt/customXML/item6.xml" ContentType="application/inkml+xml"/>
  <Override PartName="/ppt/customXML/item7.xml" ContentType="application/inkml+xml"/>
  <Override PartName="/ppt/customXML/item8.xml" ContentType="application/inkml+xml"/>
  <Override PartName="/ppt/slides/slide28.xml" ContentType="application/vnd.openxmlformats-officedocument.presentationml.slide+xml"/>
  <Override PartName="/ppt/slides/slide29.xml" ContentType="application/vnd.openxmlformats-officedocument.presentationml.slide+xml"/>
  <Override PartName="/ppt/customXML/item9.xml" ContentType="application/inkml+xml"/>
  <Override PartName="/ppt/customXML/item10.xml" ContentType="application/inkml+xml"/>
  <Override PartName="/ppt/slides/slide30.xml" ContentType="application/vnd.openxmlformats-officedocument.presentationml.slide+xml"/>
  <Override PartName="/ppt/customXML/item11.xml" ContentType="application/inkml+xml"/>
  <Override PartName="/ppt/customXML/item12.xml" ContentType="application/inkml+xml"/>
  <Override PartName="/ppt/customXML/item13.xml" ContentType="application/inkml+xml"/>
  <Override PartName="/ppt/slides/slide31.xml" ContentType="application/vnd.openxmlformats-officedocument.presentationml.slide+xml"/>
  <Override PartName="/ppt/customXML/item14.xml" ContentType="application/inkml+xml"/>
  <Override PartName="/ppt/customXML/item15.xml" ContentType="application/inkml+xml"/>
  <Override PartName="/ppt/customXML/item16.xml" ContentType="application/inkml+xml"/>
  <Override PartName="/ppt/slides/slide32.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bfe3d0233a124d77" /><Relationship Type="http://schemas.openxmlformats.org/package/2006/relationships/metadata/core-properties" Target="/docProps/core.xml" Id="R24c8f8303da7483c" /><Relationship Type="http://schemas.openxmlformats.org/officeDocument/2006/relationships/extended-properties" Target="/docProps/app.xml" Id="R1e2c4a2f98ea4fd0"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1f208ff65402458e"/>
  </p:sldMasterIdLst>
  <p:notesMasterIdLst>
    <p:notesMasterId r:id="R55809bed9711431a"/>
  </p:notesMasterIdLst>
  <p:sldIdLst>
    <p:sldId id="256" r:id="R590bce5960b64c9f"/>
    <p:sldId id="257" r:id="R1b8060ae4f374bce"/>
    <p:sldId id="258" r:id="Rb8ff288977b7421a"/>
    <p:sldId id="259" r:id="R60864d6c6c6c4fc9"/>
    <p:sldId id="260" r:id="R5a936c782338449d"/>
    <p:sldId id="261" r:id="R860eb9fc857d42c4"/>
    <p:sldId id="262" r:id="R8ec6c6d4b93f4175"/>
    <p:sldId id="263" r:id="Rc6ec71c5448b40ea"/>
    <p:sldId id="264" r:id="Rc20bf66190234316"/>
    <p:sldId id="265" r:id="Rd16e5070e4fd470f"/>
    <p:sldId id="266" r:id="Rcd12bfa0bffa498e"/>
    <p:sldId id="267" r:id="R7f29b7979b1a42b8"/>
    <p:sldId id="268" r:id="R239394b22e41470e"/>
    <p:sldId id="269" r:id="Rb566092ad4b342d2"/>
    <p:sldId id="270" r:id="R0b119c77e9094a72"/>
    <p:sldId id="271" r:id="R2e46e5e9a4444036"/>
    <p:sldId id="272" r:id="R3287c13daf234272"/>
    <p:sldId id="273" r:id="Rf699c176d7684ad1"/>
    <p:sldId id="274" r:id="R559f2708c7724799"/>
    <p:sldId id="275" r:id="R8b3778e3f01043f0"/>
    <p:sldId id="276" r:id="R319375e54be742ec"/>
    <p:sldId id="277" r:id="R571feb37535b4ca8"/>
    <p:sldId id="278" r:id="Rc1e07d279a3c4d02"/>
    <p:sldId id="279" r:id="R906f17fe787d4629"/>
    <p:sldId id="280" r:id="Rd93a48eb5f9f4b2d"/>
    <p:sldId id="281" r:id="R2b92ca2f4bb34888"/>
    <p:sldId id="282" r:id="Rd01f9eeda98040ef"/>
    <p:sldId id="283" r:id="R9e9f91df9b4a450a"/>
    <p:sldId id="284" r:id="Rb0d3c4f316d44091"/>
    <p:sldId id="285" r:id="Rbf39cb6acbbd4db5"/>
    <p:sldId id="286" r:id="Ra1b88f365bd84870"/>
    <p:sldId id="287" r:id="Rc77a59278293465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0D890"/>
    <a:srgbClr val="28B5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81" d="100"/>
          <a:sy n="81" d="100"/>
        </p:scale>
        <p:origin x="69" y="474"/>
      </p:cViewPr>
      <p:guideLst>
        <p:guide orient="horz" pos="2160"/>
        <p:guide pos="3817"/>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notesMaster" Target="/ppt/notesMasters/notesMaster1.xml" Id="R55809bed9711431a" /><Relationship Type="http://schemas.openxmlformats.org/officeDocument/2006/relationships/presProps" Target="/ppt/presProps.xml" Id="R786cbe21f52e4840" /><Relationship Type="http://schemas.openxmlformats.org/officeDocument/2006/relationships/viewProps" Target="/ppt/viewProps.xml" Id="R1f154042078742a5" /><Relationship Type="http://schemas.openxmlformats.org/officeDocument/2006/relationships/slideMaster" Target="/ppt/slideMasters/slideMaster1.xml" Id="R1f208ff65402458e" /><Relationship Type="http://schemas.openxmlformats.org/officeDocument/2006/relationships/theme" Target="/ppt/slideMasters/theme/theme2.xml" Id="R41dc2e122fb14b30" /><Relationship Type="http://schemas.openxmlformats.org/officeDocument/2006/relationships/slide" Target="/ppt/slides/slide1.xml" Id="R590bce5960b64c9f" /><Relationship Type="http://schemas.openxmlformats.org/officeDocument/2006/relationships/slide" Target="/ppt/slides/slide2.xml" Id="R1b8060ae4f374bce" /><Relationship Type="http://schemas.openxmlformats.org/officeDocument/2006/relationships/slide" Target="/ppt/slides/slide3.xml" Id="Rb8ff288977b7421a" /><Relationship Type="http://schemas.openxmlformats.org/officeDocument/2006/relationships/slide" Target="/ppt/slides/slide4.xml" Id="R60864d6c6c6c4fc9" /><Relationship Type="http://schemas.openxmlformats.org/officeDocument/2006/relationships/slide" Target="/ppt/slides/slide5.xml" Id="R5a936c782338449d" /><Relationship Type="http://schemas.openxmlformats.org/officeDocument/2006/relationships/slide" Target="/ppt/slides/slide6.xml" Id="R860eb9fc857d42c4" /><Relationship Type="http://schemas.openxmlformats.org/officeDocument/2006/relationships/slide" Target="/ppt/slides/slide7.xml" Id="R8ec6c6d4b93f4175" /><Relationship Type="http://schemas.openxmlformats.org/officeDocument/2006/relationships/slide" Target="/ppt/slides/slide8.xml" Id="Rc6ec71c5448b40ea" /><Relationship Type="http://schemas.openxmlformats.org/officeDocument/2006/relationships/slide" Target="/ppt/slides/slide9.xml" Id="Rc20bf66190234316" /><Relationship Type="http://schemas.openxmlformats.org/officeDocument/2006/relationships/slide" Target="/ppt/slides/slide10.xml" Id="Rd16e5070e4fd470f" /><Relationship Type="http://schemas.openxmlformats.org/officeDocument/2006/relationships/slide" Target="/ppt/slides/slide11.xml" Id="Rcd12bfa0bffa498e" /><Relationship Type="http://schemas.openxmlformats.org/officeDocument/2006/relationships/slide" Target="/ppt/slides/slide12.xml" Id="R7f29b7979b1a42b8" /><Relationship Type="http://schemas.openxmlformats.org/officeDocument/2006/relationships/slide" Target="/ppt/slides/slide13.xml" Id="R239394b22e41470e" /><Relationship Type="http://schemas.openxmlformats.org/officeDocument/2006/relationships/slide" Target="/ppt/slides/slide14.xml" Id="Rb566092ad4b342d2" /><Relationship Type="http://schemas.openxmlformats.org/officeDocument/2006/relationships/slide" Target="/ppt/slides/slide15.xml" Id="R0b119c77e9094a72" /><Relationship Type="http://schemas.openxmlformats.org/officeDocument/2006/relationships/slide" Target="/ppt/slides/slide16.xml" Id="R2e46e5e9a4444036" /><Relationship Type="http://schemas.openxmlformats.org/officeDocument/2006/relationships/slide" Target="/ppt/slides/slide17.xml" Id="R3287c13daf234272" /><Relationship Type="http://schemas.openxmlformats.org/officeDocument/2006/relationships/slide" Target="/ppt/slides/slide18.xml" Id="Rf699c176d7684ad1" /><Relationship Type="http://schemas.openxmlformats.org/officeDocument/2006/relationships/slide" Target="/ppt/slides/slide19.xml" Id="R559f2708c7724799" /><Relationship Type="http://schemas.openxmlformats.org/officeDocument/2006/relationships/slide" Target="/ppt/slides/slide20.xml" Id="R8b3778e3f01043f0" /><Relationship Type="http://schemas.openxmlformats.org/officeDocument/2006/relationships/slide" Target="/ppt/slides/slide21.xml" Id="R319375e54be742ec" /><Relationship Type="http://schemas.openxmlformats.org/officeDocument/2006/relationships/slide" Target="/ppt/slides/slide22.xml" Id="R571feb37535b4ca8" /><Relationship Type="http://schemas.openxmlformats.org/officeDocument/2006/relationships/slide" Target="/ppt/slides/slide23.xml" Id="Rc1e07d279a3c4d02" /><Relationship Type="http://schemas.openxmlformats.org/officeDocument/2006/relationships/slide" Target="/ppt/slides/slide24.xml" Id="R906f17fe787d4629" /><Relationship Type="http://schemas.openxmlformats.org/officeDocument/2006/relationships/slide" Target="/ppt/slides/slide25.xml" Id="Rd93a48eb5f9f4b2d" /><Relationship Type="http://schemas.openxmlformats.org/officeDocument/2006/relationships/slide" Target="/ppt/slides/slide26.xml" Id="R2b92ca2f4bb34888" /><Relationship Type="http://schemas.openxmlformats.org/officeDocument/2006/relationships/slide" Target="/ppt/slides/slide27.xml" Id="Rd01f9eeda98040ef" /><Relationship Type="http://schemas.openxmlformats.org/officeDocument/2006/relationships/slide" Target="/ppt/slides/slide28.xml" Id="R9e9f91df9b4a450a" /><Relationship Type="http://schemas.openxmlformats.org/officeDocument/2006/relationships/slide" Target="/ppt/slides/slide29.xml" Id="Rb0d3c4f316d44091" /><Relationship Type="http://schemas.openxmlformats.org/officeDocument/2006/relationships/slide" Target="/ppt/slides/slide30.xml" Id="Rbf39cb6acbbd4db5" /><Relationship Type="http://schemas.openxmlformats.org/officeDocument/2006/relationships/slide" Target="/ppt/slides/slide31.xml" Id="Ra1b88f365bd84870" /><Relationship Type="http://schemas.openxmlformats.org/officeDocument/2006/relationships/slide" Target="/ppt/slides/slide32.xml" Id="Rc77a592782934656" /></Relationships>
</file>

<file path=ppt/customXML/item.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3"/>
    </inkml:context>
    <inkml:brush xml:id="br0">
      <inkml:brushProperty name="width" value="0.2" units="cm"/>
      <inkml:brushProperty name="height" value="0.2" units="cm"/>
      <inkml:brushProperty name="color" value="#EAEAEA"/>
    </inkml:brush>
  </inkml:definitions>
  <inkml:trace contextRef="#ctx0" brushRef="#br0">1 1 24575,'5255'0'-1365</inkml:trace>
</inkml:ink>
</file>

<file path=ppt/customXML/item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37"/>
    </inkml:context>
    <inkml:brush xml:id="br0">
      <inkml:brushProperty name="width" value="0.2" units="cm"/>
      <inkml:brushProperty name="height" value="0.2" units="cm"/>
      <inkml:brushProperty name="color" value="#EAEAEA"/>
    </inkml:brush>
  </inkml:definitions>
  <inkml:trace contextRef="#ctx0" brushRef="#br0">0 0 24575,'0'0'-8191</inkml:trace>
</inkml:ink>
</file>

<file path=ppt/customXML/item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3"/>
    </inkml:context>
    <inkml:brush xml:id="br0">
      <inkml:brushProperty name="width" value="0.2" units="cm"/>
      <inkml:brushProperty name="height" value="0.2" units="cm"/>
      <inkml:brushProperty name="color" value="#EAEAEA"/>
    </inkml:brush>
  </inkml:definitions>
  <inkml:trace contextRef="#ctx0" brushRef="#br0">1 1 24575,'5255'0'-1365</inkml:trace>
</inkml:ink>
</file>

<file path=ppt/customXML/item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37"/>
    </inkml:context>
    <inkml:brush xml:id="br0">
      <inkml:brushProperty name="width" value="0.2" units="cm"/>
      <inkml:brushProperty name="height" value="0.2" units="cm"/>
      <inkml:brushProperty name="color" value="#EAEAEA"/>
    </inkml:brush>
  </inkml:definitions>
  <inkml:trace contextRef="#ctx0" brushRef="#br0">0 0 24575,'0'0'-8191</inkml:trace>
</inkml:ink>
</file>

<file path=ppt/customXML/item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notesMasters/_rels/notesMaster1.xml.rels>&#65279;<?xml version="1.0" encoding="utf-8"?><Relationships xmlns="http://schemas.openxmlformats.org/package/2006/relationships"><Relationship Type="http://schemas.openxmlformats.org/officeDocument/2006/relationships/theme" Target="/ppt/notesMasters/theme/theme1.xml" Id="Rfd620cad68a74ea7"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E38469-42B8-4228-ADF7-768382404DC5}" type="datetimeFigureOut">
              <a:rPr lang="zh-CN" altLang="en-US"/>
              <a:t>2025/4/28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C7AACC-BC2E-4627-9397-F0A6DDA2DE9C}" type="slidenum">
              <a:rPr lang="zh-CN" altLang="en-US"/>
              <a:t>‹#›</a:t>
            </a:fld>
            <a:endParaRPr lang="zh-CN" altLang="en-US"/>
          </a:p>
        </p:txBody>
      </p:sp>
    </p:spTree>
    <p:extLst>
      <p:ext uri="{BB962C8B-B14F-4D97-AF65-F5344CB8AC3E}">
        <p14:creationId xmlns:p14="http://schemas.microsoft.com/office/powerpoint/2010/main" val="1553123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Slides/_rels/notesSlide1.xml.rels>&#65279;<?xml version="1.0" encoding="utf-8"?><Relationships xmlns="http://schemas.openxmlformats.org/package/2006/relationships"><Relationship Type="http://schemas.openxmlformats.org/officeDocument/2006/relationships/slide" Target="/ppt/slides/slide1.xml" Id="R369a8b6b4d5142c3" /><Relationship Type="http://schemas.openxmlformats.org/officeDocument/2006/relationships/notesMaster" Target="/ppt/notesMasters/notesMaster1.xml" Id="R98834ee680b546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0615f1420d4d19" /><Relationship Type="http://schemas.openxmlformats.org/officeDocument/2006/relationships/notesMaster" Target="/ppt/notesMasters/notesMaster1.xml" Id="Rc93348b3982c42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e5e36480204ea0" /><Relationship Type="http://schemas.openxmlformats.org/officeDocument/2006/relationships/notesMaster" Target="/ppt/notesMasters/notesMaster1.xml" Id="R1799af9e79ac44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75e81444624b10" /><Relationship Type="http://schemas.openxmlformats.org/officeDocument/2006/relationships/notesMaster" Target="/ppt/notesMasters/notesMaster1.xml" Id="R49060403bc5b41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fa88266472419b" /><Relationship Type="http://schemas.openxmlformats.org/officeDocument/2006/relationships/notesMaster" Target="/ppt/notesMasters/notesMaster1.xml" Id="Rf10df1a064dc4e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d39cedf6314a53" /><Relationship Type="http://schemas.openxmlformats.org/officeDocument/2006/relationships/notesMaster" Target="/ppt/notesMasters/notesMaster1.xml" Id="R6403827643f7410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96159d39724004" /><Relationship Type="http://schemas.openxmlformats.org/officeDocument/2006/relationships/notesMaster" Target="/ppt/notesMasters/notesMaster1.xml" Id="Rb5f5c3903d464b0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01c2b3834fe4d88" /><Relationship Type="http://schemas.openxmlformats.org/officeDocument/2006/relationships/notesMaster" Target="/ppt/notesMasters/notesMaster1.xml" Id="R6439cb212f0b42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18107be8494924" /><Relationship Type="http://schemas.openxmlformats.org/officeDocument/2006/relationships/notesMaster" Target="/ppt/notesMasters/notesMaster1.xml" Id="R325ef83c7b6f4e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0cfa659ebef44d3" /><Relationship Type="http://schemas.openxmlformats.org/officeDocument/2006/relationships/notesMaster" Target="/ppt/notesMasters/notesMaster1.xml" Id="R0eaa2db6dcf344c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b598684671e451a" /><Relationship Type="http://schemas.openxmlformats.org/officeDocument/2006/relationships/notesMaster" Target="/ppt/notesMasters/notesMaster1.xml" Id="R844b6a5f847a45a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34a6b8ef1874c20" /><Relationship Type="http://schemas.openxmlformats.org/officeDocument/2006/relationships/notesMaster" Target="/ppt/notesMasters/notesMaster1.xml" Id="R125208f58c19452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54d0899ecb1421b" /><Relationship Type="http://schemas.openxmlformats.org/officeDocument/2006/relationships/notesMaster" Target="/ppt/notesMasters/notesMaster1.xml" Id="R7ec312a636134ea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e0315218bc7434b" /><Relationship Type="http://schemas.openxmlformats.org/officeDocument/2006/relationships/notesMaster" Target="/ppt/notesMasters/notesMaster1.xml" Id="R1ef27cdc6f324b3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b766b59034a4b52" /><Relationship Type="http://schemas.openxmlformats.org/officeDocument/2006/relationships/notesMaster" Target="/ppt/notesMasters/notesMaster1.xml" Id="Rbd6ab6291e294a9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122e54c11904d3c" /><Relationship Type="http://schemas.openxmlformats.org/officeDocument/2006/relationships/notesMaster" Target="/ppt/notesMasters/notesMaster1.xml" Id="R65489eae0da2473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bf9420814024f2e" /><Relationship Type="http://schemas.openxmlformats.org/officeDocument/2006/relationships/notesMaster" Target="/ppt/notesMasters/notesMaster1.xml" Id="Rcd7fd08febda4db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2df0b9b6c2a4135" /><Relationship Type="http://schemas.openxmlformats.org/officeDocument/2006/relationships/notesMaster" Target="/ppt/notesMasters/notesMaster1.xml" Id="R9f0f7470b9e446e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dfe9aa9a24a4562" /><Relationship Type="http://schemas.openxmlformats.org/officeDocument/2006/relationships/notesMaster" Target="/ppt/notesMasters/notesMaster1.xml" Id="R799e9bb2c4364de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ee85079d7634bbd" /><Relationship Type="http://schemas.openxmlformats.org/officeDocument/2006/relationships/notesMaster" Target="/ppt/notesMasters/notesMaster1.xml" Id="Rbc1e3b6f575345f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49f20da43de45f7" /><Relationship Type="http://schemas.openxmlformats.org/officeDocument/2006/relationships/notesMaster" Target="/ppt/notesMasters/notesMaster1.xml" Id="Red02df4109b44eb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c8fd09a55114ccc" /><Relationship Type="http://schemas.openxmlformats.org/officeDocument/2006/relationships/notesMaster" Target="/ppt/notesMasters/notesMaster1.xml" Id="Ree307100cc2d41c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9cdb19b2f454cc8" /><Relationship Type="http://schemas.openxmlformats.org/officeDocument/2006/relationships/notesMaster" Target="/ppt/notesMasters/notesMaster1.xml" Id="Rc74f31bc6b844a8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3139dc5f1bd4943" /><Relationship Type="http://schemas.openxmlformats.org/officeDocument/2006/relationships/notesMaster" Target="/ppt/notesMasters/notesMaster1.xml" Id="R535e7e6a326940eb"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ct val="0"/>
              </a:spcBef>
              <a:spcAft>
                <a:spcPct val="0"/>
              </a:spcAft>
              <a:buClrTx/>
              <a:buSzTx/>
              <a:buFontTx/>
              <a:buNone/>
              <a:defRPr/>
            </a:pPr>
            <a:fld id="{E0B16FE1-3B01-48F0-827B-9FABC48C77FE}" type="slidenum">
              <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ct val="0"/>
                </a:spcBef>
                <a:spcAft>
                  <a:spcPct val="0"/>
                </a:spcAft>
                <a:buClrTx/>
                <a:buSzTx/>
                <a:buFontTx/>
                <a:buNone/>
                <a:defRPr/>
              </a:pPr>
              <a:t>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922211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ct val="0"/>
              </a:spcBef>
              <a:spcAft>
                <a:spcPct val="0"/>
              </a:spcAft>
              <a:buClrTx/>
              <a:buSzTx/>
              <a:buFontTx/>
              <a:buNone/>
              <a:defRPr/>
            </a:pPr>
            <a:fld id="{E0B16FE1-3B01-48F0-827B-9FABC48C77FE}" type="slidenum">
              <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ct val="0"/>
                </a:spcBef>
                <a:spcAft>
                  <a:spcPct val="0"/>
                </a:spcAft>
                <a:buClrTx/>
                <a:buSzTx/>
                <a:buFontTx/>
                <a:buNone/>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627295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ct val="0"/>
              </a:spcBef>
              <a:spcAft>
                <a:spcPct val="0"/>
              </a:spcAft>
              <a:buClrTx/>
              <a:buSzTx/>
              <a:buFontTx/>
              <a:buNone/>
              <a:defRPr/>
            </a:pPr>
            <a:fld id="{E0B16FE1-3B01-48F0-827B-9FABC48C77FE}" type="slidenum">
              <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ct val="0"/>
                </a:spcBef>
                <a:spcAft>
                  <a:spcPct val="0"/>
                </a:spcAft>
                <a:buClrTx/>
                <a:buSzTx/>
                <a:buFontTx/>
                <a:buNone/>
                <a:defRPr/>
              </a:pPr>
              <a:t>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379439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C7AACC-BC2E-4627-9397-F0A6DDA2DE9C}" type="slidenum">
              <a:rPr lang="zh-CN" altLang="en-US"/>
              <a:t>4</a:t>
            </a:fld>
            <a:endParaRPr lang="zh-CN" altLang="en-US"/>
          </a:p>
        </p:txBody>
      </p:sp>
    </p:spTree>
    <p:extLst>
      <p:ext uri="{BB962C8B-B14F-4D97-AF65-F5344CB8AC3E}">
        <p14:creationId xmlns:p14="http://schemas.microsoft.com/office/powerpoint/2010/main" val="18869723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ct val="0"/>
              </a:spcBef>
              <a:spcAft>
                <a:spcPct val="0"/>
              </a:spcAft>
              <a:buClrTx/>
              <a:buSzTx/>
              <a:buFontTx/>
              <a:buNone/>
              <a:defRPr/>
            </a:pPr>
            <a:fld id="{E0B16FE1-3B01-48F0-827B-9FABC48C77FE}" type="slidenum">
              <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ct val="0"/>
                </a:spcBef>
                <a:spcAft>
                  <a:spcPct val="0"/>
                </a:spcAft>
                <a:buClrTx/>
                <a:buSzTx/>
                <a:buFontTx/>
                <a:buNone/>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5359361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ct val="0"/>
              </a:spcBef>
              <a:spcAft>
                <a:spcPct val="0"/>
              </a:spcAft>
              <a:buClrTx/>
              <a:buSzTx/>
              <a:buFontTx/>
              <a:buNone/>
              <a:defRPr/>
            </a:pPr>
            <a:fld id="{248D1EEC-C44F-4BFC-84C2-8741EE48D1A9}" type="slidenum">
              <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ct val="0"/>
                </a:spcBef>
                <a:spcAft>
                  <a:spcPct val="0"/>
                </a:spcAft>
                <a:buClrTx/>
                <a:buSzTx/>
                <a:buFontTx/>
                <a:buNone/>
                <a:defRPr/>
              </a:pPr>
              <a:t>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5605594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C7AACC-BC2E-4627-9397-F0A6DDA2DE9C}" type="slidenum">
              <a:rPr lang="zh-CN" altLang="en-US"/>
              <a:t>7</a:t>
            </a:fld>
            <a:endParaRPr lang="zh-CN" altLang="en-US"/>
          </a:p>
        </p:txBody>
      </p:sp>
    </p:spTree>
    <p:extLst>
      <p:ext uri="{BB962C8B-B14F-4D97-AF65-F5344CB8AC3E}">
        <p14:creationId xmlns:p14="http://schemas.microsoft.com/office/powerpoint/2010/main" val="2089464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ct val="0"/>
              </a:spcBef>
              <a:spcAft>
                <a:spcPct val="0"/>
              </a:spcAft>
              <a:buClrTx/>
              <a:buSzTx/>
              <a:buFontTx/>
              <a:buNone/>
              <a:defRPr/>
            </a:pPr>
            <a:fld id="{E0B16FE1-3B01-48F0-827B-9FABC48C77FE}" type="slidenum">
              <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ct val="0"/>
                </a:spcBef>
                <a:spcAft>
                  <a:spcPct val="0"/>
                </a:spcAft>
                <a:buClrTx/>
                <a:buSzTx/>
                <a:buFontTx/>
                <a:buNone/>
                <a:defRPr/>
              </a:pPr>
              <a:t>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611635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ct val="0"/>
              </a:spcBef>
              <a:spcAft>
                <a:spcPct val="0"/>
              </a:spcAft>
              <a:buClrTx/>
              <a:buSzTx/>
              <a:buFontTx/>
              <a:buNone/>
              <a:defRPr/>
            </a:pPr>
            <a:fld id="{E0B16FE1-3B01-48F0-827B-9FABC48C77FE}" type="slidenum">
              <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ct val="0"/>
                </a:spcBef>
                <a:spcAft>
                  <a:spcPct val="0"/>
                </a:spcAft>
                <a:buClrTx/>
                <a:buSzTx/>
                <a:buFontTx/>
                <a:buNone/>
                <a:defRPr/>
              </a:pPr>
              <a:t>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631466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ct val="0"/>
              </a:spcBef>
              <a:spcAft>
                <a:spcPct val="0"/>
              </a:spcAft>
              <a:buClrTx/>
              <a:buSzTx/>
              <a:buFontTx/>
              <a:buNone/>
              <a:defRPr/>
            </a:pPr>
            <a:fld id="{248D1EEC-C44F-4BFC-84C2-8741EE48D1A9}" type="slidenum">
              <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ct val="0"/>
                </a:spcBef>
                <a:spcAft>
                  <a:spcPct val="0"/>
                </a:spcAft>
                <a:buClrTx/>
                <a:buSzTx/>
                <a:buFontTx/>
                <a:buNone/>
                <a:defRPr/>
              </a:pPr>
              <a:t>10</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54771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ct val="0"/>
              </a:spcBef>
              <a:spcAft>
                <a:spcPct val="0"/>
              </a:spcAft>
              <a:buClrTx/>
              <a:buSzTx/>
              <a:buFontTx/>
              <a:buNone/>
              <a:defRPr/>
            </a:pPr>
            <a:fld id="{248D1EEC-C44F-4BFC-84C2-8741EE48D1A9}" type="slidenum">
              <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ct val="0"/>
                </a:spcBef>
                <a:spcAft>
                  <a:spcPct val="0"/>
                </a:spcAft>
                <a:buClrTx/>
                <a:buSzTx/>
                <a:buFontTx/>
                <a:buNone/>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384298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ct val="0"/>
              </a:spcBef>
              <a:spcAft>
                <a:spcPct val="0"/>
              </a:spcAft>
              <a:buClrTx/>
              <a:buSzTx/>
              <a:buFontTx/>
              <a:buNone/>
              <a:defRPr/>
            </a:pPr>
            <a:fld id="{C4BD40B2-B05B-F84A-AF1B-1A6CDB4DD80F}" type="slidenum">
              <a:rPr kumimoji="0" lang="en-US" sz="1200" b="0" i="0" u="none" strike="noStrike" kern="1200" cap="none" spc="0" normalizeH="0" baseline="0" noProof="0">
                <a:ln>
                  <a:noFill/>
                </a:ln>
                <a:solidFill>
                  <a:prstClr val="black"/>
                </a:solidFill>
                <a:effectLst/>
                <a:uLnTx/>
                <a:uFillTx/>
                <a:latin typeface="等线"/>
                <a:ea typeface="+mn-ea"/>
                <a:cs typeface="+mn-cs"/>
              </a:rPr>
              <a:pPr marL="0" marR="0" lvl="0" indent="0" algn="r" defTabSz="457200" rtl="0" eaLnBrk="1" fontAlgn="auto" latinLnBrk="0" hangingPunct="1">
                <a:lnSpc>
                  <a:spcPct val="100000"/>
                </a:lnSpc>
                <a:spcBef>
                  <a:spcPct val="0"/>
                </a:spcBef>
                <a:spcAft>
                  <a:spcPct val="0"/>
                </a:spcAft>
                <a:buClrTx/>
                <a:buSzTx/>
                <a:buFontTx/>
                <a:buNone/>
                <a:defRPr/>
              </a:pPr>
              <a:t>12</a:t>
            </a:fld>
            <a:endParaRPr kumimoji="0" lang="en-US" sz="1200" b="0" i="0" u="none" strike="noStrike" kern="1200" cap="none" spc="0" normalizeH="0" baseline="0" noProof="0">
              <a:ln>
                <a:noFill/>
              </a:ln>
              <a:solidFill>
                <a:prstClr val="black"/>
              </a:solidFill>
              <a:effectLst/>
              <a:uLnTx/>
              <a:uFillTx/>
              <a:latin typeface="等线"/>
              <a:ea typeface="+mn-ea"/>
              <a:cs typeface="+mn-cs"/>
            </a:endParaRPr>
          </a:p>
        </p:txBody>
      </p:sp>
    </p:spTree>
    <p:extLst>
      <p:ext uri="{BB962C8B-B14F-4D97-AF65-F5344CB8AC3E}">
        <p14:creationId xmlns:p14="http://schemas.microsoft.com/office/powerpoint/2010/main" val="10393598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ct val="0"/>
              </a:spcBef>
              <a:spcAft>
                <a:spcPct val="0"/>
              </a:spcAft>
              <a:buClrTx/>
              <a:buSzTx/>
              <a:buFontTx/>
              <a:buNone/>
              <a:defRPr/>
            </a:pPr>
            <a:fld id="{E0B16FE1-3B01-48F0-827B-9FABC48C77FE}" type="slidenum">
              <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ct val="0"/>
                </a:spcBef>
                <a:spcAft>
                  <a:spcPct val="0"/>
                </a:spcAft>
                <a:buClrTx/>
                <a:buSzTx/>
                <a:buFontTx/>
                <a:buNone/>
                <a:defRPr/>
              </a:pPr>
              <a:t>13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655607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ct val="0"/>
              </a:spcBef>
              <a:spcAft>
                <a:spcPct val="0"/>
              </a:spcAft>
              <a:buClrTx/>
              <a:buSzTx/>
              <a:buFontTx/>
              <a:buNone/>
              <a:defRPr/>
            </a:pPr>
            <a:fld id="{248D1EEC-C44F-4BFC-84C2-8741EE48D1A9}" type="slidenum">
              <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ct val="0"/>
                </a:spcBef>
                <a:spcAft>
                  <a:spcPct val="0"/>
                </a:spcAft>
                <a:buClrTx/>
                <a:buSzTx/>
                <a:buFontTx/>
                <a:buNone/>
                <a:defRPr/>
              </a:pPr>
              <a:t>14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700067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ct val="0"/>
              </a:spcBef>
              <a:spcAft>
                <a:spcPct val="0"/>
              </a:spcAft>
              <a:buClrTx/>
              <a:buSzTx/>
              <a:buFontTx/>
              <a:buNone/>
              <a:defRPr/>
            </a:pPr>
            <a:fld id="{C4BD40B2-B05B-F84A-AF1B-1A6CDB4DD80F}" type="slidenum">
              <a:rPr kumimoji="0" lang="en-US" sz="1200" b="0" i="0" u="none" strike="noStrike" kern="1200" cap="none" spc="0" normalizeH="0" baseline="0" noProof="0">
                <a:ln>
                  <a:noFill/>
                </a:ln>
                <a:solidFill>
                  <a:prstClr val="black"/>
                </a:solidFill>
                <a:effectLst/>
                <a:uLnTx/>
                <a:uFillTx/>
                <a:latin typeface="等线"/>
                <a:ea typeface="+mn-ea"/>
                <a:cs typeface="+mn-cs"/>
              </a:rPr>
              <a:pPr marL="0" marR="0" lvl="0" indent="0" algn="r" defTabSz="457200" rtl="0" eaLnBrk="1" fontAlgn="auto" latinLnBrk="0" hangingPunct="1">
                <a:lnSpc>
                  <a:spcPct val="100000"/>
                </a:lnSpc>
                <a:spcBef>
                  <a:spcPct val="0"/>
                </a:spcBef>
                <a:spcAft>
                  <a:spcPct val="0"/>
                </a:spcAft>
                <a:buClrTx/>
                <a:buSzTx/>
                <a:buFontTx/>
                <a:buNone/>
                <a:defRPr/>
              </a:pPr>
              <a:t>15</a:t>
            </a:fld>
            <a:endParaRPr kumimoji="0" lang="en-US" sz="1200" b="0" i="0" u="none" strike="noStrike" kern="1200" cap="none" spc="0" normalizeH="0" baseline="0" noProof="0">
              <a:ln>
                <a:noFill/>
              </a:ln>
              <a:solidFill>
                <a:prstClr val="black"/>
              </a:solidFill>
              <a:effectLst/>
              <a:uLnTx/>
              <a:uFillTx/>
              <a:latin typeface="等线"/>
              <a:ea typeface="+mn-ea"/>
              <a:cs typeface="+mn-cs"/>
            </a:endParaRPr>
          </a:p>
        </p:txBody>
      </p:sp>
    </p:spTree>
    <p:extLst>
      <p:ext uri="{BB962C8B-B14F-4D97-AF65-F5344CB8AC3E}">
        <p14:creationId xmlns:p14="http://schemas.microsoft.com/office/powerpoint/2010/main" val="1945890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ct val="0"/>
              </a:spcBef>
              <a:spcAft>
                <a:spcPct val="0"/>
              </a:spcAft>
              <a:buClrTx/>
              <a:buSzTx/>
              <a:buFontTx/>
              <a:buNone/>
              <a:defRPr/>
            </a:pPr>
            <a:fld id="{E0B16FE1-3B01-48F0-827B-9FABC48C77FE}" type="slidenum">
              <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ct val="0"/>
                </a:spcBef>
                <a:spcAft>
                  <a:spcPct val="0"/>
                </a:spcAft>
                <a:buClrTx/>
                <a:buSzTx/>
                <a:buFontTx/>
                <a:buNone/>
                <a:defRPr/>
              </a:pPr>
              <a:t>16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5199672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C7AACC-BC2E-4627-9397-F0A6DDA2DE9C}" type="slidenum">
              <a:rPr lang="zh-CN" altLang="en-US"/>
              <a:t>17</a:t>
            </a:fld>
            <a:endParaRPr lang="zh-CN" altLang="en-US"/>
          </a:p>
        </p:txBody>
      </p:sp>
    </p:spTree>
    <p:extLst>
      <p:ext uri="{BB962C8B-B14F-4D97-AF65-F5344CB8AC3E}">
        <p14:creationId xmlns:p14="http://schemas.microsoft.com/office/powerpoint/2010/main" val="32751475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ct val="0"/>
              </a:spcBef>
              <a:spcAft>
                <a:spcPct val="0"/>
              </a:spcAft>
              <a:buClrTx/>
              <a:buSzTx/>
              <a:buFontTx/>
              <a:buNone/>
              <a:defRPr/>
            </a:pPr>
            <a:fld id="{8B22650A-3B22-4C48-85CF-E0840227AD0A}" type="slidenum">
              <a:rPr kumimoji="0" lang="en-US" sz="1200" b="0" i="0" u="none" strike="noStrike" kern="1200" cap="none" spc="0" normalizeH="0" baseline="0" noProof="0">
                <a:ln>
                  <a:noFill/>
                </a:ln>
                <a:solidFill>
                  <a:prstClr val="black"/>
                </a:solidFill>
                <a:effectLst/>
                <a:uLnTx/>
                <a:uFillTx/>
                <a:latin typeface="等线"/>
                <a:ea typeface="+mn-ea"/>
                <a:cs typeface="+mn-cs"/>
              </a:rPr>
              <a:pPr marL="0" marR="0" lvl="0" indent="0" algn="r" defTabSz="457200" rtl="0" eaLnBrk="1" fontAlgn="auto" latinLnBrk="0" hangingPunct="1">
                <a:lnSpc>
                  <a:spcPct val="100000"/>
                </a:lnSpc>
                <a:spcBef>
                  <a:spcPct val="0"/>
                </a:spcBef>
                <a:spcAft>
                  <a:spcPct val="0"/>
                </a:spcAft>
                <a:buClrTx/>
                <a:buSzTx/>
                <a:buFontTx/>
                <a:buNone/>
                <a:defRPr/>
              </a:pPr>
              <a:t>18</a:t>
            </a:fld>
            <a:endParaRPr kumimoji="0" lang="en-US" sz="1200" b="0" i="0" u="none" strike="noStrike" kern="1200" cap="none" spc="0" normalizeH="0" baseline="0" noProof="0">
              <a:ln>
                <a:noFill/>
              </a:ln>
              <a:solidFill>
                <a:prstClr val="black"/>
              </a:solidFill>
              <a:effectLst/>
              <a:uLnTx/>
              <a:uFillTx/>
              <a:latin typeface="等线"/>
              <a:ea typeface="+mn-ea"/>
              <a:cs typeface="+mn-cs"/>
            </a:endParaRPr>
          </a:p>
        </p:txBody>
      </p:sp>
    </p:spTree>
    <p:extLst>
      <p:ext uri="{BB962C8B-B14F-4D97-AF65-F5344CB8AC3E}">
        <p14:creationId xmlns:p14="http://schemas.microsoft.com/office/powerpoint/2010/main" val="21427628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67AF0464-A9AA-41A9-890B-09DF6136291E}" type="slidenum">
              <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ct val="0"/>
                </a:spcBef>
                <a:spcAft>
                  <a:spcPct val="0"/>
                </a:spcAft>
                <a:buClrTx/>
                <a:buSzTx/>
                <a:buFontTx/>
                <a:buNone/>
                <a:defRPr/>
              </a:pPr>
              <a:t>19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077749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C7AACC-BC2E-4627-9397-F0A6DDA2DE9C}" type="slidenum">
              <a:rPr lang="zh-CN" altLang="en-US"/>
              <a:t>20</a:t>
            </a:fld>
            <a:endParaRPr lang="zh-CN" altLang="en-US"/>
          </a:p>
        </p:txBody>
      </p:sp>
    </p:spTree>
    <p:extLst>
      <p:ext uri="{BB962C8B-B14F-4D97-AF65-F5344CB8AC3E}">
        <p14:creationId xmlns:p14="http://schemas.microsoft.com/office/powerpoint/2010/main" val="3978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ct val="0"/>
              </a:spcBef>
              <a:spcAft>
                <a:spcPct val="0"/>
              </a:spcAft>
              <a:buClrTx/>
              <a:buSzTx/>
              <a:buFontTx/>
              <a:buNone/>
              <a:defRPr/>
            </a:pPr>
            <a:fld id="{E0B16FE1-3B01-48F0-827B-9FABC48C77FE}" type="slidenum">
              <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ct val="0"/>
                </a:spcBef>
                <a:spcAft>
                  <a:spcPct val="0"/>
                </a:spcAft>
                <a:buClrTx/>
                <a:buSzTx/>
                <a:buFontTx/>
                <a:buNone/>
                <a:defRPr/>
              </a:pPr>
              <a:t>21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666292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1013" y="1279525"/>
            <a:ext cx="6140450" cy="34544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ct val="0"/>
              </a:spcBef>
              <a:spcAft>
                <a:spcPct val="0"/>
              </a:spcAft>
              <a:buClrTx/>
              <a:buSzTx/>
              <a:buFontTx/>
              <a:buNone/>
              <a:defRPr/>
            </a:pPr>
            <a:fld id="{813EDE87-FC43-4F0C-9C51-E666AB0AC5F3}" type="slidenum">
              <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ct val="0"/>
                </a:spcBef>
                <a:spcAft>
                  <a:spcPct val="0"/>
                </a:spcAft>
                <a:buClrTx/>
                <a:buSzTx/>
                <a:buFontTx/>
                <a:buNone/>
                <a:defRPr/>
              </a:pPr>
              <a:t>22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C7AACC-BC2E-4627-9397-F0A6DDA2DE9C}" type="slidenum">
              <a:rPr lang="zh-CN" altLang="en-US"/>
              <a:t>23</a:t>
            </a:fld>
            <a:endParaRPr lang="zh-CN" altLang="en-US"/>
          </a:p>
        </p:txBody>
      </p:sp>
    </p:spTree>
    <p:extLst>
      <p:ext uri="{BB962C8B-B14F-4D97-AF65-F5344CB8AC3E}">
        <p14:creationId xmlns:p14="http://schemas.microsoft.com/office/powerpoint/2010/main" val="27884801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ct val="0"/>
              </a:spcBef>
              <a:spcAft>
                <a:spcPct val="0"/>
              </a:spcAft>
              <a:buClrTx/>
              <a:buSzTx/>
              <a:buFontTx/>
              <a:buNone/>
              <a:defRPr/>
            </a:pPr>
            <a:fld id="{E0B16FE1-3B01-48F0-827B-9FABC48C77FE}" type="slidenum">
              <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rPr>
              <a:pPr marL="0" marR="0" lvl="0" indent="0" algn="r" defTabSz="457200" rtl="0" eaLnBrk="1" fontAlgn="auto" latinLnBrk="0" hangingPunct="1">
                <a:lnSpc>
                  <a:spcPct val="100000"/>
                </a:lnSpc>
                <a:spcBef>
                  <a:spcPct val="0"/>
                </a:spcBef>
                <a:spcAft>
                  <a:spcPct val="0"/>
                </a:spcAft>
                <a:buClrTx/>
                <a:buSzTx/>
                <a:buFontTx/>
                <a:buNone/>
                <a:defRPr/>
              </a:pPr>
              <a:t>24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92368819"/>
      </p:ext>
    </p:extLst>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efd5a572864897" /></Relationships>
</file>

<file path=ppt/slideLayouts/_rels/slideLayout2.xml.rels>&#65279;<?xml version="1.0" encoding="utf-8"?><Relationships xmlns="http://schemas.openxmlformats.org/package/2006/relationships"><Relationship Type="http://schemas.openxmlformats.org/officeDocument/2006/relationships/image" Target="/ppt/media/image.bin" Id="Re48864a4e57f40d8" /><Relationship Type="http://schemas.openxmlformats.org/officeDocument/2006/relationships/slideMaster" Target="/ppt/slideMasters/slideMaster1.xml" Id="Rdba6c45d3a3a480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2c0d5403ce647a8" /></Relationships>
</file>

<file path=ppt/slideLayouts/_rels/slideLayout4.xml.rels>&#65279;<?xml version="1.0" encoding="utf-8"?><Relationships xmlns="http://schemas.openxmlformats.org/package/2006/relationships"><Relationship Type="http://schemas.openxmlformats.org/officeDocument/2006/relationships/hyperlink" Target="http://www.1ppt.com/moban/" TargetMode="External" Id="Rc00455be354144d59996444e99cf7760" /><Relationship Type="http://schemas.openxmlformats.org/officeDocument/2006/relationships/slideMaster" Target="/ppt/slideMasters/slideMaster1.xml" Id="Rab1da03ceb0e40a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0d2451773684e3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a36d77f71e7427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3e2eba9b9704f4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c381b1f8606406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a9080db42994bd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10227007af04f9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7e47837f3ce4ddf"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0b51648075714d5c" /></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内容页">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2076261"/>
      </p:ext>
    </p:extLst>
  </p:cSld>
  <p:clrMapOvr>
    <a:masterClrMapping/>
  </p:clrMapOvr>
  <p:transition/>
  <p:extLst>
    <p:ext uri="{DCECCB84-F9BA-43D5-87BE-67443E8EF086}">
      <p15:sldGuideLst xmlns:p15="http://schemas.microsoft.com/office/powerpoint/2012/main">
        <p15:guide id="3" pos="7333">
          <p15:clr>
            <a:srgbClr val="FBAE40"/>
          </p15:clr>
        </p15:guide>
        <p15:guide id="4" orient="horz" pos="65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8_空白">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3062B5B-4B7E-4CB9-964C-2B3C8DD797B8}"/>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9" name="任意多边形: 形状 8">
            <a:extLst>
              <a:ext uri="{FF2B5EF4-FFF2-40B4-BE49-F238E27FC236}">
                <a16:creationId xmlns:a16="http://schemas.microsoft.com/office/drawing/2014/main" id="{4A91AFA7-217F-46EC-9FBE-5B6ED8442FF1}"/>
              </a:ext>
            </a:extLst>
          </p:cNvPr>
          <p:cNvSpPr/>
          <p:nvPr userDrawn="1"/>
        </p:nvSpPr>
        <p:spPr>
          <a:xfrm rot="1947336" flipH="1">
            <a:off x="-2319702" y="2195154"/>
            <a:ext cx="13968019" cy="6963542"/>
          </a:xfrm>
          <a:custGeom>
            <a:avLst/>
            <a:gdLst>
              <a:gd name="connsiteX0" fmla="*/ 12117792 w 13968019"/>
              <a:gd name="connsiteY0" fmla="*/ 0 h 6963542"/>
              <a:gd name="connsiteX1" fmla="*/ 13968019 w 13968019"/>
              <a:gd name="connsiteY1" fmla="*/ 1176710 h 6963542"/>
              <a:gd name="connsiteX2" fmla="*/ 10287701 w 13968019"/>
              <a:gd name="connsiteY2" fmla="*/ 6963542 h 6963542"/>
              <a:gd name="connsiteX3" fmla="*/ 0 w 13968019"/>
              <a:gd name="connsiteY3" fmla="*/ 420756 h 6963542"/>
              <a:gd name="connsiteX4" fmla="*/ 267593 w 13968019"/>
              <a:gd name="connsiteY4" fmla="*/ 0 h 6963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68019" h="6963541">
                <a:moveTo>
                  <a:pt x="12117792" y="0"/>
                </a:moveTo>
                <a:lnTo>
                  <a:pt x="13968019" y="1176710"/>
                </a:lnTo>
                <a:lnTo>
                  <a:pt x="10287701" y="6963542"/>
                </a:lnTo>
                <a:lnTo>
                  <a:pt x="0" y="420756"/>
                </a:lnTo>
                <a:lnTo>
                  <a:pt x="267593" y="0"/>
                </a:lnTo>
                <a:close/>
              </a:path>
            </a:pathLst>
          </a:custGeom>
          <a:solidFill>
            <a:srgbClr val="EFEFEF">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pic>
        <p:nvPicPr>
          <p:cNvPr id="7" name="图片 6">
            <a:extLst>
              <a:ext uri="{FF2B5EF4-FFF2-40B4-BE49-F238E27FC236}">
                <a16:creationId xmlns:a16="http://schemas.microsoft.com/office/drawing/2014/main" id="{48F41122-CEC2-4BE8-B0CF-D19826A6D00D}"/>
              </a:ext>
            </a:extLst>
          </p:cNvPr>
          <p:cNvPicPr>
            <a:picLocks noChangeAspect="1"/>
          </p:cNvPicPr>
          <p:nvPr userDrawn="1"/>
        </p:nvPicPr>
        <p:blipFill>
          <a:blip r:embed="Re48864a4e57f40d8">
            <a:extLst>
              <a:ext uri="{28A0092B-C50C-407E-A947-70E740481C1C}">
                <a14:useLocalDpi xmlns:a14="http://schemas.microsoft.com/office/drawing/2010/main" val="0"/>
              </a:ext>
            </a:extLst>
          </a:blip>
          <a:srcRect t="25005" b="25005"/>
          <a:stretch>
            <a:fillRect/>
          </a:stretch>
        </p:blipFill>
        <p:spPr>
          <a:xfrm>
            <a:off x="2334410" y="2944933"/>
            <a:ext cx="3655964" cy="1275804"/>
          </a:xfrm>
          <a:prstGeom prst="roundRect">
            <a:avLst>
              <a:gd name="adj" fmla="val 50000"/>
            </a:avLst>
          </a:prstGeom>
        </p:spPr>
      </p:pic>
      <p:grpSp>
        <p:nvGrpSpPr>
          <p:cNvPr id="10" name="组合 9">
            <a:extLst>
              <a:ext uri="{FF2B5EF4-FFF2-40B4-BE49-F238E27FC236}">
                <a16:creationId xmlns:a16="http://schemas.microsoft.com/office/drawing/2014/main" id="{F2438B66-F012-45FF-8185-5D1F546B9715}"/>
              </a:ext>
            </a:extLst>
          </p:cNvPr>
          <p:cNvGrpSpPr/>
          <p:nvPr userDrawn="1"/>
        </p:nvGrpSpPr>
        <p:grpSpPr>
          <a:xfrm>
            <a:off x="4895421" y="2944933"/>
            <a:ext cx="5038563" cy="1275804"/>
            <a:chOff x="5350637" y="2144974"/>
            <a:chExt cx="7113265" cy="1801136"/>
          </a:xfrm>
        </p:grpSpPr>
        <p:sp>
          <p:nvSpPr>
            <p:cNvPr id="4" name="矩形: 圆角 3">
              <a:extLst>
                <a:ext uri="{FF2B5EF4-FFF2-40B4-BE49-F238E27FC236}">
                  <a16:creationId xmlns:a16="http://schemas.microsoft.com/office/drawing/2014/main" id="{A18A2ABE-D977-4B2D-9342-310DF39E9D49}"/>
                </a:ext>
              </a:extLst>
            </p:cNvPr>
            <p:cNvSpPr/>
            <p:nvPr userDrawn="1"/>
          </p:nvSpPr>
          <p:spPr>
            <a:xfrm>
              <a:off x="5350637" y="2144974"/>
              <a:ext cx="4742176" cy="1801136"/>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200"/>
            </a:p>
          </p:txBody>
        </p:sp>
        <p:sp>
          <p:nvSpPr>
            <p:cNvPr id="11" name="矩形: 圆角 10">
              <a:extLst>
                <a:ext uri="{FF2B5EF4-FFF2-40B4-BE49-F238E27FC236}">
                  <a16:creationId xmlns:a16="http://schemas.microsoft.com/office/drawing/2014/main" id="{ECB8E685-F797-4078-A952-9F98C54DFB98}"/>
                </a:ext>
              </a:extLst>
            </p:cNvPr>
            <p:cNvSpPr/>
            <p:nvPr userDrawn="1"/>
          </p:nvSpPr>
          <p:spPr>
            <a:xfrm>
              <a:off x="7721726" y="2144974"/>
              <a:ext cx="4742176" cy="1801136"/>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1200"/>
            </a:p>
          </p:txBody>
        </p:sp>
      </p:grpSp>
      <p:sp>
        <p:nvSpPr>
          <p:cNvPr id="6" name="矩形: 圆角 5">
            <a:extLst>
              <a:ext uri="{FF2B5EF4-FFF2-40B4-BE49-F238E27FC236}">
                <a16:creationId xmlns:a16="http://schemas.microsoft.com/office/drawing/2014/main" id="{239D876B-28F2-40AE-8D00-BE2C363A98BE}"/>
              </a:ext>
            </a:extLst>
          </p:cNvPr>
          <p:cNvSpPr/>
          <p:nvPr userDrawn="1"/>
        </p:nvSpPr>
        <p:spPr>
          <a:xfrm>
            <a:off x="1895157" y="2330862"/>
            <a:ext cx="5774736" cy="896959"/>
          </a:xfrm>
          <a:prstGeom prst="roundRect">
            <a:avLst>
              <a:gd name="adj" fmla="val 50000"/>
            </a:avLst>
          </a:prstGeom>
          <a:solidFill>
            <a:schemeClr val="bg1"/>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Tree>
    <p:extLst>
      <p:ext uri="{BB962C8B-B14F-4D97-AF65-F5344CB8AC3E}">
        <p14:creationId xmlns:p14="http://schemas.microsoft.com/office/powerpoint/2010/main" val="171734763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7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4797071"/>
      </p:ext>
    </p:extLst>
  </p:cSld>
  <p:clrMapOvr>
    <a:masterClrMapping/>
  </p:clrMapOvr>
  <p:transition spd="med" advTm="1200">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2" name="TextBox 1"/>
          <p:cNvSpPr txBox="1"/>
          <p:nvPr userDrawn="1"/>
        </p:nvSpPr>
        <p:spPr>
          <a:xfrm>
            <a:off x="11651940" y="2043"/>
            <a:ext cx="540060" cy="118430"/>
          </a:xfrm>
          <a:prstGeom prst="rect">
            <a:avLst/>
          </a:prstGeom>
          <a:noFill/>
        </p:spPr>
        <p:txBody>
          <a:bodyPr wrap="square" rtlCol="0">
            <a:spAutoFit/>
          </a:bodyPr>
          <a:lstStyle/>
          <a:p>
            <a:pPr>
              <a:lnSpc>
                <a:spcPct val="200000"/>
              </a:lnSpc>
            </a:pPr>
            <a:r>
              <a:rPr lang="en-US" altLang="zh-CN" sz="100">
                <a:latin typeface="微软雅黑" panose="020B0503020204020204" pitchFamily="34" charset="-122"/>
                <a:ea typeface="微软雅黑" panose="020B0503020204020204" pitchFamily="34" charset="-122"/>
                <a:hlinkClick r:id="Rc00455be354144d59996444e99cf7760"/>
              </a:rPr>
              <a:t>PPT</a:t>
            </a:r>
            <a:r>
              <a:rPr lang="zh-CN" altLang="en-US" sz="100">
                <a:latin typeface="微软雅黑" panose="020B0503020204020204" pitchFamily="34" charset="-122"/>
                <a:ea typeface="微软雅黑" panose="020B0503020204020204" pitchFamily="34" charset="-122"/>
                <a:hlinkClick r:id="Rc00455be354144d59996444e99cf7760"/>
              </a:rPr>
              <a:t>模板</a:t>
            </a:r>
            <a:r>
              <a:rPr lang="zh-CN" altLang="en-US" sz="100">
                <a:latin typeface="微软雅黑" panose="020B0503020204020204" pitchFamily="34" charset="-122"/>
                <a:ea typeface="微软雅黑" panose="020B0503020204020204" pitchFamily="34" charset="-122"/>
              </a:rPr>
              <a:t> </a:t>
            </a:r>
            <a:r>
              <a:rPr lang="en-US" altLang="zh-CN" sz="100">
                <a:latin typeface="微软雅黑" panose="020B0503020204020204" pitchFamily="34" charset="-122"/>
                <a:ea typeface="微软雅黑" panose="020B0503020204020204" pitchFamily="34" charset="-122"/>
              </a:rPr>
              <a:t>http://www.1ppt.com/moban/</a:t>
            </a:r>
            <a:r>
              <a:rPr lang="zh-CN" altLang="en-US" sz="100">
                <a:latin typeface="微软雅黑" panose="020B0503020204020204" pitchFamily="34" charset="-122"/>
                <a:ea typeface="微软雅黑" panose="020B0503020204020204" pitchFamily="34" charset="-122"/>
              </a:rPr>
              <a:t> </a:t>
            </a:r>
            <a:endParaRPr lang="en-US" altLang="zh-CN" sz="1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2405911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3062B5B-4B7E-4CB9-964C-2B3C8DD797B8}"/>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Tree>
    <p:extLst>
      <p:ext uri="{BB962C8B-B14F-4D97-AF65-F5344CB8AC3E}">
        <p14:creationId xmlns:p14="http://schemas.microsoft.com/office/powerpoint/2010/main" val="388125293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481740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7080459"/>
      </p:ext>
    </p:extLst>
  </p:cSld>
  <p:clrMapOvr>
    <a:masterClrMapping/>
  </p:clrMapOvr>
  <mc:AlternateContent xmlns:mc="http://schemas.openxmlformats.org/markup-compatibility/2006" xmlns:p14="http://schemas.microsoft.com/office/powerpoint/2010/main">
    <mc:Choice Requires="p14">
      <p:transition spd="slow" p14:dur="2000" advTm="3000">
        <p:random/>
      </p:transition>
    </mc:Choice>
    <mc:Fallback xmlns:p15="http://schemas.microsoft.com/office/powerpoint/2012/main" xmlns="">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5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7077495"/>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4E60768-9E33-4B47-AC49-4BD7A2D7113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 name="任意多边形: 形状 2">
            <a:extLst>
              <a:ext uri="{FF2B5EF4-FFF2-40B4-BE49-F238E27FC236}">
                <a16:creationId xmlns:a16="http://schemas.microsoft.com/office/drawing/2014/main" id="{05751E5D-17CD-456A-8754-D0A093A58606}"/>
              </a:ext>
            </a:extLst>
          </p:cNvPr>
          <p:cNvSpPr/>
          <p:nvPr userDrawn="1"/>
        </p:nvSpPr>
        <p:spPr>
          <a:xfrm>
            <a:off x="-7315197" y="-5753098"/>
            <a:ext cx="27051000" cy="20192998"/>
          </a:xfrm>
          <a:custGeom>
            <a:avLst/>
            <a:gdLst>
              <a:gd name="connsiteX0" fmla="*/ 7467599 w 27050999"/>
              <a:gd name="connsiteY0" fmla="*/ 5905499 h 20192999"/>
              <a:gd name="connsiteX1" fmla="*/ 7467599 w 27050999"/>
              <a:gd name="connsiteY1" fmla="*/ 12763499 h 20192999"/>
              <a:gd name="connsiteX2" fmla="*/ 19659599 w 27050999"/>
              <a:gd name="connsiteY2" fmla="*/ 12763499 h 20192999"/>
              <a:gd name="connsiteX3" fmla="*/ 19659599 w 27050999"/>
              <a:gd name="connsiteY3" fmla="*/ 5905499 h 20192999"/>
              <a:gd name="connsiteX4" fmla="*/ 0 w 27050999"/>
              <a:gd name="connsiteY4" fmla="*/ 0 h 20192999"/>
              <a:gd name="connsiteX5" fmla="*/ 27050999 w 27050999"/>
              <a:gd name="connsiteY5" fmla="*/ 0 h 20192999"/>
              <a:gd name="connsiteX6" fmla="*/ 27050999 w 27050999"/>
              <a:gd name="connsiteY6" fmla="*/ 20192999 h 20192999"/>
              <a:gd name="connsiteX7" fmla="*/ 0 w 27050999"/>
              <a:gd name="connsiteY7" fmla="*/ 20192999 h 2019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50999" h="20192999">
                <a:moveTo>
                  <a:pt x="7467599" y="5905499"/>
                </a:moveTo>
                <a:lnTo>
                  <a:pt x="7467599" y="12763499"/>
                </a:lnTo>
                <a:lnTo>
                  <a:pt x="19659599" y="12763499"/>
                </a:lnTo>
                <a:lnTo>
                  <a:pt x="19659599" y="5905499"/>
                </a:lnTo>
                <a:close/>
                <a:moveTo>
                  <a:pt x="0" y="0"/>
                </a:moveTo>
                <a:lnTo>
                  <a:pt x="27050999" y="0"/>
                </a:lnTo>
                <a:lnTo>
                  <a:pt x="27050999" y="20192999"/>
                </a:lnTo>
                <a:lnTo>
                  <a:pt x="0" y="20192999"/>
                </a:lnTo>
                <a:close/>
              </a:path>
            </a:pathLst>
          </a:cu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Tree>
    <p:extLst>
      <p:ext uri="{BB962C8B-B14F-4D97-AF65-F5344CB8AC3E}">
        <p14:creationId xmlns:p14="http://schemas.microsoft.com/office/powerpoint/2010/main" val="145234577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53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559070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9559E16D-C26D-45DA-A139-D83FF5062F40}"/>
              </a:ext>
            </a:extLst>
          </p:cNvPr>
          <p:cNvSpPr/>
          <p:nvPr userDrawn="1"/>
        </p:nvSpPr>
        <p:spPr>
          <a:xfrm>
            <a:off x="0" y="0"/>
            <a:ext cx="12192000" cy="6858000"/>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 name="任意多边形: 形状 1Template from Qian t u 8 4 3 5 7 5 9">
            <a:extLst>
              <a:ext uri="{FF2B5EF4-FFF2-40B4-BE49-F238E27FC236}">
                <a16:creationId xmlns:a16="http://schemas.microsoft.com/office/drawing/2014/main" id="{D6CDBE7E-B8B5-47CC-B32D-5D07C73336CE}"/>
              </a:ext>
            </a:extLst>
          </p:cNvPr>
          <p:cNvSpPr/>
          <p:nvPr userDrawn="1"/>
        </p:nvSpPr>
        <p:spPr>
          <a:xfrm rot="18501559">
            <a:off x="1429412" y="-1328526"/>
            <a:ext cx="9180000" cy="9180000"/>
          </a:xfrm>
          <a:prstGeom prst="flowChartConnector">
            <a:avLst/>
          </a:prstGeom>
          <a:solidFill>
            <a:schemeClr val="bg1">
              <a:alpha val="63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a:solidFill>
                <a:schemeClr val="lt1"/>
              </a:solidFill>
              <a:sym typeface="思源黑体" panose="020B0400000000000000" pitchFamily="34" charset="-122"/>
            </a:endParaRPr>
          </a:p>
        </p:txBody>
      </p:sp>
      <p:sp>
        <p:nvSpPr>
          <p:cNvPr id="5" name="任意多边形: 形状 1Template from Qian t u 8 4 3 5 7 5 9">
            <a:extLst>
              <a:ext uri="{FF2B5EF4-FFF2-40B4-BE49-F238E27FC236}">
                <a16:creationId xmlns:a16="http://schemas.microsoft.com/office/drawing/2014/main" id="{0D665377-B3E4-49F9-9836-60F669AB0D65}"/>
              </a:ext>
            </a:extLst>
          </p:cNvPr>
          <p:cNvSpPr/>
          <p:nvPr userDrawn="1"/>
        </p:nvSpPr>
        <p:spPr>
          <a:xfrm rot="18501559">
            <a:off x="2527412" y="-230526"/>
            <a:ext cx="6984000" cy="6984000"/>
          </a:xfrm>
          <a:prstGeom prst="flowChartConnector">
            <a:avLst/>
          </a:prstGeom>
          <a:solidFill>
            <a:schemeClr val="bg1"/>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a:solidFill>
                <a:schemeClr val="lt1"/>
              </a:solidFill>
              <a:sym typeface="思源黑体" panose="020B0400000000000000" pitchFamily="34" charset="-122"/>
            </a:endParaRPr>
          </a:p>
        </p:txBody>
      </p:sp>
      <p:sp>
        <p:nvSpPr>
          <p:cNvPr id="6" name="任意多边形: 形状 1Template from Qian t u 8 4 3 5 7 5 9">
            <a:extLst>
              <a:ext uri="{FF2B5EF4-FFF2-40B4-BE49-F238E27FC236}">
                <a16:creationId xmlns:a16="http://schemas.microsoft.com/office/drawing/2014/main" id="{FF90820E-9959-45CC-BE7C-4D493566E403}"/>
              </a:ext>
            </a:extLst>
          </p:cNvPr>
          <p:cNvSpPr/>
          <p:nvPr userDrawn="1"/>
        </p:nvSpPr>
        <p:spPr>
          <a:xfrm rot="18501559">
            <a:off x="3625412" y="867474"/>
            <a:ext cx="4788000" cy="4788000"/>
          </a:xfrm>
          <a:prstGeom prst="flowChartConnector">
            <a:avLst/>
          </a:prstGeom>
          <a:solidFill>
            <a:schemeClr val="bg1"/>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a:solidFill>
                <a:schemeClr val="lt1"/>
              </a:solidFill>
              <a:sym typeface="思源黑体" panose="020B0400000000000000" pitchFamily="34" charset="-122"/>
            </a:endParaRPr>
          </a:p>
        </p:txBody>
      </p:sp>
    </p:spTree>
    <p:extLst>
      <p:ext uri="{BB962C8B-B14F-4D97-AF65-F5344CB8AC3E}">
        <p14:creationId xmlns:p14="http://schemas.microsoft.com/office/powerpoint/2010/main" val="360196850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nodeType="afterGroup">
                            <p:stCondLst>
                              <p:cond delay="500"/>
                            </p:stCondLst>
                            <p:childTnLst>
                              <p:par>
                                <p:cTn id="11" presetID="53"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animEffect transition="in" filter="fade">
                                      <p:cBhvr>
                                        <p:cTn id="15" dur="500"/>
                                        <p:tgtEl>
                                          <p:spTgt spid="5"/>
                                        </p:tgtEl>
                                      </p:cBhvr>
                                    </p:animEffect>
                                  </p:childTnLst>
                                </p:cTn>
                              </p:par>
                            </p:childTnLst>
                          </p:cTn>
                        </p:par>
                        <p:par>
                          <p:cTn id="16" fill="hold" nodeType="afterGroup">
                            <p:stCondLst>
                              <p:cond delay="1000"/>
                            </p:stCondLst>
                            <p:childTnLst>
                              <p:par>
                                <p:cTn id="17" presetID="53" presetClass="entr" presetSubtype="0"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9768398"/>
      </p:ext>
    </p:extLst>
  </p:cSld>
  <p:clrMapOvr>
    <a:masterClrMapping/>
  </p:clrMapOvr>
  <p:transition/>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a57f56f4ec4093" /><Relationship Type="http://schemas.openxmlformats.org/officeDocument/2006/relationships/slideLayout" Target="/ppt/slideLayouts/slideLayout1.xml" Id="R8fef2fa6eb65424c" /><Relationship Type="http://schemas.openxmlformats.org/officeDocument/2006/relationships/slideLayout" Target="/ppt/slideLayouts/slideLayout2.xml" Id="Recc6dcb6afe24d90" /><Relationship Type="http://schemas.openxmlformats.org/officeDocument/2006/relationships/slideLayout" Target="/ppt/slideLayouts/slideLayout3.xml" Id="Rfb2bb826be864156" /><Relationship Type="http://schemas.openxmlformats.org/officeDocument/2006/relationships/slideLayout" Target="/ppt/slideLayouts/slideLayout4.xml" Id="R8e10629816664e1d" /><Relationship Type="http://schemas.openxmlformats.org/officeDocument/2006/relationships/slideLayout" Target="/ppt/slideLayouts/slideLayout5.xml" Id="R34f12776ca7f4a4d" /><Relationship Type="http://schemas.openxmlformats.org/officeDocument/2006/relationships/slideLayout" Target="/ppt/slideLayouts/slideLayout6.xml" Id="Rcbf28812f28b4e2b" /><Relationship Type="http://schemas.openxmlformats.org/officeDocument/2006/relationships/slideLayout" Target="/ppt/slideLayouts/slideLayout7.xml" Id="R93ae1ee83514496f" /><Relationship Type="http://schemas.openxmlformats.org/officeDocument/2006/relationships/slideLayout" Target="/ppt/slideLayouts/slideLayout8.xml" Id="R139e345d88874f8e" /><Relationship Type="http://schemas.openxmlformats.org/officeDocument/2006/relationships/slideLayout" Target="/ppt/slideLayouts/slideLayout9.xml" Id="R8ea97878b00c41d2" /><Relationship Type="http://schemas.openxmlformats.org/officeDocument/2006/relationships/slideLayout" Target="/ppt/slideLayouts/slideLayout10.xml" Id="R2032924a40d4470f" /><Relationship Type="http://schemas.openxmlformats.org/officeDocument/2006/relationships/slideLayout" Target="/ppt/slideLayouts/slideLayout11.xml" Id="R233f61c52e614cbb" /><Relationship Type="http://schemas.openxmlformats.org/officeDocument/2006/relationships/slideLayout" Target="/ppt/slideLayouts/slideLayout12.xml" Id="Rfa408c8d0ba54ab2"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D5E3ED3D-FAA1-41B9-82B1-4EC420441445}"/>
              </a:ext>
            </a:extLst>
          </p:cNvPr>
          <p:cNvSpPr/>
          <p:nvPr userDrawn="1"/>
        </p:nvSpPr>
        <p:spPr>
          <a:xfrm>
            <a:off x="8267721" y="6400800"/>
            <a:ext cx="4373459" cy="45720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 name="矩形: 圆角 4">
            <a:extLst>
              <a:ext uri="{FF2B5EF4-FFF2-40B4-BE49-F238E27FC236}">
                <a16:creationId xmlns:a16="http://schemas.microsoft.com/office/drawing/2014/main" id="{F531D478-9EC9-40AD-A167-446A43F999B7}"/>
              </a:ext>
            </a:extLst>
          </p:cNvPr>
          <p:cNvSpPr/>
          <p:nvPr userDrawn="1"/>
        </p:nvSpPr>
        <p:spPr>
          <a:xfrm>
            <a:off x="-417095" y="6400800"/>
            <a:ext cx="9304421" cy="45720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 name="流程图: 接点 5">
            <a:extLst>
              <a:ext uri="{FF2B5EF4-FFF2-40B4-BE49-F238E27FC236}">
                <a16:creationId xmlns:a16="http://schemas.microsoft.com/office/drawing/2014/main" id="{7BAE4E3F-6FF7-481C-AE70-11460C0D7610}"/>
              </a:ext>
            </a:extLst>
          </p:cNvPr>
          <p:cNvSpPr/>
          <p:nvPr userDrawn="1"/>
        </p:nvSpPr>
        <p:spPr>
          <a:xfrm>
            <a:off x="260144" y="87482"/>
            <a:ext cx="720000" cy="720000"/>
          </a:xfrm>
          <a:prstGeom prst="flowChartConnector">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7" name="流程图: 接点 6">
            <a:extLst>
              <a:ext uri="{FF2B5EF4-FFF2-40B4-BE49-F238E27FC236}">
                <a16:creationId xmlns:a16="http://schemas.microsoft.com/office/drawing/2014/main" id="{E295814F-7CBA-4786-A7FB-F0D5B15FAC30}"/>
              </a:ext>
            </a:extLst>
          </p:cNvPr>
          <p:cNvSpPr/>
          <p:nvPr userDrawn="1"/>
        </p:nvSpPr>
        <p:spPr>
          <a:xfrm>
            <a:off x="800144" y="418714"/>
            <a:ext cx="360000" cy="360000"/>
          </a:xfrm>
          <a:prstGeom prst="flowChart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Tree>
    <p:extLst>
      <p:ext uri="{BB962C8B-B14F-4D97-AF65-F5344CB8AC3E}">
        <p14:creationId xmlns:p14="http://schemas.microsoft.com/office/powerpoint/2010/main" val="1409524780"/>
      </p:ext>
    </p:extLst>
  </p:cSld>
  <p:clrMap bg1="lt1" tx1="dk1" bg2="lt2" tx2="dk2" accent1="accent1" accent2="accent2" accent3="accent3" accent4="accent4" accent5="accent5" accent6="accent6" hlink="hlink" folHlink="folHlink"/>
  <p:sldLayoutIdLst>
    <p:sldLayoutId id="2147483654" r:id="Rcbf28812f28b4e2b"/>
    <p:sldLayoutId id="2147483653" r:id="R34f12776ca7f4a4d"/>
    <p:sldLayoutId id="2147483650" r:id="Recc6dcb6afe24d90"/>
    <p:sldLayoutId id="2147483659" r:id="R233f61c52e614cbb"/>
    <p:sldLayoutId id="2147483657" r:id="R8ea97878b00c41d2"/>
    <p:sldLayoutId id="2147483655" r:id="R93ae1ee83514496f"/>
    <p:sldLayoutId id="2147483651" r:id="Rfb2bb826be864156"/>
    <p:sldLayoutId id="2147483649" r:id="R8fef2fa6eb65424c"/>
    <p:sldLayoutId id="2147483660" r:id="Rfa408c8d0ba54ab2"/>
    <p:sldLayoutId id="2147483658" r:id="R2032924a40d4470f"/>
    <p:sldLayoutId id="2147483656" r:id="R139e345d88874f8e"/>
    <p:sldLayoutId id="2147483652" r:id="R8e10629816664e1d"/>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theme2.xml><?xml version="1.0" encoding="utf-8"?>
<a:theme xmlns:a="http://schemas.openxmlformats.org/drawingml/2006/main" name="第一PPT，www.1ppt.com">
  <a:themeElements>
    <a:clrScheme name="自定义 2615">
      <a:dk1>
        <a:srgbClr val="000000"/>
      </a:dk1>
      <a:lt1>
        <a:srgbClr val="FFFFFF"/>
      </a:lt1>
      <a:dk2>
        <a:srgbClr val="768394"/>
      </a:dk2>
      <a:lt2>
        <a:srgbClr val="F0F0F0"/>
      </a:lt2>
      <a:accent1>
        <a:srgbClr val="B4B4B4"/>
      </a:accent1>
      <a:accent2>
        <a:srgbClr val="7F7F7F"/>
      </a:accent2>
      <a:accent3>
        <a:srgbClr val="28B56A"/>
      </a:accent3>
      <a:accent4>
        <a:srgbClr val="50D890"/>
      </a:accent4>
      <a:accent5>
        <a:srgbClr val="716F73"/>
      </a:accent5>
      <a:accent6>
        <a:srgbClr val="464646"/>
      </a:accent6>
      <a:hlink>
        <a:srgbClr val="EFFFFB"/>
      </a:hlink>
      <a:folHlink>
        <a:srgbClr val="BFBFBF"/>
      </a:folHlink>
    </a:clrScheme>
    <a:fontScheme name="思源黑体 CN">
      <a:majorFont>
        <a:latin typeface="思源黑体 CN Heavy"/>
        <a:ea typeface="思源黑体 CN Medium"/>
        <a:cs typeface="Arial"/>
      </a:majorFont>
      <a:minorFont>
        <a:latin typeface="思源黑体 CN Normal"/>
        <a:ea typeface="思源黑体 CN Regular"/>
        <a:cs typeface="Arial"/>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effectLst>
          <a:outerShdw blurRad="1270000" sx="74000" sy="74000" algn="ctr" rotWithShape="0">
            <a:schemeClr val="tx1">
              <a:lumMod val="95000"/>
              <a:lumOff val="5000"/>
              <a:alpha val="40000"/>
            </a:schemeClr>
          </a:outerShdw>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notesSlide" Target="/ppt/notesSlides/notesSlide1.xml" Id="R0dccfa672dcf4cce" /><Relationship Type="http://schemas.openxmlformats.org/officeDocument/2006/relationships/slideLayout" Target="/ppt/slideLayouts/slideLayout11.xml" Id="R51e873af245a4af4" /></Relationships>
</file>

<file path=ppt/slides/_rels/slide2.xml.rels>&#65279;<?xml version="1.0" encoding="utf-8"?><Relationships xmlns="http://schemas.openxmlformats.org/package/2006/relationships"><Relationship Type="http://schemas.openxmlformats.org/officeDocument/2006/relationships/image" Target="/ppt/media/image2.bin" Id="R33534a8b432444cb" /><Relationship Type="http://schemas.openxmlformats.org/officeDocument/2006/relationships/notesSlide" Target="/ppt/notesSlides/notesSlide2.xml" Id="Redcfd4c32e454862" /><Relationship Type="http://schemas.openxmlformats.org/officeDocument/2006/relationships/slideLayout" Target="/ppt/slideLayouts/slideLayout5.xml" Id="R0f9f7d6c88c646d9" /></Relationships>
</file>

<file path=ppt/slides/_rels/slide3.xml.rels>&#65279;<?xml version="1.0" encoding="utf-8"?><Relationships xmlns="http://schemas.openxmlformats.org/package/2006/relationships"><Relationship Type="http://schemas.openxmlformats.org/officeDocument/2006/relationships/notesSlide" Target="/ppt/notesSlides/notesSlide3.xml" Id="Rd23e20cbf0d24b96" /><Relationship Type="http://schemas.openxmlformats.org/officeDocument/2006/relationships/slideLayout" Target="/ppt/slideLayouts/slideLayout2.xml" Id="R99057344d6004396" /></Relationships>
</file>

<file path=ppt/slides/_rels/slide4.xml.rels>&#65279;<?xml version="1.0" encoding="utf-8"?><Relationships xmlns="http://schemas.openxmlformats.org/package/2006/relationships"><Relationship Type="http://schemas.openxmlformats.org/officeDocument/2006/relationships/notesSlide" Target="/ppt/notesSlides/notesSlide4.xml" Id="R0932f9180e094d6e" /><Relationship Type="http://schemas.openxmlformats.org/officeDocument/2006/relationships/slideLayout" Target="/ppt/slideLayouts/slideLayout6.xml" Id="Rc4b209723c06446b" /></Relationships>
</file>

<file path=ppt/slides/_rels/slide5.xml.rels>&#65279;<?xml version="1.0" encoding="utf-8"?><Relationships xmlns="http://schemas.openxmlformats.org/package/2006/relationships"><Relationship Type="http://schemas.openxmlformats.org/officeDocument/2006/relationships/image" Target="/ppt/media/image3.bin" Id="Rd04100758e86486a" /><Relationship Type="http://schemas.openxmlformats.org/officeDocument/2006/relationships/image" Target="/ppt/media/image4.bin" Id="R7f014c16f88544de" /><Relationship Type="http://schemas.openxmlformats.org/officeDocument/2006/relationships/notesSlide" Target="/ppt/notesSlides/notesSlide5.xml" Id="Ra137273896324f96" /><Relationship Type="http://schemas.openxmlformats.org/officeDocument/2006/relationships/slideLayout" Target="/ppt/slideLayouts/slideLayout12.xml" Id="Rea3b60514dd34a28" /></Relationships>
</file>

<file path=ppt/slides/_rels/slide6.xml.rels>&#65279;<?xml version="1.0" encoding="utf-8"?><Relationships xmlns="http://schemas.openxmlformats.org/package/2006/relationships"><Relationship Type="http://schemas.openxmlformats.org/officeDocument/2006/relationships/notesSlide" Target="/ppt/notesSlides/notesSlide6.xml" Id="R4dca3de8270247f1" /><Relationship Type="http://schemas.openxmlformats.org/officeDocument/2006/relationships/slideLayout" Target="/ppt/slideLayouts/slideLayout6.xml" Id="R428fe3527372433d" /></Relationships>
</file>

<file path=ppt/slides/_rels/slide7.xml.rels>&#65279;<?xml version="1.0" encoding="utf-8"?><Relationships xmlns="http://schemas.openxmlformats.org/package/2006/relationships"><Relationship Type="http://schemas.openxmlformats.org/officeDocument/2006/relationships/notesSlide" Target="/ppt/notesSlides/notesSlide7.xml" Id="R6923f034646f447e" /><Relationship Type="http://schemas.openxmlformats.org/officeDocument/2006/relationships/slideLayout" Target="/ppt/slideLayouts/slideLayout6.xml" Id="R734651cf99de4bbd" /></Relationships>
</file>

<file path=ppt/slides/_rels/slide8.xml.rels>&#65279;<?xml version="1.0" encoding="utf-8"?><Relationships xmlns="http://schemas.openxmlformats.org/package/2006/relationships"><Relationship Type="http://schemas.openxmlformats.org/officeDocument/2006/relationships/notesSlide" Target="/ppt/notesSlides/notesSlide8.xml" Id="R157cfc953b524d1e" /><Relationship Type="http://schemas.openxmlformats.org/officeDocument/2006/relationships/slideLayout" Target="/ppt/slideLayouts/slideLayout8.xml" Id="R6485b5c74fd64c6a" /></Relationships>
</file>

<file path=ppt/slides/_rels/slide9.xml.rels>&#65279;<?xml version="1.0" encoding="utf-8"?><Relationships xmlns="http://schemas.openxmlformats.org/package/2006/relationships"><Relationship Type="http://schemas.openxmlformats.org/officeDocument/2006/relationships/notesSlide" Target="/ppt/notesSlides/notesSlide9.xml" Id="R4e77d8d08f3544ce" /><Relationship Type="http://schemas.openxmlformats.org/officeDocument/2006/relationships/slideLayout" Target="/ppt/slideLayouts/slideLayout2.xml" Id="R8ef3acf06e9c42ee" /></Relationships>
</file>

<file path=ppt/slides/_rels/slide10.xml.rels>&#65279;<?xml version="1.0" encoding="utf-8"?><Relationships xmlns="http://schemas.openxmlformats.org/package/2006/relationships"><Relationship Type="http://schemas.openxmlformats.org/officeDocument/2006/relationships/notesSlide" Target="/ppt/notesSlides/notesSlide10.xml" Id="R61735ef287684c26" /><Relationship Type="http://schemas.openxmlformats.org/officeDocument/2006/relationships/slideLayout" Target="/ppt/slideLayouts/slideLayout6.xml" Id="R605378ef905b4c2a" /></Relationships>
</file>

<file path=ppt/slides/_rels/slide11.xml.rels>&#65279;<?xml version="1.0" encoding="utf-8"?><Relationships xmlns="http://schemas.openxmlformats.org/package/2006/relationships"><Relationship Type="http://schemas.openxmlformats.org/officeDocument/2006/relationships/notesSlide" Target="/ppt/notesSlides/notesSlide11.xml" Id="Re5039029d1404299" /><Relationship Type="http://schemas.openxmlformats.org/officeDocument/2006/relationships/slideLayout" Target="/ppt/slideLayouts/slideLayout6.xml" Id="Rfed032c93e304b74" /></Relationships>
</file>

<file path=ppt/slides/_rels/slide12.xml.rels>&#65279;<?xml version="1.0" encoding="utf-8"?><Relationships xmlns="http://schemas.openxmlformats.org/package/2006/relationships"><Relationship Type="http://schemas.openxmlformats.org/officeDocument/2006/relationships/image" Target="/ppt/media/image5.bin" Id="R8431839ebfba4428" /><Relationship Type="http://schemas.openxmlformats.org/officeDocument/2006/relationships/image" Target="/ppt/media/image6.bin" Id="R80a2f4e9bdf444e4" /><Relationship Type="http://schemas.openxmlformats.org/officeDocument/2006/relationships/image" Target="/ppt/media/image7.bin" Id="R063c8647809541cb" /><Relationship Type="http://schemas.openxmlformats.org/officeDocument/2006/relationships/image" Target="/ppt/media/image8.bin" Id="Rd55545fc97634f86" /><Relationship Type="http://schemas.openxmlformats.org/officeDocument/2006/relationships/image" Target="/ppt/media/image9.bin" Id="Rc7b9969063dd4a5b" /><Relationship Type="http://schemas.openxmlformats.org/officeDocument/2006/relationships/notesSlide" Target="/ppt/notesSlides/notesSlide12.xml" Id="Radb84eaaab834538" /><Relationship Type="http://schemas.openxmlformats.org/officeDocument/2006/relationships/slideLayout" Target="/ppt/slideLayouts/slideLayout3.xml" Id="Rd6e6f1757fc34c30" /></Relationships>
</file>

<file path=ppt/slides/_rels/slide13.xml.rels>&#65279;<?xml version="1.0" encoding="utf-8"?><Relationships xmlns="http://schemas.openxmlformats.org/package/2006/relationships"><Relationship Type="http://schemas.openxmlformats.org/officeDocument/2006/relationships/notesSlide" Target="/ppt/notesSlides/notesSlide13.xml" Id="R382f3dfea1dd4c34" /><Relationship Type="http://schemas.openxmlformats.org/officeDocument/2006/relationships/slideLayout" Target="/ppt/slideLayouts/slideLayout10.xml" Id="R92354ae4200d498e" /></Relationships>
</file>

<file path=ppt/slides/_rels/slide14.xml.rels>&#65279;<?xml version="1.0" encoding="utf-8"?><Relationships xmlns="http://schemas.openxmlformats.org/package/2006/relationships"><Relationship Type="http://schemas.openxmlformats.org/officeDocument/2006/relationships/notesSlide" Target="/ppt/notesSlides/notesSlide14.xml" Id="R4536f0e1b5394360" /><Relationship Type="http://schemas.openxmlformats.org/officeDocument/2006/relationships/slideLayout" Target="/ppt/slideLayouts/slideLayout6.xml" Id="Ra1667d69273d472f" /></Relationships>
</file>

<file path=ppt/slides/_rels/slide15.xml.rels>&#65279;<?xml version="1.0" encoding="utf-8"?><Relationships xmlns="http://schemas.openxmlformats.org/package/2006/relationships"><Relationship Type="http://schemas.openxmlformats.org/officeDocument/2006/relationships/notesSlide" Target="/ppt/notesSlides/notesSlide15.xml" Id="R994b516c00244b9f" /><Relationship Type="http://schemas.openxmlformats.org/officeDocument/2006/relationships/slideLayout" Target="/ppt/slideLayouts/slideLayout6.xml" Id="Rf7b5ba0288204a0c" /></Relationships>
</file>

<file path=ppt/slides/_rels/slide16.xml.rels>&#65279;<?xml version="1.0" encoding="utf-8"?><Relationships xmlns="http://schemas.openxmlformats.org/package/2006/relationships"><Relationship Type="http://schemas.openxmlformats.org/officeDocument/2006/relationships/notesSlide" Target="/ppt/notesSlides/notesSlide16.xml" Id="Rcccb9044d98e4e1f" /><Relationship Type="http://schemas.openxmlformats.org/officeDocument/2006/relationships/slideLayout" Target="/ppt/slideLayouts/slideLayout2.xml" Id="R517868d803d249d5" /></Relationships>
</file>

<file path=ppt/slides/_rels/slide17.xml.rels>&#65279;<?xml version="1.0" encoding="utf-8"?><Relationships xmlns="http://schemas.openxmlformats.org/package/2006/relationships"><Relationship Type="http://schemas.openxmlformats.org/officeDocument/2006/relationships/notesSlide" Target="/ppt/notesSlides/notesSlide17.xml" Id="R96907ded72074a44" /><Relationship Type="http://schemas.openxmlformats.org/officeDocument/2006/relationships/slideLayout" Target="/ppt/slideLayouts/slideLayout6.xml" Id="Rea55901f6003489b" /></Relationships>
</file>

<file path=ppt/slides/_rels/slide18.xml.rels>&#65279;<?xml version="1.0" encoding="utf-8"?><Relationships xmlns="http://schemas.openxmlformats.org/package/2006/relationships"><Relationship Type="http://schemas.openxmlformats.org/officeDocument/2006/relationships/image" Target="/ppt/media/image10.bin" Id="Rcc9887b7dd70451c" /><Relationship Type="http://schemas.openxmlformats.org/officeDocument/2006/relationships/image" Target="/ppt/media/image11.bin" Id="Rd3d7ec6144204a37" /><Relationship Type="http://schemas.openxmlformats.org/officeDocument/2006/relationships/image" Target="/ppt/media/image12.bin" Id="Rf0f184d6217f4c57" /><Relationship Type="http://schemas.openxmlformats.org/officeDocument/2006/relationships/image" Target="/ppt/media/image13.bin" Id="R674f1fdbce054d15" /><Relationship Type="http://schemas.microsoft.com/office/2007/relationships/hdphoto" Target="/ppt/slides/udata/data.wdp" Id="Rb8d5dd0939404810" /><Relationship Type="http://schemas.microsoft.com/office/2007/relationships/hdphoto" Target="/ppt/slides/udata/data2.wdp" Id="R2ad5487a4a8846d1" /><Relationship Type="http://schemas.microsoft.com/office/2007/relationships/hdphoto" Target="/ppt/slides/udata/data3.wdp" Id="R0fa4d7f9ba8445e5" /><Relationship Type="http://schemas.openxmlformats.org/officeDocument/2006/relationships/notesSlide" Target="/ppt/notesSlides/notesSlide18.xml" Id="Reeb5c2f783424266" /><Relationship Type="http://schemas.openxmlformats.org/officeDocument/2006/relationships/slideLayout" Target="/ppt/slideLayouts/slideLayout1.xml" Id="R1ccca415fdfb43f0" /></Relationships>
</file>

<file path=ppt/slides/_rels/slide19.xml.rels>&#65279;<?xml version="1.0" encoding="utf-8"?><Relationships xmlns="http://schemas.openxmlformats.org/package/2006/relationships"><Relationship Type="http://schemas.openxmlformats.org/officeDocument/2006/relationships/image" Target="/ppt/media/image14.bin" Id="Ra8822abed812474d" /><Relationship Type="http://schemas.openxmlformats.org/officeDocument/2006/relationships/notesSlide" Target="/ppt/notesSlides/notesSlide19.xml" Id="R0af0b21db15645bc" /><Relationship Type="http://schemas.openxmlformats.org/officeDocument/2006/relationships/slideLayout" Target="/ppt/slideLayouts/slideLayout7.xml" Id="R12cba08d5eda49f8" /></Relationships>
</file>

<file path=ppt/slides/_rels/slide20.xml.rels>&#65279;<?xml version="1.0" encoding="utf-8"?><Relationships xmlns="http://schemas.openxmlformats.org/package/2006/relationships"><Relationship Type="http://schemas.openxmlformats.org/officeDocument/2006/relationships/notesSlide" Target="/ppt/notesSlides/notesSlide20.xml" Id="Rbe4e08ca3a0a40da" /><Relationship Type="http://schemas.openxmlformats.org/officeDocument/2006/relationships/slideLayout" Target="/ppt/slideLayouts/slideLayout6.xml" Id="Rc97759a8151141d6" /></Relationships>
</file>

<file path=ppt/slides/_rels/slide21.xml.rels>&#65279;<?xml version="1.0" encoding="utf-8"?><Relationships xmlns="http://schemas.openxmlformats.org/package/2006/relationships"><Relationship Type="http://schemas.openxmlformats.org/officeDocument/2006/relationships/notesSlide" Target="/ppt/notesSlides/notesSlide21.xml" Id="R1352a391277249ed" /><Relationship Type="http://schemas.openxmlformats.org/officeDocument/2006/relationships/slideLayout" Target="/ppt/slideLayouts/slideLayout2.xml" Id="R5f12d3d18d874b9a" /></Relationships>
</file>

<file path=ppt/slides/_rels/slide22.xml.rels>&#65279;<?xml version="1.0" encoding="utf-8"?><Relationships xmlns="http://schemas.openxmlformats.org/package/2006/relationships"><Relationship Type="http://schemas.openxmlformats.org/officeDocument/2006/relationships/notesSlide" Target="/ppt/notesSlides/notesSlide22.xml" Id="Ra7485a22ab7243df" /><Relationship Type="http://schemas.openxmlformats.org/officeDocument/2006/relationships/slideLayout" Target="/ppt/slideLayouts/slideLayout6.xml" Id="R4cf66638335a46ee" /></Relationships>
</file>

<file path=ppt/slides/_rels/slide23.xml.rels>&#65279;<?xml version="1.0" encoding="utf-8"?><Relationships xmlns="http://schemas.openxmlformats.org/package/2006/relationships"><Relationship Type="http://schemas.openxmlformats.org/officeDocument/2006/relationships/notesSlide" Target="/ppt/notesSlides/notesSlide23.xml" Id="R7c839308476f4368" /><Relationship Type="http://schemas.openxmlformats.org/officeDocument/2006/relationships/slideLayout" Target="/ppt/slideLayouts/slideLayout6.xml" Id="R86aa333e6a2f4a94" /></Relationships>
</file>

<file path=ppt/slides/_rels/slide24.xml.rels>&#65279;<?xml version="1.0" encoding="utf-8"?><Relationships xmlns="http://schemas.openxmlformats.org/package/2006/relationships"><Relationship Type="http://schemas.openxmlformats.org/officeDocument/2006/relationships/notesSlide" Target="/ppt/notesSlides/notesSlide24.xml" Id="R064247c47f8b49d1" /><Relationship Type="http://schemas.openxmlformats.org/officeDocument/2006/relationships/slideLayout" Target="/ppt/slideLayouts/slideLayout11.xml" Id="R8bd1dae72bfe41d2" /></Relationships>
</file>

<file path=ppt/slides/_rels/slide25.xml.rels>&#65279;<?xml version="1.0" encoding="utf-8"?><Relationships xmlns="http://schemas.openxmlformats.org/package/2006/relationships"><Relationship Type="http://schemas.openxmlformats.org/officeDocument/2006/relationships/hyperlink" Target="https://pptsupermarket.com/customizes" TargetMode="External" Id="R62e4fee752a64a2ea4b58f813ebaf450" /><Relationship Type="http://schemas.openxmlformats.org/officeDocument/2006/relationships/image" Target="/ppt/media/image15.bin" Id="R43d18b4731b94caf" /><Relationship Type="http://schemas.openxmlformats.org/officeDocument/2006/relationships/image" Target="/ppt/media/image16.bin" Id="R4b297af228fb4c2e" /><Relationship Type="http://schemas.openxmlformats.org/officeDocument/2006/relationships/image" Target="/ppt/media/image17.bin" Id="R18f9715a44bc4caa" /><Relationship Type="http://schemas.openxmlformats.org/officeDocument/2006/relationships/customXml" Target="/ppt/customXML/item.xml" Id="R64b24f90a5164ffc" /><Relationship Type="http://schemas.openxmlformats.org/officeDocument/2006/relationships/customXml" Target="/ppt/customXML/item2.xml" Id="Rd3f47edf9cc34d6b" /><Relationship Type="http://schemas.openxmlformats.org/officeDocument/2006/relationships/slideLayout" Target="/ppt/slideLayouts/slideLayout1.xml" Id="Re510b7e7ad0949f4" /></Relationships>
</file>

<file path=ppt/slides/_rels/slide26.xml.rels>&#65279;<?xml version="1.0" encoding="utf-8"?><Relationships xmlns="http://schemas.openxmlformats.org/package/2006/relationships"><Relationship Type="http://schemas.openxmlformats.org/officeDocument/2006/relationships/hyperlink" Target="https://www.pptsupermarket.com/" TargetMode="External" Id="Rb446f86f4fc14501af6659d884c50501" /><Relationship Type="http://schemas.openxmlformats.org/officeDocument/2006/relationships/image" Target="/ppt/media/image18.bin" Id="R7f9a24d08d61427a" /><Relationship Type="http://schemas.openxmlformats.org/officeDocument/2006/relationships/image" Target="/ppt/media/image19.bin" Id="Rd4bc11ac52fb4e16" /><Relationship Type="http://schemas.openxmlformats.org/officeDocument/2006/relationships/image" Target="/ppt/media/image20.bin" Id="R4ac2430189ff421e" /><Relationship Type="http://schemas.openxmlformats.org/officeDocument/2006/relationships/image" Target="/ppt/media/image16.bin" Id="Rf8ae7be970014278" /><Relationship Type="http://schemas.openxmlformats.org/officeDocument/2006/relationships/image" Target="/ppt/media/image21.bin" Id="R68eba98ddd604878" /><Relationship Type="http://schemas.openxmlformats.org/officeDocument/2006/relationships/image" Target="/ppt/media/image22.bin" Id="R4de1470776754a18" /><Relationship Type="http://schemas.openxmlformats.org/officeDocument/2006/relationships/image" Target="/ppt/media/image17.bin" Id="Rb691d6e43e654706" /><Relationship Type="http://schemas.openxmlformats.org/officeDocument/2006/relationships/customXml" Target="/ppt/customXML/item3.xml" Id="R2599bcac8ff24ca7" /><Relationship Type="http://schemas.openxmlformats.org/officeDocument/2006/relationships/customXml" Target="/ppt/customXML/item4.xml" Id="R1b01d96592be4b29" /><Relationship Type="http://schemas.openxmlformats.org/officeDocument/2006/relationships/customXml" Target="/ppt/customXML/item5.xml" Id="R36bb2dca9ca94297" /><Relationship Type="http://schemas.openxmlformats.org/officeDocument/2006/relationships/slideLayout" Target="/ppt/slideLayouts/slideLayout1.xml" Id="R005d9b5cf7c24e13" /></Relationships>
</file>

<file path=ppt/slides/_rels/slide27.xml.rels>&#65279;<?xml version="1.0" encoding="utf-8"?><Relationships xmlns="http://schemas.openxmlformats.org/package/2006/relationships"><Relationship Type="http://schemas.openxmlformats.org/officeDocument/2006/relationships/image" Target="/ppt/media/image23.bin" Id="Rad2988dc0d69408d" /><Relationship Type="http://schemas.openxmlformats.org/officeDocument/2006/relationships/image" Target="/ppt/media/image24.bin" Id="R6eb4839abdf648e5" /><Relationship Type="http://schemas.openxmlformats.org/officeDocument/2006/relationships/image" Target="/ppt/media/image22.bin" Id="R5a852e539a1948c5" /><Relationship Type="http://schemas.openxmlformats.org/officeDocument/2006/relationships/image" Target="/ppt/media/image25.bin" Id="R5725735b758f4171" /><Relationship Type="http://schemas.openxmlformats.org/officeDocument/2006/relationships/customXml" Target="/ppt/customXML/item6.xml" Id="R5002465dee2049c0" /><Relationship Type="http://schemas.openxmlformats.org/officeDocument/2006/relationships/customXml" Target="/ppt/customXML/item7.xml" Id="Rfc1aa318f3e544d3" /><Relationship Type="http://schemas.openxmlformats.org/officeDocument/2006/relationships/customXml" Target="/ppt/customXML/item8.xml" Id="R9afe8e2b7ab64dbf" /><Relationship Type="http://schemas.openxmlformats.org/officeDocument/2006/relationships/slideLayout" Target="/ppt/slideLayouts/slideLayout4.xml" Id="Rb4aa87cf8ea74b9d" /></Relationships>
</file>

<file path=ppt/slides/_rels/slide28.xml.rels>&#65279;<?xml version="1.0" encoding="utf-8"?><Relationships xmlns="http://schemas.openxmlformats.org/package/2006/relationships"><Relationship Type="http://schemas.openxmlformats.org/officeDocument/2006/relationships/hyperlink" Target="https://www.100font.com/thread-118.htm" TargetMode="External" Id="R92618a3689cc4fbf897e7898aea7aa24" /><Relationship Type="http://schemas.openxmlformats.org/officeDocument/2006/relationships/hyperlink" Target="https://storyset.com/" TargetMode="External" Id="Ra4e1c165dab348a492e00121b62fd453" /><Relationship Type="http://schemas.openxmlformats.org/officeDocument/2006/relationships/slideLayout" Target="/ppt/slideLayouts/slideLayout1.xml" Id="R07f6857eafb34ab5" /></Relationships>
</file>

<file path=ppt/slides/_rels/slide29.xml.rels>&#65279;<?xml version="1.0" encoding="utf-8"?><Relationships xmlns="http://schemas.openxmlformats.org/package/2006/relationships"><Relationship Type="http://schemas.openxmlformats.org/officeDocument/2006/relationships/hyperlink" Target="https://pptsupermarket.com/customizes" TargetMode="External" Id="Ra72b363c3c464448969a4cfdcde267bc" /><Relationship Type="http://schemas.openxmlformats.org/officeDocument/2006/relationships/image" Target="/ppt/media/image15.bin" Id="R79cb6fbfb9bd4291" /><Relationship Type="http://schemas.openxmlformats.org/officeDocument/2006/relationships/image" Target="/ppt/media/image16.bin" Id="R2d392fa2f1794f99" /><Relationship Type="http://schemas.openxmlformats.org/officeDocument/2006/relationships/image" Target="/ppt/media/image17.bin" Id="R6e81a43982dd49a0" /><Relationship Type="http://schemas.openxmlformats.org/officeDocument/2006/relationships/customXml" Target="/ppt/customXML/item9.xml" Id="R497d5c11f5c848f8" /><Relationship Type="http://schemas.openxmlformats.org/officeDocument/2006/relationships/customXml" Target="/ppt/customXML/item10.xml" Id="R4c9b3df759a34927" /><Relationship Type="http://schemas.openxmlformats.org/officeDocument/2006/relationships/slideLayout" Target="/ppt/slideLayouts/slideLayout1.xml" Id="Re24e23e910634f6f" /></Relationships>
</file>

<file path=ppt/slides/_rels/slide30.xml.rels>&#65279;<?xml version="1.0" encoding="utf-8"?><Relationships xmlns="http://schemas.openxmlformats.org/package/2006/relationships"><Relationship Type="http://schemas.openxmlformats.org/officeDocument/2006/relationships/hyperlink" Target="https://www.pptsupermarket.com/" TargetMode="External" Id="Re720e12526ff4b51b051fa052319fd0b" /><Relationship Type="http://schemas.openxmlformats.org/officeDocument/2006/relationships/image" Target="/ppt/media/image18.bin" Id="Rc7fb084a01ff472b" /><Relationship Type="http://schemas.openxmlformats.org/officeDocument/2006/relationships/image" Target="/ppt/media/image19.bin" Id="R68c012fa45d74046" /><Relationship Type="http://schemas.openxmlformats.org/officeDocument/2006/relationships/image" Target="/ppt/media/image20.bin" Id="Rd5f3b66367154e5b" /><Relationship Type="http://schemas.openxmlformats.org/officeDocument/2006/relationships/image" Target="/ppt/media/image16.bin" Id="R7ab0fca271ef4d9c" /><Relationship Type="http://schemas.openxmlformats.org/officeDocument/2006/relationships/image" Target="/ppt/media/image21.bin" Id="R1ac64c9d2cb544f1" /><Relationship Type="http://schemas.openxmlformats.org/officeDocument/2006/relationships/image" Target="/ppt/media/image22.bin" Id="R0d0d24642220460a" /><Relationship Type="http://schemas.openxmlformats.org/officeDocument/2006/relationships/image" Target="/ppt/media/image17.bin" Id="R4c6d63bab5a040ed" /><Relationship Type="http://schemas.openxmlformats.org/officeDocument/2006/relationships/customXml" Target="/ppt/customXML/item11.xml" Id="R9344e39e61c54151" /><Relationship Type="http://schemas.openxmlformats.org/officeDocument/2006/relationships/customXml" Target="/ppt/customXML/item12.xml" Id="R920d694a934c4c5c" /><Relationship Type="http://schemas.openxmlformats.org/officeDocument/2006/relationships/customXml" Target="/ppt/customXML/item13.xml" Id="R79cfadab45a84ab6" /><Relationship Type="http://schemas.openxmlformats.org/officeDocument/2006/relationships/slideLayout" Target="/ppt/slideLayouts/slideLayout1.xml" Id="Reef501bbfffb4a66" /></Relationships>
</file>

<file path=ppt/slides/_rels/slide31.xml.rels>&#65279;<?xml version="1.0" encoding="utf-8"?><Relationships xmlns="http://schemas.openxmlformats.org/package/2006/relationships"><Relationship Type="http://schemas.openxmlformats.org/officeDocument/2006/relationships/image" Target="/ppt/media/image23.bin" Id="Ra9191794fb754f3b" /><Relationship Type="http://schemas.openxmlformats.org/officeDocument/2006/relationships/image" Target="/ppt/media/image24.bin" Id="Rbbb10a12784d4652" /><Relationship Type="http://schemas.openxmlformats.org/officeDocument/2006/relationships/image" Target="/ppt/media/image22.bin" Id="Rcabca3ae725e40c2" /><Relationship Type="http://schemas.openxmlformats.org/officeDocument/2006/relationships/image" Target="/ppt/media/image25.bin" Id="Re6752b887ebb47a1" /><Relationship Type="http://schemas.openxmlformats.org/officeDocument/2006/relationships/customXml" Target="/ppt/customXML/item14.xml" Id="R312fedaea0944c15" /><Relationship Type="http://schemas.openxmlformats.org/officeDocument/2006/relationships/customXml" Target="/ppt/customXML/item15.xml" Id="R8ef1a2da238a4e0e" /><Relationship Type="http://schemas.openxmlformats.org/officeDocument/2006/relationships/customXml" Target="/ppt/customXML/item16.xml" Id="Rae7314c5c85a4548" /><Relationship Type="http://schemas.openxmlformats.org/officeDocument/2006/relationships/slideLayout" Target="/ppt/slideLayouts/slideLayout4.xml" Id="Re74c3a09fa974cbd" /></Relationships>
</file>

<file path=ppt/slides/_rels/slide32.xml.rels>&#65279;<?xml version="1.0" encoding="utf-8"?><Relationships xmlns="http://schemas.openxmlformats.org/package/2006/relationships"><Relationship Type="http://schemas.openxmlformats.org/officeDocument/2006/relationships/hyperlink" Target="https://www.100font.com/thread-118.htm" TargetMode="External" Id="Rb2a3cd61d58148288dfa648a91595862" /><Relationship Type="http://schemas.openxmlformats.org/officeDocument/2006/relationships/hyperlink" Target="https://storyset.com/" TargetMode="External" Id="R5558d264bf5b444b8ddb622e6c42d971" /><Relationship Type="http://schemas.openxmlformats.org/officeDocument/2006/relationships/slideLayout" Target="/ppt/slideLayouts/slideLayout1.xml" Id="R37dea138667f4593"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文本框 71">
            <a:extLst>
              <a:ext uri="{FF2B5EF4-FFF2-40B4-BE49-F238E27FC236}">
                <a16:creationId xmlns:a16="http://schemas.microsoft.com/office/drawing/2014/main" id="{87D15155-5814-4A46-A0BD-29C7F7CFE300}"/>
              </a:ext>
            </a:extLst>
          </p:cNvPr>
          <p:cNvSpPr txBox="1"/>
          <p:nvPr/>
        </p:nvSpPr>
        <p:spPr>
          <a:xfrm>
            <a:off x="10475625" y="424049"/>
            <a:ext cx="1337226" cy="369332"/>
          </a:xfrm>
          <a:prstGeom prst="rect">
            <a:avLst/>
          </a:prstGeom>
          <a:noFill/>
          <a:ln>
            <a:solidFill>
              <a:schemeClr val="bg2">
                <a:lumMod val="90000"/>
              </a:schemeClr>
            </a:solidFill>
          </a:ln>
        </p:spPr>
        <p:txBody>
          <a:bodyPr wrap="none" rtlCol="0" anchor="b">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1800" b="1" i="0" u="none" strike="noStrike" kern="1200" cap="none" spc="-150" normalizeH="0" baseline="0" noProof="0">
                <a:ln>
                  <a:noFill/>
                </a:ln>
                <a:solidFill>
                  <a:srgbClr val="000000">
                    <a:lumMod val="65000"/>
                    <a:lumOff val="35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LOGO</a:t>
            </a:r>
            <a:r>
              <a:rPr kumimoji="0" lang="en-US" altLang="zh-CN" sz="1800" b="0" i="0" u="none" strike="noStrike" kern="1200" cap="none" spc="-150" normalizeH="0" baseline="0" noProof="0">
                <a:ln>
                  <a:noFill/>
                </a:ln>
                <a:solidFill>
                  <a:srgbClr val="000000">
                    <a:lumMod val="65000"/>
                    <a:lumOff val="35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 HERE</a:t>
            </a:r>
            <a:endParaRPr kumimoji="0" lang="zh-CN" altLang="en-US" sz="1800" b="0" i="0" u="none" strike="noStrike" kern="1200" cap="none" spc="-150" normalizeH="0" baseline="0" noProof="0">
              <a:ln>
                <a:noFill/>
              </a:ln>
              <a:solidFill>
                <a:srgbClr val="000000">
                  <a:lumMod val="65000"/>
                  <a:lumOff val="35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nvGrpSpPr>
          <p:cNvPr id="18" name="组合 17">
            <a:extLst>
              <a:ext uri="{FF2B5EF4-FFF2-40B4-BE49-F238E27FC236}">
                <a16:creationId xmlns:a16="http://schemas.microsoft.com/office/drawing/2014/main" id="{A6AA349F-2A58-4236-8ACB-30E17EC7A259}"/>
              </a:ext>
            </a:extLst>
          </p:cNvPr>
          <p:cNvGrpSpPr/>
          <p:nvPr/>
        </p:nvGrpSpPr>
        <p:grpSpPr>
          <a:xfrm>
            <a:off x="3201842" y="2789999"/>
            <a:ext cx="5513691" cy="1641113"/>
            <a:chOff x="-9028440" y="2018148"/>
            <a:chExt cx="6534132" cy="1944841"/>
          </a:xfrm>
        </p:grpSpPr>
        <p:sp>
          <p:nvSpPr>
            <p:cNvPr id="21" name="矩形 20">
              <a:extLst>
                <a:ext uri="{FF2B5EF4-FFF2-40B4-BE49-F238E27FC236}">
                  <a16:creationId xmlns:a16="http://schemas.microsoft.com/office/drawing/2014/main" id="{8864E36B-12E7-494E-BEF8-7786A3D2219A}"/>
                </a:ext>
              </a:extLst>
            </p:cNvPr>
            <p:cNvSpPr/>
            <p:nvPr/>
          </p:nvSpPr>
          <p:spPr>
            <a:xfrm>
              <a:off x="-9028440" y="2018148"/>
              <a:ext cx="6534132" cy="1203636"/>
            </a:xfrm>
            <a:prstGeom prst="rect">
              <a:avLst/>
            </a:prstGeom>
            <a:noFill/>
          </p:spPr>
          <p:txBody>
            <a:bodyPr wrap="squar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6000" b="0" i="0" u="none" strike="noStrike" kern="1200" cap="none" spc="-150" normalizeH="0" baseline="0" noProof="0">
                  <a:ln>
                    <a:noFill/>
                  </a:ln>
                  <a:solidFill>
                    <a:srgbClr val="28B56A"/>
                  </a:solidFill>
                  <a:effectLst/>
                  <a:uLnTx/>
                  <a:uFillTx/>
                  <a:latin typeface="思源黑体 Medium" panose="020B0600000000000000" pitchFamily="34" charset="-122"/>
                  <a:ea typeface="思源黑体 Medium" panose="020B0600000000000000" pitchFamily="34" charset="-122"/>
                  <a:sym typeface="思源黑体 Light" panose="020B0300000000000000" pitchFamily="34" charset="-122"/>
                </a:rPr>
                <a:t>简约</a:t>
              </a:r>
              <a:r>
                <a:rPr kumimoji="0" lang="zh-CN" altLang="en-US" sz="6000" b="0" i="0" u="none" strike="noStrike" kern="1200" cap="none" spc="-150" normalizeH="0" baseline="0" noProof="0">
                  <a:ln>
                    <a:noFill/>
                  </a:ln>
                  <a:solidFill>
                    <a:srgbClr val="000000">
                      <a:lumMod val="65000"/>
                      <a:lumOff val="35000"/>
                    </a:srgbClr>
                  </a:solidFill>
                  <a:effectLst/>
                  <a:uLnTx/>
                  <a:uFillTx/>
                  <a:latin typeface="思源黑体 Medium" panose="020B0600000000000000" pitchFamily="34" charset="-122"/>
                  <a:ea typeface="思源黑体 Medium" panose="020B0600000000000000" pitchFamily="34" charset="-122"/>
                  <a:sym typeface="思源黑体 Light" panose="020B0300000000000000" pitchFamily="34" charset="-122"/>
                </a:rPr>
                <a:t>总结报告</a:t>
              </a:r>
            </a:p>
          </p:txBody>
        </p:sp>
        <p:sp>
          <p:nvSpPr>
            <p:cNvPr id="23" name="矩形 22">
              <a:extLst>
                <a:ext uri="{FF2B5EF4-FFF2-40B4-BE49-F238E27FC236}">
                  <a16:creationId xmlns:a16="http://schemas.microsoft.com/office/drawing/2014/main" id="{586D3739-835B-4288-9BD8-0172129DA639}"/>
                </a:ext>
              </a:extLst>
            </p:cNvPr>
            <p:cNvSpPr/>
            <p:nvPr/>
          </p:nvSpPr>
          <p:spPr>
            <a:xfrm>
              <a:off x="-7651817" y="3525303"/>
              <a:ext cx="4267055" cy="437686"/>
            </a:xfrm>
            <a:prstGeom prst="rect">
              <a:avLst/>
            </a:prstGeom>
          </p:spPr>
          <p:txBody>
            <a:bodyPr wrap="none">
              <a:spAutoFit/>
            </a:bodyPr>
            <a:lstStyle/>
            <a:p>
              <a:pPr marL="0" marR="0" lvl="0" indent="0" algn="r" defTabSz="457200" rtl="0" eaLnBrk="1" fontAlgn="auto"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solidFill>
                    <a:srgbClr val="000000">
                      <a:lumMod val="65000"/>
                      <a:lumOff val="35000"/>
                    </a:srgb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通用型商业工作总结汇报</a:t>
              </a:r>
              <a:r>
                <a:rPr kumimoji="0" lang="en-US" altLang="zh-CN" sz="1800" b="0" i="0" u="none" strike="noStrike" kern="1200" cap="none" spc="0" normalizeH="0" baseline="0" noProof="0">
                  <a:ln>
                    <a:noFill/>
                  </a:ln>
                  <a:solidFill>
                    <a:srgbClr val="000000">
                      <a:lumMod val="65000"/>
                      <a:lumOff val="35000"/>
                    </a:srgb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PPT</a:t>
              </a:r>
              <a:r>
                <a:rPr kumimoji="0" lang="zh-CN" altLang="en-US" sz="1800" b="0" i="0" u="none" strike="noStrike" kern="1200" cap="none" spc="0" normalizeH="0" baseline="0" noProof="0">
                  <a:ln>
                    <a:noFill/>
                  </a:ln>
                  <a:solidFill>
                    <a:srgbClr val="000000">
                      <a:lumMod val="65000"/>
                      <a:lumOff val="35000"/>
                    </a:srgb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模板</a:t>
              </a:r>
            </a:p>
          </p:txBody>
        </p:sp>
      </p:grpSp>
      <p:grpSp>
        <p:nvGrpSpPr>
          <p:cNvPr id="4" name="组合 3">
            <a:extLst>
              <a:ext uri="{FF2B5EF4-FFF2-40B4-BE49-F238E27FC236}">
                <a16:creationId xmlns:a16="http://schemas.microsoft.com/office/drawing/2014/main" id="{732B1860-64D0-4886-BFEC-69DD77E9D991}"/>
              </a:ext>
            </a:extLst>
          </p:cNvPr>
          <p:cNvGrpSpPr/>
          <p:nvPr/>
        </p:nvGrpSpPr>
        <p:grpSpPr>
          <a:xfrm>
            <a:off x="5007480" y="2026920"/>
            <a:ext cx="2008392" cy="399970"/>
            <a:chOff x="3635290" y="3374217"/>
            <a:chExt cx="4752772" cy="695112"/>
          </a:xfrm>
        </p:grpSpPr>
        <p:sp>
          <p:nvSpPr>
            <p:cNvPr id="24" name="任意多边形: 形状 23">
              <a:extLst>
                <a:ext uri="{FF2B5EF4-FFF2-40B4-BE49-F238E27FC236}">
                  <a16:creationId xmlns:a16="http://schemas.microsoft.com/office/drawing/2014/main" id="{138E889C-5D63-4309-B658-2D10B8FEC2E3}"/>
                </a:ext>
              </a:extLst>
            </p:cNvPr>
            <p:cNvSpPr/>
            <p:nvPr/>
          </p:nvSpPr>
          <p:spPr>
            <a:xfrm>
              <a:off x="5632064" y="3374217"/>
              <a:ext cx="2755998" cy="695112"/>
            </a:xfrm>
            <a:custGeom>
              <a:avLst/>
              <a:gdLst>
                <a:gd name="connsiteX0" fmla="*/ 500502 w 3143693"/>
                <a:gd name="connsiteY0" fmla="*/ 0 h 792895"/>
                <a:gd name="connsiteX1" fmla="*/ 3143693 w 3143693"/>
                <a:gd name="connsiteY1" fmla="*/ 0 h 792895"/>
                <a:gd name="connsiteX2" fmla="*/ 3143693 w 3143693"/>
                <a:gd name="connsiteY2" fmla="*/ 792895 h 792895"/>
                <a:gd name="connsiteX3" fmla="*/ 0 w 3143693"/>
                <a:gd name="connsiteY3" fmla="*/ 792895 h 792895"/>
                <a:gd name="connsiteX4" fmla="*/ 500502 w 3143693"/>
                <a:gd name="connsiteY4" fmla="*/ 0 h 792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3693" h="792895">
                  <a:moveTo>
                    <a:pt x="500502" y="0"/>
                  </a:moveTo>
                  <a:lnTo>
                    <a:pt x="3143693" y="0"/>
                  </a:lnTo>
                  <a:lnTo>
                    <a:pt x="3143693" y="792895"/>
                  </a:lnTo>
                  <a:lnTo>
                    <a:pt x="0" y="792895"/>
                  </a:lnTo>
                  <a:lnTo>
                    <a:pt x="500502" y="0"/>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5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25" name="任意多边形: 形状 24">
              <a:extLst>
                <a:ext uri="{FF2B5EF4-FFF2-40B4-BE49-F238E27FC236}">
                  <a16:creationId xmlns:a16="http://schemas.microsoft.com/office/drawing/2014/main" id="{06BC1ADA-556E-4A11-BBAB-245A8CAD1F29}"/>
                </a:ext>
              </a:extLst>
            </p:cNvPr>
            <p:cNvSpPr/>
            <p:nvPr/>
          </p:nvSpPr>
          <p:spPr>
            <a:xfrm>
              <a:off x="3635290" y="3374217"/>
              <a:ext cx="2435552" cy="695112"/>
            </a:xfrm>
            <a:custGeom>
              <a:avLst/>
              <a:gdLst>
                <a:gd name="connsiteX0" fmla="*/ 0 w 2778169"/>
                <a:gd name="connsiteY0" fmla="*/ 0 h 792895"/>
                <a:gd name="connsiteX1" fmla="*/ 2778169 w 2778169"/>
                <a:gd name="connsiteY1" fmla="*/ 0 h 792895"/>
                <a:gd name="connsiteX2" fmla="*/ 2277667 w 2778169"/>
                <a:gd name="connsiteY2" fmla="*/ 792895 h 792895"/>
                <a:gd name="connsiteX3" fmla="*/ 0 w 2778169"/>
                <a:gd name="connsiteY3" fmla="*/ 792895 h 792895"/>
                <a:gd name="connsiteX4" fmla="*/ 0 w 2778169"/>
                <a:gd name="connsiteY4" fmla="*/ 0 h 792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8169" h="792895">
                  <a:moveTo>
                    <a:pt x="0" y="0"/>
                  </a:moveTo>
                  <a:lnTo>
                    <a:pt x="2778169" y="0"/>
                  </a:lnTo>
                  <a:lnTo>
                    <a:pt x="2277667" y="792895"/>
                  </a:lnTo>
                  <a:lnTo>
                    <a:pt x="0" y="792895"/>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5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26" name="矩形 25">
              <a:extLst>
                <a:ext uri="{FF2B5EF4-FFF2-40B4-BE49-F238E27FC236}">
                  <a16:creationId xmlns:a16="http://schemas.microsoft.com/office/drawing/2014/main" id="{7113F0B3-4043-4A70-941F-E1F19457A7ED}"/>
                </a:ext>
              </a:extLst>
            </p:cNvPr>
            <p:cNvSpPr/>
            <p:nvPr/>
          </p:nvSpPr>
          <p:spPr>
            <a:xfrm>
              <a:off x="3756266" y="3516368"/>
              <a:ext cx="4359758" cy="441283"/>
            </a:xfrm>
            <a:prstGeom prst="rect">
              <a:avLst/>
            </a:prstGeom>
            <a:noFill/>
          </p:spPr>
          <p:txBody>
            <a:bodyPr wrap="squar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1050" b="0" i="0" u="none" strike="noStrike" kern="1200" cap="none" spc="0" normalizeH="0" baseline="0" noProof="0">
                  <a:ln>
                    <a:noFill/>
                  </a:ln>
                  <a:solidFill>
                    <a:srgbClr val="FFFFFF"/>
                  </a:solidFill>
                  <a:effectLst/>
                  <a:uLnTx/>
                  <a:uFillTx/>
                  <a:latin typeface="思源黑体 Medium" panose="020B0600000000000000" pitchFamily="34" charset="-122"/>
                  <a:ea typeface="思源黑体 Medium" panose="020B0600000000000000" pitchFamily="34" charset="-122"/>
                  <a:sym typeface="思源黑体 Light" panose="020B0300000000000000" pitchFamily="34" charset="-122"/>
                </a:rPr>
                <a:t>STANDARD      TEMPLATE</a:t>
              </a:r>
              <a:endParaRPr kumimoji="0" lang="zh-CN" altLang="en-US" sz="1050" b="0" i="0" u="none" strike="noStrike" kern="1200" cap="none" spc="0" normalizeH="0" baseline="0" noProof="0">
                <a:ln>
                  <a:noFill/>
                </a:ln>
                <a:solidFill>
                  <a:srgbClr val="FFFFFF"/>
                </a:solidFill>
                <a:effectLst/>
                <a:uLnTx/>
                <a:uFillTx/>
                <a:latin typeface="思源黑体 Medium" panose="020B0600000000000000" pitchFamily="34" charset="-122"/>
                <a:ea typeface="思源黑体 Medium" panose="020B0600000000000000" pitchFamily="34" charset="-122"/>
                <a:sym typeface="思源黑体 Light" panose="020B0300000000000000" pitchFamily="34" charset="-122"/>
              </a:endParaRPr>
            </a:p>
          </p:txBody>
        </p:sp>
      </p:grpSp>
      <p:grpSp>
        <p:nvGrpSpPr>
          <p:cNvPr id="10" name="组合 9">
            <a:extLst>
              <a:ext uri="{FF2B5EF4-FFF2-40B4-BE49-F238E27FC236}">
                <a16:creationId xmlns:a16="http://schemas.microsoft.com/office/drawing/2014/main" id="{3ACEC488-536B-4B00-A968-8DBC87504488}"/>
              </a:ext>
            </a:extLst>
          </p:cNvPr>
          <p:cNvGrpSpPr/>
          <p:nvPr/>
        </p:nvGrpSpPr>
        <p:grpSpPr>
          <a:xfrm>
            <a:off x="9875652" y="1295659"/>
            <a:ext cx="1427331" cy="462569"/>
            <a:chOff x="-2968846" y="3387348"/>
            <a:chExt cx="1427330" cy="462569"/>
          </a:xfrm>
        </p:grpSpPr>
        <p:grpSp>
          <p:nvGrpSpPr>
            <p:cNvPr id="9" name="组合 8">
              <a:extLst>
                <a:ext uri="{FF2B5EF4-FFF2-40B4-BE49-F238E27FC236}">
                  <a16:creationId xmlns:a16="http://schemas.microsoft.com/office/drawing/2014/main" id="{1E862A97-1269-4258-B493-B210CC81344E}"/>
                </a:ext>
              </a:extLst>
            </p:cNvPr>
            <p:cNvGrpSpPr/>
            <p:nvPr/>
          </p:nvGrpSpPr>
          <p:grpSpPr>
            <a:xfrm>
              <a:off x="-2237577" y="3387348"/>
              <a:ext cx="696061" cy="462569"/>
              <a:chOff x="-3295650" y="2900410"/>
              <a:chExt cx="696061" cy="462569"/>
            </a:xfrm>
          </p:grpSpPr>
          <p:sp>
            <p:nvSpPr>
              <p:cNvPr id="5" name="椭圆 4">
                <a:extLst>
                  <a:ext uri="{FF2B5EF4-FFF2-40B4-BE49-F238E27FC236}">
                    <a16:creationId xmlns:a16="http://schemas.microsoft.com/office/drawing/2014/main" id="{0F9BB26E-D8BB-40B4-A8AE-EEB2A1B06591}"/>
                  </a:ext>
                </a:extLst>
              </p:cNvPr>
              <p:cNvSpPr/>
              <p:nvPr/>
            </p:nvSpPr>
            <p:spPr>
              <a:xfrm>
                <a:off x="-3295650" y="290041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0" name="椭圆 29">
                <a:extLst>
                  <a:ext uri="{FF2B5EF4-FFF2-40B4-BE49-F238E27FC236}">
                    <a16:creationId xmlns:a16="http://schemas.microsoft.com/office/drawing/2014/main" id="{7E207599-9DDC-4F1A-914A-7383A5A99611}"/>
                  </a:ext>
                </a:extLst>
              </p:cNvPr>
              <p:cNvSpPr/>
              <p:nvPr/>
            </p:nvSpPr>
            <p:spPr>
              <a:xfrm>
                <a:off x="-3202744" y="290041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1" name="椭圆 30">
                <a:extLst>
                  <a:ext uri="{FF2B5EF4-FFF2-40B4-BE49-F238E27FC236}">
                    <a16:creationId xmlns:a16="http://schemas.microsoft.com/office/drawing/2014/main" id="{A99E6615-8146-427C-947F-065A0FC624B2}"/>
                  </a:ext>
                </a:extLst>
              </p:cNvPr>
              <p:cNvSpPr/>
              <p:nvPr/>
            </p:nvSpPr>
            <p:spPr>
              <a:xfrm>
                <a:off x="-3109838" y="290041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2" name="椭圆 31">
                <a:extLst>
                  <a:ext uri="{FF2B5EF4-FFF2-40B4-BE49-F238E27FC236}">
                    <a16:creationId xmlns:a16="http://schemas.microsoft.com/office/drawing/2014/main" id="{84A19F2E-51DD-4239-9BEC-DAB8BA57B026}"/>
                  </a:ext>
                </a:extLst>
              </p:cNvPr>
              <p:cNvSpPr/>
              <p:nvPr/>
            </p:nvSpPr>
            <p:spPr>
              <a:xfrm>
                <a:off x="-3016932" y="290041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3" name="椭圆 32">
                <a:extLst>
                  <a:ext uri="{FF2B5EF4-FFF2-40B4-BE49-F238E27FC236}">
                    <a16:creationId xmlns:a16="http://schemas.microsoft.com/office/drawing/2014/main" id="{7FEFDE61-3B6B-4E8A-84E0-5C39068E551E}"/>
                  </a:ext>
                </a:extLst>
              </p:cNvPr>
              <p:cNvSpPr/>
              <p:nvPr/>
            </p:nvSpPr>
            <p:spPr>
              <a:xfrm>
                <a:off x="-2924026" y="290041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4" name="椭圆 33">
                <a:extLst>
                  <a:ext uri="{FF2B5EF4-FFF2-40B4-BE49-F238E27FC236}">
                    <a16:creationId xmlns:a16="http://schemas.microsoft.com/office/drawing/2014/main" id="{771DF3AA-4A95-47A3-BDF6-798C337C74BD}"/>
                  </a:ext>
                </a:extLst>
              </p:cNvPr>
              <p:cNvSpPr/>
              <p:nvPr/>
            </p:nvSpPr>
            <p:spPr>
              <a:xfrm>
                <a:off x="-2831120" y="290041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5" name="椭圆 34">
                <a:extLst>
                  <a:ext uri="{FF2B5EF4-FFF2-40B4-BE49-F238E27FC236}">
                    <a16:creationId xmlns:a16="http://schemas.microsoft.com/office/drawing/2014/main" id="{C1E60C30-A73A-4209-B010-317179CC4575}"/>
                  </a:ext>
                </a:extLst>
              </p:cNvPr>
              <p:cNvSpPr/>
              <p:nvPr/>
            </p:nvSpPr>
            <p:spPr>
              <a:xfrm>
                <a:off x="-2738214" y="290041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29" name="椭圆 28">
                <a:extLst>
                  <a:ext uri="{FF2B5EF4-FFF2-40B4-BE49-F238E27FC236}">
                    <a16:creationId xmlns:a16="http://schemas.microsoft.com/office/drawing/2014/main" id="{34582701-9340-4A77-A96B-CE8FDC8FF4D3}"/>
                  </a:ext>
                </a:extLst>
              </p:cNvPr>
              <p:cNvSpPr/>
              <p:nvPr/>
            </p:nvSpPr>
            <p:spPr>
              <a:xfrm>
                <a:off x="-2645308" y="290041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7" name="椭圆 46">
                <a:extLst>
                  <a:ext uri="{FF2B5EF4-FFF2-40B4-BE49-F238E27FC236}">
                    <a16:creationId xmlns:a16="http://schemas.microsoft.com/office/drawing/2014/main" id="{3CF87465-0F38-4AE7-97CE-2A97951822F6}"/>
                  </a:ext>
                </a:extLst>
              </p:cNvPr>
              <p:cNvSpPr/>
              <p:nvPr/>
            </p:nvSpPr>
            <p:spPr>
              <a:xfrm>
                <a:off x="-3295650" y="298378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8" name="椭圆 47">
                <a:extLst>
                  <a:ext uri="{FF2B5EF4-FFF2-40B4-BE49-F238E27FC236}">
                    <a16:creationId xmlns:a16="http://schemas.microsoft.com/office/drawing/2014/main" id="{9DBC24FC-9B08-433B-A3E6-DC708C237181}"/>
                  </a:ext>
                </a:extLst>
              </p:cNvPr>
              <p:cNvSpPr/>
              <p:nvPr/>
            </p:nvSpPr>
            <p:spPr>
              <a:xfrm>
                <a:off x="-3202744" y="298378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9" name="椭圆 48">
                <a:extLst>
                  <a:ext uri="{FF2B5EF4-FFF2-40B4-BE49-F238E27FC236}">
                    <a16:creationId xmlns:a16="http://schemas.microsoft.com/office/drawing/2014/main" id="{E5128CA8-2634-4EC3-B6B0-2E5D341D57D6}"/>
                  </a:ext>
                </a:extLst>
              </p:cNvPr>
              <p:cNvSpPr/>
              <p:nvPr/>
            </p:nvSpPr>
            <p:spPr>
              <a:xfrm>
                <a:off x="-3109838" y="298378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50" name="椭圆 49">
                <a:extLst>
                  <a:ext uri="{FF2B5EF4-FFF2-40B4-BE49-F238E27FC236}">
                    <a16:creationId xmlns:a16="http://schemas.microsoft.com/office/drawing/2014/main" id="{8EAC3067-FF84-4174-A32B-2878D5DC3568}"/>
                  </a:ext>
                </a:extLst>
              </p:cNvPr>
              <p:cNvSpPr/>
              <p:nvPr/>
            </p:nvSpPr>
            <p:spPr>
              <a:xfrm>
                <a:off x="-3016932" y="298378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51" name="椭圆 50">
                <a:extLst>
                  <a:ext uri="{FF2B5EF4-FFF2-40B4-BE49-F238E27FC236}">
                    <a16:creationId xmlns:a16="http://schemas.microsoft.com/office/drawing/2014/main" id="{92341A38-6486-4028-B03B-FBB1DD2CDA71}"/>
                  </a:ext>
                </a:extLst>
              </p:cNvPr>
              <p:cNvSpPr/>
              <p:nvPr/>
            </p:nvSpPr>
            <p:spPr>
              <a:xfrm>
                <a:off x="-2924026" y="298378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52" name="椭圆 51">
                <a:extLst>
                  <a:ext uri="{FF2B5EF4-FFF2-40B4-BE49-F238E27FC236}">
                    <a16:creationId xmlns:a16="http://schemas.microsoft.com/office/drawing/2014/main" id="{C88D867D-72FE-4D61-A4C0-38F34F5CCA97}"/>
                  </a:ext>
                </a:extLst>
              </p:cNvPr>
              <p:cNvSpPr/>
              <p:nvPr/>
            </p:nvSpPr>
            <p:spPr>
              <a:xfrm>
                <a:off x="-2831120" y="298378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53" name="椭圆 52">
                <a:extLst>
                  <a:ext uri="{FF2B5EF4-FFF2-40B4-BE49-F238E27FC236}">
                    <a16:creationId xmlns:a16="http://schemas.microsoft.com/office/drawing/2014/main" id="{55A9C71E-48E6-480E-80C3-988C13FCD1CD}"/>
                  </a:ext>
                </a:extLst>
              </p:cNvPr>
              <p:cNvSpPr/>
              <p:nvPr/>
            </p:nvSpPr>
            <p:spPr>
              <a:xfrm>
                <a:off x="-2738214" y="298378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54" name="椭圆 53">
                <a:extLst>
                  <a:ext uri="{FF2B5EF4-FFF2-40B4-BE49-F238E27FC236}">
                    <a16:creationId xmlns:a16="http://schemas.microsoft.com/office/drawing/2014/main" id="{CEC976D4-2D11-4AB0-BAA2-C0996E59BD47}"/>
                  </a:ext>
                </a:extLst>
              </p:cNvPr>
              <p:cNvSpPr/>
              <p:nvPr/>
            </p:nvSpPr>
            <p:spPr>
              <a:xfrm>
                <a:off x="-2645308" y="298378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56" name="椭圆 55">
                <a:extLst>
                  <a:ext uri="{FF2B5EF4-FFF2-40B4-BE49-F238E27FC236}">
                    <a16:creationId xmlns:a16="http://schemas.microsoft.com/office/drawing/2014/main" id="{289B2994-3F25-46FB-AE43-4AED7F376046}"/>
                  </a:ext>
                </a:extLst>
              </p:cNvPr>
              <p:cNvSpPr/>
              <p:nvPr/>
            </p:nvSpPr>
            <p:spPr>
              <a:xfrm>
                <a:off x="-3295650" y="306715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57" name="椭圆 56">
                <a:extLst>
                  <a:ext uri="{FF2B5EF4-FFF2-40B4-BE49-F238E27FC236}">
                    <a16:creationId xmlns:a16="http://schemas.microsoft.com/office/drawing/2014/main" id="{692D7C18-AAA2-4CFC-A18C-5BBECFC9D6D7}"/>
                  </a:ext>
                </a:extLst>
              </p:cNvPr>
              <p:cNvSpPr/>
              <p:nvPr/>
            </p:nvSpPr>
            <p:spPr>
              <a:xfrm>
                <a:off x="-3202744" y="306715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58" name="椭圆 57">
                <a:extLst>
                  <a:ext uri="{FF2B5EF4-FFF2-40B4-BE49-F238E27FC236}">
                    <a16:creationId xmlns:a16="http://schemas.microsoft.com/office/drawing/2014/main" id="{1BC51114-C421-4BB2-8588-580C36AC7D2D}"/>
                  </a:ext>
                </a:extLst>
              </p:cNvPr>
              <p:cNvSpPr/>
              <p:nvPr/>
            </p:nvSpPr>
            <p:spPr>
              <a:xfrm>
                <a:off x="-3109838" y="306715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59" name="椭圆 58">
                <a:extLst>
                  <a:ext uri="{FF2B5EF4-FFF2-40B4-BE49-F238E27FC236}">
                    <a16:creationId xmlns:a16="http://schemas.microsoft.com/office/drawing/2014/main" id="{45A489DE-102B-4C03-8FA1-A2937AAE8451}"/>
                  </a:ext>
                </a:extLst>
              </p:cNvPr>
              <p:cNvSpPr/>
              <p:nvPr/>
            </p:nvSpPr>
            <p:spPr>
              <a:xfrm>
                <a:off x="-3016932" y="306715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60" name="椭圆 59">
                <a:extLst>
                  <a:ext uri="{FF2B5EF4-FFF2-40B4-BE49-F238E27FC236}">
                    <a16:creationId xmlns:a16="http://schemas.microsoft.com/office/drawing/2014/main" id="{31734D17-7237-4501-A93E-EAEBF26DDF79}"/>
                  </a:ext>
                </a:extLst>
              </p:cNvPr>
              <p:cNvSpPr/>
              <p:nvPr/>
            </p:nvSpPr>
            <p:spPr>
              <a:xfrm>
                <a:off x="-2924026" y="306715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61" name="椭圆 60">
                <a:extLst>
                  <a:ext uri="{FF2B5EF4-FFF2-40B4-BE49-F238E27FC236}">
                    <a16:creationId xmlns:a16="http://schemas.microsoft.com/office/drawing/2014/main" id="{29B95816-2E24-46E4-B757-251B7ABD3CE8}"/>
                  </a:ext>
                </a:extLst>
              </p:cNvPr>
              <p:cNvSpPr/>
              <p:nvPr/>
            </p:nvSpPr>
            <p:spPr>
              <a:xfrm>
                <a:off x="-2831120" y="306715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62" name="椭圆 61">
                <a:extLst>
                  <a:ext uri="{FF2B5EF4-FFF2-40B4-BE49-F238E27FC236}">
                    <a16:creationId xmlns:a16="http://schemas.microsoft.com/office/drawing/2014/main" id="{17F4E2AA-C200-419B-B267-650601687DB7}"/>
                  </a:ext>
                </a:extLst>
              </p:cNvPr>
              <p:cNvSpPr/>
              <p:nvPr/>
            </p:nvSpPr>
            <p:spPr>
              <a:xfrm>
                <a:off x="-2738214" y="306715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64" name="椭圆 63">
                <a:extLst>
                  <a:ext uri="{FF2B5EF4-FFF2-40B4-BE49-F238E27FC236}">
                    <a16:creationId xmlns:a16="http://schemas.microsoft.com/office/drawing/2014/main" id="{5BF045CE-72B0-4D9B-ACF1-B528B30E3971}"/>
                  </a:ext>
                </a:extLst>
              </p:cNvPr>
              <p:cNvSpPr/>
              <p:nvPr/>
            </p:nvSpPr>
            <p:spPr>
              <a:xfrm>
                <a:off x="-2645308" y="306715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67" name="椭圆 66">
                <a:extLst>
                  <a:ext uri="{FF2B5EF4-FFF2-40B4-BE49-F238E27FC236}">
                    <a16:creationId xmlns:a16="http://schemas.microsoft.com/office/drawing/2014/main" id="{232A7AB5-32E0-41FF-A8BA-7BB51434A278}"/>
                  </a:ext>
                </a:extLst>
              </p:cNvPr>
              <p:cNvSpPr/>
              <p:nvPr/>
            </p:nvSpPr>
            <p:spPr>
              <a:xfrm>
                <a:off x="-3295650" y="315052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68" name="椭圆 67">
                <a:extLst>
                  <a:ext uri="{FF2B5EF4-FFF2-40B4-BE49-F238E27FC236}">
                    <a16:creationId xmlns:a16="http://schemas.microsoft.com/office/drawing/2014/main" id="{4509F535-C3CF-436C-B2BC-D4854EC953B8}"/>
                  </a:ext>
                </a:extLst>
              </p:cNvPr>
              <p:cNvSpPr/>
              <p:nvPr/>
            </p:nvSpPr>
            <p:spPr>
              <a:xfrm>
                <a:off x="-3202744" y="315052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74" name="椭圆 73">
                <a:extLst>
                  <a:ext uri="{FF2B5EF4-FFF2-40B4-BE49-F238E27FC236}">
                    <a16:creationId xmlns:a16="http://schemas.microsoft.com/office/drawing/2014/main" id="{CE533232-0B74-4E6E-BD4D-3DD10D61339C}"/>
                  </a:ext>
                </a:extLst>
              </p:cNvPr>
              <p:cNvSpPr/>
              <p:nvPr/>
            </p:nvSpPr>
            <p:spPr>
              <a:xfrm>
                <a:off x="-3109838" y="315052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75" name="椭圆 74">
                <a:extLst>
                  <a:ext uri="{FF2B5EF4-FFF2-40B4-BE49-F238E27FC236}">
                    <a16:creationId xmlns:a16="http://schemas.microsoft.com/office/drawing/2014/main" id="{EE2E2A06-C08F-4101-BCD8-DADC33C30F11}"/>
                  </a:ext>
                </a:extLst>
              </p:cNvPr>
              <p:cNvSpPr/>
              <p:nvPr/>
            </p:nvSpPr>
            <p:spPr>
              <a:xfrm>
                <a:off x="-3016932" y="315052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76" name="椭圆 75">
                <a:extLst>
                  <a:ext uri="{FF2B5EF4-FFF2-40B4-BE49-F238E27FC236}">
                    <a16:creationId xmlns:a16="http://schemas.microsoft.com/office/drawing/2014/main" id="{5AA67FFF-D647-42D4-B81F-778D5E52F4B3}"/>
                  </a:ext>
                </a:extLst>
              </p:cNvPr>
              <p:cNvSpPr/>
              <p:nvPr/>
            </p:nvSpPr>
            <p:spPr>
              <a:xfrm>
                <a:off x="-2924026" y="315052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77" name="椭圆 76">
                <a:extLst>
                  <a:ext uri="{FF2B5EF4-FFF2-40B4-BE49-F238E27FC236}">
                    <a16:creationId xmlns:a16="http://schemas.microsoft.com/office/drawing/2014/main" id="{8BE507E0-F310-46E1-870E-6CB2C7A82A0A}"/>
                  </a:ext>
                </a:extLst>
              </p:cNvPr>
              <p:cNvSpPr/>
              <p:nvPr/>
            </p:nvSpPr>
            <p:spPr>
              <a:xfrm>
                <a:off x="-2831120" y="315052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78" name="椭圆 77">
                <a:extLst>
                  <a:ext uri="{FF2B5EF4-FFF2-40B4-BE49-F238E27FC236}">
                    <a16:creationId xmlns:a16="http://schemas.microsoft.com/office/drawing/2014/main" id="{42088C9B-2710-4498-AF63-5CE9C427C7B6}"/>
                  </a:ext>
                </a:extLst>
              </p:cNvPr>
              <p:cNvSpPr/>
              <p:nvPr/>
            </p:nvSpPr>
            <p:spPr>
              <a:xfrm>
                <a:off x="-2738214" y="315052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79" name="椭圆 78">
                <a:extLst>
                  <a:ext uri="{FF2B5EF4-FFF2-40B4-BE49-F238E27FC236}">
                    <a16:creationId xmlns:a16="http://schemas.microsoft.com/office/drawing/2014/main" id="{C3956EE8-7767-4CAC-ACF3-0427E4C797B0}"/>
                  </a:ext>
                </a:extLst>
              </p:cNvPr>
              <p:cNvSpPr/>
              <p:nvPr/>
            </p:nvSpPr>
            <p:spPr>
              <a:xfrm>
                <a:off x="-2645308" y="315052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81" name="椭圆 80">
                <a:extLst>
                  <a:ext uri="{FF2B5EF4-FFF2-40B4-BE49-F238E27FC236}">
                    <a16:creationId xmlns:a16="http://schemas.microsoft.com/office/drawing/2014/main" id="{D1D540BF-3A44-49E7-8AE1-831C7764E815}"/>
                  </a:ext>
                </a:extLst>
              </p:cNvPr>
              <p:cNvSpPr/>
              <p:nvPr/>
            </p:nvSpPr>
            <p:spPr>
              <a:xfrm>
                <a:off x="-3295650" y="323389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82" name="椭圆 81">
                <a:extLst>
                  <a:ext uri="{FF2B5EF4-FFF2-40B4-BE49-F238E27FC236}">
                    <a16:creationId xmlns:a16="http://schemas.microsoft.com/office/drawing/2014/main" id="{75A3991B-F59C-4D39-BDEA-184276D8C974}"/>
                  </a:ext>
                </a:extLst>
              </p:cNvPr>
              <p:cNvSpPr/>
              <p:nvPr/>
            </p:nvSpPr>
            <p:spPr>
              <a:xfrm>
                <a:off x="-3202744" y="323389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83" name="椭圆 82">
                <a:extLst>
                  <a:ext uri="{FF2B5EF4-FFF2-40B4-BE49-F238E27FC236}">
                    <a16:creationId xmlns:a16="http://schemas.microsoft.com/office/drawing/2014/main" id="{AAFCFA51-97FF-488B-9ADF-498EC7CD2A5F}"/>
                  </a:ext>
                </a:extLst>
              </p:cNvPr>
              <p:cNvSpPr/>
              <p:nvPr/>
            </p:nvSpPr>
            <p:spPr>
              <a:xfrm>
                <a:off x="-3109838" y="323389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84" name="椭圆 83">
                <a:extLst>
                  <a:ext uri="{FF2B5EF4-FFF2-40B4-BE49-F238E27FC236}">
                    <a16:creationId xmlns:a16="http://schemas.microsoft.com/office/drawing/2014/main" id="{49EE5C4D-EEAB-49C8-B9E8-BD34D44469EA}"/>
                  </a:ext>
                </a:extLst>
              </p:cNvPr>
              <p:cNvSpPr/>
              <p:nvPr/>
            </p:nvSpPr>
            <p:spPr>
              <a:xfrm>
                <a:off x="-3016932" y="323389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85" name="椭圆 84">
                <a:extLst>
                  <a:ext uri="{FF2B5EF4-FFF2-40B4-BE49-F238E27FC236}">
                    <a16:creationId xmlns:a16="http://schemas.microsoft.com/office/drawing/2014/main" id="{E3E6CC27-CC0A-46DC-8330-40B09D70AE4D}"/>
                  </a:ext>
                </a:extLst>
              </p:cNvPr>
              <p:cNvSpPr/>
              <p:nvPr/>
            </p:nvSpPr>
            <p:spPr>
              <a:xfrm>
                <a:off x="-2924026" y="323389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86" name="椭圆 85">
                <a:extLst>
                  <a:ext uri="{FF2B5EF4-FFF2-40B4-BE49-F238E27FC236}">
                    <a16:creationId xmlns:a16="http://schemas.microsoft.com/office/drawing/2014/main" id="{FE06D121-DF12-4707-9945-3F8C245C77AB}"/>
                  </a:ext>
                </a:extLst>
              </p:cNvPr>
              <p:cNvSpPr/>
              <p:nvPr/>
            </p:nvSpPr>
            <p:spPr>
              <a:xfrm>
                <a:off x="-2831120" y="323389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87" name="椭圆 86">
                <a:extLst>
                  <a:ext uri="{FF2B5EF4-FFF2-40B4-BE49-F238E27FC236}">
                    <a16:creationId xmlns:a16="http://schemas.microsoft.com/office/drawing/2014/main" id="{93F736FA-7B12-4D0B-BF3A-36D8FC672D35}"/>
                  </a:ext>
                </a:extLst>
              </p:cNvPr>
              <p:cNvSpPr/>
              <p:nvPr/>
            </p:nvSpPr>
            <p:spPr>
              <a:xfrm>
                <a:off x="-2738214" y="323389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88" name="椭圆 87">
                <a:extLst>
                  <a:ext uri="{FF2B5EF4-FFF2-40B4-BE49-F238E27FC236}">
                    <a16:creationId xmlns:a16="http://schemas.microsoft.com/office/drawing/2014/main" id="{B226E193-66FE-4259-A6B3-C7CDF35F7CB5}"/>
                  </a:ext>
                </a:extLst>
              </p:cNvPr>
              <p:cNvSpPr/>
              <p:nvPr/>
            </p:nvSpPr>
            <p:spPr>
              <a:xfrm>
                <a:off x="-2645308" y="323389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90" name="椭圆 89">
                <a:extLst>
                  <a:ext uri="{FF2B5EF4-FFF2-40B4-BE49-F238E27FC236}">
                    <a16:creationId xmlns:a16="http://schemas.microsoft.com/office/drawing/2014/main" id="{02CBF2B6-465E-4550-8075-9FAC8E4A6845}"/>
                  </a:ext>
                </a:extLst>
              </p:cNvPr>
              <p:cNvSpPr/>
              <p:nvPr/>
            </p:nvSpPr>
            <p:spPr>
              <a:xfrm>
                <a:off x="-3295650" y="331726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91" name="椭圆 90">
                <a:extLst>
                  <a:ext uri="{FF2B5EF4-FFF2-40B4-BE49-F238E27FC236}">
                    <a16:creationId xmlns:a16="http://schemas.microsoft.com/office/drawing/2014/main" id="{C111CB8E-1854-4DAE-A9F3-F6528BB70809}"/>
                  </a:ext>
                </a:extLst>
              </p:cNvPr>
              <p:cNvSpPr/>
              <p:nvPr/>
            </p:nvSpPr>
            <p:spPr>
              <a:xfrm>
                <a:off x="-3202744" y="331726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92" name="椭圆 91">
                <a:extLst>
                  <a:ext uri="{FF2B5EF4-FFF2-40B4-BE49-F238E27FC236}">
                    <a16:creationId xmlns:a16="http://schemas.microsoft.com/office/drawing/2014/main" id="{E799D40F-5549-4AE1-A0F5-19AA9B72D741}"/>
                  </a:ext>
                </a:extLst>
              </p:cNvPr>
              <p:cNvSpPr/>
              <p:nvPr/>
            </p:nvSpPr>
            <p:spPr>
              <a:xfrm>
                <a:off x="-3109838" y="331726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93" name="椭圆 92">
                <a:extLst>
                  <a:ext uri="{FF2B5EF4-FFF2-40B4-BE49-F238E27FC236}">
                    <a16:creationId xmlns:a16="http://schemas.microsoft.com/office/drawing/2014/main" id="{43532DE4-15E2-4F68-BC42-10216D4CF830}"/>
                  </a:ext>
                </a:extLst>
              </p:cNvPr>
              <p:cNvSpPr/>
              <p:nvPr/>
            </p:nvSpPr>
            <p:spPr>
              <a:xfrm>
                <a:off x="-3016932" y="331726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94" name="椭圆 93">
                <a:extLst>
                  <a:ext uri="{FF2B5EF4-FFF2-40B4-BE49-F238E27FC236}">
                    <a16:creationId xmlns:a16="http://schemas.microsoft.com/office/drawing/2014/main" id="{F912BC37-B393-40E1-BE84-D9CD2FBCB64A}"/>
                  </a:ext>
                </a:extLst>
              </p:cNvPr>
              <p:cNvSpPr/>
              <p:nvPr/>
            </p:nvSpPr>
            <p:spPr>
              <a:xfrm>
                <a:off x="-2924026" y="331726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95" name="椭圆 94">
                <a:extLst>
                  <a:ext uri="{FF2B5EF4-FFF2-40B4-BE49-F238E27FC236}">
                    <a16:creationId xmlns:a16="http://schemas.microsoft.com/office/drawing/2014/main" id="{F5A676D7-D857-406B-8A2B-D18E2EC53AFB}"/>
                  </a:ext>
                </a:extLst>
              </p:cNvPr>
              <p:cNvSpPr/>
              <p:nvPr/>
            </p:nvSpPr>
            <p:spPr>
              <a:xfrm>
                <a:off x="-2831120" y="331726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96" name="椭圆 95">
                <a:extLst>
                  <a:ext uri="{FF2B5EF4-FFF2-40B4-BE49-F238E27FC236}">
                    <a16:creationId xmlns:a16="http://schemas.microsoft.com/office/drawing/2014/main" id="{8667407D-C55C-4DF2-9CCB-233304976ACA}"/>
                  </a:ext>
                </a:extLst>
              </p:cNvPr>
              <p:cNvSpPr/>
              <p:nvPr/>
            </p:nvSpPr>
            <p:spPr>
              <a:xfrm>
                <a:off x="-2738214" y="331726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97" name="椭圆 96">
                <a:extLst>
                  <a:ext uri="{FF2B5EF4-FFF2-40B4-BE49-F238E27FC236}">
                    <a16:creationId xmlns:a16="http://schemas.microsoft.com/office/drawing/2014/main" id="{F02BB844-D098-42DD-98CC-53D514AACD8B}"/>
                  </a:ext>
                </a:extLst>
              </p:cNvPr>
              <p:cNvSpPr/>
              <p:nvPr/>
            </p:nvSpPr>
            <p:spPr>
              <a:xfrm>
                <a:off x="-2645308" y="331726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grpSp>
          <p:nvGrpSpPr>
            <p:cNvPr id="98" name="组合 97">
              <a:extLst>
                <a:ext uri="{FF2B5EF4-FFF2-40B4-BE49-F238E27FC236}">
                  <a16:creationId xmlns:a16="http://schemas.microsoft.com/office/drawing/2014/main" id="{07BDCD8F-DE9C-4C8F-B135-0C433DC60C7F}"/>
                </a:ext>
              </a:extLst>
            </p:cNvPr>
            <p:cNvGrpSpPr/>
            <p:nvPr/>
          </p:nvGrpSpPr>
          <p:grpSpPr>
            <a:xfrm>
              <a:off x="-2968846" y="3387348"/>
              <a:ext cx="696061" cy="462569"/>
              <a:chOff x="-3295650" y="2900410"/>
              <a:chExt cx="696061" cy="462569"/>
            </a:xfrm>
          </p:grpSpPr>
          <p:sp>
            <p:nvSpPr>
              <p:cNvPr id="99" name="椭圆 98">
                <a:extLst>
                  <a:ext uri="{FF2B5EF4-FFF2-40B4-BE49-F238E27FC236}">
                    <a16:creationId xmlns:a16="http://schemas.microsoft.com/office/drawing/2014/main" id="{0F83E42A-DB3E-4321-B9F3-CBE516630F86}"/>
                  </a:ext>
                </a:extLst>
              </p:cNvPr>
              <p:cNvSpPr/>
              <p:nvPr/>
            </p:nvSpPr>
            <p:spPr>
              <a:xfrm>
                <a:off x="-3295650" y="290041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00" name="椭圆 99">
                <a:extLst>
                  <a:ext uri="{FF2B5EF4-FFF2-40B4-BE49-F238E27FC236}">
                    <a16:creationId xmlns:a16="http://schemas.microsoft.com/office/drawing/2014/main" id="{D59B8976-8DA7-4F65-B467-07DD17D7F8E9}"/>
                  </a:ext>
                </a:extLst>
              </p:cNvPr>
              <p:cNvSpPr/>
              <p:nvPr/>
            </p:nvSpPr>
            <p:spPr>
              <a:xfrm>
                <a:off x="-3202744" y="290041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01" name="椭圆 100">
                <a:extLst>
                  <a:ext uri="{FF2B5EF4-FFF2-40B4-BE49-F238E27FC236}">
                    <a16:creationId xmlns:a16="http://schemas.microsoft.com/office/drawing/2014/main" id="{D46D4D9B-C4F5-483F-BE78-3F2A53A06032}"/>
                  </a:ext>
                </a:extLst>
              </p:cNvPr>
              <p:cNvSpPr/>
              <p:nvPr/>
            </p:nvSpPr>
            <p:spPr>
              <a:xfrm>
                <a:off x="-3109838" y="290041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02" name="椭圆 101">
                <a:extLst>
                  <a:ext uri="{FF2B5EF4-FFF2-40B4-BE49-F238E27FC236}">
                    <a16:creationId xmlns:a16="http://schemas.microsoft.com/office/drawing/2014/main" id="{331D17C6-9CD7-4847-9A9E-5DD4FC70264C}"/>
                  </a:ext>
                </a:extLst>
              </p:cNvPr>
              <p:cNvSpPr/>
              <p:nvPr/>
            </p:nvSpPr>
            <p:spPr>
              <a:xfrm>
                <a:off x="-3016932" y="290041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03" name="椭圆 102">
                <a:extLst>
                  <a:ext uri="{FF2B5EF4-FFF2-40B4-BE49-F238E27FC236}">
                    <a16:creationId xmlns:a16="http://schemas.microsoft.com/office/drawing/2014/main" id="{5CAECEB1-3F16-4C85-8E29-9D28937CA7EA}"/>
                  </a:ext>
                </a:extLst>
              </p:cNvPr>
              <p:cNvSpPr/>
              <p:nvPr/>
            </p:nvSpPr>
            <p:spPr>
              <a:xfrm>
                <a:off x="-2924026" y="290041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04" name="椭圆 103">
                <a:extLst>
                  <a:ext uri="{FF2B5EF4-FFF2-40B4-BE49-F238E27FC236}">
                    <a16:creationId xmlns:a16="http://schemas.microsoft.com/office/drawing/2014/main" id="{3B68BFC2-88C5-4493-8C5D-FF3128CA48A4}"/>
                  </a:ext>
                </a:extLst>
              </p:cNvPr>
              <p:cNvSpPr/>
              <p:nvPr/>
            </p:nvSpPr>
            <p:spPr>
              <a:xfrm>
                <a:off x="-2831120" y="290041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05" name="椭圆 104">
                <a:extLst>
                  <a:ext uri="{FF2B5EF4-FFF2-40B4-BE49-F238E27FC236}">
                    <a16:creationId xmlns:a16="http://schemas.microsoft.com/office/drawing/2014/main" id="{18DE408D-EDCC-42D5-B09B-AF48F7491E5A}"/>
                  </a:ext>
                </a:extLst>
              </p:cNvPr>
              <p:cNvSpPr/>
              <p:nvPr/>
            </p:nvSpPr>
            <p:spPr>
              <a:xfrm>
                <a:off x="-2738214" y="290041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06" name="椭圆 105">
                <a:extLst>
                  <a:ext uri="{FF2B5EF4-FFF2-40B4-BE49-F238E27FC236}">
                    <a16:creationId xmlns:a16="http://schemas.microsoft.com/office/drawing/2014/main" id="{108B379E-7A2F-4C80-A31E-7BDD9DC2688E}"/>
                  </a:ext>
                </a:extLst>
              </p:cNvPr>
              <p:cNvSpPr/>
              <p:nvPr/>
            </p:nvSpPr>
            <p:spPr>
              <a:xfrm>
                <a:off x="-2645308" y="290041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07" name="椭圆 106">
                <a:extLst>
                  <a:ext uri="{FF2B5EF4-FFF2-40B4-BE49-F238E27FC236}">
                    <a16:creationId xmlns:a16="http://schemas.microsoft.com/office/drawing/2014/main" id="{62D7EAA3-7B5E-4FB9-BBC1-449FE4CCB7D0}"/>
                  </a:ext>
                </a:extLst>
              </p:cNvPr>
              <p:cNvSpPr/>
              <p:nvPr/>
            </p:nvSpPr>
            <p:spPr>
              <a:xfrm>
                <a:off x="-3295650" y="298378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08" name="椭圆 107">
                <a:extLst>
                  <a:ext uri="{FF2B5EF4-FFF2-40B4-BE49-F238E27FC236}">
                    <a16:creationId xmlns:a16="http://schemas.microsoft.com/office/drawing/2014/main" id="{80C7665B-4E8B-4073-9E1E-ADEB95B5ABD0}"/>
                  </a:ext>
                </a:extLst>
              </p:cNvPr>
              <p:cNvSpPr/>
              <p:nvPr/>
            </p:nvSpPr>
            <p:spPr>
              <a:xfrm>
                <a:off x="-3202744" y="298378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09" name="椭圆 108">
                <a:extLst>
                  <a:ext uri="{FF2B5EF4-FFF2-40B4-BE49-F238E27FC236}">
                    <a16:creationId xmlns:a16="http://schemas.microsoft.com/office/drawing/2014/main" id="{B6D86381-3911-48E8-BB99-283396587F1E}"/>
                  </a:ext>
                </a:extLst>
              </p:cNvPr>
              <p:cNvSpPr/>
              <p:nvPr/>
            </p:nvSpPr>
            <p:spPr>
              <a:xfrm>
                <a:off x="-3109838" y="298378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10" name="椭圆 109">
                <a:extLst>
                  <a:ext uri="{FF2B5EF4-FFF2-40B4-BE49-F238E27FC236}">
                    <a16:creationId xmlns:a16="http://schemas.microsoft.com/office/drawing/2014/main" id="{1FD47210-6A31-45D4-8800-D20B32FCAB96}"/>
                  </a:ext>
                </a:extLst>
              </p:cNvPr>
              <p:cNvSpPr/>
              <p:nvPr/>
            </p:nvSpPr>
            <p:spPr>
              <a:xfrm>
                <a:off x="-3016932" y="298378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11" name="椭圆 110">
                <a:extLst>
                  <a:ext uri="{FF2B5EF4-FFF2-40B4-BE49-F238E27FC236}">
                    <a16:creationId xmlns:a16="http://schemas.microsoft.com/office/drawing/2014/main" id="{17937D7A-4D45-4C7B-88CF-840F8097B913}"/>
                  </a:ext>
                </a:extLst>
              </p:cNvPr>
              <p:cNvSpPr/>
              <p:nvPr/>
            </p:nvSpPr>
            <p:spPr>
              <a:xfrm>
                <a:off x="-2924026" y="298378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12" name="椭圆 111">
                <a:extLst>
                  <a:ext uri="{FF2B5EF4-FFF2-40B4-BE49-F238E27FC236}">
                    <a16:creationId xmlns:a16="http://schemas.microsoft.com/office/drawing/2014/main" id="{CD4F2EAA-AA20-4295-B460-1D647C9B23F0}"/>
                  </a:ext>
                </a:extLst>
              </p:cNvPr>
              <p:cNvSpPr/>
              <p:nvPr/>
            </p:nvSpPr>
            <p:spPr>
              <a:xfrm>
                <a:off x="-2831120" y="298378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13" name="椭圆 112">
                <a:extLst>
                  <a:ext uri="{FF2B5EF4-FFF2-40B4-BE49-F238E27FC236}">
                    <a16:creationId xmlns:a16="http://schemas.microsoft.com/office/drawing/2014/main" id="{5E097FC2-9ADB-471A-BD4E-F5E87451701F}"/>
                  </a:ext>
                </a:extLst>
              </p:cNvPr>
              <p:cNvSpPr/>
              <p:nvPr/>
            </p:nvSpPr>
            <p:spPr>
              <a:xfrm>
                <a:off x="-2738214" y="298378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14" name="椭圆 113">
                <a:extLst>
                  <a:ext uri="{FF2B5EF4-FFF2-40B4-BE49-F238E27FC236}">
                    <a16:creationId xmlns:a16="http://schemas.microsoft.com/office/drawing/2014/main" id="{F666B46A-7EC2-47F7-9084-4DCE6ECD48C1}"/>
                  </a:ext>
                </a:extLst>
              </p:cNvPr>
              <p:cNvSpPr/>
              <p:nvPr/>
            </p:nvSpPr>
            <p:spPr>
              <a:xfrm>
                <a:off x="-2645308" y="298378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15" name="椭圆 114">
                <a:extLst>
                  <a:ext uri="{FF2B5EF4-FFF2-40B4-BE49-F238E27FC236}">
                    <a16:creationId xmlns:a16="http://schemas.microsoft.com/office/drawing/2014/main" id="{E29B71DB-BC1A-4733-B668-699EB9CC43FB}"/>
                  </a:ext>
                </a:extLst>
              </p:cNvPr>
              <p:cNvSpPr/>
              <p:nvPr/>
            </p:nvSpPr>
            <p:spPr>
              <a:xfrm>
                <a:off x="-3295650" y="306715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16" name="椭圆 115">
                <a:extLst>
                  <a:ext uri="{FF2B5EF4-FFF2-40B4-BE49-F238E27FC236}">
                    <a16:creationId xmlns:a16="http://schemas.microsoft.com/office/drawing/2014/main" id="{A5207F4E-F913-42C6-8B54-19A31452C7A2}"/>
                  </a:ext>
                </a:extLst>
              </p:cNvPr>
              <p:cNvSpPr/>
              <p:nvPr/>
            </p:nvSpPr>
            <p:spPr>
              <a:xfrm>
                <a:off x="-3202744" y="306715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17" name="椭圆 116">
                <a:extLst>
                  <a:ext uri="{FF2B5EF4-FFF2-40B4-BE49-F238E27FC236}">
                    <a16:creationId xmlns:a16="http://schemas.microsoft.com/office/drawing/2014/main" id="{F1A11A3C-8920-4704-AA80-B67B5F82684A}"/>
                  </a:ext>
                </a:extLst>
              </p:cNvPr>
              <p:cNvSpPr/>
              <p:nvPr/>
            </p:nvSpPr>
            <p:spPr>
              <a:xfrm>
                <a:off x="-3109838" y="306715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18" name="椭圆 117">
                <a:extLst>
                  <a:ext uri="{FF2B5EF4-FFF2-40B4-BE49-F238E27FC236}">
                    <a16:creationId xmlns:a16="http://schemas.microsoft.com/office/drawing/2014/main" id="{5B55FC85-6993-4BD9-B9F0-F22FCC4E6BDA}"/>
                  </a:ext>
                </a:extLst>
              </p:cNvPr>
              <p:cNvSpPr/>
              <p:nvPr/>
            </p:nvSpPr>
            <p:spPr>
              <a:xfrm>
                <a:off x="-3016932" y="306715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19" name="椭圆 118">
                <a:extLst>
                  <a:ext uri="{FF2B5EF4-FFF2-40B4-BE49-F238E27FC236}">
                    <a16:creationId xmlns:a16="http://schemas.microsoft.com/office/drawing/2014/main" id="{69620077-E6A5-41A2-9D95-53017AFDE56E}"/>
                  </a:ext>
                </a:extLst>
              </p:cNvPr>
              <p:cNvSpPr/>
              <p:nvPr/>
            </p:nvSpPr>
            <p:spPr>
              <a:xfrm>
                <a:off x="-2924026" y="306715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20" name="椭圆 119">
                <a:extLst>
                  <a:ext uri="{FF2B5EF4-FFF2-40B4-BE49-F238E27FC236}">
                    <a16:creationId xmlns:a16="http://schemas.microsoft.com/office/drawing/2014/main" id="{0AD35957-49EC-4BFA-BC6E-6FF75AEBCCA6}"/>
                  </a:ext>
                </a:extLst>
              </p:cNvPr>
              <p:cNvSpPr/>
              <p:nvPr/>
            </p:nvSpPr>
            <p:spPr>
              <a:xfrm>
                <a:off x="-2831120" y="306715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21" name="椭圆 120">
                <a:extLst>
                  <a:ext uri="{FF2B5EF4-FFF2-40B4-BE49-F238E27FC236}">
                    <a16:creationId xmlns:a16="http://schemas.microsoft.com/office/drawing/2014/main" id="{80AFF0AD-3E1B-411A-97DF-BB2DE7A00024}"/>
                  </a:ext>
                </a:extLst>
              </p:cNvPr>
              <p:cNvSpPr/>
              <p:nvPr/>
            </p:nvSpPr>
            <p:spPr>
              <a:xfrm>
                <a:off x="-2738214" y="306715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22" name="椭圆 121">
                <a:extLst>
                  <a:ext uri="{FF2B5EF4-FFF2-40B4-BE49-F238E27FC236}">
                    <a16:creationId xmlns:a16="http://schemas.microsoft.com/office/drawing/2014/main" id="{250F66B9-5D13-4FFE-9537-49554BCBCC52}"/>
                  </a:ext>
                </a:extLst>
              </p:cNvPr>
              <p:cNvSpPr/>
              <p:nvPr/>
            </p:nvSpPr>
            <p:spPr>
              <a:xfrm>
                <a:off x="-2645308" y="306715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23" name="椭圆 122">
                <a:extLst>
                  <a:ext uri="{FF2B5EF4-FFF2-40B4-BE49-F238E27FC236}">
                    <a16:creationId xmlns:a16="http://schemas.microsoft.com/office/drawing/2014/main" id="{B1D0C488-1D91-4C3E-8940-19D20667E04D}"/>
                  </a:ext>
                </a:extLst>
              </p:cNvPr>
              <p:cNvSpPr/>
              <p:nvPr/>
            </p:nvSpPr>
            <p:spPr>
              <a:xfrm>
                <a:off x="-3295650" y="315052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24" name="椭圆 123">
                <a:extLst>
                  <a:ext uri="{FF2B5EF4-FFF2-40B4-BE49-F238E27FC236}">
                    <a16:creationId xmlns:a16="http://schemas.microsoft.com/office/drawing/2014/main" id="{7BBC0D28-7BFA-4F23-8429-AE51D9829285}"/>
                  </a:ext>
                </a:extLst>
              </p:cNvPr>
              <p:cNvSpPr/>
              <p:nvPr/>
            </p:nvSpPr>
            <p:spPr>
              <a:xfrm>
                <a:off x="-3202744" y="315052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25" name="椭圆 124">
                <a:extLst>
                  <a:ext uri="{FF2B5EF4-FFF2-40B4-BE49-F238E27FC236}">
                    <a16:creationId xmlns:a16="http://schemas.microsoft.com/office/drawing/2014/main" id="{5F740668-C10F-4FC3-984E-BEC0A2991FDF}"/>
                  </a:ext>
                </a:extLst>
              </p:cNvPr>
              <p:cNvSpPr/>
              <p:nvPr/>
            </p:nvSpPr>
            <p:spPr>
              <a:xfrm>
                <a:off x="-3109838" y="315052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26" name="椭圆 125">
                <a:extLst>
                  <a:ext uri="{FF2B5EF4-FFF2-40B4-BE49-F238E27FC236}">
                    <a16:creationId xmlns:a16="http://schemas.microsoft.com/office/drawing/2014/main" id="{EEC5A718-9BAB-4DC6-AB93-3CA4A2E13784}"/>
                  </a:ext>
                </a:extLst>
              </p:cNvPr>
              <p:cNvSpPr/>
              <p:nvPr/>
            </p:nvSpPr>
            <p:spPr>
              <a:xfrm>
                <a:off x="-3016932" y="315052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27" name="椭圆 126">
                <a:extLst>
                  <a:ext uri="{FF2B5EF4-FFF2-40B4-BE49-F238E27FC236}">
                    <a16:creationId xmlns:a16="http://schemas.microsoft.com/office/drawing/2014/main" id="{3DA7D092-FAC9-496F-8CCA-25E47340BCF3}"/>
                  </a:ext>
                </a:extLst>
              </p:cNvPr>
              <p:cNvSpPr/>
              <p:nvPr/>
            </p:nvSpPr>
            <p:spPr>
              <a:xfrm>
                <a:off x="-2924026" y="315052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28" name="椭圆 127">
                <a:extLst>
                  <a:ext uri="{FF2B5EF4-FFF2-40B4-BE49-F238E27FC236}">
                    <a16:creationId xmlns:a16="http://schemas.microsoft.com/office/drawing/2014/main" id="{E3455CBB-A204-46DD-8B48-6C88487DFA4B}"/>
                  </a:ext>
                </a:extLst>
              </p:cNvPr>
              <p:cNvSpPr/>
              <p:nvPr/>
            </p:nvSpPr>
            <p:spPr>
              <a:xfrm>
                <a:off x="-2831120" y="315052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29" name="椭圆 128">
                <a:extLst>
                  <a:ext uri="{FF2B5EF4-FFF2-40B4-BE49-F238E27FC236}">
                    <a16:creationId xmlns:a16="http://schemas.microsoft.com/office/drawing/2014/main" id="{738264A1-0200-482D-8699-AC6037DB8A73}"/>
                  </a:ext>
                </a:extLst>
              </p:cNvPr>
              <p:cNvSpPr/>
              <p:nvPr/>
            </p:nvSpPr>
            <p:spPr>
              <a:xfrm>
                <a:off x="-2738214" y="315052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30" name="椭圆 129">
                <a:extLst>
                  <a:ext uri="{FF2B5EF4-FFF2-40B4-BE49-F238E27FC236}">
                    <a16:creationId xmlns:a16="http://schemas.microsoft.com/office/drawing/2014/main" id="{B5E529CF-4FF7-4E1E-9826-32C5FBDA57DC}"/>
                  </a:ext>
                </a:extLst>
              </p:cNvPr>
              <p:cNvSpPr/>
              <p:nvPr/>
            </p:nvSpPr>
            <p:spPr>
              <a:xfrm>
                <a:off x="-2645308" y="315052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31" name="椭圆 130">
                <a:extLst>
                  <a:ext uri="{FF2B5EF4-FFF2-40B4-BE49-F238E27FC236}">
                    <a16:creationId xmlns:a16="http://schemas.microsoft.com/office/drawing/2014/main" id="{69EAA055-3E8F-4071-B9A6-53A3BB711F2C}"/>
                  </a:ext>
                </a:extLst>
              </p:cNvPr>
              <p:cNvSpPr/>
              <p:nvPr/>
            </p:nvSpPr>
            <p:spPr>
              <a:xfrm>
                <a:off x="-3295650" y="323389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32" name="椭圆 131">
                <a:extLst>
                  <a:ext uri="{FF2B5EF4-FFF2-40B4-BE49-F238E27FC236}">
                    <a16:creationId xmlns:a16="http://schemas.microsoft.com/office/drawing/2014/main" id="{67FF5399-1F23-487A-9D7D-499B339E3901}"/>
                  </a:ext>
                </a:extLst>
              </p:cNvPr>
              <p:cNvSpPr/>
              <p:nvPr/>
            </p:nvSpPr>
            <p:spPr>
              <a:xfrm>
                <a:off x="-3202744" y="323389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33" name="椭圆 132">
                <a:extLst>
                  <a:ext uri="{FF2B5EF4-FFF2-40B4-BE49-F238E27FC236}">
                    <a16:creationId xmlns:a16="http://schemas.microsoft.com/office/drawing/2014/main" id="{3FC239E6-D3BE-4742-ABDF-7EBB1DDDCFA4}"/>
                  </a:ext>
                </a:extLst>
              </p:cNvPr>
              <p:cNvSpPr/>
              <p:nvPr/>
            </p:nvSpPr>
            <p:spPr>
              <a:xfrm>
                <a:off x="-3109838" y="323389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34" name="椭圆 133">
                <a:extLst>
                  <a:ext uri="{FF2B5EF4-FFF2-40B4-BE49-F238E27FC236}">
                    <a16:creationId xmlns:a16="http://schemas.microsoft.com/office/drawing/2014/main" id="{CBB2D05A-D86F-4FEA-B92B-0A73F20CB061}"/>
                  </a:ext>
                </a:extLst>
              </p:cNvPr>
              <p:cNvSpPr/>
              <p:nvPr/>
            </p:nvSpPr>
            <p:spPr>
              <a:xfrm>
                <a:off x="-3016932" y="323389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35" name="椭圆 134">
                <a:extLst>
                  <a:ext uri="{FF2B5EF4-FFF2-40B4-BE49-F238E27FC236}">
                    <a16:creationId xmlns:a16="http://schemas.microsoft.com/office/drawing/2014/main" id="{20DF0240-D497-4A53-AC84-68A2091371C8}"/>
                  </a:ext>
                </a:extLst>
              </p:cNvPr>
              <p:cNvSpPr/>
              <p:nvPr/>
            </p:nvSpPr>
            <p:spPr>
              <a:xfrm>
                <a:off x="-2924026" y="323389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36" name="椭圆 135">
                <a:extLst>
                  <a:ext uri="{FF2B5EF4-FFF2-40B4-BE49-F238E27FC236}">
                    <a16:creationId xmlns:a16="http://schemas.microsoft.com/office/drawing/2014/main" id="{D0941929-ABC6-44DE-A50E-5E7871A3BB10}"/>
                  </a:ext>
                </a:extLst>
              </p:cNvPr>
              <p:cNvSpPr/>
              <p:nvPr/>
            </p:nvSpPr>
            <p:spPr>
              <a:xfrm>
                <a:off x="-2831120" y="323389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37" name="椭圆 136">
                <a:extLst>
                  <a:ext uri="{FF2B5EF4-FFF2-40B4-BE49-F238E27FC236}">
                    <a16:creationId xmlns:a16="http://schemas.microsoft.com/office/drawing/2014/main" id="{02DCCDEF-DE02-4543-A311-CF5C460C480D}"/>
                  </a:ext>
                </a:extLst>
              </p:cNvPr>
              <p:cNvSpPr/>
              <p:nvPr/>
            </p:nvSpPr>
            <p:spPr>
              <a:xfrm>
                <a:off x="-2738214" y="323389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38" name="椭圆 137">
                <a:extLst>
                  <a:ext uri="{FF2B5EF4-FFF2-40B4-BE49-F238E27FC236}">
                    <a16:creationId xmlns:a16="http://schemas.microsoft.com/office/drawing/2014/main" id="{8AAE20DE-AEDE-4F6C-84D6-5CD63926E6B9}"/>
                  </a:ext>
                </a:extLst>
              </p:cNvPr>
              <p:cNvSpPr/>
              <p:nvPr/>
            </p:nvSpPr>
            <p:spPr>
              <a:xfrm>
                <a:off x="-2645308" y="323389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39" name="椭圆 138">
                <a:extLst>
                  <a:ext uri="{FF2B5EF4-FFF2-40B4-BE49-F238E27FC236}">
                    <a16:creationId xmlns:a16="http://schemas.microsoft.com/office/drawing/2014/main" id="{B1BD3699-E70C-42C1-8D28-93B55B1C5EFA}"/>
                  </a:ext>
                </a:extLst>
              </p:cNvPr>
              <p:cNvSpPr/>
              <p:nvPr/>
            </p:nvSpPr>
            <p:spPr>
              <a:xfrm>
                <a:off x="-3295650" y="331726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40" name="椭圆 139">
                <a:extLst>
                  <a:ext uri="{FF2B5EF4-FFF2-40B4-BE49-F238E27FC236}">
                    <a16:creationId xmlns:a16="http://schemas.microsoft.com/office/drawing/2014/main" id="{03584735-C8F8-4215-B776-5EA15EDC9C1D}"/>
                  </a:ext>
                </a:extLst>
              </p:cNvPr>
              <p:cNvSpPr/>
              <p:nvPr/>
            </p:nvSpPr>
            <p:spPr>
              <a:xfrm>
                <a:off x="-3202744" y="331726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41" name="椭圆 140">
                <a:extLst>
                  <a:ext uri="{FF2B5EF4-FFF2-40B4-BE49-F238E27FC236}">
                    <a16:creationId xmlns:a16="http://schemas.microsoft.com/office/drawing/2014/main" id="{4B698DD2-A723-4520-A8E3-1E38BC45C5CF}"/>
                  </a:ext>
                </a:extLst>
              </p:cNvPr>
              <p:cNvSpPr/>
              <p:nvPr/>
            </p:nvSpPr>
            <p:spPr>
              <a:xfrm>
                <a:off x="-3109838" y="331726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42" name="椭圆 141">
                <a:extLst>
                  <a:ext uri="{FF2B5EF4-FFF2-40B4-BE49-F238E27FC236}">
                    <a16:creationId xmlns:a16="http://schemas.microsoft.com/office/drawing/2014/main" id="{15B28CEB-860A-494E-9B53-581FD4465031}"/>
                  </a:ext>
                </a:extLst>
              </p:cNvPr>
              <p:cNvSpPr/>
              <p:nvPr/>
            </p:nvSpPr>
            <p:spPr>
              <a:xfrm>
                <a:off x="-3016932" y="331726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43" name="椭圆 142">
                <a:extLst>
                  <a:ext uri="{FF2B5EF4-FFF2-40B4-BE49-F238E27FC236}">
                    <a16:creationId xmlns:a16="http://schemas.microsoft.com/office/drawing/2014/main" id="{B924E9EC-C7FC-4DFB-A41E-BB7DE56D6B51}"/>
                  </a:ext>
                </a:extLst>
              </p:cNvPr>
              <p:cNvSpPr/>
              <p:nvPr/>
            </p:nvSpPr>
            <p:spPr>
              <a:xfrm>
                <a:off x="-2924026" y="331726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44" name="椭圆 143">
                <a:extLst>
                  <a:ext uri="{FF2B5EF4-FFF2-40B4-BE49-F238E27FC236}">
                    <a16:creationId xmlns:a16="http://schemas.microsoft.com/office/drawing/2014/main" id="{314A8CA9-043E-4DA4-882A-4C7A45C2B7AE}"/>
                  </a:ext>
                </a:extLst>
              </p:cNvPr>
              <p:cNvSpPr/>
              <p:nvPr/>
            </p:nvSpPr>
            <p:spPr>
              <a:xfrm>
                <a:off x="-2831120" y="331726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45" name="椭圆 144">
                <a:extLst>
                  <a:ext uri="{FF2B5EF4-FFF2-40B4-BE49-F238E27FC236}">
                    <a16:creationId xmlns:a16="http://schemas.microsoft.com/office/drawing/2014/main" id="{43F2B8B2-EF30-434F-B023-66098F9870E9}"/>
                  </a:ext>
                </a:extLst>
              </p:cNvPr>
              <p:cNvSpPr/>
              <p:nvPr/>
            </p:nvSpPr>
            <p:spPr>
              <a:xfrm>
                <a:off x="-2738214" y="331726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46" name="椭圆 145">
                <a:extLst>
                  <a:ext uri="{FF2B5EF4-FFF2-40B4-BE49-F238E27FC236}">
                    <a16:creationId xmlns:a16="http://schemas.microsoft.com/office/drawing/2014/main" id="{97FFF862-A869-4B33-9F67-7FC163099B9E}"/>
                  </a:ext>
                </a:extLst>
              </p:cNvPr>
              <p:cNvSpPr/>
              <p:nvPr/>
            </p:nvSpPr>
            <p:spPr>
              <a:xfrm>
                <a:off x="-2645308" y="331726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grpSp>
      <p:grpSp>
        <p:nvGrpSpPr>
          <p:cNvPr id="346" name="组合 345">
            <a:extLst>
              <a:ext uri="{FF2B5EF4-FFF2-40B4-BE49-F238E27FC236}">
                <a16:creationId xmlns:a16="http://schemas.microsoft.com/office/drawing/2014/main" id="{DA95C824-3F95-4269-AC17-470176BA1863}"/>
              </a:ext>
            </a:extLst>
          </p:cNvPr>
          <p:cNvGrpSpPr/>
          <p:nvPr/>
        </p:nvGrpSpPr>
        <p:grpSpPr>
          <a:xfrm rot="5400000">
            <a:off x="137812" y="5598616"/>
            <a:ext cx="1427330" cy="462569"/>
            <a:chOff x="-2968846" y="3387348"/>
            <a:chExt cx="1427330" cy="462569"/>
          </a:xfrm>
        </p:grpSpPr>
        <p:grpSp>
          <p:nvGrpSpPr>
            <p:cNvPr id="347" name="组合 346">
              <a:extLst>
                <a:ext uri="{FF2B5EF4-FFF2-40B4-BE49-F238E27FC236}">
                  <a16:creationId xmlns:a16="http://schemas.microsoft.com/office/drawing/2014/main" id="{2C5CE4DA-6883-4894-A3AB-B14822C2CB4F}"/>
                </a:ext>
              </a:extLst>
            </p:cNvPr>
            <p:cNvGrpSpPr/>
            <p:nvPr/>
          </p:nvGrpSpPr>
          <p:grpSpPr>
            <a:xfrm>
              <a:off x="-2237577" y="3387348"/>
              <a:ext cx="696061" cy="462569"/>
              <a:chOff x="-3295650" y="2900410"/>
              <a:chExt cx="696061" cy="462569"/>
            </a:xfrm>
          </p:grpSpPr>
          <p:sp>
            <p:nvSpPr>
              <p:cNvPr id="397" name="椭圆 396">
                <a:extLst>
                  <a:ext uri="{FF2B5EF4-FFF2-40B4-BE49-F238E27FC236}">
                    <a16:creationId xmlns:a16="http://schemas.microsoft.com/office/drawing/2014/main" id="{41C0F69A-6A36-4E4B-9E24-76ABAFC1C985}"/>
                  </a:ext>
                </a:extLst>
              </p:cNvPr>
              <p:cNvSpPr/>
              <p:nvPr/>
            </p:nvSpPr>
            <p:spPr>
              <a:xfrm>
                <a:off x="-3295650" y="290041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98" name="椭圆 397">
                <a:extLst>
                  <a:ext uri="{FF2B5EF4-FFF2-40B4-BE49-F238E27FC236}">
                    <a16:creationId xmlns:a16="http://schemas.microsoft.com/office/drawing/2014/main" id="{E3552BCB-4F41-4E14-B7BC-24BC6B5CA00F}"/>
                  </a:ext>
                </a:extLst>
              </p:cNvPr>
              <p:cNvSpPr/>
              <p:nvPr/>
            </p:nvSpPr>
            <p:spPr>
              <a:xfrm>
                <a:off x="-3202744" y="290041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99" name="椭圆 398">
                <a:extLst>
                  <a:ext uri="{FF2B5EF4-FFF2-40B4-BE49-F238E27FC236}">
                    <a16:creationId xmlns:a16="http://schemas.microsoft.com/office/drawing/2014/main" id="{44B156EC-6F7D-4B44-B614-B2DEEB589249}"/>
                  </a:ext>
                </a:extLst>
              </p:cNvPr>
              <p:cNvSpPr/>
              <p:nvPr/>
            </p:nvSpPr>
            <p:spPr>
              <a:xfrm>
                <a:off x="-3109838" y="290041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00" name="椭圆 399">
                <a:extLst>
                  <a:ext uri="{FF2B5EF4-FFF2-40B4-BE49-F238E27FC236}">
                    <a16:creationId xmlns:a16="http://schemas.microsoft.com/office/drawing/2014/main" id="{2D7778CF-7764-4471-A278-17F9F6A14B85}"/>
                  </a:ext>
                </a:extLst>
              </p:cNvPr>
              <p:cNvSpPr/>
              <p:nvPr/>
            </p:nvSpPr>
            <p:spPr>
              <a:xfrm>
                <a:off x="-3016932" y="290041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01" name="椭圆 400">
                <a:extLst>
                  <a:ext uri="{FF2B5EF4-FFF2-40B4-BE49-F238E27FC236}">
                    <a16:creationId xmlns:a16="http://schemas.microsoft.com/office/drawing/2014/main" id="{CDE69CE0-D546-4638-BA79-D7223CF02792}"/>
                  </a:ext>
                </a:extLst>
              </p:cNvPr>
              <p:cNvSpPr/>
              <p:nvPr/>
            </p:nvSpPr>
            <p:spPr>
              <a:xfrm>
                <a:off x="-2924026" y="290041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02" name="椭圆 401">
                <a:extLst>
                  <a:ext uri="{FF2B5EF4-FFF2-40B4-BE49-F238E27FC236}">
                    <a16:creationId xmlns:a16="http://schemas.microsoft.com/office/drawing/2014/main" id="{E562BAE0-7702-49F4-93C5-47EFFC2FABFA}"/>
                  </a:ext>
                </a:extLst>
              </p:cNvPr>
              <p:cNvSpPr/>
              <p:nvPr/>
            </p:nvSpPr>
            <p:spPr>
              <a:xfrm>
                <a:off x="-2831120" y="290041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03" name="椭圆 402">
                <a:extLst>
                  <a:ext uri="{FF2B5EF4-FFF2-40B4-BE49-F238E27FC236}">
                    <a16:creationId xmlns:a16="http://schemas.microsoft.com/office/drawing/2014/main" id="{CFAC06DB-31DD-42E6-8154-6795E2D1C775}"/>
                  </a:ext>
                </a:extLst>
              </p:cNvPr>
              <p:cNvSpPr/>
              <p:nvPr/>
            </p:nvSpPr>
            <p:spPr>
              <a:xfrm>
                <a:off x="-2738214" y="290041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04" name="椭圆 403">
                <a:extLst>
                  <a:ext uri="{FF2B5EF4-FFF2-40B4-BE49-F238E27FC236}">
                    <a16:creationId xmlns:a16="http://schemas.microsoft.com/office/drawing/2014/main" id="{0FF47C95-6DF1-4C3E-B86E-8749EAED2676}"/>
                  </a:ext>
                </a:extLst>
              </p:cNvPr>
              <p:cNvSpPr/>
              <p:nvPr/>
            </p:nvSpPr>
            <p:spPr>
              <a:xfrm>
                <a:off x="-2645308" y="290041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05" name="椭圆 404">
                <a:extLst>
                  <a:ext uri="{FF2B5EF4-FFF2-40B4-BE49-F238E27FC236}">
                    <a16:creationId xmlns:a16="http://schemas.microsoft.com/office/drawing/2014/main" id="{2AD39101-67B3-414E-80E5-A2C83AC9C5A9}"/>
                  </a:ext>
                </a:extLst>
              </p:cNvPr>
              <p:cNvSpPr/>
              <p:nvPr/>
            </p:nvSpPr>
            <p:spPr>
              <a:xfrm>
                <a:off x="-3295650" y="298378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06" name="椭圆 405">
                <a:extLst>
                  <a:ext uri="{FF2B5EF4-FFF2-40B4-BE49-F238E27FC236}">
                    <a16:creationId xmlns:a16="http://schemas.microsoft.com/office/drawing/2014/main" id="{355ACF9D-F73F-446A-ADAD-694FF9F903E6}"/>
                  </a:ext>
                </a:extLst>
              </p:cNvPr>
              <p:cNvSpPr/>
              <p:nvPr/>
            </p:nvSpPr>
            <p:spPr>
              <a:xfrm>
                <a:off x="-3202744" y="298378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07" name="椭圆 406">
                <a:extLst>
                  <a:ext uri="{FF2B5EF4-FFF2-40B4-BE49-F238E27FC236}">
                    <a16:creationId xmlns:a16="http://schemas.microsoft.com/office/drawing/2014/main" id="{2DC1E622-BCEA-44E2-B8F2-D093A0FDC039}"/>
                  </a:ext>
                </a:extLst>
              </p:cNvPr>
              <p:cNvSpPr/>
              <p:nvPr/>
            </p:nvSpPr>
            <p:spPr>
              <a:xfrm>
                <a:off x="-3109838" y="298378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08" name="椭圆 407">
                <a:extLst>
                  <a:ext uri="{FF2B5EF4-FFF2-40B4-BE49-F238E27FC236}">
                    <a16:creationId xmlns:a16="http://schemas.microsoft.com/office/drawing/2014/main" id="{BB52D1EB-D640-428F-8191-78FAE830E9EB}"/>
                  </a:ext>
                </a:extLst>
              </p:cNvPr>
              <p:cNvSpPr/>
              <p:nvPr/>
            </p:nvSpPr>
            <p:spPr>
              <a:xfrm>
                <a:off x="-3016932" y="298378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09" name="椭圆 408">
                <a:extLst>
                  <a:ext uri="{FF2B5EF4-FFF2-40B4-BE49-F238E27FC236}">
                    <a16:creationId xmlns:a16="http://schemas.microsoft.com/office/drawing/2014/main" id="{76E3ECC5-352D-4B5A-B3F4-141B4E80A424}"/>
                  </a:ext>
                </a:extLst>
              </p:cNvPr>
              <p:cNvSpPr/>
              <p:nvPr/>
            </p:nvSpPr>
            <p:spPr>
              <a:xfrm>
                <a:off x="-2924026" y="298378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10" name="椭圆 409">
                <a:extLst>
                  <a:ext uri="{FF2B5EF4-FFF2-40B4-BE49-F238E27FC236}">
                    <a16:creationId xmlns:a16="http://schemas.microsoft.com/office/drawing/2014/main" id="{D83AD79D-E27C-4CC0-9E74-22F7271E4BB2}"/>
                  </a:ext>
                </a:extLst>
              </p:cNvPr>
              <p:cNvSpPr/>
              <p:nvPr/>
            </p:nvSpPr>
            <p:spPr>
              <a:xfrm>
                <a:off x="-2831120" y="298378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11" name="椭圆 410">
                <a:extLst>
                  <a:ext uri="{FF2B5EF4-FFF2-40B4-BE49-F238E27FC236}">
                    <a16:creationId xmlns:a16="http://schemas.microsoft.com/office/drawing/2014/main" id="{57D51022-1399-45FD-969A-69FB094DBDAD}"/>
                  </a:ext>
                </a:extLst>
              </p:cNvPr>
              <p:cNvSpPr/>
              <p:nvPr/>
            </p:nvSpPr>
            <p:spPr>
              <a:xfrm>
                <a:off x="-2738214" y="298378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12" name="椭圆 411">
                <a:extLst>
                  <a:ext uri="{FF2B5EF4-FFF2-40B4-BE49-F238E27FC236}">
                    <a16:creationId xmlns:a16="http://schemas.microsoft.com/office/drawing/2014/main" id="{A0E4B6E3-A277-4D36-89D9-2D688B260D23}"/>
                  </a:ext>
                </a:extLst>
              </p:cNvPr>
              <p:cNvSpPr/>
              <p:nvPr/>
            </p:nvSpPr>
            <p:spPr>
              <a:xfrm>
                <a:off x="-2645308" y="298378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13" name="椭圆 412">
                <a:extLst>
                  <a:ext uri="{FF2B5EF4-FFF2-40B4-BE49-F238E27FC236}">
                    <a16:creationId xmlns:a16="http://schemas.microsoft.com/office/drawing/2014/main" id="{2C9A75DB-895B-4ABC-8F27-135C70E7A009}"/>
                  </a:ext>
                </a:extLst>
              </p:cNvPr>
              <p:cNvSpPr/>
              <p:nvPr/>
            </p:nvSpPr>
            <p:spPr>
              <a:xfrm>
                <a:off x="-3295650" y="306715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14" name="椭圆 413">
                <a:extLst>
                  <a:ext uri="{FF2B5EF4-FFF2-40B4-BE49-F238E27FC236}">
                    <a16:creationId xmlns:a16="http://schemas.microsoft.com/office/drawing/2014/main" id="{B38CCAA3-61AC-4EF1-A164-583EADC2E4D4}"/>
                  </a:ext>
                </a:extLst>
              </p:cNvPr>
              <p:cNvSpPr/>
              <p:nvPr/>
            </p:nvSpPr>
            <p:spPr>
              <a:xfrm>
                <a:off x="-3202744" y="306715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15" name="椭圆 414">
                <a:extLst>
                  <a:ext uri="{FF2B5EF4-FFF2-40B4-BE49-F238E27FC236}">
                    <a16:creationId xmlns:a16="http://schemas.microsoft.com/office/drawing/2014/main" id="{E204B9EC-C6C7-4365-A805-62BA1641EC77}"/>
                  </a:ext>
                </a:extLst>
              </p:cNvPr>
              <p:cNvSpPr/>
              <p:nvPr/>
            </p:nvSpPr>
            <p:spPr>
              <a:xfrm>
                <a:off x="-3109838" y="306715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16" name="椭圆 415">
                <a:extLst>
                  <a:ext uri="{FF2B5EF4-FFF2-40B4-BE49-F238E27FC236}">
                    <a16:creationId xmlns:a16="http://schemas.microsoft.com/office/drawing/2014/main" id="{233D6918-8E3E-483D-BAF6-7073C9F9B705}"/>
                  </a:ext>
                </a:extLst>
              </p:cNvPr>
              <p:cNvSpPr/>
              <p:nvPr/>
            </p:nvSpPr>
            <p:spPr>
              <a:xfrm>
                <a:off x="-3016932" y="306715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17" name="椭圆 416">
                <a:extLst>
                  <a:ext uri="{FF2B5EF4-FFF2-40B4-BE49-F238E27FC236}">
                    <a16:creationId xmlns:a16="http://schemas.microsoft.com/office/drawing/2014/main" id="{13ADE121-46E8-4A41-8578-0D681C40689A}"/>
                  </a:ext>
                </a:extLst>
              </p:cNvPr>
              <p:cNvSpPr/>
              <p:nvPr/>
            </p:nvSpPr>
            <p:spPr>
              <a:xfrm>
                <a:off x="-2924026" y="306715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18" name="椭圆 417">
                <a:extLst>
                  <a:ext uri="{FF2B5EF4-FFF2-40B4-BE49-F238E27FC236}">
                    <a16:creationId xmlns:a16="http://schemas.microsoft.com/office/drawing/2014/main" id="{C25D05EA-3C24-4C3D-996B-3A7C401095DA}"/>
                  </a:ext>
                </a:extLst>
              </p:cNvPr>
              <p:cNvSpPr/>
              <p:nvPr/>
            </p:nvSpPr>
            <p:spPr>
              <a:xfrm>
                <a:off x="-2831120" y="306715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19" name="椭圆 418">
                <a:extLst>
                  <a:ext uri="{FF2B5EF4-FFF2-40B4-BE49-F238E27FC236}">
                    <a16:creationId xmlns:a16="http://schemas.microsoft.com/office/drawing/2014/main" id="{1E606F62-E0DC-4C3D-8280-244278ACF22C}"/>
                  </a:ext>
                </a:extLst>
              </p:cNvPr>
              <p:cNvSpPr/>
              <p:nvPr/>
            </p:nvSpPr>
            <p:spPr>
              <a:xfrm>
                <a:off x="-2738214" y="306715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20" name="椭圆 419">
                <a:extLst>
                  <a:ext uri="{FF2B5EF4-FFF2-40B4-BE49-F238E27FC236}">
                    <a16:creationId xmlns:a16="http://schemas.microsoft.com/office/drawing/2014/main" id="{B51E748E-6E9F-4FDB-B0B3-543AEAE05570}"/>
                  </a:ext>
                </a:extLst>
              </p:cNvPr>
              <p:cNvSpPr/>
              <p:nvPr/>
            </p:nvSpPr>
            <p:spPr>
              <a:xfrm>
                <a:off x="-2645308" y="306715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21" name="椭圆 420">
                <a:extLst>
                  <a:ext uri="{FF2B5EF4-FFF2-40B4-BE49-F238E27FC236}">
                    <a16:creationId xmlns:a16="http://schemas.microsoft.com/office/drawing/2014/main" id="{38D2B680-FBDB-4D4E-9709-A1867E53902C}"/>
                  </a:ext>
                </a:extLst>
              </p:cNvPr>
              <p:cNvSpPr/>
              <p:nvPr/>
            </p:nvSpPr>
            <p:spPr>
              <a:xfrm>
                <a:off x="-3295650" y="315052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22" name="椭圆 421">
                <a:extLst>
                  <a:ext uri="{FF2B5EF4-FFF2-40B4-BE49-F238E27FC236}">
                    <a16:creationId xmlns:a16="http://schemas.microsoft.com/office/drawing/2014/main" id="{4635F6C3-8FF1-462D-A63E-DC7D2E375063}"/>
                  </a:ext>
                </a:extLst>
              </p:cNvPr>
              <p:cNvSpPr/>
              <p:nvPr/>
            </p:nvSpPr>
            <p:spPr>
              <a:xfrm>
                <a:off x="-3202744" y="315052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23" name="椭圆 422">
                <a:extLst>
                  <a:ext uri="{FF2B5EF4-FFF2-40B4-BE49-F238E27FC236}">
                    <a16:creationId xmlns:a16="http://schemas.microsoft.com/office/drawing/2014/main" id="{59BC2454-5BB8-475A-AEB6-6D38CB18FBA7}"/>
                  </a:ext>
                </a:extLst>
              </p:cNvPr>
              <p:cNvSpPr/>
              <p:nvPr/>
            </p:nvSpPr>
            <p:spPr>
              <a:xfrm>
                <a:off x="-3109838" y="315052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24" name="椭圆 423">
                <a:extLst>
                  <a:ext uri="{FF2B5EF4-FFF2-40B4-BE49-F238E27FC236}">
                    <a16:creationId xmlns:a16="http://schemas.microsoft.com/office/drawing/2014/main" id="{24401190-7D54-4E5D-AB46-A3C72CAC049B}"/>
                  </a:ext>
                </a:extLst>
              </p:cNvPr>
              <p:cNvSpPr/>
              <p:nvPr/>
            </p:nvSpPr>
            <p:spPr>
              <a:xfrm>
                <a:off x="-3016932" y="315052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25" name="椭圆 424">
                <a:extLst>
                  <a:ext uri="{FF2B5EF4-FFF2-40B4-BE49-F238E27FC236}">
                    <a16:creationId xmlns:a16="http://schemas.microsoft.com/office/drawing/2014/main" id="{3C1420A7-61E8-4CBD-B841-6B0172B091DF}"/>
                  </a:ext>
                </a:extLst>
              </p:cNvPr>
              <p:cNvSpPr/>
              <p:nvPr/>
            </p:nvSpPr>
            <p:spPr>
              <a:xfrm>
                <a:off x="-2924026" y="315052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26" name="椭圆 425">
                <a:extLst>
                  <a:ext uri="{FF2B5EF4-FFF2-40B4-BE49-F238E27FC236}">
                    <a16:creationId xmlns:a16="http://schemas.microsoft.com/office/drawing/2014/main" id="{7877B400-1E0F-4358-9FFA-112B160E5862}"/>
                  </a:ext>
                </a:extLst>
              </p:cNvPr>
              <p:cNvSpPr/>
              <p:nvPr/>
            </p:nvSpPr>
            <p:spPr>
              <a:xfrm>
                <a:off x="-2831120" y="315052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27" name="椭圆 426">
                <a:extLst>
                  <a:ext uri="{FF2B5EF4-FFF2-40B4-BE49-F238E27FC236}">
                    <a16:creationId xmlns:a16="http://schemas.microsoft.com/office/drawing/2014/main" id="{329D6DA2-A9B7-44D2-83C4-833624DCAE85}"/>
                  </a:ext>
                </a:extLst>
              </p:cNvPr>
              <p:cNvSpPr/>
              <p:nvPr/>
            </p:nvSpPr>
            <p:spPr>
              <a:xfrm>
                <a:off x="-2738214" y="315052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28" name="椭圆 427">
                <a:extLst>
                  <a:ext uri="{FF2B5EF4-FFF2-40B4-BE49-F238E27FC236}">
                    <a16:creationId xmlns:a16="http://schemas.microsoft.com/office/drawing/2014/main" id="{4DE105FF-AD9C-4F6C-9197-7D6091C72238}"/>
                  </a:ext>
                </a:extLst>
              </p:cNvPr>
              <p:cNvSpPr/>
              <p:nvPr/>
            </p:nvSpPr>
            <p:spPr>
              <a:xfrm>
                <a:off x="-2645308" y="315052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29" name="椭圆 428">
                <a:extLst>
                  <a:ext uri="{FF2B5EF4-FFF2-40B4-BE49-F238E27FC236}">
                    <a16:creationId xmlns:a16="http://schemas.microsoft.com/office/drawing/2014/main" id="{0F71773A-EAAE-48C2-9A4C-6EACB03C6408}"/>
                  </a:ext>
                </a:extLst>
              </p:cNvPr>
              <p:cNvSpPr/>
              <p:nvPr/>
            </p:nvSpPr>
            <p:spPr>
              <a:xfrm>
                <a:off x="-3295650" y="323389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30" name="椭圆 429">
                <a:extLst>
                  <a:ext uri="{FF2B5EF4-FFF2-40B4-BE49-F238E27FC236}">
                    <a16:creationId xmlns:a16="http://schemas.microsoft.com/office/drawing/2014/main" id="{E246615C-531E-4C9A-B7E3-133B7A8E7CAA}"/>
                  </a:ext>
                </a:extLst>
              </p:cNvPr>
              <p:cNvSpPr/>
              <p:nvPr/>
            </p:nvSpPr>
            <p:spPr>
              <a:xfrm>
                <a:off x="-3202744" y="323389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31" name="椭圆 430">
                <a:extLst>
                  <a:ext uri="{FF2B5EF4-FFF2-40B4-BE49-F238E27FC236}">
                    <a16:creationId xmlns:a16="http://schemas.microsoft.com/office/drawing/2014/main" id="{D1832929-2FB5-4BCF-AD7A-B4E9B38C2E91}"/>
                  </a:ext>
                </a:extLst>
              </p:cNvPr>
              <p:cNvSpPr/>
              <p:nvPr/>
            </p:nvSpPr>
            <p:spPr>
              <a:xfrm>
                <a:off x="-3109838" y="323389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32" name="椭圆 431">
                <a:extLst>
                  <a:ext uri="{FF2B5EF4-FFF2-40B4-BE49-F238E27FC236}">
                    <a16:creationId xmlns:a16="http://schemas.microsoft.com/office/drawing/2014/main" id="{D23F07BF-55D1-4FFC-8717-B5FCF773ABD8}"/>
                  </a:ext>
                </a:extLst>
              </p:cNvPr>
              <p:cNvSpPr/>
              <p:nvPr/>
            </p:nvSpPr>
            <p:spPr>
              <a:xfrm>
                <a:off x="-3016932" y="323389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33" name="椭圆 432">
                <a:extLst>
                  <a:ext uri="{FF2B5EF4-FFF2-40B4-BE49-F238E27FC236}">
                    <a16:creationId xmlns:a16="http://schemas.microsoft.com/office/drawing/2014/main" id="{CE2E2D15-6FE7-4106-AD4F-239342772976}"/>
                  </a:ext>
                </a:extLst>
              </p:cNvPr>
              <p:cNvSpPr/>
              <p:nvPr/>
            </p:nvSpPr>
            <p:spPr>
              <a:xfrm>
                <a:off x="-2924026" y="323389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34" name="椭圆 433">
                <a:extLst>
                  <a:ext uri="{FF2B5EF4-FFF2-40B4-BE49-F238E27FC236}">
                    <a16:creationId xmlns:a16="http://schemas.microsoft.com/office/drawing/2014/main" id="{89973658-C9F9-4143-9CF7-B32EF1506FBC}"/>
                  </a:ext>
                </a:extLst>
              </p:cNvPr>
              <p:cNvSpPr/>
              <p:nvPr/>
            </p:nvSpPr>
            <p:spPr>
              <a:xfrm>
                <a:off x="-2831120" y="323389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35" name="椭圆 434">
                <a:extLst>
                  <a:ext uri="{FF2B5EF4-FFF2-40B4-BE49-F238E27FC236}">
                    <a16:creationId xmlns:a16="http://schemas.microsoft.com/office/drawing/2014/main" id="{E3CF9A7E-8A99-456D-ACC9-67697811A622}"/>
                  </a:ext>
                </a:extLst>
              </p:cNvPr>
              <p:cNvSpPr/>
              <p:nvPr/>
            </p:nvSpPr>
            <p:spPr>
              <a:xfrm>
                <a:off x="-2738214" y="323389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36" name="椭圆 435">
                <a:extLst>
                  <a:ext uri="{FF2B5EF4-FFF2-40B4-BE49-F238E27FC236}">
                    <a16:creationId xmlns:a16="http://schemas.microsoft.com/office/drawing/2014/main" id="{1247858D-21AF-4170-9D1A-6F50F0A66907}"/>
                  </a:ext>
                </a:extLst>
              </p:cNvPr>
              <p:cNvSpPr/>
              <p:nvPr/>
            </p:nvSpPr>
            <p:spPr>
              <a:xfrm>
                <a:off x="-2645308" y="323389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37" name="椭圆 436">
                <a:extLst>
                  <a:ext uri="{FF2B5EF4-FFF2-40B4-BE49-F238E27FC236}">
                    <a16:creationId xmlns:a16="http://schemas.microsoft.com/office/drawing/2014/main" id="{542549EE-CDB9-459B-8A63-3481003F1E2A}"/>
                  </a:ext>
                </a:extLst>
              </p:cNvPr>
              <p:cNvSpPr/>
              <p:nvPr/>
            </p:nvSpPr>
            <p:spPr>
              <a:xfrm>
                <a:off x="-3295650" y="331726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38" name="椭圆 437">
                <a:extLst>
                  <a:ext uri="{FF2B5EF4-FFF2-40B4-BE49-F238E27FC236}">
                    <a16:creationId xmlns:a16="http://schemas.microsoft.com/office/drawing/2014/main" id="{2413C993-8356-404E-A1FB-138BBB922A5F}"/>
                  </a:ext>
                </a:extLst>
              </p:cNvPr>
              <p:cNvSpPr/>
              <p:nvPr/>
            </p:nvSpPr>
            <p:spPr>
              <a:xfrm>
                <a:off x="-3202744" y="331726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39" name="椭圆 438">
                <a:extLst>
                  <a:ext uri="{FF2B5EF4-FFF2-40B4-BE49-F238E27FC236}">
                    <a16:creationId xmlns:a16="http://schemas.microsoft.com/office/drawing/2014/main" id="{1571DAEF-304C-471B-A536-31EBC0922B7B}"/>
                  </a:ext>
                </a:extLst>
              </p:cNvPr>
              <p:cNvSpPr/>
              <p:nvPr/>
            </p:nvSpPr>
            <p:spPr>
              <a:xfrm>
                <a:off x="-3109838" y="331726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40" name="椭圆 439">
                <a:extLst>
                  <a:ext uri="{FF2B5EF4-FFF2-40B4-BE49-F238E27FC236}">
                    <a16:creationId xmlns:a16="http://schemas.microsoft.com/office/drawing/2014/main" id="{EB0FB594-B3FB-44A4-97D1-9F3331956701}"/>
                  </a:ext>
                </a:extLst>
              </p:cNvPr>
              <p:cNvSpPr/>
              <p:nvPr/>
            </p:nvSpPr>
            <p:spPr>
              <a:xfrm>
                <a:off x="-3016932" y="331726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41" name="椭圆 440">
                <a:extLst>
                  <a:ext uri="{FF2B5EF4-FFF2-40B4-BE49-F238E27FC236}">
                    <a16:creationId xmlns:a16="http://schemas.microsoft.com/office/drawing/2014/main" id="{F085AD28-06E5-428B-9AD8-6149D8F7F52F}"/>
                  </a:ext>
                </a:extLst>
              </p:cNvPr>
              <p:cNvSpPr/>
              <p:nvPr/>
            </p:nvSpPr>
            <p:spPr>
              <a:xfrm>
                <a:off x="-2924026" y="331726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42" name="椭圆 441">
                <a:extLst>
                  <a:ext uri="{FF2B5EF4-FFF2-40B4-BE49-F238E27FC236}">
                    <a16:creationId xmlns:a16="http://schemas.microsoft.com/office/drawing/2014/main" id="{88B55A64-DBE3-463D-8BD5-2244CCA5D4AE}"/>
                  </a:ext>
                </a:extLst>
              </p:cNvPr>
              <p:cNvSpPr/>
              <p:nvPr/>
            </p:nvSpPr>
            <p:spPr>
              <a:xfrm>
                <a:off x="-2831120" y="331726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43" name="椭圆 442">
                <a:extLst>
                  <a:ext uri="{FF2B5EF4-FFF2-40B4-BE49-F238E27FC236}">
                    <a16:creationId xmlns:a16="http://schemas.microsoft.com/office/drawing/2014/main" id="{5C6052E7-6F3B-466E-8B93-A575549DF119}"/>
                  </a:ext>
                </a:extLst>
              </p:cNvPr>
              <p:cNvSpPr/>
              <p:nvPr/>
            </p:nvSpPr>
            <p:spPr>
              <a:xfrm>
                <a:off x="-2738214" y="331726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44" name="椭圆 443">
                <a:extLst>
                  <a:ext uri="{FF2B5EF4-FFF2-40B4-BE49-F238E27FC236}">
                    <a16:creationId xmlns:a16="http://schemas.microsoft.com/office/drawing/2014/main" id="{6920B4E8-BE22-41F3-AE74-E05181DC504B}"/>
                  </a:ext>
                </a:extLst>
              </p:cNvPr>
              <p:cNvSpPr/>
              <p:nvPr/>
            </p:nvSpPr>
            <p:spPr>
              <a:xfrm>
                <a:off x="-2645308" y="331726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grpSp>
          <p:nvGrpSpPr>
            <p:cNvPr id="348" name="组合 347">
              <a:extLst>
                <a:ext uri="{FF2B5EF4-FFF2-40B4-BE49-F238E27FC236}">
                  <a16:creationId xmlns:a16="http://schemas.microsoft.com/office/drawing/2014/main" id="{F57CAA41-F6E7-4A32-9C52-BCEA82626A76}"/>
                </a:ext>
              </a:extLst>
            </p:cNvPr>
            <p:cNvGrpSpPr/>
            <p:nvPr/>
          </p:nvGrpSpPr>
          <p:grpSpPr>
            <a:xfrm>
              <a:off x="-2968846" y="3387348"/>
              <a:ext cx="696061" cy="462569"/>
              <a:chOff x="-3295650" y="2900410"/>
              <a:chExt cx="696061" cy="462569"/>
            </a:xfrm>
          </p:grpSpPr>
          <p:sp>
            <p:nvSpPr>
              <p:cNvPr id="349" name="椭圆 348">
                <a:extLst>
                  <a:ext uri="{FF2B5EF4-FFF2-40B4-BE49-F238E27FC236}">
                    <a16:creationId xmlns:a16="http://schemas.microsoft.com/office/drawing/2014/main" id="{0BF5B896-D6E2-4FFF-ACB6-0A8B95F72679}"/>
                  </a:ext>
                </a:extLst>
              </p:cNvPr>
              <p:cNvSpPr/>
              <p:nvPr/>
            </p:nvSpPr>
            <p:spPr>
              <a:xfrm>
                <a:off x="-3295650" y="290041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50" name="椭圆 349">
                <a:extLst>
                  <a:ext uri="{FF2B5EF4-FFF2-40B4-BE49-F238E27FC236}">
                    <a16:creationId xmlns:a16="http://schemas.microsoft.com/office/drawing/2014/main" id="{5EC55BB9-2DDC-4807-902E-E06FCC3C74C2}"/>
                  </a:ext>
                </a:extLst>
              </p:cNvPr>
              <p:cNvSpPr/>
              <p:nvPr/>
            </p:nvSpPr>
            <p:spPr>
              <a:xfrm>
                <a:off x="-3202744" y="290041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51" name="椭圆 350">
                <a:extLst>
                  <a:ext uri="{FF2B5EF4-FFF2-40B4-BE49-F238E27FC236}">
                    <a16:creationId xmlns:a16="http://schemas.microsoft.com/office/drawing/2014/main" id="{6413A447-6895-4448-9103-E026CB7CABFB}"/>
                  </a:ext>
                </a:extLst>
              </p:cNvPr>
              <p:cNvSpPr/>
              <p:nvPr/>
            </p:nvSpPr>
            <p:spPr>
              <a:xfrm>
                <a:off x="-3109838" y="290041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52" name="椭圆 351">
                <a:extLst>
                  <a:ext uri="{FF2B5EF4-FFF2-40B4-BE49-F238E27FC236}">
                    <a16:creationId xmlns:a16="http://schemas.microsoft.com/office/drawing/2014/main" id="{38ADA8D7-CAED-4D7E-9334-A2F62487D323}"/>
                  </a:ext>
                </a:extLst>
              </p:cNvPr>
              <p:cNvSpPr/>
              <p:nvPr/>
            </p:nvSpPr>
            <p:spPr>
              <a:xfrm>
                <a:off x="-3016932" y="290041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53" name="椭圆 352">
                <a:extLst>
                  <a:ext uri="{FF2B5EF4-FFF2-40B4-BE49-F238E27FC236}">
                    <a16:creationId xmlns:a16="http://schemas.microsoft.com/office/drawing/2014/main" id="{20517250-B614-4EAC-8123-08CDC5531265}"/>
                  </a:ext>
                </a:extLst>
              </p:cNvPr>
              <p:cNvSpPr/>
              <p:nvPr/>
            </p:nvSpPr>
            <p:spPr>
              <a:xfrm>
                <a:off x="-2924026" y="290041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54" name="椭圆 353">
                <a:extLst>
                  <a:ext uri="{FF2B5EF4-FFF2-40B4-BE49-F238E27FC236}">
                    <a16:creationId xmlns:a16="http://schemas.microsoft.com/office/drawing/2014/main" id="{458E3FEB-EC8A-48B6-B63E-F3669B65EEF5}"/>
                  </a:ext>
                </a:extLst>
              </p:cNvPr>
              <p:cNvSpPr/>
              <p:nvPr/>
            </p:nvSpPr>
            <p:spPr>
              <a:xfrm>
                <a:off x="-2831120" y="290041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55" name="椭圆 354">
                <a:extLst>
                  <a:ext uri="{FF2B5EF4-FFF2-40B4-BE49-F238E27FC236}">
                    <a16:creationId xmlns:a16="http://schemas.microsoft.com/office/drawing/2014/main" id="{D5A624F6-DA81-497D-BC17-341F13132298}"/>
                  </a:ext>
                </a:extLst>
              </p:cNvPr>
              <p:cNvSpPr/>
              <p:nvPr/>
            </p:nvSpPr>
            <p:spPr>
              <a:xfrm>
                <a:off x="-2738214" y="290041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56" name="椭圆 355">
                <a:extLst>
                  <a:ext uri="{FF2B5EF4-FFF2-40B4-BE49-F238E27FC236}">
                    <a16:creationId xmlns:a16="http://schemas.microsoft.com/office/drawing/2014/main" id="{52025BA8-B27D-484D-B696-27B56CD729C2}"/>
                  </a:ext>
                </a:extLst>
              </p:cNvPr>
              <p:cNvSpPr/>
              <p:nvPr/>
            </p:nvSpPr>
            <p:spPr>
              <a:xfrm>
                <a:off x="-2645308" y="290041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57" name="椭圆 356">
                <a:extLst>
                  <a:ext uri="{FF2B5EF4-FFF2-40B4-BE49-F238E27FC236}">
                    <a16:creationId xmlns:a16="http://schemas.microsoft.com/office/drawing/2014/main" id="{9A77F569-B27E-4263-97EF-8FD5371BD0BB}"/>
                  </a:ext>
                </a:extLst>
              </p:cNvPr>
              <p:cNvSpPr/>
              <p:nvPr/>
            </p:nvSpPr>
            <p:spPr>
              <a:xfrm>
                <a:off x="-3295650" y="298378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58" name="椭圆 357">
                <a:extLst>
                  <a:ext uri="{FF2B5EF4-FFF2-40B4-BE49-F238E27FC236}">
                    <a16:creationId xmlns:a16="http://schemas.microsoft.com/office/drawing/2014/main" id="{5E48CC55-F415-4786-ADB5-C79EE6F8F61A}"/>
                  </a:ext>
                </a:extLst>
              </p:cNvPr>
              <p:cNvSpPr/>
              <p:nvPr/>
            </p:nvSpPr>
            <p:spPr>
              <a:xfrm>
                <a:off x="-3202744" y="298378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59" name="椭圆 358">
                <a:extLst>
                  <a:ext uri="{FF2B5EF4-FFF2-40B4-BE49-F238E27FC236}">
                    <a16:creationId xmlns:a16="http://schemas.microsoft.com/office/drawing/2014/main" id="{E03AD8BC-709B-4071-A1E0-11D8C00DFA66}"/>
                  </a:ext>
                </a:extLst>
              </p:cNvPr>
              <p:cNvSpPr/>
              <p:nvPr/>
            </p:nvSpPr>
            <p:spPr>
              <a:xfrm>
                <a:off x="-3109838" y="298378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60" name="椭圆 359">
                <a:extLst>
                  <a:ext uri="{FF2B5EF4-FFF2-40B4-BE49-F238E27FC236}">
                    <a16:creationId xmlns:a16="http://schemas.microsoft.com/office/drawing/2014/main" id="{AAA58132-CBAA-44D0-84C5-C5B06FC8D89F}"/>
                  </a:ext>
                </a:extLst>
              </p:cNvPr>
              <p:cNvSpPr/>
              <p:nvPr/>
            </p:nvSpPr>
            <p:spPr>
              <a:xfrm>
                <a:off x="-3016932" y="298378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61" name="椭圆 360">
                <a:extLst>
                  <a:ext uri="{FF2B5EF4-FFF2-40B4-BE49-F238E27FC236}">
                    <a16:creationId xmlns:a16="http://schemas.microsoft.com/office/drawing/2014/main" id="{7032A0AC-A01E-4786-BE62-B6EDCCC4A6D9}"/>
                  </a:ext>
                </a:extLst>
              </p:cNvPr>
              <p:cNvSpPr/>
              <p:nvPr/>
            </p:nvSpPr>
            <p:spPr>
              <a:xfrm>
                <a:off x="-2924026" y="298378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62" name="椭圆 361">
                <a:extLst>
                  <a:ext uri="{FF2B5EF4-FFF2-40B4-BE49-F238E27FC236}">
                    <a16:creationId xmlns:a16="http://schemas.microsoft.com/office/drawing/2014/main" id="{0CA8DFEA-44FA-4247-9A47-E5385D8ACFEE}"/>
                  </a:ext>
                </a:extLst>
              </p:cNvPr>
              <p:cNvSpPr/>
              <p:nvPr/>
            </p:nvSpPr>
            <p:spPr>
              <a:xfrm>
                <a:off x="-2831120" y="298378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63" name="椭圆 362">
                <a:extLst>
                  <a:ext uri="{FF2B5EF4-FFF2-40B4-BE49-F238E27FC236}">
                    <a16:creationId xmlns:a16="http://schemas.microsoft.com/office/drawing/2014/main" id="{98605DEA-E8E8-40B8-97A7-835064AE1DA9}"/>
                  </a:ext>
                </a:extLst>
              </p:cNvPr>
              <p:cNvSpPr/>
              <p:nvPr/>
            </p:nvSpPr>
            <p:spPr>
              <a:xfrm>
                <a:off x="-2738214" y="298378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64" name="椭圆 363">
                <a:extLst>
                  <a:ext uri="{FF2B5EF4-FFF2-40B4-BE49-F238E27FC236}">
                    <a16:creationId xmlns:a16="http://schemas.microsoft.com/office/drawing/2014/main" id="{24A43AD1-982C-4B2F-B2E2-4F3BB45ACD0A}"/>
                  </a:ext>
                </a:extLst>
              </p:cNvPr>
              <p:cNvSpPr/>
              <p:nvPr/>
            </p:nvSpPr>
            <p:spPr>
              <a:xfrm>
                <a:off x="-2645308" y="298378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65" name="椭圆 364">
                <a:extLst>
                  <a:ext uri="{FF2B5EF4-FFF2-40B4-BE49-F238E27FC236}">
                    <a16:creationId xmlns:a16="http://schemas.microsoft.com/office/drawing/2014/main" id="{89EBC497-CC45-47F1-9EDC-7C9CE60F2FBD}"/>
                  </a:ext>
                </a:extLst>
              </p:cNvPr>
              <p:cNvSpPr/>
              <p:nvPr/>
            </p:nvSpPr>
            <p:spPr>
              <a:xfrm>
                <a:off x="-3295650" y="306715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66" name="椭圆 365">
                <a:extLst>
                  <a:ext uri="{FF2B5EF4-FFF2-40B4-BE49-F238E27FC236}">
                    <a16:creationId xmlns:a16="http://schemas.microsoft.com/office/drawing/2014/main" id="{39992A9E-E0B8-4E63-B134-1144C0909882}"/>
                  </a:ext>
                </a:extLst>
              </p:cNvPr>
              <p:cNvSpPr/>
              <p:nvPr/>
            </p:nvSpPr>
            <p:spPr>
              <a:xfrm>
                <a:off x="-3202744" y="306715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67" name="椭圆 366">
                <a:extLst>
                  <a:ext uri="{FF2B5EF4-FFF2-40B4-BE49-F238E27FC236}">
                    <a16:creationId xmlns:a16="http://schemas.microsoft.com/office/drawing/2014/main" id="{41FBF282-490D-439A-9149-9AF3DCC4379D}"/>
                  </a:ext>
                </a:extLst>
              </p:cNvPr>
              <p:cNvSpPr/>
              <p:nvPr/>
            </p:nvSpPr>
            <p:spPr>
              <a:xfrm>
                <a:off x="-3109838" y="306715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68" name="椭圆 367">
                <a:extLst>
                  <a:ext uri="{FF2B5EF4-FFF2-40B4-BE49-F238E27FC236}">
                    <a16:creationId xmlns:a16="http://schemas.microsoft.com/office/drawing/2014/main" id="{228CFF03-9406-4054-B734-AE3E216A8AC3}"/>
                  </a:ext>
                </a:extLst>
              </p:cNvPr>
              <p:cNvSpPr/>
              <p:nvPr/>
            </p:nvSpPr>
            <p:spPr>
              <a:xfrm>
                <a:off x="-3016932" y="306715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69" name="椭圆 368">
                <a:extLst>
                  <a:ext uri="{FF2B5EF4-FFF2-40B4-BE49-F238E27FC236}">
                    <a16:creationId xmlns:a16="http://schemas.microsoft.com/office/drawing/2014/main" id="{D288927F-3D53-4115-9D50-CB541D55015A}"/>
                  </a:ext>
                </a:extLst>
              </p:cNvPr>
              <p:cNvSpPr/>
              <p:nvPr/>
            </p:nvSpPr>
            <p:spPr>
              <a:xfrm>
                <a:off x="-2924026" y="306715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70" name="椭圆 369">
                <a:extLst>
                  <a:ext uri="{FF2B5EF4-FFF2-40B4-BE49-F238E27FC236}">
                    <a16:creationId xmlns:a16="http://schemas.microsoft.com/office/drawing/2014/main" id="{02480394-BF64-4BE1-91EC-BBD330ABCD0F}"/>
                  </a:ext>
                </a:extLst>
              </p:cNvPr>
              <p:cNvSpPr/>
              <p:nvPr/>
            </p:nvSpPr>
            <p:spPr>
              <a:xfrm>
                <a:off x="-2831120" y="306715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71" name="椭圆 370">
                <a:extLst>
                  <a:ext uri="{FF2B5EF4-FFF2-40B4-BE49-F238E27FC236}">
                    <a16:creationId xmlns:a16="http://schemas.microsoft.com/office/drawing/2014/main" id="{078B70A6-E1A6-4DDE-9956-73577F77D949}"/>
                  </a:ext>
                </a:extLst>
              </p:cNvPr>
              <p:cNvSpPr/>
              <p:nvPr/>
            </p:nvSpPr>
            <p:spPr>
              <a:xfrm>
                <a:off x="-2738214" y="306715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72" name="椭圆 371">
                <a:extLst>
                  <a:ext uri="{FF2B5EF4-FFF2-40B4-BE49-F238E27FC236}">
                    <a16:creationId xmlns:a16="http://schemas.microsoft.com/office/drawing/2014/main" id="{11BE5C23-3BA3-4B32-B57D-BC2E46BFE068}"/>
                  </a:ext>
                </a:extLst>
              </p:cNvPr>
              <p:cNvSpPr/>
              <p:nvPr/>
            </p:nvSpPr>
            <p:spPr>
              <a:xfrm>
                <a:off x="-2645308" y="306715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73" name="椭圆 372">
                <a:extLst>
                  <a:ext uri="{FF2B5EF4-FFF2-40B4-BE49-F238E27FC236}">
                    <a16:creationId xmlns:a16="http://schemas.microsoft.com/office/drawing/2014/main" id="{EAD040C9-C11B-4C59-AC33-5FD81E2F1F77}"/>
                  </a:ext>
                </a:extLst>
              </p:cNvPr>
              <p:cNvSpPr/>
              <p:nvPr/>
            </p:nvSpPr>
            <p:spPr>
              <a:xfrm>
                <a:off x="-3295650" y="315052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74" name="椭圆 373">
                <a:extLst>
                  <a:ext uri="{FF2B5EF4-FFF2-40B4-BE49-F238E27FC236}">
                    <a16:creationId xmlns:a16="http://schemas.microsoft.com/office/drawing/2014/main" id="{8C1047D7-40F5-49A8-B1E1-D5CE0C01405D}"/>
                  </a:ext>
                </a:extLst>
              </p:cNvPr>
              <p:cNvSpPr/>
              <p:nvPr/>
            </p:nvSpPr>
            <p:spPr>
              <a:xfrm>
                <a:off x="-3202744" y="315052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75" name="椭圆 374">
                <a:extLst>
                  <a:ext uri="{FF2B5EF4-FFF2-40B4-BE49-F238E27FC236}">
                    <a16:creationId xmlns:a16="http://schemas.microsoft.com/office/drawing/2014/main" id="{511D2BBB-3005-44C6-8C75-03C83D76EF0D}"/>
                  </a:ext>
                </a:extLst>
              </p:cNvPr>
              <p:cNvSpPr/>
              <p:nvPr/>
            </p:nvSpPr>
            <p:spPr>
              <a:xfrm>
                <a:off x="-3109838" y="315052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76" name="椭圆 375">
                <a:extLst>
                  <a:ext uri="{FF2B5EF4-FFF2-40B4-BE49-F238E27FC236}">
                    <a16:creationId xmlns:a16="http://schemas.microsoft.com/office/drawing/2014/main" id="{C2717AAD-113E-4D14-B173-70DAC0EF4B4A}"/>
                  </a:ext>
                </a:extLst>
              </p:cNvPr>
              <p:cNvSpPr/>
              <p:nvPr/>
            </p:nvSpPr>
            <p:spPr>
              <a:xfrm>
                <a:off x="-3016932" y="315052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77" name="椭圆 376">
                <a:extLst>
                  <a:ext uri="{FF2B5EF4-FFF2-40B4-BE49-F238E27FC236}">
                    <a16:creationId xmlns:a16="http://schemas.microsoft.com/office/drawing/2014/main" id="{557D8C2E-EF85-4F13-A5BD-99EE84D96864}"/>
                  </a:ext>
                </a:extLst>
              </p:cNvPr>
              <p:cNvSpPr/>
              <p:nvPr/>
            </p:nvSpPr>
            <p:spPr>
              <a:xfrm>
                <a:off x="-2924026" y="315052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78" name="椭圆 377">
                <a:extLst>
                  <a:ext uri="{FF2B5EF4-FFF2-40B4-BE49-F238E27FC236}">
                    <a16:creationId xmlns:a16="http://schemas.microsoft.com/office/drawing/2014/main" id="{31359015-C3E6-4A30-B525-FA3109390B07}"/>
                  </a:ext>
                </a:extLst>
              </p:cNvPr>
              <p:cNvSpPr/>
              <p:nvPr/>
            </p:nvSpPr>
            <p:spPr>
              <a:xfrm>
                <a:off x="-2831120" y="315052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79" name="椭圆 378">
                <a:extLst>
                  <a:ext uri="{FF2B5EF4-FFF2-40B4-BE49-F238E27FC236}">
                    <a16:creationId xmlns:a16="http://schemas.microsoft.com/office/drawing/2014/main" id="{D5D7AC38-A2D6-43E4-928D-617DB4648311}"/>
                  </a:ext>
                </a:extLst>
              </p:cNvPr>
              <p:cNvSpPr/>
              <p:nvPr/>
            </p:nvSpPr>
            <p:spPr>
              <a:xfrm>
                <a:off x="-2738214" y="315052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80" name="椭圆 379">
                <a:extLst>
                  <a:ext uri="{FF2B5EF4-FFF2-40B4-BE49-F238E27FC236}">
                    <a16:creationId xmlns:a16="http://schemas.microsoft.com/office/drawing/2014/main" id="{941F4086-0275-41C6-92A5-0B1E71E13D45}"/>
                  </a:ext>
                </a:extLst>
              </p:cNvPr>
              <p:cNvSpPr/>
              <p:nvPr/>
            </p:nvSpPr>
            <p:spPr>
              <a:xfrm>
                <a:off x="-2645308" y="315052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81" name="椭圆 380">
                <a:extLst>
                  <a:ext uri="{FF2B5EF4-FFF2-40B4-BE49-F238E27FC236}">
                    <a16:creationId xmlns:a16="http://schemas.microsoft.com/office/drawing/2014/main" id="{2DEF294F-91CC-49FF-B022-E7F5759BB5F6}"/>
                  </a:ext>
                </a:extLst>
              </p:cNvPr>
              <p:cNvSpPr/>
              <p:nvPr/>
            </p:nvSpPr>
            <p:spPr>
              <a:xfrm>
                <a:off x="-3295650" y="323389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82" name="椭圆 381">
                <a:extLst>
                  <a:ext uri="{FF2B5EF4-FFF2-40B4-BE49-F238E27FC236}">
                    <a16:creationId xmlns:a16="http://schemas.microsoft.com/office/drawing/2014/main" id="{353E5F27-C8B1-4FD7-9CEA-997E40BFE0DC}"/>
                  </a:ext>
                </a:extLst>
              </p:cNvPr>
              <p:cNvSpPr/>
              <p:nvPr/>
            </p:nvSpPr>
            <p:spPr>
              <a:xfrm>
                <a:off x="-3202744" y="323389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83" name="椭圆 382">
                <a:extLst>
                  <a:ext uri="{FF2B5EF4-FFF2-40B4-BE49-F238E27FC236}">
                    <a16:creationId xmlns:a16="http://schemas.microsoft.com/office/drawing/2014/main" id="{41E03E07-03A3-409D-94EB-888413A1B3BE}"/>
                  </a:ext>
                </a:extLst>
              </p:cNvPr>
              <p:cNvSpPr/>
              <p:nvPr/>
            </p:nvSpPr>
            <p:spPr>
              <a:xfrm>
                <a:off x="-3109838" y="323389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84" name="椭圆 383">
                <a:extLst>
                  <a:ext uri="{FF2B5EF4-FFF2-40B4-BE49-F238E27FC236}">
                    <a16:creationId xmlns:a16="http://schemas.microsoft.com/office/drawing/2014/main" id="{2720878D-1091-4B8A-8EA8-0C96C3CB02DE}"/>
                  </a:ext>
                </a:extLst>
              </p:cNvPr>
              <p:cNvSpPr/>
              <p:nvPr/>
            </p:nvSpPr>
            <p:spPr>
              <a:xfrm>
                <a:off x="-3016932" y="323389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85" name="椭圆 384">
                <a:extLst>
                  <a:ext uri="{FF2B5EF4-FFF2-40B4-BE49-F238E27FC236}">
                    <a16:creationId xmlns:a16="http://schemas.microsoft.com/office/drawing/2014/main" id="{84635904-49A5-42F0-BE94-EE8E90C2D79B}"/>
                  </a:ext>
                </a:extLst>
              </p:cNvPr>
              <p:cNvSpPr/>
              <p:nvPr/>
            </p:nvSpPr>
            <p:spPr>
              <a:xfrm>
                <a:off x="-2924026" y="323389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86" name="椭圆 385">
                <a:extLst>
                  <a:ext uri="{FF2B5EF4-FFF2-40B4-BE49-F238E27FC236}">
                    <a16:creationId xmlns:a16="http://schemas.microsoft.com/office/drawing/2014/main" id="{E67F50A2-530C-4F90-BCEB-74D8BC320665}"/>
                  </a:ext>
                </a:extLst>
              </p:cNvPr>
              <p:cNvSpPr/>
              <p:nvPr/>
            </p:nvSpPr>
            <p:spPr>
              <a:xfrm>
                <a:off x="-2831120" y="323389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87" name="椭圆 386">
                <a:extLst>
                  <a:ext uri="{FF2B5EF4-FFF2-40B4-BE49-F238E27FC236}">
                    <a16:creationId xmlns:a16="http://schemas.microsoft.com/office/drawing/2014/main" id="{F29496A8-645D-4A6A-BB8F-8A1F0B056CDA}"/>
                  </a:ext>
                </a:extLst>
              </p:cNvPr>
              <p:cNvSpPr/>
              <p:nvPr/>
            </p:nvSpPr>
            <p:spPr>
              <a:xfrm>
                <a:off x="-2738214" y="323389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88" name="椭圆 387">
                <a:extLst>
                  <a:ext uri="{FF2B5EF4-FFF2-40B4-BE49-F238E27FC236}">
                    <a16:creationId xmlns:a16="http://schemas.microsoft.com/office/drawing/2014/main" id="{BD1AC74E-7276-4ACE-9724-5995DE1365A0}"/>
                  </a:ext>
                </a:extLst>
              </p:cNvPr>
              <p:cNvSpPr/>
              <p:nvPr/>
            </p:nvSpPr>
            <p:spPr>
              <a:xfrm>
                <a:off x="-2645308" y="323389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89" name="椭圆 388">
                <a:extLst>
                  <a:ext uri="{FF2B5EF4-FFF2-40B4-BE49-F238E27FC236}">
                    <a16:creationId xmlns:a16="http://schemas.microsoft.com/office/drawing/2014/main" id="{9DE5E1BC-D3D3-4BAA-8B06-F3884EFDE339}"/>
                  </a:ext>
                </a:extLst>
              </p:cNvPr>
              <p:cNvSpPr/>
              <p:nvPr/>
            </p:nvSpPr>
            <p:spPr>
              <a:xfrm>
                <a:off x="-3295650" y="331726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90" name="椭圆 389">
                <a:extLst>
                  <a:ext uri="{FF2B5EF4-FFF2-40B4-BE49-F238E27FC236}">
                    <a16:creationId xmlns:a16="http://schemas.microsoft.com/office/drawing/2014/main" id="{A6F5B49F-CC0A-4489-A99E-B1F093EEF112}"/>
                  </a:ext>
                </a:extLst>
              </p:cNvPr>
              <p:cNvSpPr/>
              <p:nvPr/>
            </p:nvSpPr>
            <p:spPr>
              <a:xfrm>
                <a:off x="-3202744" y="331726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91" name="椭圆 390">
                <a:extLst>
                  <a:ext uri="{FF2B5EF4-FFF2-40B4-BE49-F238E27FC236}">
                    <a16:creationId xmlns:a16="http://schemas.microsoft.com/office/drawing/2014/main" id="{1821C412-590A-4C6C-86AF-870DE130680E}"/>
                  </a:ext>
                </a:extLst>
              </p:cNvPr>
              <p:cNvSpPr/>
              <p:nvPr/>
            </p:nvSpPr>
            <p:spPr>
              <a:xfrm>
                <a:off x="-3109838" y="331726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92" name="椭圆 391">
                <a:extLst>
                  <a:ext uri="{FF2B5EF4-FFF2-40B4-BE49-F238E27FC236}">
                    <a16:creationId xmlns:a16="http://schemas.microsoft.com/office/drawing/2014/main" id="{9222FAEA-F837-4093-9D93-B2B8C01AD8EF}"/>
                  </a:ext>
                </a:extLst>
              </p:cNvPr>
              <p:cNvSpPr/>
              <p:nvPr/>
            </p:nvSpPr>
            <p:spPr>
              <a:xfrm>
                <a:off x="-3016932" y="331726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93" name="椭圆 392">
                <a:extLst>
                  <a:ext uri="{FF2B5EF4-FFF2-40B4-BE49-F238E27FC236}">
                    <a16:creationId xmlns:a16="http://schemas.microsoft.com/office/drawing/2014/main" id="{438A19FC-650A-479E-974E-168539ED219E}"/>
                  </a:ext>
                </a:extLst>
              </p:cNvPr>
              <p:cNvSpPr/>
              <p:nvPr/>
            </p:nvSpPr>
            <p:spPr>
              <a:xfrm>
                <a:off x="-2924026" y="331726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94" name="椭圆 393">
                <a:extLst>
                  <a:ext uri="{FF2B5EF4-FFF2-40B4-BE49-F238E27FC236}">
                    <a16:creationId xmlns:a16="http://schemas.microsoft.com/office/drawing/2014/main" id="{6E59C0A9-A768-4F93-9D74-BAEE7CA0616A}"/>
                  </a:ext>
                </a:extLst>
              </p:cNvPr>
              <p:cNvSpPr/>
              <p:nvPr/>
            </p:nvSpPr>
            <p:spPr>
              <a:xfrm>
                <a:off x="-2831120" y="331726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95" name="椭圆 394">
                <a:extLst>
                  <a:ext uri="{FF2B5EF4-FFF2-40B4-BE49-F238E27FC236}">
                    <a16:creationId xmlns:a16="http://schemas.microsoft.com/office/drawing/2014/main" id="{823CC32F-D76A-4515-A078-06DB27D6C024}"/>
                  </a:ext>
                </a:extLst>
              </p:cNvPr>
              <p:cNvSpPr/>
              <p:nvPr/>
            </p:nvSpPr>
            <p:spPr>
              <a:xfrm>
                <a:off x="-2738214" y="3317260"/>
                <a:ext cx="45719" cy="45719"/>
              </a:xfrm>
              <a:prstGeom prst="ellipse">
                <a:avLst/>
              </a:prstGeom>
              <a:solidFill>
                <a:schemeClr val="accent3">
                  <a:lumMod val="100000"/>
                </a:schemeClr>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lumMod val="100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96" name="椭圆 395">
                <a:extLst>
                  <a:ext uri="{FF2B5EF4-FFF2-40B4-BE49-F238E27FC236}">
                    <a16:creationId xmlns:a16="http://schemas.microsoft.com/office/drawing/2014/main" id="{05EB3720-0BEE-4EB6-BFAA-1570F126EDAE}"/>
                  </a:ext>
                </a:extLst>
              </p:cNvPr>
              <p:cNvSpPr/>
              <p:nvPr/>
            </p:nvSpPr>
            <p:spPr>
              <a:xfrm>
                <a:off x="-2645308" y="3317260"/>
                <a:ext cx="45719" cy="45719"/>
              </a:xfrm>
              <a:prstGeom prst="ellipse">
                <a:avLst/>
              </a:prstGeom>
              <a:solidFill>
                <a:schemeClr val="accent3"/>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grpSp>
      <p:cxnSp>
        <p:nvCxnSpPr>
          <p:cNvPr id="599" name="直接连接符 598">
            <a:extLst>
              <a:ext uri="{FF2B5EF4-FFF2-40B4-BE49-F238E27FC236}">
                <a16:creationId xmlns:a16="http://schemas.microsoft.com/office/drawing/2014/main" id="{6BC6972F-687F-4403-BF99-2A8E59C4E479}"/>
              </a:ext>
            </a:extLst>
          </p:cNvPr>
          <p:cNvCxnSpPr/>
          <p:nvPr/>
        </p:nvCxnSpPr>
        <p:spPr>
          <a:xfrm>
            <a:off x="4143966" y="3805661"/>
            <a:ext cx="3590335" cy="0"/>
          </a:xfrm>
          <a:prstGeom prst="line">
            <a:avLst/>
          </a:prstGeom>
          <a:ln w="3175">
            <a:gradFill>
              <a:gsLst>
                <a:gs pos="46000">
                  <a:schemeClr val="accent3"/>
                </a:gs>
                <a:gs pos="53000">
                  <a:schemeClr val="accent2"/>
                </a:gs>
              </a:gsLst>
              <a:lin ang="42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671341"/>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p15="http://schemas.microsoft.com/office/powerpoint/2012/main" xmlns:a16="http://schemas.microsoft.com/office/drawing/2014/main"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fade">
                                      <p:cBhvr>
                                        <p:cTn id="7" dur="500"/>
                                        <p:tgtEl>
                                          <p:spTgt spid="72"/>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599"/>
                                        </p:tgtEl>
                                        <p:attrNameLst>
                                          <p:attrName>style.visibility</p:attrName>
                                        </p:attrNameLst>
                                      </p:cBhvr>
                                      <p:to>
                                        <p:strVal val="visible"/>
                                      </p:to>
                                    </p:set>
                                    <p:animEffect transition="in" filter="fade">
                                      <p:cBhvr>
                                        <p:cTn id="11" dur="500"/>
                                        <p:tgtEl>
                                          <p:spTgt spid="599"/>
                                        </p:tgtEl>
                                      </p:cBhvr>
                                    </p:animEffect>
                                  </p:childTnLst>
                                </p:cTn>
                              </p:par>
                            </p:childTnLst>
                          </p:cTn>
                        </p:par>
                        <p:par>
                          <p:cTn id="12" fill="hold" nodeType="afterGroup">
                            <p:stCondLst>
                              <p:cond delay="1000"/>
                            </p:stCondLst>
                            <p:childTnLst>
                              <p:par>
                                <p:cTn id="13" presetID="10" presetClass="entr" presetSubtype="0" fill="hold"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par>
                          <p:cTn id="16" fill="hold" nodeType="afterGroup">
                            <p:stCondLst>
                              <p:cond delay="1500"/>
                            </p:stCondLst>
                            <p:childTnLst>
                              <p:par>
                                <p:cTn id="17" presetID="10"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par>
                          <p:cTn id="20" fill="hold" nodeType="afterGroup">
                            <p:stCondLst>
                              <p:cond delay="2000"/>
                            </p:stCondLst>
                            <p:childTnLst>
                              <p:par>
                                <p:cTn id="21" presetID="10" presetClass="entr" presetSubtype="0" fill="hold" nodeType="afterEffect">
                                  <p:stCondLst>
                                    <p:cond delay="0"/>
                                  </p:stCondLst>
                                  <p:childTnLst>
                                    <p:set>
                                      <p:cBhvr>
                                        <p:cTn id="22" dur="1" fill="hold">
                                          <p:stCondLst>
                                            <p:cond delay="0"/>
                                          </p:stCondLst>
                                        </p:cTn>
                                        <p:tgtEl>
                                          <p:spTgt spid="346"/>
                                        </p:tgtEl>
                                        <p:attrNameLst>
                                          <p:attrName>style.visibility</p:attrName>
                                        </p:attrNameLst>
                                      </p:cBhvr>
                                      <p:to>
                                        <p:strVal val="visible"/>
                                      </p:to>
                                    </p:set>
                                    <p:animEffect transition="in" filter="fade">
                                      <p:cBhvr>
                                        <p:cTn id="23" dur="500"/>
                                        <p:tgtEl>
                                          <p:spTgt spid="346"/>
                                        </p:tgtEl>
                                      </p:cBhvr>
                                    </p:animEffect>
                                  </p:childTnLst>
                                </p:cTn>
                              </p:par>
                            </p:childTnLst>
                          </p:cTn>
                        </p:par>
                        <p:par>
                          <p:cTn id="24" fill="hold" nodeType="afterGroup">
                            <p:stCondLst>
                              <p:cond delay="2500"/>
                            </p:stCondLst>
                            <p:childTnLst>
                              <p:par>
                                <p:cTn id="25" presetID="10" presetClass="entr" presetSubtype="0"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圆角 45">
            <a:extLst>
              <a:ext uri="{FF2B5EF4-FFF2-40B4-BE49-F238E27FC236}">
                <a16:creationId xmlns:a16="http://schemas.microsoft.com/office/drawing/2014/main" id="{948DC9B9-2ADF-4573-B6AF-0834587C923C}"/>
              </a:ext>
            </a:extLst>
          </p:cNvPr>
          <p:cNvSpPr/>
          <p:nvPr/>
        </p:nvSpPr>
        <p:spPr>
          <a:xfrm rot="18980147">
            <a:off x="-431572" y="1121399"/>
            <a:ext cx="5392359" cy="1755763"/>
          </a:xfrm>
          <a:prstGeom prst="roundRect">
            <a:avLst>
              <a:gd name="adj" fmla="val 50000"/>
            </a:avLst>
          </a:prstGeom>
          <a:blipFill>
            <a:blip r:embed="R33534a8b432444cb">
              <a:extLst>
                <a:ext uri="{28A0092B-C50C-407E-A947-70E740481C1C}">
                  <a14:useLocalDpi xmlns:a14="http://schemas.microsoft.com/office/drawing/2010/main" val="0"/>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5" name="矩形: 圆角 44">
            <a:extLst>
              <a:ext uri="{FF2B5EF4-FFF2-40B4-BE49-F238E27FC236}">
                <a16:creationId xmlns:a16="http://schemas.microsoft.com/office/drawing/2014/main" id="{6983FEB1-1D01-4D30-83B4-4F4790F37505}"/>
              </a:ext>
            </a:extLst>
          </p:cNvPr>
          <p:cNvSpPr/>
          <p:nvPr/>
        </p:nvSpPr>
        <p:spPr>
          <a:xfrm rot="18980147">
            <a:off x="-1076323" y="4056417"/>
            <a:ext cx="3780820" cy="1696100"/>
          </a:xfrm>
          <a:prstGeom prst="roundRect">
            <a:avLst>
              <a:gd name="adj" fmla="val 50000"/>
            </a:avLst>
          </a:prstGeom>
          <a:solidFill>
            <a:schemeClr val="bg1"/>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9" name="矩形 18">
            <a:extLst>
              <a:ext uri="{FF2B5EF4-FFF2-40B4-BE49-F238E27FC236}">
                <a16:creationId xmlns:a16="http://schemas.microsoft.com/office/drawing/2014/main" id="{C41954D3-DAB7-47FD-B0BE-1335D0EAEDEC}"/>
              </a:ext>
            </a:extLst>
          </p:cNvPr>
          <p:cNvSpPr/>
          <p:nvPr/>
        </p:nvSpPr>
        <p:spPr>
          <a:xfrm>
            <a:off x="2077444" y="3131589"/>
            <a:ext cx="3055324" cy="707886"/>
          </a:xfrm>
          <a:prstGeom prst="rect">
            <a:avLst/>
          </a:prstGeom>
        </p:spPr>
        <p:txBody>
          <a:bodyPr wrap="none">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noProof="0">
                <a:ln>
                  <a:noFill/>
                </a:ln>
                <a:solidFill>
                  <a:srgbClr val="28B56A"/>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CONTENTS</a:t>
            </a:r>
          </a:p>
        </p:txBody>
      </p:sp>
      <p:cxnSp>
        <p:nvCxnSpPr>
          <p:cNvPr id="7" name="直接连接符 6">
            <a:extLst>
              <a:ext uri="{FF2B5EF4-FFF2-40B4-BE49-F238E27FC236}">
                <a16:creationId xmlns:a16="http://schemas.microsoft.com/office/drawing/2014/main" id="{A724AECB-6848-44BA-ADE1-51BED44A66F9}"/>
              </a:ext>
            </a:extLst>
          </p:cNvPr>
          <p:cNvCxnSpPr/>
          <p:nvPr/>
        </p:nvCxnSpPr>
        <p:spPr>
          <a:xfrm>
            <a:off x="2696523" y="3866433"/>
            <a:ext cx="293791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20" name="组合 19">
            <a:extLst>
              <a:ext uri="{FF2B5EF4-FFF2-40B4-BE49-F238E27FC236}">
                <a16:creationId xmlns:a16="http://schemas.microsoft.com/office/drawing/2014/main" id="{944EC816-33B0-4D21-B57A-5F5E93E52476}"/>
              </a:ext>
            </a:extLst>
          </p:cNvPr>
          <p:cNvGrpSpPr/>
          <p:nvPr/>
        </p:nvGrpSpPr>
        <p:grpSpPr>
          <a:xfrm>
            <a:off x="6442075" y="1572419"/>
            <a:ext cx="4457700" cy="827881"/>
            <a:chOff x="6591300" y="1650829"/>
            <a:chExt cx="4457700" cy="827881"/>
          </a:xfrm>
        </p:grpSpPr>
        <p:sp>
          <p:nvSpPr>
            <p:cNvPr id="26" name="流程图: 接点 25">
              <a:extLst>
                <a:ext uri="{FF2B5EF4-FFF2-40B4-BE49-F238E27FC236}">
                  <a16:creationId xmlns:a16="http://schemas.microsoft.com/office/drawing/2014/main" id="{0A252990-93A7-4192-8486-0D8761C99C66}"/>
                </a:ext>
              </a:extLst>
            </p:cNvPr>
            <p:cNvSpPr/>
            <p:nvPr/>
          </p:nvSpPr>
          <p:spPr>
            <a:xfrm>
              <a:off x="6591300" y="1650829"/>
              <a:ext cx="827881" cy="827881"/>
            </a:xfrm>
            <a:prstGeom prst="flowChartConnector">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1</a:t>
              </a:r>
              <a:endParaRPr kumimoji="0" lang="zh-CN" altLang="en-US" sz="2400" b="0" i="0" u="none" strike="noStrike" kern="120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nvGrpSpPr>
            <p:cNvPr id="27" name="组合 26">
              <a:extLst>
                <a:ext uri="{FF2B5EF4-FFF2-40B4-BE49-F238E27FC236}">
                  <a16:creationId xmlns:a16="http://schemas.microsoft.com/office/drawing/2014/main" id="{EDE84CFA-3084-49BC-BA49-F3FCA75AD2DA}"/>
                </a:ext>
              </a:extLst>
            </p:cNvPr>
            <p:cNvGrpSpPr/>
            <p:nvPr/>
          </p:nvGrpSpPr>
          <p:grpSpPr>
            <a:xfrm>
              <a:off x="7590631" y="1703154"/>
              <a:ext cx="3458369" cy="723230"/>
              <a:chOff x="7419181" y="1757690"/>
              <a:chExt cx="3458369" cy="723230"/>
            </a:xfrm>
          </p:grpSpPr>
          <p:sp>
            <p:nvSpPr>
              <p:cNvPr id="28" name="文本框 27">
                <a:extLst>
                  <a:ext uri="{FF2B5EF4-FFF2-40B4-BE49-F238E27FC236}">
                    <a16:creationId xmlns:a16="http://schemas.microsoft.com/office/drawing/2014/main" id="{AB9FE39B-67AE-43B3-8204-00463A8233FF}"/>
                  </a:ext>
                </a:extLst>
              </p:cNvPr>
              <p:cNvSpPr txBox="1"/>
              <p:nvPr/>
            </p:nvSpPr>
            <p:spPr>
              <a:xfrm>
                <a:off x="7419181" y="1757690"/>
                <a:ext cx="2391569"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282828"/>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年度工作总结</a:t>
                </a:r>
              </a:p>
            </p:txBody>
          </p:sp>
          <p:sp>
            <p:nvSpPr>
              <p:cNvPr id="29" name="文本框 28">
                <a:extLst>
                  <a:ext uri="{FF2B5EF4-FFF2-40B4-BE49-F238E27FC236}">
                    <a16:creationId xmlns:a16="http://schemas.microsoft.com/office/drawing/2014/main" id="{50BBF824-30AE-4355-8E9A-079355B6CFBA}"/>
                  </a:ext>
                </a:extLst>
              </p:cNvPr>
              <p:cNvSpPr txBox="1"/>
              <p:nvPr/>
            </p:nvSpPr>
            <p:spPr>
              <a:xfrm>
                <a:off x="7419181" y="2178080"/>
                <a:ext cx="3458369" cy="30284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14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white">
                        <a:lumMod val="50000"/>
                      </a:prst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The user can demonstrate on a projector</a:t>
                </a:r>
              </a:p>
            </p:txBody>
          </p:sp>
        </p:grpSp>
      </p:grpSp>
      <p:grpSp>
        <p:nvGrpSpPr>
          <p:cNvPr id="30" name="组合 29">
            <a:extLst>
              <a:ext uri="{FF2B5EF4-FFF2-40B4-BE49-F238E27FC236}">
                <a16:creationId xmlns:a16="http://schemas.microsoft.com/office/drawing/2014/main" id="{68F235F2-FADA-4616-87DD-68D0A1544DA4}"/>
              </a:ext>
            </a:extLst>
          </p:cNvPr>
          <p:cNvGrpSpPr/>
          <p:nvPr/>
        </p:nvGrpSpPr>
        <p:grpSpPr>
          <a:xfrm>
            <a:off x="6442075" y="2721905"/>
            <a:ext cx="4457700" cy="827881"/>
            <a:chOff x="6591300" y="1650829"/>
            <a:chExt cx="4457700" cy="827881"/>
          </a:xfrm>
        </p:grpSpPr>
        <p:sp>
          <p:nvSpPr>
            <p:cNvPr id="31" name="流程图: 接点 30">
              <a:extLst>
                <a:ext uri="{FF2B5EF4-FFF2-40B4-BE49-F238E27FC236}">
                  <a16:creationId xmlns:a16="http://schemas.microsoft.com/office/drawing/2014/main" id="{1D88B500-A3E4-4C3E-8AB3-40CA2F323163}"/>
                </a:ext>
              </a:extLst>
            </p:cNvPr>
            <p:cNvSpPr/>
            <p:nvPr/>
          </p:nvSpPr>
          <p:spPr>
            <a:xfrm>
              <a:off x="6591300" y="1650829"/>
              <a:ext cx="827881" cy="827881"/>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2</a:t>
              </a:r>
              <a:endParaRPr kumimoji="0" lang="zh-CN" altLang="en-US" sz="2400" b="0" i="0" u="none" strike="noStrike" kern="120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nvGrpSpPr>
            <p:cNvPr id="32" name="组合 31">
              <a:extLst>
                <a:ext uri="{FF2B5EF4-FFF2-40B4-BE49-F238E27FC236}">
                  <a16:creationId xmlns:a16="http://schemas.microsoft.com/office/drawing/2014/main" id="{2046CA7A-1CA2-4AC7-882C-D2CD3043EB71}"/>
                </a:ext>
              </a:extLst>
            </p:cNvPr>
            <p:cNvGrpSpPr/>
            <p:nvPr/>
          </p:nvGrpSpPr>
          <p:grpSpPr>
            <a:xfrm>
              <a:off x="7590631" y="1703154"/>
              <a:ext cx="3458369" cy="723230"/>
              <a:chOff x="7419181" y="1757690"/>
              <a:chExt cx="3458369" cy="723230"/>
            </a:xfrm>
          </p:grpSpPr>
          <p:sp>
            <p:nvSpPr>
              <p:cNvPr id="33" name="文本框 32">
                <a:extLst>
                  <a:ext uri="{FF2B5EF4-FFF2-40B4-BE49-F238E27FC236}">
                    <a16:creationId xmlns:a16="http://schemas.microsoft.com/office/drawing/2014/main" id="{D593B639-0146-417B-88C5-BD42494DCAF7}"/>
                  </a:ext>
                </a:extLst>
              </p:cNvPr>
              <p:cNvSpPr txBox="1"/>
              <p:nvPr/>
            </p:nvSpPr>
            <p:spPr>
              <a:xfrm>
                <a:off x="7419181" y="1757690"/>
                <a:ext cx="2391569" cy="523220"/>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282828"/>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工作完成情况</a:t>
                </a:r>
              </a:p>
            </p:txBody>
          </p:sp>
          <p:sp>
            <p:nvSpPr>
              <p:cNvPr id="34" name="文本框 33">
                <a:extLst>
                  <a:ext uri="{FF2B5EF4-FFF2-40B4-BE49-F238E27FC236}">
                    <a16:creationId xmlns:a16="http://schemas.microsoft.com/office/drawing/2014/main" id="{3F9E0314-FD1F-417C-8EB5-070BA7B28D91}"/>
                  </a:ext>
                </a:extLst>
              </p:cNvPr>
              <p:cNvSpPr txBox="1"/>
              <p:nvPr/>
            </p:nvSpPr>
            <p:spPr>
              <a:xfrm>
                <a:off x="7419181" y="2178080"/>
                <a:ext cx="3458369" cy="30284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14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white">
                        <a:lumMod val="50000"/>
                      </a:prst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The user can demonstrate on a projector</a:t>
                </a:r>
              </a:p>
            </p:txBody>
          </p:sp>
        </p:grpSp>
      </p:grpSp>
      <p:grpSp>
        <p:nvGrpSpPr>
          <p:cNvPr id="35" name="组合 34">
            <a:extLst>
              <a:ext uri="{FF2B5EF4-FFF2-40B4-BE49-F238E27FC236}">
                <a16:creationId xmlns:a16="http://schemas.microsoft.com/office/drawing/2014/main" id="{B9291E98-E082-4150-8127-FB987E053D72}"/>
              </a:ext>
            </a:extLst>
          </p:cNvPr>
          <p:cNvGrpSpPr/>
          <p:nvPr/>
        </p:nvGrpSpPr>
        <p:grpSpPr>
          <a:xfrm>
            <a:off x="6442075" y="3871390"/>
            <a:ext cx="4457700" cy="827881"/>
            <a:chOff x="6591300" y="1650829"/>
            <a:chExt cx="4457700" cy="827881"/>
          </a:xfrm>
        </p:grpSpPr>
        <p:sp>
          <p:nvSpPr>
            <p:cNvPr id="36" name="流程图: 接点 35">
              <a:extLst>
                <a:ext uri="{FF2B5EF4-FFF2-40B4-BE49-F238E27FC236}">
                  <a16:creationId xmlns:a16="http://schemas.microsoft.com/office/drawing/2014/main" id="{42A6BDD1-A37D-43FE-A8F3-FFF2D62F3F06}"/>
                </a:ext>
              </a:extLst>
            </p:cNvPr>
            <p:cNvSpPr/>
            <p:nvPr/>
          </p:nvSpPr>
          <p:spPr>
            <a:xfrm>
              <a:off x="6591300" y="1650829"/>
              <a:ext cx="827881" cy="827881"/>
            </a:xfrm>
            <a:prstGeom prst="flowChartConnector">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3</a:t>
              </a:r>
              <a:endParaRPr kumimoji="0" lang="zh-CN" altLang="en-US" sz="2400" b="0" i="0" u="none" strike="noStrike" kern="120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nvGrpSpPr>
            <p:cNvPr id="37" name="组合 36">
              <a:extLst>
                <a:ext uri="{FF2B5EF4-FFF2-40B4-BE49-F238E27FC236}">
                  <a16:creationId xmlns:a16="http://schemas.microsoft.com/office/drawing/2014/main" id="{FA822D9B-715D-4ED0-B0B7-0C69C4E5297F}"/>
                </a:ext>
              </a:extLst>
            </p:cNvPr>
            <p:cNvGrpSpPr/>
            <p:nvPr/>
          </p:nvGrpSpPr>
          <p:grpSpPr>
            <a:xfrm>
              <a:off x="7590631" y="1703154"/>
              <a:ext cx="3458369" cy="723230"/>
              <a:chOff x="7419181" y="1757690"/>
              <a:chExt cx="3458369" cy="723230"/>
            </a:xfrm>
          </p:grpSpPr>
          <p:sp>
            <p:nvSpPr>
              <p:cNvPr id="38" name="文本框 37">
                <a:extLst>
                  <a:ext uri="{FF2B5EF4-FFF2-40B4-BE49-F238E27FC236}">
                    <a16:creationId xmlns:a16="http://schemas.microsoft.com/office/drawing/2014/main" id="{0B45C8E9-C991-413F-91A9-8B0FD1E1C0E4}"/>
                  </a:ext>
                </a:extLst>
              </p:cNvPr>
              <p:cNvSpPr txBox="1"/>
              <p:nvPr/>
            </p:nvSpPr>
            <p:spPr>
              <a:xfrm>
                <a:off x="7419181" y="1757690"/>
                <a:ext cx="2391569" cy="523220"/>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282828"/>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工作不足之处</a:t>
                </a:r>
              </a:p>
            </p:txBody>
          </p:sp>
          <p:sp>
            <p:nvSpPr>
              <p:cNvPr id="39" name="文本框 38">
                <a:extLst>
                  <a:ext uri="{FF2B5EF4-FFF2-40B4-BE49-F238E27FC236}">
                    <a16:creationId xmlns:a16="http://schemas.microsoft.com/office/drawing/2014/main" id="{EAEBD7EE-4406-4F24-A6FA-F5099B0BB0CE}"/>
                  </a:ext>
                </a:extLst>
              </p:cNvPr>
              <p:cNvSpPr txBox="1"/>
              <p:nvPr/>
            </p:nvSpPr>
            <p:spPr>
              <a:xfrm>
                <a:off x="7419181" y="2178080"/>
                <a:ext cx="3458369" cy="30284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14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white">
                        <a:lumMod val="50000"/>
                      </a:prst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The user can demonstrate on a projector</a:t>
                </a:r>
              </a:p>
            </p:txBody>
          </p:sp>
        </p:grpSp>
      </p:grpSp>
      <p:grpSp>
        <p:nvGrpSpPr>
          <p:cNvPr id="40" name="组合 39">
            <a:extLst>
              <a:ext uri="{FF2B5EF4-FFF2-40B4-BE49-F238E27FC236}">
                <a16:creationId xmlns:a16="http://schemas.microsoft.com/office/drawing/2014/main" id="{067EFCB0-C7B9-49A8-9D4C-1B7B83C4466A}"/>
              </a:ext>
            </a:extLst>
          </p:cNvPr>
          <p:cNvGrpSpPr/>
          <p:nvPr/>
        </p:nvGrpSpPr>
        <p:grpSpPr>
          <a:xfrm>
            <a:off x="6442075" y="5020874"/>
            <a:ext cx="4457700" cy="827881"/>
            <a:chOff x="6591300" y="1650829"/>
            <a:chExt cx="4457700" cy="827881"/>
          </a:xfrm>
        </p:grpSpPr>
        <p:sp>
          <p:nvSpPr>
            <p:cNvPr id="41" name="流程图: 接点 40">
              <a:extLst>
                <a:ext uri="{FF2B5EF4-FFF2-40B4-BE49-F238E27FC236}">
                  <a16:creationId xmlns:a16="http://schemas.microsoft.com/office/drawing/2014/main" id="{B02B0260-78E5-4F9E-A049-5576E1877EFA}"/>
                </a:ext>
              </a:extLst>
            </p:cNvPr>
            <p:cNvSpPr/>
            <p:nvPr/>
          </p:nvSpPr>
          <p:spPr>
            <a:xfrm>
              <a:off x="6591300" y="1650829"/>
              <a:ext cx="827881" cy="827881"/>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4</a:t>
              </a:r>
              <a:endParaRPr kumimoji="0" lang="zh-CN" altLang="en-US" sz="2400" b="0" i="0" u="none" strike="noStrike" kern="120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nvGrpSpPr>
            <p:cNvPr id="42" name="组合 41">
              <a:extLst>
                <a:ext uri="{FF2B5EF4-FFF2-40B4-BE49-F238E27FC236}">
                  <a16:creationId xmlns:a16="http://schemas.microsoft.com/office/drawing/2014/main" id="{322DA1A6-4E14-4F19-AE1E-39266FE40593}"/>
                </a:ext>
              </a:extLst>
            </p:cNvPr>
            <p:cNvGrpSpPr/>
            <p:nvPr/>
          </p:nvGrpSpPr>
          <p:grpSpPr>
            <a:xfrm>
              <a:off x="7590631" y="1703154"/>
              <a:ext cx="3458369" cy="723230"/>
              <a:chOff x="7419181" y="1757690"/>
              <a:chExt cx="3458369" cy="723230"/>
            </a:xfrm>
          </p:grpSpPr>
          <p:sp>
            <p:nvSpPr>
              <p:cNvPr id="43" name="文本框 42">
                <a:extLst>
                  <a:ext uri="{FF2B5EF4-FFF2-40B4-BE49-F238E27FC236}">
                    <a16:creationId xmlns:a16="http://schemas.microsoft.com/office/drawing/2014/main" id="{4DB35322-1CDB-4C88-BD00-F83020D63DB6}"/>
                  </a:ext>
                </a:extLst>
              </p:cNvPr>
              <p:cNvSpPr txBox="1"/>
              <p:nvPr/>
            </p:nvSpPr>
            <p:spPr>
              <a:xfrm>
                <a:off x="7419181" y="1757690"/>
                <a:ext cx="2391569" cy="523220"/>
              </a:xfrm>
              <a:prstGeom prst="rect">
                <a:avLst/>
              </a:prstGeom>
              <a:noFill/>
            </p:spPr>
            <p:txBody>
              <a:bodyPr wrap="square" rtlCol="0">
                <a:spAutoFit/>
                <a:scene3d>
                  <a:camera prst="orthographicFront"/>
                  <a:lightRig rig="threePt" dir="t"/>
                </a:scene3d>
                <a:sp3d contourW="12700"/>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282828"/>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明年工作计划</a:t>
                </a:r>
              </a:p>
            </p:txBody>
          </p:sp>
          <p:sp>
            <p:nvSpPr>
              <p:cNvPr id="44" name="文本框 43">
                <a:extLst>
                  <a:ext uri="{FF2B5EF4-FFF2-40B4-BE49-F238E27FC236}">
                    <a16:creationId xmlns:a16="http://schemas.microsoft.com/office/drawing/2014/main" id="{19B7FA83-AF53-4C8F-92BF-C041F12F58E1}"/>
                  </a:ext>
                </a:extLst>
              </p:cNvPr>
              <p:cNvSpPr txBox="1"/>
              <p:nvPr/>
            </p:nvSpPr>
            <p:spPr>
              <a:xfrm>
                <a:off x="7419181" y="2178080"/>
                <a:ext cx="3458369" cy="30284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14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white">
                        <a:lumMod val="50000"/>
                      </a:prst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The user can demonstrate on a projector</a:t>
                </a:r>
              </a:p>
            </p:txBody>
          </p:sp>
        </p:grpSp>
      </p:grpSp>
      <p:sp>
        <p:nvSpPr>
          <p:cNvPr id="47" name="TextBox 3">
            <a:extLst>
              <a:ext uri="{FF2B5EF4-FFF2-40B4-BE49-F238E27FC236}">
                <a16:creationId xmlns:a16="http://schemas.microsoft.com/office/drawing/2014/main" id="{0E1C5434-DA25-B420-5682-E39DEFD708B8}"/>
              </a:ext>
            </a:extLst>
          </p:cNvPr>
          <p:cNvSpPr txBox="1"/>
          <p:nvPr/>
        </p:nvSpPr>
        <p:spPr>
          <a:xfrm>
            <a:off x="-23698" y="0"/>
            <a:ext cx="540060" cy="123111"/>
          </a:xfrm>
          <a:prstGeom prst="rect">
            <a:avLst/>
          </a:prstGeom>
          <a:noFill/>
        </p:spPr>
        <p:txBody>
          <a:bodyPr wrap="square" rtlCol="0">
            <a:spAutoFit/>
          </a:bodyPr>
          <a:lstStyle/>
          <a:p>
            <a:pPr>
              <a:lnSpc>
                <a:spcPct val="200000"/>
              </a:lnSpc>
            </a:pPr>
            <a:r>
              <a:rPr lang="en-US" altLang="zh-CN" sz="100">
                <a:noFill/>
                <a:latin typeface="微软雅黑" panose="020B0503020204020204" pitchFamily="34" charset="-122"/>
                <a:ea typeface="微软雅黑" panose="020B0503020204020204" pitchFamily="34" charset="-122"/>
              </a:rPr>
              <a:t>PPT</a:t>
            </a:r>
            <a:r>
              <a:rPr lang="zh-CN" altLang="en-US" sz="100">
                <a:noFill/>
                <a:latin typeface="微软雅黑" panose="020B0503020204020204" pitchFamily="34" charset="-122"/>
                <a:ea typeface="微软雅黑" panose="020B0503020204020204" pitchFamily="34" charset="-122"/>
              </a:rPr>
              <a:t>模板 </a:t>
            </a:r>
            <a:r>
              <a:rPr lang="en-US" altLang="zh-CN" sz="100">
                <a:noFill/>
                <a:latin typeface="微软雅黑" panose="020B0503020204020204" pitchFamily="34" charset="-122"/>
                <a:ea typeface="微软雅黑" panose="020B0503020204020204" pitchFamily="34" charset="-122"/>
              </a:rPr>
              <a:t>http://www.1ppt.com/moban/</a:t>
            </a:r>
            <a:r>
              <a:rPr lang="zh-CN" altLang="en-US" sz="100">
                <a:noFill/>
                <a:latin typeface="微软雅黑" panose="020B0503020204020204" pitchFamily="34" charset="-122"/>
                <a:ea typeface="微软雅黑" panose="020B0503020204020204" pitchFamily="34" charset="-122"/>
              </a:rPr>
              <a:t> </a:t>
            </a:r>
            <a:endParaRPr lang="en-US" altLang="zh-CN" sz="100">
              <a:no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05383880"/>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p15="http://schemas.microsoft.com/office/powerpoint/2012/main" xmlns:a14="http://schemas.microsoft.com/office/drawing/2010/main" xmlns:a16="http://schemas.microsoft.com/office/drawing/2014/main"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1+#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nodeType="after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additive="base">
                                        <p:cTn id="12" dur="500" fill="hold"/>
                                        <p:tgtEl>
                                          <p:spTgt spid="20"/>
                                        </p:tgtEl>
                                        <p:attrNameLst>
                                          <p:attrName>ppt_x</p:attrName>
                                        </p:attrNameLst>
                                      </p:cBhvr>
                                      <p:tavLst>
                                        <p:tav tm="0">
                                          <p:val>
                                            <p:strVal val="1+#ppt_w/2"/>
                                          </p:val>
                                        </p:tav>
                                        <p:tav tm="100000">
                                          <p:val>
                                            <p:strVal val="#ppt_x"/>
                                          </p:val>
                                        </p:tav>
                                      </p:tavLst>
                                    </p:anim>
                                    <p:anim calcmode="lin" valueType="num">
                                      <p:cBhvr additive="base">
                                        <p:cTn id="13" dur="500" fill="hold"/>
                                        <p:tgtEl>
                                          <p:spTgt spid="20"/>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2" fill="hold" nodeType="afterEffect">
                                  <p:stCondLst>
                                    <p:cond delay="0"/>
                                  </p:stCondLst>
                                  <p:childTnLst>
                                    <p:set>
                                      <p:cBhvr>
                                        <p:cTn id="16" dur="1" fill="hold">
                                          <p:stCondLst>
                                            <p:cond delay="0"/>
                                          </p:stCondLst>
                                        </p:cTn>
                                        <p:tgtEl>
                                          <p:spTgt spid="30"/>
                                        </p:tgtEl>
                                        <p:attrNameLst>
                                          <p:attrName>style.visibility</p:attrName>
                                        </p:attrNameLst>
                                      </p:cBhvr>
                                      <p:to>
                                        <p:strVal val="visible"/>
                                      </p:to>
                                    </p:set>
                                    <p:anim calcmode="lin" valueType="num">
                                      <p:cBhvr additive="base">
                                        <p:cTn id="17" dur="500" fill="hold"/>
                                        <p:tgtEl>
                                          <p:spTgt spid="30"/>
                                        </p:tgtEl>
                                        <p:attrNameLst>
                                          <p:attrName>ppt_x</p:attrName>
                                        </p:attrNameLst>
                                      </p:cBhvr>
                                      <p:tavLst>
                                        <p:tav tm="0">
                                          <p:val>
                                            <p:strVal val="1+#ppt_w/2"/>
                                          </p:val>
                                        </p:tav>
                                        <p:tav tm="100000">
                                          <p:val>
                                            <p:strVal val="#ppt_x"/>
                                          </p:val>
                                        </p:tav>
                                      </p:tavLst>
                                    </p:anim>
                                    <p:anim calcmode="lin" valueType="num">
                                      <p:cBhvr additive="base">
                                        <p:cTn id="18" dur="500" fill="hold"/>
                                        <p:tgtEl>
                                          <p:spTgt spid="30"/>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2" fill="hold" nodeType="afterEffect">
                                  <p:stCondLst>
                                    <p:cond delay="0"/>
                                  </p:stCondLst>
                                  <p:childTnLst>
                                    <p:set>
                                      <p:cBhvr>
                                        <p:cTn id="21" dur="1" fill="hold">
                                          <p:stCondLst>
                                            <p:cond delay="0"/>
                                          </p:stCondLst>
                                        </p:cTn>
                                        <p:tgtEl>
                                          <p:spTgt spid="35"/>
                                        </p:tgtEl>
                                        <p:attrNameLst>
                                          <p:attrName>style.visibility</p:attrName>
                                        </p:attrNameLst>
                                      </p:cBhvr>
                                      <p:to>
                                        <p:strVal val="visible"/>
                                      </p:to>
                                    </p:set>
                                    <p:anim calcmode="lin" valueType="num">
                                      <p:cBhvr additive="base">
                                        <p:cTn id="22" dur="500" fill="hold"/>
                                        <p:tgtEl>
                                          <p:spTgt spid="35"/>
                                        </p:tgtEl>
                                        <p:attrNameLst>
                                          <p:attrName>ppt_x</p:attrName>
                                        </p:attrNameLst>
                                      </p:cBhvr>
                                      <p:tavLst>
                                        <p:tav tm="0">
                                          <p:val>
                                            <p:strVal val="1+#ppt_w/2"/>
                                          </p:val>
                                        </p:tav>
                                        <p:tav tm="100000">
                                          <p:val>
                                            <p:strVal val="#ppt_x"/>
                                          </p:val>
                                        </p:tav>
                                      </p:tavLst>
                                    </p:anim>
                                    <p:anim calcmode="lin" valueType="num">
                                      <p:cBhvr additive="base">
                                        <p:cTn id="23" dur="500" fill="hold"/>
                                        <p:tgtEl>
                                          <p:spTgt spid="35"/>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2000"/>
                            </p:stCondLst>
                            <p:childTnLst>
                              <p:par>
                                <p:cTn id="25" presetID="2" presetClass="entr" presetSubtype="2" fill="hold" nodeType="afterEffect">
                                  <p:stCondLst>
                                    <p:cond delay="0"/>
                                  </p:stCondLst>
                                  <p:childTnLst>
                                    <p:set>
                                      <p:cBhvr>
                                        <p:cTn id="26" dur="1" fill="hold">
                                          <p:stCondLst>
                                            <p:cond delay="0"/>
                                          </p:stCondLst>
                                        </p:cTn>
                                        <p:tgtEl>
                                          <p:spTgt spid="40"/>
                                        </p:tgtEl>
                                        <p:attrNameLst>
                                          <p:attrName>style.visibility</p:attrName>
                                        </p:attrNameLst>
                                      </p:cBhvr>
                                      <p:to>
                                        <p:strVal val="visible"/>
                                      </p:to>
                                    </p:set>
                                    <p:anim calcmode="lin" valueType="num">
                                      <p:cBhvr additive="base">
                                        <p:cTn id="27" dur="500" fill="hold"/>
                                        <p:tgtEl>
                                          <p:spTgt spid="40"/>
                                        </p:tgtEl>
                                        <p:attrNameLst>
                                          <p:attrName>ppt_x</p:attrName>
                                        </p:attrNameLst>
                                      </p:cBhvr>
                                      <p:tavLst>
                                        <p:tav tm="0">
                                          <p:val>
                                            <p:strVal val="1+#ppt_w/2"/>
                                          </p:val>
                                        </p:tav>
                                        <p:tav tm="100000">
                                          <p:val>
                                            <p:strVal val="#ppt_x"/>
                                          </p:val>
                                        </p:tav>
                                      </p:tavLst>
                                    </p:anim>
                                    <p:anim calcmode="lin" valueType="num">
                                      <p:cBhvr additive="base">
                                        <p:cTn id="28" dur="500" fill="hold"/>
                                        <p:tgtEl>
                                          <p:spTgt spid="40"/>
                                        </p:tgtEl>
                                        <p:attrNameLst>
                                          <p:attrName>ppt_y</p:attrName>
                                        </p:attrNameLst>
                                      </p:cBhvr>
                                      <p:tavLst>
                                        <p:tav tm="0">
                                          <p:val>
                                            <p:strVal val="#ppt_y"/>
                                          </p:val>
                                        </p:tav>
                                        <p:tav tm="100000">
                                          <p:val>
                                            <p:strVal val="#ppt_y"/>
                                          </p:val>
                                        </p:tav>
                                      </p:tavLst>
                                    </p:anim>
                                  </p:childTnLst>
                                </p:cTn>
                              </p:par>
                            </p:childTnLst>
                          </p:cTn>
                        </p:par>
                        <p:par>
                          <p:cTn id="29" fill="hold" nodeType="afterGroup">
                            <p:stCondLst>
                              <p:cond delay="2500"/>
                            </p:stCondLst>
                            <p:childTnLst>
                              <p:par>
                                <p:cTn id="30" presetID="22" presetClass="entr" presetSubtype="4" fill="hold" grpId="0" nodeType="afterEffect">
                                  <p:stCondLst>
                                    <p:cond delay="0"/>
                                  </p:stCondLst>
                                  <p:childTnLst>
                                    <p:set>
                                      <p:cBhvr>
                                        <p:cTn id="31" dur="1" fill="hold">
                                          <p:stCondLst>
                                            <p:cond delay="0"/>
                                          </p:stCondLst>
                                        </p:cTn>
                                        <p:tgtEl>
                                          <p:spTgt spid="46"/>
                                        </p:tgtEl>
                                        <p:attrNameLst>
                                          <p:attrName>style.visibility</p:attrName>
                                        </p:attrNameLst>
                                      </p:cBhvr>
                                      <p:to>
                                        <p:strVal val="visible"/>
                                      </p:to>
                                    </p:set>
                                    <p:animEffect transition="in" filter="wipe(down)">
                                      <p:cBhvr>
                                        <p:cTn id="32" dur="500"/>
                                        <p:tgtEl>
                                          <p:spTgt spid="46"/>
                                        </p:tgtEl>
                                      </p:cBhvr>
                                    </p:animEffect>
                                  </p:childTnLst>
                                </p:cTn>
                              </p:par>
                            </p:childTnLst>
                          </p:cTn>
                        </p:par>
                        <p:par>
                          <p:cTn id="33" fill="hold" nodeType="afterGroup">
                            <p:stCondLst>
                              <p:cond delay="3000"/>
                            </p:stCondLst>
                            <p:childTnLst>
                              <p:par>
                                <p:cTn id="34" presetID="22" presetClass="entr" presetSubtype="4" fill="hold" grpId="0" nodeType="afterEffect">
                                  <p:stCondLst>
                                    <p:cond delay="0"/>
                                  </p:stCondLst>
                                  <p:childTnLst>
                                    <p:set>
                                      <p:cBhvr>
                                        <p:cTn id="35" dur="1" fill="hold">
                                          <p:stCondLst>
                                            <p:cond delay="0"/>
                                          </p:stCondLst>
                                        </p:cTn>
                                        <p:tgtEl>
                                          <p:spTgt spid="45"/>
                                        </p:tgtEl>
                                        <p:attrNameLst>
                                          <p:attrName>style.visibility</p:attrName>
                                        </p:attrNameLst>
                                      </p:cBhvr>
                                      <p:to>
                                        <p:strVal val="visible"/>
                                      </p:to>
                                    </p:set>
                                    <p:animEffect transition="in" filter="wipe(down)">
                                      <p:cBhvr>
                                        <p:cTn id="36" dur="500"/>
                                        <p:tgtEl>
                                          <p:spTgt spid="45"/>
                                        </p:tgtEl>
                                      </p:cBhvr>
                                    </p:animEffect>
                                  </p:childTnLst>
                                </p:cTn>
                              </p:par>
                            </p:childTnLst>
                          </p:cTn>
                        </p:par>
                        <p:par>
                          <p:cTn id="37" fill="hold" nodeType="afterGroup">
                            <p:stCondLst>
                              <p:cond delay="3500"/>
                            </p:stCondLst>
                            <p:childTnLst>
                              <p:par>
                                <p:cTn id="38" presetID="2" presetClass="entr" presetSubtype="2" fill="hold" nodeType="afterEffect">
                                  <p:stCondLst>
                                    <p:cond delay="0"/>
                                  </p:stCondLst>
                                  <p:childTnLst>
                                    <p:set>
                                      <p:cBhvr>
                                        <p:cTn id="39" dur="1" fill="hold">
                                          <p:stCondLst>
                                            <p:cond delay="0"/>
                                          </p:stCondLst>
                                        </p:cTn>
                                        <p:tgtEl>
                                          <p:spTgt spid="7"/>
                                        </p:tgtEl>
                                        <p:attrNameLst>
                                          <p:attrName>style.visibility</p:attrName>
                                        </p:attrNameLst>
                                      </p:cBhvr>
                                      <p:to>
                                        <p:strVal val="visible"/>
                                      </p:to>
                                    </p:set>
                                    <p:anim calcmode="lin" valueType="num">
                                      <p:cBhvr additive="base">
                                        <p:cTn id="40" dur="500" fill="hold"/>
                                        <p:tgtEl>
                                          <p:spTgt spid="7"/>
                                        </p:tgtEl>
                                        <p:attrNameLst>
                                          <p:attrName>ppt_x</p:attrName>
                                        </p:attrNameLst>
                                      </p:cBhvr>
                                      <p:tavLst>
                                        <p:tav tm="0">
                                          <p:val>
                                            <p:strVal val="1+#ppt_w/2"/>
                                          </p:val>
                                        </p:tav>
                                        <p:tav tm="100000">
                                          <p:val>
                                            <p:strVal val="#ppt_x"/>
                                          </p:val>
                                        </p:tav>
                                      </p:tavLst>
                                    </p:anim>
                                    <p:anim calcmode="lin" valueType="num">
                                      <p:cBhvr additive="base">
                                        <p:cTn id="41"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5" grpId="0" animBg="1"/>
      <p:bldP spid="1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id="{D220B717-45AC-412A-90B5-4309E1E457B9}"/>
              </a:ext>
            </a:extLst>
          </p:cNvPr>
          <p:cNvSpPr/>
          <p:nvPr/>
        </p:nvSpPr>
        <p:spPr>
          <a:xfrm>
            <a:off x="4420289" y="2425396"/>
            <a:ext cx="2185790" cy="707886"/>
          </a:xfrm>
          <a:prstGeom prst="rect">
            <a:avLst/>
          </a:prstGeom>
        </p:spPr>
        <p:txBody>
          <a:bodyPr wrap="none">
            <a:spAutoFit/>
          </a:bodyPr>
          <a:lstStyle/>
          <a:p>
            <a:pPr marL="0" marR="0" lvl="0" indent="0" algn="ctr" defTabSz="457200" rtl="0" eaLnBrk="1" fontAlgn="auto" latinLnBrk="0" hangingPunct="1">
              <a:lnSpc>
                <a:spcPct val="100000"/>
              </a:lnSpc>
              <a:spcBef>
                <a:spcPct val="0"/>
              </a:spcBef>
              <a:spcAft>
                <a:spcPct val="0"/>
              </a:spcAft>
              <a:buClrTx/>
              <a:buSzTx/>
              <a:buFontTx/>
              <a:buNone/>
              <a:defRPr/>
            </a:pPr>
            <a:r>
              <a:rPr kumimoji="0" lang="en-US" altLang="zh-CN" sz="4000" b="0" i="0" u="none" strike="noStrike" kern="1200" cap="none" spc="0" normalizeH="0" baseline="0" noProof="0">
                <a:ln>
                  <a:noFill/>
                </a:ln>
                <a:solidFill>
                  <a:srgbClr val="28B56A"/>
                </a:solidFill>
                <a:effectLst/>
                <a:uLnTx/>
                <a:uFillTx/>
                <a:latin typeface="思源黑体 Medium" panose="020B0600000000000000" pitchFamily="34" charset="-122"/>
                <a:ea typeface="思源黑体 Medium" panose="020B0600000000000000" pitchFamily="34" charset="-122"/>
                <a:sym typeface="思源黑体 Light" panose="020B0300000000000000" pitchFamily="34" charset="-122"/>
              </a:rPr>
              <a:t>PART 01</a:t>
            </a:r>
            <a:endParaRPr kumimoji="0" lang="zh-CN" altLang="en-US" sz="4000" b="0" i="0" u="none" strike="noStrike" kern="1200" cap="none" spc="0" normalizeH="0" baseline="0" noProof="0">
              <a:ln>
                <a:noFill/>
              </a:ln>
              <a:solidFill>
                <a:srgbClr val="28B56A"/>
              </a:solidFill>
              <a:effectLst/>
              <a:uLnTx/>
              <a:uFillTx/>
              <a:latin typeface="思源黑体 Medium" panose="020B0600000000000000" pitchFamily="34" charset="-122"/>
              <a:ea typeface="思源黑体 Medium" panose="020B0600000000000000" pitchFamily="34" charset="-122"/>
              <a:sym typeface="思源黑体 Light" panose="020B0300000000000000" pitchFamily="34" charset="-122"/>
            </a:endParaRPr>
          </a:p>
        </p:txBody>
      </p:sp>
      <p:sp>
        <p:nvSpPr>
          <p:cNvPr id="26" name="矩形 25">
            <a:extLst>
              <a:ext uri="{FF2B5EF4-FFF2-40B4-BE49-F238E27FC236}">
                <a16:creationId xmlns:a16="http://schemas.microsoft.com/office/drawing/2014/main" id="{A75DC799-17D3-4E51-B370-8274A721B38A}"/>
              </a:ext>
            </a:extLst>
          </p:cNvPr>
          <p:cNvSpPr/>
          <p:nvPr/>
        </p:nvSpPr>
        <p:spPr>
          <a:xfrm>
            <a:off x="6096001" y="3370776"/>
            <a:ext cx="3262432" cy="707886"/>
          </a:xfrm>
          <a:prstGeom prst="rect">
            <a:avLst/>
          </a:prstGeom>
        </p:spPr>
        <p:txBody>
          <a:bodyPr wrap="none">
            <a:spAutoFit/>
          </a:bodyPr>
          <a:lstStyle/>
          <a:p>
            <a:pPr marL="0" marR="0" lvl="0" indent="0" algn="ctr" defTabSz="457200" rtl="0" eaLnBrk="1" fontAlgn="auto" latinLnBrk="0" hangingPunct="1">
              <a:lnSpc>
                <a:spcPct val="100000"/>
              </a:lnSpc>
              <a:spcBef>
                <a:spcPct val="0"/>
              </a:spcBef>
              <a:spcAft>
                <a:spcPct val="0"/>
              </a:spcAft>
              <a:buClrTx/>
              <a:buSzTx/>
              <a:buFontTx/>
              <a:buNone/>
              <a:defRPr/>
            </a:pPr>
            <a:r>
              <a:rPr kumimoji="0" lang="zh-CN" altLang="en-US" sz="4000" b="0" i="0" u="none" strike="noStrike" kern="1200" cap="none" spc="0" normalizeH="0" baseline="0" noProof="0">
                <a:ln>
                  <a:noFill/>
                </a:ln>
                <a:solidFill>
                  <a:srgbClr val="000000">
                    <a:lumMod val="75000"/>
                    <a:lumOff val="25000"/>
                  </a:srgbClr>
                </a:solidFill>
                <a:effectLst/>
                <a:uLnTx/>
                <a:uFillTx/>
                <a:latin typeface="思源黑体 Medium" panose="020B0600000000000000" pitchFamily="34" charset="-122"/>
                <a:ea typeface="思源黑体 Medium" panose="020B0600000000000000" pitchFamily="34" charset="-122"/>
                <a:sym typeface="思源黑体 Light" panose="020B0300000000000000" pitchFamily="34" charset="-122"/>
              </a:rPr>
              <a:t>年度工作总结</a:t>
            </a:r>
          </a:p>
        </p:txBody>
      </p:sp>
    </p:spTree>
    <p:extLst>
      <p:ext uri="{BB962C8B-B14F-4D97-AF65-F5344CB8AC3E}">
        <p14:creationId xmlns:p14="http://schemas.microsoft.com/office/powerpoint/2010/main" val="2371597387"/>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p15="http://schemas.microsoft.com/office/powerpoint/2012/main" xmlns:a16="http://schemas.microsoft.com/office/drawing/2014/main"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arn(outVertical)">
                                      <p:cBhvr>
                                        <p:cTn id="7" dur="500"/>
                                        <p:tgtEl>
                                          <p:spTgt spid="25"/>
                                        </p:tgtEl>
                                      </p:cBhvr>
                                    </p:animEffect>
                                  </p:childTnLst>
                                </p:cTn>
                              </p:par>
                            </p:childTnLst>
                          </p:cTn>
                        </p:par>
                        <p:par>
                          <p:cTn id="8" fill="hold" nodeType="afterGroup">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wipe(down)">
                                      <p:cBhvr>
                                        <p:cTn id="1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2397282" y="2060137"/>
            <a:ext cx="2480327" cy="452096"/>
          </a:xfrm>
          <a:prstGeom prst="roundRect">
            <a:avLst/>
          </a:prstGeom>
          <a:solidFill>
            <a:schemeClr val="bg1"/>
          </a:solidFill>
          <a:effectLst>
            <a:outerShdw blurRad="381000" sx="102000" sy="102000" algn="ctr" rotWithShape="0">
              <a:prstClr val="black">
                <a:alpha val="10000"/>
              </a:prstClr>
            </a:outerShdw>
          </a:effectLst>
        </p:spPr>
        <p:txBody>
          <a:bodyPr anchor="ctr"/>
          <a:lstStyle/>
          <a:p>
            <a:pPr marL="0" marR="0" lvl="0" indent="0" algn="l"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24" name="圆角矩形 23"/>
          <p:cNvSpPr/>
          <p:nvPr/>
        </p:nvSpPr>
        <p:spPr>
          <a:xfrm>
            <a:off x="7188149" y="2044069"/>
            <a:ext cx="2480327" cy="452096"/>
          </a:xfrm>
          <a:prstGeom prst="roundRect">
            <a:avLst/>
          </a:prstGeom>
          <a:solidFill>
            <a:schemeClr val="accent4"/>
          </a:solidFill>
          <a:ln w="25400" cap="flat" cmpd="sng" algn="ctr">
            <a:noFill/>
            <a:prstDash val="solid"/>
          </a:ln>
          <a:effectLst>
            <a:outerShdw blurRad="152400" dist="152400" dir="5400000" sx="94000" sy="94000" algn="t" rotWithShape="0">
              <a:prstClr val="black">
                <a:alpha val="22000"/>
              </a:prstClr>
            </a:outerShdw>
          </a:effectLst>
        </p:spPr>
        <p:txBody>
          <a:bodyPr lIns="81479" tIns="40740" rIns="81479" bIns="40740" rtlCol="0" anchor="ctr"/>
          <a:lstStyle/>
          <a:p>
            <a:pPr marL="0" marR="0" lvl="0" indent="0" algn="ctr"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cxnSp>
        <p:nvCxnSpPr>
          <p:cNvPr id="25" name="直接连接符 24"/>
          <p:cNvCxnSpPr/>
          <p:nvPr/>
        </p:nvCxnSpPr>
        <p:spPr bwMode="auto">
          <a:xfrm flipH="1">
            <a:off x="6109360" y="1539889"/>
            <a:ext cx="0" cy="1944692"/>
          </a:xfrm>
          <a:prstGeom prst="line">
            <a:avLst/>
          </a:prstGeom>
          <a:solidFill>
            <a:srgbClr val="0070C0"/>
          </a:solidFill>
          <a:ln w="9525" cap="flat" cmpd="sng" algn="ctr">
            <a:solidFill>
              <a:srgbClr val="7F7F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25"/>
          <p:cNvCxnSpPr/>
          <p:nvPr/>
        </p:nvCxnSpPr>
        <p:spPr bwMode="auto">
          <a:xfrm flipH="1">
            <a:off x="6109360" y="4398089"/>
            <a:ext cx="0" cy="1944692"/>
          </a:xfrm>
          <a:prstGeom prst="line">
            <a:avLst/>
          </a:prstGeom>
          <a:solidFill>
            <a:srgbClr val="0070C0"/>
          </a:solidFill>
          <a:ln w="9525" cap="flat" cmpd="sng" algn="ctr">
            <a:solidFill>
              <a:srgbClr val="7F7F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椭圆 26"/>
          <p:cNvSpPr/>
          <p:nvPr/>
        </p:nvSpPr>
        <p:spPr bwMode="auto">
          <a:xfrm>
            <a:off x="5563284" y="3305621"/>
            <a:ext cx="1092152" cy="1092468"/>
          </a:xfrm>
          <a:prstGeom prst="ellipse">
            <a:avLst/>
          </a:prstGeom>
          <a:solidFill>
            <a:schemeClr val="bg1"/>
          </a:solidFill>
          <a:effectLst>
            <a:outerShdw blurRad="381000" sx="102000" sy="102000" algn="ctr" rotWithShape="0">
              <a:prstClr val="black">
                <a:alpha val="10000"/>
              </a:prstClr>
            </a:outerShdw>
          </a:effectLst>
        </p:spPr>
        <p:txBody>
          <a:bodyPr anchor="ctr"/>
          <a:lstStyle/>
          <a:p>
            <a:pPr marL="0" marR="0" lvl="0" indent="0" algn="l"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28" name="TextBox 27"/>
          <p:cNvSpPr txBox="1"/>
          <p:nvPr/>
        </p:nvSpPr>
        <p:spPr>
          <a:xfrm>
            <a:off x="2282737" y="2048486"/>
            <a:ext cx="2609042" cy="451340"/>
          </a:xfrm>
          <a:prstGeom prst="rect">
            <a:avLst/>
          </a:prstGeom>
          <a:noFill/>
        </p:spPr>
        <p:txBody>
          <a:bodyPr wrap="none" lIns="121917" tIns="60959" rIns="121917" bIns="60959" rtlCol="0">
            <a:spAutoFit/>
          </a:bodyPr>
          <a:lstStyle/>
          <a:p>
            <a:pPr marL="0" marR="0" lvl="0" indent="0" algn="r" defTabSz="457200" rtl="0" eaLnBrk="1" fontAlgn="base" latinLnBrk="0" hangingPunct="1">
              <a:lnSpc>
                <a:spcPct val="100000"/>
              </a:lnSpc>
              <a:spcBef>
                <a:spcPct val="0"/>
              </a:spcBef>
              <a:spcAft>
                <a:spcPct val="0"/>
              </a:spcAft>
              <a:buClrTx/>
              <a:buSzTx/>
              <a:buFontTx/>
              <a:buNone/>
              <a:defRPr/>
            </a:pPr>
            <a:r>
              <a:rPr kumimoji="0" lang="en-US" altLang="zh-CN" sz="2133" b="1" i="0" u="none" strike="noStrike" kern="1200" cap="none" spc="0" normalizeH="0" baseline="0" noProof="0">
                <a:ln>
                  <a:noFill/>
                </a:ln>
                <a:solidFill>
                  <a:srgbClr val="000000">
                    <a:lumMod val="75000"/>
                    <a:lumOff val="25000"/>
                  </a:srgb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20XX</a:t>
            </a:r>
            <a:r>
              <a:rPr kumimoji="0" lang="zh-CN" altLang="en-US" sz="2133" b="1" i="0" u="none" strike="noStrike" kern="1200" cap="none" spc="0" normalizeH="0" baseline="0" noProof="0">
                <a:ln>
                  <a:noFill/>
                </a:ln>
                <a:solidFill>
                  <a:srgbClr val="000000">
                    <a:lumMod val="75000"/>
                    <a:lumOff val="25000"/>
                  </a:srgb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年上半年情况</a:t>
            </a:r>
          </a:p>
        </p:txBody>
      </p:sp>
      <p:sp>
        <p:nvSpPr>
          <p:cNvPr id="29" name="TextBox 28"/>
          <p:cNvSpPr txBox="1"/>
          <p:nvPr/>
        </p:nvSpPr>
        <p:spPr>
          <a:xfrm>
            <a:off x="7189360" y="2048486"/>
            <a:ext cx="2609042" cy="451340"/>
          </a:xfrm>
          <a:prstGeom prst="rect">
            <a:avLst/>
          </a:prstGeom>
          <a:solidFill>
            <a:schemeClr val="accent3"/>
          </a:solidFill>
        </p:spPr>
        <p:txBody>
          <a:bodyPr wrap="none" lIns="121917" tIns="60959" rIns="121917" bIns="60959" rtlCol="0">
            <a:spAutoFit/>
          </a:body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en-US" altLang="zh-CN" sz="2133" b="1" i="0" u="none" strike="noStrike" kern="120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20XX</a:t>
            </a:r>
            <a:r>
              <a:rPr kumimoji="0" lang="zh-CN" altLang="en-US" sz="2133" b="1" i="0" u="none" strike="noStrike" kern="120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年上半年情况</a:t>
            </a:r>
          </a:p>
        </p:txBody>
      </p:sp>
      <p:sp>
        <p:nvSpPr>
          <p:cNvPr id="30" name="TextBox 29"/>
          <p:cNvSpPr txBox="1"/>
          <p:nvPr/>
        </p:nvSpPr>
        <p:spPr>
          <a:xfrm>
            <a:off x="1347618" y="2619071"/>
            <a:ext cx="3637945" cy="800410"/>
          </a:xfrm>
          <a:prstGeom prst="rect">
            <a:avLst/>
          </a:prstGeom>
          <a:noFill/>
        </p:spPr>
        <p:txBody>
          <a:bodyPr wrap="square" lIns="121917" tIns="60959" rIns="121917" bIns="60959" rtlCol="0">
            <a:spAutoFit/>
          </a:bodyPr>
          <a:lstStyle/>
          <a:p>
            <a:pPr marL="0" marR="0" lvl="0" indent="0" algn="r" defTabSz="457200" rtl="0" eaLnBrk="1" fontAlgn="base" latinLnBrk="0" hangingPunct="1">
              <a:lnSpc>
                <a:spcPct val="100000"/>
              </a:lnSpc>
              <a:spcBef>
                <a:spcPct val="0"/>
              </a:spcBef>
              <a:spcAft>
                <a:spcPct val="0"/>
              </a:spcAft>
              <a:buClrTx/>
              <a:buSzTx/>
              <a:buFontTx/>
              <a:buNone/>
              <a:defRPr/>
            </a:pPr>
            <a:r>
              <a:rPr kumimoji="0" lang="zh-CN" altLang="en-US" sz="1467" b="0" i="0" u="none" strike="noStrike" kern="1200" cap="none" spc="0" normalizeH="0" baseline="0" noProof="0">
                <a:ln>
                  <a:noFill/>
                </a:ln>
                <a:solidFill>
                  <a:sysClr val="windowText" lastClr="000000"/>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结合工程的特点，编制了项目部工程质量预防控制措施和安全防护保障及文明施工管理措施</a:t>
            </a:r>
          </a:p>
        </p:txBody>
      </p:sp>
      <p:sp>
        <p:nvSpPr>
          <p:cNvPr id="31" name="TextBox 30"/>
          <p:cNvSpPr txBox="1"/>
          <p:nvPr/>
        </p:nvSpPr>
        <p:spPr>
          <a:xfrm>
            <a:off x="7059785" y="2619071"/>
            <a:ext cx="3637945" cy="800410"/>
          </a:xfrm>
          <a:prstGeom prst="rect">
            <a:avLst/>
          </a:prstGeom>
          <a:noFill/>
        </p:spPr>
        <p:txBody>
          <a:bodyPr wrap="square" lIns="121917" tIns="60959" rIns="121917" bIns="60959" rtlCol="0">
            <a:spAutoFit/>
          </a:body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zh-CN" altLang="en-US" sz="1467" b="0" i="0" u="none" strike="noStrike" kern="1200" cap="none" spc="0" normalizeH="0" baseline="0" noProof="0">
                <a:ln>
                  <a:noFill/>
                </a:ln>
                <a:solidFill>
                  <a:sysClr val="windowText" lastClr="000000"/>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项目部下发了许多预防措施和实施办法。为保证整个目标的实现，我组织项目部管理人员根据自己的实践经验</a:t>
            </a:r>
          </a:p>
        </p:txBody>
      </p:sp>
      <p:sp>
        <p:nvSpPr>
          <p:cNvPr id="32" name="矩形 31"/>
          <p:cNvSpPr/>
          <p:nvPr/>
        </p:nvSpPr>
        <p:spPr bwMode="auto">
          <a:xfrm>
            <a:off x="2687155" y="3851856"/>
            <a:ext cx="2149725" cy="352983"/>
          </a:xfrm>
          <a:prstGeom prst="rect">
            <a:avLst/>
          </a:prstGeom>
          <a:solidFill>
            <a:schemeClr val="accent3"/>
          </a:solidFill>
          <a:ln w="34925" cap="flat" cmpd="sng" algn="ctr">
            <a:solidFill>
              <a:sysClr val="window" lastClr="FFFFFF"/>
            </a:solidFill>
            <a:prstDash val="solid"/>
          </a:ln>
          <a:effectLst>
            <a:outerShdw blurRad="63500" dist="38100" dir="16500000" algn="tl" rotWithShape="0">
              <a:prstClr val="black">
                <a:alpha val="22000"/>
              </a:prstClr>
            </a:outerShdw>
          </a:effectLst>
        </p:spPr>
        <p:txBody>
          <a:bodyPr lIns="123139" tIns="61569" rIns="123139" bIns="61569" rtlCol="0" anchor="ctr"/>
          <a:lstStyle/>
          <a:p>
            <a:pPr marL="0" marR="0" lvl="0" indent="0" algn="r" defTabSz="1219170" rtl="0" eaLnBrk="1" fontAlgn="base" latinLnBrk="0" hangingPunct="1">
              <a:lnSpc>
                <a:spcPct val="100000"/>
              </a:lnSpc>
              <a:spcBef>
                <a:spcPct val="0"/>
              </a:spcBef>
              <a:spcAft>
                <a:spcPct val="0"/>
              </a:spcAft>
              <a:buClrTx/>
              <a:buSzTx/>
              <a:buFontTx/>
              <a:buNone/>
              <a:defRPr/>
            </a:pPr>
            <a:r>
              <a:rPr kumimoji="0" lang="zh-CN" altLang="en-US" sz="1733"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计划完成：</a:t>
            </a:r>
            <a:r>
              <a:rPr kumimoji="0" lang="en-US" altLang="zh-CN" sz="1733"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60%</a:t>
            </a:r>
            <a:endParaRPr kumimoji="0" lang="zh-CN" altLang="en-US" sz="1733"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33" name="矩形 32"/>
          <p:cNvSpPr/>
          <p:nvPr/>
        </p:nvSpPr>
        <p:spPr bwMode="auto">
          <a:xfrm>
            <a:off x="1817346" y="4296465"/>
            <a:ext cx="3019535" cy="352983"/>
          </a:xfrm>
          <a:prstGeom prst="rect">
            <a:avLst/>
          </a:prstGeom>
          <a:solidFill>
            <a:schemeClr val="accent1"/>
          </a:solidFill>
          <a:ln w="34925" cap="flat" cmpd="sng" algn="ctr">
            <a:solidFill>
              <a:sysClr val="window" lastClr="FFFFFF"/>
            </a:solidFill>
            <a:prstDash val="solid"/>
          </a:ln>
          <a:effectLst>
            <a:outerShdw blurRad="63500" dist="38100" dir="16500000" algn="tl" rotWithShape="0">
              <a:prstClr val="black">
                <a:alpha val="22000"/>
              </a:prstClr>
            </a:outerShdw>
          </a:effectLst>
        </p:spPr>
        <p:txBody>
          <a:bodyPr lIns="123139" tIns="61569" rIns="123139" bIns="61569" rtlCol="0" anchor="ctr"/>
          <a:lstStyle/>
          <a:p>
            <a:pPr marL="0" marR="0" lvl="0" indent="0" algn="r" defTabSz="1219170" rtl="0" eaLnBrk="1" fontAlgn="base" latinLnBrk="0" hangingPunct="1">
              <a:lnSpc>
                <a:spcPct val="100000"/>
              </a:lnSpc>
              <a:spcBef>
                <a:spcPct val="0"/>
              </a:spcBef>
              <a:spcAft>
                <a:spcPct val="0"/>
              </a:spcAft>
              <a:buClrTx/>
              <a:buSzTx/>
              <a:buFontTx/>
              <a:buNone/>
              <a:defRPr/>
            </a:pPr>
            <a:r>
              <a:rPr kumimoji="0" lang="zh-CN" altLang="en-US" sz="1733"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实际完成数：</a:t>
            </a:r>
            <a:r>
              <a:rPr kumimoji="0" lang="en-US" altLang="zh-CN" sz="1733"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555</a:t>
            </a:r>
            <a:r>
              <a:rPr kumimoji="0" lang="zh-CN" altLang="en-US" sz="1733"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万</a:t>
            </a:r>
          </a:p>
        </p:txBody>
      </p:sp>
      <p:sp>
        <p:nvSpPr>
          <p:cNvPr id="34" name="矩形 33"/>
          <p:cNvSpPr/>
          <p:nvPr/>
        </p:nvSpPr>
        <p:spPr bwMode="auto">
          <a:xfrm>
            <a:off x="2249377" y="4791885"/>
            <a:ext cx="2587507" cy="352983"/>
          </a:xfrm>
          <a:prstGeom prst="rect">
            <a:avLst/>
          </a:prstGeom>
          <a:solidFill>
            <a:schemeClr val="accent3"/>
          </a:solidFill>
          <a:ln w="34925" cap="flat" cmpd="sng" algn="ctr">
            <a:solidFill>
              <a:sysClr val="window" lastClr="FFFFFF"/>
            </a:solidFill>
            <a:prstDash val="solid"/>
          </a:ln>
          <a:effectLst>
            <a:outerShdw blurRad="63500" dist="38100" dir="16500000" algn="tl" rotWithShape="0">
              <a:prstClr val="black">
                <a:alpha val="22000"/>
              </a:prstClr>
            </a:outerShdw>
          </a:effectLst>
        </p:spPr>
        <p:txBody>
          <a:bodyPr lIns="123139" tIns="61569" rIns="123139" bIns="61569" rtlCol="0" anchor="ctr"/>
          <a:lstStyle/>
          <a:p>
            <a:pPr marL="0" marR="0" lvl="0" indent="0" algn="r" defTabSz="1219170" rtl="0" eaLnBrk="1" fontAlgn="base" latinLnBrk="0" hangingPunct="1">
              <a:lnSpc>
                <a:spcPct val="100000"/>
              </a:lnSpc>
              <a:spcBef>
                <a:spcPct val="0"/>
              </a:spcBef>
              <a:spcAft>
                <a:spcPct val="0"/>
              </a:spcAft>
              <a:buClrTx/>
              <a:buSzTx/>
              <a:buFontTx/>
              <a:buNone/>
              <a:defRPr/>
            </a:pPr>
            <a:r>
              <a:rPr kumimoji="0" lang="zh-CN" altLang="en-US" sz="1733"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回款数：</a:t>
            </a:r>
            <a:r>
              <a:rPr kumimoji="0" lang="en-US" altLang="zh-CN" sz="1733"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400</a:t>
            </a:r>
            <a:r>
              <a:rPr kumimoji="0" lang="zh-CN" altLang="en-US" sz="1733"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万</a:t>
            </a:r>
          </a:p>
        </p:txBody>
      </p:sp>
      <p:sp>
        <p:nvSpPr>
          <p:cNvPr id="35" name="矩形 34"/>
          <p:cNvSpPr/>
          <p:nvPr/>
        </p:nvSpPr>
        <p:spPr bwMode="auto">
          <a:xfrm>
            <a:off x="2753409" y="5285224"/>
            <a:ext cx="2083472" cy="352983"/>
          </a:xfrm>
          <a:prstGeom prst="rect">
            <a:avLst/>
          </a:prstGeom>
          <a:solidFill>
            <a:schemeClr val="accent1"/>
          </a:solidFill>
          <a:ln w="34925" cap="flat" cmpd="sng" algn="ctr">
            <a:solidFill>
              <a:sysClr val="window" lastClr="FFFFFF"/>
            </a:solidFill>
            <a:prstDash val="solid"/>
          </a:ln>
          <a:effectLst>
            <a:outerShdw blurRad="63500" dist="38100" dir="16500000" algn="tl" rotWithShape="0">
              <a:prstClr val="black">
                <a:alpha val="22000"/>
              </a:prstClr>
            </a:outerShdw>
          </a:effectLst>
        </p:spPr>
        <p:txBody>
          <a:bodyPr lIns="123139" tIns="61569" rIns="123139" bIns="61569" rtlCol="0" anchor="ctr"/>
          <a:lstStyle/>
          <a:p>
            <a:pPr marL="0" marR="0" lvl="0" indent="0" algn="r" defTabSz="1219170" rtl="0" eaLnBrk="1" fontAlgn="base" latinLnBrk="0" hangingPunct="1">
              <a:lnSpc>
                <a:spcPct val="100000"/>
              </a:lnSpc>
              <a:spcBef>
                <a:spcPct val="0"/>
              </a:spcBef>
              <a:spcAft>
                <a:spcPct val="0"/>
              </a:spcAft>
              <a:buClrTx/>
              <a:buSzTx/>
              <a:buFontTx/>
              <a:buNone/>
              <a:defRPr/>
            </a:pPr>
            <a:r>
              <a:rPr kumimoji="0" lang="zh-CN" altLang="en-US" sz="1733"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项目已完结</a:t>
            </a:r>
          </a:p>
        </p:txBody>
      </p:sp>
      <p:sp>
        <p:nvSpPr>
          <p:cNvPr id="36" name="矩形 35"/>
          <p:cNvSpPr/>
          <p:nvPr/>
        </p:nvSpPr>
        <p:spPr bwMode="auto">
          <a:xfrm>
            <a:off x="7329562" y="3851856"/>
            <a:ext cx="2336316" cy="352983"/>
          </a:xfrm>
          <a:prstGeom prst="rect">
            <a:avLst/>
          </a:prstGeom>
          <a:solidFill>
            <a:schemeClr val="accent3"/>
          </a:solidFill>
          <a:ln w="34925" cap="flat" cmpd="sng" algn="ctr">
            <a:solidFill>
              <a:sysClr val="window" lastClr="FFFFFF"/>
            </a:solidFill>
            <a:prstDash val="solid"/>
          </a:ln>
          <a:effectLst>
            <a:outerShdw blurRad="63500" dist="38100" dir="16500000" algn="tl" rotWithShape="0">
              <a:prstClr val="black">
                <a:alpha val="22000"/>
              </a:prstClr>
            </a:outerShdw>
          </a:effectLst>
        </p:spPr>
        <p:txBody>
          <a:bodyPr lIns="123139" tIns="61569" rIns="123139" bIns="61569" rtlCol="0" anchor="ctr"/>
          <a:lstStyle/>
          <a:p>
            <a:pPr marL="0" marR="0" lvl="0" indent="0" algn="l" defTabSz="1219170" rtl="0" eaLnBrk="1" fontAlgn="base" latinLnBrk="0" hangingPunct="1">
              <a:lnSpc>
                <a:spcPct val="100000"/>
              </a:lnSpc>
              <a:spcBef>
                <a:spcPct val="0"/>
              </a:spcBef>
              <a:spcAft>
                <a:spcPct val="0"/>
              </a:spcAft>
              <a:buClrTx/>
              <a:buSzTx/>
              <a:buFontTx/>
              <a:buNone/>
              <a:defRPr/>
            </a:pPr>
            <a:r>
              <a:rPr kumimoji="0" lang="zh-CN" altLang="en-US" sz="1733"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计划完成：</a:t>
            </a:r>
            <a:r>
              <a:rPr kumimoji="0" lang="en-US" altLang="zh-CN" sz="1733"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80%</a:t>
            </a:r>
            <a:endParaRPr kumimoji="0" lang="zh-CN" altLang="en-US" sz="1733"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37" name="矩形 36"/>
          <p:cNvSpPr/>
          <p:nvPr/>
        </p:nvSpPr>
        <p:spPr bwMode="auto">
          <a:xfrm>
            <a:off x="7341607" y="4296465"/>
            <a:ext cx="3485701" cy="352983"/>
          </a:xfrm>
          <a:prstGeom prst="rect">
            <a:avLst/>
          </a:prstGeom>
          <a:solidFill>
            <a:schemeClr val="accent1"/>
          </a:solidFill>
          <a:ln w="34925" cap="flat" cmpd="sng" algn="ctr">
            <a:solidFill>
              <a:sysClr val="window" lastClr="FFFFFF"/>
            </a:solidFill>
            <a:prstDash val="solid"/>
          </a:ln>
          <a:effectLst>
            <a:outerShdw blurRad="63500" dist="38100" dir="16500000" algn="tl" rotWithShape="0">
              <a:prstClr val="black">
                <a:alpha val="22000"/>
              </a:prstClr>
            </a:outerShdw>
          </a:effectLst>
        </p:spPr>
        <p:txBody>
          <a:bodyPr lIns="123139" tIns="61569" rIns="123139" bIns="61569" rtlCol="0" anchor="ctr"/>
          <a:lstStyle/>
          <a:p>
            <a:pPr marL="0" marR="0" lvl="0" indent="0" algn="l" defTabSz="1219170" rtl="0" eaLnBrk="1" fontAlgn="base" latinLnBrk="0" hangingPunct="1">
              <a:lnSpc>
                <a:spcPct val="100000"/>
              </a:lnSpc>
              <a:spcBef>
                <a:spcPct val="0"/>
              </a:spcBef>
              <a:spcAft>
                <a:spcPct val="0"/>
              </a:spcAft>
              <a:buClrTx/>
              <a:buSzTx/>
              <a:buFontTx/>
              <a:buNone/>
              <a:defRPr/>
            </a:pPr>
            <a:r>
              <a:rPr kumimoji="0" lang="zh-CN" altLang="en-US" sz="1733"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实际完成数：</a:t>
            </a:r>
            <a:r>
              <a:rPr kumimoji="0" lang="en-US" altLang="zh-CN" sz="1733"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800</a:t>
            </a:r>
            <a:r>
              <a:rPr kumimoji="0" lang="zh-CN" altLang="en-US" sz="1733"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万</a:t>
            </a:r>
          </a:p>
        </p:txBody>
      </p:sp>
      <p:sp>
        <p:nvSpPr>
          <p:cNvPr id="38" name="矩形 37"/>
          <p:cNvSpPr/>
          <p:nvPr/>
        </p:nvSpPr>
        <p:spPr bwMode="auto">
          <a:xfrm>
            <a:off x="7341608" y="4791885"/>
            <a:ext cx="1820237" cy="352983"/>
          </a:xfrm>
          <a:prstGeom prst="rect">
            <a:avLst/>
          </a:prstGeom>
          <a:solidFill>
            <a:schemeClr val="accent3"/>
          </a:solidFill>
          <a:ln w="34925" cap="flat" cmpd="sng" algn="ctr">
            <a:solidFill>
              <a:sysClr val="window" lastClr="FFFFFF"/>
            </a:solidFill>
            <a:prstDash val="solid"/>
          </a:ln>
          <a:effectLst>
            <a:outerShdw blurRad="63500" dist="38100" dir="16500000" algn="tl" rotWithShape="0">
              <a:prstClr val="black">
                <a:alpha val="22000"/>
              </a:prstClr>
            </a:outerShdw>
          </a:effectLst>
        </p:spPr>
        <p:txBody>
          <a:bodyPr lIns="123139" tIns="61569" rIns="123139" bIns="61569" rtlCol="0" anchor="ctr"/>
          <a:lstStyle/>
          <a:p>
            <a:pPr marL="0" marR="0" lvl="0" indent="0" algn="l" defTabSz="1219170" rtl="0" eaLnBrk="1" fontAlgn="base" latinLnBrk="0" hangingPunct="1">
              <a:lnSpc>
                <a:spcPct val="100000"/>
              </a:lnSpc>
              <a:spcBef>
                <a:spcPct val="0"/>
              </a:spcBef>
              <a:spcAft>
                <a:spcPct val="0"/>
              </a:spcAft>
              <a:buClrTx/>
              <a:buSzTx/>
              <a:buFontTx/>
              <a:buNone/>
              <a:defRPr/>
            </a:pPr>
            <a:r>
              <a:rPr kumimoji="0" lang="zh-CN" altLang="en-US" sz="1733"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回款数：</a:t>
            </a:r>
            <a:r>
              <a:rPr kumimoji="0" lang="en-US" altLang="zh-CN" sz="1733"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500</a:t>
            </a:r>
            <a:r>
              <a:rPr kumimoji="0" lang="zh-CN" altLang="en-US" sz="1733"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万</a:t>
            </a:r>
          </a:p>
        </p:txBody>
      </p:sp>
      <p:sp>
        <p:nvSpPr>
          <p:cNvPr id="39" name="矩形 38"/>
          <p:cNvSpPr/>
          <p:nvPr/>
        </p:nvSpPr>
        <p:spPr bwMode="auto">
          <a:xfrm>
            <a:off x="7329562" y="5285224"/>
            <a:ext cx="2480327" cy="352983"/>
          </a:xfrm>
          <a:prstGeom prst="rect">
            <a:avLst/>
          </a:prstGeom>
          <a:solidFill>
            <a:schemeClr val="accent1"/>
          </a:solidFill>
          <a:ln w="34925" cap="flat" cmpd="sng" algn="ctr">
            <a:solidFill>
              <a:sysClr val="window" lastClr="FFFFFF"/>
            </a:solidFill>
            <a:prstDash val="solid"/>
          </a:ln>
          <a:effectLst>
            <a:outerShdw blurRad="63500" dist="38100" dir="16500000" algn="tl" rotWithShape="0">
              <a:prstClr val="black">
                <a:alpha val="22000"/>
              </a:prstClr>
            </a:outerShdw>
          </a:effectLst>
        </p:spPr>
        <p:txBody>
          <a:bodyPr lIns="123139" tIns="61569" rIns="123139" bIns="61569" rtlCol="0" anchor="ctr"/>
          <a:lstStyle/>
          <a:p>
            <a:pPr marL="0" marR="0" lvl="0" indent="0" algn="l" defTabSz="1219170" rtl="0" eaLnBrk="1" fontAlgn="base" latinLnBrk="0" hangingPunct="1">
              <a:lnSpc>
                <a:spcPct val="100000"/>
              </a:lnSpc>
              <a:spcBef>
                <a:spcPct val="0"/>
              </a:spcBef>
              <a:spcAft>
                <a:spcPct val="0"/>
              </a:spcAft>
              <a:buClrTx/>
              <a:buSzTx/>
              <a:buFontTx/>
              <a:buNone/>
              <a:defRPr/>
            </a:pPr>
            <a:r>
              <a:rPr kumimoji="0" lang="zh-CN" altLang="en-US" sz="1733"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项目进行中</a:t>
            </a:r>
          </a:p>
        </p:txBody>
      </p:sp>
      <p:sp>
        <p:nvSpPr>
          <p:cNvPr id="40" name="TextBox 39"/>
          <p:cNvSpPr txBox="1"/>
          <p:nvPr/>
        </p:nvSpPr>
        <p:spPr>
          <a:xfrm>
            <a:off x="5776151" y="3553362"/>
            <a:ext cx="760780" cy="615551"/>
          </a:xfrm>
          <a:prstGeom prst="rect">
            <a:avLst/>
          </a:prstGeom>
          <a:noFill/>
        </p:spPr>
        <p:txBody>
          <a:bodyPr wrap="none" lIns="121917" tIns="60959" rIns="121917" bIns="60959" rtlCol="0">
            <a:spAutoFit/>
          </a:bodyPr>
          <a:lstStyle/>
          <a:p>
            <a:pPr marL="0" marR="0" lvl="0" indent="0" algn="l" defTabSz="1219170" rtl="0" eaLnBrk="1" fontAlgn="base" latinLnBrk="0" hangingPunct="1">
              <a:lnSpc>
                <a:spcPct val="100000"/>
              </a:lnSpc>
              <a:spcBef>
                <a:spcPct val="0"/>
              </a:spcBef>
              <a:spcAft>
                <a:spcPct val="0"/>
              </a:spcAft>
              <a:buClrTx/>
              <a:buSzTx/>
              <a:buFontTx/>
              <a:buNone/>
              <a:defRPr/>
            </a:pPr>
            <a:r>
              <a:rPr kumimoji="0" lang="en-US" altLang="zh-CN" sz="3200" b="0" i="0" u="none" strike="noStrike" kern="0" cap="none" spc="0" normalizeH="0" baseline="0" noProof="0">
                <a:ln>
                  <a:noFill/>
                </a:ln>
                <a:solidFill>
                  <a:srgbClr val="000000">
                    <a:lumMod val="75000"/>
                    <a:lumOff val="25000"/>
                  </a:srgb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VS</a:t>
            </a:r>
            <a:endParaRPr kumimoji="0" lang="zh-CN" altLang="en-US" sz="3200" b="0" i="0" u="none" strike="noStrike" kern="0" cap="none" spc="0" normalizeH="0" baseline="0" noProof="0">
              <a:ln>
                <a:noFill/>
              </a:ln>
              <a:solidFill>
                <a:srgbClr val="000000">
                  <a:lumMod val="75000"/>
                  <a:lumOff val="25000"/>
                </a:srgb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nvGrpSpPr>
          <p:cNvPr id="42" name="组合 41">
            <a:extLst>
              <a:ext uri="{FF2B5EF4-FFF2-40B4-BE49-F238E27FC236}">
                <a16:creationId xmlns:a16="http://schemas.microsoft.com/office/drawing/2014/main" id="{D7CE5134-03EC-40C7-9C4A-1355A8E72BF3}"/>
              </a:ext>
            </a:extLst>
          </p:cNvPr>
          <p:cNvGrpSpPr/>
          <p:nvPr/>
        </p:nvGrpSpPr>
        <p:grpSpPr>
          <a:xfrm>
            <a:off x="1622707" y="363109"/>
            <a:ext cx="3570339" cy="646331"/>
            <a:chOff x="1622706" y="363107"/>
            <a:chExt cx="3570339" cy="646331"/>
          </a:xfrm>
        </p:grpSpPr>
        <p:sp>
          <p:nvSpPr>
            <p:cNvPr id="43" name="文本框 42">
              <a:extLst>
                <a:ext uri="{FF2B5EF4-FFF2-40B4-BE49-F238E27FC236}">
                  <a16:creationId xmlns:a16="http://schemas.microsoft.com/office/drawing/2014/main" id="{FC5F0505-51D5-433F-87DF-46082FDE3EC0}"/>
                </a:ext>
              </a:extLst>
            </p:cNvPr>
            <p:cNvSpPr txBox="1"/>
            <p:nvPr userDrawn="1"/>
          </p:nvSpPr>
          <p:spPr>
            <a:xfrm>
              <a:off x="1622706" y="363107"/>
              <a:ext cx="357033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工作完成情况</a:t>
              </a:r>
            </a:p>
          </p:txBody>
        </p:sp>
        <p:sp>
          <p:nvSpPr>
            <p:cNvPr id="44" name="文本框 43">
              <a:extLst>
                <a:ext uri="{FF2B5EF4-FFF2-40B4-BE49-F238E27FC236}">
                  <a16:creationId xmlns:a16="http://schemas.microsoft.com/office/drawing/2014/main" id="{23924DC8-40F5-49D9-857A-FED45FDD536F}"/>
                </a:ext>
              </a:extLst>
            </p:cNvPr>
            <p:cNvSpPr txBox="1"/>
            <p:nvPr userDrawn="1"/>
          </p:nvSpPr>
          <p:spPr>
            <a:xfrm>
              <a:off x="1622706" y="732439"/>
              <a:ext cx="357033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Use "Title Only" Layout</a:t>
              </a:r>
              <a:endParaRPr kumimoji="0" lang="zh-CN" altLang="en-US"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spTree>
    <p:extLst>
      <p:ext uri="{BB962C8B-B14F-4D97-AF65-F5344CB8AC3E}">
        <p14:creationId xmlns:p14="http://schemas.microsoft.com/office/powerpoint/2010/main" val="628323766"/>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http://schemas.microsoft.com/office/powerpoint/2012/main" xmlns:a16="http://schemas.microsoft.com/office/drawing/2014/main" xmlns:a14="http://schemas.microsoft.com/office/drawing/2010/main"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par>
                                <p:cTn id="8" presetID="22" presetClass="entr" presetSubtype="4" fill="hold"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wipe(down)">
                                      <p:cBhvr>
                                        <p:cTn id="10" dur="500"/>
                                        <p:tgtEl>
                                          <p:spTgt spid="26"/>
                                        </p:tgtEl>
                                      </p:cBhvr>
                                    </p:animEffect>
                                  </p:childTnLst>
                                </p:cTn>
                              </p:par>
                            </p:childTnLst>
                          </p:cTn>
                        </p:par>
                        <p:par>
                          <p:cTn id="11" fill="hold" nodeType="afterGroup">
                            <p:stCondLst>
                              <p:cond delay="500"/>
                            </p:stCondLst>
                            <p:childTnLst>
                              <p:par>
                                <p:cTn id="12" presetID="53" presetClass="entr" presetSubtype="0" fill="hold" grpId="0" nodeType="afterEffect">
                                  <p:stCondLst>
                                    <p:cond delay="0"/>
                                  </p:stCondLst>
                                  <p:childTnLst>
                                    <p:set>
                                      <p:cBhvr>
                                        <p:cTn id="13" dur="1" fill="hold">
                                          <p:stCondLst>
                                            <p:cond delay="0"/>
                                          </p:stCondLst>
                                        </p:cTn>
                                        <p:tgtEl>
                                          <p:spTgt spid="27"/>
                                        </p:tgtEl>
                                        <p:attrNameLst>
                                          <p:attrName>style.visibility</p:attrName>
                                        </p:attrNameLst>
                                      </p:cBhvr>
                                      <p:to>
                                        <p:strVal val="visible"/>
                                      </p:to>
                                    </p:set>
                                    <p:anim calcmode="lin" valueType="num">
                                      <p:cBhvr>
                                        <p:cTn id="14" dur="500" fill="hold"/>
                                        <p:tgtEl>
                                          <p:spTgt spid="27"/>
                                        </p:tgtEl>
                                        <p:attrNameLst>
                                          <p:attrName>ppt_w</p:attrName>
                                        </p:attrNameLst>
                                      </p:cBhvr>
                                      <p:tavLst>
                                        <p:tav tm="0">
                                          <p:val>
                                            <p:fltVal val="0"/>
                                          </p:val>
                                        </p:tav>
                                        <p:tav tm="100000">
                                          <p:val>
                                            <p:strVal val="#ppt_w"/>
                                          </p:val>
                                        </p:tav>
                                      </p:tavLst>
                                    </p:anim>
                                    <p:anim calcmode="lin" valueType="num">
                                      <p:cBhvr>
                                        <p:cTn id="15" dur="500" fill="hold"/>
                                        <p:tgtEl>
                                          <p:spTgt spid="27"/>
                                        </p:tgtEl>
                                        <p:attrNameLst>
                                          <p:attrName>ppt_h</p:attrName>
                                        </p:attrNameLst>
                                      </p:cBhvr>
                                      <p:tavLst>
                                        <p:tav tm="0">
                                          <p:val>
                                            <p:fltVal val="0"/>
                                          </p:val>
                                        </p:tav>
                                        <p:tav tm="100000">
                                          <p:val>
                                            <p:strVal val="#ppt_h"/>
                                          </p:val>
                                        </p:tav>
                                      </p:tavLst>
                                    </p:anim>
                                    <p:animEffect transition="in" filter="fade">
                                      <p:cBhvr>
                                        <p:cTn id="16" dur="500"/>
                                        <p:tgtEl>
                                          <p:spTgt spid="27"/>
                                        </p:tgtEl>
                                      </p:cBhvr>
                                    </p:animEffect>
                                  </p:childTnLst>
                                </p:cTn>
                              </p:par>
                              <p:par>
                                <p:cTn id="17" presetID="53" presetClass="entr" presetSubtype="0" fill="hold" grpId="0" nodeType="withEffect">
                                  <p:stCondLst>
                                    <p:cond delay="0"/>
                                  </p:stCondLst>
                                  <p:childTnLst>
                                    <p:set>
                                      <p:cBhvr>
                                        <p:cTn id="18" dur="1" fill="hold">
                                          <p:stCondLst>
                                            <p:cond delay="0"/>
                                          </p:stCondLst>
                                        </p:cTn>
                                        <p:tgtEl>
                                          <p:spTgt spid="40"/>
                                        </p:tgtEl>
                                        <p:attrNameLst>
                                          <p:attrName>style.visibility</p:attrName>
                                        </p:attrNameLst>
                                      </p:cBhvr>
                                      <p:to>
                                        <p:strVal val="visible"/>
                                      </p:to>
                                    </p:set>
                                    <p:anim calcmode="lin" valueType="num">
                                      <p:cBhvr>
                                        <p:cTn id="19" dur="500" fill="hold"/>
                                        <p:tgtEl>
                                          <p:spTgt spid="40"/>
                                        </p:tgtEl>
                                        <p:attrNameLst>
                                          <p:attrName>ppt_w</p:attrName>
                                        </p:attrNameLst>
                                      </p:cBhvr>
                                      <p:tavLst>
                                        <p:tav tm="0">
                                          <p:val>
                                            <p:fltVal val="0"/>
                                          </p:val>
                                        </p:tav>
                                        <p:tav tm="100000">
                                          <p:val>
                                            <p:strVal val="#ppt_w"/>
                                          </p:val>
                                        </p:tav>
                                      </p:tavLst>
                                    </p:anim>
                                    <p:anim calcmode="lin" valueType="num">
                                      <p:cBhvr>
                                        <p:cTn id="20" dur="500" fill="hold"/>
                                        <p:tgtEl>
                                          <p:spTgt spid="40"/>
                                        </p:tgtEl>
                                        <p:attrNameLst>
                                          <p:attrName>ppt_h</p:attrName>
                                        </p:attrNameLst>
                                      </p:cBhvr>
                                      <p:tavLst>
                                        <p:tav tm="0">
                                          <p:val>
                                            <p:fltVal val="0"/>
                                          </p:val>
                                        </p:tav>
                                        <p:tav tm="100000">
                                          <p:val>
                                            <p:strVal val="#ppt_h"/>
                                          </p:val>
                                        </p:tav>
                                      </p:tavLst>
                                    </p:anim>
                                    <p:animEffect transition="in" filter="fade">
                                      <p:cBhvr>
                                        <p:cTn id="21" dur="500"/>
                                        <p:tgtEl>
                                          <p:spTgt spid="40"/>
                                        </p:tgtEl>
                                      </p:cBhvr>
                                    </p:animEffect>
                                  </p:childTnLst>
                                </p:cTn>
                              </p:par>
                            </p:childTnLst>
                          </p:cTn>
                        </p:par>
                        <p:par>
                          <p:cTn id="22" fill="hold" nodeType="afterGroup">
                            <p:stCondLst>
                              <p:cond delay="1000"/>
                            </p:stCondLst>
                            <p:childTnLst>
                              <p:par>
                                <p:cTn id="23" presetID="42" presetClass="entr" presetSubtype="0" fill="hold" grpId="0" nodeType="after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1000"/>
                                        <p:tgtEl>
                                          <p:spTgt spid="23"/>
                                        </p:tgtEl>
                                      </p:cBhvr>
                                    </p:animEffect>
                                    <p:anim calcmode="lin" valueType="num">
                                      <p:cBhvr>
                                        <p:cTn id="26" dur="1000" fill="hold"/>
                                        <p:tgtEl>
                                          <p:spTgt spid="23"/>
                                        </p:tgtEl>
                                        <p:attrNameLst>
                                          <p:attrName>ppt_x</p:attrName>
                                        </p:attrNameLst>
                                      </p:cBhvr>
                                      <p:tavLst>
                                        <p:tav tm="0">
                                          <p:val>
                                            <p:strVal val="#ppt_x"/>
                                          </p:val>
                                        </p:tav>
                                        <p:tav tm="100000">
                                          <p:val>
                                            <p:strVal val="#ppt_x"/>
                                          </p:val>
                                        </p:tav>
                                      </p:tavLst>
                                    </p:anim>
                                    <p:anim calcmode="lin" valueType="num">
                                      <p:cBhvr>
                                        <p:cTn id="27" dur="1000" fill="hold"/>
                                        <p:tgtEl>
                                          <p:spTgt spid="23"/>
                                        </p:tgtEl>
                                        <p:attrNameLst>
                                          <p:attrName>ppt_y</p:attrName>
                                        </p:attrNameLst>
                                      </p:cBhvr>
                                      <p:tavLst>
                                        <p:tav tm="0">
                                          <p:val>
                                            <p:strVal val="#ppt_y+.1"/>
                                          </p:val>
                                        </p:tav>
                                        <p:tav tm="100000">
                                          <p:val>
                                            <p:strVal val="#ppt_y"/>
                                          </p:val>
                                        </p:tav>
                                      </p:tavLst>
                                    </p:anim>
                                  </p:childTnLst>
                                </p:cTn>
                              </p:par>
                            </p:childTnLst>
                          </p:cTn>
                        </p:par>
                        <p:par>
                          <p:cTn id="28" fill="hold" nodeType="afterGroup">
                            <p:stCondLst>
                              <p:cond delay="2000"/>
                            </p:stCondLst>
                            <p:childTnLst>
                              <p:par>
                                <p:cTn id="29" presetID="42" presetClass="entr" presetSubtype="0"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1000"/>
                                        <p:tgtEl>
                                          <p:spTgt spid="24"/>
                                        </p:tgtEl>
                                      </p:cBhvr>
                                    </p:animEffect>
                                    <p:anim calcmode="lin" valueType="num">
                                      <p:cBhvr>
                                        <p:cTn id="32" dur="1000" fill="hold"/>
                                        <p:tgtEl>
                                          <p:spTgt spid="24"/>
                                        </p:tgtEl>
                                        <p:attrNameLst>
                                          <p:attrName>ppt_x</p:attrName>
                                        </p:attrNameLst>
                                      </p:cBhvr>
                                      <p:tavLst>
                                        <p:tav tm="0">
                                          <p:val>
                                            <p:strVal val="#ppt_x"/>
                                          </p:val>
                                        </p:tav>
                                        <p:tav tm="100000">
                                          <p:val>
                                            <p:strVal val="#ppt_x"/>
                                          </p:val>
                                        </p:tav>
                                      </p:tavLst>
                                    </p:anim>
                                    <p:anim calcmode="lin" valueType="num">
                                      <p:cBhvr>
                                        <p:cTn id="33" dur="1000" fill="hold"/>
                                        <p:tgtEl>
                                          <p:spTgt spid="24"/>
                                        </p:tgtEl>
                                        <p:attrNameLst>
                                          <p:attrName>ppt_y</p:attrName>
                                        </p:attrNameLst>
                                      </p:cBhvr>
                                      <p:tavLst>
                                        <p:tav tm="0">
                                          <p:val>
                                            <p:strVal val="#ppt_y+.1"/>
                                          </p:val>
                                        </p:tav>
                                        <p:tav tm="100000">
                                          <p:val>
                                            <p:strVal val="#ppt_y"/>
                                          </p:val>
                                        </p:tav>
                                      </p:tavLst>
                                    </p:anim>
                                  </p:childTnLst>
                                </p:cTn>
                              </p:par>
                            </p:childTnLst>
                          </p:cTn>
                        </p:par>
                        <p:par>
                          <p:cTn id="34" fill="hold" nodeType="afterGroup">
                            <p:stCondLst>
                              <p:cond delay="3000"/>
                            </p:stCondLst>
                            <p:childTnLst>
                              <p:par>
                                <p:cTn id="35" presetID="2" presetClass="entr" presetSubtype="1" accel="68000" fill="hold" grpId="0" nodeType="afterEffect">
                                  <p:stCondLst>
                                    <p:cond delay="0"/>
                                  </p:stCondLst>
                                  <p:iterate type="lt">
                                    <p:tmPct val="10000"/>
                                  </p:iterate>
                                  <p:childTnLst>
                                    <p:set>
                                      <p:cBhvr>
                                        <p:cTn id="36" dur="1" fill="hold">
                                          <p:stCondLst>
                                            <p:cond delay="0"/>
                                          </p:stCondLst>
                                        </p:cTn>
                                        <p:tgtEl>
                                          <p:spTgt spid="28"/>
                                        </p:tgtEl>
                                        <p:attrNameLst>
                                          <p:attrName>style.visibility</p:attrName>
                                        </p:attrNameLst>
                                      </p:cBhvr>
                                      <p:to>
                                        <p:strVal val="visible"/>
                                      </p:to>
                                    </p:set>
                                    <p:anim calcmode="lin" valueType="num">
                                      <p:cBhvr additive="base">
                                        <p:cTn id="37" dur="500" fill="hold"/>
                                        <p:tgtEl>
                                          <p:spTgt spid="28"/>
                                        </p:tgtEl>
                                        <p:attrNameLst>
                                          <p:attrName>ppt_x</p:attrName>
                                        </p:attrNameLst>
                                      </p:cBhvr>
                                      <p:tavLst>
                                        <p:tav tm="0">
                                          <p:val>
                                            <p:strVal val="#ppt_x"/>
                                          </p:val>
                                        </p:tav>
                                        <p:tav tm="100000">
                                          <p:val>
                                            <p:strVal val="#ppt_x"/>
                                          </p:val>
                                        </p:tav>
                                      </p:tavLst>
                                    </p:anim>
                                    <p:anim calcmode="lin" valueType="num">
                                      <p:cBhvr additive="base">
                                        <p:cTn id="38" dur="500" fill="hold"/>
                                        <p:tgtEl>
                                          <p:spTgt spid="28"/>
                                        </p:tgtEl>
                                        <p:attrNameLst>
                                          <p:attrName>ppt_y</p:attrName>
                                        </p:attrNameLst>
                                      </p:cBhvr>
                                      <p:tavLst>
                                        <p:tav tm="0">
                                          <p:val>
                                            <p:strVal val="0-#ppt_h/2"/>
                                          </p:val>
                                        </p:tav>
                                        <p:tav tm="100000">
                                          <p:val>
                                            <p:strVal val="#ppt_y"/>
                                          </p:val>
                                        </p:tav>
                                      </p:tavLst>
                                    </p:anim>
                                  </p:childTnLst>
                                </p:cTn>
                              </p:par>
                              <p:par>
                                <p:cTn id="39" presetID="2" presetClass="entr" presetSubtype="1" accel="68000" fill="hold" grpId="0" nodeType="withEffect">
                                  <p:stCondLst>
                                    <p:cond delay="0"/>
                                  </p:stCondLst>
                                  <p:iterate type="lt">
                                    <p:tmPct val="10000"/>
                                  </p:iterate>
                                  <p:childTnLst>
                                    <p:set>
                                      <p:cBhvr>
                                        <p:cTn id="40" dur="1" fill="hold">
                                          <p:stCondLst>
                                            <p:cond delay="0"/>
                                          </p:stCondLst>
                                        </p:cTn>
                                        <p:tgtEl>
                                          <p:spTgt spid="29"/>
                                        </p:tgtEl>
                                        <p:attrNameLst>
                                          <p:attrName>style.visibility</p:attrName>
                                        </p:attrNameLst>
                                      </p:cBhvr>
                                      <p:to>
                                        <p:strVal val="visible"/>
                                      </p:to>
                                    </p:set>
                                    <p:anim calcmode="lin" valueType="num">
                                      <p:cBhvr additive="base">
                                        <p:cTn id="41" dur="500" fill="hold"/>
                                        <p:tgtEl>
                                          <p:spTgt spid="29"/>
                                        </p:tgtEl>
                                        <p:attrNameLst>
                                          <p:attrName>ppt_x</p:attrName>
                                        </p:attrNameLst>
                                      </p:cBhvr>
                                      <p:tavLst>
                                        <p:tav tm="0">
                                          <p:val>
                                            <p:strVal val="#ppt_x"/>
                                          </p:val>
                                        </p:tav>
                                        <p:tav tm="100000">
                                          <p:val>
                                            <p:strVal val="#ppt_x"/>
                                          </p:val>
                                        </p:tav>
                                      </p:tavLst>
                                    </p:anim>
                                    <p:anim calcmode="lin" valueType="num">
                                      <p:cBhvr additive="base">
                                        <p:cTn id="42" dur="500" fill="hold"/>
                                        <p:tgtEl>
                                          <p:spTgt spid="29"/>
                                        </p:tgtEl>
                                        <p:attrNameLst>
                                          <p:attrName>ppt_y</p:attrName>
                                        </p:attrNameLst>
                                      </p:cBhvr>
                                      <p:tavLst>
                                        <p:tav tm="0">
                                          <p:val>
                                            <p:strVal val="0-#ppt_h/2"/>
                                          </p:val>
                                        </p:tav>
                                        <p:tav tm="100000">
                                          <p:val>
                                            <p:strVal val="#ppt_y"/>
                                          </p:val>
                                        </p:tav>
                                      </p:tavLst>
                                    </p:anim>
                                  </p:childTnLst>
                                </p:cTn>
                              </p:par>
                            </p:childTnLst>
                          </p:cTn>
                        </p:par>
                        <p:par>
                          <p:cTn id="43" fill="hold" nodeType="afterGroup">
                            <p:stCondLst>
                              <p:cond delay="3500"/>
                            </p:stCondLst>
                            <p:childTnLst>
                              <p:par>
                                <p:cTn id="44" presetID="22" presetClass="entr" presetSubtype="1" fill="hold" grpId="0" nodeType="after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wipe(up)">
                                      <p:cBhvr>
                                        <p:cTn id="46" dur="500"/>
                                        <p:tgtEl>
                                          <p:spTgt spid="30"/>
                                        </p:tgtEl>
                                      </p:cBhvr>
                                    </p:animEffect>
                                  </p:childTnLst>
                                </p:cTn>
                              </p:par>
                              <p:par>
                                <p:cTn id="47" presetID="22" presetClass="entr" presetSubtype="1"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wipe(up)">
                                      <p:cBhvr>
                                        <p:cTn id="49" dur="500"/>
                                        <p:tgtEl>
                                          <p:spTgt spid="31"/>
                                        </p:tgtEl>
                                      </p:cBhvr>
                                    </p:animEffect>
                                  </p:childTnLst>
                                </p:cTn>
                              </p:par>
                            </p:childTnLst>
                          </p:cTn>
                        </p:par>
                        <p:par>
                          <p:cTn id="50" fill="hold" nodeType="afterGroup">
                            <p:stCondLst>
                              <p:cond delay="4000"/>
                            </p:stCondLst>
                            <p:childTnLst>
                              <p:par>
                                <p:cTn id="51" presetID="22" presetClass="entr" presetSubtype="2"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wipe(right)">
                                      <p:cBhvr>
                                        <p:cTn id="53" dur="500"/>
                                        <p:tgtEl>
                                          <p:spTgt spid="32"/>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wipe(left)">
                                      <p:cBhvr>
                                        <p:cTn id="56" dur="500"/>
                                        <p:tgtEl>
                                          <p:spTgt spid="36"/>
                                        </p:tgtEl>
                                      </p:cBhvr>
                                    </p:animEffect>
                                  </p:childTnLst>
                                </p:cTn>
                              </p:par>
                            </p:childTnLst>
                          </p:cTn>
                        </p:par>
                        <p:par>
                          <p:cTn id="57" fill="hold" nodeType="afterGroup">
                            <p:stCondLst>
                              <p:cond delay="4500"/>
                            </p:stCondLst>
                            <p:childTnLst>
                              <p:par>
                                <p:cTn id="58" presetID="22" presetClass="entr" presetSubtype="2" fill="hold" grpId="0" nodeType="after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wipe(right)">
                                      <p:cBhvr>
                                        <p:cTn id="60" dur="500"/>
                                        <p:tgtEl>
                                          <p:spTgt spid="33"/>
                                        </p:tgtEl>
                                      </p:cBhvr>
                                    </p:animEffect>
                                  </p:childTnLst>
                                </p:cTn>
                              </p:par>
                              <p:par>
                                <p:cTn id="61" presetID="22" presetClass="entr" presetSubtype="8" fill="hold" grpId="0" nodeType="with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wipe(left)">
                                      <p:cBhvr>
                                        <p:cTn id="63" dur="500"/>
                                        <p:tgtEl>
                                          <p:spTgt spid="37"/>
                                        </p:tgtEl>
                                      </p:cBhvr>
                                    </p:animEffect>
                                  </p:childTnLst>
                                </p:cTn>
                              </p:par>
                            </p:childTnLst>
                          </p:cTn>
                        </p:par>
                        <p:par>
                          <p:cTn id="64" fill="hold" nodeType="afterGroup">
                            <p:stCondLst>
                              <p:cond delay="5000"/>
                            </p:stCondLst>
                            <p:childTnLst>
                              <p:par>
                                <p:cTn id="65" presetID="22" presetClass="entr" presetSubtype="2" fill="hold" grpId="0" nodeType="afterEffect">
                                  <p:stCondLst>
                                    <p:cond delay="0"/>
                                  </p:stCondLst>
                                  <p:childTnLst>
                                    <p:set>
                                      <p:cBhvr>
                                        <p:cTn id="66" dur="1" fill="hold">
                                          <p:stCondLst>
                                            <p:cond delay="0"/>
                                          </p:stCondLst>
                                        </p:cTn>
                                        <p:tgtEl>
                                          <p:spTgt spid="34"/>
                                        </p:tgtEl>
                                        <p:attrNameLst>
                                          <p:attrName>style.visibility</p:attrName>
                                        </p:attrNameLst>
                                      </p:cBhvr>
                                      <p:to>
                                        <p:strVal val="visible"/>
                                      </p:to>
                                    </p:set>
                                    <p:animEffect transition="in" filter="wipe(right)">
                                      <p:cBhvr>
                                        <p:cTn id="67" dur="500"/>
                                        <p:tgtEl>
                                          <p:spTgt spid="34"/>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38"/>
                                        </p:tgtEl>
                                        <p:attrNameLst>
                                          <p:attrName>style.visibility</p:attrName>
                                        </p:attrNameLst>
                                      </p:cBhvr>
                                      <p:to>
                                        <p:strVal val="visible"/>
                                      </p:to>
                                    </p:set>
                                    <p:animEffect transition="in" filter="wipe(left)">
                                      <p:cBhvr>
                                        <p:cTn id="70" dur="500"/>
                                        <p:tgtEl>
                                          <p:spTgt spid="38"/>
                                        </p:tgtEl>
                                      </p:cBhvr>
                                    </p:animEffect>
                                  </p:childTnLst>
                                </p:cTn>
                              </p:par>
                            </p:childTnLst>
                          </p:cTn>
                        </p:par>
                        <p:par>
                          <p:cTn id="71" fill="hold" nodeType="afterGroup">
                            <p:stCondLst>
                              <p:cond delay="5500"/>
                            </p:stCondLst>
                            <p:childTnLst>
                              <p:par>
                                <p:cTn id="72" presetID="22" presetClass="entr" presetSubtype="2" fill="hold" grpId="0" nodeType="afterEffect">
                                  <p:stCondLst>
                                    <p:cond delay="0"/>
                                  </p:stCondLst>
                                  <p:childTnLst>
                                    <p:set>
                                      <p:cBhvr>
                                        <p:cTn id="73" dur="1" fill="hold">
                                          <p:stCondLst>
                                            <p:cond delay="0"/>
                                          </p:stCondLst>
                                        </p:cTn>
                                        <p:tgtEl>
                                          <p:spTgt spid="35"/>
                                        </p:tgtEl>
                                        <p:attrNameLst>
                                          <p:attrName>style.visibility</p:attrName>
                                        </p:attrNameLst>
                                      </p:cBhvr>
                                      <p:to>
                                        <p:strVal val="visible"/>
                                      </p:to>
                                    </p:set>
                                    <p:animEffect transition="in" filter="wipe(right)">
                                      <p:cBhvr>
                                        <p:cTn id="74" dur="500"/>
                                        <p:tgtEl>
                                          <p:spTgt spid="35"/>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39"/>
                                        </p:tgtEl>
                                        <p:attrNameLst>
                                          <p:attrName>style.visibility</p:attrName>
                                        </p:attrNameLst>
                                      </p:cBhvr>
                                      <p:to>
                                        <p:strVal val="visible"/>
                                      </p:to>
                                    </p:set>
                                    <p:animEffect transition="in" filter="wipe(left)">
                                      <p:cBhvr>
                                        <p:cTn id="7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7" grpId="0" animBg="1"/>
      <p:bldP spid="28" grpId="0"/>
      <p:bldP spid="29" grpId="0" animBg="1"/>
      <p:bldP spid="30" grpId="0"/>
      <p:bldP spid="31" grpId="0"/>
      <p:bldP spid="32" grpId="0" animBg="1"/>
      <p:bldP spid="33" grpId="0" animBg="1"/>
      <p:bldP spid="34" grpId="0" animBg="1"/>
      <p:bldP spid="35" grpId="0" animBg="1"/>
      <p:bldP spid="36" grpId="0" animBg="1"/>
      <p:bldP spid="37" grpId="0" animBg="1"/>
      <p:bldP spid="38" grpId="0" animBg="1"/>
      <p:bldP spid="39" grpId="0" animBg="1"/>
      <p:bldP spid="4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占位符 8">
            <a:extLst>
              <a:ext uri="{FF2B5EF4-FFF2-40B4-BE49-F238E27FC236}">
                <a16:creationId xmlns:a16="http://schemas.microsoft.com/office/drawing/2014/main" id="{70385245-B8F8-4332-9210-B7336E42FE47}"/>
              </a:ext>
            </a:extLst>
          </p:cNvPr>
          <p:cNvPicPr>
            <a:picLocks noGrp="1" noChangeAspect="1"/>
          </p:cNvPicPr>
          <p:nvPr>
            <p:ph type="pic" sz="quarter" idx="4294967295"/>
          </p:nvPr>
        </p:nvPicPr>
        <p:blipFill>
          <a:blip r:embed="Rd04100758e86486a">
            <a:extLst>
              <a:ext uri="{28A0092B-C50C-407E-A947-70E740481C1C}">
                <a14:useLocalDpi xmlns:a14="http://schemas.microsoft.com/office/drawing/2010/main" val="0"/>
              </a:ext>
            </a:extLst>
          </a:blip>
          <a:srcRect l="17354" r="17354"/>
          <a:stretch>
            <a:fillRect/>
          </a:stretch>
        </p:blipFill>
        <p:spPr>
          <a:xfrm>
            <a:off x="1415733" y="2045547"/>
            <a:ext cx="2472161" cy="2524184"/>
          </a:xfrm>
          <a:prstGeom prst="rect">
            <a:avLst/>
          </a:prstGeom>
        </p:spPr>
      </p:pic>
      <p:pic>
        <p:nvPicPr>
          <p:cNvPr id="11" name="图片占位符 10">
            <a:extLst>
              <a:ext uri="{FF2B5EF4-FFF2-40B4-BE49-F238E27FC236}">
                <a16:creationId xmlns:a16="http://schemas.microsoft.com/office/drawing/2014/main" id="{DAF32053-014A-488F-AEE6-4B2A804B35E8}"/>
              </a:ext>
            </a:extLst>
          </p:cNvPr>
          <p:cNvPicPr>
            <a:picLocks noGrp="1" noChangeAspect="1"/>
          </p:cNvPicPr>
          <p:nvPr>
            <p:ph type="pic" sz="quarter" idx="4294967295"/>
          </p:nvPr>
        </p:nvPicPr>
        <p:blipFill>
          <a:blip r:embed="R7f014c16f88544de">
            <a:extLst>
              <a:ext uri="{28A0092B-C50C-407E-A947-70E740481C1C}">
                <a14:useLocalDpi xmlns:a14="http://schemas.microsoft.com/office/drawing/2010/main" val="0"/>
              </a:ext>
            </a:extLst>
          </a:blip>
          <a:srcRect l="17354" r="17354"/>
          <a:stretch>
            <a:fillRect/>
          </a:stretch>
        </p:blipFill>
        <p:spPr>
          <a:xfrm>
            <a:off x="4043788" y="2045547"/>
            <a:ext cx="2472161" cy="2524184"/>
          </a:xfrm>
          <a:prstGeom prst="rect">
            <a:avLst/>
          </a:prstGeom>
        </p:spPr>
      </p:pic>
      <p:sp>
        <p:nvSpPr>
          <p:cNvPr id="43" name="TextBox 42">
            <a:extLst>
              <a:ext uri="{FF2B5EF4-FFF2-40B4-BE49-F238E27FC236}">
                <a16:creationId xmlns:a16="http://schemas.microsoft.com/office/drawing/2014/main" id="{3CAD6D5D-2EF5-450B-8570-10C9825DC00F}"/>
              </a:ext>
            </a:extLst>
          </p:cNvPr>
          <p:cNvSpPr txBox="1"/>
          <p:nvPr/>
        </p:nvSpPr>
        <p:spPr>
          <a:xfrm>
            <a:off x="7071361" y="3617249"/>
            <a:ext cx="3183467" cy="492699"/>
          </a:xfrm>
          <a:prstGeom prst="rect">
            <a:avLst/>
          </a:prstGeom>
          <a:noFill/>
        </p:spPr>
        <p:txBody>
          <a:bodyPr wrap="square" lIns="0" tIns="0" rIns="60960" bIns="0" rtlCol="0">
            <a:spAutoFit/>
          </a:bodyPr>
          <a:lstStyle/>
          <a:p>
            <a:pPr marL="0" marR="0" lvl="0" indent="0" algn="l" defTabSz="457200" rtl="0" eaLnBrk="1" fontAlgn="auto" latinLnBrk="0" hangingPunct="1">
              <a:lnSpc>
                <a:spcPct val="150000"/>
              </a:lnSpc>
              <a:spcBef>
                <a:spcPct val="0"/>
              </a:spcBef>
              <a:spcAft>
                <a:spcPct val="0"/>
              </a:spcAft>
              <a:buClrTx/>
              <a:buSzTx/>
              <a:buFontTx/>
              <a:buNone/>
              <a:defRPr/>
            </a:pPr>
            <a:r>
              <a:rPr kumimoji="0" lang="zh-CN" altLang="en-US" sz="1067"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全部施工内容符合设计和规范要求，主体质量较好，受到监理和甲方的好评，达到了预期的质量目标</a:t>
            </a:r>
            <a:endParaRPr kumimoji="0" lang="en-ID" sz="1067"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44" name="TextBox 43">
            <a:extLst>
              <a:ext uri="{FF2B5EF4-FFF2-40B4-BE49-F238E27FC236}">
                <a16:creationId xmlns:a16="http://schemas.microsoft.com/office/drawing/2014/main" id="{E77C46F7-528A-401D-AA6F-F9290503E7CF}"/>
              </a:ext>
            </a:extLst>
          </p:cNvPr>
          <p:cNvSpPr txBox="1"/>
          <p:nvPr/>
        </p:nvSpPr>
        <p:spPr>
          <a:xfrm>
            <a:off x="7071362" y="2957076"/>
            <a:ext cx="2020105" cy="502766"/>
          </a:xfrm>
          <a:prstGeom prst="rect">
            <a:avLst/>
          </a:prstGeom>
          <a:noFill/>
        </p:spPr>
        <p:txBody>
          <a:bodyPr wrap="non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667" b="0" i="0" u="none" strike="noStrike" kern="1200" cap="none" spc="200" normalizeH="0" baseline="0" noProof="0">
                <a:ln>
                  <a:noFill/>
                </a:ln>
                <a:solidFill>
                  <a:srgbClr val="50D890">
                    <a:lumMod val="75000"/>
                  </a:srgb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岗位责任制</a:t>
            </a:r>
            <a:endParaRPr kumimoji="0" lang="en-US" sz="2667" b="0" i="0" u="none" strike="noStrike" kern="1200" cap="none" spc="200" normalizeH="0" baseline="0" noProof="0">
              <a:ln>
                <a:noFill/>
              </a:ln>
              <a:solidFill>
                <a:srgbClr val="50D890">
                  <a:lumMod val="75000"/>
                </a:srgb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45" name="TextBox 44">
            <a:extLst>
              <a:ext uri="{FF2B5EF4-FFF2-40B4-BE49-F238E27FC236}">
                <a16:creationId xmlns:a16="http://schemas.microsoft.com/office/drawing/2014/main" id="{4F743216-D2B5-4D0D-960F-FCC03F434436}"/>
              </a:ext>
            </a:extLst>
          </p:cNvPr>
          <p:cNvSpPr txBox="1"/>
          <p:nvPr/>
        </p:nvSpPr>
        <p:spPr>
          <a:xfrm rot="5400000">
            <a:off x="11030251" y="932287"/>
            <a:ext cx="1620957"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spc="20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文明施工管理措施</a:t>
            </a:r>
            <a:endParaRPr kumimoji="0" lang="en-ID" sz="1200" b="0" i="0" u="none" strike="noStrike" kern="1200" cap="none" spc="20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53" name="TextBox 52">
            <a:extLst>
              <a:ext uri="{FF2B5EF4-FFF2-40B4-BE49-F238E27FC236}">
                <a16:creationId xmlns:a16="http://schemas.microsoft.com/office/drawing/2014/main" id="{F36297E9-7A5B-4AEE-9499-B1954ADB8685}"/>
              </a:ext>
            </a:extLst>
          </p:cNvPr>
          <p:cNvSpPr txBox="1"/>
          <p:nvPr/>
        </p:nvSpPr>
        <p:spPr>
          <a:xfrm>
            <a:off x="2988970" y="1611212"/>
            <a:ext cx="1826141"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1200" b="1" i="0" u="none" strike="noStrike" kern="1200" cap="none" spc="40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文明施工管理措施</a:t>
            </a:r>
            <a:endParaRPr kumimoji="0" lang="en-ID" sz="1200" b="1" i="0" u="none" strike="noStrike" kern="1200" cap="none" spc="40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64" name="Rectangle 63">
            <a:extLst>
              <a:ext uri="{FF2B5EF4-FFF2-40B4-BE49-F238E27FC236}">
                <a16:creationId xmlns:a16="http://schemas.microsoft.com/office/drawing/2014/main" id="{843FE29F-761D-4891-8AEC-1BB08750E78C}"/>
              </a:ext>
            </a:extLst>
          </p:cNvPr>
          <p:cNvSpPr/>
          <p:nvPr/>
        </p:nvSpPr>
        <p:spPr>
          <a:xfrm rot="5400000">
            <a:off x="350211" y="2515213"/>
            <a:ext cx="1589075" cy="1584855"/>
          </a:xfrm>
          <a:prstGeom prst="rect">
            <a:avLst/>
          </a:prstGeom>
          <a:solidFill>
            <a:schemeClr val="bg1"/>
          </a:solidFill>
          <a:ln>
            <a:noFill/>
          </a:ln>
          <a:effectLst>
            <a:outerShdw blurRad="12700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ID"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65" name="TextBox 64">
            <a:extLst>
              <a:ext uri="{FF2B5EF4-FFF2-40B4-BE49-F238E27FC236}">
                <a16:creationId xmlns:a16="http://schemas.microsoft.com/office/drawing/2014/main" id="{672C288E-6223-4D84-9EE9-AE79FC30964F}"/>
              </a:ext>
            </a:extLst>
          </p:cNvPr>
          <p:cNvSpPr txBox="1"/>
          <p:nvPr/>
        </p:nvSpPr>
        <p:spPr>
          <a:xfrm>
            <a:off x="3447773" y="4699740"/>
            <a:ext cx="1213794" cy="235898"/>
          </a:xfrm>
          <a:prstGeom prst="rect">
            <a:avLst/>
          </a:prstGeom>
          <a:noFill/>
        </p:spPr>
        <p:txBody>
          <a:bodyPr wrap="non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933" b="0" i="0" u="none" strike="noStrike" kern="1200" cap="none" spc="400" normalizeH="0" baseline="0" noProof="0">
                <a:ln>
                  <a:noFill/>
                </a:ln>
                <a:solidFill>
                  <a:srgbClr val="000000">
                    <a:lumMod val="50000"/>
                    <a:lumOff val="50000"/>
                  </a:srgb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项目工程特点</a:t>
            </a:r>
            <a:endParaRPr kumimoji="0" lang="en-ID" sz="933" b="0" i="0" u="none" strike="noStrike" kern="1200" cap="none" spc="400" normalizeH="0" baseline="0" noProof="0">
              <a:ln>
                <a:noFill/>
              </a:ln>
              <a:solidFill>
                <a:srgbClr val="000000">
                  <a:lumMod val="50000"/>
                  <a:lumOff val="50000"/>
                </a:srgb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nvGrpSpPr>
          <p:cNvPr id="13" name="组合 12">
            <a:extLst>
              <a:ext uri="{FF2B5EF4-FFF2-40B4-BE49-F238E27FC236}">
                <a16:creationId xmlns:a16="http://schemas.microsoft.com/office/drawing/2014/main" id="{571389FB-5076-49C3-AC5C-60CD602B1889}"/>
              </a:ext>
            </a:extLst>
          </p:cNvPr>
          <p:cNvGrpSpPr/>
          <p:nvPr/>
        </p:nvGrpSpPr>
        <p:grpSpPr>
          <a:xfrm>
            <a:off x="1622707" y="363109"/>
            <a:ext cx="3570339" cy="646331"/>
            <a:chOff x="1622706" y="363107"/>
            <a:chExt cx="3570339" cy="646331"/>
          </a:xfrm>
        </p:grpSpPr>
        <p:sp>
          <p:nvSpPr>
            <p:cNvPr id="17" name="文本框 16">
              <a:extLst>
                <a:ext uri="{FF2B5EF4-FFF2-40B4-BE49-F238E27FC236}">
                  <a16:creationId xmlns:a16="http://schemas.microsoft.com/office/drawing/2014/main" id="{566A679C-80B0-4191-A3D8-2DD2B47D08FF}"/>
                </a:ext>
              </a:extLst>
            </p:cNvPr>
            <p:cNvSpPr txBox="1"/>
            <p:nvPr userDrawn="1"/>
          </p:nvSpPr>
          <p:spPr>
            <a:xfrm>
              <a:off x="1622706" y="363107"/>
              <a:ext cx="357033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工作完成情况</a:t>
              </a:r>
            </a:p>
          </p:txBody>
        </p:sp>
        <p:sp>
          <p:nvSpPr>
            <p:cNvPr id="18" name="文本框 17">
              <a:extLst>
                <a:ext uri="{FF2B5EF4-FFF2-40B4-BE49-F238E27FC236}">
                  <a16:creationId xmlns:a16="http://schemas.microsoft.com/office/drawing/2014/main" id="{71A260C5-BF1E-4863-9803-2F4653A1929B}"/>
                </a:ext>
              </a:extLst>
            </p:cNvPr>
            <p:cNvSpPr txBox="1"/>
            <p:nvPr userDrawn="1"/>
          </p:nvSpPr>
          <p:spPr>
            <a:xfrm>
              <a:off x="1622706" y="732439"/>
              <a:ext cx="357033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Use "Title Only" Layout</a:t>
              </a:r>
              <a:endParaRPr kumimoji="0" lang="zh-CN" altLang="en-US"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spTree>
    <p:extLst>
      <p:ext uri="{BB962C8B-B14F-4D97-AF65-F5344CB8AC3E}">
        <p14:creationId xmlns:p14="http://schemas.microsoft.com/office/powerpoint/2010/main" val="3551137108"/>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p15="http://schemas.microsoft.com/office/powerpoint/2012/main" xmlns:a14="http://schemas.microsoft.com/office/drawing/2010/main" xmlns:a16="http://schemas.microsoft.com/office/drawing/2014/main"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500"/>
                                        <p:tgtEl>
                                          <p:spTgt spid="43"/>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wipe(left)">
                                      <p:cBhvr>
                                        <p:cTn id="11" dur="500"/>
                                        <p:tgtEl>
                                          <p:spTgt spid="44"/>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wipe(left)">
                                      <p:cBhvr>
                                        <p:cTn id="15" dur="500"/>
                                        <p:tgtEl>
                                          <p:spTgt spid="53"/>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5"/>
                                        </p:tgtEl>
                                        <p:attrNameLst>
                                          <p:attrName>style.visibility</p:attrName>
                                        </p:attrNameLst>
                                      </p:cBhvr>
                                      <p:to>
                                        <p:strVal val="visible"/>
                                      </p:to>
                                    </p:set>
                                    <p:animEffect transition="in" filter="wipe(left)">
                                      <p:cBhvr>
                                        <p:cTn id="19" dur="500"/>
                                        <p:tgtEl>
                                          <p:spTgt spid="65"/>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4"/>
                                        </p:tgtEl>
                                        <p:attrNameLst>
                                          <p:attrName>style.visibility</p:attrName>
                                        </p:attrNameLst>
                                      </p:cBhvr>
                                      <p:to>
                                        <p:strVal val="visible"/>
                                      </p:to>
                                    </p:set>
                                    <p:animEffect transition="in" filter="wipe(left)">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53" grpId="0"/>
      <p:bldP spid="64" grpId="0" animBg="1"/>
      <p:bldP spid="6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a:extLst>
              <a:ext uri="{FF2B5EF4-FFF2-40B4-BE49-F238E27FC236}">
                <a16:creationId xmlns:a16="http://schemas.microsoft.com/office/drawing/2014/main" id="{3313FB85-D9EC-45F1-9B97-E3F32C9404FE}"/>
              </a:ext>
            </a:extLst>
          </p:cNvPr>
          <p:cNvGrpSpPr/>
          <p:nvPr/>
        </p:nvGrpSpPr>
        <p:grpSpPr>
          <a:xfrm>
            <a:off x="1622707" y="363109"/>
            <a:ext cx="3570339" cy="646331"/>
            <a:chOff x="1622706" y="363107"/>
            <a:chExt cx="3570339" cy="646331"/>
          </a:xfrm>
        </p:grpSpPr>
        <p:sp>
          <p:nvSpPr>
            <p:cNvPr id="36" name="文本框 35">
              <a:extLst>
                <a:ext uri="{FF2B5EF4-FFF2-40B4-BE49-F238E27FC236}">
                  <a16:creationId xmlns:a16="http://schemas.microsoft.com/office/drawing/2014/main" id="{69C37DF7-A045-4E68-97E9-2C288A2865D2}"/>
                </a:ext>
              </a:extLst>
            </p:cNvPr>
            <p:cNvSpPr txBox="1"/>
            <p:nvPr userDrawn="1"/>
          </p:nvSpPr>
          <p:spPr>
            <a:xfrm>
              <a:off x="1622706" y="363107"/>
              <a:ext cx="357033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工作完成情况</a:t>
              </a:r>
            </a:p>
          </p:txBody>
        </p:sp>
        <p:sp>
          <p:nvSpPr>
            <p:cNvPr id="37" name="文本框 36">
              <a:extLst>
                <a:ext uri="{FF2B5EF4-FFF2-40B4-BE49-F238E27FC236}">
                  <a16:creationId xmlns:a16="http://schemas.microsoft.com/office/drawing/2014/main" id="{55E76300-5A64-4A4F-B981-A4ED9739C4FD}"/>
                </a:ext>
              </a:extLst>
            </p:cNvPr>
            <p:cNvSpPr txBox="1"/>
            <p:nvPr userDrawn="1"/>
          </p:nvSpPr>
          <p:spPr>
            <a:xfrm>
              <a:off x="1622706" y="732439"/>
              <a:ext cx="357033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Use "Title Only" Layout</a:t>
              </a:r>
              <a:endParaRPr kumimoji="0" lang="zh-CN" altLang="en-US"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grpSp>
        <p:nvGrpSpPr>
          <p:cNvPr id="38" name="品派设计">
            <a:extLst>
              <a:ext uri="{FF2B5EF4-FFF2-40B4-BE49-F238E27FC236}">
                <a16:creationId xmlns:a16="http://schemas.microsoft.com/office/drawing/2014/main" id="{F9436083-61C6-43ED-AD3F-A11A74A4E99C}"/>
              </a:ext>
            </a:extLst>
          </p:cNvPr>
          <p:cNvGrpSpPr/>
          <p:nvPr/>
        </p:nvGrpSpPr>
        <p:grpSpPr>
          <a:xfrm>
            <a:off x="1016002" y="1845945"/>
            <a:ext cx="10153015" cy="3505200"/>
            <a:chOff x="1600" y="2907"/>
            <a:chExt cx="15989" cy="5520"/>
          </a:xfrm>
        </p:grpSpPr>
        <p:sp>
          <p:nvSpPr>
            <p:cNvPr id="39" name="椭圆 38">
              <a:extLst>
                <a:ext uri="{FF2B5EF4-FFF2-40B4-BE49-F238E27FC236}">
                  <a16:creationId xmlns:a16="http://schemas.microsoft.com/office/drawing/2014/main" id="{B7947F3F-11D7-41BA-B6D5-744E2E989128}"/>
                </a:ext>
              </a:extLst>
            </p:cNvPr>
            <p:cNvSpPr/>
            <p:nvPr/>
          </p:nvSpPr>
          <p:spPr>
            <a:xfrm>
              <a:off x="8941" y="2907"/>
              <a:ext cx="1319" cy="1319"/>
            </a:xfrm>
            <a:prstGeom prst="ellipse">
              <a:avLst/>
            </a:prstGeom>
            <a:solidFill>
              <a:srgbClr val="28B56A"/>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0" name="Freeform 387">
              <a:extLst>
                <a:ext uri="{FF2B5EF4-FFF2-40B4-BE49-F238E27FC236}">
                  <a16:creationId xmlns:a16="http://schemas.microsoft.com/office/drawing/2014/main" id="{95936E3E-BCE2-4094-9F63-827AEDC0FF5D}"/>
                </a:ext>
              </a:extLst>
            </p:cNvPr>
            <p:cNvSpPr>
              <a:spLocks noEditPoints="1"/>
            </p:cNvSpPr>
            <p:nvPr/>
          </p:nvSpPr>
          <p:spPr bwMode="auto">
            <a:xfrm>
              <a:off x="9344" y="3239"/>
              <a:ext cx="558" cy="655"/>
            </a:xfrm>
            <a:custGeom>
              <a:avLst/>
              <a:gdLst/>
              <a:ahLst/>
              <a:cxnLst>
                <a:cxn ang="0">
                  <a:pos x="88900" y="107950"/>
                </a:cxn>
                <a:cxn ang="0">
                  <a:pos x="44450" y="107950"/>
                </a:cxn>
                <a:cxn ang="0">
                  <a:pos x="31750" y="111125"/>
                </a:cxn>
                <a:cxn ang="0">
                  <a:pos x="12700" y="139700"/>
                </a:cxn>
                <a:cxn ang="0">
                  <a:pos x="12700" y="146050"/>
                </a:cxn>
                <a:cxn ang="0">
                  <a:pos x="120650" y="146050"/>
                </a:cxn>
                <a:cxn ang="0">
                  <a:pos x="120650" y="139700"/>
                </a:cxn>
                <a:cxn ang="0">
                  <a:pos x="104775" y="114300"/>
                </a:cxn>
                <a:cxn ang="0">
                  <a:pos x="101600" y="111125"/>
                </a:cxn>
                <a:cxn ang="0">
                  <a:pos x="95250" y="107950"/>
                </a:cxn>
                <a:cxn ang="0">
                  <a:pos x="88900" y="107950"/>
                </a:cxn>
                <a:cxn ang="0">
                  <a:pos x="92075" y="95250"/>
                </a:cxn>
                <a:cxn ang="0">
                  <a:pos x="92075" y="95250"/>
                </a:cxn>
                <a:cxn ang="0">
                  <a:pos x="98425" y="95250"/>
                </a:cxn>
                <a:cxn ang="0">
                  <a:pos x="104775" y="98425"/>
                </a:cxn>
                <a:cxn ang="0">
                  <a:pos x="133350" y="139700"/>
                </a:cxn>
                <a:cxn ang="0">
                  <a:pos x="133350" y="149225"/>
                </a:cxn>
                <a:cxn ang="0">
                  <a:pos x="127000" y="155575"/>
                </a:cxn>
                <a:cxn ang="0">
                  <a:pos x="127000" y="155575"/>
                </a:cxn>
                <a:cxn ang="0">
                  <a:pos x="6350" y="155575"/>
                </a:cxn>
                <a:cxn ang="0">
                  <a:pos x="0" y="149225"/>
                </a:cxn>
                <a:cxn ang="0">
                  <a:pos x="0" y="149225"/>
                </a:cxn>
                <a:cxn ang="0">
                  <a:pos x="0" y="139700"/>
                </a:cxn>
                <a:cxn ang="0">
                  <a:pos x="25400" y="98425"/>
                </a:cxn>
                <a:cxn ang="0">
                  <a:pos x="38100" y="95250"/>
                </a:cxn>
                <a:cxn ang="0">
                  <a:pos x="12700" y="50800"/>
                </a:cxn>
                <a:cxn ang="0">
                  <a:pos x="66675" y="0"/>
                </a:cxn>
                <a:cxn ang="0">
                  <a:pos x="117475" y="50800"/>
                </a:cxn>
                <a:cxn ang="0">
                  <a:pos x="92075" y="95250"/>
                </a:cxn>
                <a:cxn ang="0">
                  <a:pos x="66675" y="9525"/>
                </a:cxn>
                <a:cxn ang="0">
                  <a:pos x="66675" y="9525"/>
                </a:cxn>
                <a:cxn ang="0">
                  <a:pos x="28575" y="34925"/>
                </a:cxn>
                <a:cxn ang="0">
                  <a:pos x="25400" y="50800"/>
                </a:cxn>
                <a:cxn ang="0">
                  <a:pos x="50800" y="88900"/>
                </a:cxn>
                <a:cxn ang="0">
                  <a:pos x="82550" y="88900"/>
                </a:cxn>
                <a:cxn ang="0">
                  <a:pos x="104775" y="50800"/>
                </a:cxn>
                <a:cxn ang="0">
                  <a:pos x="66675" y="9525"/>
                </a:cxn>
              </a:cxnLst>
              <a:rect l="0" t="0" r="0" b="0"/>
              <a:pathLst>
                <a:path w="42" h="49">
                  <a:moveTo>
                    <a:pt x="28" y="34"/>
                  </a:moveTo>
                  <a:cubicBezTo>
                    <a:pt x="14" y="34"/>
                    <a:pt x="14" y="34"/>
                    <a:pt x="14" y="34"/>
                  </a:cubicBezTo>
                  <a:cubicBezTo>
                    <a:pt x="12" y="34"/>
                    <a:pt x="11" y="34"/>
                    <a:pt x="10" y="35"/>
                  </a:cubicBezTo>
                  <a:cubicBezTo>
                    <a:pt x="6" y="36"/>
                    <a:pt x="4" y="40"/>
                    <a:pt x="4" y="44"/>
                  </a:cubicBezTo>
                  <a:cubicBezTo>
                    <a:pt x="4" y="46"/>
                    <a:pt x="4" y="46"/>
                    <a:pt x="4" y="46"/>
                  </a:cubicBezTo>
                  <a:cubicBezTo>
                    <a:pt x="38" y="46"/>
                    <a:pt x="38" y="46"/>
                    <a:pt x="38" y="46"/>
                  </a:cubicBezTo>
                  <a:cubicBezTo>
                    <a:pt x="38" y="44"/>
                    <a:pt x="38" y="44"/>
                    <a:pt x="38" y="44"/>
                  </a:cubicBezTo>
                  <a:cubicBezTo>
                    <a:pt x="38" y="41"/>
                    <a:pt x="36" y="37"/>
                    <a:pt x="33" y="36"/>
                  </a:cubicBezTo>
                  <a:cubicBezTo>
                    <a:pt x="33" y="35"/>
                    <a:pt x="32" y="35"/>
                    <a:pt x="32" y="35"/>
                  </a:cubicBezTo>
                  <a:cubicBezTo>
                    <a:pt x="31" y="34"/>
                    <a:pt x="31" y="34"/>
                    <a:pt x="30" y="34"/>
                  </a:cubicBezTo>
                  <a:cubicBezTo>
                    <a:pt x="29" y="34"/>
                    <a:pt x="29" y="34"/>
                    <a:pt x="28" y="34"/>
                  </a:cubicBezTo>
                  <a:close/>
                  <a:moveTo>
                    <a:pt x="29" y="30"/>
                  </a:moveTo>
                  <a:cubicBezTo>
                    <a:pt x="29" y="30"/>
                    <a:pt x="29" y="30"/>
                    <a:pt x="29" y="30"/>
                  </a:cubicBezTo>
                  <a:cubicBezTo>
                    <a:pt x="30" y="30"/>
                    <a:pt x="30" y="30"/>
                    <a:pt x="31" y="30"/>
                  </a:cubicBezTo>
                  <a:cubicBezTo>
                    <a:pt x="32" y="31"/>
                    <a:pt x="32" y="31"/>
                    <a:pt x="33" y="31"/>
                  </a:cubicBezTo>
                  <a:cubicBezTo>
                    <a:pt x="38" y="33"/>
                    <a:pt x="42" y="38"/>
                    <a:pt x="42" y="44"/>
                  </a:cubicBezTo>
                  <a:cubicBezTo>
                    <a:pt x="42" y="47"/>
                    <a:pt x="42" y="47"/>
                    <a:pt x="42" y="47"/>
                  </a:cubicBezTo>
                  <a:cubicBezTo>
                    <a:pt x="42" y="48"/>
                    <a:pt x="41" y="49"/>
                    <a:pt x="40" y="49"/>
                  </a:cubicBezTo>
                  <a:cubicBezTo>
                    <a:pt x="40" y="49"/>
                    <a:pt x="40" y="49"/>
                    <a:pt x="40" y="49"/>
                  </a:cubicBezTo>
                  <a:cubicBezTo>
                    <a:pt x="2" y="49"/>
                    <a:pt x="2" y="49"/>
                    <a:pt x="2" y="49"/>
                  </a:cubicBezTo>
                  <a:cubicBezTo>
                    <a:pt x="1" y="49"/>
                    <a:pt x="0" y="48"/>
                    <a:pt x="0" y="47"/>
                  </a:cubicBezTo>
                  <a:cubicBezTo>
                    <a:pt x="0" y="47"/>
                    <a:pt x="0" y="47"/>
                    <a:pt x="0" y="47"/>
                  </a:cubicBezTo>
                  <a:cubicBezTo>
                    <a:pt x="0" y="44"/>
                    <a:pt x="0" y="44"/>
                    <a:pt x="0" y="44"/>
                  </a:cubicBezTo>
                  <a:cubicBezTo>
                    <a:pt x="0" y="38"/>
                    <a:pt x="3" y="33"/>
                    <a:pt x="8" y="31"/>
                  </a:cubicBezTo>
                  <a:cubicBezTo>
                    <a:pt x="10" y="31"/>
                    <a:pt x="11" y="30"/>
                    <a:pt x="12" y="30"/>
                  </a:cubicBezTo>
                  <a:cubicBezTo>
                    <a:pt x="7" y="27"/>
                    <a:pt x="4" y="22"/>
                    <a:pt x="4" y="16"/>
                  </a:cubicBezTo>
                  <a:cubicBezTo>
                    <a:pt x="4" y="7"/>
                    <a:pt x="12" y="0"/>
                    <a:pt x="21" y="0"/>
                  </a:cubicBezTo>
                  <a:cubicBezTo>
                    <a:pt x="30" y="0"/>
                    <a:pt x="37" y="7"/>
                    <a:pt x="37" y="16"/>
                  </a:cubicBezTo>
                  <a:cubicBezTo>
                    <a:pt x="37" y="22"/>
                    <a:pt x="34" y="27"/>
                    <a:pt x="29" y="30"/>
                  </a:cubicBezTo>
                  <a:close/>
                  <a:moveTo>
                    <a:pt x="21" y="3"/>
                  </a:moveTo>
                  <a:cubicBezTo>
                    <a:pt x="21" y="3"/>
                    <a:pt x="21" y="3"/>
                    <a:pt x="21" y="3"/>
                  </a:cubicBezTo>
                  <a:cubicBezTo>
                    <a:pt x="16" y="3"/>
                    <a:pt x="11" y="6"/>
                    <a:pt x="9" y="11"/>
                  </a:cubicBezTo>
                  <a:cubicBezTo>
                    <a:pt x="9" y="13"/>
                    <a:pt x="8" y="14"/>
                    <a:pt x="8" y="16"/>
                  </a:cubicBezTo>
                  <a:cubicBezTo>
                    <a:pt x="8" y="21"/>
                    <a:pt x="11" y="26"/>
                    <a:pt x="16" y="28"/>
                  </a:cubicBezTo>
                  <a:cubicBezTo>
                    <a:pt x="19" y="29"/>
                    <a:pt x="23" y="29"/>
                    <a:pt x="26" y="28"/>
                  </a:cubicBezTo>
                  <a:cubicBezTo>
                    <a:pt x="30" y="26"/>
                    <a:pt x="33" y="21"/>
                    <a:pt x="33" y="16"/>
                  </a:cubicBezTo>
                  <a:cubicBezTo>
                    <a:pt x="33" y="9"/>
                    <a:pt x="28" y="3"/>
                    <a:pt x="21" y="3"/>
                  </a:cubicBezTo>
                  <a:close/>
                </a:path>
              </a:pathLst>
            </a:custGeom>
            <a:solidFill>
              <a:schemeClr val="bg1"/>
            </a:solidFill>
            <a:ln>
              <a:noFill/>
            </a:ln>
            <a:effectLst/>
          </p:spPr>
          <p:txBody>
            <a:bodyPr wrap="square" lIns="19050" tIns="19050" rIns="19050" bIns="19050" anchor="ctr">
              <a:noAutofit/>
            </a:bodyPr>
            <a:lstStyle/>
            <a:p>
              <a:pPr lvl="0" algn="ctr" defTabSz="228600" fontAlgn="base" hangingPunct="0">
                <a:buClrTx/>
                <a:buSzTx/>
                <a:buFontTx/>
                <a:defRPr/>
              </a:pPr>
              <a:endParaRPr lang="en-US" sz="1600" noProof="0">
                <a:ln>
                  <a:noFill/>
                </a:ln>
                <a:solidFill>
                  <a:schemeClr val="tx1">
                    <a:lumMod val="85000"/>
                    <a:lumOff val="15000"/>
                  </a:schemeClr>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nvGrpSpPr>
            <p:cNvPr id="41" name="组合 40">
              <a:extLst>
                <a:ext uri="{FF2B5EF4-FFF2-40B4-BE49-F238E27FC236}">
                  <a16:creationId xmlns:a16="http://schemas.microsoft.com/office/drawing/2014/main" id="{211A2D0F-71C9-4962-8EC5-059817253192}"/>
                </a:ext>
              </a:extLst>
            </p:cNvPr>
            <p:cNvGrpSpPr/>
            <p:nvPr/>
          </p:nvGrpSpPr>
          <p:grpSpPr>
            <a:xfrm>
              <a:off x="1600" y="4226"/>
              <a:ext cx="15989" cy="4201"/>
              <a:chOff x="1073" y="3590"/>
              <a:chExt cx="17057" cy="4482"/>
            </a:xfrm>
          </p:grpSpPr>
          <p:sp>
            <p:nvSpPr>
              <p:cNvPr id="57" name="任意多边形 7">
                <a:extLst>
                  <a:ext uri="{FF2B5EF4-FFF2-40B4-BE49-F238E27FC236}">
                    <a16:creationId xmlns:a16="http://schemas.microsoft.com/office/drawing/2014/main" id="{BFA0CBEE-8049-43B4-AC52-CB142999164F}"/>
                  </a:ext>
                </a:extLst>
              </p:cNvPr>
              <p:cNvSpPr/>
              <p:nvPr/>
            </p:nvSpPr>
            <p:spPr>
              <a:xfrm>
                <a:off x="3521" y="3907"/>
                <a:ext cx="12159" cy="863"/>
              </a:xfrm>
              <a:custGeom>
                <a:avLst/>
                <a:gdLst>
                  <a:gd name="connsiteX0" fmla="*/ 0 w 12568"/>
                  <a:gd name="connsiteY0" fmla="*/ 863 h 863"/>
                  <a:gd name="connsiteX1" fmla="*/ 0 w 12568"/>
                  <a:gd name="connsiteY1" fmla="*/ 288 h 863"/>
                  <a:gd name="connsiteX2" fmla="*/ 288 w 12568"/>
                  <a:gd name="connsiteY2" fmla="*/ 0 h 863"/>
                  <a:gd name="connsiteX3" fmla="*/ 12280 w 12568"/>
                  <a:gd name="connsiteY3" fmla="*/ 0 h 863"/>
                  <a:gd name="connsiteX4" fmla="*/ 12568 w 12568"/>
                  <a:gd name="connsiteY4" fmla="*/ 288 h 863"/>
                  <a:gd name="connsiteX5" fmla="*/ 12568 w 12568"/>
                  <a:gd name="connsiteY5" fmla="*/ 863 h 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68" h="863">
                    <a:moveTo>
                      <a:pt x="0" y="863"/>
                    </a:moveTo>
                    <a:lnTo>
                      <a:pt x="0" y="288"/>
                    </a:lnTo>
                    <a:cubicBezTo>
                      <a:pt x="0" y="129"/>
                      <a:pt x="129" y="0"/>
                      <a:pt x="288" y="0"/>
                    </a:cubicBezTo>
                    <a:lnTo>
                      <a:pt x="12280" y="0"/>
                    </a:lnTo>
                    <a:cubicBezTo>
                      <a:pt x="12439" y="0"/>
                      <a:pt x="12568" y="129"/>
                      <a:pt x="12568" y="288"/>
                    </a:cubicBezTo>
                    <a:lnTo>
                      <a:pt x="12568" y="863"/>
                    </a:lnTo>
                  </a:path>
                </a:pathLst>
              </a:custGeom>
              <a:noFill/>
              <a:ln w="254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cxnSp>
            <p:nvCxnSpPr>
              <p:cNvPr id="58" name="直接连接符 57">
                <a:extLst>
                  <a:ext uri="{FF2B5EF4-FFF2-40B4-BE49-F238E27FC236}">
                    <a16:creationId xmlns:a16="http://schemas.microsoft.com/office/drawing/2014/main" id="{C65AACA3-CEF2-41A1-8E82-49C51D1B5DAB}"/>
                  </a:ext>
                </a:extLst>
              </p:cNvPr>
              <p:cNvCxnSpPr/>
              <p:nvPr/>
            </p:nvCxnSpPr>
            <p:spPr>
              <a:xfrm flipH="1">
                <a:off x="9600" y="3590"/>
                <a:ext cx="0" cy="1180"/>
              </a:xfrm>
              <a:prstGeom prst="line">
                <a:avLst/>
              </a:prstGeom>
              <a:noFill/>
              <a:ln w="254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59" name="圆角矩形 11">
                <a:extLst>
                  <a:ext uri="{FF2B5EF4-FFF2-40B4-BE49-F238E27FC236}">
                    <a16:creationId xmlns:a16="http://schemas.microsoft.com/office/drawing/2014/main" id="{C8EBB416-F716-4DCD-B304-75B991C90C5B}"/>
                  </a:ext>
                </a:extLst>
              </p:cNvPr>
              <p:cNvSpPr/>
              <p:nvPr/>
            </p:nvSpPr>
            <p:spPr>
              <a:xfrm>
                <a:off x="1073" y="4770"/>
                <a:ext cx="4887" cy="3303"/>
              </a:xfrm>
              <a:prstGeom prst="roundRect">
                <a:avLst>
                  <a:gd name="adj" fmla="val 7599"/>
                </a:avLst>
              </a:prstGeom>
              <a:noFill/>
              <a:ln w="254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60" name="圆角矩形 14">
                <a:extLst>
                  <a:ext uri="{FF2B5EF4-FFF2-40B4-BE49-F238E27FC236}">
                    <a16:creationId xmlns:a16="http://schemas.microsoft.com/office/drawing/2014/main" id="{10106584-E4C5-4236-AB8F-D28068619A66}"/>
                  </a:ext>
                </a:extLst>
              </p:cNvPr>
              <p:cNvSpPr/>
              <p:nvPr/>
            </p:nvSpPr>
            <p:spPr>
              <a:xfrm>
                <a:off x="7164" y="4770"/>
                <a:ext cx="4887" cy="3303"/>
              </a:xfrm>
              <a:prstGeom prst="roundRect">
                <a:avLst>
                  <a:gd name="adj" fmla="val 7599"/>
                </a:avLst>
              </a:prstGeom>
              <a:noFill/>
              <a:ln w="254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61" name="圆角矩形 15">
                <a:extLst>
                  <a:ext uri="{FF2B5EF4-FFF2-40B4-BE49-F238E27FC236}">
                    <a16:creationId xmlns:a16="http://schemas.microsoft.com/office/drawing/2014/main" id="{369478B7-DB37-4FE3-9547-96B5063BDE23}"/>
                  </a:ext>
                </a:extLst>
              </p:cNvPr>
              <p:cNvSpPr/>
              <p:nvPr/>
            </p:nvSpPr>
            <p:spPr>
              <a:xfrm>
                <a:off x="13244" y="4770"/>
                <a:ext cx="4887" cy="3303"/>
              </a:xfrm>
              <a:prstGeom prst="roundRect">
                <a:avLst>
                  <a:gd name="adj" fmla="val 7599"/>
                </a:avLst>
              </a:prstGeom>
              <a:noFill/>
              <a:ln w="254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grpSp>
          <p:nvGrpSpPr>
            <p:cNvPr id="42" name="组合 41">
              <a:extLst>
                <a:ext uri="{FF2B5EF4-FFF2-40B4-BE49-F238E27FC236}">
                  <a16:creationId xmlns:a16="http://schemas.microsoft.com/office/drawing/2014/main" id="{C979F49C-47FD-479A-89D6-297AD971A97D}"/>
                </a:ext>
              </a:extLst>
            </p:cNvPr>
            <p:cNvGrpSpPr/>
            <p:nvPr/>
          </p:nvGrpSpPr>
          <p:grpSpPr>
            <a:xfrm>
              <a:off x="14817" y="4933"/>
              <a:ext cx="934" cy="934"/>
              <a:chOff x="14817" y="4933"/>
              <a:chExt cx="934" cy="934"/>
            </a:xfrm>
          </p:grpSpPr>
          <p:sp>
            <p:nvSpPr>
              <p:cNvPr id="55" name="椭圆 54">
                <a:extLst>
                  <a:ext uri="{FF2B5EF4-FFF2-40B4-BE49-F238E27FC236}">
                    <a16:creationId xmlns:a16="http://schemas.microsoft.com/office/drawing/2014/main" id="{0EC9B69F-25C9-47EB-89B8-4412961B3ACA}"/>
                  </a:ext>
                </a:extLst>
              </p:cNvPr>
              <p:cNvSpPr/>
              <p:nvPr/>
            </p:nvSpPr>
            <p:spPr>
              <a:xfrm>
                <a:off x="14817" y="4933"/>
                <a:ext cx="934" cy="934"/>
              </a:xfrm>
              <a:prstGeom prst="ellipse">
                <a:avLst/>
              </a:prstGeom>
              <a:solidFill>
                <a:srgbClr val="50D89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56" name="Freeform 160">
                <a:extLst>
                  <a:ext uri="{FF2B5EF4-FFF2-40B4-BE49-F238E27FC236}">
                    <a16:creationId xmlns:a16="http://schemas.microsoft.com/office/drawing/2014/main" id="{F7B4F711-1ECB-4A04-9347-B9F2F984D051}"/>
                  </a:ext>
                </a:extLst>
              </p:cNvPr>
              <p:cNvSpPr>
                <a:spLocks noEditPoints="1"/>
              </p:cNvSpPr>
              <p:nvPr/>
            </p:nvSpPr>
            <p:spPr bwMode="auto">
              <a:xfrm>
                <a:off x="15038" y="5116"/>
                <a:ext cx="492" cy="569"/>
              </a:xfrm>
              <a:custGeom>
                <a:avLst/>
                <a:gdLst/>
                <a:ahLst/>
                <a:cxnLst>
                  <a:cxn ang="0">
                    <a:pos x="121934" y="104775"/>
                  </a:cxn>
                  <a:cxn ang="0">
                    <a:pos x="141187" y="114300"/>
                  </a:cxn>
                  <a:cxn ang="0">
                    <a:pos x="141187" y="114300"/>
                  </a:cxn>
                  <a:cxn ang="0">
                    <a:pos x="150813" y="133350"/>
                  </a:cxn>
                  <a:cxn ang="0">
                    <a:pos x="121934" y="161925"/>
                  </a:cxn>
                  <a:cxn ang="0">
                    <a:pos x="93055" y="133350"/>
                  </a:cxn>
                  <a:cxn ang="0">
                    <a:pos x="96264" y="123825"/>
                  </a:cxn>
                  <a:cxn ang="0">
                    <a:pos x="67385" y="107950"/>
                  </a:cxn>
                  <a:cxn ang="0">
                    <a:pos x="64176" y="107950"/>
                  </a:cxn>
                  <a:cxn ang="0">
                    <a:pos x="64176" y="107950"/>
                  </a:cxn>
                  <a:cxn ang="0">
                    <a:pos x="38505" y="117475"/>
                  </a:cxn>
                  <a:cxn ang="0">
                    <a:pos x="0" y="82550"/>
                  </a:cxn>
                  <a:cxn ang="0">
                    <a:pos x="38505" y="44450"/>
                  </a:cxn>
                  <a:cxn ang="0">
                    <a:pos x="64176" y="53975"/>
                  </a:cxn>
                  <a:cxn ang="0">
                    <a:pos x="64176" y="53975"/>
                  </a:cxn>
                  <a:cxn ang="0">
                    <a:pos x="64176" y="53975"/>
                  </a:cxn>
                  <a:cxn ang="0">
                    <a:pos x="67385" y="57150"/>
                  </a:cxn>
                  <a:cxn ang="0">
                    <a:pos x="96264" y="38100"/>
                  </a:cxn>
                  <a:cxn ang="0">
                    <a:pos x="93055" y="28575"/>
                  </a:cxn>
                  <a:cxn ang="0">
                    <a:pos x="121934" y="0"/>
                  </a:cxn>
                  <a:cxn ang="0">
                    <a:pos x="150813" y="28575"/>
                  </a:cxn>
                  <a:cxn ang="0">
                    <a:pos x="121934" y="57150"/>
                  </a:cxn>
                  <a:cxn ang="0">
                    <a:pos x="102681" y="47625"/>
                  </a:cxn>
                  <a:cxn ang="0">
                    <a:pos x="102681" y="47625"/>
                  </a:cxn>
                  <a:cxn ang="0">
                    <a:pos x="73802" y="66675"/>
                  </a:cxn>
                  <a:cxn ang="0">
                    <a:pos x="77011" y="82550"/>
                  </a:cxn>
                  <a:cxn ang="0">
                    <a:pos x="73802" y="95250"/>
                  </a:cxn>
                  <a:cxn ang="0">
                    <a:pos x="102681" y="114300"/>
                  </a:cxn>
                  <a:cxn ang="0">
                    <a:pos x="102681" y="114300"/>
                  </a:cxn>
                  <a:cxn ang="0">
                    <a:pos x="102681" y="114300"/>
                  </a:cxn>
                  <a:cxn ang="0">
                    <a:pos x="102681" y="114300"/>
                  </a:cxn>
                  <a:cxn ang="0">
                    <a:pos x="121934" y="104775"/>
                  </a:cxn>
                  <a:cxn ang="0">
                    <a:pos x="134769" y="120650"/>
                  </a:cxn>
                  <a:cxn ang="0">
                    <a:pos x="134769" y="120650"/>
                  </a:cxn>
                  <a:cxn ang="0">
                    <a:pos x="121934" y="117475"/>
                  </a:cxn>
                  <a:cxn ang="0">
                    <a:pos x="112308" y="120650"/>
                  </a:cxn>
                  <a:cxn ang="0">
                    <a:pos x="112308" y="120650"/>
                  </a:cxn>
                  <a:cxn ang="0">
                    <a:pos x="105890" y="133350"/>
                  </a:cxn>
                  <a:cxn ang="0">
                    <a:pos x="121934" y="149225"/>
                  </a:cxn>
                  <a:cxn ang="0">
                    <a:pos x="137978" y="133350"/>
                  </a:cxn>
                  <a:cxn ang="0">
                    <a:pos x="134769" y="120650"/>
                  </a:cxn>
                  <a:cxn ang="0">
                    <a:pos x="134769" y="120650"/>
                  </a:cxn>
                  <a:cxn ang="0">
                    <a:pos x="54549" y="63500"/>
                  </a:cxn>
                  <a:cxn ang="0">
                    <a:pos x="54549" y="63500"/>
                  </a:cxn>
                  <a:cxn ang="0">
                    <a:pos x="38505" y="57150"/>
                  </a:cxn>
                  <a:cxn ang="0">
                    <a:pos x="12835" y="82550"/>
                  </a:cxn>
                  <a:cxn ang="0">
                    <a:pos x="38505" y="107950"/>
                  </a:cxn>
                  <a:cxn ang="0">
                    <a:pos x="54549" y="98425"/>
                  </a:cxn>
                  <a:cxn ang="0">
                    <a:pos x="54549" y="98425"/>
                  </a:cxn>
                  <a:cxn ang="0">
                    <a:pos x="64176" y="82550"/>
                  </a:cxn>
                  <a:cxn ang="0">
                    <a:pos x="54549" y="63500"/>
                  </a:cxn>
                  <a:cxn ang="0">
                    <a:pos x="54549" y="63500"/>
                  </a:cxn>
                  <a:cxn ang="0">
                    <a:pos x="121934" y="12700"/>
                  </a:cxn>
                  <a:cxn ang="0">
                    <a:pos x="121934" y="12700"/>
                  </a:cxn>
                  <a:cxn ang="0">
                    <a:pos x="105890" y="28575"/>
                  </a:cxn>
                  <a:cxn ang="0">
                    <a:pos x="109099" y="38100"/>
                  </a:cxn>
                  <a:cxn ang="0">
                    <a:pos x="109099" y="38100"/>
                  </a:cxn>
                  <a:cxn ang="0">
                    <a:pos x="112308" y="41275"/>
                  </a:cxn>
                  <a:cxn ang="0">
                    <a:pos x="112308" y="41275"/>
                  </a:cxn>
                  <a:cxn ang="0">
                    <a:pos x="121934" y="44450"/>
                  </a:cxn>
                  <a:cxn ang="0">
                    <a:pos x="137978" y="28575"/>
                  </a:cxn>
                  <a:cxn ang="0">
                    <a:pos x="121934" y="12700"/>
                  </a:cxn>
                </a:cxnLst>
                <a:rect l="0" t="0" r="0" b="0"/>
                <a:pathLst>
                  <a:path w="47" h="51">
                    <a:moveTo>
                      <a:pt x="38" y="33"/>
                    </a:moveTo>
                    <a:cubicBezTo>
                      <a:pt x="41" y="33"/>
                      <a:pt x="43" y="34"/>
                      <a:pt x="44" y="36"/>
                    </a:cubicBezTo>
                    <a:cubicBezTo>
                      <a:pt x="44" y="36"/>
                      <a:pt x="44" y="36"/>
                      <a:pt x="44" y="36"/>
                    </a:cubicBezTo>
                    <a:cubicBezTo>
                      <a:pt x="46" y="37"/>
                      <a:pt x="47" y="40"/>
                      <a:pt x="47" y="42"/>
                    </a:cubicBezTo>
                    <a:cubicBezTo>
                      <a:pt x="47" y="47"/>
                      <a:pt x="43" y="51"/>
                      <a:pt x="38" y="51"/>
                    </a:cubicBezTo>
                    <a:cubicBezTo>
                      <a:pt x="33" y="51"/>
                      <a:pt x="29" y="47"/>
                      <a:pt x="29" y="42"/>
                    </a:cubicBezTo>
                    <a:cubicBezTo>
                      <a:pt x="29" y="41"/>
                      <a:pt x="30" y="40"/>
                      <a:pt x="30" y="39"/>
                    </a:cubicBezTo>
                    <a:cubicBezTo>
                      <a:pt x="21" y="34"/>
                      <a:pt x="21" y="34"/>
                      <a:pt x="21" y="34"/>
                    </a:cubicBezTo>
                    <a:cubicBezTo>
                      <a:pt x="21" y="34"/>
                      <a:pt x="20" y="34"/>
                      <a:pt x="20" y="34"/>
                    </a:cubicBezTo>
                    <a:cubicBezTo>
                      <a:pt x="20" y="34"/>
                      <a:pt x="20" y="34"/>
                      <a:pt x="20" y="34"/>
                    </a:cubicBezTo>
                    <a:cubicBezTo>
                      <a:pt x="18" y="36"/>
                      <a:pt x="15" y="37"/>
                      <a:pt x="12" y="37"/>
                    </a:cubicBezTo>
                    <a:cubicBezTo>
                      <a:pt x="5" y="37"/>
                      <a:pt x="0" y="32"/>
                      <a:pt x="0" y="26"/>
                    </a:cubicBezTo>
                    <a:cubicBezTo>
                      <a:pt x="0" y="19"/>
                      <a:pt x="5" y="14"/>
                      <a:pt x="12" y="14"/>
                    </a:cubicBezTo>
                    <a:cubicBezTo>
                      <a:pt x="15" y="14"/>
                      <a:pt x="18" y="15"/>
                      <a:pt x="20" y="17"/>
                    </a:cubicBezTo>
                    <a:cubicBezTo>
                      <a:pt x="20" y="17"/>
                      <a:pt x="20" y="17"/>
                      <a:pt x="20" y="17"/>
                    </a:cubicBezTo>
                    <a:cubicBezTo>
                      <a:pt x="20" y="17"/>
                      <a:pt x="20" y="17"/>
                      <a:pt x="20" y="17"/>
                    </a:cubicBezTo>
                    <a:cubicBezTo>
                      <a:pt x="20" y="17"/>
                      <a:pt x="21" y="17"/>
                      <a:pt x="21" y="18"/>
                    </a:cubicBezTo>
                    <a:cubicBezTo>
                      <a:pt x="30" y="12"/>
                      <a:pt x="30" y="12"/>
                      <a:pt x="30" y="12"/>
                    </a:cubicBezTo>
                    <a:cubicBezTo>
                      <a:pt x="30" y="11"/>
                      <a:pt x="29" y="10"/>
                      <a:pt x="29" y="9"/>
                    </a:cubicBezTo>
                    <a:cubicBezTo>
                      <a:pt x="29" y="4"/>
                      <a:pt x="33" y="0"/>
                      <a:pt x="38" y="0"/>
                    </a:cubicBezTo>
                    <a:cubicBezTo>
                      <a:pt x="43" y="0"/>
                      <a:pt x="47" y="4"/>
                      <a:pt x="47" y="9"/>
                    </a:cubicBezTo>
                    <a:cubicBezTo>
                      <a:pt x="47" y="14"/>
                      <a:pt x="43" y="18"/>
                      <a:pt x="38" y="18"/>
                    </a:cubicBezTo>
                    <a:cubicBezTo>
                      <a:pt x="36" y="18"/>
                      <a:pt x="34" y="17"/>
                      <a:pt x="32" y="15"/>
                    </a:cubicBezTo>
                    <a:cubicBezTo>
                      <a:pt x="32" y="15"/>
                      <a:pt x="32" y="15"/>
                      <a:pt x="32" y="15"/>
                    </a:cubicBezTo>
                    <a:cubicBezTo>
                      <a:pt x="23" y="21"/>
                      <a:pt x="23" y="21"/>
                      <a:pt x="23" y="21"/>
                    </a:cubicBezTo>
                    <a:cubicBezTo>
                      <a:pt x="23" y="22"/>
                      <a:pt x="24" y="24"/>
                      <a:pt x="24" y="26"/>
                    </a:cubicBezTo>
                    <a:cubicBezTo>
                      <a:pt x="24" y="27"/>
                      <a:pt x="23" y="29"/>
                      <a:pt x="23" y="30"/>
                    </a:cubicBezTo>
                    <a:cubicBezTo>
                      <a:pt x="32" y="36"/>
                      <a:pt x="32" y="36"/>
                      <a:pt x="32" y="36"/>
                    </a:cubicBezTo>
                    <a:cubicBezTo>
                      <a:pt x="32" y="36"/>
                      <a:pt x="32" y="36"/>
                      <a:pt x="32" y="36"/>
                    </a:cubicBezTo>
                    <a:cubicBezTo>
                      <a:pt x="32" y="36"/>
                      <a:pt x="32" y="36"/>
                      <a:pt x="32" y="36"/>
                    </a:cubicBezTo>
                    <a:cubicBezTo>
                      <a:pt x="32" y="36"/>
                      <a:pt x="32" y="36"/>
                      <a:pt x="32" y="36"/>
                    </a:cubicBezTo>
                    <a:cubicBezTo>
                      <a:pt x="34" y="34"/>
                      <a:pt x="36" y="33"/>
                      <a:pt x="38" y="33"/>
                    </a:cubicBezTo>
                    <a:close/>
                    <a:moveTo>
                      <a:pt x="42" y="38"/>
                    </a:moveTo>
                    <a:cubicBezTo>
                      <a:pt x="42" y="38"/>
                      <a:pt x="42" y="38"/>
                      <a:pt x="42" y="38"/>
                    </a:cubicBezTo>
                    <a:cubicBezTo>
                      <a:pt x="41" y="38"/>
                      <a:pt x="40" y="37"/>
                      <a:pt x="38" y="37"/>
                    </a:cubicBezTo>
                    <a:cubicBezTo>
                      <a:pt x="37" y="37"/>
                      <a:pt x="36" y="38"/>
                      <a:pt x="35" y="38"/>
                    </a:cubicBezTo>
                    <a:cubicBezTo>
                      <a:pt x="35" y="38"/>
                      <a:pt x="35" y="38"/>
                      <a:pt x="35" y="38"/>
                    </a:cubicBezTo>
                    <a:cubicBezTo>
                      <a:pt x="34" y="39"/>
                      <a:pt x="33" y="41"/>
                      <a:pt x="33" y="42"/>
                    </a:cubicBezTo>
                    <a:cubicBezTo>
                      <a:pt x="33" y="45"/>
                      <a:pt x="36" y="47"/>
                      <a:pt x="38" y="47"/>
                    </a:cubicBezTo>
                    <a:cubicBezTo>
                      <a:pt x="41" y="47"/>
                      <a:pt x="43" y="45"/>
                      <a:pt x="43" y="42"/>
                    </a:cubicBezTo>
                    <a:cubicBezTo>
                      <a:pt x="43" y="41"/>
                      <a:pt x="43" y="39"/>
                      <a:pt x="42" y="38"/>
                    </a:cubicBezTo>
                    <a:cubicBezTo>
                      <a:pt x="42" y="38"/>
                      <a:pt x="42" y="38"/>
                      <a:pt x="42" y="38"/>
                    </a:cubicBezTo>
                    <a:close/>
                    <a:moveTo>
                      <a:pt x="17" y="20"/>
                    </a:moveTo>
                    <a:cubicBezTo>
                      <a:pt x="17" y="20"/>
                      <a:pt x="17" y="20"/>
                      <a:pt x="17" y="20"/>
                    </a:cubicBezTo>
                    <a:cubicBezTo>
                      <a:pt x="16" y="18"/>
                      <a:pt x="14" y="18"/>
                      <a:pt x="12" y="18"/>
                    </a:cubicBezTo>
                    <a:cubicBezTo>
                      <a:pt x="7" y="18"/>
                      <a:pt x="4" y="21"/>
                      <a:pt x="4" y="26"/>
                    </a:cubicBezTo>
                    <a:cubicBezTo>
                      <a:pt x="4" y="30"/>
                      <a:pt x="7" y="34"/>
                      <a:pt x="12" y="34"/>
                    </a:cubicBezTo>
                    <a:cubicBezTo>
                      <a:pt x="14" y="34"/>
                      <a:pt x="16" y="33"/>
                      <a:pt x="17" y="31"/>
                    </a:cubicBezTo>
                    <a:cubicBezTo>
                      <a:pt x="17" y="31"/>
                      <a:pt x="17" y="31"/>
                      <a:pt x="17" y="31"/>
                    </a:cubicBezTo>
                    <a:cubicBezTo>
                      <a:pt x="19" y="30"/>
                      <a:pt x="20" y="28"/>
                      <a:pt x="20" y="26"/>
                    </a:cubicBezTo>
                    <a:cubicBezTo>
                      <a:pt x="20" y="23"/>
                      <a:pt x="19" y="21"/>
                      <a:pt x="17" y="20"/>
                    </a:cubicBezTo>
                    <a:cubicBezTo>
                      <a:pt x="17" y="20"/>
                      <a:pt x="17" y="20"/>
                      <a:pt x="17" y="20"/>
                    </a:cubicBezTo>
                    <a:close/>
                    <a:moveTo>
                      <a:pt x="38" y="4"/>
                    </a:moveTo>
                    <a:cubicBezTo>
                      <a:pt x="38" y="4"/>
                      <a:pt x="38" y="4"/>
                      <a:pt x="38" y="4"/>
                    </a:cubicBezTo>
                    <a:cubicBezTo>
                      <a:pt x="36" y="4"/>
                      <a:pt x="33" y="7"/>
                      <a:pt x="33" y="9"/>
                    </a:cubicBezTo>
                    <a:cubicBezTo>
                      <a:pt x="33" y="10"/>
                      <a:pt x="34" y="11"/>
                      <a:pt x="34" y="12"/>
                    </a:cubicBezTo>
                    <a:cubicBezTo>
                      <a:pt x="34" y="12"/>
                      <a:pt x="34" y="12"/>
                      <a:pt x="34" y="12"/>
                    </a:cubicBezTo>
                    <a:cubicBezTo>
                      <a:pt x="34" y="12"/>
                      <a:pt x="34" y="12"/>
                      <a:pt x="35" y="13"/>
                    </a:cubicBezTo>
                    <a:cubicBezTo>
                      <a:pt x="35" y="13"/>
                      <a:pt x="35" y="13"/>
                      <a:pt x="35" y="13"/>
                    </a:cubicBezTo>
                    <a:cubicBezTo>
                      <a:pt x="36" y="14"/>
                      <a:pt x="37" y="14"/>
                      <a:pt x="38" y="14"/>
                    </a:cubicBezTo>
                    <a:cubicBezTo>
                      <a:pt x="41" y="14"/>
                      <a:pt x="43" y="12"/>
                      <a:pt x="43" y="9"/>
                    </a:cubicBezTo>
                    <a:cubicBezTo>
                      <a:pt x="43" y="7"/>
                      <a:pt x="41" y="4"/>
                      <a:pt x="38" y="4"/>
                    </a:cubicBezTo>
                    <a:close/>
                  </a:path>
                </a:pathLst>
              </a:custGeom>
              <a:solidFill>
                <a:schemeClr val="bg1"/>
              </a:solidFill>
              <a:ln>
                <a:noFill/>
              </a:ln>
              <a:effectLst/>
            </p:spPr>
            <p:txBody>
              <a:bodyPr wrap="square" lIns="19050" tIns="19050" rIns="19050" bIns="19050" anchor="ctr">
                <a:noAutofit/>
              </a:bodyPr>
              <a:lstStyle/>
              <a:p>
                <a:pPr lvl="0" algn="ctr" defTabSz="228600" fontAlgn="base" hangingPunct="0">
                  <a:buClrTx/>
                  <a:buSzTx/>
                  <a:buFontTx/>
                  <a:defRPr/>
                </a:pPr>
                <a:endParaRPr lang="en-US" sz="1600" noProof="0">
                  <a:ln>
                    <a:noFill/>
                  </a:ln>
                  <a:solidFill>
                    <a:schemeClr val="tx1">
                      <a:lumMod val="85000"/>
                      <a:lumOff val="15000"/>
                    </a:schemeClr>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grpSp>
          <p:nvGrpSpPr>
            <p:cNvPr id="43" name="组合 42">
              <a:extLst>
                <a:ext uri="{FF2B5EF4-FFF2-40B4-BE49-F238E27FC236}">
                  <a16:creationId xmlns:a16="http://schemas.microsoft.com/office/drawing/2014/main" id="{4003340E-8154-439D-B1D2-1C225C2CB519}"/>
                </a:ext>
              </a:extLst>
            </p:cNvPr>
            <p:cNvGrpSpPr/>
            <p:nvPr/>
          </p:nvGrpSpPr>
          <p:grpSpPr>
            <a:xfrm>
              <a:off x="9135" y="4933"/>
              <a:ext cx="934" cy="934"/>
              <a:chOff x="9135" y="4933"/>
              <a:chExt cx="934" cy="934"/>
            </a:xfrm>
          </p:grpSpPr>
          <p:sp>
            <p:nvSpPr>
              <p:cNvPr id="53" name="椭圆 52">
                <a:extLst>
                  <a:ext uri="{FF2B5EF4-FFF2-40B4-BE49-F238E27FC236}">
                    <a16:creationId xmlns:a16="http://schemas.microsoft.com/office/drawing/2014/main" id="{41211D86-A02C-4EE7-9EA4-F4094F8AC1B7}"/>
                  </a:ext>
                </a:extLst>
              </p:cNvPr>
              <p:cNvSpPr/>
              <p:nvPr/>
            </p:nvSpPr>
            <p:spPr>
              <a:xfrm>
                <a:off x="9135" y="4933"/>
                <a:ext cx="934" cy="934"/>
              </a:xfrm>
              <a:prstGeom prst="ellipse">
                <a:avLst/>
              </a:prstGeom>
              <a:solidFill>
                <a:srgbClr val="50D89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54" name="Freeform 83">
                <a:extLst>
                  <a:ext uri="{FF2B5EF4-FFF2-40B4-BE49-F238E27FC236}">
                    <a16:creationId xmlns:a16="http://schemas.microsoft.com/office/drawing/2014/main" id="{AF585634-2F8F-405F-99C3-8C08055A49FC}"/>
                  </a:ext>
                </a:extLst>
              </p:cNvPr>
              <p:cNvSpPr>
                <a:spLocks noEditPoints="1"/>
              </p:cNvSpPr>
              <p:nvPr/>
            </p:nvSpPr>
            <p:spPr bwMode="auto">
              <a:xfrm>
                <a:off x="9371" y="5116"/>
                <a:ext cx="492" cy="555"/>
              </a:xfrm>
              <a:custGeom>
                <a:avLst/>
                <a:gdLst/>
                <a:ahLst/>
                <a:cxnLst>
                  <a:cxn ang="0">
                    <a:pos x="79375" y="0"/>
                  </a:cxn>
                  <a:cxn ang="0">
                    <a:pos x="127000" y="22225"/>
                  </a:cxn>
                  <a:cxn ang="0">
                    <a:pos x="136525" y="111125"/>
                  </a:cxn>
                  <a:cxn ang="0">
                    <a:pos x="104775" y="136525"/>
                  </a:cxn>
                  <a:cxn ang="0">
                    <a:pos x="82550" y="158750"/>
                  </a:cxn>
                  <a:cxn ang="0">
                    <a:pos x="73025" y="158750"/>
                  </a:cxn>
                  <a:cxn ang="0">
                    <a:pos x="73025" y="158750"/>
                  </a:cxn>
                  <a:cxn ang="0">
                    <a:pos x="73025" y="158750"/>
                  </a:cxn>
                  <a:cxn ang="0">
                    <a:pos x="50800" y="136525"/>
                  </a:cxn>
                  <a:cxn ang="0">
                    <a:pos x="19050" y="111125"/>
                  </a:cxn>
                  <a:cxn ang="0">
                    <a:pos x="28575" y="22225"/>
                  </a:cxn>
                  <a:cxn ang="0">
                    <a:pos x="79375" y="0"/>
                  </a:cxn>
                  <a:cxn ang="0">
                    <a:pos x="79375" y="34925"/>
                  </a:cxn>
                  <a:cxn ang="0">
                    <a:pos x="79375" y="34925"/>
                  </a:cxn>
                  <a:cxn ang="0">
                    <a:pos x="101600" y="44450"/>
                  </a:cxn>
                  <a:cxn ang="0">
                    <a:pos x="114300" y="69850"/>
                  </a:cxn>
                  <a:cxn ang="0">
                    <a:pos x="101600" y="95250"/>
                  </a:cxn>
                  <a:cxn ang="0">
                    <a:pos x="79375" y="104775"/>
                  </a:cxn>
                  <a:cxn ang="0">
                    <a:pos x="53975" y="95250"/>
                  </a:cxn>
                  <a:cxn ang="0">
                    <a:pos x="41275" y="69850"/>
                  </a:cxn>
                  <a:cxn ang="0">
                    <a:pos x="53975" y="44450"/>
                  </a:cxn>
                  <a:cxn ang="0">
                    <a:pos x="79375" y="34925"/>
                  </a:cxn>
                  <a:cxn ang="0">
                    <a:pos x="98425" y="50800"/>
                  </a:cxn>
                  <a:cxn ang="0">
                    <a:pos x="98425" y="50800"/>
                  </a:cxn>
                  <a:cxn ang="0">
                    <a:pos x="79375" y="41275"/>
                  </a:cxn>
                  <a:cxn ang="0">
                    <a:pos x="57150" y="50800"/>
                  </a:cxn>
                  <a:cxn ang="0">
                    <a:pos x="50800" y="69850"/>
                  </a:cxn>
                  <a:cxn ang="0">
                    <a:pos x="57150" y="88900"/>
                  </a:cxn>
                  <a:cxn ang="0">
                    <a:pos x="79375" y="98425"/>
                  </a:cxn>
                  <a:cxn ang="0">
                    <a:pos x="98425" y="88900"/>
                  </a:cxn>
                  <a:cxn ang="0">
                    <a:pos x="104775" y="69850"/>
                  </a:cxn>
                  <a:cxn ang="0">
                    <a:pos x="98425" y="50800"/>
                  </a:cxn>
                  <a:cxn ang="0">
                    <a:pos x="117475" y="28575"/>
                  </a:cxn>
                  <a:cxn ang="0">
                    <a:pos x="117475" y="28575"/>
                  </a:cxn>
                  <a:cxn ang="0">
                    <a:pos x="79375" y="12700"/>
                  </a:cxn>
                  <a:cxn ang="0">
                    <a:pos x="38100" y="28575"/>
                  </a:cxn>
                  <a:cxn ang="0">
                    <a:pos x="28575" y="104775"/>
                  </a:cxn>
                  <a:cxn ang="0">
                    <a:pos x="57150" y="123825"/>
                  </a:cxn>
                  <a:cxn ang="0">
                    <a:pos x="60325" y="127000"/>
                  </a:cxn>
                  <a:cxn ang="0">
                    <a:pos x="79375" y="146050"/>
                  </a:cxn>
                  <a:cxn ang="0">
                    <a:pos x="95250" y="127000"/>
                  </a:cxn>
                  <a:cxn ang="0">
                    <a:pos x="98425" y="123825"/>
                  </a:cxn>
                  <a:cxn ang="0">
                    <a:pos x="127000" y="104775"/>
                  </a:cxn>
                  <a:cxn ang="0">
                    <a:pos x="117475" y="28575"/>
                  </a:cxn>
                </a:cxnLst>
                <a:rect l="0" t="0" r="0" b="0"/>
                <a:pathLst>
                  <a:path w="49" h="51">
                    <a:moveTo>
                      <a:pt x="25" y="0"/>
                    </a:moveTo>
                    <a:cubicBezTo>
                      <a:pt x="31" y="0"/>
                      <a:pt x="36" y="3"/>
                      <a:pt x="40" y="7"/>
                    </a:cubicBezTo>
                    <a:cubicBezTo>
                      <a:pt x="48" y="14"/>
                      <a:pt x="49" y="26"/>
                      <a:pt x="43" y="35"/>
                    </a:cubicBezTo>
                    <a:cubicBezTo>
                      <a:pt x="40" y="38"/>
                      <a:pt x="37" y="41"/>
                      <a:pt x="33" y="43"/>
                    </a:cubicBezTo>
                    <a:cubicBezTo>
                      <a:pt x="26" y="50"/>
                      <a:pt x="26" y="50"/>
                      <a:pt x="26" y="50"/>
                    </a:cubicBezTo>
                    <a:cubicBezTo>
                      <a:pt x="25" y="51"/>
                      <a:pt x="24" y="51"/>
                      <a:pt x="23" y="50"/>
                    </a:cubicBezTo>
                    <a:cubicBezTo>
                      <a:pt x="23" y="50"/>
                      <a:pt x="23" y="50"/>
                      <a:pt x="23" y="50"/>
                    </a:cubicBezTo>
                    <a:cubicBezTo>
                      <a:pt x="23" y="50"/>
                      <a:pt x="23" y="50"/>
                      <a:pt x="23" y="50"/>
                    </a:cubicBezTo>
                    <a:cubicBezTo>
                      <a:pt x="16" y="43"/>
                      <a:pt x="16" y="43"/>
                      <a:pt x="16" y="43"/>
                    </a:cubicBezTo>
                    <a:cubicBezTo>
                      <a:pt x="12" y="41"/>
                      <a:pt x="9" y="38"/>
                      <a:pt x="6" y="35"/>
                    </a:cubicBezTo>
                    <a:cubicBezTo>
                      <a:pt x="0" y="26"/>
                      <a:pt x="1" y="14"/>
                      <a:pt x="9" y="7"/>
                    </a:cubicBezTo>
                    <a:cubicBezTo>
                      <a:pt x="13" y="3"/>
                      <a:pt x="18" y="0"/>
                      <a:pt x="25" y="0"/>
                    </a:cubicBezTo>
                    <a:close/>
                    <a:moveTo>
                      <a:pt x="25" y="11"/>
                    </a:moveTo>
                    <a:cubicBezTo>
                      <a:pt x="25" y="11"/>
                      <a:pt x="25" y="11"/>
                      <a:pt x="25" y="11"/>
                    </a:cubicBezTo>
                    <a:cubicBezTo>
                      <a:pt x="28" y="11"/>
                      <a:pt x="30" y="12"/>
                      <a:pt x="32" y="14"/>
                    </a:cubicBezTo>
                    <a:cubicBezTo>
                      <a:pt x="34" y="16"/>
                      <a:pt x="36" y="19"/>
                      <a:pt x="36" y="22"/>
                    </a:cubicBezTo>
                    <a:cubicBezTo>
                      <a:pt x="36" y="25"/>
                      <a:pt x="34" y="28"/>
                      <a:pt x="32" y="30"/>
                    </a:cubicBezTo>
                    <a:cubicBezTo>
                      <a:pt x="30" y="32"/>
                      <a:pt x="28" y="33"/>
                      <a:pt x="25" y="33"/>
                    </a:cubicBezTo>
                    <a:cubicBezTo>
                      <a:pt x="21" y="33"/>
                      <a:pt x="19" y="32"/>
                      <a:pt x="17" y="30"/>
                    </a:cubicBezTo>
                    <a:cubicBezTo>
                      <a:pt x="15" y="28"/>
                      <a:pt x="13" y="25"/>
                      <a:pt x="13" y="22"/>
                    </a:cubicBezTo>
                    <a:cubicBezTo>
                      <a:pt x="13" y="19"/>
                      <a:pt x="15" y="16"/>
                      <a:pt x="17" y="14"/>
                    </a:cubicBezTo>
                    <a:cubicBezTo>
                      <a:pt x="19" y="12"/>
                      <a:pt x="21" y="11"/>
                      <a:pt x="25" y="11"/>
                    </a:cubicBezTo>
                    <a:close/>
                    <a:moveTo>
                      <a:pt x="31" y="16"/>
                    </a:moveTo>
                    <a:cubicBezTo>
                      <a:pt x="31" y="16"/>
                      <a:pt x="31" y="16"/>
                      <a:pt x="31" y="16"/>
                    </a:cubicBezTo>
                    <a:cubicBezTo>
                      <a:pt x="29" y="14"/>
                      <a:pt x="27" y="13"/>
                      <a:pt x="25" y="13"/>
                    </a:cubicBezTo>
                    <a:cubicBezTo>
                      <a:pt x="22" y="13"/>
                      <a:pt x="20" y="14"/>
                      <a:pt x="18" y="16"/>
                    </a:cubicBezTo>
                    <a:cubicBezTo>
                      <a:pt x="17" y="18"/>
                      <a:pt x="16" y="20"/>
                      <a:pt x="16" y="22"/>
                    </a:cubicBezTo>
                    <a:cubicBezTo>
                      <a:pt x="16" y="25"/>
                      <a:pt x="17" y="27"/>
                      <a:pt x="18" y="28"/>
                    </a:cubicBezTo>
                    <a:cubicBezTo>
                      <a:pt x="20" y="30"/>
                      <a:pt x="22" y="31"/>
                      <a:pt x="25" y="31"/>
                    </a:cubicBezTo>
                    <a:cubicBezTo>
                      <a:pt x="27" y="31"/>
                      <a:pt x="29" y="30"/>
                      <a:pt x="31" y="28"/>
                    </a:cubicBezTo>
                    <a:cubicBezTo>
                      <a:pt x="32" y="27"/>
                      <a:pt x="33" y="25"/>
                      <a:pt x="33" y="22"/>
                    </a:cubicBezTo>
                    <a:cubicBezTo>
                      <a:pt x="33" y="20"/>
                      <a:pt x="32" y="18"/>
                      <a:pt x="31" y="16"/>
                    </a:cubicBezTo>
                    <a:close/>
                    <a:moveTo>
                      <a:pt x="37" y="9"/>
                    </a:moveTo>
                    <a:cubicBezTo>
                      <a:pt x="37" y="9"/>
                      <a:pt x="37" y="9"/>
                      <a:pt x="37" y="9"/>
                    </a:cubicBezTo>
                    <a:cubicBezTo>
                      <a:pt x="34" y="6"/>
                      <a:pt x="30" y="4"/>
                      <a:pt x="25" y="4"/>
                    </a:cubicBezTo>
                    <a:cubicBezTo>
                      <a:pt x="19" y="4"/>
                      <a:pt x="15" y="6"/>
                      <a:pt x="12" y="9"/>
                    </a:cubicBezTo>
                    <a:cubicBezTo>
                      <a:pt x="5" y="16"/>
                      <a:pt x="5" y="25"/>
                      <a:pt x="9" y="33"/>
                    </a:cubicBezTo>
                    <a:cubicBezTo>
                      <a:pt x="12" y="36"/>
                      <a:pt x="14" y="38"/>
                      <a:pt x="18" y="39"/>
                    </a:cubicBezTo>
                    <a:cubicBezTo>
                      <a:pt x="18" y="39"/>
                      <a:pt x="18" y="39"/>
                      <a:pt x="19" y="40"/>
                    </a:cubicBezTo>
                    <a:cubicBezTo>
                      <a:pt x="25" y="46"/>
                      <a:pt x="25" y="46"/>
                      <a:pt x="25" y="46"/>
                    </a:cubicBezTo>
                    <a:cubicBezTo>
                      <a:pt x="30" y="40"/>
                      <a:pt x="30" y="40"/>
                      <a:pt x="30" y="40"/>
                    </a:cubicBezTo>
                    <a:cubicBezTo>
                      <a:pt x="31" y="39"/>
                      <a:pt x="31" y="39"/>
                      <a:pt x="31" y="39"/>
                    </a:cubicBezTo>
                    <a:cubicBezTo>
                      <a:pt x="35" y="38"/>
                      <a:pt x="37" y="36"/>
                      <a:pt x="40" y="33"/>
                    </a:cubicBezTo>
                    <a:cubicBezTo>
                      <a:pt x="44" y="25"/>
                      <a:pt x="44" y="16"/>
                      <a:pt x="37" y="9"/>
                    </a:cubicBezTo>
                    <a:close/>
                  </a:path>
                </a:pathLst>
              </a:custGeom>
              <a:solidFill>
                <a:schemeClr val="bg1"/>
              </a:solidFill>
              <a:ln>
                <a:noFill/>
              </a:ln>
              <a:effectLst/>
            </p:spPr>
            <p:txBody>
              <a:bodyPr wrap="square" lIns="19050" tIns="19050" rIns="19050" bIns="19050" anchor="ctr">
                <a:noAutofit/>
              </a:bodyPr>
              <a:lstStyle/>
              <a:p>
                <a:pPr lvl="0" algn="ctr" defTabSz="228600" fontAlgn="base" hangingPunct="0">
                  <a:buClrTx/>
                  <a:buSzTx/>
                  <a:buFontTx/>
                  <a:defRPr/>
                </a:pPr>
                <a:endParaRPr lang="en-US" sz="1600" noProof="0">
                  <a:ln>
                    <a:noFill/>
                  </a:ln>
                  <a:solidFill>
                    <a:schemeClr val="tx1">
                      <a:lumMod val="85000"/>
                      <a:lumOff val="15000"/>
                    </a:schemeClr>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grpSp>
          <p:nvGrpSpPr>
            <p:cNvPr id="44" name="组合 43">
              <a:extLst>
                <a:ext uri="{FF2B5EF4-FFF2-40B4-BE49-F238E27FC236}">
                  <a16:creationId xmlns:a16="http://schemas.microsoft.com/office/drawing/2014/main" id="{C3CE3371-6873-41CB-9E21-CCFFA99E1A88}"/>
                </a:ext>
              </a:extLst>
            </p:cNvPr>
            <p:cNvGrpSpPr/>
            <p:nvPr/>
          </p:nvGrpSpPr>
          <p:grpSpPr>
            <a:xfrm>
              <a:off x="3430" y="4933"/>
              <a:ext cx="934" cy="934"/>
              <a:chOff x="3430" y="4933"/>
              <a:chExt cx="934" cy="934"/>
            </a:xfrm>
          </p:grpSpPr>
          <p:sp>
            <p:nvSpPr>
              <p:cNvPr id="51" name="椭圆 50">
                <a:extLst>
                  <a:ext uri="{FF2B5EF4-FFF2-40B4-BE49-F238E27FC236}">
                    <a16:creationId xmlns:a16="http://schemas.microsoft.com/office/drawing/2014/main" id="{713257AC-42C3-42A0-A626-8A1A694723FC}"/>
                  </a:ext>
                </a:extLst>
              </p:cNvPr>
              <p:cNvSpPr/>
              <p:nvPr/>
            </p:nvSpPr>
            <p:spPr>
              <a:xfrm>
                <a:off x="3430" y="4933"/>
                <a:ext cx="934" cy="934"/>
              </a:xfrm>
              <a:prstGeom prst="ellipse">
                <a:avLst/>
              </a:prstGeom>
              <a:solidFill>
                <a:srgbClr val="50D89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52" name="Freeform 17">
                <a:extLst>
                  <a:ext uri="{FF2B5EF4-FFF2-40B4-BE49-F238E27FC236}">
                    <a16:creationId xmlns:a16="http://schemas.microsoft.com/office/drawing/2014/main" id="{86D6015C-A4FC-46F5-A6BB-D5EAEB599739}"/>
                  </a:ext>
                </a:extLst>
              </p:cNvPr>
              <p:cNvSpPr>
                <a:spLocks noEditPoints="1"/>
              </p:cNvSpPr>
              <p:nvPr/>
            </p:nvSpPr>
            <p:spPr bwMode="auto">
              <a:xfrm>
                <a:off x="3611" y="5116"/>
                <a:ext cx="570" cy="526"/>
              </a:xfrm>
              <a:custGeom>
                <a:avLst/>
                <a:gdLst>
                  <a:gd name="T0" fmla="*/ 1120 w 2069"/>
                  <a:gd name="T1" fmla="*/ 0 h 1899"/>
                  <a:gd name="T2" fmla="*/ 189 w 2069"/>
                  <a:gd name="T3" fmla="*/ 777 h 1899"/>
                  <a:gd name="T4" fmla="*/ 0 w 2069"/>
                  <a:gd name="T5" fmla="*/ 777 h 1899"/>
                  <a:gd name="T6" fmla="*/ 259 w 2069"/>
                  <a:gd name="T7" fmla="*/ 1122 h 1899"/>
                  <a:gd name="T8" fmla="*/ 517 w 2069"/>
                  <a:gd name="T9" fmla="*/ 777 h 1899"/>
                  <a:gd name="T10" fmla="*/ 362 w 2069"/>
                  <a:gd name="T11" fmla="*/ 777 h 1899"/>
                  <a:gd name="T12" fmla="*/ 1120 w 2069"/>
                  <a:gd name="T13" fmla="*/ 173 h 1899"/>
                  <a:gd name="T14" fmla="*/ 1896 w 2069"/>
                  <a:gd name="T15" fmla="*/ 950 h 1899"/>
                  <a:gd name="T16" fmla="*/ 1120 w 2069"/>
                  <a:gd name="T17" fmla="*/ 1727 h 1899"/>
                  <a:gd name="T18" fmla="*/ 477 w 2069"/>
                  <a:gd name="T19" fmla="*/ 1381 h 1899"/>
                  <a:gd name="T20" fmla="*/ 276 w 2069"/>
                  <a:gd name="T21" fmla="*/ 1381 h 1899"/>
                  <a:gd name="T22" fmla="*/ 1120 w 2069"/>
                  <a:gd name="T23" fmla="*/ 1899 h 1899"/>
                  <a:gd name="T24" fmla="*/ 2069 w 2069"/>
                  <a:gd name="T25" fmla="*/ 950 h 1899"/>
                  <a:gd name="T26" fmla="*/ 1120 w 2069"/>
                  <a:gd name="T27" fmla="*/ 0 h 1899"/>
                  <a:gd name="T28" fmla="*/ 1080 w 2069"/>
                  <a:gd name="T29" fmla="*/ 345 h 1899"/>
                  <a:gd name="T30" fmla="*/ 1080 w 2069"/>
                  <a:gd name="T31" fmla="*/ 978 h 1899"/>
                  <a:gd name="T32" fmla="*/ 1528 w 2069"/>
                  <a:gd name="T33" fmla="*/ 1243 h 1899"/>
                  <a:gd name="T34" fmla="*/ 1569 w 2069"/>
                  <a:gd name="T35" fmla="*/ 1168 h 1899"/>
                  <a:gd name="T36" fmla="*/ 1166 w 2069"/>
                  <a:gd name="T37" fmla="*/ 926 h 1899"/>
                  <a:gd name="T38" fmla="*/ 1166 w 2069"/>
                  <a:gd name="T39" fmla="*/ 345 h 1899"/>
                  <a:gd name="T40" fmla="*/ 1080 w 2069"/>
                  <a:gd name="T41" fmla="*/ 345 h 1899"/>
                  <a:gd name="T42" fmla="*/ 1080 w 2069"/>
                  <a:gd name="T43" fmla="*/ 345 h 1899"/>
                  <a:gd name="T44" fmla="*/ 1080 w 2069"/>
                  <a:gd name="T45" fmla="*/ 345 h 18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69" h="1899">
                    <a:moveTo>
                      <a:pt x="1120" y="0"/>
                    </a:moveTo>
                    <a:cubicBezTo>
                      <a:pt x="655" y="0"/>
                      <a:pt x="270" y="334"/>
                      <a:pt x="189" y="777"/>
                    </a:cubicBezTo>
                    <a:cubicBezTo>
                      <a:pt x="0" y="777"/>
                      <a:pt x="0" y="777"/>
                      <a:pt x="0" y="777"/>
                    </a:cubicBezTo>
                    <a:cubicBezTo>
                      <a:pt x="259" y="1122"/>
                      <a:pt x="259" y="1122"/>
                      <a:pt x="259" y="1122"/>
                    </a:cubicBezTo>
                    <a:cubicBezTo>
                      <a:pt x="517" y="777"/>
                      <a:pt x="517" y="777"/>
                      <a:pt x="517" y="777"/>
                    </a:cubicBezTo>
                    <a:cubicBezTo>
                      <a:pt x="362" y="777"/>
                      <a:pt x="362" y="777"/>
                      <a:pt x="362" y="777"/>
                    </a:cubicBezTo>
                    <a:cubicBezTo>
                      <a:pt x="442" y="432"/>
                      <a:pt x="747" y="173"/>
                      <a:pt x="1120" y="173"/>
                    </a:cubicBezTo>
                    <a:cubicBezTo>
                      <a:pt x="1552" y="173"/>
                      <a:pt x="1896" y="518"/>
                      <a:pt x="1896" y="950"/>
                    </a:cubicBezTo>
                    <a:cubicBezTo>
                      <a:pt x="1896" y="1381"/>
                      <a:pt x="1552" y="1727"/>
                      <a:pt x="1120" y="1727"/>
                    </a:cubicBezTo>
                    <a:cubicBezTo>
                      <a:pt x="850" y="1727"/>
                      <a:pt x="615" y="1588"/>
                      <a:pt x="477" y="1381"/>
                    </a:cubicBezTo>
                    <a:cubicBezTo>
                      <a:pt x="276" y="1381"/>
                      <a:pt x="276" y="1381"/>
                      <a:pt x="276" y="1381"/>
                    </a:cubicBezTo>
                    <a:cubicBezTo>
                      <a:pt x="431" y="1686"/>
                      <a:pt x="753" y="1899"/>
                      <a:pt x="1120" y="1899"/>
                    </a:cubicBezTo>
                    <a:cubicBezTo>
                      <a:pt x="1643" y="1899"/>
                      <a:pt x="2069" y="1473"/>
                      <a:pt x="2069" y="950"/>
                    </a:cubicBezTo>
                    <a:cubicBezTo>
                      <a:pt x="2069" y="426"/>
                      <a:pt x="1643" y="0"/>
                      <a:pt x="1120" y="0"/>
                    </a:cubicBezTo>
                    <a:close/>
                    <a:moveTo>
                      <a:pt x="1080" y="345"/>
                    </a:moveTo>
                    <a:cubicBezTo>
                      <a:pt x="1080" y="978"/>
                      <a:pt x="1080" y="978"/>
                      <a:pt x="1080" y="978"/>
                    </a:cubicBezTo>
                    <a:cubicBezTo>
                      <a:pt x="1528" y="1243"/>
                      <a:pt x="1528" y="1243"/>
                      <a:pt x="1528" y="1243"/>
                    </a:cubicBezTo>
                    <a:cubicBezTo>
                      <a:pt x="1569" y="1168"/>
                      <a:pt x="1569" y="1168"/>
                      <a:pt x="1569" y="1168"/>
                    </a:cubicBezTo>
                    <a:cubicBezTo>
                      <a:pt x="1166" y="926"/>
                      <a:pt x="1166" y="926"/>
                      <a:pt x="1166" y="926"/>
                    </a:cubicBezTo>
                    <a:cubicBezTo>
                      <a:pt x="1166" y="345"/>
                      <a:pt x="1166" y="345"/>
                      <a:pt x="1166" y="345"/>
                    </a:cubicBezTo>
                    <a:lnTo>
                      <a:pt x="1080" y="345"/>
                    </a:lnTo>
                    <a:close/>
                    <a:moveTo>
                      <a:pt x="1080" y="345"/>
                    </a:moveTo>
                    <a:cubicBezTo>
                      <a:pt x="1080" y="345"/>
                      <a:pt x="1080" y="345"/>
                      <a:pt x="1080" y="345"/>
                    </a:cubicBezTo>
                  </a:path>
                </a:pathLst>
              </a:custGeom>
              <a:solidFill>
                <a:schemeClr val="bg1"/>
              </a:solidFill>
              <a:ln>
                <a:noFill/>
              </a:ln>
              <a:effectLst/>
            </p:spPr>
            <p:txBody>
              <a:bodyPr vert="horz" wrap="square" lIns="121920" tIns="60960" rIns="121920" bIns="60960" numCol="1" anchor="t" anchorCtr="0" compatLnSpc="1"/>
              <a:lstStyle/>
              <a:p>
                <a:pPr defTabSz="1219200" eaLnBrk="0" fontAlgn="base" hangingPunct="0">
                  <a:spcBef>
                    <a:spcPct val="0"/>
                  </a:spcBef>
                  <a:spcAft>
                    <a:spcPct val="0"/>
                  </a:spcAft>
                </a:pPr>
                <a:endParaRPr lang="zh-CN" altLang="en-US" sz="2800">
                  <a:solidFill>
                    <a:schemeClr val="tx1">
                      <a:lumMod val="85000"/>
                      <a:lumOff val="15000"/>
                    </a:schemeClr>
                  </a:solidFill>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sp>
          <p:nvSpPr>
            <p:cNvPr id="45" name="Rectangle 60">
              <a:extLst>
                <a:ext uri="{FF2B5EF4-FFF2-40B4-BE49-F238E27FC236}">
                  <a16:creationId xmlns:a16="http://schemas.microsoft.com/office/drawing/2014/main" id="{BFF4A1B7-D7C7-403A-8375-62289CDA24C0}"/>
                </a:ext>
              </a:extLst>
            </p:cNvPr>
            <p:cNvSpPr/>
            <p:nvPr/>
          </p:nvSpPr>
          <p:spPr>
            <a:xfrm>
              <a:off x="8313" y="5968"/>
              <a:ext cx="2497" cy="436"/>
            </a:xfrm>
            <a:prstGeom prst="rect">
              <a:avLst/>
            </a:prstGeom>
          </p:spPr>
          <p:txBody>
            <a:bodyPr wrap="square" lIns="0" tIns="0" rIns="0" bIns="0">
              <a:spAutoFit/>
            </a:bodyPr>
            <a:lstStyle/>
            <a:p>
              <a:pPr algn="ctr"/>
              <a:r>
                <a:rPr lang="zh-CN" altLang="en-US">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46" name="TextBox 59">
              <a:extLst>
                <a:ext uri="{FF2B5EF4-FFF2-40B4-BE49-F238E27FC236}">
                  <a16:creationId xmlns:a16="http://schemas.microsoft.com/office/drawing/2014/main" id="{17B64A4E-6179-492A-A685-4B5C5B5CD24B}"/>
                </a:ext>
              </a:extLst>
            </p:cNvPr>
            <p:cNvSpPr txBox="1"/>
            <p:nvPr/>
          </p:nvSpPr>
          <p:spPr>
            <a:xfrm>
              <a:off x="7952" y="6552"/>
              <a:ext cx="3280" cy="1818"/>
            </a:xfrm>
            <a:prstGeom prst="rect">
              <a:avLst/>
            </a:prstGeom>
            <a:noFill/>
          </p:spPr>
          <p:txBody>
            <a:bodyPr wrap="square" lIns="0" tIns="0" rIns="0" bIns="0" rtlCol="0">
              <a:spAutoFit/>
            </a:bodyPr>
            <a:lstStyle/>
            <a:p>
              <a:pPr algn="ctr" defTabSz="1219200">
                <a:lnSpc>
                  <a:spcPct val="150000"/>
                </a:lnSpc>
                <a:spcBef>
                  <a:spcPts val="20"/>
                </a:spcBef>
                <a:spcAft>
                  <a:spcPct val="0"/>
                </a:spcAft>
                <a:defRPr/>
              </a:pPr>
              <a:r>
                <a:rPr 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大X可调节。请输入您的内容，文字可修改，大X可调节。请输入您的内容，文字可修改， 大X可调节。请输入您的内容</a:t>
              </a:r>
              <a:endParaRPr lang="zh-CN" alt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47" name="Rectangle 60">
              <a:extLst>
                <a:ext uri="{FF2B5EF4-FFF2-40B4-BE49-F238E27FC236}">
                  <a16:creationId xmlns:a16="http://schemas.microsoft.com/office/drawing/2014/main" id="{C273ABF0-41BE-44F7-9716-2F3020FEFD92}"/>
                </a:ext>
              </a:extLst>
            </p:cNvPr>
            <p:cNvSpPr/>
            <p:nvPr/>
          </p:nvSpPr>
          <p:spPr>
            <a:xfrm>
              <a:off x="14044" y="5968"/>
              <a:ext cx="2497" cy="436"/>
            </a:xfrm>
            <a:prstGeom prst="rect">
              <a:avLst/>
            </a:prstGeom>
          </p:spPr>
          <p:txBody>
            <a:bodyPr wrap="square" lIns="0" tIns="0" rIns="0" bIns="0">
              <a:spAutoFit/>
            </a:bodyPr>
            <a:lstStyle/>
            <a:p>
              <a:pPr algn="ctr"/>
              <a:r>
                <a:rPr lang="zh-CN" altLang="en-US">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48" name="TextBox 59">
              <a:extLst>
                <a:ext uri="{FF2B5EF4-FFF2-40B4-BE49-F238E27FC236}">
                  <a16:creationId xmlns:a16="http://schemas.microsoft.com/office/drawing/2014/main" id="{B2D3D6B2-57C9-421C-99E9-402F0CAC73F7}"/>
                </a:ext>
              </a:extLst>
            </p:cNvPr>
            <p:cNvSpPr txBox="1"/>
            <p:nvPr/>
          </p:nvSpPr>
          <p:spPr>
            <a:xfrm>
              <a:off x="13630" y="6552"/>
              <a:ext cx="3280" cy="1818"/>
            </a:xfrm>
            <a:prstGeom prst="rect">
              <a:avLst/>
            </a:prstGeom>
            <a:noFill/>
          </p:spPr>
          <p:txBody>
            <a:bodyPr wrap="square" lIns="0" tIns="0" rIns="0" bIns="0" rtlCol="0">
              <a:spAutoFit/>
            </a:bodyPr>
            <a:lstStyle/>
            <a:p>
              <a:pPr algn="ctr" defTabSz="1219200">
                <a:lnSpc>
                  <a:spcPct val="150000"/>
                </a:lnSpc>
                <a:spcBef>
                  <a:spcPts val="20"/>
                </a:spcBef>
                <a:spcAft>
                  <a:spcPct val="0"/>
                </a:spcAft>
                <a:defRPr/>
              </a:pPr>
              <a:r>
                <a:rPr 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大X可调节。请输入您的内容，文字可修改，大X可调节。请输入您的内容，文字可修改， 大X可调节。请输入您的内容</a:t>
              </a:r>
              <a:endParaRPr lang="zh-CN" alt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49" name="Rectangle 60">
              <a:extLst>
                <a:ext uri="{FF2B5EF4-FFF2-40B4-BE49-F238E27FC236}">
                  <a16:creationId xmlns:a16="http://schemas.microsoft.com/office/drawing/2014/main" id="{20E70D56-966C-40EE-8733-45A232F24BE9}"/>
                </a:ext>
              </a:extLst>
            </p:cNvPr>
            <p:cNvSpPr/>
            <p:nvPr/>
          </p:nvSpPr>
          <p:spPr>
            <a:xfrm>
              <a:off x="2619" y="5968"/>
              <a:ext cx="2497" cy="436"/>
            </a:xfrm>
            <a:prstGeom prst="rect">
              <a:avLst/>
            </a:prstGeom>
          </p:spPr>
          <p:txBody>
            <a:bodyPr wrap="square" lIns="0" tIns="0" rIns="0" bIns="0">
              <a:spAutoFit/>
            </a:bodyPr>
            <a:lstStyle/>
            <a:p>
              <a:pPr algn="ctr"/>
              <a:r>
                <a:rPr lang="zh-CN" altLang="en-US">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50" name="TextBox 59">
              <a:extLst>
                <a:ext uri="{FF2B5EF4-FFF2-40B4-BE49-F238E27FC236}">
                  <a16:creationId xmlns:a16="http://schemas.microsoft.com/office/drawing/2014/main" id="{4C07CBD2-707F-4F53-B373-28ACB992C99A}"/>
                </a:ext>
              </a:extLst>
            </p:cNvPr>
            <p:cNvSpPr txBox="1"/>
            <p:nvPr/>
          </p:nvSpPr>
          <p:spPr>
            <a:xfrm>
              <a:off x="2258" y="6552"/>
              <a:ext cx="3280" cy="1818"/>
            </a:xfrm>
            <a:prstGeom prst="rect">
              <a:avLst/>
            </a:prstGeom>
            <a:noFill/>
          </p:spPr>
          <p:txBody>
            <a:bodyPr wrap="square" lIns="0" tIns="0" rIns="0" bIns="0" rtlCol="0">
              <a:spAutoFit/>
            </a:bodyPr>
            <a:lstStyle/>
            <a:p>
              <a:pPr algn="ctr" defTabSz="1219200">
                <a:lnSpc>
                  <a:spcPct val="150000"/>
                </a:lnSpc>
                <a:spcBef>
                  <a:spcPts val="20"/>
                </a:spcBef>
                <a:spcAft>
                  <a:spcPct val="0"/>
                </a:spcAft>
                <a:defRPr/>
              </a:pPr>
              <a:r>
                <a:rPr 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大X可调节。请输入您的内容，文字可修改，大X可调节。请输入您的内容，文字可修改， 大X可调节。请输入您的内容</a:t>
              </a:r>
              <a:endParaRPr lang="zh-CN" alt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p15="http://schemas.microsoft.com/office/powerpoint/2012/main" xmlns:a16="http://schemas.microsoft.com/office/drawing/2014/main" xmlns="">
      <p:transition spd="slow" advClick="0" advTm="3000">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组合 79">
            <a:extLst>
              <a:ext uri="{FF2B5EF4-FFF2-40B4-BE49-F238E27FC236}">
                <a16:creationId xmlns:a16="http://schemas.microsoft.com/office/drawing/2014/main" id="{435A5190-FDED-40B2-9672-99539A13C016}"/>
              </a:ext>
            </a:extLst>
          </p:cNvPr>
          <p:cNvGrpSpPr/>
          <p:nvPr/>
        </p:nvGrpSpPr>
        <p:grpSpPr>
          <a:xfrm>
            <a:off x="1622707" y="363109"/>
            <a:ext cx="3570339" cy="646331"/>
            <a:chOff x="1622706" y="363107"/>
            <a:chExt cx="3570339" cy="646331"/>
          </a:xfrm>
        </p:grpSpPr>
        <p:sp>
          <p:nvSpPr>
            <p:cNvPr id="81" name="文本框 80">
              <a:extLst>
                <a:ext uri="{FF2B5EF4-FFF2-40B4-BE49-F238E27FC236}">
                  <a16:creationId xmlns:a16="http://schemas.microsoft.com/office/drawing/2014/main" id="{D1FD8B22-1A69-40BB-A465-57FF1A59632B}"/>
                </a:ext>
              </a:extLst>
            </p:cNvPr>
            <p:cNvSpPr txBox="1"/>
            <p:nvPr userDrawn="1"/>
          </p:nvSpPr>
          <p:spPr>
            <a:xfrm>
              <a:off x="1622706" y="363107"/>
              <a:ext cx="357033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工作完成情况</a:t>
              </a:r>
            </a:p>
          </p:txBody>
        </p:sp>
        <p:sp>
          <p:nvSpPr>
            <p:cNvPr id="82" name="文本框 81">
              <a:extLst>
                <a:ext uri="{FF2B5EF4-FFF2-40B4-BE49-F238E27FC236}">
                  <a16:creationId xmlns:a16="http://schemas.microsoft.com/office/drawing/2014/main" id="{96111B8C-9D39-4C19-B579-A7463AEAB450}"/>
                </a:ext>
              </a:extLst>
            </p:cNvPr>
            <p:cNvSpPr txBox="1"/>
            <p:nvPr userDrawn="1"/>
          </p:nvSpPr>
          <p:spPr>
            <a:xfrm>
              <a:off x="1622706" y="732439"/>
              <a:ext cx="357033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Use "Title Only" Layout</a:t>
              </a:r>
              <a:endParaRPr kumimoji="0" lang="zh-CN" altLang="en-US"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grpSp>
        <p:nvGrpSpPr>
          <p:cNvPr id="38" name="组合 37">
            <a:extLst>
              <a:ext uri="{FF2B5EF4-FFF2-40B4-BE49-F238E27FC236}">
                <a16:creationId xmlns:a16="http://schemas.microsoft.com/office/drawing/2014/main" id="{DA02E1CF-C457-490A-BC46-3CC1B0BB9DA2}"/>
              </a:ext>
            </a:extLst>
          </p:cNvPr>
          <p:cNvGrpSpPr/>
          <p:nvPr/>
        </p:nvGrpSpPr>
        <p:grpSpPr>
          <a:xfrm>
            <a:off x="1473200" y="1890395"/>
            <a:ext cx="9210040" cy="4316095"/>
            <a:chOff x="2320" y="2467"/>
            <a:chExt cx="14504" cy="6797"/>
          </a:xfrm>
        </p:grpSpPr>
        <p:grpSp>
          <p:nvGrpSpPr>
            <p:cNvPr id="40" name="组合 39">
              <a:extLst>
                <a:ext uri="{FF2B5EF4-FFF2-40B4-BE49-F238E27FC236}">
                  <a16:creationId xmlns:a16="http://schemas.microsoft.com/office/drawing/2014/main" id="{8F462AEB-4B49-4044-99F5-9F1CA6525081}"/>
                </a:ext>
              </a:extLst>
            </p:cNvPr>
            <p:cNvGrpSpPr/>
            <p:nvPr/>
          </p:nvGrpSpPr>
          <p:grpSpPr>
            <a:xfrm>
              <a:off x="6308" y="2467"/>
              <a:ext cx="6584" cy="6587"/>
              <a:chOff x="5980" y="2108"/>
              <a:chExt cx="6584" cy="6587"/>
            </a:xfrm>
          </p:grpSpPr>
          <p:sp>
            <p:nvSpPr>
              <p:cNvPr id="85" name="任意多边形 53">
                <a:extLst>
                  <a:ext uri="{FF2B5EF4-FFF2-40B4-BE49-F238E27FC236}">
                    <a16:creationId xmlns:a16="http://schemas.microsoft.com/office/drawing/2014/main" id="{57751628-6E1C-4DB2-A6C7-933CA7CC32E2}"/>
                  </a:ext>
                </a:extLst>
              </p:cNvPr>
              <p:cNvSpPr/>
              <p:nvPr/>
            </p:nvSpPr>
            <p:spPr>
              <a:xfrm rot="5400000">
                <a:off x="8593" y="6059"/>
                <a:ext cx="1969" cy="3305"/>
              </a:xfrm>
              <a:custGeom>
                <a:avLst/>
                <a:gdLst/>
                <a:ahLst/>
                <a:cxnLst>
                  <a:cxn ang="3">
                    <a:pos x="hc" y="t"/>
                  </a:cxn>
                  <a:cxn ang="cd2">
                    <a:pos x="l" y="vc"/>
                  </a:cxn>
                  <a:cxn ang="cd4">
                    <a:pos x="hc" y="b"/>
                  </a:cxn>
                  <a:cxn ang="0">
                    <a:pos x="r" y="vc"/>
                  </a:cxn>
                </a:cxnLst>
                <a:rect l="l" t="t" r="r" b="b"/>
                <a:pathLst>
                  <a:path w="1969" h="3305">
                    <a:moveTo>
                      <a:pt x="0" y="0"/>
                    </a:moveTo>
                    <a:lnTo>
                      <a:pt x="1969" y="1969"/>
                    </a:lnTo>
                    <a:lnTo>
                      <a:pt x="633" y="3305"/>
                    </a:lnTo>
                    <a:lnTo>
                      <a:pt x="2" y="3299"/>
                    </a:lnTo>
                    <a:lnTo>
                      <a:pt x="0" y="3112"/>
                    </a:lnTo>
                    <a:lnTo>
                      <a:pt x="0" y="0"/>
                    </a:lnTo>
                    <a:close/>
                  </a:path>
                </a:pathLst>
              </a:custGeom>
              <a:solidFill>
                <a:srgbClr val="50D89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86" name="任意多边形 48">
                <a:extLst>
                  <a:ext uri="{FF2B5EF4-FFF2-40B4-BE49-F238E27FC236}">
                    <a16:creationId xmlns:a16="http://schemas.microsoft.com/office/drawing/2014/main" id="{2B164534-F757-451A-90E1-394DB99261D5}"/>
                  </a:ext>
                </a:extLst>
              </p:cNvPr>
              <p:cNvSpPr/>
              <p:nvPr/>
            </p:nvSpPr>
            <p:spPr>
              <a:xfrm rot="5400000">
                <a:off x="8305" y="1128"/>
                <a:ext cx="1969" cy="3929"/>
              </a:xfrm>
              <a:custGeom>
                <a:avLst/>
                <a:gdLst/>
                <a:ahLst/>
                <a:cxnLst>
                  <a:cxn ang="3">
                    <a:pos x="hc" y="t"/>
                  </a:cxn>
                  <a:cxn ang="cd2">
                    <a:pos x="l" y="vc"/>
                  </a:cxn>
                  <a:cxn ang="cd4">
                    <a:pos x="hc" y="b"/>
                  </a:cxn>
                  <a:cxn ang="0">
                    <a:pos x="r" y="vc"/>
                  </a:cxn>
                </a:cxnLst>
                <a:rect l="l" t="t" r="r" b="b"/>
                <a:pathLst>
                  <a:path w="1969" h="3929">
                    <a:moveTo>
                      <a:pt x="1969" y="0"/>
                    </a:moveTo>
                    <a:lnTo>
                      <a:pt x="1969" y="3112"/>
                    </a:lnTo>
                    <a:lnTo>
                      <a:pt x="1967" y="3263"/>
                    </a:lnTo>
                    <a:lnTo>
                      <a:pt x="1961" y="3918"/>
                    </a:lnTo>
                    <a:lnTo>
                      <a:pt x="1961" y="3929"/>
                    </a:lnTo>
                    <a:lnTo>
                      <a:pt x="0" y="1969"/>
                    </a:lnTo>
                    <a:lnTo>
                      <a:pt x="1305" y="664"/>
                    </a:lnTo>
                    <a:lnTo>
                      <a:pt x="1969" y="0"/>
                    </a:lnTo>
                    <a:close/>
                  </a:path>
                </a:pathLst>
              </a:custGeom>
              <a:solidFill>
                <a:srgbClr val="50D89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87" name="任意多边形 51">
                <a:extLst>
                  <a:ext uri="{FF2B5EF4-FFF2-40B4-BE49-F238E27FC236}">
                    <a16:creationId xmlns:a16="http://schemas.microsoft.com/office/drawing/2014/main" id="{E2FEB0E2-26AE-4591-B6C7-670498572B48}"/>
                  </a:ext>
                </a:extLst>
              </p:cNvPr>
              <p:cNvSpPr/>
              <p:nvPr/>
            </p:nvSpPr>
            <p:spPr>
              <a:xfrm>
                <a:off x="5980" y="4072"/>
                <a:ext cx="1959" cy="3296"/>
              </a:xfrm>
              <a:custGeom>
                <a:avLst/>
                <a:gdLst/>
                <a:ahLst/>
                <a:cxnLst>
                  <a:cxn ang="3">
                    <a:pos x="hc" y="t"/>
                  </a:cxn>
                  <a:cxn ang="cd2">
                    <a:pos x="l" y="vc"/>
                  </a:cxn>
                  <a:cxn ang="cd4">
                    <a:pos x="hc" y="b"/>
                  </a:cxn>
                  <a:cxn ang="0">
                    <a:pos x="r" y="vc"/>
                  </a:cxn>
                </a:cxnLst>
                <a:rect l="l" t="t" r="r" b="b"/>
                <a:pathLst>
                  <a:path w="1959" h="3296">
                    <a:moveTo>
                      <a:pt x="1337" y="0"/>
                    </a:moveTo>
                    <a:lnTo>
                      <a:pt x="1959" y="6"/>
                    </a:lnTo>
                    <a:lnTo>
                      <a:pt x="1959" y="3296"/>
                    </a:lnTo>
                    <a:lnTo>
                      <a:pt x="0" y="1337"/>
                    </a:lnTo>
                    <a:lnTo>
                      <a:pt x="1337" y="0"/>
                    </a:lnTo>
                    <a:close/>
                  </a:path>
                </a:pathLst>
              </a:custGeom>
              <a:solidFill>
                <a:srgbClr val="28B5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88" name="任意多边形 55">
                <a:extLst>
                  <a:ext uri="{FF2B5EF4-FFF2-40B4-BE49-F238E27FC236}">
                    <a16:creationId xmlns:a16="http://schemas.microsoft.com/office/drawing/2014/main" id="{C7BDD897-B63B-4AAB-8324-0BF4E108E5B1}"/>
                  </a:ext>
                </a:extLst>
              </p:cNvPr>
              <p:cNvSpPr/>
              <p:nvPr/>
            </p:nvSpPr>
            <p:spPr>
              <a:xfrm flipH="1" flipV="1">
                <a:off x="10606" y="3438"/>
                <a:ext cx="1959" cy="3296"/>
              </a:xfrm>
              <a:custGeom>
                <a:avLst/>
                <a:gdLst/>
                <a:ahLst/>
                <a:cxnLst>
                  <a:cxn ang="3">
                    <a:pos x="hc" y="t"/>
                  </a:cxn>
                  <a:cxn ang="cd2">
                    <a:pos x="l" y="vc"/>
                  </a:cxn>
                  <a:cxn ang="cd4">
                    <a:pos x="hc" y="b"/>
                  </a:cxn>
                  <a:cxn ang="0">
                    <a:pos x="r" y="vc"/>
                  </a:cxn>
                </a:cxnLst>
                <a:rect l="l" t="t" r="r" b="b"/>
                <a:pathLst>
                  <a:path w="1959" h="3296">
                    <a:moveTo>
                      <a:pt x="1337" y="0"/>
                    </a:moveTo>
                    <a:lnTo>
                      <a:pt x="1959" y="6"/>
                    </a:lnTo>
                    <a:lnTo>
                      <a:pt x="1959" y="3296"/>
                    </a:lnTo>
                    <a:lnTo>
                      <a:pt x="0" y="1337"/>
                    </a:lnTo>
                    <a:lnTo>
                      <a:pt x="1337" y="0"/>
                    </a:lnTo>
                    <a:close/>
                  </a:path>
                </a:pathLst>
              </a:custGeom>
              <a:solidFill>
                <a:srgbClr val="28B5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sp>
          <p:nvSpPr>
            <p:cNvPr id="43" name="Rectangle 60">
              <a:extLst>
                <a:ext uri="{FF2B5EF4-FFF2-40B4-BE49-F238E27FC236}">
                  <a16:creationId xmlns:a16="http://schemas.microsoft.com/office/drawing/2014/main" id="{33A7BA54-D23B-4B6B-813A-49DC786B4F12}"/>
                </a:ext>
              </a:extLst>
            </p:cNvPr>
            <p:cNvSpPr/>
            <p:nvPr/>
          </p:nvSpPr>
          <p:spPr>
            <a:xfrm>
              <a:off x="11920" y="2768"/>
              <a:ext cx="2429" cy="485"/>
            </a:xfrm>
            <a:prstGeom prst="rect">
              <a:avLst/>
            </a:prstGeom>
          </p:spPr>
          <p:txBody>
            <a:bodyPr wrap="square" lIns="0" tIns="0" rIns="0" bIns="0">
              <a:spAutoFit/>
            </a:bodyPr>
            <a:lstStyle/>
            <a:p>
              <a:pPr algn="l"/>
              <a:r>
                <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45" name="TextBox 59">
              <a:extLst>
                <a:ext uri="{FF2B5EF4-FFF2-40B4-BE49-F238E27FC236}">
                  <a16:creationId xmlns:a16="http://schemas.microsoft.com/office/drawing/2014/main" id="{CC352F37-5D90-45F2-848D-6F5C87E76600}"/>
                </a:ext>
              </a:extLst>
            </p:cNvPr>
            <p:cNvSpPr txBox="1"/>
            <p:nvPr/>
          </p:nvSpPr>
          <p:spPr>
            <a:xfrm>
              <a:off x="11920" y="3357"/>
              <a:ext cx="4904" cy="1527"/>
            </a:xfrm>
            <a:prstGeom prst="rect">
              <a:avLst/>
            </a:prstGeom>
            <a:noFill/>
          </p:spPr>
          <p:txBody>
            <a:bodyPr wrap="square" lIns="0" tIns="0" rIns="0" bIns="0" rtlCol="0">
              <a:spAutoFit/>
            </a:bodyPr>
            <a:lstStyle/>
            <a:p>
              <a:pPr algn="l" defTabSz="1219200">
                <a:lnSpc>
                  <a:spcPct val="150000"/>
                </a:lnSpc>
                <a:spcBef>
                  <a:spcPts val="20"/>
                </a:spcBef>
                <a:spcAft>
                  <a:spcPct val="0"/>
                </a:spcAft>
                <a:defRPr/>
              </a:pPr>
              <a:r>
                <a:rPr 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大X可调节。请输入您的内容，文字可修改，大X可调节。请输入您的内容，文字可修改， 大X可调节。请输入您的内容，文字可修改</a:t>
              </a:r>
              <a:endParaRPr lang="zh-CN" alt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48" name="Rectangle 60">
              <a:extLst>
                <a:ext uri="{FF2B5EF4-FFF2-40B4-BE49-F238E27FC236}">
                  <a16:creationId xmlns:a16="http://schemas.microsoft.com/office/drawing/2014/main" id="{02A4779E-908C-4BCB-B5B6-9FEB9B75AB11}"/>
                </a:ext>
              </a:extLst>
            </p:cNvPr>
            <p:cNvSpPr/>
            <p:nvPr/>
          </p:nvSpPr>
          <p:spPr>
            <a:xfrm>
              <a:off x="11920" y="7148"/>
              <a:ext cx="2429" cy="485"/>
            </a:xfrm>
            <a:prstGeom prst="rect">
              <a:avLst/>
            </a:prstGeom>
          </p:spPr>
          <p:txBody>
            <a:bodyPr wrap="square" lIns="0" tIns="0" rIns="0" bIns="0">
              <a:spAutoFit/>
            </a:bodyPr>
            <a:lstStyle/>
            <a:p>
              <a:pPr algn="l"/>
              <a:r>
                <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50" name="TextBox 59">
              <a:extLst>
                <a:ext uri="{FF2B5EF4-FFF2-40B4-BE49-F238E27FC236}">
                  <a16:creationId xmlns:a16="http://schemas.microsoft.com/office/drawing/2014/main" id="{B205174C-A063-45D8-8FF3-60F28CFF17DD}"/>
                </a:ext>
              </a:extLst>
            </p:cNvPr>
            <p:cNvSpPr txBox="1"/>
            <p:nvPr/>
          </p:nvSpPr>
          <p:spPr>
            <a:xfrm>
              <a:off x="11920" y="7737"/>
              <a:ext cx="4904" cy="1527"/>
            </a:xfrm>
            <a:prstGeom prst="rect">
              <a:avLst/>
            </a:prstGeom>
            <a:noFill/>
          </p:spPr>
          <p:txBody>
            <a:bodyPr wrap="square" lIns="0" tIns="0" rIns="0" bIns="0" rtlCol="0">
              <a:spAutoFit/>
            </a:bodyPr>
            <a:lstStyle/>
            <a:p>
              <a:pPr algn="l" defTabSz="1219200">
                <a:lnSpc>
                  <a:spcPct val="150000"/>
                </a:lnSpc>
                <a:spcBef>
                  <a:spcPts val="20"/>
                </a:spcBef>
                <a:spcAft>
                  <a:spcPct val="0"/>
                </a:spcAft>
                <a:defRPr/>
              </a:pPr>
              <a:r>
                <a:rPr 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大X可调节。请输入您的内容，文字可修改，大X可调节。请输入您的内容，文字可修改， 大X可调节。请输入您的内容，文字可修改</a:t>
              </a:r>
              <a:endParaRPr lang="zh-CN" alt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52" name="Rectangle 60">
              <a:extLst>
                <a:ext uri="{FF2B5EF4-FFF2-40B4-BE49-F238E27FC236}">
                  <a16:creationId xmlns:a16="http://schemas.microsoft.com/office/drawing/2014/main" id="{6C76F31B-7487-403F-B7E3-F298359667F2}"/>
                </a:ext>
              </a:extLst>
            </p:cNvPr>
            <p:cNvSpPr/>
            <p:nvPr/>
          </p:nvSpPr>
          <p:spPr>
            <a:xfrm>
              <a:off x="4795" y="2768"/>
              <a:ext cx="2429" cy="485"/>
            </a:xfrm>
            <a:prstGeom prst="rect">
              <a:avLst/>
            </a:prstGeom>
          </p:spPr>
          <p:txBody>
            <a:bodyPr wrap="square" lIns="0" tIns="0" rIns="0" bIns="0">
              <a:spAutoFit/>
            </a:bodyPr>
            <a:lstStyle/>
            <a:p>
              <a:pPr algn="r"/>
              <a:r>
                <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53" name="TextBox 59">
              <a:extLst>
                <a:ext uri="{FF2B5EF4-FFF2-40B4-BE49-F238E27FC236}">
                  <a16:creationId xmlns:a16="http://schemas.microsoft.com/office/drawing/2014/main" id="{055D17B5-6EFE-4012-BE13-8481B9496CB6}"/>
                </a:ext>
              </a:extLst>
            </p:cNvPr>
            <p:cNvSpPr txBox="1"/>
            <p:nvPr/>
          </p:nvSpPr>
          <p:spPr>
            <a:xfrm>
              <a:off x="2320" y="3357"/>
              <a:ext cx="4904" cy="1527"/>
            </a:xfrm>
            <a:prstGeom prst="rect">
              <a:avLst/>
            </a:prstGeom>
            <a:noFill/>
          </p:spPr>
          <p:txBody>
            <a:bodyPr wrap="square" lIns="0" tIns="0" rIns="0" bIns="0" rtlCol="0">
              <a:spAutoFit/>
            </a:bodyPr>
            <a:lstStyle/>
            <a:p>
              <a:pPr algn="r" defTabSz="1219200">
                <a:lnSpc>
                  <a:spcPct val="150000"/>
                </a:lnSpc>
                <a:spcBef>
                  <a:spcPts val="20"/>
                </a:spcBef>
                <a:spcAft>
                  <a:spcPct val="0"/>
                </a:spcAft>
                <a:defRPr/>
              </a:pPr>
              <a:r>
                <a:rPr 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大X可调节。请输入您的内容，文字可修改，大X可调节。请输入您的内容，文字可修改， 大X可调节。请输入您的内容，文字可修改</a:t>
              </a:r>
              <a:endParaRPr lang="zh-CN" alt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54" name="Rectangle 60">
              <a:extLst>
                <a:ext uri="{FF2B5EF4-FFF2-40B4-BE49-F238E27FC236}">
                  <a16:creationId xmlns:a16="http://schemas.microsoft.com/office/drawing/2014/main" id="{E74E294E-279C-4569-8898-8B3F1BA669C5}"/>
                </a:ext>
              </a:extLst>
            </p:cNvPr>
            <p:cNvSpPr/>
            <p:nvPr/>
          </p:nvSpPr>
          <p:spPr>
            <a:xfrm>
              <a:off x="4795" y="7148"/>
              <a:ext cx="2429" cy="485"/>
            </a:xfrm>
            <a:prstGeom prst="rect">
              <a:avLst/>
            </a:prstGeom>
          </p:spPr>
          <p:txBody>
            <a:bodyPr wrap="square" lIns="0" tIns="0" rIns="0" bIns="0">
              <a:spAutoFit/>
            </a:bodyPr>
            <a:lstStyle/>
            <a:p>
              <a:pPr algn="r"/>
              <a:r>
                <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55" name="TextBox 59">
              <a:extLst>
                <a:ext uri="{FF2B5EF4-FFF2-40B4-BE49-F238E27FC236}">
                  <a16:creationId xmlns:a16="http://schemas.microsoft.com/office/drawing/2014/main" id="{C0361A36-0C6A-4AFD-AC5F-8828637F98E1}"/>
                </a:ext>
              </a:extLst>
            </p:cNvPr>
            <p:cNvSpPr txBox="1"/>
            <p:nvPr/>
          </p:nvSpPr>
          <p:spPr>
            <a:xfrm>
              <a:off x="2320" y="7737"/>
              <a:ext cx="4904" cy="1527"/>
            </a:xfrm>
            <a:prstGeom prst="rect">
              <a:avLst/>
            </a:prstGeom>
            <a:noFill/>
          </p:spPr>
          <p:txBody>
            <a:bodyPr wrap="square" lIns="0" tIns="0" rIns="0" bIns="0" rtlCol="0">
              <a:spAutoFit/>
            </a:bodyPr>
            <a:lstStyle/>
            <a:p>
              <a:pPr algn="r" defTabSz="1219200">
                <a:lnSpc>
                  <a:spcPct val="150000"/>
                </a:lnSpc>
                <a:spcBef>
                  <a:spcPts val="20"/>
                </a:spcBef>
                <a:spcAft>
                  <a:spcPct val="0"/>
                </a:spcAft>
                <a:defRPr/>
              </a:pPr>
              <a:r>
                <a:rPr 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大X可调节。请输入您的内容，文字可修改，大X可调节。请输入您的内容，文字可修改， 大X可调节。请输入您的内容，文字可修改</a:t>
              </a:r>
              <a:endParaRPr lang="zh-CN" alt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56" name="Freeform 387">
              <a:extLst>
                <a:ext uri="{FF2B5EF4-FFF2-40B4-BE49-F238E27FC236}">
                  <a16:creationId xmlns:a16="http://schemas.microsoft.com/office/drawing/2014/main" id="{9536AC94-BAE2-4ADF-A319-4ABCF523CE80}"/>
                </a:ext>
              </a:extLst>
            </p:cNvPr>
            <p:cNvSpPr>
              <a:spLocks noEditPoints="1"/>
            </p:cNvSpPr>
            <p:nvPr/>
          </p:nvSpPr>
          <p:spPr bwMode="auto">
            <a:xfrm>
              <a:off x="9343" y="3142"/>
              <a:ext cx="558" cy="655"/>
            </a:xfrm>
            <a:custGeom>
              <a:avLst/>
              <a:gdLst/>
              <a:ahLst/>
              <a:cxnLst>
                <a:cxn ang="0">
                  <a:pos x="88900" y="107950"/>
                </a:cxn>
                <a:cxn ang="0">
                  <a:pos x="44450" y="107950"/>
                </a:cxn>
                <a:cxn ang="0">
                  <a:pos x="31750" y="111125"/>
                </a:cxn>
                <a:cxn ang="0">
                  <a:pos x="12700" y="139700"/>
                </a:cxn>
                <a:cxn ang="0">
                  <a:pos x="12700" y="146050"/>
                </a:cxn>
                <a:cxn ang="0">
                  <a:pos x="120650" y="146050"/>
                </a:cxn>
                <a:cxn ang="0">
                  <a:pos x="120650" y="139700"/>
                </a:cxn>
                <a:cxn ang="0">
                  <a:pos x="104775" y="114300"/>
                </a:cxn>
                <a:cxn ang="0">
                  <a:pos x="101600" y="111125"/>
                </a:cxn>
                <a:cxn ang="0">
                  <a:pos x="95250" y="107950"/>
                </a:cxn>
                <a:cxn ang="0">
                  <a:pos x="88900" y="107950"/>
                </a:cxn>
                <a:cxn ang="0">
                  <a:pos x="92075" y="95250"/>
                </a:cxn>
                <a:cxn ang="0">
                  <a:pos x="92075" y="95250"/>
                </a:cxn>
                <a:cxn ang="0">
                  <a:pos x="98425" y="95250"/>
                </a:cxn>
                <a:cxn ang="0">
                  <a:pos x="104775" y="98425"/>
                </a:cxn>
                <a:cxn ang="0">
                  <a:pos x="133350" y="139700"/>
                </a:cxn>
                <a:cxn ang="0">
                  <a:pos x="133350" y="149225"/>
                </a:cxn>
                <a:cxn ang="0">
                  <a:pos x="127000" y="155575"/>
                </a:cxn>
                <a:cxn ang="0">
                  <a:pos x="127000" y="155575"/>
                </a:cxn>
                <a:cxn ang="0">
                  <a:pos x="6350" y="155575"/>
                </a:cxn>
                <a:cxn ang="0">
                  <a:pos x="0" y="149225"/>
                </a:cxn>
                <a:cxn ang="0">
                  <a:pos x="0" y="149225"/>
                </a:cxn>
                <a:cxn ang="0">
                  <a:pos x="0" y="139700"/>
                </a:cxn>
                <a:cxn ang="0">
                  <a:pos x="25400" y="98425"/>
                </a:cxn>
                <a:cxn ang="0">
                  <a:pos x="38100" y="95250"/>
                </a:cxn>
                <a:cxn ang="0">
                  <a:pos x="12700" y="50800"/>
                </a:cxn>
                <a:cxn ang="0">
                  <a:pos x="66675" y="0"/>
                </a:cxn>
                <a:cxn ang="0">
                  <a:pos x="117475" y="50800"/>
                </a:cxn>
                <a:cxn ang="0">
                  <a:pos x="92075" y="95250"/>
                </a:cxn>
                <a:cxn ang="0">
                  <a:pos x="66675" y="9525"/>
                </a:cxn>
                <a:cxn ang="0">
                  <a:pos x="66675" y="9525"/>
                </a:cxn>
                <a:cxn ang="0">
                  <a:pos x="28575" y="34925"/>
                </a:cxn>
                <a:cxn ang="0">
                  <a:pos x="25400" y="50800"/>
                </a:cxn>
                <a:cxn ang="0">
                  <a:pos x="50800" y="88900"/>
                </a:cxn>
                <a:cxn ang="0">
                  <a:pos x="82550" y="88900"/>
                </a:cxn>
                <a:cxn ang="0">
                  <a:pos x="104775" y="50800"/>
                </a:cxn>
                <a:cxn ang="0">
                  <a:pos x="66675" y="9525"/>
                </a:cxn>
              </a:cxnLst>
              <a:rect l="0" t="0" r="0" b="0"/>
              <a:pathLst>
                <a:path w="42" h="49">
                  <a:moveTo>
                    <a:pt x="28" y="34"/>
                  </a:moveTo>
                  <a:cubicBezTo>
                    <a:pt x="14" y="34"/>
                    <a:pt x="14" y="34"/>
                    <a:pt x="14" y="34"/>
                  </a:cubicBezTo>
                  <a:cubicBezTo>
                    <a:pt x="12" y="34"/>
                    <a:pt x="11" y="34"/>
                    <a:pt x="10" y="35"/>
                  </a:cubicBezTo>
                  <a:cubicBezTo>
                    <a:pt x="6" y="36"/>
                    <a:pt x="4" y="40"/>
                    <a:pt x="4" y="44"/>
                  </a:cubicBezTo>
                  <a:cubicBezTo>
                    <a:pt x="4" y="46"/>
                    <a:pt x="4" y="46"/>
                    <a:pt x="4" y="46"/>
                  </a:cubicBezTo>
                  <a:cubicBezTo>
                    <a:pt x="38" y="46"/>
                    <a:pt x="38" y="46"/>
                    <a:pt x="38" y="46"/>
                  </a:cubicBezTo>
                  <a:cubicBezTo>
                    <a:pt x="38" y="44"/>
                    <a:pt x="38" y="44"/>
                    <a:pt x="38" y="44"/>
                  </a:cubicBezTo>
                  <a:cubicBezTo>
                    <a:pt x="38" y="41"/>
                    <a:pt x="36" y="37"/>
                    <a:pt x="33" y="36"/>
                  </a:cubicBezTo>
                  <a:cubicBezTo>
                    <a:pt x="33" y="35"/>
                    <a:pt x="32" y="35"/>
                    <a:pt x="32" y="35"/>
                  </a:cubicBezTo>
                  <a:cubicBezTo>
                    <a:pt x="31" y="34"/>
                    <a:pt x="31" y="34"/>
                    <a:pt x="30" y="34"/>
                  </a:cubicBezTo>
                  <a:cubicBezTo>
                    <a:pt x="29" y="34"/>
                    <a:pt x="29" y="34"/>
                    <a:pt x="28" y="34"/>
                  </a:cubicBezTo>
                  <a:close/>
                  <a:moveTo>
                    <a:pt x="29" y="30"/>
                  </a:moveTo>
                  <a:cubicBezTo>
                    <a:pt x="29" y="30"/>
                    <a:pt x="29" y="30"/>
                    <a:pt x="29" y="30"/>
                  </a:cubicBezTo>
                  <a:cubicBezTo>
                    <a:pt x="30" y="30"/>
                    <a:pt x="30" y="30"/>
                    <a:pt x="31" y="30"/>
                  </a:cubicBezTo>
                  <a:cubicBezTo>
                    <a:pt x="32" y="31"/>
                    <a:pt x="32" y="31"/>
                    <a:pt x="33" y="31"/>
                  </a:cubicBezTo>
                  <a:cubicBezTo>
                    <a:pt x="38" y="33"/>
                    <a:pt x="42" y="38"/>
                    <a:pt x="42" y="44"/>
                  </a:cubicBezTo>
                  <a:cubicBezTo>
                    <a:pt x="42" y="47"/>
                    <a:pt x="42" y="47"/>
                    <a:pt x="42" y="47"/>
                  </a:cubicBezTo>
                  <a:cubicBezTo>
                    <a:pt x="42" y="48"/>
                    <a:pt x="41" y="49"/>
                    <a:pt x="40" y="49"/>
                  </a:cubicBezTo>
                  <a:cubicBezTo>
                    <a:pt x="40" y="49"/>
                    <a:pt x="40" y="49"/>
                    <a:pt x="40" y="49"/>
                  </a:cubicBezTo>
                  <a:cubicBezTo>
                    <a:pt x="2" y="49"/>
                    <a:pt x="2" y="49"/>
                    <a:pt x="2" y="49"/>
                  </a:cubicBezTo>
                  <a:cubicBezTo>
                    <a:pt x="1" y="49"/>
                    <a:pt x="0" y="48"/>
                    <a:pt x="0" y="47"/>
                  </a:cubicBezTo>
                  <a:cubicBezTo>
                    <a:pt x="0" y="47"/>
                    <a:pt x="0" y="47"/>
                    <a:pt x="0" y="47"/>
                  </a:cubicBezTo>
                  <a:cubicBezTo>
                    <a:pt x="0" y="44"/>
                    <a:pt x="0" y="44"/>
                    <a:pt x="0" y="44"/>
                  </a:cubicBezTo>
                  <a:cubicBezTo>
                    <a:pt x="0" y="38"/>
                    <a:pt x="3" y="33"/>
                    <a:pt x="8" y="31"/>
                  </a:cubicBezTo>
                  <a:cubicBezTo>
                    <a:pt x="10" y="31"/>
                    <a:pt x="11" y="30"/>
                    <a:pt x="12" y="30"/>
                  </a:cubicBezTo>
                  <a:cubicBezTo>
                    <a:pt x="7" y="27"/>
                    <a:pt x="4" y="22"/>
                    <a:pt x="4" y="16"/>
                  </a:cubicBezTo>
                  <a:cubicBezTo>
                    <a:pt x="4" y="7"/>
                    <a:pt x="12" y="0"/>
                    <a:pt x="21" y="0"/>
                  </a:cubicBezTo>
                  <a:cubicBezTo>
                    <a:pt x="30" y="0"/>
                    <a:pt x="37" y="7"/>
                    <a:pt x="37" y="16"/>
                  </a:cubicBezTo>
                  <a:cubicBezTo>
                    <a:pt x="37" y="22"/>
                    <a:pt x="34" y="27"/>
                    <a:pt x="29" y="30"/>
                  </a:cubicBezTo>
                  <a:close/>
                  <a:moveTo>
                    <a:pt x="21" y="3"/>
                  </a:moveTo>
                  <a:cubicBezTo>
                    <a:pt x="21" y="3"/>
                    <a:pt x="21" y="3"/>
                    <a:pt x="21" y="3"/>
                  </a:cubicBezTo>
                  <a:cubicBezTo>
                    <a:pt x="16" y="3"/>
                    <a:pt x="11" y="6"/>
                    <a:pt x="9" y="11"/>
                  </a:cubicBezTo>
                  <a:cubicBezTo>
                    <a:pt x="9" y="13"/>
                    <a:pt x="8" y="14"/>
                    <a:pt x="8" y="16"/>
                  </a:cubicBezTo>
                  <a:cubicBezTo>
                    <a:pt x="8" y="21"/>
                    <a:pt x="11" y="26"/>
                    <a:pt x="16" y="28"/>
                  </a:cubicBezTo>
                  <a:cubicBezTo>
                    <a:pt x="19" y="29"/>
                    <a:pt x="23" y="29"/>
                    <a:pt x="26" y="28"/>
                  </a:cubicBezTo>
                  <a:cubicBezTo>
                    <a:pt x="30" y="26"/>
                    <a:pt x="33" y="21"/>
                    <a:pt x="33" y="16"/>
                  </a:cubicBezTo>
                  <a:cubicBezTo>
                    <a:pt x="33" y="9"/>
                    <a:pt x="28" y="3"/>
                    <a:pt x="21" y="3"/>
                  </a:cubicBezTo>
                  <a:close/>
                </a:path>
              </a:pathLst>
            </a:custGeom>
            <a:solidFill>
              <a:schemeClr val="bg1"/>
            </a:solidFill>
            <a:ln>
              <a:noFill/>
            </a:ln>
            <a:effectLst/>
          </p:spPr>
          <p:txBody>
            <a:bodyPr wrap="square" lIns="19050" tIns="19050" rIns="19050" bIns="19050" anchor="ctr">
              <a:noAutofit/>
            </a:bodyPr>
            <a:lstStyle/>
            <a:p>
              <a:pPr lvl="0" algn="ctr" defTabSz="228600" fontAlgn="base" hangingPunct="0">
                <a:buClrTx/>
                <a:buSzTx/>
                <a:buFontTx/>
                <a:defRPr/>
              </a:pPr>
              <a:endParaRPr lang="en-US" noProof="0">
                <a:ln>
                  <a:noFill/>
                </a:ln>
                <a:solidFill>
                  <a:schemeClr val="tx1">
                    <a:lumMod val="85000"/>
                    <a:lumOff val="15000"/>
                  </a:schemeClr>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57" name="Freeform 17">
              <a:extLst>
                <a:ext uri="{FF2B5EF4-FFF2-40B4-BE49-F238E27FC236}">
                  <a16:creationId xmlns:a16="http://schemas.microsoft.com/office/drawing/2014/main" id="{2D109109-3067-4489-9F08-3949FCC4D1CA}"/>
                </a:ext>
              </a:extLst>
            </p:cNvPr>
            <p:cNvSpPr>
              <a:spLocks noEditPoints="1"/>
            </p:cNvSpPr>
            <p:nvPr/>
          </p:nvSpPr>
          <p:spPr bwMode="auto">
            <a:xfrm>
              <a:off x="9249" y="7509"/>
              <a:ext cx="746" cy="688"/>
            </a:xfrm>
            <a:custGeom>
              <a:avLst/>
              <a:gdLst>
                <a:gd name="T0" fmla="*/ 1120 w 2069"/>
                <a:gd name="T1" fmla="*/ 0 h 1899"/>
                <a:gd name="T2" fmla="*/ 189 w 2069"/>
                <a:gd name="T3" fmla="*/ 777 h 1899"/>
                <a:gd name="T4" fmla="*/ 0 w 2069"/>
                <a:gd name="T5" fmla="*/ 777 h 1899"/>
                <a:gd name="T6" fmla="*/ 259 w 2069"/>
                <a:gd name="T7" fmla="*/ 1122 h 1899"/>
                <a:gd name="T8" fmla="*/ 517 w 2069"/>
                <a:gd name="T9" fmla="*/ 777 h 1899"/>
                <a:gd name="T10" fmla="*/ 362 w 2069"/>
                <a:gd name="T11" fmla="*/ 777 h 1899"/>
                <a:gd name="T12" fmla="*/ 1120 w 2069"/>
                <a:gd name="T13" fmla="*/ 173 h 1899"/>
                <a:gd name="T14" fmla="*/ 1896 w 2069"/>
                <a:gd name="T15" fmla="*/ 950 h 1899"/>
                <a:gd name="T16" fmla="*/ 1120 w 2069"/>
                <a:gd name="T17" fmla="*/ 1727 h 1899"/>
                <a:gd name="T18" fmla="*/ 477 w 2069"/>
                <a:gd name="T19" fmla="*/ 1381 h 1899"/>
                <a:gd name="T20" fmla="*/ 276 w 2069"/>
                <a:gd name="T21" fmla="*/ 1381 h 1899"/>
                <a:gd name="T22" fmla="*/ 1120 w 2069"/>
                <a:gd name="T23" fmla="*/ 1899 h 1899"/>
                <a:gd name="T24" fmla="*/ 2069 w 2069"/>
                <a:gd name="T25" fmla="*/ 950 h 1899"/>
                <a:gd name="T26" fmla="*/ 1120 w 2069"/>
                <a:gd name="T27" fmla="*/ 0 h 1899"/>
                <a:gd name="T28" fmla="*/ 1080 w 2069"/>
                <a:gd name="T29" fmla="*/ 345 h 1899"/>
                <a:gd name="T30" fmla="*/ 1080 w 2069"/>
                <a:gd name="T31" fmla="*/ 978 h 1899"/>
                <a:gd name="T32" fmla="*/ 1528 w 2069"/>
                <a:gd name="T33" fmla="*/ 1243 h 1899"/>
                <a:gd name="T34" fmla="*/ 1569 w 2069"/>
                <a:gd name="T35" fmla="*/ 1168 h 1899"/>
                <a:gd name="T36" fmla="*/ 1166 w 2069"/>
                <a:gd name="T37" fmla="*/ 926 h 1899"/>
                <a:gd name="T38" fmla="*/ 1166 w 2069"/>
                <a:gd name="T39" fmla="*/ 345 h 1899"/>
                <a:gd name="T40" fmla="*/ 1080 w 2069"/>
                <a:gd name="T41" fmla="*/ 345 h 1899"/>
                <a:gd name="T42" fmla="*/ 1080 w 2069"/>
                <a:gd name="T43" fmla="*/ 345 h 1899"/>
                <a:gd name="T44" fmla="*/ 1080 w 2069"/>
                <a:gd name="T45" fmla="*/ 345 h 18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69" h="1899">
                  <a:moveTo>
                    <a:pt x="1120" y="0"/>
                  </a:moveTo>
                  <a:cubicBezTo>
                    <a:pt x="655" y="0"/>
                    <a:pt x="270" y="334"/>
                    <a:pt x="189" y="777"/>
                  </a:cubicBezTo>
                  <a:cubicBezTo>
                    <a:pt x="0" y="777"/>
                    <a:pt x="0" y="777"/>
                    <a:pt x="0" y="777"/>
                  </a:cubicBezTo>
                  <a:cubicBezTo>
                    <a:pt x="259" y="1122"/>
                    <a:pt x="259" y="1122"/>
                    <a:pt x="259" y="1122"/>
                  </a:cubicBezTo>
                  <a:cubicBezTo>
                    <a:pt x="517" y="777"/>
                    <a:pt x="517" y="777"/>
                    <a:pt x="517" y="777"/>
                  </a:cubicBezTo>
                  <a:cubicBezTo>
                    <a:pt x="362" y="777"/>
                    <a:pt x="362" y="777"/>
                    <a:pt x="362" y="777"/>
                  </a:cubicBezTo>
                  <a:cubicBezTo>
                    <a:pt x="442" y="432"/>
                    <a:pt x="747" y="173"/>
                    <a:pt x="1120" y="173"/>
                  </a:cubicBezTo>
                  <a:cubicBezTo>
                    <a:pt x="1552" y="173"/>
                    <a:pt x="1896" y="518"/>
                    <a:pt x="1896" y="950"/>
                  </a:cubicBezTo>
                  <a:cubicBezTo>
                    <a:pt x="1896" y="1381"/>
                    <a:pt x="1552" y="1727"/>
                    <a:pt x="1120" y="1727"/>
                  </a:cubicBezTo>
                  <a:cubicBezTo>
                    <a:pt x="850" y="1727"/>
                    <a:pt x="615" y="1588"/>
                    <a:pt x="477" y="1381"/>
                  </a:cubicBezTo>
                  <a:cubicBezTo>
                    <a:pt x="276" y="1381"/>
                    <a:pt x="276" y="1381"/>
                    <a:pt x="276" y="1381"/>
                  </a:cubicBezTo>
                  <a:cubicBezTo>
                    <a:pt x="431" y="1686"/>
                    <a:pt x="753" y="1899"/>
                    <a:pt x="1120" y="1899"/>
                  </a:cubicBezTo>
                  <a:cubicBezTo>
                    <a:pt x="1643" y="1899"/>
                    <a:pt x="2069" y="1473"/>
                    <a:pt x="2069" y="950"/>
                  </a:cubicBezTo>
                  <a:cubicBezTo>
                    <a:pt x="2069" y="426"/>
                    <a:pt x="1643" y="0"/>
                    <a:pt x="1120" y="0"/>
                  </a:cubicBezTo>
                  <a:close/>
                  <a:moveTo>
                    <a:pt x="1080" y="345"/>
                  </a:moveTo>
                  <a:cubicBezTo>
                    <a:pt x="1080" y="978"/>
                    <a:pt x="1080" y="978"/>
                    <a:pt x="1080" y="978"/>
                  </a:cubicBezTo>
                  <a:cubicBezTo>
                    <a:pt x="1528" y="1243"/>
                    <a:pt x="1528" y="1243"/>
                    <a:pt x="1528" y="1243"/>
                  </a:cubicBezTo>
                  <a:cubicBezTo>
                    <a:pt x="1569" y="1168"/>
                    <a:pt x="1569" y="1168"/>
                    <a:pt x="1569" y="1168"/>
                  </a:cubicBezTo>
                  <a:cubicBezTo>
                    <a:pt x="1166" y="926"/>
                    <a:pt x="1166" y="926"/>
                    <a:pt x="1166" y="926"/>
                  </a:cubicBezTo>
                  <a:cubicBezTo>
                    <a:pt x="1166" y="345"/>
                    <a:pt x="1166" y="345"/>
                    <a:pt x="1166" y="345"/>
                  </a:cubicBezTo>
                  <a:lnTo>
                    <a:pt x="1080" y="345"/>
                  </a:lnTo>
                  <a:close/>
                  <a:moveTo>
                    <a:pt x="1080" y="345"/>
                  </a:moveTo>
                  <a:cubicBezTo>
                    <a:pt x="1080" y="345"/>
                    <a:pt x="1080" y="345"/>
                    <a:pt x="1080" y="345"/>
                  </a:cubicBezTo>
                </a:path>
              </a:pathLst>
            </a:custGeom>
            <a:solidFill>
              <a:schemeClr val="bg1"/>
            </a:solidFill>
            <a:ln>
              <a:noFill/>
            </a:ln>
            <a:effectLst/>
          </p:spPr>
          <p:txBody>
            <a:bodyPr vert="horz" wrap="square" lIns="121920" tIns="60960" rIns="121920" bIns="60960" numCol="1" anchor="t" anchorCtr="0" compatLnSpc="1"/>
            <a:lstStyle/>
            <a:p>
              <a:pPr defTabSz="1219200" eaLnBrk="0" fontAlgn="base" hangingPunct="0">
                <a:spcBef>
                  <a:spcPct val="0"/>
                </a:spcBef>
                <a:spcAft>
                  <a:spcPct val="0"/>
                </a:spcAft>
              </a:pPr>
              <a:endParaRPr lang="zh-CN" altLang="en-US" sz="3200">
                <a:solidFill>
                  <a:schemeClr val="tx1">
                    <a:lumMod val="85000"/>
                    <a:lumOff val="15000"/>
                  </a:schemeClr>
                </a:solidFill>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67" name="Freeform 83">
              <a:extLst>
                <a:ext uri="{FF2B5EF4-FFF2-40B4-BE49-F238E27FC236}">
                  <a16:creationId xmlns:a16="http://schemas.microsoft.com/office/drawing/2014/main" id="{8B802075-D653-4C92-8CFE-368BEAAD7ED7}"/>
                </a:ext>
              </a:extLst>
            </p:cNvPr>
            <p:cNvSpPr>
              <a:spLocks noEditPoints="1"/>
            </p:cNvSpPr>
            <p:nvPr/>
          </p:nvSpPr>
          <p:spPr bwMode="auto">
            <a:xfrm>
              <a:off x="7014" y="5399"/>
              <a:ext cx="644" cy="726"/>
            </a:xfrm>
            <a:custGeom>
              <a:avLst/>
              <a:gdLst/>
              <a:ahLst/>
              <a:cxnLst>
                <a:cxn ang="0">
                  <a:pos x="79375" y="0"/>
                </a:cxn>
                <a:cxn ang="0">
                  <a:pos x="127000" y="22225"/>
                </a:cxn>
                <a:cxn ang="0">
                  <a:pos x="136525" y="111125"/>
                </a:cxn>
                <a:cxn ang="0">
                  <a:pos x="104775" y="136525"/>
                </a:cxn>
                <a:cxn ang="0">
                  <a:pos x="82550" y="158750"/>
                </a:cxn>
                <a:cxn ang="0">
                  <a:pos x="73025" y="158750"/>
                </a:cxn>
                <a:cxn ang="0">
                  <a:pos x="73025" y="158750"/>
                </a:cxn>
                <a:cxn ang="0">
                  <a:pos x="73025" y="158750"/>
                </a:cxn>
                <a:cxn ang="0">
                  <a:pos x="50800" y="136525"/>
                </a:cxn>
                <a:cxn ang="0">
                  <a:pos x="19050" y="111125"/>
                </a:cxn>
                <a:cxn ang="0">
                  <a:pos x="28575" y="22225"/>
                </a:cxn>
                <a:cxn ang="0">
                  <a:pos x="79375" y="0"/>
                </a:cxn>
                <a:cxn ang="0">
                  <a:pos x="79375" y="34925"/>
                </a:cxn>
                <a:cxn ang="0">
                  <a:pos x="79375" y="34925"/>
                </a:cxn>
                <a:cxn ang="0">
                  <a:pos x="101600" y="44450"/>
                </a:cxn>
                <a:cxn ang="0">
                  <a:pos x="114300" y="69850"/>
                </a:cxn>
                <a:cxn ang="0">
                  <a:pos x="101600" y="95250"/>
                </a:cxn>
                <a:cxn ang="0">
                  <a:pos x="79375" y="104775"/>
                </a:cxn>
                <a:cxn ang="0">
                  <a:pos x="53975" y="95250"/>
                </a:cxn>
                <a:cxn ang="0">
                  <a:pos x="41275" y="69850"/>
                </a:cxn>
                <a:cxn ang="0">
                  <a:pos x="53975" y="44450"/>
                </a:cxn>
                <a:cxn ang="0">
                  <a:pos x="79375" y="34925"/>
                </a:cxn>
                <a:cxn ang="0">
                  <a:pos x="98425" y="50800"/>
                </a:cxn>
                <a:cxn ang="0">
                  <a:pos x="98425" y="50800"/>
                </a:cxn>
                <a:cxn ang="0">
                  <a:pos x="79375" y="41275"/>
                </a:cxn>
                <a:cxn ang="0">
                  <a:pos x="57150" y="50800"/>
                </a:cxn>
                <a:cxn ang="0">
                  <a:pos x="50800" y="69850"/>
                </a:cxn>
                <a:cxn ang="0">
                  <a:pos x="57150" y="88900"/>
                </a:cxn>
                <a:cxn ang="0">
                  <a:pos x="79375" y="98425"/>
                </a:cxn>
                <a:cxn ang="0">
                  <a:pos x="98425" y="88900"/>
                </a:cxn>
                <a:cxn ang="0">
                  <a:pos x="104775" y="69850"/>
                </a:cxn>
                <a:cxn ang="0">
                  <a:pos x="98425" y="50800"/>
                </a:cxn>
                <a:cxn ang="0">
                  <a:pos x="117475" y="28575"/>
                </a:cxn>
                <a:cxn ang="0">
                  <a:pos x="117475" y="28575"/>
                </a:cxn>
                <a:cxn ang="0">
                  <a:pos x="79375" y="12700"/>
                </a:cxn>
                <a:cxn ang="0">
                  <a:pos x="38100" y="28575"/>
                </a:cxn>
                <a:cxn ang="0">
                  <a:pos x="28575" y="104775"/>
                </a:cxn>
                <a:cxn ang="0">
                  <a:pos x="57150" y="123825"/>
                </a:cxn>
                <a:cxn ang="0">
                  <a:pos x="60325" y="127000"/>
                </a:cxn>
                <a:cxn ang="0">
                  <a:pos x="79375" y="146050"/>
                </a:cxn>
                <a:cxn ang="0">
                  <a:pos x="95250" y="127000"/>
                </a:cxn>
                <a:cxn ang="0">
                  <a:pos x="98425" y="123825"/>
                </a:cxn>
                <a:cxn ang="0">
                  <a:pos x="127000" y="104775"/>
                </a:cxn>
                <a:cxn ang="0">
                  <a:pos x="117475" y="28575"/>
                </a:cxn>
              </a:cxnLst>
              <a:rect l="0" t="0" r="0" b="0"/>
              <a:pathLst>
                <a:path w="49" h="51">
                  <a:moveTo>
                    <a:pt x="25" y="0"/>
                  </a:moveTo>
                  <a:cubicBezTo>
                    <a:pt x="31" y="0"/>
                    <a:pt x="36" y="3"/>
                    <a:pt x="40" y="7"/>
                  </a:cubicBezTo>
                  <a:cubicBezTo>
                    <a:pt x="48" y="14"/>
                    <a:pt x="49" y="26"/>
                    <a:pt x="43" y="35"/>
                  </a:cubicBezTo>
                  <a:cubicBezTo>
                    <a:pt x="40" y="38"/>
                    <a:pt x="37" y="41"/>
                    <a:pt x="33" y="43"/>
                  </a:cubicBezTo>
                  <a:cubicBezTo>
                    <a:pt x="26" y="50"/>
                    <a:pt x="26" y="50"/>
                    <a:pt x="26" y="50"/>
                  </a:cubicBezTo>
                  <a:cubicBezTo>
                    <a:pt x="25" y="51"/>
                    <a:pt x="24" y="51"/>
                    <a:pt x="23" y="50"/>
                  </a:cubicBezTo>
                  <a:cubicBezTo>
                    <a:pt x="23" y="50"/>
                    <a:pt x="23" y="50"/>
                    <a:pt x="23" y="50"/>
                  </a:cubicBezTo>
                  <a:cubicBezTo>
                    <a:pt x="23" y="50"/>
                    <a:pt x="23" y="50"/>
                    <a:pt x="23" y="50"/>
                  </a:cubicBezTo>
                  <a:cubicBezTo>
                    <a:pt x="16" y="43"/>
                    <a:pt x="16" y="43"/>
                    <a:pt x="16" y="43"/>
                  </a:cubicBezTo>
                  <a:cubicBezTo>
                    <a:pt x="12" y="41"/>
                    <a:pt x="9" y="38"/>
                    <a:pt x="6" y="35"/>
                  </a:cubicBezTo>
                  <a:cubicBezTo>
                    <a:pt x="0" y="26"/>
                    <a:pt x="1" y="14"/>
                    <a:pt x="9" y="7"/>
                  </a:cubicBezTo>
                  <a:cubicBezTo>
                    <a:pt x="13" y="3"/>
                    <a:pt x="18" y="0"/>
                    <a:pt x="25" y="0"/>
                  </a:cubicBezTo>
                  <a:close/>
                  <a:moveTo>
                    <a:pt x="25" y="11"/>
                  </a:moveTo>
                  <a:cubicBezTo>
                    <a:pt x="25" y="11"/>
                    <a:pt x="25" y="11"/>
                    <a:pt x="25" y="11"/>
                  </a:cubicBezTo>
                  <a:cubicBezTo>
                    <a:pt x="28" y="11"/>
                    <a:pt x="30" y="12"/>
                    <a:pt x="32" y="14"/>
                  </a:cubicBezTo>
                  <a:cubicBezTo>
                    <a:pt x="34" y="16"/>
                    <a:pt x="36" y="19"/>
                    <a:pt x="36" y="22"/>
                  </a:cubicBezTo>
                  <a:cubicBezTo>
                    <a:pt x="36" y="25"/>
                    <a:pt x="34" y="28"/>
                    <a:pt x="32" y="30"/>
                  </a:cubicBezTo>
                  <a:cubicBezTo>
                    <a:pt x="30" y="32"/>
                    <a:pt x="28" y="33"/>
                    <a:pt x="25" y="33"/>
                  </a:cubicBezTo>
                  <a:cubicBezTo>
                    <a:pt x="21" y="33"/>
                    <a:pt x="19" y="32"/>
                    <a:pt x="17" y="30"/>
                  </a:cubicBezTo>
                  <a:cubicBezTo>
                    <a:pt x="15" y="28"/>
                    <a:pt x="13" y="25"/>
                    <a:pt x="13" y="22"/>
                  </a:cubicBezTo>
                  <a:cubicBezTo>
                    <a:pt x="13" y="19"/>
                    <a:pt x="15" y="16"/>
                    <a:pt x="17" y="14"/>
                  </a:cubicBezTo>
                  <a:cubicBezTo>
                    <a:pt x="19" y="12"/>
                    <a:pt x="21" y="11"/>
                    <a:pt x="25" y="11"/>
                  </a:cubicBezTo>
                  <a:close/>
                  <a:moveTo>
                    <a:pt x="31" y="16"/>
                  </a:moveTo>
                  <a:cubicBezTo>
                    <a:pt x="31" y="16"/>
                    <a:pt x="31" y="16"/>
                    <a:pt x="31" y="16"/>
                  </a:cubicBezTo>
                  <a:cubicBezTo>
                    <a:pt x="29" y="14"/>
                    <a:pt x="27" y="13"/>
                    <a:pt x="25" y="13"/>
                  </a:cubicBezTo>
                  <a:cubicBezTo>
                    <a:pt x="22" y="13"/>
                    <a:pt x="20" y="14"/>
                    <a:pt x="18" y="16"/>
                  </a:cubicBezTo>
                  <a:cubicBezTo>
                    <a:pt x="17" y="18"/>
                    <a:pt x="16" y="20"/>
                    <a:pt x="16" y="22"/>
                  </a:cubicBezTo>
                  <a:cubicBezTo>
                    <a:pt x="16" y="25"/>
                    <a:pt x="17" y="27"/>
                    <a:pt x="18" y="28"/>
                  </a:cubicBezTo>
                  <a:cubicBezTo>
                    <a:pt x="20" y="30"/>
                    <a:pt x="22" y="31"/>
                    <a:pt x="25" y="31"/>
                  </a:cubicBezTo>
                  <a:cubicBezTo>
                    <a:pt x="27" y="31"/>
                    <a:pt x="29" y="30"/>
                    <a:pt x="31" y="28"/>
                  </a:cubicBezTo>
                  <a:cubicBezTo>
                    <a:pt x="32" y="27"/>
                    <a:pt x="33" y="25"/>
                    <a:pt x="33" y="22"/>
                  </a:cubicBezTo>
                  <a:cubicBezTo>
                    <a:pt x="33" y="20"/>
                    <a:pt x="32" y="18"/>
                    <a:pt x="31" y="16"/>
                  </a:cubicBezTo>
                  <a:close/>
                  <a:moveTo>
                    <a:pt x="37" y="9"/>
                  </a:moveTo>
                  <a:cubicBezTo>
                    <a:pt x="37" y="9"/>
                    <a:pt x="37" y="9"/>
                    <a:pt x="37" y="9"/>
                  </a:cubicBezTo>
                  <a:cubicBezTo>
                    <a:pt x="34" y="6"/>
                    <a:pt x="30" y="4"/>
                    <a:pt x="25" y="4"/>
                  </a:cubicBezTo>
                  <a:cubicBezTo>
                    <a:pt x="19" y="4"/>
                    <a:pt x="15" y="6"/>
                    <a:pt x="12" y="9"/>
                  </a:cubicBezTo>
                  <a:cubicBezTo>
                    <a:pt x="5" y="16"/>
                    <a:pt x="5" y="25"/>
                    <a:pt x="9" y="33"/>
                  </a:cubicBezTo>
                  <a:cubicBezTo>
                    <a:pt x="12" y="36"/>
                    <a:pt x="14" y="38"/>
                    <a:pt x="18" y="39"/>
                  </a:cubicBezTo>
                  <a:cubicBezTo>
                    <a:pt x="18" y="39"/>
                    <a:pt x="18" y="39"/>
                    <a:pt x="19" y="40"/>
                  </a:cubicBezTo>
                  <a:cubicBezTo>
                    <a:pt x="25" y="46"/>
                    <a:pt x="25" y="46"/>
                    <a:pt x="25" y="46"/>
                  </a:cubicBezTo>
                  <a:cubicBezTo>
                    <a:pt x="30" y="40"/>
                    <a:pt x="30" y="40"/>
                    <a:pt x="30" y="40"/>
                  </a:cubicBezTo>
                  <a:cubicBezTo>
                    <a:pt x="31" y="39"/>
                    <a:pt x="31" y="39"/>
                    <a:pt x="31" y="39"/>
                  </a:cubicBezTo>
                  <a:cubicBezTo>
                    <a:pt x="35" y="38"/>
                    <a:pt x="37" y="36"/>
                    <a:pt x="40" y="33"/>
                  </a:cubicBezTo>
                  <a:cubicBezTo>
                    <a:pt x="44" y="25"/>
                    <a:pt x="44" y="16"/>
                    <a:pt x="37" y="9"/>
                  </a:cubicBezTo>
                  <a:close/>
                </a:path>
              </a:pathLst>
            </a:custGeom>
            <a:solidFill>
              <a:schemeClr val="bg1"/>
            </a:solidFill>
            <a:ln>
              <a:noFill/>
            </a:ln>
            <a:effectLst/>
          </p:spPr>
          <p:txBody>
            <a:bodyPr wrap="square" lIns="19050" tIns="19050" rIns="19050" bIns="19050" anchor="ctr">
              <a:noAutofit/>
            </a:bodyPr>
            <a:lstStyle/>
            <a:p>
              <a:pPr lvl="0" algn="ctr" defTabSz="228600" fontAlgn="base" hangingPunct="0">
                <a:buClrTx/>
                <a:buSzTx/>
                <a:buFontTx/>
                <a:defRPr/>
              </a:pPr>
              <a:endParaRPr lang="en-US" noProof="0">
                <a:ln>
                  <a:noFill/>
                </a:ln>
                <a:solidFill>
                  <a:schemeClr val="tx1">
                    <a:lumMod val="85000"/>
                    <a:lumOff val="15000"/>
                  </a:schemeClr>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83" name="Freeform 160">
              <a:extLst>
                <a:ext uri="{FF2B5EF4-FFF2-40B4-BE49-F238E27FC236}">
                  <a16:creationId xmlns:a16="http://schemas.microsoft.com/office/drawing/2014/main" id="{A9095479-4F55-4C18-AEC2-9633C5C4F700}"/>
                </a:ext>
              </a:extLst>
            </p:cNvPr>
            <p:cNvSpPr>
              <a:spLocks noEditPoints="1"/>
            </p:cNvSpPr>
            <p:nvPr/>
          </p:nvSpPr>
          <p:spPr bwMode="auto">
            <a:xfrm>
              <a:off x="11362" y="5375"/>
              <a:ext cx="668" cy="772"/>
            </a:xfrm>
            <a:custGeom>
              <a:avLst/>
              <a:gdLst/>
              <a:ahLst/>
              <a:cxnLst>
                <a:cxn ang="0">
                  <a:pos x="121934" y="104775"/>
                </a:cxn>
                <a:cxn ang="0">
                  <a:pos x="141187" y="114300"/>
                </a:cxn>
                <a:cxn ang="0">
                  <a:pos x="141187" y="114300"/>
                </a:cxn>
                <a:cxn ang="0">
                  <a:pos x="150813" y="133350"/>
                </a:cxn>
                <a:cxn ang="0">
                  <a:pos x="121934" y="161925"/>
                </a:cxn>
                <a:cxn ang="0">
                  <a:pos x="93055" y="133350"/>
                </a:cxn>
                <a:cxn ang="0">
                  <a:pos x="96264" y="123825"/>
                </a:cxn>
                <a:cxn ang="0">
                  <a:pos x="67385" y="107950"/>
                </a:cxn>
                <a:cxn ang="0">
                  <a:pos x="64176" y="107950"/>
                </a:cxn>
                <a:cxn ang="0">
                  <a:pos x="64176" y="107950"/>
                </a:cxn>
                <a:cxn ang="0">
                  <a:pos x="38505" y="117475"/>
                </a:cxn>
                <a:cxn ang="0">
                  <a:pos x="0" y="82550"/>
                </a:cxn>
                <a:cxn ang="0">
                  <a:pos x="38505" y="44450"/>
                </a:cxn>
                <a:cxn ang="0">
                  <a:pos x="64176" y="53975"/>
                </a:cxn>
                <a:cxn ang="0">
                  <a:pos x="64176" y="53975"/>
                </a:cxn>
                <a:cxn ang="0">
                  <a:pos x="64176" y="53975"/>
                </a:cxn>
                <a:cxn ang="0">
                  <a:pos x="67385" y="57150"/>
                </a:cxn>
                <a:cxn ang="0">
                  <a:pos x="96264" y="38100"/>
                </a:cxn>
                <a:cxn ang="0">
                  <a:pos x="93055" y="28575"/>
                </a:cxn>
                <a:cxn ang="0">
                  <a:pos x="121934" y="0"/>
                </a:cxn>
                <a:cxn ang="0">
                  <a:pos x="150813" y="28575"/>
                </a:cxn>
                <a:cxn ang="0">
                  <a:pos x="121934" y="57150"/>
                </a:cxn>
                <a:cxn ang="0">
                  <a:pos x="102681" y="47625"/>
                </a:cxn>
                <a:cxn ang="0">
                  <a:pos x="102681" y="47625"/>
                </a:cxn>
                <a:cxn ang="0">
                  <a:pos x="73802" y="66675"/>
                </a:cxn>
                <a:cxn ang="0">
                  <a:pos x="77011" y="82550"/>
                </a:cxn>
                <a:cxn ang="0">
                  <a:pos x="73802" y="95250"/>
                </a:cxn>
                <a:cxn ang="0">
                  <a:pos x="102681" y="114300"/>
                </a:cxn>
                <a:cxn ang="0">
                  <a:pos x="102681" y="114300"/>
                </a:cxn>
                <a:cxn ang="0">
                  <a:pos x="102681" y="114300"/>
                </a:cxn>
                <a:cxn ang="0">
                  <a:pos x="102681" y="114300"/>
                </a:cxn>
                <a:cxn ang="0">
                  <a:pos x="121934" y="104775"/>
                </a:cxn>
                <a:cxn ang="0">
                  <a:pos x="134769" y="120650"/>
                </a:cxn>
                <a:cxn ang="0">
                  <a:pos x="134769" y="120650"/>
                </a:cxn>
                <a:cxn ang="0">
                  <a:pos x="121934" y="117475"/>
                </a:cxn>
                <a:cxn ang="0">
                  <a:pos x="112308" y="120650"/>
                </a:cxn>
                <a:cxn ang="0">
                  <a:pos x="112308" y="120650"/>
                </a:cxn>
                <a:cxn ang="0">
                  <a:pos x="105890" y="133350"/>
                </a:cxn>
                <a:cxn ang="0">
                  <a:pos x="121934" y="149225"/>
                </a:cxn>
                <a:cxn ang="0">
                  <a:pos x="137978" y="133350"/>
                </a:cxn>
                <a:cxn ang="0">
                  <a:pos x="134769" y="120650"/>
                </a:cxn>
                <a:cxn ang="0">
                  <a:pos x="134769" y="120650"/>
                </a:cxn>
                <a:cxn ang="0">
                  <a:pos x="54549" y="63500"/>
                </a:cxn>
                <a:cxn ang="0">
                  <a:pos x="54549" y="63500"/>
                </a:cxn>
                <a:cxn ang="0">
                  <a:pos x="38505" y="57150"/>
                </a:cxn>
                <a:cxn ang="0">
                  <a:pos x="12835" y="82550"/>
                </a:cxn>
                <a:cxn ang="0">
                  <a:pos x="38505" y="107950"/>
                </a:cxn>
                <a:cxn ang="0">
                  <a:pos x="54549" y="98425"/>
                </a:cxn>
                <a:cxn ang="0">
                  <a:pos x="54549" y="98425"/>
                </a:cxn>
                <a:cxn ang="0">
                  <a:pos x="64176" y="82550"/>
                </a:cxn>
                <a:cxn ang="0">
                  <a:pos x="54549" y="63500"/>
                </a:cxn>
                <a:cxn ang="0">
                  <a:pos x="54549" y="63500"/>
                </a:cxn>
                <a:cxn ang="0">
                  <a:pos x="121934" y="12700"/>
                </a:cxn>
                <a:cxn ang="0">
                  <a:pos x="121934" y="12700"/>
                </a:cxn>
                <a:cxn ang="0">
                  <a:pos x="105890" y="28575"/>
                </a:cxn>
                <a:cxn ang="0">
                  <a:pos x="109099" y="38100"/>
                </a:cxn>
                <a:cxn ang="0">
                  <a:pos x="109099" y="38100"/>
                </a:cxn>
                <a:cxn ang="0">
                  <a:pos x="112308" y="41275"/>
                </a:cxn>
                <a:cxn ang="0">
                  <a:pos x="112308" y="41275"/>
                </a:cxn>
                <a:cxn ang="0">
                  <a:pos x="121934" y="44450"/>
                </a:cxn>
                <a:cxn ang="0">
                  <a:pos x="137978" y="28575"/>
                </a:cxn>
                <a:cxn ang="0">
                  <a:pos x="121934" y="12700"/>
                </a:cxn>
              </a:cxnLst>
              <a:rect l="0" t="0" r="0" b="0"/>
              <a:pathLst>
                <a:path w="47" h="51">
                  <a:moveTo>
                    <a:pt x="38" y="33"/>
                  </a:moveTo>
                  <a:cubicBezTo>
                    <a:pt x="41" y="33"/>
                    <a:pt x="43" y="34"/>
                    <a:pt x="44" y="36"/>
                  </a:cubicBezTo>
                  <a:cubicBezTo>
                    <a:pt x="44" y="36"/>
                    <a:pt x="44" y="36"/>
                    <a:pt x="44" y="36"/>
                  </a:cubicBezTo>
                  <a:cubicBezTo>
                    <a:pt x="46" y="37"/>
                    <a:pt x="47" y="40"/>
                    <a:pt x="47" y="42"/>
                  </a:cubicBezTo>
                  <a:cubicBezTo>
                    <a:pt x="47" y="47"/>
                    <a:pt x="43" y="51"/>
                    <a:pt x="38" y="51"/>
                  </a:cubicBezTo>
                  <a:cubicBezTo>
                    <a:pt x="33" y="51"/>
                    <a:pt x="29" y="47"/>
                    <a:pt x="29" y="42"/>
                  </a:cubicBezTo>
                  <a:cubicBezTo>
                    <a:pt x="29" y="41"/>
                    <a:pt x="30" y="40"/>
                    <a:pt x="30" y="39"/>
                  </a:cubicBezTo>
                  <a:cubicBezTo>
                    <a:pt x="21" y="34"/>
                    <a:pt x="21" y="34"/>
                    <a:pt x="21" y="34"/>
                  </a:cubicBezTo>
                  <a:cubicBezTo>
                    <a:pt x="21" y="34"/>
                    <a:pt x="20" y="34"/>
                    <a:pt x="20" y="34"/>
                  </a:cubicBezTo>
                  <a:cubicBezTo>
                    <a:pt x="20" y="34"/>
                    <a:pt x="20" y="34"/>
                    <a:pt x="20" y="34"/>
                  </a:cubicBezTo>
                  <a:cubicBezTo>
                    <a:pt x="18" y="36"/>
                    <a:pt x="15" y="37"/>
                    <a:pt x="12" y="37"/>
                  </a:cubicBezTo>
                  <a:cubicBezTo>
                    <a:pt x="5" y="37"/>
                    <a:pt x="0" y="32"/>
                    <a:pt x="0" y="26"/>
                  </a:cubicBezTo>
                  <a:cubicBezTo>
                    <a:pt x="0" y="19"/>
                    <a:pt x="5" y="14"/>
                    <a:pt x="12" y="14"/>
                  </a:cubicBezTo>
                  <a:cubicBezTo>
                    <a:pt x="15" y="14"/>
                    <a:pt x="18" y="15"/>
                    <a:pt x="20" y="17"/>
                  </a:cubicBezTo>
                  <a:cubicBezTo>
                    <a:pt x="20" y="17"/>
                    <a:pt x="20" y="17"/>
                    <a:pt x="20" y="17"/>
                  </a:cubicBezTo>
                  <a:cubicBezTo>
                    <a:pt x="20" y="17"/>
                    <a:pt x="20" y="17"/>
                    <a:pt x="20" y="17"/>
                  </a:cubicBezTo>
                  <a:cubicBezTo>
                    <a:pt x="20" y="17"/>
                    <a:pt x="21" y="17"/>
                    <a:pt x="21" y="18"/>
                  </a:cubicBezTo>
                  <a:cubicBezTo>
                    <a:pt x="30" y="12"/>
                    <a:pt x="30" y="12"/>
                    <a:pt x="30" y="12"/>
                  </a:cubicBezTo>
                  <a:cubicBezTo>
                    <a:pt x="30" y="11"/>
                    <a:pt x="29" y="10"/>
                    <a:pt x="29" y="9"/>
                  </a:cubicBezTo>
                  <a:cubicBezTo>
                    <a:pt x="29" y="4"/>
                    <a:pt x="33" y="0"/>
                    <a:pt x="38" y="0"/>
                  </a:cubicBezTo>
                  <a:cubicBezTo>
                    <a:pt x="43" y="0"/>
                    <a:pt x="47" y="4"/>
                    <a:pt x="47" y="9"/>
                  </a:cubicBezTo>
                  <a:cubicBezTo>
                    <a:pt x="47" y="14"/>
                    <a:pt x="43" y="18"/>
                    <a:pt x="38" y="18"/>
                  </a:cubicBezTo>
                  <a:cubicBezTo>
                    <a:pt x="36" y="18"/>
                    <a:pt x="34" y="17"/>
                    <a:pt x="32" y="15"/>
                  </a:cubicBezTo>
                  <a:cubicBezTo>
                    <a:pt x="32" y="15"/>
                    <a:pt x="32" y="15"/>
                    <a:pt x="32" y="15"/>
                  </a:cubicBezTo>
                  <a:cubicBezTo>
                    <a:pt x="23" y="21"/>
                    <a:pt x="23" y="21"/>
                    <a:pt x="23" y="21"/>
                  </a:cubicBezTo>
                  <a:cubicBezTo>
                    <a:pt x="23" y="22"/>
                    <a:pt x="24" y="24"/>
                    <a:pt x="24" y="26"/>
                  </a:cubicBezTo>
                  <a:cubicBezTo>
                    <a:pt x="24" y="27"/>
                    <a:pt x="23" y="29"/>
                    <a:pt x="23" y="30"/>
                  </a:cubicBezTo>
                  <a:cubicBezTo>
                    <a:pt x="32" y="36"/>
                    <a:pt x="32" y="36"/>
                    <a:pt x="32" y="36"/>
                  </a:cubicBezTo>
                  <a:cubicBezTo>
                    <a:pt x="32" y="36"/>
                    <a:pt x="32" y="36"/>
                    <a:pt x="32" y="36"/>
                  </a:cubicBezTo>
                  <a:cubicBezTo>
                    <a:pt x="32" y="36"/>
                    <a:pt x="32" y="36"/>
                    <a:pt x="32" y="36"/>
                  </a:cubicBezTo>
                  <a:cubicBezTo>
                    <a:pt x="32" y="36"/>
                    <a:pt x="32" y="36"/>
                    <a:pt x="32" y="36"/>
                  </a:cubicBezTo>
                  <a:cubicBezTo>
                    <a:pt x="34" y="34"/>
                    <a:pt x="36" y="33"/>
                    <a:pt x="38" y="33"/>
                  </a:cubicBezTo>
                  <a:close/>
                  <a:moveTo>
                    <a:pt x="42" y="38"/>
                  </a:moveTo>
                  <a:cubicBezTo>
                    <a:pt x="42" y="38"/>
                    <a:pt x="42" y="38"/>
                    <a:pt x="42" y="38"/>
                  </a:cubicBezTo>
                  <a:cubicBezTo>
                    <a:pt x="41" y="38"/>
                    <a:pt x="40" y="37"/>
                    <a:pt x="38" y="37"/>
                  </a:cubicBezTo>
                  <a:cubicBezTo>
                    <a:pt x="37" y="37"/>
                    <a:pt x="36" y="38"/>
                    <a:pt x="35" y="38"/>
                  </a:cubicBezTo>
                  <a:cubicBezTo>
                    <a:pt x="35" y="38"/>
                    <a:pt x="35" y="38"/>
                    <a:pt x="35" y="38"/>
                  </a:cubicBezTo>
                  <a:cubicBezTo>
                    <a:pt x="34" y="39"/>
                    <a:pt x="33" y="41"/>
                    <a:pt x="33" y="42"/>
                  </a:cubicBezTo>
                  <a:cubicBezTo>
                    <a:pt x="33" y="45"/>
                    <a:pt x="36" y="47"/>
                    <a:pt x="38" y="47"/>
                  </a:cubicBezTo>
                  <a:cubicBezTo>
                    <a:pt x="41" y="47"/>
                    <a:pt x="43" y="45"/>
                    <a:pt x="43" y="42"/>
                  </a:cubicBezTo>
                  <a:cubicBezTo>
                    <a:pt x="43" y="41"/>
                    <a:pt x="43" y="39"/>
                    <a:pt x="42" y="38"/>
                  </a:cubicBezTo>
                  <a:cubicBezTo>
                    <a:pt x="42" y="38"/>
                    <a:pt x="42" y="38"/>
                    <a:pt x="42" y="38"/>
                  </a:cubicBezTo>
                  <a:close/>
                  <a:moveTo>
                    <a:pt x="17" y="20"/>
                  </a:moveTo>
                  <a:cubicBezTo>
                    <a:pt x="17" y="20"/>
                    <a:pt x="17" y="20"/>
                    <a:pt x="17" y="20"/>
                  </a:cubicBezTo>
                  <a:cubicBezTo>
                    <a:pt x="16" y="18"/>
                    <a:pt x="14" y="18"/>
                    <a:pt x="12" y="18"/>
                  </a:cubicBezTo>
                  <a:cubicBezTo>
                    <a:pt x="7" y="18"/>
                    <a:pt x="4" y="21"/>
                    <a:pt x="4" y="26"/>
                  </a:cubicBezTo>
                  <a:cubicBezTo>
                    <a:pt x="4" y="30"/>
                    <a:pt x="7" y="34"/>
                    <a:pt x="12" y="34"/>
                  </a:cubicBezTo>
                  <a:cubicBezTo>
                    <a:pt x="14" y="34"/>
                    <a:pt x="16" y="33"/>
                    <a:pt x="17" y="31"/>
                  </a:cubicBezTo>
                  <a:cubicBezTo>
                    <a:pt x="17" y="31"/>
                    <a:pt x="17" y="31"/>
                    <a:pt x="17" y="31"/>
                  </a:cubicBezTo>
                  <a:cubicBezTo>
                    <a:pt x="19" y="30"/>
                    <a:pt x="20" y="28"/>
                    <a:pt x="20" y="26"/>
                  </a:cubicBezTo>
                  <a:cubicBezTo>
                    <a:pt x="20" y="23"/>
                    <a:pt x="19" y="21"/>
                    <a:pt x="17" y="20"/>
                  </a:cubicBezTo>
                  <a:cubicBezTo>
                    <a:pt x="17" y="20"/>
                    <a:pt x="17" y="20"/>
                    <a:pt x="17" y="20"/>
                  </a:cubicBezTo>
                  <a:close/>
                  <a:moveTo>
                    <a:pt x="38" y="4"/>
                  </a:moveTo>
                  <a:cubicBezTo>
                    <a:pt x="38" y="4"/>
                    <a:pt x="38" y="4"/>
                    <a:pt x="38" y="4"/>
                  </a:cubicBezTo>
                  <a:cubicBezTo>
                    <a:pt x="36" y="4"/>
                    <a:pt x="33" y="7"/>
                    <a:pt x="33" y="9"/>
                  </a:cubicBezTo>
                  <a:cubicBezTo>
                    <a:pt x="33" y="10"/>
                    <a:pt x="34" y="11"/>
                    <a:pt x="34" y="12"/>
                  </a:cubicBezTo>
                  <a:cubicBezTo>
                    <a:pt x="34" y="12"/>
                    <a:pt x="34" y="12"/>
                    <a:pt x="34" y="12"/>
                  </a:cubicBezTo>
                  <a:cubicBezTo>
                    <a:pt x="34" y="12"/>
                    <a:pt x="34" y="12"/>
                    <a:pt x="35" y="13"/>
                  </a:cubicBezTo>
                  <a:cubicBezTo>
                    <a:pt x="35" y="13"/>
                    <a:pt x="35" y="13"/>
                    <a:pt x="35" y="13"/>
                  </a:cubicBezTo>
                  <a:cubicBezTo>
                    <a:pt x="36" y="14"/>
                    <a:pt x="37" y="14"/>
                    <a:pt x="38" y="14"/>
                  </a:cubicBezTo>
                  <a:cubicBezTo>
                    <a:pt x="41" y="14"/>
                    <a:pt x="43" y="12"/>
                    <a:pt x="43" y="9"/>
                  </a:cubicBezTo>
                  <a:cubicBezTo>
                    <a:pt x="43" y="7"/>
                    <a:pt x="41" y="4"/>
                    <a:pt x="38" y="4"/>
                  </a:cubicBezTo>
                  <a:close/>
                </a:path>
              </a:pathLst>
            </a:custGeom>
            <a:solidFill>
              <a:schemeClr val="bg1"/>
            </a:solidFill>
            <a:ln>
              <a:noFill/>
            </a:ln>
            <a:effectLst/>
          </p:spPr>
          <p:txBody>
            <a:bodyPr wrap="square" lIns="19050" tIns="19050" rIns="19050" bIns="19050" anchor="ctr">
              <a:noAutofit/>
            </a:bodyPr>
            <a:lstStyle/>
            <a:p>
              <a:pPr lvl="0" algn="ctr" defTabSz="228600" fontAlgn="base" hangingPunct="0">
                <a:buClrTx/>
                <a:buSzTx/>
                <a:buFontTx/>
                <a:defRPr/>
              </a:pPr>
              <a:endParaRPr lang="en-US" noProof="0">
                <a:ln>
                  <a:noFill/>
                </a:ln>
                <a:solidFill>
                  <a:schemeClr val="tx1">
                    <a:lumMod val="85000"/>
                    <a:lumOff val="15000"/>
                  </a:schemeClr>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84" name="Rectangle 60">
              <a:extLst>
                <a:ext uri="{FF2B5EF4-FFF2-40B4-BE49-F238E27FC236}">
                  <a16:creationId xmlns:a16="http://schemas.microsoft.com/office/drawing/2014/main" id="{F73D0666-0072-4BC1-B101-61E9D144325B}"/>
                </a:ext>
              </a:extLst>
            </p:cNvPr>
            <p:cNvSpPr/>
            <p:nvPr/>
          </p:nvSpPr>
          <p:spPr>
            <a:xfrm>
              <a:off x="8375" y="5299"/>
              <a:ext cx="2449" cy="969"/>
            </a:xfrm>
            <a:prstGeom prst="rect">
              <a:avLst/>
            </a:prstGeom>
          </p:spPr>
          <p:txBody>
            <a:bodyPr wrap="square" lIns="0" tIns="0" rIns="0" bIns="0">
              <a:spAutoFit/>
            </a:bodyPr>
            <a:lstStyle/>
            <a:p>
              <a:pPr algn="ctr"/>
              <a:r>
                <a:rPr lang="en-US" altLang="zh-CN" sz="2000">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YOUR </a:t>
              </a:r>
            </a:p>
            <a:p>
              <a:pPr algn="ctr"/>
              <a:r>
                <a:rPr lang="en-US" altLang="zh-CN" sz="2000">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TEXT</a:t>
              </a:r>
            </a:p>
          </p:txBody>
        </p:sp>
      </p:grpSp>
    </p:spTree>
    <p:extLst>
      <p:ext uri="{BB962C8B-B14F-4D97-AF65-F5344CB8AC3E}">
        <p14:creationId xmlns:p14="http://schemas.microsoft.com/office/powerpoint/2010/main" val="4140956502"/>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http://schemas.microsoft.com/office/powerpoint/2012/main" xmlns:a16="http://schemas.microsoft.com/office/drawing/2014/main" xmlns="">
      <p:transition spd="slow" advTm="3000">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a:extLst>
              <a:ext uri="{FF2B5EF4-FFF2-40B4-BE49-F238E27FC236}">
                <a16:creationId xmlns:a16="http://schemas.microsoft.com/office/drawing/2014/main" id="{CA57493C-2C5C-4E8E-BA85-A963081D7B25}"/>
              </a:ext>
            </a:extLst>
          </p:cNvPr>
          <p:cNvGrpSpPr/>
          <p:nvPr/>
        </p:nvGrpSpPr>
        <p:grpSpPr>
          <a:xfrm>
            <a:off x="1622707" y="363109"/>
            <a:ext cx="3570339" cy="646331"/>
            <a:chOff x="1622706" y="363107"/>
            <a:chExt cx="3570339" cy="646331"/>
          </a:xfrm>
        </p:grpSpPr>
        <p:sp>
          <p:nvSpPr>
            <p:cNvPr id="19" name="文本框 18">
              <a:extLst>
                <a:ext uri="{FF2B5EF4-FFF2-40B4-BE49-F238E27FC236}">
                  <a16:creationId xmlns:a16="http://schemas.microsoft.com/office/drawing/2014/main" id="{A59BDBD6-33C1-464B-9590-35C25D3D12E5}"/>
                </a:ext>
              </a:extLst>
            </p:cNvPr>
            <p:cNvSpPr txBox="1"/>
            <p:nvPr userDrawn="1"/>
          </p:nvSpPr>
          <p:spPr>
            <a:xfrm>
              <a:off x="1622706" y="363107"/>
              <a:ext cx="357033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工作完成情况</a:t>
              </a:r>
            </a:p>
          </p:txBody>
        </p:sp>
        <p:sp>
          <p:nvSpPr>
            <p:cNvPr id="20" name="文本框 19">
              <a:extLst>
                <a:ext uri="{FF2B5EF4-FFF2-40B4-BE49-F238E27FC236}">
                  <a16:creationId xmlns:a16="http://schemas.microsoft.com/office/drawing/2014/main" id="{7656B59C-1441-40D1-80EA-3A780D5FE50B}"/>
                </a:ext>
              </a:extLst>
            </p:cNvPr>
            <p:cNvSpPr txBox="1"/>
            <p:nvPr userDrawn="1"/>
          </p:nvSpPr>
          <p:spPr>
            <a:xfrm>
              <a:off x="1622706" y="732439"/>
              <a:ext cx="357033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Use "Title Only" Layout</a:t>
              </a:r>
              <a:endParaRPr kumimoji="0" lang="zh-CN" altLang="en-US"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grpSp>
        <p:nvGrpSpPr>
          <p:cNvPr id="21" name="组合 20">
            <a:extLst>
              <a:ext uri="{FF2B5EF4-FFF2-40B4-BE49-F238E27FC236}">
                <a16:creationId xmlns:a16="http://schemas.microsoft.com/office/drawing/2014/main" id="{9BDDED26-1C40-4756-8076-2C63166C4507}"/>
              </a:ext>
            </a:extLst>
          </p:cNvPr>
          <p:cNvGrpSpPr/>
          <p:nvPr/>
        </p:nvGrpSpPr>
        <p:grpSpPr>
          <a:xfrm>
            <a:off x="1572897" y="2012951"/>
            <a:ext cx="9045575" cy="3806825"/>
            <a:chOff x="2477" y="3170"/>
            <a:chExt cx="14245" cy="5995"/>
          </a:xfrm>
        </p:grpSpPr>
        <p:grpSp>
          <p:nvGrpSpPr>
            <p:cNvPr id="22" name="组合 21">
              <a:extLst>
                <a:ext uri="{FF2B5EF4-FFF2-40B4-BE49-F238E27FC236}">
                  <a16:creationId xmlns:a16="http://schemas.microsoft.com/office/drawing/2014/main" id="{9C391323-3507-4EBD-92B2-911329913B20}"/>
                </a:ext>
              </a:extLst>
            </p:cNvPr>
            <p:cNvGrpSpPr/>
            <p:nvPr/>
          </p:nvGrpSpPr>
          <p:grpSpPr>
            <a:xfrm>
              <a:off x="10754" y="3170"/>
              <a:ext cx="5967" cy="1254"/>
              <a:chOff x="11347" y="3326"/>
              <a:chExt cx="5805" cy="1220"/>
            </a:xfrm>
          </p:grpSpPr>
          <p:sp>
            <p:nvSpPr>
              <p:cNvPr id="49" name="Rectangle 60">
                <a:extLst>
                  <a:ext uri="{FF2B5EF4-FFF2-40B4-BE49-F238E27FC236}">
                    <a16:creationId xmlns:a16="http://schemas.microsoft.com/office/drawing/2014/main" id="{056B74DA-C801-4697-AFEC-95E18DC5037A}"/>
                  </a:ext>
                </a:extLst>
              </p:cNvPr>
              <p:cNvSpPr/>
              <p:nvPr/>
            </p:nvSpPr>
            <p:spPr>
              <a:xfrm>
                <a:off x="12248" y="3326"/>
                <a:ext cx="2429" cy="471"/>
              </a:xfrm>
              <a:prstGeom prst="rect">
                <a:avLst/>
              </a:prstGeom>
            </p:spPr>
            <p:txBody>
              <a:bodyPr wrap="square" lIns="0" tIns="0" rIns="0" bIns="0">
                <a:spAutoFit/>
              </a:bodyPr>
              <a:lstStyle/>
              <a:p>
                <a:pPr algn="l"/>
                <a:r>
                  <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50" name="TextBox 59">
                <a:extLst>
                  <a:ext uri="{FF2B5EF4-FFF2-40B4-BE49-F238E27FC236}">
                    <a16:creationId xmlns:a16="http://schemas.microsoft.com/office/drawing/2014/main" id="{BAB745B8-BC82-41CA-A1D2-02B2F6B98DED}"/>
                  </a:ext>
                </a:extLst>
              </p:cNvPr>
              <p:cNvSpPr txBox="1"/>
              <p:nvPr/>
            </p:nvSpPr>
            <p:spPr>
              <a:xfrm>
                <a:off x="12248" y="3804"/>
                <a:ext cx="4904" cy="742"/>
              </a:xfrm>
              <a:prstGeom prst="rect">
                <a:avLst/>
              </a:prstGeom>
              <a:noFill/>
            </p:spPr>
            <p:txBody>
              <a:bodyPr wrap="square" lIns="0" tIns="0" rIns="0" bIns="0" rtlCol="0">
                <a:spAutoFit/>
              </a:bodyPr>
              <a:lstStyle/>
              <a:p>
                <a:pPr algn="l" defTabSz="1219200">
                  <a:lnSpc>
                    <a:spcPct val="150000"/>
                  </a:lnSpc>
                  <a:spcBef>
                    <a:spcPts val="20"/>
                  </a:spcBef>
                  <a:spcAft>
                    <a:spcPct val="0"/>
                  </a:spcAft>
                  <a:defRPr/>
                </a:pPr>
                <a:r>
                  <a:rPr 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大X可调节。请输入您的内容，文字可修改，大X可调节。请输入您的内容，</a:t>
                </a:r>
                <a:endParaRPr lang="zh-CN" alt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51" name="Freeform 387">
                <a:extLst>
                  <a:ext uri="{FF2B5EF4-FFF2-40B4-BE49-F238E27FC236}">
                    <a16:creationId xmlns:a16="http://schemas.microsoft.com/office/drawing/2014/main" id="{7122A1FE-8609-4C54-8C59-A1BB8DDAF163}"/>
                  </a:ext>
                </a:extLst>
              </p:cNvPr>
              <p:cNvSpPr>
                <a:spLocks noEditPoints="1"/>
              </p:cNvSpPr>
              <p:nvPr/>
            </p:nvSpPr>
            <p:spPr bwMode="auto">
              <a:xfrm>
                <a:off x="11347" y="3510"/>
                <a:ext cx="587" cy="690"/>
              </a:xfrm>
              <a:custGeom>
                <a:avLst/>
                <a:gdLst/>
                <a:ahLst/>
                <a:cxnLst>
                  <a:cxn ang="0">
                    <a:pos x="88900" y="107950"/>
                  </a:cxn>
                  <a:cxn ang="0">
                    <a:pos x="44450" y="107950"/>
                  </a:cxn>
                  <a:cxn ang="0">
                    <a:pos x="31750" y="111125"/>
                  </a:cxn>
                  <a:cxn ang="0">
                    <a:pos x="12700" y="139700"/>
                  </a:cxn>
                  <a:cxn ang="0">
                    <a:pos x="12700" y="146050"/>
                  </a:cxn>
                  <a:cxn ang="0">
                    <a:pos x="120650" y="146050"/>
                  </a:cxn>
                  <a:cxn ang="0">
                    <a:pos x="120650" y="139700"/>
                  </a:cxn>
                  <a:cxn ang="0">
                    <a:pos x="104775" y="114300"/>
                  </a:cxn>
                  <a:cxn ang="0">
                    <a:pos x="101600" y="111125"/>
                  </a:cxn>
                  <a:cxn ang="0">
                    <a:pos x="95250" y="107950"/>
                  </a:cxn>
                  <a:cxn ang="0">
                    <a:pos x="88900" y="107950"/>
                  </a:cxn>
                  <a:cxn ang="0">
                    <a:pos x="92075" y="95250"/>
                  </a:cxn>
                  <a:cxn ang="0">
                    <a:pos x="92075" y="95250"/>
                  </a:cxn>
                  <a:cxn ang="0">
                    <a:pos x="98425" y="95250"/>
                  </a:cxn>
                  <a:cxn ang="0">
                    <a:pos x="104775" y="98425"/>
                  </a:cxn>
                  <a:cxn ang="0">
                    <a:pos x="133350" y="139700"/>
                  </a:cxn>
                  <a:cxn ang="0">
                    <a:pos x="133350" y="149225"/>
                  </a:cxn>
                  <a:cxn ang="0">
                    <a:pos x="127000" y="155575"/>
                  </a:cxn>
                  <a:cxn ang="0">
                    <a:pos x="127000" y="155575"/>
                  </a:cxn>
                  <a:cxn ang="0">
                    <a:pos x="6350" y="155575"/>
                  </a:cxn>
                  <a:cxn ang="0">
                    <a:pos x="0" y="149225"/>
                  </a:cxn>
                  <a:cxn ang="0">
                    <a:pos x="0" y="149225"/>
                  </a:cxn>
                  <a:cxn ang="0">
                    <a:pos x="0" y="139700"/>
                  </a:cxn>
                  <a:cxn ang="0">
                    <a:pos x="25400" y="98425"/>
                  </a:cxn>
                  <a:cxn ang="0">
                    <a:pos x="38100" y="95250"/>
                  </a:cxn>
                  <a:cxn ang="0">
                    <a:pos x="12700" y="50800"/>
                  </a:cxn>
                  <a:cxn ang="0">
                    <a:pos x="66675" y="0"/>
                  </a:cxn>
                  <a:cxn ang="0">
                    <a:pos x="117475" y="50800"/>
                  </a:cxn>
                  <a:cxn ang="0">
                    <a:pos x="92075" y="95250"/>
                  </a:cxn>
                  <a:cxn ang="0">
                    <a:pos x="66675" y="9525"/>
                  </a:cxn>
                  <a:cxn ang="0">
                    <a:pos x="66675" y="9525"/>
                  </a:cxn>
                  <a:cxn ang="0">
                    <a:pos x="28575" y="34925"/>
                  </a:cxn>
                  <a:cxn ang="0">
                    <a:pos x="25400" y="50800"/>
                  </a:cxn>
                  <a:cxn ang="0">
                    <a:pos x="50800" y="88900"/>
                  </a:cxn>
                  <a:cxn ang="0">
                    <a:pos x="82550" y="88900"/>
                  </a:cxn>
                  <a:cxn ang="0">
                    <a:pos x="104775" y="50800"/>
                  </a:cxn>
                  <a:cxn ang="0">
                    <a:pos x="66675" y="9525"/>
                  </a:cxn>
                </a:cxnLst>
                <a:rect l="0" t="0" r="0" b="0"/>
                <a:pathLst>
                  <a:path w="42" h="49">
                    <a:moveTo>
                      <a:pt x="28" y="34"/>
                    </a:moveTo>
                    <a:cubicBezTo>
                      <a:pt x="14" y="34"/>
                      <a:pt x="14" y="34"/>
                      <a:pt x="14" y="34"/>
                    </a:cubicBezTo>
                    <a:cubicBezTo>
                      <a:pt x="12" y="34"/>
                      <a:pt x="11" y="34"/>
                      <a:pt x="10" y="35"/>
                    </a:cubicBezTo>
                    <a:cubicBezTo>
                      <a:pt x="6" y="36"/>
                      <a:pt x="4" y="40"/>
                      <a:pt x="4" y="44"/>
                    </a:cubicBezTo>
                    <a:cubicBezTo>
                      <a:pt x="4" y="46"/>
                      <a:pt x="4" y="46"/>
                      <a:pt x="4" y="46"/>
                    </a:cubicBezTo>
                    <a:cubicBezTo>
                      <a:pt x="38" y="46"/>
                      <a:pt x="38" y="46"/>
                      <a:pt x="38" y="46"/>
                    </a:cubicBezTo>
                    <a:cubicBezTo>
                      <a:pt x="38" y="44"/>
                      <a:pt x="38" y="44"/>
                      <a:pt x="38" y="44"/>
                    </a:cubicBezTo>
                    <a:cubicBezTo>
                      <a:pt x="38" y="41"/>
                      <a:pt x="36" y="37"/>
                      <a:pt x="33" y="36"/>
                    </a:cubicBezTo>
                    <a:cubicBezTo>
                      <a:pt x="33" y="35"/>
                      <a:pt x="32" y="35"/>
                      <a:pt x="32" y="35"/>
                    </a:cubicBezTo>
                    <a:cubicBezTo>
                      <a:pt x="31" y="34"/>
                      <a:pt x="31" y="34"/>
                      <a:pt x="30" y="34"/>
                    </a:cubicBezTo>
                    <a:cubicBezTo>
                      <a:pt x="29" y="34"/>
                      <a:pt x="29" y="34"/>
                      <a:pt x="28" y="34"/>
                    </a:cubicBezTo>
                    <a:close/>
                    <a:moveTo>
                      <a:pt x="29" y="30"/>
                    </a:moveTo>
                    <a:cubicBezTo>
                      <a:pt x="29" y="30"/>
                      <a:pt x="29" y="30"/>
                      <a:pt x="29" y="30"/>
                    </a:cubicBezTo>
                    <a:cubicBezTo>
                      <a:pt x="30" y="30"/>
                      <a:pt x="30" y="30"/>
                      <a:pt x="31" y="30"/>
                    </a:cubicBezTo>
                    <a:cubicBezTo>
                      <a:pt x="32" y="31"/>
                      <a:pt x="32" y="31"/>
                      <a:pt x="33" y="31"/>
                    </a:cubicBezTo>
                    <a:cubicBezTo>
                      <a:pt x="38" y="33"/>
                      <a:pt x="42" y="38"/>
                      <a:pt x="42" y="44"/>
                    </a:cubicBezTo>
                    <a:cubicBezTo>
                      <a:pt x="42" y="47"/>
                      <a:pt x="42" y="47"/>
                      <a:pt x="42" y="47"/>
                    </a:cubicBezTo>
                    <a:cubicBezTo>
                      <a:pt x="42" y="48"/>
                      <a:pt x="41" y="49"/>
                      <a:pt x="40" y="49"/>
                    </a:cubicBezTo>
                    <a:cubicBezTo>
                      <a:pt x="40" y="49"/>
                      <a:pt x="40" y="49"/>
                      <a:pt x="40" y="49"/>
                    </a:cubicBezTo>
                    <a:cubicBezTo>
                      <a:pt x="2" y="49"/>
                      <a:pt x="2" y="49"/>
                      <a:pt x="2" y="49"/>
                    </a:cubicBezTo>
                    <a:cubicBezTo>
                      <a:pt x="1" y="49"/>
                      <a:pt x="0" y="48"/>
                      <a:pt x="0" y="47"/>
                    </a:cubicBezTo>
                    <a:cubicBezTo>
                      <a:pt x="0" y="47"/>
                      <a:pt x="0" y="47"/>
                      <a:pt x="0" y="47"/>
                    </a:cubicBezTo>
                    <a:cubicBezTo>
                      <a:pt x="0" y="44"/>
                      <a:pt x="0" y="44"/>
                      <a:pt x="0" y="44"/>
                    </a:cubicBezTo>
                    <a:cubicBezTo>
                      <a:pt x="0" y="38"/>
                      <a:pt x="3" y="33"/>
                      <a:pt x="8" y="31"/>
                    </a:cubicBezTo>
                    <a:cubicBezTo>
                      <a:pt x="10" y="31"/>
                      <a:pt x="11" y="30"/>
                      <a:pt x="12" y="30"/>
                    </a:cubicBezTo>
                    <a:cubicBezTo>
                      <a:pt x="7" y="27"/>
                      <a:pt x="4" y="22"/>
                      <a:pt x="4" y="16"/>
                    </a:cubicBezTo>
                    <a:cubicBezTo>
                      <a:pt x="4" y="7"/>
                      <a:pt x="12" y="0"/>
                      <a:pt x="21" y="0"/>
                    </a:cubicBezTo>
                    <a:cubicBezTo>
                      <a:pt x="30" y="0"/>
                      <a:pt x="37" y="7"/>
                      <a:pt x="37" y="16"/>
                    </a:cubicBezTo>
                    <a:cubicBezTo>
                      <a:pt x="37" y="22"/>
                      <a:pt x="34" y="27"/>
                      <a:pt x="29" y="30"/>
                    </a:cubicBezTo>
                    <a:close/>
                    <a:moveTo>
                      <a:pt x="21" y="3"/>
                    </a:moveTo>
                    <a:cubicBezTo>
                      <a:pt x="21" y="3"/>
                      <a:pt x="21" y="3"/>
                      <a:pt x="21" y="3"/>
                    </a:cubicBezTo>
                    <a:cubicBezTo>
                      <a:pt x="16" y="3"/>
                      <a:pt x="11" y="6"/>
                      <a:pt x="9" y="11"/>
                    </a:cubicBezTo>
                    <a:cubicBezTo>
                      <a:pt x="9" y="13"/>
                      <a:pt x="8" y="14"/>
                      <a:pt x="8" y="16"/>
                    </a:cubicBezTo>
                    <a:cubicBezTo>
                      <a:pt x="8" y="21"/>
                      <a:pt x="11" y="26"/>
                      <a:pt x="16" y="28"/>
                    </a:cubicBezTo>
                    <a:cubicBezTo>
                      <a:pt x="19" y="29"/>
                      <a:pt x="23" y="29"/>
                      <a:pt x="26" y="28"/>
                    </a:cubicBezTo>
                    <a:cubicBezTo>
                      <a:pt x="30" y="26"/>
                      <a:pt x="33" y="21"/>
                      <a:pt x="33" y="16"/>
                    </a:cubicBezTo>
                    <a:cubicBezTo>
                      <a:pt x="33" y="9"/>
                      <a:pt x="28" y="3"/>
                      <a:pt x="21" y="3"/>
                    </a:cubicBezTo>
                    <a:close/>
                  </a:path>
                </a:pathLst>
              </a:custGeom>
              <a:solidFill>
                <a:srgbClr val="50D890"/>
              </a:solidFill>
              <a:ln>
                <a:noFill/>
              </a:ln>
              <a:effectLst/>
            </p:spPr>
            <p:txBody>
              <a:bodyPr wrap="square" lIns="19050" tIns="19050" rIns="19050" bIns="19050" anchor="ctr">
                <a:noAutofit/>
              </a:bodyPr>
              <a:lstStyle/>
              <a:p>
                <a:pPr lvl="0" algn="ctr" defTabSz="228600" fontAlgn="base" hangingPunct="0">
                  <a:buClrTx/>
                  <a:buSzTx/>
                  <a:buFontTx/>
                  <a:defRPr/>
                </a:pPr>
                <a:endParaRPr lang="en-US" sz="1500" noProof="0">
                  <a:ln>
                    <a:noFill/>
                  </a:ln>
                  <a:solidFill>
                    <a:srgbClr val="FFFFFF"/>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grpSp>
          <p:nvGrpSpPr>
            <p:cNvPr id="23" name="组合 22">
              <a:extLst>
                <a:ext uri="{FF2B5EF4-FFF2-40B4-BE49-F238E27FC236}">
                  <a16:creationId xmlns:a16="http://schemas.microsoft.com/office/drawing/2014/main" id="{766C4C0B-063A-4D69-B0E3-3B7738F1D49C}"/>
                </a:ext>
              </a:extLst>
            </p:cNvPr>
            <p:cNvGrpSpPr/>
            <p:nvPr/>
          </p:nvGrpSpPr>
          <p:grpSpPr>
            <a:xfrm>
              <a:off x="2477" y="4498"/>
              <a:ext cx="5701" cy="4473"/>
              <a:chOff x="3389" y="3614"/>
              <a:chExt cx="6549" cy="5137"/>
            </a:xfrm>
          </p:grpSpPr>
          <p:sp>
            <p:nvSpPr>
              <p:cNvPr id="46" name="梯形 45">
                <a:extLst>
                  <a:ext uri="{FF2B5EF4-FFF2-40B4-BE49-F238E27FC236}">
                    <a16:creationId xmlns:a16="http://schemas.microsoft.com/office/drawing/2014/main" id="{0831B408-4396-4FB0-972A-BE82B68EF806}"/>
                  </a:ext>
                </a:extLst>
              </p:cNvPr>
              <p:cNvSpPr/>
              <p:nvPr/>
            </p:nvSpPr>
            <p:spPr>
              <a:xfrm rot="5400000">
                <a:off x="2175" y="4828"/>
                <a:ext cx="5137" cy="2709"/>
              </a:xfrm>
              <a:prstGeom prst="trapezoid">
                <a:avLst>
                  <a:gd name="adj" fmla="val 28357"/>
                </a:avLst>
              </a:prstGeom>
              <a:solidFill>
                <a:srgbClr val="50D89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7" name="梯形 46">
                <a:extLst>
                  <a:ext uri="{FF2B5EF4-FFF2-40B4-BE49-F238E27FC236}">
                    <a16:creationId xmlns:a16="http://schemas.microsoft.com/office/drawing/2014/main" id="{71F553AF-E042-4F6E-B218-20C8F402D897}"/>
                  </a:ext>
                </a:extLst>
              </p:cNvPr>
              <p:cNvSpPr/>
              <p:nvPr/>
            </p:nvSpPr>
            <p:spPr>
              <a:xfrm rot="5400000">
                <a:off x="5521" y="5114"/>
                <a:ext cx="3539" cy="2127"/>
              </a:xfrm>
              <a:prstGeom prst="trapezoid">
                <a:avLst>
                  <a:gd name="adj" fmla="val 24263"/>
                </a:avLst>
              </a:prstGeom>
              <a:solidFill>
                <a:srgbClr val="28B56A"/>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8" name="梯形 47">
                <a:extLst>
                  <a:ext uri="{FF2B5EF4-FFF2-40B4-BE49-F238E27FC236}">
                    <a16:creationId xmlns:a16="http://schemas.microsoft.com/office/drawing/2014/main" id="{98C07B4D-8959-475E-9716-E3B45597DFEE}"/>
                  </a:ext>
                </a:extLst>
              </p:cNvPr>
              <p:cNvSpPr/>
              <p:nvPr/>
            </p:nvSpPr>
            <p:spPr>
              <a:xfrm rot="5400000">
                <a:off x="8001" y="5450"/>
                <a:ext cx="2420" cy="1454"/>
              </a:xfrm>
              <a:prstGeom prst="trapezoid">
                <a:avLst>
                  <a:gd name="adj" fmla="val 24263"/>
                </a:avLst>
              </a:prstGeom>
              <a:solidFill>
                <a:srgbClr val="50D89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grpSp>
          <p:nvGrpSpPr>
            <p:cNvPr id="24" name="组合 23">
              <a:extLst>
                <a:ext uri="{FF2B5EF4-FFF2-40B4-BE49-F238E27FC236}">
                  <a16:creationId xmlns:a16="http://schemas.microsoft.com/office/drawing/2014/main" id="{8EBF00E1-48B2-441D-9993-5080CA7B9B0A}"/>
                </a:ext>
              </a:extLst>
            </p:cNvPr>
            <p:cNvGrpSpPr/>
            <p:nvPr/>
          </p:nvGrpSpPr>
          <p:grpSpPr>
            <a:xfrm>
              <a:off x="5978" y="5087"/>
              <a:ext cx="4406" cy="1027"/>
              <a:chOff x="7219" y="3638"/>
              <a:chExt cx="4086" cy="728"/>
            </a:xfrm>
          </p:grpSpPr>
          <p:cxnSp>
            <p:nvCxnSpPr>
              <p:cNvPr id="44" name="肘形连接符 6">
                <a:extLst>
                  <a:ext uri="{FF2B5EF4-FFF2-40B4-BE49-F238E27FC236}">
                    <a16:creationId xmlns:a16="http://schemas.microsoft.com/office/drawing/2014/main" id="{32EFDCB7-DDAC-437F-B336-166B6CE4A72B}"/>
                  </a:ext>
                </a:extLst>
              </p:cNvPr>
              <p:cNvCxnSpPr/>
              <p:nvPr/>
            </p:nvCxnSpPr>
            <p:spPr>
              <a:xfrm>
                <a:off x="7224" y="3648"/>
                <a:ext cx="4081" cy="718"/>
              </a:xfrm>
              <a:prstGeom prst="bentConnector3">
                <a:avLst>
                  <a:gd name="adj1" fmla="val 68335"/>
                </a:avLst>
              </a:prstGeom>
              <a:ln w="19050">
                <a:solidFill>
                  <a:schemeClr val="bg1">
                    <a:lumMod val="6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DF493250-E387-4C32-BD17-EBCCA3CBFCC1}"/>
                  </a:ext>
                </a:extLst>
              </p:cNvPr>
              <p:cNvCxnSpPr/>
              <p:nvPr/>
            </p:nvCxnSpPr>
            <p:spPr>
              <a:xfrm flipH="1">
                <a:off x="7219" y="3638"/>
                <a:ext cx="0" cy="229"/>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cxnSp>
          <p:nvCxnSpPr>
            <p:cNvPr id="25" name="肘形连接符 12">
              <a:extLst>
                <a:ext uri="{FF2B5EF4-FFF2-40B4-BE49-F238E27FC236}">
                  <a16:creationId xmlns:a16="http://schemas.microsoft.com/office/drawing/2014/main" id="{2BC58E70-5374-4CAB-ADED-B424F61D79A1}"/>
                </a:ext>
              </a:extLst>
            </p:cNvPr>
            <p:cNvCxnSpPr>
              <a:endCxn id="46" idx="1"/>
            </p:cNvCxnSpPr>
            <p:nvPr/>
          </p:nvCxnSpPr>
          <p:spPr>
            <a:xfrm rot="10800000" flipV="1">
              <a:off x="3708" y="3694"/>
              <a:ext cx="6676" cy="1137"/>
            </a:xfrm>
            <a:prstGeom prst="bentConnector2">
              <a:avLst/>
            </a:prstGeom>
            <a:ln w="19050">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26" name="肘形连接符 14">
              <a:extLst>
                <a:ext uri="{FF2B5EF4-FFF2-40B4-BE49-F238E27FC236}">
                  <a16:creationId xmlns:a16="http://schemas.microsoft.com/office/drawing/2014/main" id="{7AA4195E-4B2A-47F3-821B-38FA2B2A53EB}"/>
                </a:ext>
              </a:extLst>
            </p:cNvPr>
            <p:cNvCxnSpPr/>
            <p:nvPr/>
          </p:nvCxnSpPr>
          <p:spPr>
            <a:xfrm rot="10800000">
              <a:off x="7566" y="7603"/>
              <a:ext cx="2818" cy="946"/>
            </a:xfrm>
            <a:prstGeom prst="bentConnector3">
              <a:avLst>
                <a:gd name="adj1" fmla="val 99503"/>
              </a:avLst>
            </a:prstGeom>
            <a:ln w="19050">
              <a:solidFill>
                <a:schemeClr val="bg1">
                  <a:lumMod val="65000"/>
                </a:schemeClr>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33" name="组合 32">
              <a:extLst>
                <a:ext uri="{FF2B5EF4-FFF2-40B4-BE49-F238E27FC236}">
                  <a16:creationId xmlns:a16="http://schemas.microsoft.com/office/drawing/2014/main" id="{8726E7E9-45E9-456D-A093-F9F5B1A12B10}"/>
                </a:ext>
              </a:extLst>
            </p:cNvPr>
            <p:cNvGrpSpPr/>
            <p:nvPr/>
          </p:nvGrpSpPr>
          <p:grpSpPr>
            <a:xfrm>
              <a:off x="10709" y="5547"/>
              <a:ext cx="6013" cy="1269"/>
              <a:chOff x="11303" y="5576"/>
              <a:chExt cx="5849" cy="1234"/>
            </a:xfrm>
          </p:grpSpPr>
          <p:sp>
            <p:nvSpPr>
              <p:cNvPr id="41" name="Freeform 160">
                <a:extLst>
                  <a:ext uri="{FF2B5EF4-FFF2-40B4-BE49-F238E27FC236}">
                    <a16:creationId xmlns:a16="http://schemas.microsoft.com/office/drawing/2014/main" id="{365E6E43-C2B4-43D9-B69E-EBF094846185}"/>
                  </a:ext>
                </a:extLst>
              </p:cNvPr>
              <p:cNvSpPr>
                <a:spLocks noEditPoints="1"/>
              </p:cNvSpPr>
              <p:nvPr/>
            </p:nvSpPr>
            <p:spPr bwMode="auto">
              <a:xfrm>
                <a:off x="11303" y="5783"/>
                <a:ext cx="654" cy="757"/>
              </a:xfrm>
              <a:custGeom>
                <a:avLst/>
                <a:gdLst/>
                <a:ahLst/>
                <a:cxnLst>
                  <a:cxn ang="0">
                    <a:pos x="121934" y="104775"/>
                  </a:cxn>
                  <a:cxn ang="0">
                    <a:pos x="141187" y="114300"/>
                  </a:cxn>
                  <a:cxn ang="0">
                    <a:pos x="141187" y="114300"/>
                  </a:cxn>
                  <a:cxn ang="0">
                    <a:pos x="150813" y="133350"/>
                  </a:cxn>
                  <a:cxn ang="0">
                    <a:pos x="121934" y="161925"/>
                  </a:cxn>
                  <a:cxn ang="0">
                    <a:pos x="93055" y="133350"/>
                  </a:cxn>
                  <a:cxn ang="0">
                    <a:pos x="96264" y="123825"/>
                  </a:cxn>
                  <a:cxn ang="0">
                    <a:pos x="67385" y="107950"/>
                  </a:cxn>
                  <a:cxn ang="0">
                    <a:pos x="64176" y="107950"/>
                  </a:cxn>
                  <a:cxn ang="0">
                    <a:pos x="64176" y="107950"/>
                  </a:cxn>
                  <a:cxn ang="0">
                    <a:pos x="38505" y="117475"/>
                  </a:cxn>
                  <a:cxn ang="0">
                    <a:pos x="0" y="82550"/>
                  </a:cxn>
                  <a:cxn ang="0">
                    <a:pos x="38505" y="44450"/>
                  </a:cxn>
                  <a:cxn ang="0">
                    <a:pos x="64176" y="53975"/>
                  </a:cxn>
                  <a:cxn ang="0">
                    <a:pos x="64176" y="53975"/>
                  </a:cxn>
                  <a:cxn ang="0">
                    <a:pos x="64176" y="53975"/>
                  </a:cxn>
                  <a:cxn ang="0">
                    <a:pos x="67385" y="57150"/>
                  </a:cxn>
                  <a:cxn ang="0">
                    <a:pos x="96264" y="38100"/>
                  </a:cxn>
                  <a:cxn ang="0">
                    <a:pos x="93055" y="28575"/>
                  </a:cxn>
                  <a:cxn ang="0">
                    <a:pos x="121934" y="0"/>
                  </a:cxn>
                  <a:cxn ang="0">
                    <a:pos x="150813" y="28575"/>
                  </a:cxn>
                  <a:cxn ang="0">
                    <a:pos x="121934" y="57150"/>
                  </a:cxn>
                  <a:cxn ang="0">
                    <a:pos x="102681" y="47625"/>
                  </a:cxn>
                  <a:cxn ang="0">
                    <a:pos x="102681" y="47625"/>
                  </a:cxn>
                  <a:cxn ang="0">
                    <a:pos x="73802" y="66675"/>
                  </a:cxn>
                  <a:cxn ang="0">
                    <a:pos x="77011" y="82550"/>
                  </a:cxn>
                  <a:cxn ang="0">
                    <a:pos x="73802" y="95250"/>
                  </a:cxn>
                  <a:cxn ang="0">
                    <a:pos x="102681" y="114300"/>
                  </a:cxn>
                  <a:cxn ang="0">
                    <a:pos x="102681" y="114300"/>
                  </a:cxn>
                  <a:cxn ang="0">
                    <a:pos x="102681" y="114300"/>
                  </a:cxn>
                  <a:cxn ang="0">
                    <a:pos x="102681" y="114300"/>
                  </a:cxn>
                  <a:cxn ang="0">
                    <a:pos x="121934" y="104775"/>
                  </a:cxn>
                  <a:cxn ang="0">
                    <a:pos x="134769" y="120650"/>
                  </a:cxn>
                  <a:cxn ang="0">
                    <a:pos x="134769" y="120650"/>
                  </a:cxn>
                  <a:cxn ang="0">
                    <a:pos x="121934" y="117475"/>
                  </a:cxn>
                  <a:cxn ang="0">
                    <a:pos x="112308" y="120650"/>
                  </a:cxn>
                  <a:cxn ang="0">
                    <a:pos x="112308" y="120650"/>
                  </a:cxn>
                  <a:cxn ang="0">
                    <a:pos x="105890" y="133350"/>
                  </a:cxn>
                  <a:cxn ang="0">
                    <a:pos x="121934" y="149225"/>
                  </a:cxn>
                  <a:cxn ang="0">
                    <a:pos x="137978" y="133350"/>
                  </a:cxn>
                  <a:cxn ang="0">
                    <a:pos x="134769" y="120650"/>
                  </a:cxn>
                  <a:cxn ang="0">
                    <a:pos x="134769" y="120650"/>
                  </a:cxn>
                  <a:cxn ang="0">
                    <a:pos x="54549" y="63500"/>
                  </a:cxn>
                  <a:cxn ang="0">
                    <a:pos x="54549" y="63500"/>
                  </a:cxn>
                  <a:cxn ang="0">
                    <a:pos x="38505" y="57150"/>
                  </a:cxn>
                  <a:cxn ang="0">
                    <a:pos x="12835" y="82550"/>
                  </a:cxn>
                  <a:cxn ang="0">
                    <a:pos x="38505" y="107950"/>
                  </a:cxn>
                  <a:cxn ang="0">
                    <a:pos x="54549" y="98425"/>
                  </a:cxn>
                  <a:cxn ang="0">
                    <a:pos x="54549" y="98425"/>
                  </a:cxn>
                  <a:cxn ang="0">
                    <a:pos x="64176" y="82550"/>
                  </a:cxn>
                  <a:cxn ang="0">
                    <a:pos x="54549" y="63500"/>
                  </a:cxn>
                  <a:cxn ang="0">
                    <a:pos x="54549" y="63500"/>
                  </a:cxn>
                  <a:cxn ang="0">
                    <a:pos x="121934" y="12700"/>
                  </a:cxn>
                  <a:cxn ang="0">
                    <a:pos x="121934" y="12700"/>
                  </a:cxn>
                  <a:cxn ang="0">
                    <a:pos x="105890" y="28575"/>
                  </a:cxn>
                  <a:cxn ang="0">
                    <a:pos x="109099" y="38100"/>
                  </a:cxn>
                  <a:cxn ang="0">
                    <a:pos x="109099" y="38100"/>
                  </a:cxn>
                  <a:cxn ang="0">
                    <a:pos x="112308" y="41275"/>
                  </a:cxn>
                  <a:cxn ang="0">
                    <a:pos x="112308" y="41275"/>
                  </a:cxn>
                  <a:cxn ang="0">
                    <a:pos x="121934" y="44450"/>
                  </a:cxn>
                  <a:cxn ang="0">
                    <a:pos x="137978" y="28575"/>
                  </a:cxn>
                  <a:cxn ang="0">
                    <a:pos x="121934" y="12700"/>
                  </a:cxn>
                </a:cxnLst>
                <a:rect l="0" t="0" r="0" b="0"/>
                <a:pathLst>
                  <a:path w="47" h="51">
                    <a:moveTo>
                      <a:pt x="38" y="33"/>
                    </a:moveTo>
                    <a:cubicBezTo>
                      <a:pt x="41" y="33"/>
                      <a:pt x="43" y="34"/>
                      <a:pt x="44" y="36"/>
                    </a:cubicBezTo>
                    <a:cubicBezTo>
                      <a:pt x="44" y="36"/>
                      <a:pt x="44" y="36"/>
                      <a:pt x="44" y="36"/>
                    </a:cubicBezTo>
                    <a:cubicBezTo>
                      <a:pt x="46" y="37"/>
                      <a:pt x="47" y="40"/>
                      <a:pt x="47" y="42"/>
                    </a:cubicBezTo>
                    <a:cubicBezTo>
                      <a:pt x="47" y="47"/>
                      <a:pt x="43" y="51"/>
                      <a:pt x="38" y="51"/>
                    </a:cubicBezTo>
                    <a:cubicBezTo>
                      <a:pt x="33" y="51"/>
                      <a:pt x="29" y="47"/>
                      <a:pt x="29" y="42"/>
                    </a:cubicBezTo>
                    <a:cubicBezTo>
                      <a:pt x="29" y="41"/>
                      <a:pt x="30" y="40"/>
                      <a:pt x="30" y="39"/>
                    </a:cubicBezTo>
                    <a:cubicBezTo>
                      <a:pt x="21" y="34"/>
                      <a:pt x="21" y="34"/>
                      <a:pt x="21" y="34"/>
                    </a:cubicBezTo>
                    <a:cubicBezTo>
                      <a:pt x="21" y="34"/>
                      <a:pt x="20" y="34"/>
                      <a:pt x="20" y="34"/>
                    </a:cubicBezTo>
                    <a:cubicBezTo>
                      <a:pt x="20" y="34"/>
                      <a:pt x="20" y="34"/>
                      <a:pt x="20" y="34"/>
                    </a:cubicBezTo>
                    <a:cubicBezTo>
                      <a:pt x="18" y="36"/>
                      <a:pt x="15" y="37"/>
                      <a:pt x="12" y="37"/>
                    </a:cubicBezTo>
                    <a:cubicBezTo>
                      <a:pt x="5" y="37"/>
                      <a:pt x="0" y="32"/>
                      <a:pt x="0" y="26"/>
                    </a:cubicBezTo>
                    <a:cubicBezTo>
                      <a:pt x="0" y="19"/>
                      <a:pt x="5" y="14"/>
                      <a:pt x="12" y="14"/>
                    </a:cubicBezTo>
                    <a:cubicBezTo>
                      <a:pt x="15" y="14"/>
                      <a:pt x="18" y="15"/>
                      <a:pt x="20" y="17"/>
                    </a:cubicBezTo>
                    <a:cubicBezTo>
                      <a:pt x="20" y="17"/>
                      <a:pt x="20" y="17"/>
                      <a:pt x="20" y="17"/>
                    </a:cubicBezTo>
                    <a:cubicBezTo>
                      <a:pt x="20" y="17"/>
                      <a:pt x="20" y="17"/>
                      <a:pt x="20" y="17"/>
                    </a:cubicBezTo>
                    <a:cubicBezTo>
                      <a:pt x="20" y="17"/>
                      <a:pt x="21" y="17"/>
                      <a:pt x="21" y="18"/>
                    </a:cubicBezTo>
                    <a:cubicBezTo>
                      <a:pt x="30" y="12"/>
                      <a:pt x="30" y="12"/>
                      <a:pt x="30" y="12"/>
                    </a:cubicBezTo>
                    <a:cubicBezTo>
                      <a:pt x="30" y="11"/>
                      <a:pt x="29" y="10"/>
                      <a:pt x="29" y="9"/>
                    </a:cubicBezTo>
                    <a:cubicBezTo>
                      <a:pt x="29" y="4"/>
                      <a:pt x="33" y="0"/>
                      <a:pt x="38" y="0"/>
                    </a:cubicBezTo>
                    <a:cubicBezTo>
                      <a:pt x="43" y="0"/>
                      <a:pt x="47" y="4"/>
                      <a:pt x="47" y="9"/>
                    </a:cubicBezTo>
                    <a:cubicBezTo>
                      <a:pt x="47" y="14"/>
                      <a:pt x="43" y="18"/>
                      <a:pt x="38" y="18"/>
                    </a:cubicBezTo>
                    <a:cubicBezTo>
                      <a:pt x="36" y="18"/>
                      <a:pt x="34" y="17"/>
                      <a:pt x="32" y="15"/>
                    </a:cubicBezTo>
                    <a:cubicBezTo>
                      <a:pt x="32" y="15"/>
                      <a:pt x="32" y="15"/>
                      <a:pt x="32" y="15"/>
                    </a:cubicBezTo>
                    <a:cubicBezTo>
                      <a:pt x="23" y="21"/>
                      <a:pt x="23" y="21"/>
                      <a:pt x="23" y="21"/>
                    </a:cubicBezTo>
                    <a:cubicBezTo>
                      <a:pt x="23" y="22"/>
                      <a:pt x="24" y="24"/>
                      <a:pt x="24" y="26"/>
                    </a:cubicBezTo>
                    <a:cubicBezTo>
                      <a:pt x="24" y="27"/>
                      <a:pt x="23" y="29"/>
                      <a:pt x="23" y="30"/>
                    </a:cubicBezTo>
                    <a:cubicBezTo>
                      <a:pt x="32" y="36"/>
                      <a:pt x="32" y="36"/>
                      <a:pt x="32" y="36"/>
                    </a:cubicBezTo>
                    <a:cubicBezTo>
                      <a:pt x="32" y="36"/>
                      <a:pt x="32" y="36"/>
                      <a:pt x="32" y="36"/>
                    </a:cubicBezTo>
                    <a:cubicBezTo>
                      <a:pt x="32" y="36"/>
                      <a:pt x="32" y="36"/>
                      <a:pt x="32" y="36"/>
                    </a:cubicBezTo>
                    <a:cubicBezTo>
                      <a:pt x="32" y="36"/>
                      <a:pt x="32" y="36"/>
                      <a:pt x="32" y="36"/>
                    </a:cubicBezTo>
                    <a:cubicBezTo>
                      <a:pt x="34" y="34"/>
                      <a:pt x="36" y="33"/>
                      <a:pt x="38" y="33"/>
                    </a:cubicBezTo>
                    <a:close/>
                    <a:moveTo>
                      <a:pt x="42" y="38"/>
                    </a:moveTo>
                    <a:cubicBezTo>
                      <a:pt x="42" y="38"/>
                      <a:pt x="42" y="38"/>
                      <a:pt x="42" y="38"/>
                    </a:cubicBezTo>
                    <a:cubicBezTo>
                      <a:pt x="41" y="38"/>
                      <a:pt x="40" y="37"/>
                      <a:pt x="38" y="37"/>
                    </a:cubicBezTo>
                    <a:cubicBezTo>
                      <a:pt x="37" y="37"/>
                      <a:pt x="36" y="38"/>
                      <a:pt x="35" y="38"/>
                    </a:cubicBezTo>
                    <a:cubicBezTo>
                      <a:pt x="35" y="38"/>
                      <a:pt x="35" y="38"/>
                      <a:pt x="35" y="38"/>
                    </a:cubicBezTo>
                    <a:cubicBezTo>
                      <a:pt x="34" y="39"/>
                      <a:pt x="33" y="41"/>
                      <a:pt x="33" y="42"/>
                    </a:cubicBezTo>
                    <a:cubicBezTo>
                      <a:pt x="33" y="45"/>
                      <a:pt x="36" y="47"/>
                      <a:pt x="38" y="47"/>
                    </a:cubicBezTo>
                    <a:cubicBezTo>
                      <a:pt x="41" y="47"/>
                      <a:pt x="43" y="45"/>
                      <a:pt x="43" y="42"/>
                    </a:cubicBezTo>
                    <a:cubicBezTo>
                      <a:pt x="43" y="41"/>
                      <a:pt x="43" y="39"/>
                      <a:pt x="42" y="38"/>
                    </a:cubicBezTo>
                    <a:cubicBezTo>
                      <a:pt x="42" y="38"/>
                      <a:pt x="42" y="38"/>
                      <a:pt x="42" y="38"/>
                    </a:cubicBezTo>
                    <a:close/>
                    <a:moveTo>
                      <a:pt x="17" y="20"/>
                    </a:moveTo>
                    <a:cubicBezTo>
                      <a:pt x="17" y="20"/>
                      <a:pt x="17" y="20"/>
                      <a:pt x="17" y="20"/>
                    </a:cubicBezTo>
                    <a:cubicBezTo>
                      <a:pt x="16" y="18"/>
                      <a:pt x="14" y="18"/>
                      <a:pt x="12" y="18"/>
                    </a:cubicBezTo>
                    <a:cubicBezTo>
                      <a:pt x="7" y="18"/>
                      <a:pt x="4" y="21"/>
                      <a:pt x="4" y="26"/>
                    </a:cubicBezTo>
                    <a:cubicBezTo>
                      <a:pt x="4" y="30"/>
                      <a:pt x="7" y="34"/>
                      <a:pt x="12" y="34"/>
                    </a:cubicBezTo>
                    <a:cubicBezTo>
                      <a:pt x="14" y="34"/>
                      <a:pt x="16" y="33"/>
                      <a:pt x="17" y="31"/>
                    </a:cubicBezTo>
                    <a:cubicBezTo>
                      <a:pt x="17" y="31"/>
                      <a:pt x="17" y="31"/>
                      <a:pt x="17" y="31"/>
                    </a:cubicBezTo>
                    <a:cubicBezTo>
                      <a:pt x="19" y="30"/>
                      <a:pt x="20" y="28"/>
                      <a:pt x="20" y="26"/>
                    </a:cubicBezTo>
                    <a:cubicBezTo>
                      <a:pt x="20" y="23"/>
                      <a:pt x="19" y="21"/>
                      <a:pt x="17" y="20"/>
                    </a:cubicBezTo>
                    <a:cubicBezTo>
                      <a:pt x="17" y="20"/>
                      <a:pt x="17" y="20"/>
                      <a:pt x="17" y="20"/>
                    </a:cubicBezTo>
                    <a:close/>
                    <a:moveTo>
                      <a:pt x="38" y="4"/>
                    </a:moveTo>
                    <a:cubicBezTo>
                      <a:pt x="38" y="4"/>
                      <a:pt x="38" y="4"/>
                      <a:pt x="38" y="4"/>
                    </a:cubicBezTo>
                    <a:cubicBezTo>
                      <a:pt x="36" y="4"/>
                      <a:pt x="33" y="7"/>
                      <a:pt x="33" y="9"/>
                    </a:cubicBezTo>
                    <a:cubicBezTo>
                      <a:pt x="33" y="10"/>
                      <a:pt x="34" y="11"/>
                      <a:pt x="34" y="12"/>
                    </a:cubicBezTo>
                    <a:cubicBezTo>
                      <a:pt x="34" y="12"/>
                      <a:pt x="34" y="12"/>
                      <a:pt x="34" y="12"/>
                    </a:cubicBezTo>
                    <a:cubicBezTo>
                      <a:pt x="34" y="12"/>
                      <a:pt x="34" y="12"/>
                      <a:pt x="35" y="13"/>
                    </a:cubicBezTo>
                    <a:cubicBezTo>
                      <a:pt x="35" y="13"/>
                      <a:pt x="35" y="13"/>
                      <a:pt x="35" y="13"/>
                    </a:cubicBezTo>
                    <a:cubicBezTo>
                      <a:pt x="36" y="14"/>
                      <a:pt x="37" y="14"/>
                      <a:pt x="38" y="14"/>
                    </a:cubicBezTo>
                    <a:cubicBezTo>
                      <a:pt x="41" y="14"/>
                      <a:pt x="43" y="12"/>
                      <a:pt x="43" y="9"/>
                    </a:cubicBezTo>
                    <a:cubicBezTo>
                      <a:pt x="43" y="7"/>
                      <a:pt x="41" y="4"/>
                      <a:pt x="38" y="4"/>
                    </a:cubicBezTo>
                    <a:close/>
                  </a:path>
                </a:pathLst>
              </a:custGeom>
              <a:solidFill>
                <a:srgbClr val="28B56A"/>
              </a:solidFill>
              <a:ln>
                <a:noFill/>
              </a:ln>
              <a:effectLst/>
            </p:spPr>
            <p:txBody>
              <a:bodyPr wrap="square" lIns="19050" tIns="19050" rIns="19050" bIns="19050" anchor="ctr">
                <a:noAutofit/>
              </a:bodyPr>
              <a:lstStyle/>
              <a:p>
                <a:pPr lvl="0" algn="ctr" defTabSz="228600" fontAlgn="base" hangingPunct="0">
                  <a:buClrTx/>
                  <a:buSzTx/>
                  <a:buFontTx/>
                  <a:defRPr/>
                </a:pPr>
                <a:endParaRPr lang="en-US" sz="1500" noProof="0">
                  <a:ln>
                    <a:noFill/>
                  </a:ln>
                  <a:solidFill>
                    <a:srgbClr val="FFFFFF"/>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2" name="Rectangle 60">
                <a:extLst>
                  <a:ext uri="{FF2B5EF4-FFF2-40B4-BE49-F238E27FC236}">
                    <a16:creationId xmlns:a16="http://schemas.microsoft.com/office/drawing/2014/main" id="{39D9CFDC-2837-4BB7-82E6-09BBC4F6A017}"/>
                  </a:ext>
                </a:extLst>
              </p:cNvPr>
              <p:cNvSpPr/>
              <p:nvPr/>
            </p:nvSpPr>
            <p:spPr>
              <a:xfrm>
                <a:off x="12248" y="5576"/>
                <a:ext cx="2429" cy="471"/>
              </a:xfrm>
              <a:prstGeom prst="rect">
                <a:avLst/>
              </a:prstGeom>
            </p:spPr>
            <p:txBody>
              <a:bodyPr wrap="square" lIns="0" tIns="0" rIns="0" bIns="0">
                <a:spAutoFit/>
              </a:bodyPr>
              <a:lstStyle/>
              <a:p>
                <a:pPr algn="l"/>
                <a:r>
                  <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43" name="TextBox 59">
                <a:extLst>
                  <a:ext uri="{FF2B5EF4-FFF2-40B4-BE49-F238E27FC236}">
                    <a16:creationId xmlns:a16="http://schemas.microsoft.com/office/drawing/2014/main" id="{11823D2B-FEF9-4212-89E7-C7CC5CA3EE92}"/>
                  </a:ext>
                </a:extLst>
              </p:cNvPr>
              <p:cNvSpPr txBox="1"/>
              <p:nvPr/>
            </p:nvSpPr>
            <p:spPr>
              <a:xfrm>
                <a:off x="12248" y="6067"/>
                <a:ext cx="4904" cy="743"/>
              </a:xfrm>
              <a:prstGeom prst="rect">
                <a:avLst/>
              </a:prstGeom>
              <a:noFill/>
            </p:spPr>
            <p:txBody>
              <a:bodyPr wrap="square" lIns="0" tIns="0" rIns="0" bIns="0" rtlCol="0">
                <a:spAutoFit/>
              </a:bodyPr>
              <a:lstStyle/>
              <a:p>
                <a:pPr algn="l" defTabSz="1219200">
                  <a:lnSpc>
                    <a:spcPct val="150000"/>
                  </a:lnSpc>
                  <a:spcBef>
                    <a:spcPts val="20"/>
                  </a:spcBef>
                  <a:spcAft>
                    <a:spcPct val="0"/>
                  </a:spcAft>
                  <a:defRPr/>
                </a:pPr>
                <a:r>
                  <a:rPr 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大X可调节。请输入您的内容，文字可修改，大X可调节。请输入您的内容，</a:t>
                </a:r>
                <a:endParaRPr lang="zh-CN" alt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grpSp>
        <p:grpSp>
          <p:nvGrpSpPr>
            <p:cNvPr id="34" name="组合 33">
              <a:extLst>
                <a:ext uri="{FF2B5EF4-FFF2-40B4-BE49-F238E27FC236}">
                  <a16:creationId xmlns:a16="http://schemas.microsoft.com/office/drawing/2014/main" id="{4E40542E-5E18-4F61-8366-D8CC10ABECCB}"/>
                </a:ext>
              </a:extLst>
            </p:cNvPr>
            <p:cNvGrpSpPr/>
            <p:nvPr/>
          </p:nvGrpSpPr>
          <p:grpSpPr>
            <a:xfrm>
              <a:off x="10738" y="7964"/>
              <a:ext cx="5984" cy="1201"/>
              <a:chOff x="11331" y="7568"/>
              <a:chExt cx="5821" cy="1168"/>
            </a:xfrm>
          </p:grpSpPr>
          <p:sp>
            <p:nvSpPr>
              <p:cNvPr id="38" name="Freeform 83">
                <a:extLst>
                  <a:ext uri="{FF2B5EF4-FFF2-40B4-BE49-F238E27FC236}">
                    <a16:creationId xmlns:a16="http://schemas.microsoft.com/office/drawing/2014/main" id="{F13A767C-05D9-4381-9A9C-C9C098B1FB1A}"/>
                  </a:ext>
                </a:extLst>
              </p:cNvPr>
              <p:cNvSpPr>
                <a:spLocks noEditPoints="1"/>
              </p:cNvSpPr>
              <p:nvPr/>
            </p:nvSpPr>
            <p:spPr bwMode="auto">
              <a:xfrm>
                <a:off x="11331" y="7802"/>
                <a:ext cx="619" cy="699"/>
              </a:xfrm>
              <a:custGeom>
                <a:avLst/>
                <a:gdLst/>
                <a:ahLst/>
                <a:cxnLst>
                  <a:cxn ang="0">
                    <a:pos x="79375" y="0"/>
                  </a:cxn>
                  <a:cxn ang="0">
                    <a:pos x="127000" y="22225"/>
                  </a:cxn>
                  <a:cxn ang="0">
                    <a:pos x="136525" y="111125"/>
                  </a:cxn>
                  <a:cxn ang="0">
                    <a:pos x="104775" y="136525"/>
                  </a:cxn>
                  <a:cxn ang="0">
                    <a:pos x="82550" y="158750"/>
                  </a:cxn>
                  <a:cxn ang="0">
                    <a:pos x="73025" y="158750"/>
                  </a:cxn>
                  <a:cxn ang="0">
                    <a:pos x="73025" y="158750"/>
                  </a:cxn>
                  <a:cxn ang="0">
                    <a:pos x="73025" y="158750"/>
                  </a:cxn>
                  <a:cxn ang="0">
                    <a:pos x="50800" y="136525"/>
                  </a:cxn>
                  <a:cxn ang="0">
                    <a:pos x="19050" y="111125"/>
                  </a:cxn>
                  <a:cxn ang="0">
                    <a:pos x="28575" y="22225"/>
                  </a:cxn>
                  <a:cxn ang="0">
                    <a:pos x="79375" y="0"/>
                  </a:cxn>
                  <a:cxn ang="0">
                    <a:pos x="79375" y="34925"/>
                  </a:cxn>
                  <a:cxn ang="0">
                    <a:pos x="79375" y="34925"/>
                  </a:cxn>
                  <a:cxn ang="0">
                    <a:pos x="101600" y="44450"/>
                  </a:cxn>
                  <a:cxn ang="0">
                    <a:pos x="114300" y="69850"/>
                  </a:cxn>
                  <a:cxn ang="0">
                    <a:pos x="101600" y="95250"/>
                  </a:cxn>
                  <a:cxn ang="0">
                    <a:pos x="79375" y="104775"/>
                  </a:cxn>
                  <a:cxn ang="0">
                    <a:pos x="53975" y="95250"/>
                  </a:cxn>
                  <a:cxn ang="0">
                    <a:pos x="41275" y="69850"/>
                  </a:cxn>
                  <a:cxn ang="0">
                    <a:pos x="53975" y="44450"/>
                  </a:cxn>
                  <a:cxn ang="0">
                    <a:pos x="79375" y="34925"/>
                  </a:cxn>
                  <a:cxn ang="0">
                    <a:pos x="98425" y="50800"/>
                  </a:cxn>
                  <a:cxn ang="0">
                    <a:pos x="98425" y="50800"/>
                  </a:cxn>
                  <a:cxn ang="0">
                    <a:pos x="79375" y="41275"/>
                  </a:cxn>
                  <a:cxn ang="0">
                    <a:pos x="57150" y="50800"/>
                  </a:cxn>
                  <a:cxn ang="0">
                    <a:pos x="50800" y="69850"/>
                  </a:cxn>
                  <a:cxn ang="0">
                    <a:pos x="57150" y="88900"/>
                  </a:cxn>
                  <a:cxn ang="0">
                    <a:pos x="79375" y="98425"/>
                  </a:cxn>
                  <a:cxn ang="0">
                    <a:pos x="98425" y="88900"/>
                  </a:cxn>
                  <a:cxn ang="0">
                    <a:pos x="104775" y="69850"/>
                  </a:cxn>
                  <a:cxn ang="0">
                    <a:pos x="98425" y="50800"/>
                  </a:cxn>
                  <a:cxn ang="0">
                    <a:pos x="117475" y="28575"/>
                  </a:cxn>
                  <a:cxn ang="0">
                    <a:pos x="117475" y="28575"/>
                  </a:cxn>
                  <a:cxn ang="0">
                    <a:pos x="79375" y="12700"/>
                  </a:cxn>
                  <a:cxn ang="0">
                    <a:pos x="38100" y="28575"/>
                  </a:cxn>
                  <a:cxn ang="0">
                    <a:pos x="28575" y="104775"/>
                  </a:cxn>
                  <a:cxn ang="0">
                    <a:pos x="57150" y="123825"/>
                  </a:cxn>
                  <a:cxn ang="0">
                    <a:pos x="60325" y="127000"/>
                  </a:cxn>
                  <a:cxn ang="0">
                    <a:pos x="79375" y="146050"/>
                  </a:cxn>
                  <a:cxn ang="0">
                    <a:pos x="95250" y="127000"/>
                  </a:cxn>
                  <a:cxn ang="0">
                    <a:pos x="98425" y="123825"/>
                  </a:cxn>
                  <a:cxn ang="0">
                    <a:pos x="127000" y="104775"/>
                  </a:cxn>
                  <a:cxn ang="0">
                    <a:pos x="117475" y="28575"/>
                  </a:cxn>
                </a:cxnLst>
                <a:rect l="0" t="0" r="0" b="0"/>
                <a:pathLst>
                  <a:path w="49" h="51">
                    <a:moveTo>
                      <a:pt x="25" y="0"/>
                    </a:moveTo>
                    <a:cubicBezTo>
                      <a:pt x="31" y="0"/>
                      <a:pt x="36" y="3"/>
                      <a:pt x="40" y="7"/>
                    </a:cubicBezTo>
                    <a:cubicBezTo>
                      <a:pt x="48" y="14"/>
                      <a:pt x="49" y="26"/>
                      <a:pt x="43" y="35"/>
                    </a:cubicBezTo>
                    <a:cubicBezTo>
                      <a:pt x="40" y="38"/>
                      <a:pt x="37" y="41"/>
                      <a:pt x="33" y="43"/>
                    </a:cubicBezTo>
                    <a:cubicBezTo>
                      <a:pt x="26" y="50"/>
                      <a:pt x="26" y="50"/>
                      <a:pt x="26" y="50"/>
                    </a:cubicBezTo>
                    <a:cubicBezTo>
                      <a:pt x="25" y="51"/>
                      <a:pt x="24" y="51"/>
                      <a:pt x="23" y="50"/>
                    </a:cubicBezTo>
                    <a:cubicBezTo>
                      <a:pt x="23" y="50"/>
                      <a:pt x="23" y="50"/>
                      <a:pt x="23" y="50"/>
                    </a:cubicBezTo>
                    <a:cubicBezTo>
                      <a:pt x="23" y="50"/>
                      <a:pt x="23" y="50"/>
                      <a:pt x="23" y="50"/>
                    </a:cubicBezTo>
                    <a:cubicBezTo>
                      <a:pt x="16" y="43"/>
                      <a:pt x="16" y="43"/>
                      <a:pt x="16" y="43"/>
                    </a:cubicBezTo>
                    <a:cubicBezTo>
                      <a:pt x="12" y="41"/>
                      <a:pt x="9" y="38"/>
                      <a:pt x="6" y="35"/>
                    </a:cubicBezTo>
                    <a:cubicBezTo>
                      <a:pt x="0" y="26"/>
                      <a:pt x="1" y="14"/>
                      <a:pt x="9" y="7"/>
                    </a:cubicBezTo>
                    <a:cubicBezTo>
                      <a:pt x="13" y="3"/>
                      <a:pt x="18" y="0"/>
                      <a:pt x="25" y="0"/>
                    </a:cubicBezTo>
                    <a:close/>
                    <a:moveTo>
                      <a:pt x="25" y="11"/>
                    </a:moveTo>
                    <a:cubicBezTo>
                      <a:pt x="25" y="11"/>
                      <a:pt x="25" y="11"/>
                      <a:pt x="25" y="11"/>
                    </a:cubicBezTo>
                    <a:cubicBezTo>
                      <a:pt x="28" y="11"/>
                      <a:pt x="30" y="12"/>
                      <a:pt x="32" y="14"/>
                    </a:cubicBezTo>
                    <a:cubicBezTo>
                      <a:pt x="34" y="16"/>
                      <a:pt x="36" y="19"/>
                      <a:pt x="36" y="22"/>
                    </a:cubicBezTo>
                    <a:cubicBezTo>
                      <a:pt x="36" y="25"/>
                      <a:pt x="34" y="28"/>
                      <a:pt x="32" y="30"/>
                    </a:cubicBezTo>
                    <a:cubicBezTo>
                      <a:pt x="30" y="32"/>
                      <a:pt x="28" y="33"/>
                      <a:pt x="25" y="33"/>
                    </a:cubicBezTo>
                    <a:cubicBezTo>
                      <a:pt x="21" y="33"/>
                      <a:pt x="19" y="32"/>
                      <a:pt x="17" y="30"/>
                    </a:cubicBezTo>
                    <a:cubicBezTo>
                      <a:pt x="15" y="28"/>
                      <a:pt x="13" y="25"/>
                      <a:pt x="13" y="22"/>
                    </a:cubicBezTo>
                    <a:cubicBezTo>
                      <a:pt x="13" y="19"/>
                      <a:pt x="15" y="16"/>
                      <a:pt x="17" y="14"/>
                    </a:cubicBezTo>
                    <a:cubicBezTo>
                      <a:pt x="19" y="12"/>
                      <a:pt x="21" y="11"/>
                      <a:pt x="25" y="11"/>
                    </a:cubicBezTo>
                    <a:close/>
                    <a:moveTo>
                      <a:pt x="31" y="16"/>
                    </a:moveTo>
                    <a:cubicBezTo>
                      <a:pt x="31" y="16"/>
                      <a:pt x="31" y="16"/>
                      <a:pt x="31" y="16"/>
                    </a:cubicBezTo>
                    <a:cubicBezTo>
                      <a:pt x="29" y="14"/>
                      <a:pt x="27" y="13"/>
                      <a:pt x="25" y="13"/>
                    </a:cubicBezTo>
                    <a:cubicBezTo>
                      <a:pt x="22" y="13"/>
                      <a:pt x="20" y="14"/>
                      <a:pt x="18" y="16"/>
                    </a:cubicBezTo>
                    <a:cubicBezTo>
                      <a:pt x="17" y="18"/>
                      <a:pt x="16" y="20"/>
                      <a:pt x="16" y="22"/>
                    </a:cubicBezTo>
                    <a:cubicBezTo>
                      <a:pt x="16" y="25"/>
                      <a:pt x="17" y="27"/>
                      <a:pt x="18" y="28"/>
                    </a:cubicBezTo>
                    <a:cubicBezTo>
                      <a:pt x="20" y="30"/>
                      <a:pt x="22" y="31"/>
                      <a:pt x="25" y="31"/>
                    </a:cubicBezTo>
                    <a:cubicBezTo>
                      <a:pt x="27" y="31"/>
                      <a:pt x="29" y="30"/>
                      <a:pt x="31" y="28"/>
                    </a:cubicBezTo>
                    <a:cubicBezTo>
                      <a:pt x="32" y="27"/>
                      <a:pt x="33" y="25"/>
                      <a:pt x="33" y="22"/>
                    </a:cubicBezTo>
                    <a:cubicBezTo>
                      <a:pt x="33" y="20"/>
                      <a:pt x="32" y="18"/>
                      <a:pt x="31" y="16"/>
                    </a:cubicBezTo>
                    <a:close/>
                    <a:moveTo>
                      <a:pt x="37" y="9"/>
                    </a:moveTo>
                    <a:cubicBezTo>
                      <a:pt x="37" y="9"/>
                      <a:pt x="37" y="9"/>
                      <a:pt x="37" y="9"/>
                    </a:cubicBezTo>
                    <a:cubicBezTo>
                      <a:pt x="34" y="6"/>
                      <a:pt x="30" y="4"/>
                      <a:pt x="25" y="4"/>
                    </a:cubicBezTo>
                    <a:cubicBezTo>
                      <a:pt x="19" y="4"/>
                      <a:pt x="15" y="6"/>
                      <a:pt x="12" y="9"/>
                    </a:cubicBezTo>
                    <a:cubicBezTo>
                      <a:pt x="5" y="16"/>
                      <a:pt x="5" y="25"/>
                      <a:pt x="9" y="33"/>
                    </a:cubicBezTo>
                    <a:cubicBezTo>
                      <a:pt x="12" y="36"/>
                      <a:pt x="14" y="38"/>
                      <a:pt x="18" y="39"/>
                    </a:cubicBezTo>
                    <a:cubicBezTo>
                      <a:pt x="18" y="39"/>
                      <a:pt x="18" y="39"/>
                      <a:pt x="19" y="40"/>
                    </a:cubicBezTo>
                    <a:cubicBezTo>
                      <a:pt x="25" y="46"/>
                      <a:pt x="25" y="46"/>
                      <a:pt x="25" y="46"/>
                    </a:cubicBezTo>
                    <a:cubicBezTo>
                      <a:pt x="30" y="40"/>
                      <a:pt x="30" y="40"/>
                      <a:pt x="30" y="40"/>
                    </a:cubicBezTo>
                    <a:cubicBezTo>
                      <a:pt x="31" y="39"/>
                      <a:pt x="31" y="39"/>
                      <a:pt x="31" y="39"/>
                    </a:cubicBezTo>
                    <a:cubicBezTo>
                      <a:pt x="35" y="38"/>
                      <a:pt x="37" y="36"/>
                      <a:pt x="40" y="33"/>
                    </a:cubicBezTo>
                    <a:cubicBezTo>
                      <a:pt x="44" y="25"/>
                      <a:pt x="44" y="16"/>
                      <a:pt x="37" y="9"/>
                    </a:cubicBezTo>
                    <a:close/>
                  </a:path>
                </a:pathLst>
              </a:custGeom>
              <a:solidFill>
                <a:srgbClr val="50D890"/>
              </a:solidFill>
              <a:ln>
                <a:noFill/>
              </a:ln>
              <a:effectLst/>
            </p:spPr>
            <p:txBody>
              <a:bodyPr wrap="square" lIns="19050" tIns="19050" rIns="19050" bIns="19050" anchor="ctr">
                <a:noAutofit/>
              </a:bodyPr>
              <a:lstStyle/>
              <a:p>
                <a:pPr lvl="0" algn="ctr" defTabSz="228600" fontAlgn="base" hangingPunct="0">
                  <a:buClrTx/>
                  <a:buSzTx/>
                  <a:buFontTx/>
                  <a:defRPr/>
                </a:pPr>
                <a:endParaRPr lang="en-US" sz="1500" noProof="0">
                  <a:ln>
                    <a:noFill/>
                  </a:ln>
                  <a:solidFill>
                    <a:srgbClr val="FFFFFF"/>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9" name="Rectangle 60">
                <a:extLst>
                  <a:ext uri="{FF2B5EF4-FFF2-40B4-BE49-F238E27FC236}">
                    <a16:creationId xmlns:a16="http://schemas.microsoft.com/office/drawing/2014/main" id="{49D52A17-E2B0-4285-879E-1BDA6BEB7153}"/>
                  </a:ext>
                </a:extLst>
              </p:cNvPr>
              <p:cNvSpPr/>
              <p:nvPr/>
            </p:nvSpPr>
            <p:spPr>
              <a:xfrm>
                <a:off x="12248" y="7568"/>
                <a:ext cx="2429" cy="471"/>
              </a:xfrm>
              <a:prstGeom prst="rect">
                <a:avLst/>
              </a:prstGeom>
            </p:spPr>
            <p:txBody>
              <a:bodyPr wrap="square" lIns="0" tIns="0" rIns="0" bIns="0">
                <a:spAutoFit/>
              </a:bodyPr>
              <a:lstStyle/>
              <a:p>
                <a:pPr algn="l"/>
                <a:r>
                  <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40" name="TextBox 59">
                <a:extLst>
                  <a:ext uri="{FF2B5EF4-FFF2-40B4-BE49-F238E27FC236}">
                    <a16:creationId xmlns:a16="http://schemas.microsoft.com/office/drawing/2014/main" id="{8322AB93-2D54-4B70-9A0E-45C0991828D1}"/>
                  </a:ext>
                </a:extLst>
              </p:cNvPr>
              <p:cNvSpPr txBox="1"/>
              <p:nvPr/>
            </p:nvSpPr>
            <p:spPr>
              <a:xfrm>
                <a:off x="12248" y="7994"/>
                <a:ext cx="4904" cy="742"/>
              </a:xfrm>
              <a:prstGeom prst="rect">
                <a:avLst/>
              </a:prstGeom>
              <a:noFill/>
            </p:spPr>
            <p:txBody>
              <a:bodyPr wrap="square" lIns="0" tIns="0" rIns="0" bIns="0" rtlCol="0">
                <a:spAutoFit/>
              </a:bodyPr>
              <a:lstStyle/>
              <a:p>
                <a:pPr algn="l" defTabSz="1219200">
                  <a:lnSpc>
                    <a:spcPct val="150000"/>
                  </a:lnSpc>
                  <a:spcBef>
                    <a:spcPts val="20"/>
                  </a:spcBef>
                  <a:spcAft>
                    <a:spcPct val="0"/>
                  </a:spcAft>
                  <a:defRPr/>
                </a:pPr>
                <a:r>
                  <a:rPr 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大X可调节。请输入您的内容，文字可修改，大X可调节。请输入您的内容，</a:t>
                </a:r>
                <a:endParaRPr lang="zh-CN" alt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grpSp>
        <p:sp>
          <p:nvSpPr>
            <p:cNvPr id="35" name="Rectangle 60">
              <a:extLst>
                <a:ext uri="{FF2B5EF4-FFF2-40B4-BE49-F238E27FC236}">
                  <a16:creationId xmlns:a16="http://schemas.microsoft.com/office/drawing/2014/main" id="{32D8F71E-341A-4F69-8B80-FD366D59B333}"/>
                </a:ext>
              </a:extLst>
            </p:cNvPr>
            <p:cNvSpPr/>
            <p:nvPr/>
          </p:nvSpPr>
          <p:spPr>
            <a:xfrm>
              <a:off x="3188" y="6276"/>
              <a:ext cx="979" cy="848"/>
            </a:xfrm>
            <a:prstGeom prst="rect">
              <a:avLst/>
            </a:prstGeom>
          </p:spPr>
          <p:txBody>
            <a:bodyPr wrap="square" lIns="0" tIns="0" rIns="0" bIns="0">
              <a:spAutoFit/>
            </a:bodyPr>
            <a:lstStyle/>
            <a:p>
              <a:pPr algn="ctr"/>
              <a:r>
                <a:rPr lang="en-US" altLang="zh-CN" sz="3500">
                  <a:solidFill>
                    <a:schemeClr val="bg1"/>
                  </a:solidFill>
                  <a:latin typeface="思源黑体 Light" panose="020B0300000000000000" pitchFamily="34" charset="-122"/>
                  <a:ea typeface="思源黑体 Light" panose="020B0300000000000000" pitchFamily="34" charset="-122"/>
                  <a:cs typeface="Impact" panose="020B0806030902050204" charset="0"/>
                  <a:sym typeface="思源黑体 Light" panose="020B0300000000000000" pitchFamily="34" charset="-122"/>
                </a:rPr>
                <a:t>01</a:t>
              </a:r>
            </a:p>
          </p:txBody>
        </p:sp>
        <p:sp>
          <p:nvSpPr>
            <p:cNvPr id="36" name="Rectangle 60">
              <a:extLst>
                <a:ext uri="{FF2B5EF4-FFF2-40B4-BE49-F238E27FC236}">
                  <a16:creationId xmlns:a16="http://schemas.microsoft.com/office/drawing/2014/main" id="{1D2B4A27-0DFA-4EC0-B948-B45C5DE2D8F2}"/>
                </a:ext>
              </a:extLst>
            </p:cNvPr>
            <p:cNvSpPr/>
            <p:nvPr/>
          </p:nvSpPr>
          <p:spPr>
            <a:xfrm>
              <a:off x="5389" y="6364"/>
              <a:ext cx="979" cy="678"/>
            </a:xfrm>
            <a:prstGeom prst="rect">
              <a:avLst/>
            </a:prstGeom>
          </p:spPr>
          <p:txBody>
            <a:bodyPr wrap="square" lIns="0" tIns="0" rIns="0" bIns="0">
              <a:spAutoFit/>
            </a:bodyPr>
            <a:lstStyle/>
            <a:p>
              <a:pPr algn="ctr"/>
              <a:r>
                <a:rPr lang="en-US" altLang="zh-CN" sz="2800">
                  <a:solidFill>
                    <a:schemeClr val="bg1"/>
                  </a:solidFill>
                  <a:latin typeface="思源黑体 Light" panose="020B0300000000000000" pitchFamily="34" charset="-122"/>
                  <a:ea typeface="思源黑体 Light" panose="020B0300000000000000" pitchFamily="34" charset="-122"/>
                  <a:cs typeface="Impact" panose="020B0806030902050204" charset="0"/>
                  <a:sym typeface="思源黑体 Light" panose="020B0300000000000000" pitchFamily="34" charset="-122"/>
                </a:rPr>
                <a:t>02</a:t>
              </a:r>
            </a:p>
          </p:txBody>
        </p:sp>
        <p:sp>
          <p:nvSpPr>
            <p:cNvPr id="37" name="Rectangle 60">
              <a:extLst>
                <a:ext uri="{FF2B5EF4-FFF2-40B4-BE49-F238E27FC236}">
                  <a16:creationId xmlns:a16="http://schemas.microsoft.com/office/drawing/2014/main" id="{67E5954D-A26A-4ECF-AFBE-EE18D744298D}"/>
                </a:ext>
              </a:extLst>
            </p:cNvPr>
            <p:cNvSpPr/>
            <p:nvPr/>
          </p:nvSpPr>
          <p:spPr>
            <a:xfrm>
              <a:off x="7047" y="6438"/>
              <a:ext cx="979" cy="533"/>
            </a:xfrm>
            <a:prstGeom prst="rect">
              <a:avLst/>
            </a:prstGeom>
          </p:spPr>
          <p:txBody>
            <a:bodyPr wrap="square" lIns="0" tIns="0" rIns="0" bIns="0">
              <a:spAutoFit/>
            </a:bodyPr>
            <a:lstStyle/>
            <a:p>
              <a:pPr algn="ctr"/>
              <a:r>
                <a:rPr lang="en-US" altLang="zh-CN" sz="2200">
                  <a:solidFill>
                    <a:schemeClr val="bg1"/>
                  </a:solidFill>
                  <a:latin typeface="思源黑体 Light" panose="020B0300000000000000" pitchFamily="34" charset="-122"/>
                  <a:ea typeface="思源黑体 Light" panose="020B0300000000000000" pitchFamily="34" charset="-122"/>
                  <a:cs typeface="Impact" panose="020B0806030902050204" charset="0"/>
                  <a:sym typeface="思源黑体 Light" panose="020B0300000000000000" pitchFamily="34" charset="-122"/>
                </a:rPr>
                <a:t>03</a:t>
              </a:r>
            </a:p>
          </p:txBody>
        </p:sp>
      </p:grpSp>
    </p:spTree>
    <p:extLst>
      <p:ext uri="{BB962C8B-B14F-4D97-AF65-F5344CB8AC3E}">
        <p14:creationId xmlns:p14="http://schemas.microsoft.com/office/powerpoint/2010/main" val="2072971787"/>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p15="http://schemas.microsoft.com/office/powerpoint/2012/main" xmlns:a16="http://schemas.microsoft.com/office/drawing/2014/main" xmlns="">
      <p:transition spd="slow" advClick="0" advTm="3000">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BF4567C-A16D-4E1C-BE64-0C3A54D26AC3}"/>
              </a:ext>
            </a:extLst>
          </p:cNvPr>
          <p:cNvSpPr/>
          <p:nvPr/>
        </p:nvSpPr>
        <p:spPr>
          <a:xfrm>
            <a:off x="4420289" y="2425396"/>
            <a:ext cx="2185790" cy="707886"/>
          </a:xfrm>
          <a:prstGeom prst="rect">
            <a:avLst/>
          </a:prstGeom>
        </p:spPr>
        <p:txBody>
          <a:bodyPr wrap="none">
            <a:spAutoFit/>
          </a:bodyPr>
          <a:lstStyle/>
          <a:p>
            <a:pPr marL="0" marR="0" lvl="0" indent="0" algn="ctr" defTabSz="457200" rtl="0" eaLnBrk="1" fontAlgn="auto" latinLnBrk="0" hangingPunct="1">
              <a:lnSpc>
                <a:spcPct val="100000"/>
              </a:lnSpc>
              <a:spcBef>
                <a:spcPct val="0"/>
              </a:spcBef>
              <a:spcAft>
                <a:spcPct val="0"/>
              </a:spcAft>
              <a:buClrTx/>
              <a:buSzTx/>
              <a:buFontTx/>
              <a:buNone/>
              <a:defRPr/>
            </a:pPr>
            <a:r>
              <a:rPr kumimoji="0" lang="en-US" altLang="zh-CN" sz="4000" b="0" i="0" u="none" strike="noStrike" kern="1200" cap="none" spc="0" normalizeH="0" baseline="0" noProof="0">
                <a:ln>
                  <a:noFill/>
                </a:ln>
                <a:solidFill>
                  <a:srgbClr val="28B56A"/>
                </a:solidFill>
                <a:effectLst/>
                <a:uLnTx/>
                <a:uFillTx/>
                <a:latin typeface="思源黑体 Medium" panose="020B0600000000000000" pitchFamily="34" charset="-122"/>
                <a:ea typeface="思源黑体 Medium" panose="020B0600000000000000" pitchFamily="34" charset="-122"/>
                <a:sym typeface="思源黑体 Light" panose="020B0300000000000000" pitchFamily="34" charset="-122"/>
              </a:rPr>
              <a:t>PART 02</a:t>
            </a:r>
            <a:endParaRPr kumimoji="0" lang="zh-CN" altLang="en-US" sz="4000" b="0" i="0" u="none" strike="noStrike" kern="1200" cap="none" spc="0" normalizeH="0" baseline="0" noProof="0">
              <a:ln>
                <a:noFill/>
              </a:ln>
              <a:solidFill>
                <a:srgbClr val="28B56A"/>
              </a:solidFill>
              <a:effectLst/>
              <a:uLnTx/>
              <a:uFillTx/>
              <a:latin typeface="思源黑体 Medium" panose="020B0600000000000000" pitchFamily="34" charset="-122"/>
              <a:ea typeface="思源黑体 Medium" panose="020B0600000000000000" pitchFamily="34" charset="-122"/>
              <a:sym typeface="思源黑体 Light" panose="020B0300000000000000" pitchFamily="34" charset="-122"/>
            </a:endParaRPr>
          </a:p>
        </p:txBody>
      </p:sp>
      <p:sp>
        <p:nvSpPr>
          <p:cNvPr id="5" name="矩形 4">
            <a:extLst>
              <a:ext uri="{FF2B5EF4-FFF2-40B4-BE49-F238E27FC236}">
                <a16:creationId xmlns:a16="http://schemas.microsoft.com/office/drawing/2014/main" id="{9FB26F8F-EB10-4D61-B764-F3546B793A87}"/>
              </a:ext>
            </a:extLst>
          </p:cNvPr>
          <p:cNvSpPr/>
          <p:nvPr/>
        </p:nvSpPr>
        <p:spPr>
          <a:xfrm>
            <a:off x="6096001" y="3370776"/>
            <a:ext cx="3262432" cy="707886"/>
          </a:xfrm>
          <a:prstGeom prst="rect">
            <a:avLst/>
          </a:prstGeom>
        </p:spPr>
        <p:txBody>
          <a:bodyPr wrap="none">
            <a:spAutoFit/>
          </a:bodyPr>
          <a:lstStyle/>
          <a:p>
            <a:pPr marL="0" marR="0" lvl="0" indent="0" algn="ctr" defTabSz="457200" rtl="0" eaLnBrk="1" fontAlgn="auto" latinLnBrk="0" hangingPunct="1">
              <a:lnSpc>
                <a:spcPct val="100000"/>
              </a:lnSpc>
              <a:spcBef>
                <a:spcPct val="0"/>
              </a:spcBef>
              <a:spcAft>
                <a:spcPct val="0"/>
              </a:spcAft>
              <a:buClrTx/>
              <a:buSzTx/>
              <a:buFontTx/>
              <a:buNone/>
              <a:defRPr/>
            </a:pPr>
            <a:r>
              <a:rPr kumimoji="0" lang="zh-CN" altLang="en-US" sz="4000" b="0" i="0" u="none" strike="noStrike" kern="1200" cap="none" spc="0" normalizeH="0" baseline="0" noProof="0">
                <a:ln>
                  <a:noFill/>
                </a:ln>
                <a:solidFill>
                  <a:srgbClr val="000000">
                    <a:lumMod val="75000"/>
                    <a:lumOff val="25000"/>
                  </a:srgbClr>
                </a:solidFill>
                <a:effectLst/>
                <a:uLnTx/>
                <a:uFillTx/>
                <a:latin typeface="思源黑体 Medium" panose="020B0600000000000000" pitchFamily="34" charset="-122"/>
                <a:ea typeface="思源黑体 Medium" panose="020B0600000000000000" pitchFamily="34" charset="-122"/>
                <a:sym typeface="思源黑体 Light" panose="020B0300000000000000" pitchFamily="34" charset="-122"/>
              </a:rPr>
              <a:t>工作完成情况</a:t>
            </a:r>
          </a:p>
        </p:txBody>
      </p:sp>
    </p:spTree>
    <p:extLst>
      <p:ext uri="{BB962C8B-B14F-4D97-AF65-F5344CB8AC3E}">
        <p14:creationId xmlns:p14="http://schemas.microsoft.com/office/powerpoint/2010/main" val="1301902724"/>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p15="http://schemas.microsoft.com/office/powerpoint/2012/main" xmlns:a16="http://schemas.microsoft.com/office/drawing/2014/main"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Vertical)">
                                      <p:cBhvr>
                                        <p:cTn id="7" dur="500"/>
                                        <p:tgtEl>
                                          <p:spTgt spid="4"/>
                                        </p:tgtEl>
                                      </p:cBhvr>
                                    </p:animEffect>
                                  </p:childTnLst>
                                </p:cTn>
                              </p:par>
                            </p:childTnLst>
                          </p:cTn>
                        </p:par>
                        <p:par>
                          <p:cTn id="8" fill="hold" nodeType="afterGroup">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a:extLst>
              <a:ext uri="{FF2B5EF4-FFF2-40B4-BE49-F238E27FC236}">
                <a16:creationId xmlns:a16="http://schemas.microsoft.com/office/drawing/2014/main" id="{8AA87A9C-1F0F-4F53-B59B-15105B896210}"/>
              </a:ext>
            </a:extLst>
          </p:cNvPr>
          <p:cNvGrpSpPr/>
          <p:nvPr/>
        </p:nvGrpSpPr>
        <p:grpSpPr>
          <a:xfrm>
            <a:off x="1622707" y="363109"/>
            <a:ext cx="3570339" cy="646331"/>
            <a:chOff x="1622706" y="363107"/>
            <a:chExt cx="3570339" cy="646331"/>
          </a:xfrm>
        </p:grpSpPr>
        <p:sp>
          <p:nvSpPr>
            <p:cNvPr id="31" name="文本框 30">
              <a:extLst>
                <a:ext uri="{FF2B5EF4-FFF2-40B4-BE49-F238E27FC236}">
                  <a16:creationId xmlns:a16="http://schemas.microsoft.com/office/drawing/2014/main" id="{05013CD2-D755-40E0-A854-3833C56795F2}"/>
                </a:ext>
              </a:extLst>
            </p:cNvPr>
            <p:cNvSpPr txBox="1"/>
            <p:nvPr userDrawn="1"/>
          </p:nvSpPr>
          <p:spPr>
            <a:xfrm>
              <a:off x="1622706" y="363107"/>
              <a:ext cx="357033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工作完成情况</a:t>
              </a:r>
            </a:p>
          </p:txBody>
        </p:sp>
        <p:sp>
          <p:nvSpPr>
            <p:cNvPr id="32" name="文本框 31">
              <a:extLst>
                <a:ext uri="{FF2B5EF4-FFF2-40B4-BE49-F238E27FC236}">
                  <a16:creationId xmlns:a16="http://schemas.microsoft.com/office/drawing/2014/main" id="{B28BD9E0-C001-4A0B-A722-9BECD1626DD8}"/>
                </a:ext>
              </a:extLst>
            </p:cNvPr>
            <p:cNvSpPr txBox="1"/>
            <p:nvPr userDrawn="1"/>
          </p:nvSpPr>
          <p:spPr>
            <a:xfrm>
              <a:off x="1622706" y="732439"/>
              <a:ext cx="357033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Use "Title Only" Layout</a:t>
              </a:r>
              <a:endParaRPr kumimoji="0" lang="zh-CN" altLang="en-US"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grpSp>
        <p:nvGrpSpPr>
          <p:cNvPr id="33" name="组合 32">
            <a:extLst>
              <a:ext uri="{FF2B5EF4-FFF2-40B4-BE49-F238E27FC236}">
                <a16:creationId xmlns:a16="http://schemas.microsoft.com/office/drawing/2014/main" id="{7A9B0065-C271-49C0-90EA-CAF1ED07F3AE}"/>
              </a:ext>
            </a:extLst>
          </p:cNvPr>
          <p:cNvGrpSpPr/>
          <p:nvPr/>
        </p:nvGrpSpPr>
        <p:grpSpPr>
          <a:xfrm>
            <a:off x="1081406" y="2105027"/>
            <a:ext cx="10029825" cy="3940175"/>
            <a:chOff x="1703" y="2865"/>
            <a:chExt cx="15795" cy="6205"/>
          </a:xfrm>
        </p:grpSpPr>
        <p:cxnSp>
          <p:nvCxnSpPr>
            <p:cNvPr id="34" name="直接连接符 33">
              <a:extLst>
                <a:ext uri="{FF2B5EF4-FFF2-40B4-BE49-F238E27FC236}">
                  <a16:creationId xmlns:a16="http://schemas.microsoft.com/office/drawing/2014/main" id="{3E79782B-B15B-48BB-875A-FA3618FF7E95}"/>
                </a:ext>
              </a:extLst>
            </p:cNvPr>
            <p:cNvCxnSpPr/>
            <p:nvPr/>
          </p:nvCxnSpPr>
          <p:spPr>
            <a:xfrm>
              <a:off x="1703" y="7455"/>
              <a:ext cx="15795" cy="0"/>
            </a:xfrm>
            <a:prstGeom prst="line">
              <a:avLst/>
            </a:prstGeom>
            <a:ln w="19050">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35" name="组合 34">
              <a:extLst>
                <a:ext uri="{FF2B5EF4-FFF2-40B4-BE49-F238E27FC236}">
                  <a16:creationId xmlns:a16="http://schemas.microsoft.com/office/drawing/2014/main" id="{E611174F-2DB5-40B9-876D-1ACCFC93F27E}"/>
                </a:ext>
              </a:extLst>
            </p:cNvPr>
            <p:cNvGrpSpPr/>
            <p:nvPr/>
          </p:nvGrpSpPr>
          <p:grpSpPr>
            <a:xfrm>
              <a:off x="3684" y="6473"/>
              <a:ext cx="11832" cy="1542"/>
              <a:chOff x="3684" y="6473"/>
              <a:chExt cx="11832" cy="1542"/>
            </a:xfrm>
          </p:grpSpPr>
          <p:sp>
            <p:nvSpPr>
              <p:cNvPr id="57" name="泪滴形 56">
                <a:extLst>
                  <a:ext uri="{FF2B5EF4-FFF2-40B4-BE49-F238E27FC236}">
                    <a16:creationId xmlns:a16="http://schemas.microsoft.com/office/drawing/2014/main" id="{0A587FB6-447F-44E7-8EA3-6586CAE9B42A}"/>
                  </a:ext>
                </a:extLst>
              </p:cNvPr>
              <p:cNvSpPr/>
              <p:nvPr/>
            </p:nvSpPr>
            <p:spPr>
              <a:xfrm rot="8100000">
                <a:off x="3684" y="6473"/>
                <a:ext cx="1542" cy="1542"/>
              </a:xfrm>
              <a:prstGeom prst="teardrop">
                <a:avLst/>
              </a:prstGeom>
              <a:solidFill>
                <a:srgbClr val="28B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58" name="泪滴形 57">
                <a:extLst>
                  <a:ext uri="{FF2B5EF4-FFF2-40B4-BE49-F238E27FC236}">
                    <a16:creationId xmlns:a16="http://schemas.microsoft.com/office/drawing/2014/main" id="{7C4A348F-5486-48F4-9C36-457F1991C2BA}"/>
                  </a:ext>
                </a:extLst>
              </p:cNvPr>
              <p:cNvSpPr/>
              <p:nvPr/>
            </p:nvSpPr>
            <p:spPr>
              <a:xfrm rot="8100000">
                <a:off x="8829" y="6473"/>
                <a:ext cx="1542" cy="1542"/>
              </a:xfrm>
              <a:prstGeom prst="teardrop">
                <a:avLst/>
              </a:prstGeom>
              <a:solidFill>
                <a:srgbClr val="50D8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59" name="泪滴形 58">
                <a:extLst>
                  <a:ext uri="{FF2B5EF4-FFF2-40B4-BE49-F238E27FC236}">
                    <a16:creationId xmlns:a16="http://schemas.microsoft.com/office/drawing/2014/main" id="{862DF6A0-14CF-46EE-B795-3DF39BEA698C}"/>
                  </a:ext>
                </a:extLst>
              </p:cNvPr>
              <p:cNvSpPr/>
              <p:nvPr/>
            </p:nvSpPr>
            <p:spPr>
              <a:xfrm rot="8100000">
                <a:off x="13974" y="6473"/>
                <a:ext cx="1542" cy="1542"/>
              </a:xfrm>
              <a:prstGeom prst="teardrop">
                <a:avLst/>
              </a:prstGeom>
              <a:solidFill>
                <a:srgbClr val="28B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grpSp>
          <p:nvGrpSpPr>
            <p:cNvPr id="36" name="组合 35">
              <a:extLst>
                <a:ext uri="{FF2B5EF4-FFF2-40B4-BE49-F238E27FC236}">
                  <a16:creationId xmlns:a16="http://schemas.microsoft.com/office/drawing/2014/main" id="{596DEDBE-3ECE-4344-8305-EDD79F519A87}"/>
                </a:ext>
              </a:extLst>
            </p:cNvPr>
            <p:cNvGrpSpPr/>
            <p:nvPr/>
          </p:nvGrpSpPr>
          <p:grpSpPr>
            <a:xfrm>
              <a:off x="2154" y="2865"/>
              <a:ext cx="4380" cy="3060"/>
              <a:chOff x="2154" y="2865"/>
              <a:chExt cx="4380" cy="3060"/>
            </a:xfrm>
          </p:grpSpPr>
          <p:sp>
            <p:nvSpPr>
              <p:cNvPr id="55" name="矩形 54">
                <a:extLst>
                  <a:ext uri="{FF2B5EF4-FFF2-40B4-BE49-F238E27FC236}">
                    <a16:creationId xmlns:a16="http://schemas.microsoft.com/office/drawing/2014/main" id="{95B6582D-59CA-4448-B132-B8B842B1A819}"/>
                  </a:ext>
                </a:extLst>
              </p:cNvPr>
              <p:cNvSpPr/>
              <p:nvPr/>
            </p:nvSpPr>
            <p:spPr>
              <a:xfrm>
                <a:off x="2154" y="3285"/>
                <a:ext cx="4380" cy="2640"/>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56" name="圆角矩形 8">
                <a:extLst>
                  <a:ext uri="{FF2B5EF4-FFF2-40B4-BE49-F238E27FC236}">
                    <a16:creationId xmlns:a16="http://schemas.microsoft.com/office/drawing/2014/main" id="{F73BEDBD-EB99-48B4-837D-F6CD47F06D27}"/>
                  </a:ext>
                </a:extLst>
              </p:cNvPr>
              <p:cNvSpPr/>
              <p:nvPr/>
            </p:nvSpPr>
            <p:spPr>
              <a:xfrm>
                <a:off x="2855" y="2865"/>
                <a:ext cx="2977" cy="720"/>
              </a:xfrm>
              <a:prstGeom prst="roundRect">
                <a:avLst/>
              </a:prstGeom>
              <a:solidFill>
                <a:srgbClr val="28B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grpSp>
          <p:nvGrpSpPr>
            <p:cNvPr id="37" name="组合 36">
              <a:extLst>
                <a:ext uri="{FF2B5EF4-FFF2-40B4-BE49-F238E27FC236}">
                  <a16:creationId xmlns:a16="http://schemas.microsoft.com/office/drawing/2014/main" id="{5EF49C18-734F-4FBF-8CD5-4419A5B769D7}"/>
                </a:ext>
              </a:extLst>
            </p:cNvPr>
            <p:cNvGrpSpPr/>
            <p:nvPr/>
          </p:nvGrpSpPr>
          <p:grpSpPr>
            <a:xfrm>
              <a:off x="7432" y="2865"/>
              <a:ext cx="4380" cy="3060"/>
              <a:chOff x="2154" y="2865"/>
              <a:chExt cx="4380" cy="3060"/>
            </a:xfrm>
          </p:grpSpPr>
          <p:sp>
            <p:nvSpPr>
              <p:cNvPr id="53" name="矩形 52">
                <a:extLst>
                  <a:ext uri="{FF2B5EF4-FFF2-40B4-BE49-F238E27FC236}">
                    <a16:creationId xmlns:a16="http://schemas.microsoft.com/office/drawing/2014/main" id="{07ACA921-6153-429F-8AB5-651822542F9E}"/>
                  </a:ext>
                </a:extLst>
              </p:cNvPr>
              <p:cNvSpPr/>
              <p:nvPr/>
            </p:nvSpPr>
            <p:spPr>
              <a:xfrm>
                <a:off x="2154" y="3285"/>
                <a:ext cx="4380" cy="2640"/>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54" name="圆角矩形 13">
                <a:extLst>
                  <a:ext uri="{FF2B5EF4-FFF2-40B4-BE49-F238E27FC236}">
                    <a16:creationId xmlns:a16="http://schemas.microsoft.com/office/drawing/2014/main" id="{3DBF9856-DEC1-4342-9E7C-6A364476FF45}"/>
                  </a:ext>
                </a:extLst>
              </p:cNvPr>
              <p:cNvSpPr/>
              <p:nvPr/>
            </p:nvSpPr>
            <p:spPr>
              <a:xfrm>
                <a:off x="2855" y="2865"/>
                <a:ext cx="2977" cy="720"/>
              </a:xfrm>
              <a:prstGeom prst="roundRect">
                <a:avLst/>
              </a:prstGeom>
              <a:solidFill>
                <a:srgbClr val="50D8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grpSp>
          <p:nvGrpSpPr>
            <p:cNvPr id="38" name="组合 37">
              <a:extLst>
                <a:ext uri="{FF2B5EF4-FFF2-40B4-BE49-F238E27FC236}">
                  <a16:creationId xmlns:a16="http://schemas.microsoft.com/office/drawing/2014/main" id="{008BEF75-C375-4E5C-9CD9-D54BE11D9F85}"/>
                </a:ext>
              </a:extLst>
            </p:cNvPr>
            <p:cNvGrpSpPr/>
            <p:nvPr/>
          </p:nvGrpSpPr>
          <p:grpSpPr>
            <a:xfrm>
              <a:off x="12633" y="2865"/>
              <a:ext cx="4380" cy="3060"/>
              <a:chOff x="2154" y="2865"/>
              <a:chExt cx="4380" cy="3060"/>
            </a:xfrm>
          </p:grpSpPr>
          <p:sp>
            <p:nvSpPr>
              <p:cNvPr id="51" name="矩形 50">
                <a:extLst>
                  <a:ext uri="{FF2B5EF4-FFF2-40B4-BE49-F238E27FC236}">
                    <a16:creationId xmlns:a16="http://schemas.microsoft.com/office/drawing/2014/main" id="{8F93684E-651A-4C4C-8746-0E07E24B6803}"/>
                  </a:ext>
                </a:extLst>
              </p:cNvPr>
              <p:cNvSpPr/>
              <p:nvPr/>
            </p:nvSpPr>
            <p:spPr>
              <a:xfrm>
                <a:off x="2154" y="3285"/>
                <a:ext cx="4380" cy="2640"/>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52" name="圆角矩形 16">
                <a:extLst>
                  <a:ext uri="{FF2B5EF4-FFF2-40B4-BE49-F238E27FC236}">
                    <a16:creationId xmlns:a16="http://schemas.microsoft.com/office/drawing/2014/main" id="{DE780C50-80DA-457E-9AFB-B232584A5FDE}"/>
                  </a:ext>
                </a:extLst>
              </p:cNvPr>
              <p:cNvSpPr/>
              <p:nvPr/>
            </p:nvSpPr>
            <p:spPr>
              <a:xfrm>
                <a:off x="2855" y="2865"/>
                <a:ext cx="2977" cy="720"/>
              </a:xfrm>
              <a:prstGeom prst="roundRect">
                <a:avLst/>
              </a:prstGeom>
              <a:solidFill>
                <a:srgbClr val="28B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sp>
          <p:nvSpPr>
            <p:cNvPr id="39" name="Rectangle 60">
              <a:extLst>
                <a:ext uri="{FF2B5EF4-FFF2-40B4-BE49-F238E27FC236}">
                  <a16:creationId xmlns:a16="http://schemas.microsoft.com/office/drawing/2014/main" id="{3E86CA97-E3E8-4F5A-9502-656417124430}"/>
                </a:ext>
              </a:extLst>
            </p:cNvPr>
            <p:cNvSpPr/>
            <p:nvPr/>
          </p:nvSpPr>
          <p:spPr>
            <a:xfrm>
              <a:off x="3179" y="3031"/>
              <a:ext cx="2354" cy="388"/>
            </a:xfrm>
            <a:prstGeom prst="rect">
              <a:avLst/>
            </a:prstGeom>
          </p:spPr>
          <p:txBody>
            <a:bodyPr wrap="square" lIns="0" tIns="0" rIns="0" bIns="0">
              <a:spAutoFit/>
            </a:bodyPr>
            <a:lstStyle/>
            <a:p>
              <a:pPr algn="ctr"/>
              <a:r>
                <a:rPr lang="zh-CN" altLang="en-US" sz="1600">
                  <a:solidFill>
                    <a:schemeClr val="bg1"/>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40" name="TextBox 59">
              <a:extLst>
                <a:ext uri="{FF2B5EF4-FFF2-40B4-BE49-F238E27FC236}">
                  <a16:creationId xmlns:a16="http://schemas.microsoft.com/office/drawing/2014/main" id="{13B7A32C-FF59-45CD-8743-C819D0296F94}"/>
                </a:ext>
              </a:extLst>
            </p:cNvPr>
            <p:cNvSpPr txBox="1"/>
            <p:nvPr/>
          </p:nvSpPr>
          <p:spPr>
            <a:xfrm>
              <a:off x="2826" y="3741"/>
              <a:ext cx="3302" cy="1999"/>
            </a:xfrm>
            <a:prstGeom prst="rect">
              <a:avLst/>
            </a:prstGeom>
            <a:noFill/>
          </p:spPr>
          <p:txBody>
            <a:bodyPr wrap="square" lIns="0" tIns="0" rIns="0" bIns="0" rtlCol="0">
              <a:spAutoFit/>
            </a:bodyPr>
            <a:lstStyle/>
            <a:p>
              <a:pPr algn="l" defTabSz="1219200">
                <a:lnSpc>
                  <a:spcPct val="150000"/>
                </a:lnSpc>
                <a:spcBef>
                  <a:spcPts val="20"/>
                </a:spcBef>
                <a:spcAft>
                  <a:spcPct val="0"/>
                </a:spcAft>
                <a:defRPr/>
              </a:pPr>
              <a:r>
                <a:rPr lang="zh-CN" sz="11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大X可调节。请输入您的内容，文字可修改，大X可调节。请输入您的内容，文字可修改， 大X可调节。请输入您的内容</a:t>
              </a:r>
              <a:endParaRPr lang="zh-CN" altLang="zh-CN" sz="11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41" name="Rectangle 60">
              <a:extLst>
                <a:ext uri="{FF2B5EF4-FFF2-40B4-BE49-F238E27FC236}">
                  <a16:creationId xmlns:a16="http://schemas.microsoft.com/office/drawing/2014/main" id="{610F1D93-17D5-40C7-A769-380A8725C11C}"/>
                </a:ext>
              </a:extLst>
            </p:cNvPr>
            <p:cNvSpPr/>
            <p:nvPr/>
          </p:nvSpPr>
          <p:spPr>
            <a:xfrm>
              <a:off x="8419" y="3031"/>
              <a:ext cx="2354" cy="388"/>
            </a:xfrm>
            <a:prstGeom prst="rect">
              <a:avLst/>
            </a:prstGeom>
          </p:spPr>
          <p:txBody>
            <a:bodyPr wrap="square" lIns="0" tIns="0" rIns="0" bIns="0">
              <a:spAutoFit/>
            </a:bodyPr>
            <a:lstStyle/>
            <a:p>
              <a:pPr algn="ctr"/>
              <a:r>
                <a:rPr lang="zh-CN" altLang="en-US" sz="1600">
                  <a:solidFill>
                    <a:schemeClr val="bg1"/>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42" name="TextBox 59">
              <a:extLst>
                <a:ext uri="{FF2B5EF4-FFF2-40B4-BE49-F238E27FC236}">
                  <a16:creationId xmlns:a16="http://schemas.microsoft.com/office/drawing/2014/main" id="{CFB48B21-972C-4355-9EC2-4F20ADD07D08}"/>
                </a:ext>
              </a:extLst>
            </p:cNvPr>
            <p:cNvSpPr txBox="1"/>
            <p:nvPr/>
          </p:nvSpPr>
          <p:spPr>
            <a:xfrm>
              <a:off x="8066" y="3741"/>
              <a:ext cx="3302" cy="1999"/>
            </a:xfrm>
            <a:prstGeom prst="rect">
              <a:avLst/>
            </a:prstGeom>
            <a:noFill/>
          </p:spPr>
          <p:txBody>
            <a:bodyPr wrap="square" lIns="0" tIns="0" rIns="0" bIns="0" rtlCol="0">
              <a:spAutoFit/>
            </a:bodyPr>
            <a:lstStyle/>
            <a:p>
              <a:pPr algn="l" defTabSz="1219200">
                <a:lnSpc>
                  <a:spcPct val="150000"/>
                </a:lnSpc>
                <a:spcBef>
                  <a:spcPts val="20"/>
                </a:spcBef>
                <a:spcAft>
                  <a:spcPct val="0"/>
                </a:spcAft>
                <a:defRPr/>
              </a:pPr>
              <a:r>
                <a:rPr lang="zh-CN" sz="11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大X可调节。请输入您的内容，文字可修改，大X可调节。请输入您的内容，文字可修改， 大X可调节。请输入您的内容</a:t>
              </a:r>
              <a:endParaRPr lang="zh-CN" altLang="zh-CN" sz="11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43" name="Rectangle 60">
              <a:extLst>
                <a:ext uri="{FF2B5EF4-FFF2-40B4-BE49-F238E27FC236}">
                  <a16:creationId xmlns:a16="http://schemas.microsoft.com/office/drawing/2014/main" id="{957CE9A7-58F8-443F-A1AE-67E2C9F1944C}"/>
                </a:ext>
              </a:extLst>
            </p:cNvPr>
            <p:cNvSpPr/>
            <p:nvPr/>
          </p:nvSpPr>
          <p:spPr>
            <a:xfrm>
              <a:off x="13669" y="3031"/>
              <a:ext cx="2354" cy="388"/>
            </a:xfrm>
            <a:prstGeom prst="rect">
              <a:avLst/>
            </a:prstGeom>
          </p:spPr>
          <p:txBody>
            <a:bodyPr wrap="square" lIns="0" tIns="0" rIns="0" bIns="0">
              <a:spAutoFit/>
            </a:bodyPr>
            <a:lstStyle/>
            <a:p>
              <a:pPr algn="ctr"/>
              <a:r>
                <a:rPr lang="zh-CN" altLang="en-US" sz="1600">
                  <a:solidFill>
                    <a:schemeClr val="bg1"/>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44" name="TextBox 59">
              <a:extLst>
                <a:ext uri="{FF2B5EF4-FFF2-40B4-BE49-F238E27FC236}">
                  <a16:creationId xmlns:a16="http://schemas.microsoft.com/office/drawing/2014/main" id="{83ABD29B-BFC4-4D69-8E8B-F5EB9F090D83}"/>
                </a:ext>
              </a:extLst>
            </p:cNvPr>
            <p:cNvSpPr txBox="1"/>
            <p:nvPr/>
          </p:nvSpPr>
          <p:spPr>
            <a:xfrm>
              <a:off x="13316" y="3741"/>
              <a:ext cx="3302" cy="1999"/>
            </a:xfrm>
            <a:prstGeom prst="rect">
              <a:avLst/>
            </a:prstGeom>
            <a:noFill/>
          </p:spPr>
          <p:txBody>
            <a:bodyPr wrap="square" lIns="0" tIns="0" rIns="0" bIns="0" rtlCol="0">
              <a:spAutoFit/>
            </a:bodyPr>
            <a:lstStyle/>
            <a:p>
              <a:pPr algn="l" defTabSz="1219200">
                <a:lnSpc>
                  <a:spcPct val="150000"/>
                </a:lnSpc>
                <a:spcBef>
                  <a:spcPts val="20"/>
                </a:spcBef>
                <a:spcAft>
                  <a:spcPct val="0"/>
                </a:spcAft>
                <a:defRPr/>
              </a:pPr>
              <a:r>
                <a:rPr lang="zh-CN" sz="11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大X可调节。请输入您的内容，文字可修改，大X可调节。请输入您的内容，文字可修改， 大X可调节。请输入您的内容</a:t>
              </a:r>
              <a:endParaRPr lang="zh-CN" altLang="zh-CN" sz="11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45" name="Freeform 387">
              <a:extLst>
                <a:ext uri="{FF2B5EF4-FFF2-40B4-BE49-F238E27FC236}">
                  <a16:creationId xmlns:a16="http://schemas.microsoft.com/office/drawing/2014/main" id="{4EE368DE-C54D-4E42-AB30-7D0A450E6B66}"/>
                </a:ext>
              </a:extLst>
            </p:cNvPr>
            <p:cNvSpPr>
              <a:spLocks noEditPoints="1"/>
            </p:cNvSpPr>
            <p:nvPr/>
          </p:nvSpPr>
          <p:spPr bwMode="auto">
            <a:xfrm>
              <a:off x="9379" y="6960"/>
              <a:ext cx="485" cy="568"/>
            </a:xfrm>
            <a:custGeom>
              <a:avLst/>
              <a:gdLst/>
              <a:ahLst/>
              <a:cxnLst>
                <a:cxn ang="0">
                  <a:pos x="88900" y="107950"/>
                </a:cxn>
                <a:cxn ang="0">
                  <a:pos x="44450" y="107950"/>
                </a:cxn>
                <a:cxn ang="0">
                  <a:pos x="31750" y="111125"/>
                </a:cxn>
                <a:cxn ang="0">
                  <a:pos x="12700" y="139700"/>
                </a:cxn>
                <a:cxn ang="0">
                  <a:pos x="12700" y="146050"/>
                </a:cxn>
                <a:cxn ang="0">
                  <a:pos x="120650" y="146050"/>
                </a:cxn>
                <a:cxn ang="0">
                  <a:pos x="120650" y="139700"/>
                </a:cxn>
                <a:cxn ang="0">
                  <a:pos x="104775" y="114300"/>
                </a:cxn>
                <a:cxn ang="0">
                  <a:pos x="101600" y="111125"/>
                </a:cxn>
                <a:cxn ang="0">
                  <a:pos x="95250" y="107950"/>
                </a:cxn>
                <a:cxn ang="0">
                  <a:pos x="88900" y="107950"/>
                </a:cxn>
                <a:cxn ang="0">
                  <a:pos x="92075" y="95250"/>
                </a:cxn>
                <a:cxn ang="0">
                  <a:pos x="92075" y="95250"/>
                </a:cxn>
                <a:cxn ang="0">
                  <a:pos x="98425" y="95250"/>
                </a:cxn>
                <a:cxn ang="0">
                  <a:pos x="104775" y="98425"/>
                </a:cxn>
                <a:cxn ang="0">
                  <a:pos x="133350" y="139700"/>
                </a:cxn>
                <a:cxn ang="0">
                  <a:pos x="133350" y="149225"/>
                </a:cxn>
                <a:cxn ang="0">
                  <a:pos x="127000" y="155575"/>
                </a:cxn>
                <a:cxn ang="0">
                  <a:pos x="127000" y="155575"/>
                </a:cxn>
                <a:cxn ang="0">
                  <a:pos x="6350" y="155575"/>
                </a:cxn>
                <a:cxn ang="0">
                  <a:pos x="0" y="149225"/>
                </a:cxn>
                <a:cxn ang="0">
                  <a:pos x="0" y="149225"/>
                </a:cxn>
                <a:cxn ang="0">
                  <a:pos x="0" y="139700"/>
                </a:cxn>
                <a:cxn ang="0">
                  <a:pos x="25400" y="98425"/>
                </a:cxn>
                <a:cxn ang="0">
                  <a:pos x="38100" y="95250"/>
                </a:cxn>
                <a:cxn ang="0">
                  <a:pos x="12700" y="50800"/>
                </a:cxn>
                <a:cxn ang="0">
                  <a:pos x="66675" y="0"/>
                </a:cxn>
                <a:cxn ang="0">
                  <a:pos x="117475" y="50800"/>
                </a:cxn>
                <a:cxn ang="0">
                  <a:pos x="92075" y="95250"/>
                </a:cxn>
                <a:cxn ang="0">
                  <a:pos x="66675" y="9525"/>
                </a:cxn>
                <a:cxn ang="0">
                  <a:pos x="66675" y="9525"/>
                </a:cxn>
                <a:cxn ang="0">
                  <a:pos x="28575" y="34925"/>
                </a:cxn>
                <a:cxn ang="0">
                  <a:pos x="25400" y="50800"/>
                </a:cxn>
                <a:cxn ang="0">
                  <a:pos x="50800" y="88900"/>
                </a:cxn>
                <a:cxn ang="0">
                  <a:pos x="82550" y="88900"/>
                </a:cxn>
                <a:cxn ang="0">
                  <a:pos x="104775" y="50800"/>
                </a:cxn>
                <a:cxn ang="0">
                  <a:pos x="66675" y="9525"/>
                </a:cxn>
              </a:cxnLst>
              <a:rect l="0" t="0" r="0" b="0"/>
              <a:pathLst>
                <a:path w="42" h="49">
                  <a:moveTo>
                    <a:pt x="28" y="34"/>
                  </a:moveTo>
                  <a:cubicBezTo>
                    <a:pt x="14" y="34"/>
                    <a:pt x="14" y="34"/>
                    <a:pt x="14" y="34"/>
                  </a:cubicBezTo>
                  <a:cubicBezTo>
                    <a:pt x="12" y="34"/>
                    <a:pt x="11" y="34"/>
                    <a:pt x="10" y="35"/>
                  </a:cubicBezTo>
                  <a:cubicBezTo>
                    <a:pt x="6" y="36"/>
                    <a:pt x="4" y="40"/>
                    <a:pt x="4" y="44"/>
                  </a:cubicBezTo>
                  <a:cubicBezTo>
                    <a:pt x="4" y="46"/>
                    <a:pt x="4" y="46"/>
                    <a:pt x="4" y="46"/>
                  </a:cubicBezTo>
                  <a:cubicBezTo>
                    <a:pt x="38" y="46"/>
                    <a:pt x="38" y="46"/>
                    <a:pt x="38" y="46"/>
                  </a:cubicBezTo>
                  <a:cubicBezTo>
                    <a:pt x="38" y="44"/>
                    <a:pt x="38" y="44"/>
                    <a:pt x="38" y="44"/>
                  </a:cubicBezTo>
                  <a:cubicBezTo>
                    <a:pt x="38" y="41"/>
                    <a:pt x="36" y="37"/>
                    <a:pt x="33" y="36"/>
                  </a:cubicBezTo>
                  <a:cubicBezTo>
                    <a:pt x="33" y="35"/>
                    <a:pt x="32" y="35"/>
                    <a:pt x="32" y="35"/>
                  </a:cubicBezTo>
                  <a:cubicBezTo>
                    <a:pt x="31" y="34"/>
                    <a:pt x="31" y="34"/>
                    <a:pt x="30" y="34"/>
                  </a:cubicBezTo>
                  <a:cubicBezTo>
                    <a:pt x="29" y="34"/>
                    <a:pt x="29" y="34"/>
                    <a:pt x="28" y="34"/>
                  </a:cubicBezTo>
                  <a:close/>
                  <a:moveTo>
                    <a:pt x="29" y="30"/>
                  </a:moveTo>
                  <a:cubicBezTo>
                    <a:pt x="29" y="30"/>
                    <a:pt x="29" y="30"/>
                    <a:pt x="29" y="30"/>
                  </a:cubicBezTo>
                  <a:cubicBezTo>
                    <a:pt x="30" y="30"/>
                    <a:pt x="30" y="30"/>
                    <a:pt x="31" y="30"/>
                  </a:cubicBezTo>
                  <a:cubicBezTo>
                    <a:pt x="32" y="31"/>
                    <a:pt x="32" y="31"/>
                    <a:pt x="33" y="31"/>
                  </a:cubicBezTo>
                  <a:cubicBezTo>
                    <a:pt x="38" y="33"/>
                    <a:pt x="42" y="38"/>
                    <a:pt x="42" y="44"/>
                  </a:cubicBezTo>
                  <a:cubicBezTo>
                    <a:pt x="42" y="47"/>
                    <a:pt x="42" y="47"/>
                    <a:pt x="42" y="47"/>
                  </a:cubicBezTo>
                  <a:cubicBezTo>
                    <a:pt x="42" y="48"/>
                    <a:pt x="41" y="49"/>
                    <a:pt x="40" y="49"/>
                  </a:cubicBezTo>
                  <a:cubicBezTo>
                    <a:pt x="40" y="49"/>
                    <a:pt x="40" y="49"/>
                    <a:pt x="40" y="49"/>
                  </a:cubicBezTo>
                  <a:cubicBezTo>
                    <a:pt x="2" y="49"/>
                    <a:pt x="2" y="49"/>
                    <a:pt x="2" y="49"/>
                  </a:cubicBezTo>
                  <a:cubicBezTo>
                    <a:pt x="1" y="49"/>
                    <a:pt x="0" y="48"/>
                    <a:pt x="0" y="47"/>
                  </a:cubicBezTo>
                  <a:cubicBezTo>
                    <a:pt x="0" y="47"/>
                    <a:pt x="0" y="47"/>
                    <a:pt x="0" y="47"/>
                  </a:cubicBezTo>
                  <a:cubicBezTo>
                    <a:pt x="0" y="44"/>
                    <a:pt x="0" y="44"/>
                    <a:pt x="0" y="44"/>
                  </a:cubicBezTo>
                  <a:cubicBezTo>
                    <a:pt x="0" y="38"/>
                    <a:pt x="3" y="33"/>
                    <a:pt x="8" y="31"/>
                  </a:cubicBezTo>
                  <a:cubicBezTo>
                    <a:pt x="10" y="31"/>
                    <a:pt x="11" y="30"/>
                    <a:pt x="12" y="30"/>
                  </a:cubicBezTo>
                  <a:cubicBezTo>
                    <a:pt x="7" y="27"/>
                    <a:pt x="4" y="22"/>
                    <a:pt x="4" y="16"/>
                  </a:cubicBezTo>
                  <a:cubicBezTo>
                    <a:pt x="4" y="7"/>
                    <a:pt x="12" y="0"/>
                    <a:pt x="21" y="0"/>
                  </a:cubicBezTo>
                  <a:cubicBezTo>
                    <a:pt x="30" y="0"/>
                    <a:pt x="37" y="7"/>
                    <a:pt x="37" y="16"/>
                  </a:cubicBezTo>
                  <a:cubicBezTo>
                    <a:pt x="37" y="22"/>
                    <a:pt x="34" y="27"/>
                    <a:pt x="29" y="30"/>
                  </a:cubicBezTo>
                  <a:close/>
                  <a:moveTo>
                    <a:pt x="21" y="3"/>
                  </a:moveTo>
                  <a:cubicBezTo>
                    <a:pt x="21" y="3"/>
                    <a:pt x="21" y="3"/>
                    <a:pt x="21" y="3"/>
                  </a:cubicBezTo>
                  <a:cubicBezTo>
                    <a:pt x="16" y="3"/>
                    <a:pt x="11" y="6"/>
                    <a:pt x="9" y="11"/>
                  </a:cubicBezTo>
                  <a:cubicBezTo>
                    <a:pt x="9" y="13"/>
                    <a:pt x="8" y="14"/>
                    <a:pt x="8" y="16"/>
                  </a:cubicBezTo>
                  <a:cubicBezTo>
                    <a:pt x="8" y="21"/>
                    <a:pt x="11" y="26"/>
                    <a:pt x="16" y="28"/>
                  </a:cubicBezTo>
                  <a:cubicBezTo>
                    <a:pt x="19" y="29"/>
                    <a:pt x="23" y="29"/>
                    <a:pt x="26" y="28"/>
                  </a:cubicBezTo>
                  <a:cubicBezTo>
                    <a:pt x="30" y="26"/>
                    <a:pt x="33" y="21"/>
                    <a:pt x="33" y="16"/>
                  </a:cubicBezTo>
                  <a:cubicBezTo>
                    <a:pt x="33" y="9"/>
                    <a:pt x="28" y="3"/>
                    <a:pt x="21" y="3"/>
                  </a:cubicBezTo>
                  <a:close/>
                </a:path>
              </a:pathLst>
            </a:custGeom>
            <a:solidFill>
              <a:schemeClr val="bg1"/>
            </a:solidFill>
            <a:ln>
              <a:noFill/>
            </a:ln>
            <a:effectLst/>
          </p:spPr>
          <p:txBody>
            <a:bodyPr wrap="square" lIns="19050" tIns="19050" rIns="19050" bIns="19050" anchor="ctr">
              <a:noAutofit/>
            </a:bodyPr>
            <a:lstStyle/>
            <a:p>
              <a:pPr lvl="0" algn="ctr" defTabSz="228600" fontAlgn="base" hangingPunct="0">
                <a:buClrTx/>
                <a:buSzTx/>
                <a:buFontTx/>
                <a:defRPr/>
              </a:pPr>
              <a:endParaRPr lang="en-US" sz="1500" noProof="0">
                <a:ln>
                  <a:noFill/>
                </a:ln>
                <a:solidFill>
                  <a:srgbClr val="FFFFFF"/>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6" name="Freeform 17">
              <a:extLst>
                <a:ext uri="{FF2B5EF4-FFF2-40B4-BE49-F238E27FC236}">
                  <a16:creationId xmlns:a16="http://schemas.microsoft.com/office/drawing/2014/main" id="{1770BC38-3DC5-4FF7-9A4D-40E7FBDCE9CE}"/>
                </a:ext>
              </a:extLst>
            </p:cNvPr>
            <p:cNvSpPr>
              <a:spLocks noEditPoints="1"/>
            </p:cNvSpPr>
            <p:nvPr/>
          </p:nvSpPr>
          <p:spPr bwMode="auto">
            <a:xfrm>
              <a:off x="14389" y="6916"/>
              <a:ext cx="712" cy="656"/>
            </a:xfrm>
            <a:custGeom>
              <a:avLst/>
              <a:gdLst>
                <a:gd name="T0" fmla="*/ 1120 w 2069"/>
                <a:gd name="T1" fmla="*/ 0 h 1899"/>
                <a:gd name="T2" fmla="*/ 189 w 2069"/>
                <a:gd name="T3" fmla="*/ 777 h 1899"/>
                <a:gd name="T4" fmla="*/ 0 w 2069"/>
                <a:gd name="T5" fmla="*/ 777 h 1899"/>
                <a:gd name="T6" fmla="*/ 259 w 2069"/>
                <a:gd name="T7" fmla="*/ 1122 h 1899"/>
                <a:gd name="T8" fmla="*/ 517 w 2069"/>
                <a:gd name="T9" fmla="*/ 777 h 1899"/>
                <a:gd name="T10" fmla="*/ 362 w 2069"/>
                <a:gd name="T11" fmla="*/ 777 h 1899"/>
                <a:gd name="T12" fmla="*/ 1120 w 2069"/>
                <a:gd name="T13" fmla="*/ 173 h 1899"/>
                <a:gd name="T14" fmla="*/ 1896 w 2069"/>
                <a:gd name="T15" fmla="*/ 950 h 1899"/>
                <a:gd name="T16" fmla="*/ 1120 w 2069"/>
                <a:gd name="T17" fmla="*/ 1727 h 1899"/>
                <a:gd name="T18" fmla="*/ 477 w 2069"/>
                <a:gd name="T19" fmla="*/ 1381 h 1899"/>
                <a:gd name="T20" fmla="*/ 276 w 2069"/>
                <a:gd name="T21" fmla="*/ 1381 h 1899"/>
                <a:gd name="T22" fmla="*/ 1120 w 2069"/>
                <a:gd name="T23" fmla="*/ 1899 h 1899"/>
                <a:gd name="T24" fmla="*/ 2069 w 2069"/>
                <a:gd name="T25" fmla="*/ 950 h 1899"/>
                <a:gd name="T26" fmla="*/ 1120 w 2069"/>
                <a:gd name="T27" fmla="*/ 0 h 1899"/>
                <a:gd name="T28" fmla="*/ 1080 w 2069"/>
                <a:gd name="T29" fmla="*/ 345 h 1899"/>
                <a:gd name="T30" fmla="*/ 1080 w 2069"/>
                <a:gd name="T31" fmla="*/ 978 h 1899"/>
                <a:gd name="T32" fmla="*/ 1528 w 2069"/>
                <a:gd name="T33" fmla="*/ 1243 h 1899"/>
                <a:gd name="T34" fmla="*/ 1569 w 2069"/>
                <a:gd name="T35" fmla="*/ 1168 h 1899"/>
                <a:gd name="T36" fmla="*/ 1166 w 2069"/>
                <a:gd name="T37" fmla="*/ 926 h 1899"/>
                <a:gd name="T38" fmla="*/ 1166 w 2069"/>
                <a:gd name="T39" fmla="*/ 345 h 1899"/>
                <a:gd name="T40" fmla="*/ 1080 w 2069"/>
                <a:gd name="T41" fmla="*/ 345 h 1899"/>
                <a:gd name="T42" fmla="*/ 1080 w 2069"/>
                <a:gd name="T43" fmla="*/ 345 h 1899"/>
                <a:gd name="T44" fmla="*/ 1080 w 2069"/>
                <a:gd name="T45" fmla="*/ 345 h 18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69" h="1899">
                  <a:moveTo>
                    <a:pt x="1120" y="0"/>
                  </a:moveTo>
                  <a:cubicBezTo>
                    <a:pt x="655" y="0"/>
                    <a:pt x="270" y="334"/>
                    <a:pt x="189" y="777"/>
                  </a:cubicBezTo>
                  <a:cubicBezTo>
                    <a:pt x="0" y="777"/>
                    <a:pt x="0" y="777"/>
                    <a:pt x="0" y="777"/>
                  </a:cubicBezTo>
                  <a:cubicBezTo>
                    <a:pt x="259" y="1122"/>
                    <a:pt x="259" y="1122"/>
                    <a:pt x="259" y="1122"/>
                  </a:cubicBezTo>
                  <a:cubicBezTo>
                    <a:pt x="517" y="777"/>
                    <a:pt x="517" y="777"/>
                    <a:pt x="517" y="777"/>
                  </a:cubicBezTo>
                  <a:cubicBezTo>
                    <a:pt x="362" y="777"/>
                    <a:pt x="362" y="777"/>
                    <a:pt x="362" y="777"/>
                  </a:cubicBezTo>
                  <a:cubicBezTo>
                    <a:pt x="442" y="432"/>
                    <a:pt x="747" y="173"/>
                    <a:pt x="1120" y="173"/>
                  </a:cubicBezTo>
                  <a:cubicBezTo>
                    <a:pt x="1552" y="173"/>
                    <a:pt x="1896" y="518"/>
                    <a:pt x="1896" y="950"/>
                  </a:cubicBezTo>
                  <a:cubicBezTo>
                    <a:pt x="1896" y="1381"/>
                    <a:pt x="1552" y="1727"/>
                    <a:pt x="1120" y="1727"/>
                  </a:cubicBezTo>
                  <a:cubicBezTo>
                    <a:pt x="850" y="1727"/>
                    <a:pt x="615" y="1588"/>
                    <a:pt x="477" y="1381"/>
                  </a:cubicBezTo>
                  <a:cubicBezTo>
                    <a:pt x="276" y="1381"/>
                    <a:pt x="276" y="1381"/>
                    <a:pt x="276" y="1381"/>
                  </a:cubicBezTo>
                  <a:cubicBezTo>
                    <a:pt x="431" y="1686"/>
                    <a:pt x="753" y="1899"/>
                    <a:pt x="1120" y="1899"/>
                  </a:cubicBezTo>
                  <a:cubicBezTo>
                    <a:pt x="1643" y="1899"/>
                    <a:pt x="2069" y="1473"/>
                    <a:pt x="2069" y="950"/>
                  </a:cubicBezTo>
                  <a:cubicBezTo>
                    <a:pt x="2069" y="426"/>
                    <a:pt x="1643" y="0"/>
                    <a:pt x="1120" y="0"/>
                  </a:cubicBezTo>
                  <a:close/>
                  <a:moveTo>
                    <a:pt x="1080" y="345"/>
                  </a:moveTo>
                  <a:cubicBezTo>
                    <a:pt x="1080" y="978"/>
                    <a:pt x="1080" y="978"/>
                    <a:pt x="1080" y="978"/>
                  </a:cubicBezTo>
                  <a:cubicBezTo>
                    <a:pt x="1528" y="1243"/>
                    <a:pt x="1528" y="1243"/>
                    <a:pt x="1528" y="1243"/>
                  </a:cubicBezTo>
                  <a:cubicBezTo>
                    <a:pt x="1569" y="1168"/>
                    <a:pt x="1569" y="1168"/>
                    <a:pt x="1569" y="1168"/>
                  </a:cubicBezTo>
                  <a:cubicBezTo>
                    <a:pt x="1166" y="926"/>
                    <a:pt x="1166" y="926"/>
                    <a:pt x="1166" y="926"/>
                  </a:cubicBezTo>
                  <a:cubicBezTo>
                    <a:pt x="1166" y="345"/>
                    <a:pt x="1166" y="345"/>
                    <a:pt x="1166" y="345"/>
                  </a:cubicBezTo>
                  <a:lnTo>
                    <a:pt x="1080" y="345"/>
                  </a:lnTo>
                  <a:close/>
                  <a:moveTo>
                    <a:pt x="1080" y="345"/>
                  </a:moveTo>
                  <a:cubicBezTo>
                    <a:pt x="1080" y="345"/>
                    <a:pt x="1080" y="345"/>
                    <a:pt x="1080" y="345"/>
                  </a:cubicBezTo>
                </a:path>
              </a:pathLst>
            </a:custGeom>
            <a:solidFill>
              <a:schemeClr val="bg1"/>
            </a:solidFill>
            <a:ln>
              <a:noFill/>
            </a:ln>
            <a:effectLst/>
          </p:spPr>
          <p:txBody>
            <a:bodyPr vert="horz" wrap="square" lIns="121920" tIns="60960" rIns="121920" bIns="60960" numCol="1" anchor="t" anchorCtr="0" compatLnSpc="1"/>
            <a:lstStyle/>
            <a:p>
              <a:pPr defTabSz="1219200" eaLnBrk="0" fontAlgn="base" hangingPunct="0">
                <a:spcBef>
                  <a:spcPct val="0"/>
                </a:spcBef>
                <a:spcAft>
                  <a:spcPct val="0"/>
                </a:spcAft>
              </a:pPr>
              <a:endParaRPr lang="zh-CN" altLang="en-US" sz="2400">
                <a:solidFill>
                  <a:prstClr val="black"/>
                </a:solidFill>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47" name="Freeform 83">
              <a:extLst>
                <a:ext uri="{FF2B5EF4-FFF2-40B4-BE49-F238E27FC236}">
                  <a16:creationId xmlns:a16="http://schemas.microsoft.com/office/drawing/2014/main" id="{140D0086-DAF1-4BCA-B9A5-F395E1F79826}"/>
                </a:ext>
              </a:extLst>
            </p:cNvPr>
            <p:cNvSpPr>
              <a:spLocks noEditPoints="1"/>
            </p:cNvSpPr>
            <p:nvPr/>
          </p:nvSpPr>
          <p:spPr bwMode="auto">
            <a:xfrm>
              <a:off x="4148" y="6960"/>
              <a:ext cx="614" cy="693"/>
            </a:xfrm>
            <a:custGeom>
              <a:avLst/>
              <a:gdLst/>
              <a:ahLst/>
              <a:cxnLst>
                <a:cxn ang="0">
                  <a:pos x="79375" y="0"/>
                </a:cxn>
                <a:cxn ang="0">
                  <a:pos x="127000" y="22225"/>
                </a:cxn>
                <a:cxn ang="0">
                  <a:pos x="136525" y="111125"/>
                </a:cxn>
                <a:cxn ang="0">
                  <a:pos x="104775" y="136525"/>
                </a:cxn>
                <a:cxn ang="0">
                  <a:pos x="82550" y="158750"/>
                </a:cxn>
                <a:cxn ang="0">
                  <a:pos x="73025" y="158750"/>
                </a:cxn>
                <a:cxn ang="0">
                  <a:pos x="73025" y="158750"/>
                </a:cxn>
                <a:cxn ang="0">
                  <a:pos x="73025" y="158750"/>
                </a:cxn>
                <a:cxn ang="0">
                  <a:pos x="50800" y="136525"/>
                </a:cxn>
                <a:cxn ang="0">
                  <a:pos x="19050" y="111125"/>
                </a:cxn>
                <a:cxn ang="0">
                  <a:pos x="28575" y="22225"/>
                </a:cxn>
                <a:cxn ang="0">
                  <a:pos x="79375" y="0"/>
                </a:cxn>
                <a:cxn ang="0">
                  <a:pos x="79375" y="34925"/>
                </a:cxn>
                <a:cxn ang="0">
                  <a:pos x="79375" y="34925"/>
                </a:cxn>
                <a:cxn ang="0">
                  <a:pos x="101600" y="44450"/>
                </a:cxn>
                <a:cxn ang="0">
                  <a:pos x="114300" y="69850"/>
                </a:cxn>
                <a:cxn ang="0">
                  <a:pos x="101600" y="95250"/>
                </a:cxn>
                <a:cxn ang="0">
                  <a:pos x="79375" y="104775"/>
                </a:cxn>
                <a:cxn ang="0">
                  <a:pos x="53975" y="95250"/>
                </a:cxn>
                <a:cxn ang="0">
                  <a:pos x="41275" y="69850"/>
                </a:cxn>
                <a:cxn ang="0">
                  <a:pos x="53975" y="44450"/>
                </a:cxn>
                <a:cxn ang="0">
                  <a:pos x="79375" y="34925"/>
                </a:cxn>
                <a:cxn ang="0">
                  <a:pos x="98425" y="50800"/>
                </a:cxn>
                <a:cxn ang="0">
                  <a:pos x="98425" y="50800"/>
                </a:cxn>
                <a:cxn ang="0">
                  <a:pos x="79375" y="41275"/>
                </a:cxn>
                <a:cxn ang="0">
                  <a:pos x="57150" y="50800"/>
                </a:cxn>
                <a:cxn ang="0">
                  <a:pos x="50800" y="69850"/>
                </a:cxn>
                <a:cxn ang="0">
                  <a:pos x="57150" y="88900"/>
                </a:cxn>
                <a:cxn ang="0">
                  <a:pos x="79375" y="98425"/>
                </a:cxn>
                <a:cxn ang="0">
                  <a:pos x="98425" y="88900"/>
                </a:cxn>
                <a:cxn ang="0">
                  <a:pos x="104775" y="69850"/>
                </a:cxn>
                <a:cxn ang="0">
                  <a:pos x="98425" y="50800"/>
                </a:cxn>
                <a:cxn ang="0">
                  <a:pos x="117475" y="28575"/>
                </a:cxn>
                <a:cxn ang="0">
                  <a:pos x="117475" y="28575"/>
                </a:cxn>
                <a:cxn ang="0">
                  <a:pos x="79375" y="12700"/>
                </a:cxn>
                <a:cxn ang="0">
                  <a:pos x="38100" y="28575"/>
                </a:cxn>
                <a:cxn ang="0">
                  <a:pos x="28575" y="104775"/>
                </a:cxn>
                <a:cxn ang="0">
                  <a:pos x="57150" y="123825"/>
                </a:cxn>
                <a:cxn ang="0">
                  <a:pos x="60325" y="127000"/>
                </a:cxn>
                <a:cxn ang="0">
                  <a:pos x="79375" y="146050"/>
                </a:cxn>
                <a:cxn ang="0">
                  <a:pos x="95250" y="127000"/>
                </a:cxn>
                <a:cxn ang="0">
                  <a:pos x="98425" y="123825"/>
                </a:cxn>
                <a:cxn ang="0">
                  <a:pos x="127000" y="104775"/>
                </a:cxn>
                <a:cxn ang="0">
                  <a:pos x="117475" y="28575"/>
                </a:cxn>
              </a:cxnLst>
              <a:rect l="0" t="0" r="0" b="0"/>
              <a:pathLst>
                <a:path w="49" h="51">
                  <a:moveTo>
                    <a:pt x="25" y="0"/>
                  </a:moveTo>
                  <a:cubicBezTo>
                    <a:pt x="31" y="0"/>
                    <a:pt x="36" y="3"/>
                    <a:pt x="40" y="7"/>
                  </a:cubicBezTo>
                  <a:cubicBezTo>
                    <a:pt x="48" y="14"/>
                    <a:pt x="49" y="26"/>
                    <a:pt x="43" y="35"/>
                  </a:cubicBezTo>
                  <a:cubicBezTo>
                    <a:pt x="40" y="38"/>
                    <a:pt x="37" y="41"/>
                    <a:pt x="33" y="43"/>
                  </a:cubicBezTo>
                  <a:cubicBezTo>
                    <a:pt x="26" y="50"/>
                    <a:pt x="26" y="50"/>
                    <a:pt x="26" y="50"/>
                  </a:cubicBezTo>
                  <a:cubicBezTo>
                    <a:pt x="25" y="51"/>
                    <a:pt x="24" y="51"/>
                    <a:pt x="23" y="50"/>
                  </a:cubicBezTo>
                  <a:cubicBezTo>
                    <a:pt x="23" y="50"/>
                    <a:pt x="23" y="50"/>
                    <a:pt x="23" y="50"/>
                  </a:cubicBezTo>
                  <a:cubicBezTo>
                    <a:pt x="23" y="50"/>
                    <a:pt x="23" y="50"/>
                    <a:pt x="23" y="50"/>
                  </a:cubicBezTo>
                  <a:cubicBezTo>
                    <a:pt x="16" y="43"/>
                    <a:pt x="16" y="43"/>
                    <a:pt x="16" y="43"/>
                  </a:cubicBezTo>
                  <a:cubicBezTo>
                    <a:pt x="12" y="41"/>
                    <a:pt x="9" y="38"/>
                    <a:pt x="6" y="35"/>
                  </a:cubicBezTo>
                  <a:cubicBezTo>
                    <a:pt x="0" y="26"/>
                    <a:pt x="1" y="14"/>
                    <a:pt x="9" y="7"/>
                  </a:cubicBezTo>
                  <a:cubicBezTo>
                    <a:pt x="13" y="3"/>
                    <a:pt x="18" y="0"/>
                    <a:pt x="25" y="0"/>
                  </a:cubicBezTo>
                  <a:close/>
                  <a:moveTo>
                    <a:pt x="25" y="11"/>
                  </a:moveTo>
                  <a:cubicBezTo>
                    <a:pt x="25" y="11"/>
                    <a:pt x="25" y="11"/>
                    <a:pt x="25" y="11"/>
                  </a:cubicBezTo>
                  <a:cubicBezTo>
                    <a:pt x="28" y="11"/>
                    <a:pt x="30" y="12"/>
                    <a:pt x="32" y="14"/>
                  </a:cubicBezTo>
                  <a:cubicBezTo>
                    <a:pt x="34" y="16"/>
                    <a:pt x="36" y="19"/>
                    <a:pt x="36" y="22"/>
                  </a:cubicBezTo>
                  <a:cubicBezTo>
                    <a:pt x="36" y="25"/>
                    <a:pt x="34" y="28"/>
                    <a:pt x="32" y="30"/>
                  </a:cubicBezTo>
                  <a:cubicBezTo>
                    <a:pt x="30" y="32"/>
                    <a:pt x="28" y="33"/>
                    <a:pt x="25" y="33"/>
                  </a:cubicBezTo>
                  <a:cubicBezTo>
                    <a:pt x="21" y="33"/>
                    <a:pt x="19" y="32"/>
                    <a:pt x="17" y="30"/>
                  </a:cubicBezTo>
                  <a:cubicBezTo>
                    <a:pt x="15" y="28"/>
                    <a:pt x="13" y="25"/>
                    <a:pt x="13" y="22"/>
                  </a:cubicBezTo>
                  <a:cubicBezTo>
                    <a:pt x="13" y="19"/>
                    <a:pt x="15" y="16"/>
                    <a:pt x="17" y="14"/>
                  </a:cubicBezTo>
                  <a:cubicBezTo>
                    <a:pt x="19" y="12"/>
                    <a:pt x="21" y="11"/>
                    <a:pt x="25" y="11"/>
                  </a:cubicBezTo>
                  <a:close/>
                  <a:moveTo>
                    <a:pt x="31" y="16"/>
                  </a:moveTo>
                  <a:cubicBezTo>
                    <a:pt x="31" y="16"/>
                    <a:pt x="31" y="16"/>
                    <a:pt x="31" y="16"/>
                  </a:cubicBezTo>
                  <a:cubicBezTo>
                    <a:pt x="29" y="14"/>
                    <a:pt x="27" y="13"/>
                    <a:pt x="25" y="13"/>
                  </a:cubicBezTo>
                  <a:cubicBezTo>
                    <a:pt x="22" y="13"/>
                    <a:pt x="20" y="14"/>
                    <a:pt x="18" y="16"/>
                  </a:cubicBezTo>
                  <a:cubicBezTo>
                    <a:pt x="17" y="18"/>
                    <a:pt x="16" y="20"/>
                    <a:pt x="16" y="22"/>
                  </a:cubicBezTo>
                  <a:cubicBezTo>
                    <a:pt x="16" y="25"/>
                    <a:pt x="17" y="27"/>
                    <a:pt x="18" y="28"/>
                  </a:cubicBezTo>
                  <a:cubicBezTo>
                    <a:pt x="20" y="30"/>
                    <a:pt x="22" y="31"/>
                    <a:pt x="25" y="31"/>
                  </a:cubicBezTo>
                  <a:cubicBezTo>
                    <a:pt x="27" y="31"/>
                    <a:pt x="29" y="30"/>
                    <a:pt x="31" y="28"/>
                  </a:cubicBezTo>
                  <a:cubicBezTo>
                    <a:pt x="32" y="27"/>
                    <a:pt x="33" y="25"/>
                    <a:pt x="33" y="22"/>
                  </a:cubicBezTo>
                  <a:cubicBezTo>
                    <a:pt x="33" y="20"/>
                    <a:pt x="32" y="18"/>
                    <a:pt x="31" y="16"/>
                  </a:cubicBezTo>
                  <a:close/>
                  <a:moveTo>
                    <a:pt x="37" y="9"/>
                  </a:moveTo>
                  <a:cubicBezTo>
                    <a:pt x="37" y="9"/>
                    <a:pt x="37" y="9"/>
                    <a:pt x="37" y="9"/>
                  </a:cubicBezTo>
                  <a:cubicBezTo>
                    <a:pt x="34" y="6"/>
                    <a:pt x="30" y="4"/>
                    <a:pt x="25" y="4"/>
                  </a:cubicBezTo>
                  <a:cubicBezTo>
                    <a:pt x="19" y="4"/>
                    <a:pt x="15" y="6"/>
                    <a:pt x="12" y="9"/>
                  </a:cubicBezTo>
                  <a:cubicBezTo>
                    <a:pt x="5" y="16"/>
                    <a:pt x="5" y="25"/>
                    <a:pt x="9" y="33"/>
                  </a:cubicBezTo>
                  <a:cubicBezTo>
                    <a:pt x="12" y="36"/>
                    <a:pt x="14" y="38"/>
                    <a:pt x="18" y="39"/>
                  </a:cubicBezTo>
                  <a:cubicBezTo>
                    <a:pt x="18" y="39"/>
                    <a:pt x="18" y="39"/>
                    <a:pt x="19" y="40"/>
                  </a:cubicBezTo>
                  <a:cubicBezTo>
                    <a:pt x="25" y="46"/>
                    <a:pt x="25" y="46"/>
                    <a:pt x="25" y="46"/>
                  </a:cubicBezTo>
                  <a:cubicBezTo>
                    <a:pt x="30" y="40"/>
                    <a:pt x="30" y="40"/>
                    <a:pt x="30" y="40"/>
                  </a:cubicBezTo>
                  <a:cubicBezTo>
                    <a:pt x="31" y="39"/>
                    <a:pt x="31" y="39"/>
                    <a:pt x="31" y="39"/>
                  </a:cubicBezTo>
                  <a:cubicBezTo>
                    <a:pt x="35" y="38"/>
                    <a:pt x="37" y="36"/>
                    <a:pt x="40" y="33"/>
                  </a:cubicBezTo>
                  <a:cubicBezTo>
                    <a:pt x="44" y="25"/>
                    <a:pt x="44" y="16"/>
                    <a:pt x="37" y="9"/>
                  </a:cubicBezTo>
                  <a:close/>
                </a:path>
              </a:pathLst>
            </a:custGeom>
            <a:solidFill>
              <a:schemeClr val="bg1"/>
            </a:solidFill>
            <a:ln>
              <a:noFill/>
            </a:ln>
            <a:effectLst/>
          </p:spPr>
          <p:txBody>
            <a:bodyPr wrap="square" lIns="19050" tIns="19050" rIns="19050" bIns="19050" anchor="ctr">
              <a:noAutofit/>
            </a:bodyPr>
            <a:lstStyle/>
            <a:p>
              <a:pPr lvl="0" algn="ctr" defTabSz="228600" fontAlgn="base" hangingPunct="0">
                <a:buClrTx/>
                <a:buSzTx/>
                <a:buFontTx/>
                <a:defRPr/>
              </a:pPr>
              <a:endParaRPr lang="en-US" sz="1500" noProof="0">
                <a:ln>
                  <a:noFill/>
                </a:ln>
                <a:solidFill>
                  <a:srgbClr val="FFFFFF"/>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8" name="Rectangle 60">
              <a:extLst>
                <a:ext uri="{FF2B5EF4-FFF2-40B4-BE49-F238E27FC236}">
                  <a16:creationId xmlns:a16="http://schemas.microsoft.com/office/drawing/2014/main" id="{D8D6D51F-DD27-4428-B90D-32DC3F505DE0}"/>
                </a:ext>
              </a:extLst>
            </p:cNvPr>
            <p:cNvSpPr/>
            <p:nvPr/>
          </p:nvSpPr>
          <p:spPr>
            <a:xfrm>
              <a:off x="4052" y="8586"/>
              <a:ext cx="871" cy="484"/>
            </a:xfrm>
            <a:prstGeom prst="rect">
              <a:avLst/>
            </a:prstGeom>
          </p:spPr>
          <p:txBody>
            <a:bodyPr wrap="square" lIns="0" tIns="0" rIns="0" bIns="0">
              <a:spAutoFit/>
            </a:bodyPr>
            <a:lstStyle/>
            <a:p>
              <a:pPr algn="ctr"/>
              <a:r>
                <a:rPr lang="en-US" altLang="zh-CN" sz="2000">
                  <a:solidFill>
                    <a:schemeClr val="tx1">
                      <a:lumMod val="85000"/>
                      <a:lumOff val="1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Light" panose="020B0300000000000000" pitchFamily="34" charset="-122"/>
                </a:rPr>
                <a:t>01</a:t>
              </a:r>
            </a:p>
          </p:txBody>
        </p:sp>
        <p:sp>
          <p:nvSpPr>
            <p:cNvPr id="49" name="Rectangle 60">
              <a:extLst>
                <a:ext uri="{FF2B5EF4-FFF2-40B4-BE49-F238E27FC236}">
                  <a16:creationId xmlns:a16="http://schemas.microsoft.com/office/drawing/2014/main" id="{FE5B2B92-B32F-4FC5-91C8-99A1B653541C}"/>
                </a:ext>
              </a:extLst>
            </p:cNvPr>
            <p:cNvSpPr/>
            <p:nvPr/>
          </p:nvSpPr>
          <p:spPr>
            <a:xfrm>
              <a:off x="9186" y="8586"/>
              <a:ext cx="871" cy="484"/>
            </a:xfrm>
            <a:prstGeom prst="rect">
              <a:avLst/>
            </a:prstGeom>
          </p:spPr>
          <p:txBody>
            <a:bodyPr wrap="square" lIns="0" tIns="0" rIns="0" bIns="0">
              <a:spAutoFit/>
            </a:bodyPr>
            <a:lstStyle/>
            <a:p>
              <a:pPr algn="ctr"/>
              <a:r>
                <a:rPr lang="en-US" altLang="zh-CN" sz="2000">
                  <a:solidFill>
                    <a:schemeClr val="tx1">
                      <a:lumMod val="85000"/>
                      <a:lumOff val="1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Light" panose="020B0300000000000000" pitchFamily="34" charset="-122"/>
                </a:rPr>
                <a:t>02</a:t>
              </a:r>
            </a:p>
          </p:txBody>
        </p:sp>
        <p:sp>
          <p:nvSpPr>
            <p:cNvPr id="50" name="Rectangle 60">
              <a:extLst>
                <a:ext uri="{FF2B5EF4-FFF2-40B4-BE49-F238E27FC236}">
                  <a16:creationId xmlns:a16="http://schemas.microsoft.com/office/drawing/2014/main" id="{56B401A1-E173-483B-B565-5E430E9502A3}"/>
                </a:ext>
              </a:extLst>
            </p:cNvPr>
            <p:cNvSpPr/>
            <p:nvPr/>
          </p:nvSpPr>
          <p:spPr>
            <a:xfrm>
              <a:off x="14336" y="8586"/>
              <a:ext cx="871" cy="484"/>
            </a:xfrm>
            <a:prstGeom prst="rect">
              <a:avLst/>
            </a:prstGeom>
          </p:spPr>
          <p:txBody>
            <a:bodyPr wrap="square" lIns="0" tIns="0" rIns="0" bIns="0">
              <a:spAutoFit/>
            </a:bodyPr>
            <a:lstStyle/>
            <a:p>
              <a:pPr algn="ctr"/>
              <a:r>
                <a:rPr lang="en-US" altLang="zh-CN" sz="2000">
                  <a:solidFill>
                    <a:schemeClr val="tx1">
                      <a:lumMod val="85000"/>
                      <a:lumOff val="15000"/>
                    </a:schemeClr>
                  </a:solidFill>
                  <a:latin typeface="思源黑体 Light" panose="020B0300000000000000" pitchFamily="34" charset="-122"/>
                  <a:ea typeface="思源黑体 Light" panose="020B0300000000000000" pitchFamily="34" charset="-122"/>
                  <a:cs typeface="Arial" panose="020B0604020202020204" pitchFamily="34" charset="0"/>
                  <a:sym typeface="思源黑体 Light" panose="020B0300000000000000" pitchFamily="34" charset="-122"/>
                </a:rPr>
                <a:t>03</a:t>
              </a:r>
            </a:p>
          </p:txBody>
        </p:sp>
      </p:gr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p15="http://schemas.microsoft.com/office/powerpoint/2012/main" xmlns:a16="http://schemas.microsoft.com/office/drawing/2014/main" xmlns="">
      <p:transition spd="slow" advClick="0" advTm="3000">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圆角矩形 12">
            <a:extLst>
              <a:ext uri="{FF2B5EF4-FFF2-40B4-BE49-F238E27FC236}">
                <a16:creationId xmlns:a16="http://schemas.microsoft.com/office/drawing/2014/main" id="{D75F0916-A32A-4299-83F4-DAD7661E2BDC}"/>
              </a:ext>
            </a:extLst>
          </p:cNvPr>
          <p:cNvSpPr>
            <a:spLocks noChangeArrowheads="1"/>
          </p:cNvSpPr>
          <p:nvPr/>
        </p:nvSpPr>
        <p:spPr bwMode="auto">
          <a:xfrm rot="2700000">
            <a:off x="4671218" y="1765242"/>
            <a:ext cx="1643062" cy="1644651"/>
          </a:xfrm>
          <a:prstGeom prst="roundRect">
            <a:avLst>
              <a:gd name="adj" fmla="val 16667"/>
            </a:avLst>
          </a:prstGeom>
          <a:solidFill>
            <a:schemeClr val="bg1"/>
          </a:solidFill>
          <a:ln>
            <a:noFill/>
          </a:ln>
          <a:effectLst>
            <a:outerShdw blurRad="254000" sx="102000" sy="102000" algn="ctr" rotWithShape="0">
              <a:prstClr val="black">
                <a:alpha val="20000"/>
              </a:prstClr>
            </a:outerShdw>
          </a:effec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ct val="0"/>
              </a:spcAft>
              <a:buClrTx/>
              <a:buSzTx/>
              <a:buFont typeface="Arial" panose="020B0604020202020204" pitchFamily="34" charset="0"/>
              <a:buNone/>
              <a:defRPr/>
            </a:pPr>
            <a:endParaRPr kumimoji="0" lang="zh-CN" altLang="zh-CN" sz="2800" b="0" i="0" u="none" strike="noStrike" kern="1200" cap="none" spc="0" normalizeH="0" baseline="0" noProof="0">
              <a:ln>
                <a:noFill/>
              </a:ln>
              <a:solidFill>
                <a:srgbClr val="000000">
                  <a:lumMod val="65000"/>
                  <a:lumOff val="35000"/>
                </a:srgb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13317" name="圆角矩形 13">
            <a:extLst>
              <a:ext uri="{FF2B5EF4-FFF2-40B4-BE49-F238E27FC236}">
                <a16:creationId xmlns:a16="http://schemas.microsoft.com/office/drawing/2014/main" id="{95C9C8F2-737E-47E9-942A-C8BDD6BFD6C8}"/>
              </a:ext>
            </a:extLst>
          </p:cNvPr>
          <p:cNvSpPr>
            <a:spLocks noChangeArrowheads="1"/>
          </p:cNvSpPr>
          <p:nvPr/>
        </p:nvSpPr>
        <p:spPr bwMode="auto">
          <a:xfrm rot="18900000">
            <a:off x="3384548" y="3037623"/>
            <a:ext cx="1644651" cy="1643063"/>
          </a:xfrm>
          <a:prstGeom prst="roundRect">
            <a:avLst>
              <a:gd name="adj" fmla="val 16667"/>
            </a:avLst>
          </a:prstGeom>
          <a:solidFill>
            <a:schemeClr val="bg1"/>
          </a:solidFill>
          <a:ln>
            <a:noFill/>
          </a:ln>
          <a:effectLst>
            <a:outerShdw blurRad="254000" sx="102000" sy="102000" algn="ctr" rotWithShape="0">
              <a:prstClr val="black">
                <a:alpha val="20000"/>
              </a:prstClr>
            </a:outerShdw>
          </a:effec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ct val="0"/>
              </a:spcAft>
              <a:buClrTx/>
              <a:buSzTx/>
              <a:buFont typeface="Arial" panose="020B0604020202020204" pitchFamily="34" charset="0"/>
              <a:buNone/>
              <a:defRPr/>
            </a:pPr>
            <a:endParaRPr kumimoji="0" lang="zh-CN" altLang="zh-CN" sz="2800" b="0" i="0" u="none" strike="noStrike" kern="1200" cap="none" spc="0" normalizeH="0" baseline="0" noProof="0">
              <a:ln>
                <a:noFill/>
              </a:ln>
              <a:solidFill>
                <a:srgbClr val="000000">
                  <a:lumMod val="65000"/>
                  <a:lumOff val="35000"/>
                </a:srgb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13318" name="圆角矩形 14">
            <a:extLst>
              <a:ext uri="{FF2B5EF4-FFF2-40B4-BE49-F238E27FC236}">
                <a16:creationId xmlns:a16="http://schemas.microsoft.com/office/drawing/2014/main" id="{A458DDCB-D107-4AEB-B80F-0BFD74C0FEB9}"/>
              </a:ext>
            </a:extLst>
          </p:cNvPr>
          <p:cNvSpPr>
            <a:spLocks noChangeArrowheads="1"/>
          </p:cNvSpPr>
          <p:nvPr/>
        </p:nvSpPr>
        <p:spPr bwMode="auto">
          <a:xfrm rot="18900000">
            <a:off x="5957887" y="3037623"/>
            <a:ext cx="1643063" cy="1643063"/>
          </a:xfrm>
          <a:prstGeom prst="roundRect">
            <a:avLst>
              <a:gd name="adj" fmla="val 16667"/>
            </a:avLst>
          </a:prstGeom>
          <a:solidFill>
            <a:schemeClr val="bg1"/>
          </a:solidFill>
          <a:ln>
            <a:noFill/>
          </a:ln>
          <a:effectLst>
            <a:outerShdw blurRad="254000" sx="102000" sy="102000" algn="ctr" rotWithShape="0">
              <a:prstClr val="black">
                <a:alpha val="20000"/>
              </a:prstClr>
            </a:outerShdw>
          </a:effec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ct val="0"/>
              </a:spcAft>
              <a:buClrTx/>
              <a:buSzTx/>
              <a:buFont typeface="Arial" panose="020B0604020202020204" pitchFamily="34" charset="0"/>
              <a:buNone/>
              <a:defRPr/>
            </a:pPr>
            <a:endParaRPr kumimoji="0" lang="zh-CN" altLang="zh-CN" sz="2800" b="0" i="0" u="none" strike="noStrike" kern="1200" cap="none" spc="0" normalizeH="0" baseline="0" noProof="0">
              <a:ln>
                <a:noFill/>
              </a:ln>
              <a:solidFill>
                <a:srgbClr val="000000">
                  <a:lumMod val="65000"/>
                  <a:lumOff val="35000"/>
                </a:srgb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13319" name="矩形 16">
            <a:extLst>
              <a:ext uri="{FF2B5EF4-FFF2-40B4-BE49-F238E27FC236}">
                <a16:creationId xmlns:a16="http://schemas.microsoft.com/office/drawing/2014/main" id="{98620C36-E31B-4966-96C2-CF7D0098B8CB}"/>
              </a:ext>
            </a:extLst>
          </p:cNvPr>
          <p:cNvSpPr>
            <a:spLocks noChangeArrowheads="1"/>
          </p:cNvSpPr>
          <p:nvPr/>
        </p:nvSpPr>
        <p:spPr bwMode="auto">
          <a:xfrm>
            <a:off x="4800599" y="2187578"/>
            <a:ext cx="1385888" cy="830997"/>
          </a:xfrm>
          <a:prstGeom prst="rect">
            <a:avLst/>
          </a:prstGeom>
          <a:no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a:ln>
                  <a:noFill/>
                </a:ln>
                <a:solidFill>
                  <a:srgbClr val="000000">
                    <a:lumMod val="65000"/>
                    <a:lumOff val="35000"/>
                  </a:srgb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拓展推广渠道</a:t>
            </a:r>
          </a:p>
        </p:txBody>
      </p:sp>
      <p:sp>
        <p:nvSpPr>
          <p:cNvPr id="13320" name="矩形 17">
            <a:extLst>
              <a:ext uri="{FF2B5EF4-FFF2-40B4-BE49-F238E27FC236}">
                <a16:creationId xmlns:a16="http://schemas.microsoft.com/office/drawing/2014/main" id="{3E53D832-0DE6-4D2D-A89B-79624CFAEC05}"/>
              </a:ext>
            </a:extLst>
          </p:cNvPr>
          <p:cNvSpPr>
            <a:spLocks noChangeArrowheads="1"/>
          </p:cNvSpPr>
          <p:nvPr/>
        </p:nvSpPr>
        <p:spPr bwMode="auto">
          <a:xfrm>
            <a:off x="3513137" y="3460753"/>
            <a:ext cx="1387475" cy="830997"/>
          </a:xfrm>
          <a:prstGeom prst="rect">
            <a:avLst/>
          </a:prstGeom>
          <a:no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a:ln>
                  <a:noFill/>
                </a:ln>
                <a:solidFill>
                  <a:srgbClr val="000000">
                    <a:lumMod val="65000"/>
                    <a:lumOff val="35000"/>
                  </a:srgb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运作制度体系</a:t>
            </a:r>
          </a:p>
        </p:txBody>
      </p:sp>
      <p:sp>
        <p:nvSpPr>
          <p:cNvPr id="13321" name="矩形 18">
            <a:extLst>
              <a:ext uri="{FF2B5EF4-FFF2-40B4-BE49-F238E27FC236}">
                <a16:creationId xmlns:a16="http://schemas.microsoft.com/office/drawing/2014/main" id="{C483E32B-FCE1-405D-81B6-7ABFD26A10A1}"/>
              </a:ext>
            </a:extLst>
          </p:cNvPr>
          <p:cNvSpPr>
            <a:spLocks noChangeArrowheads="1"/>
          </p:cNvSpPr>
          <p:nvPr/>
        </p:nvSpPr>
        <p:spPr bwMode="auto">
          <a:xfrm>
            <a:off x="6086475" y="3460753"/>
            <a:ext cx="1385888" cy="830997"/>
          </a:xfrm>
          <a:prstGeom prst="rect">
            <a:avLst/>
          </a:prstGeom>
          <a:no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a:ln>
                  <a:noFill/>
                </a:ln>
                <a:solidFill>
                  <a:srgbClr val="28B56A"/>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项目数据对接</a:t>
            </a:r>
          </a:p>
        </p:txBody>
      </p:sp>
      <p:grpSp>
        <p:nvGrpSpPr>
          <p:cNvPr id="13322" name="Group 10">
            <a:extLst>
              <a:ext uri="{FF2B5EF4-FFF2-40B4-BE49-F238E27FC236}">
                <a16:creationId xmlns:a16="http://schemas.microsoft.com/office/drawing/2014/main" id="{9D72B658-6558-4819-A709-161CAE211EAA}"/>
              </a:ext>
            </a:extLst>
          </p:cNvPr>
          <p:cNvGrpSpPr/>
          <p:nvPr/>
        </p:nvGrpSpPr>
        <p:grpSpPr>
          <a:xfrm>
            <a:off x="5937250" y="1348525"/>
            <a:ext cx="3071813" cy="493713"/>
            <a:chOff x="0" y="0"/>
            <a:chExt cx="3434937" cy="574156"/>
          </a:xfrm>
        </p:grpSpPr>
        <p:grpSp>
          <p:nvGrpSpPr>
            <p:cNvPr id="24602" name="Group 11">
              <a:extLst>
                <a:ext uri="{FF2B5EF4-FFF2-40B4-BE49-F238E27FC236}">
                  <a16:creationId xmlns:a16="http://schemas.microsoft.com/office/drawing/2014/main" id="{19E5553E-ED31-4339-AEC2-F66F4C75E63E}"/>
                </a:ext>
              </a:extLst>
            </p:cNvPr>
            <p:cNvGrpSpPr/>
            <p:nvPr/>
          </p:nvGrpSpPr>
          <p:grpSpPr>
            <a:xfrm>
              <a:off x="0" y="107283"/>
              <a:ext cx="3212517" cy="466873"/>
              <a:chOff x="0" y="0"/>
              <a:chExt cx="3212517" cy="466873"/>
            </a:xfrm>
          </p:grpSpPr>
          <p:sp>
            <p:nvSpPr>
              <p:cNvPr id="13341" name="直接连接符 20">
                <a:extLst>
                  <a:ext uri="{FF2B5EF4-FFF2-40B4-BE49-F238E27FC236}">
                    <a16:creationId xmlns:a16="http://schemas.microsoft.com/office/drawing/2014/main" id="{07B6CBA0-D2B8-48BF-B8F7-B5FA08D13062}"/>
                  </a:ext>
                </a:extLst>
              </p:cNvPr>
              <p:cNvSpPr>
                <a:spLocks noChangeShapeType="1"/>
              </p:cNvSpPr>
              <p:nvPr/>
            </p:nvSpPr>
            <p:spPr bwMode="auto">
              <a:xfrm flipV="1">
                <a:off x="381660" y="-206"/>
                <a:ext cx="2831381" cy="0"/>
              </a:xfrm>
              <a:prstGeom prst="line">
                <a:avLst/>
              </a:prstGeom>
              <a:noFill/>
              <a:ln w="12700">
                <a:solidFill>
                  <a:schemeClr val="accent1"/>
                </a:solidFill>
                <a:bevel/>
              </a:ln>
            </p:spPr>
            <p:txBody>
              <a:bodyPr/>
              <a:lstStyle/>
              <a:p>
                <a:pPr marL="0" marR="0" lvl="0" indent="0" algn="l"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13342" name="直接连接符 26">
                <a:extLst>
                  <a:ext uri="{FF2B5EF4-FFF2-40B4-BE49-F238E27FC236}">
                    <a16:creationId xmlns:a16="http://schemas.microsoft.com/office/drawing/2014/main" id="{0A679787-5F63-4E52-9AEA-0848BB5D7323}"/>
                  </a:ext>
                </a:extLst>
              </p:cNvPr>
              <p:cNvSpPr>
                <a:spLocks noChangeShapeType="1"/>
              </p:cNvSpPr>
              <p:nvPr/>
            </p:nvSpPr>
            <p:spPr bwMode="auto">
              <a:xfrm flipV="1">
                <a:off x="0" y="-206"/>
                <a:ext cx="381660" cy="467079"/>
              </a:xfrm>
              <a:prstGeom prst="line">
                <a:avLst/>
              </a:prstGeom>
              <a:noFill/>
              <a:ln w="12700">
                <a:solidFill>
                  <a:schemeClr val="accent1"/>
                </a:solidFill>
                <a:bevel/>
              </a:ln>
            </p:spPr>
            <p:txBody>
              <a:bodyPr/>
              <a:lstStyle/>
              <a:p>
                <a:pPr marL="0" marR="0" lvl="0" indent="0" algn="l"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sp>
          <p:nvSpPr>
            <p:cNvPr id="13340" name="椭圆 27">
              <a:extLst>
                <a:ext uri="{FF2B5EF4-FFF2-40B4-BE49-F238E27FC236}">
                  <a16:creationId xmlns:a16="http://schemas.microsoft.com/office/drawing/2014/main" id="{65BF16DF-B248-4B7A-97EF-0BDAE69B8CFC}"/>
                </a:ext>
              </a:extLst>
            </p:cNvPr>
            <p:cNvSpPr>
              <a:spLocks noChangeArrowheads="1"/>
            </p:cNvSpPr>
            <p:nvPr/>
          </p:nvSpPr>
          <p:spPr bwMode="auto">
            <a:xfrm>
              <a:off x="3220142" y="0"/>
              <a:ext cx="214795" cy="214154"/>
            </a:xfrm>
            <a:prstGeom prst="ellipse">
              <a:avLst/>
            </a:prstGeom>
            <a:solidFill>
              <a:schemeClr val="accent1"/>
            </a:solidFill>
            <a:ln w="12700">
              <a:solidFill>
                <a:schemeClr val="accent1"/>
              </a:solidFill>
              <a:bevel/>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grpSp>
        <p:nvGrpSpPr>
          <p:cNvPr id="13323" name="Group 15">
            <a:extLst>
              <a:ext uri="{FF2B5EF4-FFF2-40B4-BE49-F238E27FC236}">
                <a16:creationId xmlns:a16="http://schemas.microsoft.com/office/drawing/2014/main" id="{4EECE020-1901-43A0-8CFF-3423396B63A3}"/>
              </a:ext>
            </a:extLst>
          </p:cNvPr>
          <p:cNvGrpSpPr/>
          <p:nvPr/>
        </p:nvGrpSpPr>
        <p:grpSpPr>
          <a:xfrm>
            <a:off x="7559675" y="4247298"/>
            <a:ext cx="3071813" cy="527050"/>
            <a:chOff x="0" y="0"/>
            <a:chExt cx="3346317" cy="574142"/>
          </a:xfrm>
        </p:grpSpPr>
        <p:grpSp>
          <p:nvGrpSpPr>
            <p:cNvPr id="24598" name="Group 16">
              <a:extLst>
                <a:ext uri="{FF2B5EF4-FFF2-40B4-BE49-F238E27FC236}">
                  <a16:creationId xmlns:a16="http://schemas.microsoft.com/office/drawing/2014/main" id="{5AFB187A-362D-48B3-8E69-327277181089}"/>
                </a:ext>
              </a:extLst>
            </p:cNvPr>
            <p:cNvGrpSpPr/>
            <p:nvPr/>
          </p:nvGrpSpPr>
          <p:grpSpPr>
            <a:xfrm flipV="1">
              <a:off x="0" y="0"/>
              <a:ext cx="3212048" cy="466873"/>
              <a:chOff x="0" y="0"/>
              <a:chExt cx="3212048" cy="466873"/>
            </a:xfrm>
          </p:grpSpPr>
          <p:sp>
            <p:nvSpPr>
              <p:cNvPr id="13337" name="直接连接符 30">
                <a:extLst>
                  <a:ext uri="{FF2B5EF4-FFF2-40B4-BE49-F238E27FC236}">
                    <a16:creationId xmlns:a16="http://schemas.microsoft.com/office/drawing/2014/main" id="{43DCDFA4-947E-40B7-9A60-2D1EE4CA9DA4}"/>
                  </a:ext>
                </a:extLst>
              </p:cNvPr>
              <p:cNvSpPr>
                <a:spLocks noChangeShapeType="1"/>
              </p:cNvSpPr>
              <p:nvPr/>
            </p:nvSpPr>
            <p:spPr bwMode="auto">
              <a:xfrm flipV="1">
                <a:off x="380460" y="-50"/>
                <a:ext cx="2830967" cy="0"/>
              </a:xfrm>
              <a:prstGeom prst="line">
                <a:avLst/>
              </a:prstGeom>
              <a:noFill/>
              <a:ln w="12700">
                <a:solidFill>
                  <a:schemeClr val="accent1"/>
                </a:solidFill>
                <a:bevel/>
              </a:ln>
            </p:spPr>
            <p:txBody>
              <a:bodyPr/>
              <a:lstStyle/>
              <a:p>
                <a:pPr marL="0" marR="0" lvl="0" indent="0" algn="l"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13338" name="直接连接符 31">
                <a:extLst>
                  <a:ext uri="{FF2B5EF4-FFF2-40B4-BE49-F238E27FC236}">
                    <a16:creationId xmlns:a16="http://schemas.microsoft.com/office/drawing/2014/main" id="{0C4A4D3A-47CB-4216-A89F-93293D0AAB53}"/>
                  </a:ext>
                </a:extLst>
              </p:cNvPr>
              <p:cNvSpPr>
                <a:spLocks noChangeShapeType="1"/>
              </p:cNvSpPr>
              <p:nvPr/>
            </p:nvSpPr>
            <p:spPr bwMode="auto">
              <a:xfrm flipV="1">
                <a:off x="0" y="-50"/>
                <a:ext cx="380460" cy="466923"/>
              </a:xfrm>
              <a:prstGeom prst="line">
                <a:avLst/>
              </a:prstGeom>
              <a:noFill/>
              <a:ln w="12700">
                <a:solidFill>
                  <a:schemeClr val="accent1"/>
                </a:solidFill>
                <a:bevel/>
              </a:ln>
            </p:spPr>
            <p:txBody>
              <a:bodyPr/>
              <a:lstStyle/>
              <a:p>
                <a:pPr marL="0" marR="0" lvl="0" indent="0" algn="l"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sp>
          <p:nvSpPr>
            <p:cNvPr id="13336" name="椭圆 32">
              <a:extLst>
                <a:ext uri="{FF2B5EF4-FFF2-40B4-BE49-F238E27FC236}">
                  <a16:creationId xmlns:a16="http://schemas.microsoft.com/office/drawing/2014/main" id="{8BA0FB74-3869-467B-8B55-A30C0218D1E4}"/>
                </a:ext>
              </a:extLst>
            </p:cNvPr>
            <p:cNvSpPr>
              <a:spLocks noChangeArrowheads="1"/>
            </p:cNvSpPr>
            <p:nvPr/>
          </p:nvSpPr>
          <p:spPr bwMode="auto">
            <a:xfrm>
              <a:off x="3131876" y="359703"/>
              <a:ext cx="214441" cy="214439"/>
            </a:xfrm>
            <a:prstGeom prst="ellipse">
              <a:avLst/>
            </a:prstGeom>
            <a:solidFill>
              <a:schemeClr val="bg1"/>
            </a:solidFill>
            <a:ln w="12700">
              <a:solidFill>
                <a:schemeClr val="accent1"/>
              </a:solidFill>
              <a:bevel/>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grpSp>
        <p:nvGrpSpPr>
          <p:cNvPr id="13324" name="Group 20">
            <a:extLst>
              <a:ext uri="{FF2B5EF4-FFF2-40B4-BE49-F238E27FC236}">
                <a16:creationId xmlns:a16="http://schemas.microsoft.com/office/drawing/2014/main" id="{6A08AC98-C0E9-422B-B668-F178A99C0E7C}"/>
              </a:ext>
            </a:extLst>
          </p:cNvPr>
          <p:cNvGrpSpPr/>
          <p:nvPr/>
        </p:nvGrpSpPr>
        <p:grpSpPr>
          <a:xfrm flipH="1">
            <a:off x="373061" y="4209198"/>
            <a:ext cx="3016251" cy="501650"/>
            <a:chOff x="0" y="0"/>
            <a:chExt cx="3346317" cy="574142"/>
          </a:xfrm>
        </p:grpSpPr>
        <p:grpSp>
          <p:nvGrpSpPr>
            <p:cNvPr id="24594" name="Group 21">
              <a:extLst>
                <a:ext uri="{FF2B5EF4-FFF2-40B4-BE49-F238E27FC236}">
                  <a16:creationId xmlns:a16="http://schemas.microsoft.com/office/drawing/2014/main" id="{B9ED3321-B7DA-40F2-AB37-1DEB5CECA05F}"/>
                </a:ext>
              </a:extLst>
            </p:cNvPr>
            <p:cNvGrpSpPr/>
            <p:nvPr/>
          </p:nvGrpSpPr>
          <p:grpSpPr>
            <a:xfrm flipV="1">
              <a:off x="0" y="0"/>
              <a:ext cx="3212048" cy="466873"/>
              <a:chOff x="0" y="0"/>
              <a:chExt cx="3212048" cy="466873"/>
            </a:xfrm>
          </p:grpSpPr>
          <p:sp>
            <p:nvSpPr>
              <p:cNvPr id="13333" name="直接连接符 37">
                <a:extLst>
                  <a:ext uri="{FF2B5EF4-FFF2-40B4-BE49-F238E27FC236}">
                    <a16:creationId xmlns:a16="http://schemas.microsoft.com/office/drawing/2014/main" id="{5194C70E-BD33-47E0-8ABC-43B900F7E7C6}"/>
                  </a:ext>
                </a:extLst>
              </p:cNvPr>
              <p:cNvSpPr>
                <a:spLocks noChangeShapeType="1"/>
              </p:cNvSpPr>
              <p:nvPr/>
            </p:nvSpPr>
            <p:spPr bwMode="auto">
              <a:xfrm flipV="1">
                <a:off x="380423" y="-72"/>
                <a:ext cx="2832041" cy="0"/>
              </a:xfrm>
              <a:prstGeom prst="line">
                <a:avLst/>
              </a:prstGeom>
              <a:noFill/>
              <a:ln w="12700">
                <a:solidFill>
                  <a:schemeClr val="accent2"/>
                </a:solidFill>
                <a:bevel/>
              </a:ln>
            </p:spPr>
            <p:txBody>
              <a:bodyPr/>
              <a:lstStyle/>
              <a:p>
                <a:pPr marL="0" marR="0" lvl="0" indent="0" algn="l"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13334" name="直接连接符 38">
                <a:extLst>
                  <a:ext uri="{FF2B5EF4-FFF2-40B4-BE49-F238E27FC236}">
                    <a16:creationId xmlns:a16="http://schemas.microsoft.com/office/drawing/2014/main" id="{FCCD57B5-320E-4E4D-8B77-4C993C22C0FD}"/>
                  </a:ext>
                </a:extLst>
              </p:cNvPr>
              <p:cNvSpPr>
                <a:spLocks noChangeShapeType="1"/>
              </p:cNvSpPr>
              <p:nvPr/>
            </p:nvSpPr>
            <p:spPr bwMode="auto">
              <a:xfrm flipV="1">
                <a:off x="0" y="-72"/>
                <a:ext cx="380423" cy="466945"/>
              </a:xfrm>
              <a:prstGeom prst="line">
                <a:avLst/>
              </a:prstGeom>
              <a:noFill/>
              <a:ln w="12700">
                <a:solidFill>
                  <a:schemeClr val="accent2"/>
                </a:solidFill>
                <a:bevel/>
              </a:ln>
            </p:spPr>
            <p:txBody>
              <a:bodyPr/>
              <a:lstStyle/>
              <a:p>
                <a:pPr marL="0" marR="0" lvl="0" indent="0" algn="l"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sp>
          <p:nvSpPr>
            <p:cNvPr id="13332" name="椭圆 36">
              <a:extLst>
                <a:ext uri="{FF2B5EF4-FFF2-40B4-BE49-F238E27FC236}">
                  <a16:creationId xmlns:a16="http://schemas.microsoft.com/office/drawing/2014/main" id="{F1B269C5-FEFA-4294-AAAE-A35135EB6F03}"/>
                </a:ext>
              </a:extLst>
            </p:cNvPr>
            <p:cNvSpPr>
              <a:spLocks noChangeArrowheads="1"/>
            </p:cNvSpPr>
            <p:nvPr/>
          </p:nvSpPr>
          <p:spPr bwMode="auto">
            <a:xfrm>
              <a:off x="3131448" y="359747"/>
              <a:ext cx="214869" cy="214395"/>
            </a:xfrm>
            <a:prstGeom prst="ellipse">
              <a:avLst/>
            </a:prstGeom>
            <a:solidFill>
              <a:schemeClr val="accent2"/>
            </a:solidFill>
            <a:ln>
              <a:noFill/>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marL="0" marR="0" lvl="0" indent="0" algn="ctr" defTabSz="457200" rtl="0" eaLnBrk="1" fontAlgn="auto"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sp>
        <p:nvSpPr>
          <p:cNvPr id="13328" name="文本框 45">
            <a:extLst>
              <a:ext uri="{FF2B5EF4-FFF2-40B4-BE49-F238E27FC236}">
                <a16:creationId xmlns:a16="http://schemas.microsoft.com/office/drawing/2014/main" id="{F2915914-796B-4A50-A156-2E5E8D0EDAD3}"/>
              </a:ext>
            </a:extLst>
          </p:cNvPr>
          <p:cNvSpPr>
            <a:spLocks noChangeArrowheads="1"/>
          </p:cNvSpPr>
          <p:nvPr/>
        </p:nvSpPr>
        <p:spPr bwMode="auto">
          <a:xfrm>
            <a:off x="654050" y="4215549"/>
            <a:ext cx="1908175" cy="369332"/>
          </a:xfrm>
          <a:prstGeom prst="rect">
            <a:avLst/>
          </a:prstGeom>
          <a:no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rgbClr val="7F7F7F"/>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组织线下活动</a:t>
            </a:r>
          </a:p>
        </p:txBody>
      </p:sp>
      <p:sp>
        <p:nvSpPr>
          <p:cNvPr id="13329" name="文本框 46">
            <a:extLst>
              <a:ext uri="{FF2B5EF4-FFF2-40B4-BE49-F238E27FC236}">
                <a16:creationId xmlns:a16="http://schemas.microsoft.com/office/drawing/2014/main" id="{CDFB559A-8569-43F9-8FD2-DFDB15EB5F5D}"/>
              </a:ext>
            </a:extLst>
          </p:cNvPr>
          <p:cNvSpPr>
            <a:spLocks noChangeArrowheads="1"/>
          </p:cNvSpPr>
          <p:nvPr/>
        </p:nvSpPr>
        <p:spPr bwMode="auto">
          <a:xfrm>
            <a:off x="6743700" y="1023088"/>
            <a:ext cx="1909763" cy="369332"/>
          </a:xfrm>
          <a:prstGeom prst="rect">
            <a:avLst/>
          </a:prstGeom>
          <a:no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rgbClr val="B4B4B4"/>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 产品功能验证</a:t>
            </a:r>
          </a:p>
        </p:txBody>
      </p:sp>
      <p:sp>
        <p:nvSpPr>
          <p:cNvPr id="13330" name="文本框 47">
            <a:extLst>
              <a:ext uri="{FF2B5EF4-FFF2-40B4-BE49-F238E27FC236}">
                <a16:creationId xmlns:a16="http://schemas.microsoft.com/office/drawing/2014/main" id="{C4A22689-5C37-4C9C-B5BA-387A6C7C84AE}"/>
              </a:ext>
            </a:extLst>
          </p:cNvPr>
          <p:cNvSpPr>
            <a:spLocks noChangeArrowheads="1"/>
          </p:cNvSpPr>
          <p:nvPr/>
        </p:nvSpPr>
        <p:spPr bwMode="auto">
          <a:xfrm>
            <a:off x="8270875" y="4291749"/>
            <a:ext cx="1908175" cy="369332"/>
          </a:xfrm>
          <a:prstGeom prst="rect">
            <a:avLst/>
          </a:prstGeom>
          <a:no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marL="0" marR="0" lvl="0" indent="0" algn="l" defTabSz="457200" rtl="0" eaLnBrk="1" fontAlgn="auto"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rgbClr val="B4B4B4"/>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拓展推广渠道</a:t>
            </a:r>
          </a:p>
        </p:txBody>
      </p:sp>
      <p:sp>
        <p:nvSpPr>
          <p:cNvPr id="31" name="矩形 30" descr="e7d195523061f1c0dc554706afe4c72a60a25314cbaece805811E654B44695D34D35691164BB3D154CCFD5D798F6FEAD99EAA8F1ADC3D4AFA5BC9ED0BB3A4B45073A038AC38E89AB54D31AA59602B9F12209B776749A2CCA36AD07C888D793A35F9D491ED1216934BB3A67970262DCEF660A8C3A8D1E7FE509DD9C96939D9FB9CDC0D2D415A58769">
            <a:extLst>
              <a:ext uri="{FF2B5EF4-FFF2-40B4-BE49-F238E27FC236}">
                <a16:creationId xmlns:a16="http://schemas.microsoft.com/office/drawing/2014/main" id="{2520C054-64EF-4CBA-906E-9BB9475DFD46}"/>
              </a:ext>
            </a:extLst>
          </p:cNvPr>
          <p:cNvSpPr/>
          <p:nvPr/>
        </p:nvSpPr>
        <p:spPr>
          <a:xfrm>
            <a:off x="6793704" y="1624455"/>
            <a:ext cx="3837784" cy="757130"/>
          </a:xfrm>
          <a:prstGeom prst="rect">
            <a:avLst/>
          </a:prstGeom>
        </p:spPr>
        <p:txBody>
          <a:bodyPr wrap="square">
            <a:spAutoFit/>
          </a:bodyPr>
          <a:lstStyle/>
          <a:p>
            <a:pPr marL="0" marR="0" lvl="0" indent="0" algn="l" defTabSz="457200" rtl="0" eaLnBrk="1" fontAlgn="auto" latinLnBrk="0" hangingPunct="1">
              <a:lnSpc>
                <a:spcPct val="120000"/>
              </a:lnSpc>
              <a:spcBef>
                <a:spcPct val="0"/>
              </a:spcBef>
              <a:spcAft>
                <a:spcPct val="0"/>
              </a:spcAft>
              <a:buClrTx/>
              <a:buSzTx/>
              <a:buFontTx/>
              <a:buNone/>
              <a:defRPr/>
            </a:pPr>
            <a:r>
              <a:rPr kumimoji="0" lang="zh-CN" altLang="en-US" sz="1200" b="0" i="0" u="none" strike="noStrike" kern="1200" cap="none" spc="0" normalizeH="0" baseline="0" noProof="0">
                <a:ln>
                  <a:noFill/>
                </a:ln>
                <a:solidFill>
                  <a:srgbClr val="B4B4B4"/>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同时组织管理人员对其他项目部在建工程进行参观学习，作到扬长避短，提高了项目部人员的质量争先意识</a:t>
            </a:r>
            <a:endParaRPr kumimoji="0" lang="en-US" altLang="zh-CN" sz="1200" b="0" i="0" u="none" strike="noStrike" kern="1200" cap="none" spc="0" normalizeH="0" baseline="0" noProof="0">
              <a:ln>
                <a:noFill/>
              </a:ln>
              <a:solidFill>
                <a:srgbClr val="B4B4B4"/>
              </a:solidFill>
              <a:effectLst/>
              <a:uLnTx/>
              <a:uFillTx/>
              <a:latin typeface="思源黑体 Light" panose="020B0300000000000000" pitchFamily="34" charset="-122"/>
              <a:ea typeface="思源黑体 Light" panose="020B0300000000000000" pitchFamily="34" charset="-122"/>
              <a:cs typeface="Segoe UI" panose="020B0502040204020203" pitchFamily="34" charset="0"/>
              <a:sym typeface="思源黑体 Light" panose="020B0300000000000000" pitchFamily="34" charset="-122"/>
            </a:endParaRPr>
          </a:p>
        </p:txBody>
      </p:sp>
      <p:sp>
        <p:nvSpPr>
          <p:cNvPr id="34" name="矩形 33" descr="e7d195523061f1c0dc554706afe4c72a60a25314cbaece805811E654B44695D34D35691164BB3D154CCFD5D798F6FEAD99EAA8F1ADC3D4AFA5BC9ED0BB3A4B45073A038AC38E89AB54D31AA59602B9F12209B776749A2CCA36AD07C888D793A35F9D491ED1216934BB3A67970262DCEF660A8C3A8D1E7FE509DD9C96939D9FB9CDC0D2D415A58769">
            <a:extLst>
              <a:ext uri="{FF2B5EF4-FFF2-40B4-BE49-F238E27FC236}">
                <a16:creationId xmlns:a16="http://schemas.microsoft.com/office/drawing/2014/main" id="{477DAB7A-C15B-48F4-8051-1F8DD6880D1F}"/>
              </a:ext>
            </a:extLst>
          </p:cNvPr>
          <p:cNvSpPr/>
          <p:nvPr/>
        </p:nvSpPr>
        <p:spPr>
          <a:xfrm>
            <a:off x="7941239" y="4788637"/>
            <a:ext cx="3236611" cy="535531"/>
          </a:xfrm>
          <a:prstGeom prst="rect">
            <a:avLst/>
          </a:prstGeom>
        </p:spPr>
        <p:txBody>
          <a:bodyPr wrap="square">
            <a:spAutoFit/>
          </a:bodyPr>
          <a:lstStyle/>
          <a:p>
            <a:pPr marL="0" marR="0" lvl="0" indent="0" algn="l" defTabSz="457200" rtl="0" eaLnBrk="1" fontAlgn="auto" latinLnBrk="0" hangingPunct="1">
              <a:lnSpc>
                <a:spcPct val="120000"/>
              </a:lnSpc>
              <a:spcBef>
                <a:spcPct val="0"/>
              </a:spcBef>
              <a:spcAft>
                <a:spcPct val="0"/>
              </a:spcAft>
              <a:buClrTx/>
              <a:buSzTx/>
              <a:buFontTx/>
              <a:buNone/>
              <a:defRPr/>
            </a:pPr>
            <a:r>
              <a:rPr kumimoji="0" lang="zh-CN" altLang="en-US" sz="1200" b="0" i="0" u="none" strike="noStrike" kern="1200" cap="none" spc="0" normalizeH="0" baseline="0" noProof="0">
                <a:ln>
                  <a:noFill/>
                </a:ln>
                <a:solidFill>
                  <a:srgbClr val="B4B4B4"/>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我们严格控制施工质量，从基础开始，一步一个脚印的进行</a:t>
            </a:r>
            <a:endParaRPr kumimoji="0" lang="en-US" altLang="zh-CN" sz="1200" b="0" i="0" u="none" strike="noStrike" kern="1200" cap="none" spc="0" normalizeH="0" baseline="0" noProof="0">
              <a:ln>
                <a:noFill/>
              </a:ln>
              <a:solidFill>
                <a:srgbClr val="B4B4B4"/>
              </a:solidFill>
              <a:effectLst/>
              <a:uLnTx/>
              <a:uFillTx/>
              <a:latin typeface="思源黑体 Light" panose="020B0300000000000000" pitchFamily="34" charset="-122"/>
              <a:ea typeface="思源黑体 Light" panose="020B0300000000000000" pitchFamily="34" charset="-122"/>
              <a:cs typeface="Segoe UI" panose="020B0502040204020203" pitchFamily="34" charset="0"/>
              <a:sym typeface="思源黑体 Light" panose="020B0300000000000000" pitchFamily="34" charset="-122"/>
            </a:endParaRPr>
          </a:p>
        </p:txBody>
      </p:sp>
      <p:sp>
        <p:nvSpPr>
          <p:cNvPr id="36" name="矩形 35" descr="e7d195523061f1c0dc554706afe4c72a60a25314cbaece805811E654B44695D34D35691164BB3D154CCFD5D798F6FEAD99EAA8F1ADC3D4AFA5BC9ED0BB3A4B45073A038AC38E89AB54D31AA59602B9F12209B776749A2CCA36AD07C888D793A35F9D491ED1216934BB3A67970262DCEF660A8C3A8D1E7FE509DD9C96939D9FB9CDC0D2D415A58769">
            <a:extLst>
              <a:ext uri="{FF2B5EF4-FFF2-40B4-BE49-F238E27FC236}">
                <a16:creationId xmlns:a16="http://schemas.microsoft.com/office/drawing/2014/main" id="{6C7E206E-49E4-493C-A4FB-F0DDE1938BEA}"/>
              </a:ext>
            </a:extLst>
          </p:cNvPr>
          <p:cNvSpPr/>
          <p:nvPr/>
        </p:nvSpPr>
        <p:spPr>
          <a:xfrm>
            <a:off x="638512" y="4788636"/>
            <a:ext cx="3236611" cy="535531"/>
          </a:xfrm>
          <a:prstGeom prst="rect">
            <a:avLst/>
          </a:prstGeom>
        </p:spPr>
        <p:txBody>
          <a:bodyPr wrap="square">
            <a:spAutoFit/>
          </a:bodyPr>
          <a:lstStyle/>
          <a:p>
            <a:pPr marL="0" marR="0" lvl="0" indent="0" algn="l" defTabSz="457200" rtl="0" eaLnBrk="1" fontAlgn="auto" latinLnBrk="0" hangingPunct="1">
              <a:lnSpc>
                <a:spcPct val="120000"/>
              </a:lnSpc>
              <a:spcBef>
                <a:spcPct val="0"/>
              </a:spcBef>
              <a:spcAft>
                <a:spcPct val="0"/>
              </a:spcAft>
              <a:buClrTx/>
              <a:buSzTx/>
              <a:buFontTx/>
              <a:buNone/>
              <a:defRPr/>
            </a:pPr>
            <a:r>
              <a:rPr kumimoji="0" lang="zh-CN" altLang="en-US" sz="1200" b="0" i="0" u="none" strike="noStrike" kern="1200" cap="none" spc="0" normalizeH="0" baseline="0" noProof="0">
                <a:ln>
                  <a:noFill/>
                </a:ln>
                <a:solidFill>
                  <a:srgbClr val="B4B4B4"/>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模板工程重点控制结构尺寸和支撑牢固性，确保设计尺寸的准确和观感的质量</a:t>
            </a:r>
            <a:endParaRPr kumimoji="0" lang="en-US" altLang="zh-CN" sz="1200" b="0" i="0" u="none" strike="noStrike" kern="1200" cap="none" spc="0" normalizeH="0" baseline="0" noProof="0">
              <a:ln>
                <a:noFill/>
              </a:ln>
              <a:solidFill>
                <a:srgbClr val="B4B4B4"/>
              </a:solidFill>
              <a:effectLst/>
              <a:uLnTx/>
              <a:uFillTx/>
              <a:latin typeface="思源黑体 Light" panose="020B0300000000000000" pitchFamily="34" charset="-122"/>
              <a:ea typeface="思源黑体 Light" panose="020B0300000000000000" pitchFamily="34" charset="-122"/>
              <a:cs typeface="Segoe UI" panose="020B0502040204020203" pitchFamily="34" charset="0"/>
              <a:sym typeface="思源黑体 Light" panose="020B0300000000000000" pitchFamily="34" charset="-122"/>
            </a:endParaRPr>
          </a:p>
        </p:txBody>
      </p:sp>
      <p:grpSp>
        <p:nvGrpSpPr>
          <p:cNvPr id="37" name="组合 36">
            <a:extLst>
              <a:ext uri="{FF2B5EF4-FFF2-40B4-BE49-F238E27FC236}">
                <a16:creationId xmlns:a16="http://schemas.microsoft.com/office/drawing/2014/main" id="{ACB9A1D9-4FE1-4680-9C05-2A54E3052F49}"/>
              </a:ext>
            </a:extLst>
          </p:cNvPr>
          <p:cNvGrpSpPr/>
          <p:nvPr/>
        </p:nvGrpSpPr>
        <p:grpSpPr>
          <a:xfrm>
            <a:off x="1622707" y="363109"/>
            <a:ext cx="3570339" cy="646331"/>
            <a:chOff x="1622706" y="363107"/>
            <a:chExt cx="3570339" cy="646331"/>
          </a:xfrm>
        </p:grpSpPr>
        <p:sp>
          <p:nvSpPr>
            <p:cNvPr id="38" name="文本框 37">
              <a:extLst>
                <a:ext uri="{FF2B5EF4-FFF2-40B4-BE49-F238E27FC236}">
                  <a16:creationId xmlns:a16="http://schemas.microsoft.com/office/drawing/2014/main" id="{6FB5A4E2-FE57-4052-94B9-45DC7040978F}"/>
                </a:ext>
              </a:extLst>
            </p:cNvPr>
            <p:cNvSpPr txBox="1"/>
            <p:nvPr userDrawn="1"/>
          </p:nvSpPr>
          <p:spPr>
            <a:xfrm>
              <a:off x="1622706" y="363107"/>
              <a:ext cx="357033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工作完成情况</a:t>
              </a:r>
            </a:p>
          </p:txBody>
        </p:sp>
        <p:sp>
          <p:nvSpPr>
            <p:cNvPr id="39" name="文本框 38">
              <a:extLst>
                <a:ext uri="{FF2B5EF4-FFF2-40B4-BE49-F238E27FC236}">
                  <a16:creationId xmlns:a16="http://schemas.microsoft.com/office/drawing/2014/main" id="{F1F9BCCD-A60F-41A7-B61E-D0E0533E54A9}"/>
                </a:ext>
              </a:extLst>
            </p:cNvPr>
            <p:cNvSpPr txBox="1"/>
            <p:nvPr userDrawn="1"/>
          </p:nvSpPr>
          <p:spPr>
            <a:xfrm>
              <a:off x="1622706" y="732439"/>
              <a:ext cx="357033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Use "Title Only" Layout</a:t>
              </a:r>
              <a:endParaRPr kumimoji="0" lang="zh-CN" altLang="en-US"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p15="http://schemas.microsoft.com/office/powerpoint/2012/main" xmlns:a16="http://schemas.microsoft.com/office/drawing/2014/main"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3316"/>
                                        </p:tgtEl>
                                        <p:attrNameLst>
                                          <p:attrName>style.visibility</p:attrName>
                                        </p:attrNameLst>
                                      </p:cBhvr>
                                      <p:to>
                                        <p:strVal val="visible"/>
                                      </p:to>
                                    </p:set>
                                    <p:animEffect transition="in" filter="wipe(down)">
                                      <p:cBhvr>
                                        <p:cTn id="7" dur="500"/>
                                        <p:tgtEl>
                                          <p:spTgt spid="13316"/>
                                        </p:tgtEl>
                                      </p:cBhvr>
                                    </p:animEffect>
                                  </p:childTnLst>
                                </p:cTn>
                              </p:par>
                            </p:childTnLst>
                          </p:cTn>
                        </p:par>
                        <p:par>
                          <p:cTn id="8" fill="hold" nodeType="afterGroup">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3317"/>
                                        </p:tgtEl>
                                        <p:attrNameLst>
                                          <p:attrName>style.visibility</p:attrName>
                                        </p:attrNameLst>
                                      </p:cBhvr>
                                      <p:to>
                                        <p:strVal val="visible"/>
                                      </p:to>
                                    </p:set>
                                    <p:animEffect transition="in" filter="wipe(down)">
                                      <p:cBhvr>
                                        <p:cTn id="11" dur="500"/>
                                        <p:tgtEl>
                                          <p:spTgt spid="13317"/>
                                        </p:tgtEl>
                                      </p:cBhvr>
                                    </p:animEffect>
                                  </p:childTnLst>
                                </p:cTn>
                              </p:par>
                            </p:childTnLst>
                          </p:cTn>
                        </p:par>
                        <p:par>
                          <p:cTn id="12" fill="hold" nodeType="afterGroup">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13318"/>
                                        </p:tgtEl>
                                        <p:attrNameLst>
                                          <p:attrName>style.visibility</p:attrName>
                                        </p:attrNameLst>
                                      </p:cBhvr>
                                      <p:to>
                                        <p:strVal val="visible"/>
                                      </p:to>
                                    </p:set>
                                    <p:animEffect transition="in" filter="wipe(down)">
                                      <p:cBhvr>
                                        <p:cTn id="15" dur="500"/>
                                        <p:tgtEl>
                                          <p:spTgt spid="13318"/>
                                        </p:tgtEl>
                                      </p:cBhvr>
                                    </p:animEffect>
                                  </p:childTnLst>
                                </p:cTn>
                              </p:par>
                            </p:childTnLst>
                          </p:cTn>
                        </p:par>
                        <p:par>
                          <p:cTn id="16" fill="hold" nodeType="afterGroup">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13319"/>
                                        </p:tgtEl>
                                        <p:attrNameLst>
                                          <p:attrName>style.visibility</p:attrName>
                                        </p:attrNameLst>
                                      </p:cBhvr>
                                      <p:to>
                                        <p:strVal val="visible"/>
                                      </p:to>
                                    </p:set>
                                    <p:animEffect transition="in" filter="wipe(down)">
                                      <p:cBhvr>
                                        <p:cTn id="19" dur="500"/>
                                        <p:tgtEl>
                                          <p:spTgt spid="13319"/>
                                        </p:tgtEl>
                                      </p:cBhvr>
                                    </p:animEffect>
                                  </p:childTnLst>
                                </p:cTn>
                              </p:par>
                            </p:childTnLst>
                          </p:cTn>
                        </p:par>
                        <p:par>
                          <p:cTn id="20" fill="hold" nodeType="afterGroup">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13320"/>
                                        </p:tgtEl>
                                        <p:attrNameLst>
                                          <p:attrName>style.visibility</p:attrName>
                                        </p:attrNameLst>
                                      </p:cBhvr>
                                      <p:to>
                                        <p:strVal val="visible"/>
                                      </p:to>
                                    </p:set>
                                    <p:animEffect transition="in" filter="wipe(down)">
                                      <p:cBhvr>
                                        <p:cTn id="23" dur="500"/>
                                        <p:tgtEl>
                                          <p:spTgt spid="13320"/>
                                        </p:tgtEl>
                                      </p:cBhvr>
                                    </p:animEffect>
                                  </p:childTnLst>
                                </p:cTn>
                              </p:par>
                            </p:childTnLst>
                          </p:cTn>
                        </p:par>
                        <p:par>
                          <p:cTn id="24" fill="hold" nodeType="afterGroup">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13321"/>
                                        </p:tgtEl>
                                        <p:attrNameLst>
                                          <p:attrName>style.visibility</p:attrName>
                                        </p:attrNameLst>
                                      </p:cBhvr>
                                      <p:to>
                                        <p:strVal val="visible"/>
                                      </p:to>
                                    </p:set>
                                    <p:animEffect transition="in" filter="wipe(down)">
                                      <p:cBhvr>
                                        <p:cTn id="27" dur="500"/>
                                        <p:tgtEl>
                                          <p:spTgt spid="13321"/>
                                        </p:tgtEl>
                                      </p:cBhvr>
                                    </p:animEffect>
                                  </p:childTnLst>
                                </p:cTn>
                              </p:par>
                            </p:childTnLst>
                          </p:cTn>
                        </p:par>
                        <p:par>
                          <p:cTn id="28" fill="hold" nodeType="afterGroup">
                            <p:stCondLst>
                              <p:cond delay="3000"/>
                            </p:stCondLst>
                            <p:childTnLst>
                              <p:par>
                                <p:cTn id="29" presetID="22" presetClass="entr" presetSubtype="8" fill="hold" nodeType="afterEffect">
                                  <p:stCondLst>
                                    <p:cond delay="0"/>
                                  </p:stCondLst>
                                  <p:childTnLst>
                                    <p:set>
                                      <p:cBhvr>
                                        <p:cTn id="30" dur="1" fill="hold">
                                          <p:stCondLst>
                                            <p:cond delay="0"/>
                                          </p:stCondLst>
                                        </p:cTn>
                                        <p:tgtEl>
                                          <p:spTgt spid="13322"/>
                                        </p:tgtEl>
                                        <p:attrNameLst>
                                          <p:attrName>style.visibility</p:attrName>
                                        </p:attrNameLst>
                                      </p:cBhvr>
                                      <p:to>
                                        <p:strVal val="visible"/>
                                      </p:to>
                                    </p:set>
                                    <p:animEffect transition="in" filter="wipe(left)">
                                      <p:cBhvr>
                                        <p:cTn id="31" dur="500"/>
                                        <p:tgtEl>
                                          <p:spTgt spid="13322"/>
                                        </p:tgtEl>
                                      </p:cBhvr>
                                    </p:animEffect>
                                  </p:childTnLst>
                                </p:cTn>
                              </p:par>
                            </p:childTnLst>
                          </p:cTn>
                        </p:par>
                        <p:par>
                          <p:cTn id="32" fill="hold" nodeType="afterGroup">
                            <p:stCondLst>
                              <p:cond delay="3500"/>
                            </p:stCondLst>
                            <p:childTnLst>
                              <p:par>
                                <p:cTn id="33" presetID="22" presetClass="entr" presetSubtype="8" fill="hold" nodeType="afterEffect">
                                  <p:stCondLst>
                                    <p:cond delay="0"/>
                                  </p:stCondLst>
                                  <p:childTnLst>
                                    <p:set>
                                      <p:cBhvr>
                                        <p:cTn id="34" dur="1" fill="hold">
                                          <p:stCondLst>
                                            <p:cond delay="0"/>
                                          </p:stCondLst>
                                        </p:cTn>
                                        <p:tgtEl>
                                          <p:spTgt spid="13323"/>
                                        </p:tgtEl>
                                        <p:attrNameLst>
                                          <p:attrName>style.visibility</p:attrName>
                                        </p:attrNameLst>
                                      </p:cBhvr>
                                      <p:to>
                                        <p:strVal val="visible"/>
                                      </p:to>
                                    </p:set>
                                    <p:animEffect transition="in" filter="wipe(left)">
                                      <p:cBhvr>
                                        <p:cTn id="35" dur="500"/>
                                        <p:tgtEl>
                                          <p:spTgt spid="13323"/>
                                        </p:tgtEl>
                                      </p:cBhvr>
                                    </p:animEffect>
                                  </p:childTnLst>
                                </p:cTn>
                              </p:par>
                            </p:childTnLst>
                          </p:cTn>
                        </p:par>
                        <p:par>
                          <p:cTn id="36" fill="hold" nodeType="afterGroup">
                            <p:stCondLst>
                              <p:cond delay="4000"/>
                            </p:stCondLst>
                            <p:childTnLst>
                              <p:par>
                                <p:cTn id="37" presetID="22" presetClass="entr" presetSubtype="2" fill="hold" nodeType="afterEffect">
                                  <p:stCondLst>
                                    <p:cond delay="0"/>
                                  </p:stCondLst>
                                  <p:childTnLst>
                                    <p:set>
                                      <p:cBhvr>
                                        <p:cTn id="38" dur="1" fill="hold">
                                          <p:stCondLst>
                                            <p:cond delay="0"/>
                                          </p:stCondLst>
                                        </p:cTn>
                                        <p:tgtEl>
                                          <p:spTgt spid="13324"/>
                                        </p:tgtEl>
                                        <p:attrNameLst>
                                          <p:attrName>style.visibility</p:attrName>
                                        </p:attrNameLst>
                                      </p:cBhvr>
                                      <p:to>
                                        <p:strVal val="visible"/>
                                      </p:to>
                                    </p:set>
                                    <p:animEffect transition="in" filter="wipe(right)">
                                      <p:cBhvr>
                                        <p:cTn id="39" dur="500"/>
                                        <p:tgtEl>
                                          <p:spTgt spid="13324"/>
                                        </p:tgtEl>
                                      </p:cBhvr>
                                    </p:animEffect>
                                  </p:childTnLst>
                                </p:cTn>
                              </p:par>
                            </p:childTnLst>
                          </p:cTn>
                        </p:par>
                        <p:par>
                          <p:cTn id="40" fill="hold" nodeType="afterGroup">
                            <p:stCondLst>
                              <p:cond delay="4500"/>
                            </p:stCondLst>
                            <p:childTnLst>
                              <p:par>
                                <p:cTn id="41" presetID="22" presetClass="entr" presetSubtype="4" fill="hold" grpId="0" nodeType="afterEffect">
                                  <p:stCondLst>
                                    <p:cond delay="0"/>
                                  </p:stCondLst>
                                  <p:childTnLst>
                                    <p:set>
                                      <p:cBhvr>
                                        <p:cTn id="42" dur="1" fill="hold">
                                          <p:stCondLst>
                                            <p:cond delay="0"/>
                                          </p:stCondLst>
                                        </p:cTn>
                                        <p:tgtEl>
                                          <p:spTgt spid="13328"/>
                                        </p:tgtEl>
                                        <p:attrNameLst>
                                          <p:attrName>style.visibility</p:attrName>
                                        </p:attrNameLst>
                                      </p:cBhvr>
                                      <p:to>
                                        <p:strVal val="visible"/>
                                      </p:to>
                                    </p:set>
                                    <p:animEffect transition="in" filter="wipe(down)">
                                      <p:cBhvr>
                                        <p:cTn id="43" dur="500"/>
                                        <p:tgtEl>
                                          <p:spTgt spid="13328"/>
                                        </p:tgtEl>
                                      </p:cBhvr>
                                    </p:animEffect>
                                  </p:childTnLst>
                                </p:cTn>
                              </p:par>
                            </p:childTnLst>
                          </p:cTn>
                        </p:par>
                        <p:par>
                          <p:cTn id="44" fill="hold" nodeType="afterGroup">
                            <p:stCondLst>
                              <p:cond delay="5000"/>
                            </p:stCondLst>
                            <p:childTnLst>
                              <p:par>
                                <p:cTn id="45" presetID="22" presetClass="entr" presetSubtype="4" fill="hold" grpId="0" nodeType="afterEffect">
                                  <p:stCondLst>
                                    <p:cond delay="0"/>
                                  </p:stCondLst>
                                  <p:childTnLst>
                                    <p:set>
                                      <p:cBhvr>
                                        <p:cTn id="46" dur="1" fill="hold">
                                          <p:stCondLst>
                                            <p:cond delay="0"/>
                                          </p:stCondLst>
                                        </p:cTn>
                                        <p:tgtEl>
                                          <p:spTgt spid="13329"/>
                                        </p:tgtEl>
                                        <p:attrNameLst>
                                          <p:attrName>style.visibility</p:attrName>
                                        </p:attrNameLst>
                                      </p:cBhvr>
                                      <p:to>
                                        <p:strVal val="visible"/>
                                      </p:to>
                                    </p:set>
                                    <p:animEffect transition="in" filter="wipe(down)">
                                      <p:cBhvr>
                                        <p:cTn id="47" dur="500"/>
                                        <p:tgtEl>
                                          <p:spTgt spid="13329"/>
                                        </p:tgtEl>
                                      </p:cBhvr>
                                    </p:animEffect>
                                  </p:childTnLst>
                                </p:cTn>
                              </p:par>
                            </p:childTnLst>
                          </p:cTn>
                        </p:par>
                        <p:par>
                          <p:cTn id="48" fill="hold" nodeType="afterGroup">
                            <p:stCondLst>
                              <p:cond delay="5500"/>
                            </p:stCondLst>
                            <p:childTnLst>
                              <p:par>
                                <p:cTn id="49" presetID="22" presetClass="entr" presetSubtype="4" fill="hold" grpId="0" nodeType="afterEffect">
                                  <p:stCondLst>
                                    <p:cond delay="0"/>
                                  </p:stCondLst>
                                  <p:childTnLst>
                                    <p:set>
                                      <p:cBhvr>
                                        <p:cTn id="50" dur="1" fill="hold">
                                          <p:stCondLst>
                                            <p:cond delay="0"/>
                                          </p:stCondLst>
                                        </p:cTn>
                                        <p:tgtEl>
                                          <p:spTgt spid="13330"/>
                                        </p:tgtEl>
                                        <p:attrNameLst>
                                          <p:attrName>style.visibility</p:attrName>
                                        </p:attrNameLst>
                                      </p:cBhvr>
                                      <p:to>
                                        <p:strVal val="visible"/>
                                      </p:to>
                                    </p:set>
                                    <p:animEffect transition="in" filter="wipe(down)">
                                      <p:cBhvr>
                                        <p:cTn id="51" dur="500"/>
                                        <p:tgtEl>
                                          <p:spTgt spid="13330"/>
                                        </p:tgtEl>
                                      </p:cBhvr>
                                    </p:animEffect>
                                  </p:childTnLst>
                                </p:cTn>
                              </p:par>
                            </p:childTnLst>
                          </p:cTn>
                        </p:par>
                        <p:par>
                          <p:cTn id="52" fill="hold" nodeType="afterGroup">
                            <p:stCondLst>
                              <p:cond delay="6000"/>
                            </p:stCondLst>
                            <p:childTnLst>
                              <p:par>
                                <p:cTn id="53" presetID="53" presetClass="entr" presetSubtype="0" fill="hold" grpId="0" nodeType="afterEffect">
                                  <p:stCondLst>
                                    <p:cond delay="0"/>
                                  </p:stCondLst>
                                  <p:childTnLst>
                                    <p:set>
                                      <p:cBhvr>
                                        <p:cTn id="54" dur="1" fill="hold">
                                          <p:stCondLst>
                                            <p:cond delay="0"/>
                                          </p:stCondLst>
                                        </p:cTn>
                                        <p:tgtEl>
                                          <p:spTgt spid="34"/>
                                        </p:tgtEl>
                                        <p:attrNameLst>
                                          <p:attrName>style.visibility</p:attrName>
                                        </p:attrNameLst>
                                      </p:cBhvr>
                                      <p:to>
                                        <p:strVal val="visible"/>
                                      </p:to>
                                    </p:set>
                                    <p:anim calcmode="lin" valueType="num">
                                      <p:cBhvr>
                                        <p:cTn id="55" dur="500" fill="hold"/>
                                        <p:tgtEl>
                                          <p:spTgt spid="34"/>
                                        </p:tgtEl>
                                        <p:attrNameLst>
                                          <p:attrName>ppt_w</p:attrName>
                                        </p:attrNameLst>
                                      </p:cBhvr>
                                      <p:tavLst>
                                        <p:tav tm="0">
                                          <p:val>
                                            <p:fltVal val="0"/>
                                          </p:val>
                                        </p:tav>
                                        <p:tav tm="100000">
                                          <p:val>
                                            <p:strVal val="#ppt_w"/>
                                          </p:val>
                                        </p:tav>
                                      </p:tavLst>
                                    </p:anim>
                                    <p:anim calcmode="lin" valueType="num">
                                      <p:cBhvr>
                                        <p:cTn id="56" dur="500" fill="hold"/>
                                        <p:tgtEl>
                                          <p:spTgt spid="34"/>
                                        </p:tgtEl>
                                        <p:attrNameLst>
                                          <p:attrName>ppt_h</p:attrName>
                                        </p:attrNameLst>
                                      </p:cBhvr>
                                      <p:tavLst>
                                        <p:tav tm="0">
                                          <p:val>
                                            <p:fltVal val="0"/>
                                          </p:val>
                                        </p:tav>
                                        <p:tav tm="100000">
                                          <p:val>
                                            <p:strVal val="#ppt_h"/>
                                          </p:val>
                                        </p:tav>
                                      </p:tavLst>
                                    </p:anim>
                                    <p:animEffect transition="in" filter="fade">
                                      <p:cBhvr>
                                        <p:cTn id="57" dur="500"/>
                                        <p:tgtEl>
                                          <p:spTgt spid="34"/>
                                        </p:tgtEl>
                                      </p:cBhvr>
                                    </p:animEffect>
                                  </p:childTnLst>
                                </p:cTn>
                              </p:par>
                            </p:childTnLst>
                          </p:cTn>
                        </p:par>
                        <p:par>
                          <p:cTn id="58" fill="hold" nodeType="afterGroup">
                            <p:stCondLst>
                              <p:cond delay="6500"/>
                            </p:stCondLst>
                            <p:childTnLst>
                              <p:par>
                                <p:cTn id="59" presetID="53" presetClass="entr" presetSubtype="0" fill="hold" grpId="0" nodeType="afterEffect">
                                  <p:stCondLst>
                                    <p:cond delay="0"/>
                                  </p:stCondLst>
                                  <p:childTnLst>
                                    <p:set>
                                      <p:cBhvr>
                                        <p:cTn id="60" dur="1" fill="hold">
                                          <p:stCondLst>
                                            <p:cond delay="0"/>
                                          </p:stCondLst>
                                        </p:cTn>
                                        <p:tgtEl>
                                          <p:spTgt spid="31"/>
                                        </p:tgtEl>
                                        <p:attrNameLst>
                                          <p:attrName>style.visibility</p:attrName>
                                        </p:attrNameLst>
                                      </p:cBhvr>
                                      <p:to>
                                        <p:strVal val="visible"/>
                                      </p:to>
                                    </p:set>
                                    <p:anim calcmode="lin" valueType="num">
                                      <p:cBhvr>
                                        <p:cTn id="61" dur="500" fill="hold"/>
                                        <p:tgtEl>
                                          <p:spTgt spid="31"/>
                                        </p:tgtEl>
                                        <p:attrNameLst>
                                          <p:attrName>ppt_w</p:attrName>
                                        </p:attrNameLst>
                                      </p:cBhvr>
                                      <p:tavLst>
                                        <p:tav tm="0">
                                          <p:val>
                                            <p:fltVal val="0"/>
                                          </p:val>
                                        </p:tav>
                                        <p:tav tm="100000">
                                          <p:val>
                                            <p:strVal val="#ppt_w"/>
                                          </p:val>
                                        </p:tav>
                                      </p:tavLst>
                                    </p:anim>
                                    <p:anim calcmode="lin" valueType="num">
                                      <p:cBhvr>
                                        <p:cTn id="62" dur="500" fill="hold"/>
                                        <p:tgtEl>
                                          <p:spTgt spid="31"/>
                                        </p:tgtEl>
                                        <p:attrNameLst>
                                          <p:attrName>ppt_h</p:attrName>
                                        </p:attrNameLst>
                                      </p:cBhvr>
                                      <p:tavLst>
                                        <p:tav tm="0">
                                          <p:val>
                                            <p:fltVal val="0"/>
                                          </p:val>
                                        </p:tav>
                                        <p:tav tm="100000">
                                          <p:val>
                                            <p:strVal val="#ppt_h"/>
                                          </p:val>
                                        </p:tav>
                                      </p:tavLst>
                                    </p:anim>
                                    <p:animEffect transition="in" filter="fade">
                                      <p:cBhvr>
                                        <p:cTn id="63" dur="500"/>
                                        <p:tgtEl>
                                          <p:spTgt spid="31"/>
                                        </p:tgtEl>
                                      </p:cBhvr>
                                    </p:animEffect>
                                  </p:childTnLst>
                                </p:cTn>
                              </p:par>
                            </p:childTnLst>
                          </p:cTn>
                        </p:par>
                        <p:par>
                          <p:cTn id="64" fill="hold" nodeType="afterGroup">
                            <p:stCondLst>
                              <p:cond delay="7000"/>
                            </p:stCondLst>
                            <p:childTnLst>
                              <p:par>
                                <p:cTn id="65" presetID="53" presetClass="entr" presetSubtype="0" fill="hold" grpId="0" nodeType="afterEffect">
                                  <p:stCondLst>
                                    <p:cond delay="0"/>
                                  </p:stCondLst>
                                  <p:childTnLst>
                                    <p:set>
                                      <p:cBhvr>
                                        <p:cTn id="66" dur="1" fill="hold">
                                          <p:stCondLst>
                                            <p:cond delay="0"/>
                                          </p:stCondLst>
                                        </p:cTn>
                                        <p:tgtEl>
                                          <p:spTgt spid="36"/>
                                        </p:tgtEl>
                                        <p:attrNameLst>
                                          <p:attrName>style.visibility</p:attrName>
                                        </p:attrNameLst>
                                      </p:cBhvr>
                                      <p:to>
                                        <p:strVal val="visible"/>
                                      </p:to>
                                    </p:set>
                                    <p:anim calcmode="lin" valueType="num">
                                      <p:cBhvr>
                                        <p:cTn id="67" dur="500" fill="hold"/>
                                        <p:tgtEl>
                                          <p:spTgt spid="36"/>
                                        </p:tgtEl>
                                        <p:attrNameLst>
                                          <p:attrName>ppt_w</p:attrName>
                                        </p:attrNameLst>
                                      </p:cBhvr>
                                      <p:tavLst>
                                        <p:tav tm="0">
                                          <p:val>
                                            <p:fltVal val="0"/>
                                          </p:val>
                                        </p:tav>
                                        <p:tav tm="100000">
                                          <p:val>
                                            <p:strVal val="#ppt_w"/>
                                          </p:val>
                                        </p:tav>
                                      </p:tavLst>
                                    </p:anim>
                                    <p:anim calcmode="lin" valueType="num">
                                      <p:cBhvr>
                                        <p:cTn id="68" dur="500" fill="hold"/>
                                        <p:tgtEl>
                                          <p:spTgt spid="36"/>
                                        </p:tgtEl>
                                        <p:attrNameLst>
                                          <p:attrName>ppt_h</p:attrName>
                                        </p:attrNameLst>
                                      </p:cBhvr>
                                      <p:tavLst>
                                        <p:tav tm="0">
                                          <p:val>
                                            <p:fltVal val="0"/>
                                          </p:val>
                                        </p:tav>
                                        <p:tav tm="100000">
                                          <p:val>
                                            <p:strVal val="#ppt_h"/>
                                          </p:val>
                                        </p:tav>
                                      </p:tavLst>
                                    </p:anim>
                                    <p:animEffect transition="in" filter="fade">
                                      <p:cBhvr>
                                        <p:cTn id="6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animBg="1"/>
      <p:bldP spid="13317" grpId="0" animBg="1"/>
      <p:bldP spid="13318" grpId="0" animBg="1"/>
      <p:bldP spid="13319" grpId="0"/>
      <p:bldP spid="13320" grpId="0"/>
      <p:bldP spid="13321" grpId="0"/>
      <p:bldP spid="13328" grpId="0"/>
      <p:bldP spid="13329" grpId="0"/>
      <p:bldP spid="13330" grpId="0"/>
      <p:bldP spid="31" grpId="0"/>
      <p:bldP spid="34" grpId="0"/>
      <p:bldP spid="3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1810636" y="4357940"/>
            <a:ext cx="5109091" cy="830997"/>
          </a:xfrm>
          <a:prstGeom prst="rect">
            <a:avLst/>
          </a:prstGeom>
          <a:noFill/>
        </p:spPr>
        <p:txBody>
          <a:bodyPr wrap="non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4800" b="0" i="0" u="none" strike="noStrike" kern="1200" cap="none" spc="0" normalizeH="0" baseline="0" noProof="0">
                <a:ln>
                  <a:noFill/>
                </a:ln>
                <a:solidFill>
                  <a:srgbClr val="28B56A"/>
                </a:solidFill>
                <a:effectLst/>
                <a:uLnTx/>
                <a:uFillTx/>
                <a:latin typeface="思源黑体 Light" panose="020B0300000000000000" pitchFamily="34" charset="-122"/>
                <a:ea typeface="思源黑体 Light" panose="020B0300000000000000" pitchFamily="34" charset="-122"/>
                <a:cs typeface="Nexa Bold" charset="0"/>
                <a:sym typeface="思源黑体 Light" panose="020B0300000000000000" pitchFamily="34" charset="-122"/>
              </a:rPr>
              <a:t>质量目标和规范化</a:t>
            </a:r>
            <a:endParaRPr kumimoji="0" lang="en-US" sz="4800" b="0" i="0" u="none" strike="noStrike" kern="1200" cap="none" spc="0" normalizeH="0" baseline="0" noProof="0">
              <a:ln>
                <a:noFill/>
              </a:ln>
              <a:solidFill>
                <a:srgbClr val="28B56A"/>
              </a:solidFill>
              <a:effectLst/>
              <a:uLnTx/>
              <a:uFillTx/>
              <a:latin typeface="思源黑体 Light" panose="020B0300000000000000" pitchFamily="34" charset="-122"/>
              <a:ea typeface="思源黑体 Light" panose="020B0300000000000000" pitchFamily="34" charset="-122"/>
              <a:cs typeface="Nexa Bold" charset="0"/>
              <a:sym typeface="思源黑体 Light" panose="020B0300000000000000" pitchFamily="34" charset="-122"/>
            </a:endParaRPr>
          </a:p>
        </p:txBody>
      </p:sp>
      <p:sp>
        <p:nvSpPr>
          <p:cNvPr id="13" name="Rectangle 12"/>
          <p:cNvSpPr/>
          <p:nvPr/>
        </p:nvSpPr>
        <p:spPr>
          <a:xfrm>
            <a:off x="1810633" y="2392595"/>
            <a:ext cx="2865632" cy="646331"/>
          </a:xfrm>
          <a:prstGeom prst="rect">
            <a:avLst/>
          </a:prstGeom>
        </p:spPr>
        <p:txBody>
          <a:bodyPr wrap="square">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rgbClr val="000000">
                    <a:lumMod val="75000"/>
                    <a:lumOff val="25000"/>
                  </a:srgbClr>
                </a:solidFill>
                <a:effectLst/>
                <a:uLnTx/>
                <a:uFillTx/>
                <a:latin typeface="思源黑体 Light" panose="020B0300000000000000" pitchFamily="34" charset="-122"/>
                <a:ea typeface="思源黑体 Light" panose="020B0300000000000000" pitchFamily="34" charset="-122"/>
                <a:cs typeface="Roboto Medium" charset="0"/>
                <a:sym typeface="思源黑体 Light" panose="020B0300000000000000" pitchFamily="34" charset="-122"/>
              </a:rPr>
              <a:t>工程开工以后，我按照公司要求工期，组织制定了施工进度X络计划以及劳动力计划。并且根据施工进度要求</a:t>
            </a:r>
            <a:endParaRPr kumimoji="0" lang="en-US" sz="1200" b="0" i="0" u="none" strike="noStrike" kern="1200" cap="none" spc="0" normalizeH="0" baseline="0" noProof="0">
              <a:ln>
                <a:noFill/>
              </a:ln>
              <a:solidFill>
                <a:srgbClr val="000000">
                  <a:lumMod val="75000"/>
                  <a:lumOff val="25000"/>
                </a:srgbClr>
              </a:solidFill>
              <a:effectLst/>
              <a:uLnTx/>
              <a:uFillTx/>
              <a:latin typeface="思源黑体 Light" panose="020B0300000000000000" pitchFamily="34" charset="-122"/>
              <a:ea typeface="思源黑体 Light" panose="020B0300000000000000" pitchFamily="34" charset="-122"/>
              <a:cs typeface="Roboto Thin" charset="0"/>
              <a:sym typeface="思源黑体 Light" panose="020B0300000000000000" pitchFamily="34" charset="-122"/>
            </a:endParaRPr>
          </a:p>
        </p:txBody>
      </p:sp>
      <p:cxnSp>
        <p:nvCxnSpPr>
          <p:cNvPr id="15" name="Straight Connector 14"/>
          <p:cNvCxnSpPr/>
          <p:nvPr/>
        </p:nvCxnSpPr>
        <p:spPr>
          <a:xfrm>
            <a:off x="6024821" y="2781448"/>
            <a:ext cx="5354096" cy="5354098"/>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900747" y="4221128"/>
            <a:ext cx="95989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Cross 18"/>
          <p:cNvSpPr/>
          <p:nvPr/>
        </p:nvSpPr>
        <p:spPr>
          <a:xfrm>
            <a:off x="1900745" y="1521091"/>
            <a:ext cx="456003" cy="456002"/>
          </a:xfrm>
          <a:prstGeom prst="plus">
            <a:avLst>
              <a:gd name="adj" fmla="val 3698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21" name="TextBox 20"/>
          <p:cNvSpPr txBox="1"/>
          <p:nvPr/>
        </p:nvSpPr>
        <p:spPr>
          <a:xfrm>
            <a:off x="1838922" y="5907783"/>
            <a:ext cx="1301959" cy="261610"/>
          </a:xfrm>
          <a:prstGeom prst="rect">
            <a:avLst/>
          </a:prstGeom>
          <a:noFill/>
        </p:spPr>
        <p:txBody>
          <a:bodyPr wrap="non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sz="1100" b="0" i="1" u="none" strike="noStrike" kern="1200" cap="none" spc="0" normalizeH="0" baseline="0" noProof="0">
                <a:ln>
                  <a:noFill/>
                </a:ln>
                <a:solidFill>
                  <a:srgbClr val="000000">
                    <a:lumMod val="75000"/>
                    <a:lumOff val="25000"/>
                  </a:srgbClr>
                </a:solidFill>
                <a:effectLst/>
                <a:uLnTx/>
                <a:uFillTx/>
                <a:latin typeface="思源黑体 Light" panose="020B0300000000000000" pitchFamily="34" charset="-122"/>
                <a:ea typeface="思源黑体 Light" panose="020B0300000000000000" pitchFamily="34" charset="-122"/>
                <a:cs typeface="Roboto Thin" charset="0"/>
                <a:sym typeface="思源黑体 Light" panose="020B0300000000000000" pitchFamily="34" charset="-122"/>
              </a:rPr>
              <a:t>Diagonal picture</a:t>
            </a:r>
          </a:p>
        </p:txBody>
      </p:sp>
      <p:pic>
        <p:nvPicPr>
          <p:cNvPr id="32" name="图片占位符 31">
            <a:extLst>
              <a:ext uri="{FF2B5EF4-FFF2-40B4-BE49-F238E27FC236}">
                <a16:creationId xmlns:a16="http://schemas.microsoft.com/office/drawing/2014/main" id="{5655F679-19FF-404B-805D-D348E771B195}"/>
              </a:ext>
            </a:extLst>
          </p:cNvPr>
          <p:cNvPicPr>
            <a:picLocks noGrp="1" noChangeAspect="1"/>
          </p:cNvPicPr>
          <p:nvPr>
            <p:ph type="pic" sz="quarter" idx="4294967295"/>
          </p:nvPr>
        </p:nvPicPr>
        <p:blipFill>
          <a:blip r:embed="R8431839ebfba4428">
            <a:extLst>
              <a:ext uri="{28A0092B-C50C-407E-A947-70E740481C1C}">
                <a14:useLocalDpi xmlns:a14="http://schemas.microsoft.com/office/drawing/2010/main" val="0"/>
              </a:ext>
            </a:extLst>
          </a:blip>
          <a:srcRect l="10000" r="10000"/>
          <a:stretch>
            <a:fillRect/>
          </a:stretch>
        </p:blipFill>
        <p:spPr>
          <a:xfrm>
            <a:off x="10834820" y="824772"/>
            <a:ext cx="3984859" cy="3984856"/>
          </a:xfrm>
          <a:custGeom>
            <a:avLst/>
            <a:gdLst>
              <a:gd name="connsiteX0" fmla="*/ 2395314 w 4790629"/>
              <a:gd name="connsiteY0" fmla="*/ 0 h 4790629"/>
              <a:gd name="connsiteX1" fmla="*/ 4790629 w 4790629"/>
              <a:gd name="connsiteY1" fmla="*/ 2395315 h 4790629"/>
              <a:gd name="connsiteX2" fmla="*/ 2395314 w 4790629"/>
              <a:gd name="connsiteY2" fmla="*/ 4790629 h 4790629"/>
              <a:gd name="connsiteX3" fmla="*/ 0 w 4790629"/>
              <a:gd name="connsiteY3" fmla="*/ 2395315 h 4790629"/>
            </a:gdLst>
            <a:ahLst/>
            <a:cxnLst>
              <a:cxn ang="0">
                <a:pos x="connsiteX0" y="connsiteY0"/>
              </a:cxn>
              <a:cxn ang="0">
                <a:pos x="connsiteX1" y="connsiteY1"/>
              </a:cxn>
              <a:cxn ang="0">
                <a:pos x="connsiteX2" y="connsiteY2"/>
              </a:cxn>
              <a:cxn ang="0">
                <a:pos x="connsiteX3" y="connsiteY3"/>
              </a:cxn>
            </a:cxnLst>
            <a:rect l="l" t="t" r="r" b="b"/>
            <a:pathLst>
              <a:path w="4790629" h="4790629">
                <a:moveTo>
                  <a:pt x="2395314" y="0"/>
                </a:moveTo>
                <a:lnTo>
                  <a:pt x="4790629" y="2395315"/>
                </a:lnTo>
                <a:lnTo>
                  <a:pt x="2395314" y="4790629"/>
                </a:lnTo>
                <a:lnTo>
                  <a:pt x="0" y="2395315"/>
                </a:lnTo>
                <a:close/>
              </a:path>
            </a:pathLst>
          </a:custGeom>
        </p:spPr>
      </p:pic>
      <p:pic>
        <p:nvPicPr>
          <p:cNvPr id="30" name="图片占位符 29">
            <a:extLst>
              <a:ext uri="{FF2B5EF4-FFF2-40B4-BE49-F238E27FC236}">
                <a16:creationId xmlns:a16="http://schemas.microsoft.com/office/drawing/2014/main" id="{E2B465FA-72B4-4721-B91B-4B8C3430467A}"/>
              </a:ext>
            </a:extLst>
          </p:cNvPr>
          <p:cNvPicPr>
            <a:picLocks noGrp="1" noChangeAspect="1"/>
          </p:cNvPicPr>
          <p:nvPr>
            <p:ph type="pic" sz="quarter" idx="4294967295"/>
          </p:nvPr>
        </p:nvPicPr>
        <p:blipFill>
          <a:blip r:embed="R80a2f4e9bdf444e4">
            <a:extLst>
              <a:ext uri="{28A0092B-C50C-407E-A947-70E740481C1C}">
                <a14:useLocalDpi xmlns:a14="http://schemas.microsoft.com/office/drawing/2010/main" val="0"/>
              </a:ext>
            </a:extLst>
          </a:blip>
          <a:stretch>
            <a:fillRect/>
          </a:stretch>
        </p:blipFill>
        <p:spPr>
          <a:xfrm>
            <a:off x="8637095" y="-1200375"/>
            <a:ext cx="3920084" cy="3761582"/>
          </a:xfrm>
          <a:custGeom>
            <a:avLst/>
            <a:gdLst>
              <a:gd name="connsiteX0" fmla="*/ 2395314 w 4790629"/>
              <a:gd name="connsiteY0" fmla="*/ 0 h 4790629"/>
              <a:gd name="connsiteX1" fmla="*/ 4790629 w 4790629"/>
              <a:gd name="connsiteY1" fmla="*/ 2395315 h 4790629"/>
              <a:gd name="connsiteX2" fmla="*/ 2395314 w 4790629"/>
              <a:gd name="connsiteY2" fmla="*/ 4790629 h 4790629"/>
              <a:gd name="connsiteX3" fmla="*/ 0 w 4790629"/>
              <a:gd name="connsiteY3" fmla="*/ 2395315 h 4790629"/>
            </a:gdLst>
            <a:ahLst/>
            <a:cxnLst>
              <a:cxn ang="0">
                <a:pos x="connsiteX0" y="connsiteY0"/>
              </a:cxn>
              <a:cxn ang="0">
                <a:pos x="connsiteX1" y="connsiteY1"/>
              </a:cxn>
              <a:cxn ang="0">
                <a:pos x="connsiteX2" y="connsiteY2"/>
              </a:cxn>
              <a:cxn ang="0">
                <a:pos x="connsiteX3" y="connsiteY3"/>
              </a:cxn>
            </a:cxnLst>
            <a:rect l="l" t="t" r="r" b="b"/>
            <a:pathLst>
              <a:path w="4790629" h="4790629">
                <a:moveTo>
                  <a:pt x="2395314" y="0"/>
                </a:moveTo>
                <a:lnTo>
                  <a:pt x="4790629" y="2395315"/>
                </a:lnTo>
                <a:lnTo>
                  <a:pt x="2395314" y="4790629"/>
                </a:lnTo>
                <a:lnTo>
                  <a:pt x="0" y="2395315"/>
                </a:lnTo>
                <a:close/>
              </a:path>
            </a:pathLst>
          </a:custGeom>
        </p:spPr>
      </p:pic>
      <p:grpSp>
        <p:nvGrpSpPr>
          <p:cNvPr id="23" name="组合 22">
            <a:extLst>
              <a:ext uri="{FF2B5EF4-FFF2-40B4-BE49-F238E27FC236}">
                <a16:creationId xmlns:a16="http://schemas.microsoft.com/office/drawing/2014/main" id="{80F8A02E-DD2B-48B3-8300-5D8B9E220EC5}"/>
              </a:ext>
            </a:extLst>
          </p:cNvPr>
          <p:cNvGrpSpPr/>
          <p:nvPr/>
        </p:nvGrpSpPr>
        <p:grpSpPr>
          <a:xfrm>
            <a:off x="1622707" y="363109"/>
            <a:ext cx="3570339" cy="646331"/>
            <a:chOff x="1622706" y="363107"/>
            <a:chExt cx="3570339" cy="646331"/>
          </a:xfrm>
        </p:grpSpPr>
        <p:sp>
          <p:nvSpPr>
            <p:cNvPr id="24" name="文本框 23">
              <a:extLst>
                <a:ext uri="{FF2B5EF4-FFF2-40B4-BE49-F238E27FC236}">
                  <a16:creationId xmlns:a16="http://schemas.microsoft.com/office/drawing/2014/main" id="{5C9C955A-9D9F-48CE-9F7F-A92B60149DBB}"/>
                </a:ext>
              </a:extLst>
            </p:cNvPr>
            <p:cNvSpPr txBox="1"/>
            <p:nvPr userDrawn="1"/>
          </p:nvSpPr>
          <p:spPr>
            <a:xfrm>
              <a:off x="1622706" y="363107"/>
              <a:ext cx="357033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工作完成情况</a:t>
              </a:r>
            </a:p>
          </p:txBody>
        </p:sp>
        <p:sp>
          <p:nvSpPr>
            <p:cNvPr id="26" name="文本框 25">
              <a:extLst>
                <a:ext uri="{FF2B5EF4-FFF2-40B4-BE49-F238E27FC236}">
                  <a16:creationId xmlns:a16="http://schemas.microsoft.com/office/drawing/2014/main" id="{9F6294DE-00E1-46CB-B97C-F2F1B4785049}"/>
                </a:ext>
              </a:extLst>
            </p:cNvPr>
            <p:cNvSpPr txBox="1"/>
            <p:nvPr userDrawn="1"/>
          </p:nvSpPr>
          <p:spPr>
            <a:xfrm>
              <a:off x="1622706" y="732439"/>
              <a:ext cx="357033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Use "Title Only" Layout</a:t>
              </a:r>
              <a:endParaRPr kumimoji="0" lang="zh-CN" altLang="en-US"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pic>
        <p:nvPicPr>
          <p:cNvPr id="38" name="图片占位符 37">
            <a:extLst>
              <a:ext uri="{FF2B5EF4-FFF2-40B4-BE49-F238E27FC236}">
                <a16:creationId xmlns:a16="http://schemas.microsoft.com/office/drawing/2014/main" id="{A797C428-C342-4049-BA59-814E400FDE41}"/>
              </a:ext>
            </a:extLst>
          </p:cNvPr>
          <p:cNvPicPr>
            <a:picLocks noGrp="1" noChangeAspect="1"/>
          </p:cNvPicPr>
          <p:nvPr>
            <p:ph type="pic" sz="quarter" idx="4294967295"/>
          </p:nvPr>
        </p:nvPicPr>
        <p:blipFill>
          <a:blip r:embed="R063c8647809541cb">
            <a:extLst>
              <a:ext uri="{28A0092B-C50C-407E-A947-70E740481C1C}">
                <a14:useLocalDpi xmlns:a14="http://schemas.microsoft.com/office/drawing/2010/main" val="0"/>
              </a:ext>
            </a:extLst>
          </a:blip>
          <a:srcRect l="16662" r="16662"/>
          <a:stretch>
            <a:fillRect/>
          </a:stretch>
        </p:blipFill>
        <p:spPr>
          <a:xfrm>
            <a:off x="4326480" y="-1423649"/>
            <a:ext cx="3984859" cy="3984856"/>
          </a:xfrm>
          <a:custGeom>
            <a:avLst/>
            <a:gdLst>
              <a:gd name="connsiteX0" fmla="*/ 2395314 w 4790629"/>
              <a:gd name="connsiteY0" fmla="*/ 0 h 4790629"/>
              <a:gd name="connsiteX1" fmla="*/ 4790629 w 4790629"/>
              <a:gd name="connsiteY1" fmla="*/ 2395315 h 4790629"/>
              <a:gd name="connsiteX2" fmla="*/ 2395314 w 4790629"/>
              <a:gd name="connsiteY2" fmla="*/ 4790629 h 4790629"/>
              <a:gd name="connsiteX3" fmla="*/ 0 w 4790629"/>
              <a:gd name="connsiteY3" fmla="*/ 2395315 h 4790629"/>
            </a:gdLst>
            <a:ahLst/>
            <a:cxnLst>
              <a:cxn ang="0">
                <a:pos x="connsiteX0" y="connsiteY0"/>
              </a:cxn>
              <a:cxn ang="0">
                <a:pos x="connsiteX1" y="connsiteY1"/>
              </a:cxn>
              <a:cxn ang="0">
                <a:pos x="connsiteX2" y="connsiteY2"/>
              </a:cxn>
              <a:cxn ang="0">
                <a:pos x="connsiteX3" y="connsiteY3"/>
              </a:cxn>
            </a:cxnLst>
            <a:rect l="l" t="t" r="r" b="b"/>
            <a:pathLst>
              <a:path w="4790629" h="4790629">
                <a:moveTo>
                  <a:pt x="2395314" y="0"/>
                </a:moveTo>
                <a:lnTo>
                  <a:pt x="4790629" y="2395315"/>
                </a:lnTo>
                <a:lnTo>
                  <a:pt x="2395314" y="4790629"/>
                </a:lnTo>
                <a:lnTo>
                  <a:pt x="0" y="2395315"/>
                </a:lnTo>
                <a:close/>
              </a:path>
            </a:pathLst>
          </a:custGeom>
        </p:spPr>
      </p:pic>
      <p:pic>
        <p:nvPicPr>
          <p:cNvPr id="36" name="图片占位符 35">
            <a:extLst>
              <a:ext uri="{FF2B5EF4-FFF2-40B4-BE49-F238E27FC236}">
                <a16:creationId xmlns:a16="http://schemas.microsoft.com/office/drawing/2014/main" id="{FBA097C2-E993-421C-9066-46F4A85FEB5C}"/>
              </a:ext>
            </a:extLst>
          </p:cNvPr>
          <p:cNvPicPr>
            <a:picLocks noGrp="1" noChangeAspect="1"/>
          </p:cNvPicPr>
          <p:nvPr>
            <p:ph type="pic" sz="quarter" idx="4294967295"/>
          </p:nvPr>
        </p:nvPicPr>
        <p:blipFill>
          <a:blip r:embed="Rd55545fc97634f86">
            <a:extLst>
              <a:ext uri="{28A0092B-C50C-407E-A947-70E740481C1C}">
                <a14:useLocalDpi xmlns:a14="http://schemas.microsoft.com/office/drawing/2010/main" val="0"/>
              </a:ext>
            </a:extLst>
          </a:blip>
          <a:srcRect l="16667" r="16667"/>
          <a:stretch>
            <a:fillRect/>
          </a:stretch>
        </p:blipFill>
        <p:spPr>
          <a:xfrm>
            <a:off x="8721929" y="2933702"/>
            <a:ext cx="3984859" cy="3984856"/>
          </a:xfrm>
          <a:custGeom>
            <a:avLst/>
            <a:gdLst>
              <a:gd name="connsiteX0" fmla="*/ 2395315 w 4790629"/>
              <a:gd name="connsiteY0" fmla="*/ 0 h 4790629"/>
              <a:gd name="connsiteX1" fmla="*/ 4790629 w 4790629"/>
              <a:gd name="connsiteY1" fmla="*/ 2395315 h 4790629"/>
              <a:gd name="connsiteX2" fmla="*/ 2395315 w 4790629"/>
              <a:gd name="connsiteY2" fmla="*/ 4790629 h 4790629"/>
              <a:gd name="connsiteX3" fmla="*/ 0 w 4790629"/>
              <a:gd name="connsiteY3" fmla="*/ 2395315 h 4790629"/>
            </a:gdLst>
            <a:ahLst/>
            <a:cxnLst>
              <a:cxn ang="0">
                <a:pos x="connsiteX0" y="connsiteY0"/>
              </a:cxn>
              <a:cxn ang="0">
                <a:pos x="connsiteX1" y="connsiteY1"/>
              </a:cxn>
              <a:cxn ang="0">
                <a:pos x="connsiteX2" y="connsiteY2"/>
              </a:cxn>
              <a:cxn ang="0">
                <a:pos x="connsiteX3" y="connsiteY3"/>
              </a:cxn>
            </a:cxnLst>
            <a:rect l="l" t="t" r="r" b="b"/>
            <a:pathLst>
              <a:path w="4790629" h="4790629">
                <a:moveTo>
                  <a:pt x="2395315" y="0"/>
                </a:moveTo>
                <a:lnTo>
                  <a:pt x="4790629" y="2395315"/>
                </a:lnTo>
                <a:lnTo>
                  <a:pt x="2395315" y="4790629"/>
                </a:lnTo>
                <a:lnTo>
                  <a:pt x="0" y="2395315"/>
                </a:lnTo>
                <a:close/>
              </a:path>
            </a:pathLst>
          </a:custGeom>
        </p:spPr>
      </p:pic>
      <p:pic>
        <p:nvPicPr>
          <p:cNvPr id="34" name="图片占位符 33">
            <a:extLst>
              <a:ext uri="{FF2B5EF4-FFF2-40B4-BE49-F238E27FC236}">
                <a16:creationId xmlns:a16="http://schemas.microsoft.com/office/drawing/2014/main" id="{898B360B-4ACA-4DF7-8D7F-6D5EB5CB135E}"/>
              </a:ext>
            </a:extLst>
          </p:cNvPr>
          <p:cNvPicPr>
            <a:picLocks noGrp="1" noChangeAspect="1"/>
          </p:cNvPicPr>
          <p:nvPr>
            <p:ph type="pic" sz="quarter" idx="4294967295"/>
          </p:nvPr>
        </p:nvPicPr>
        <p:blipFill>
          <a:blip r:embed="Rc7b9969063dd4a5b">
            <a:extLst>
              <a:ext uri="{28A0092B-C50C-407E-A947-70E740481C1C}">
                <a14:useLocalDpi xmlns:a14="http://schemas.microsoft.com/office/drawing/2010/main" val="0"/>
              </a:ext>
            </a:extLst>
          </a:blip>
          <a:srcRect l="12500" r="12500"/>
          <a:stretch>
            <a:fillRect/>
          </a:stretch>
        </p:blipFill>
        <p:spPr>
          <a:xfrm>
            <a:off x="6524205" y="755027"/>
            <a:ext cx="3984859" cy="3984856"/>
          </a:xfrm>
          <a:custGeom>
            <a:avLst/>
            <a:gdLst>
              <a:gd name="connsiteX0" fmla="*/ 2395315 w 4790629"/>
              <a:gd name="connsiteY0" fmla="*/ 0 h 4790629"/>
              <a:gd name="connsiteX1" fmla="*/ 4790629 w 4790629"/>
              <a:gd name="connsiteY1" fmla="*/ 2395315 h 4790629"/>
              <a:gd name="connsiteX2" fmla="*/ 2395315 w 4790629"/>
              <a:gd name="connsiteY2" fmla="*/ 4790629 h 4790629"/>
              <a:gd name="connsiteX3" fmla="*/ 0 w 4790629"/>
              <a:gd name="connsiteY3" fmla="*/ 2395315 h 4790629"/>
            </a:gdLst>
            <a:ahLst/>
            <a:cxnLst>
              <a:cxn ang="0">
                <a:pos x="connsiteX0" y="connsiteY0"/>
              </a:cxn>
              <a:cxn ang="0">
                <a:pos x="connsiteX1" y="connsiteY1"/>
              </a:cxn>
              <a:cxn ang="0">
                <a:pos x="connsiteX2" y="connsiteY2"/>
              </a:cxn>
              <a:cxn ang="0">
                <a:pos x="connsiteX3" y="connsiteY3"/>
              </a:cxn>
            </a:cxnLst>
            <a:rect l="l" t="t" r="r" b="b"/>
            <a:pathLst>
              <a:path w="4790629" h="4790629">
                <a:moveTo>
                  <a:pt x="2395315" y="0"/>
                </a:moveTo>
                <a:lnTo>
                  <a:pt x="4790629" y="2395315"/>
                </a:lnTo>
                <a:lnTo>
                  <a:pt x="2395315" y="4790629"/>
                </a:lnTo>
                <a:lnTo>
                  <a:pt x="0" y="2395315"/>
                </a:lnTo>
                <a:close/>
              </a:path>
            </a:pathLst>
          </a:custGeom>
        </p:spPr>
      </p:pic>
    </p:spTree>
    <p:extLst>
      <p:ext uri="{BB962C8B-B14F-4D97-AF65-F5344CB8AC3E}">
        <p14:creationId xmlns:p14="http://schemas.microsoft.com/office/powerpoint/2010/main" val="114276504"/>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p15="http://schemas.microsoft.com/office/powerpoint/2012/main" xmlns:a14="http://schemas.microsoft.com/office/drawing/2010/main" xmlns:a16="http://schemas.microsoft.com/office/drawing/2014/main"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par>
                          <p:cTn id="8" fill="hold" nodeType="afterGroup">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down)">
                                      <p:cBhvr>
                                        <p:cTn id="11" dur="500"/>
                                        <p:tgtEl>
                                          <p:spTgt spid="13"/>
                                        </p:tgtEl>
                                      </p:cBhvr>
                                    </p:animEffect>
                                  </p:childTnLst>
                                </p:cTn>
                              </p:par>
                            </p:childTnLst>
                          </p:cTn>
                        </p:par>
                        <p:par>
                          <p:cTn id="12" fill="hold" nodeType="afterGroup">
                            <p:stCondLst>
                              <p:cond delay="1000"/>
                            </p:stCondLst>
                            <p:childTnLst>
                              <p:par>
                                <p:cTn id="13" presetID="22" presetClass="entr" presetSubtype="4" fill="hold"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down)">
                                      <p:cBhvr>
                                        <p:cTn id="15" dur="500"/>
                                        <p:tgtEl>
                                          <p:spTgt spid="18"/>
                                        </p:tgtEl>
                                      </p:cBhvr>
                                    </p:animEffect>
                                  </p:childTnLst>
                                </p:cTn>
                              </p:par>
                            </p:childTnLst>
                          </p:cTn>
                        </p:par>
                        <p:par>
                          <p:cTn id="16" fill="hold" nodeType="afterGroup">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down)">
                                      <p:cBhvr>
                                        <p:cTn id="19" dur="500"/>
                                        <p:tgtEl>
                                          <p:spTgt spid="19"/>
                                        </p:tgtEl>
                                      </p:cBhvr>
                                    </p:animEffect>
                                  </p:childTnLst>
                                </p:cTn>
                              </p:par>
                            </p:childTnLst>
                          </p:cTn>
                        </p:par>
                        <p:par>
                          <p:cTn id="20" fill="hold" nodeType="afterGroup">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down)">
                                      <p:cBhvr>
                                        <p:cTn id="23" dur="500"/>
                                        <p:tgtEl>
                                          <p:spTgt spid="21"/>
                                        </p:tgtEl>
                                      </p:cBhvr>
                                    </p:animEffect>
                                  </p:childTnLst>
                                </p:cTn>
                              </p:par>
                            </p:childTnLst>
                          </p:cTn>
                        </p:par>
                        <p:par>
                          <p:cTn id="24" fill="hold" nodeType="afterGroup">
                            <p:stCondLst>
                              <p:cond delay="2500"/>
                            </p:stCondLst>
                            <p:childTnLst>
                              <p:par>
                                <p:cTn id="25" presetID="22" presetClass="entr" presetSubtype="4" fill="hold"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down)">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9" grpId="0" animBg="1"/>
      <p:bldP spid="2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BCD40BB4-18CC-457C-8A90-256CAD3FB9A5}"/>
              </a:ext>
            </a:extLst>
          </p:cNvPr>
          <p:cNvGrpSpPr/>
          <p:nvPr/>
        </p:nvGrpSpPr>
        <p:grpSpPr>
          <a:xfrm>
            <a:off x="1622707" y="363109"/>
            <a:ext cx="3570339" cy="646331"/>
            <a:chOff x="1622706" y="363107"/>
            <a:chExt cx="3570339" cy="646331"/>
          </a:xfrm>
        </p:grpSpPr>
        <p:sp>
          <p:nvSpPr>
            <p:cNvPr id="17" name="文本框 16">
              <a:extLst>
                <a:ext uri="{FF2B5EF4-FFF2-40B4-BE49-F238E27FC236}">
                  <a16:creationId xmlns:a16="http://schemas.microsoft.com/office/drawing/2014/main" id="{DFAFD570-09F9-4AAC-9811-27BCB5BE6890}"/>
                </a:ext>
              </a:extLst>
            </p:cNvPr>
            <p:cNvSpPr txBox="1"/>
            <p:nvPr userDrawn="1"/>
          </p:nvSpPr>
          <p:spPr>
            <a:xfrm>
              <a:off x="1622706" y="363107"/>
              <a:ext cx="357033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工作完成情况</a:t>
              </a:r>
            </a:p>
          </p:txBody>
        </p:sp>
        <p:sp>
          <p:nvSpPr>
            <p:cNvPr id="18" name="文本框 17">
              <a:extLst>
                <a:ext uri="{FF2B5EF4-FFF2-40B4-BE49-F238E27FC236}">
                  <a16:creationId xmlns:a16="http://schemas.microsoft.com/office/drawing/2014/main" id="{E8C8F418-68D6-41BE-96A5-7CFDBD4C8316}"/>
                </a:ext>
              </a:extLst>
            </p:cNvPr>
            <p:cNvSpPr txBox="1"/>
            <p:nvPr userDrawn="1"/>
          </p:nvSpPr>
          <p:spPr>
            <a:xfrm>
              <a:off x="1622706" y="732439"/>
              <a:ext cx="357033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Use "Title Only" Layout</a:t>
              </a:r>
              <a:endParaRPr kumimoji="0" lang="zh-CN" altLang="en-US"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grpSp>
        <p:nvGrpSpPr>
          <p:cNvPr id="19" name="组合 18">
            <a:extLst>
              <a:ext uri="{FF2B5EF4-FFF2-40B4-BE49-F238E27FC236}">
                <a16:creationId xmlns:a16="http://schemas.microsoft.com/office/drawing/2014/main" id="{3118644B-D040-4F34-8440-487EFB95F16B}"/>
              </a:ext>
            </a:extLst>
          </p:cNvPr>
          <p:cNvGrpSpPr/>
          <p:nvPr/>
        </p:nvGrpSpPr>
        <p:grpSpPr>
          <a:xfrm>
            <a:off x="1081406" y="2233297"/>
            <a:ext cx="10029825" cy="3835400"/>
            <a:chOff x="1703" y="3131"/>
            <a:chExt cx="15795" cy="6040"/>
          </a:xfrm>
        </p:grpSpPr>
        <p:cxnSp>
          <p:nvCxnSpPr>
            <p:cNvPr id="20" name="直接连接符 19">
              <a:extLst>
                <a:ext uri="{FF2B5EF4-FFF2-40B4-BE49-F238E27FC236}">
                  <a16:creationId xmlns:a16="http://schemas.microsoft.com/office/drawing/2014/main" id="{46E84089-2F5A-4583-81E6-A6B566F115A2}"/>
                </a:ext>
              </a:extLst>
            </p:cNvPr>
            <p:cNvCxnSpPr/>
            <p:nvPr/>
          </p:nvCxnSpPr>
          <p:spPr>
            <a:xfrm>
              <a:off x="1703" y="4365"/>
              <a:ext cx="15795" cy="0"/>
            </a:xfrm>
            <a:prstGeom prst="line">
              <a:avLst/>
            </a:prstGeom>
            <a:ln w="12700">
              <a:solidFill>
                <a:schemeClr val="bg1">
                  <a:lumMod val="6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21" name="Rectangle 60">
              <a:extLst>
                <a:ext uri="{FF2B5EF4-FFF2-40B4-BE49-F238E27FC236}">
                  <a16:creationId xmlns:a16="http://schemas.microsoft.com/office/drawing/2014/main" id="{F43AE0E8-41A2-4C11-A17A-F1B7DD6BD629}"/>
                </a:ext>
              </a:extLst>
            </p:cNvPr>
            <p:cNvSpPr/>
            <p:nvPr/>
          </p:nvSpPr>
          <p:spPr>
            <a:xfrm>
              <a:off x="2341" y="7055"/>
              <a:ext cx="2429" cy="485"/>
            </a:xfrm>
            <a:prstGeom prst="rect">
              <a:avLst/>
            </a:prstGeom>
          </p:spPr>
          <p:txBody>
            <a:bodyPr wrap="square" lIns="0" tIns="0" rIns="0" bIns="0">
              <a:spAutoFit/>
            </a:bodyPr>
            <a:lstStyle/>
            <a:p>
              <a:pPr algn="ctr"/>
              <a:r>
                <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22" name="TextBox 59">
              <a:extLst>
                <a:ext uri="{FF2B5EF4-FFF2-40B4-BE49-F238E27FC236}">
                  <a16:creationId xmlns:a16="http://schemas.microsoft.com/office/drawing/2014/main" id="{8F7D41E3-EB9A-4403-97A1-562F86C265D7}"/>
                </a:ext>
              </a:extLst>
            </p:cNvPr>
            <p:cNvSpPr txBox="1"/>
            <p:nvPr/>
          </p:nvSpPr>
          <p:spPr>
            <a:xfrm>
              <a:off x="2321" y="7644"/>
              <a:ext cx="2431" cy="1527"/>
            </a:xfrm>
            <a:prstGeom prst="rect">
              <a:avLst/>
            </a:prstGeom>
            <a:noFill/>
          </p:spPr>
          <p:txBody>
            <a:bodyPr wrap="square" lIns="0" tIns="0" rIns="0" bIns="0" rtlCol="0">
              <a:spAutoFit/>
            </a:bodyPr>
            <a:lstStyle/>
            <a:p>
              <a:pPr algn="ctr" defTabSz="1219200">
                <a:lnSpc>
                  <a:spcPct val="150000"/>
                </a:lnSpc>
                <a:spcBef>
                  <a:spcPts val="20"/>
                </a:spcBef>
                <a:spcAft>
                  <a:spcPct val="0"/>
                </a:spcAft>
                <a:defRPr/>
              </a:pPr>
              <a:r>
                <a:rPr 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a:t>
              </a:r>
              <a:endParaRPr lang="zh-CN" alt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23" name="Rectangle 60">
              <a:extLst>
                <a:ext uri="{FF2B5EF4-FFF2-40B4-BE49-F238E27FC236}">
                  <a16:creationId xmlns:a16="http://schemas.microsoft.com/office/drawing/2014/main" id="{CE522252-8872-485D-9B80-815FA9173A89}"/>
                </a:ext>
              </a:extLst>
            </p:cNvPr>
            <p:cNvSpPr/>
            <p:nvPr/>
          </p:nvSpPr>
          <p:spPr>
            <a:xfrm>
              <a:off x="6271" y="7055"/>
              <a:ext cx="2429" cy="485"/>
            </a:xfrm>
            <a:prstGeom prst="rect">
              <a:avLst/>
            </a:prstGeom>
          </p:spPr>
          <p:txBody>
            <a:bodyPr wrap="square" lIns="0" tIns="0" rIns="0" bIns="0">
              <a:spAutoFit/>
            </a:bodyPr>
            <a:lstStyle/>
            <a:p>
              <a:pPr algn="ctr"/>
              <a:r>
                <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24" name="TextBox 59">
              <a:extLst>
                <a:ext uri="{FF2B5EF4-FFF2-40B4-BE49-F238E27FC236}">
                  <a16:creationId xmlns:a16="http://schemas.microsoft.com/office/drawing/2014/main" id="{AA1CE826-04C3-4177-9056-09DC06816910}"/>
                </a:ext>
              </a:extLst>
            </p:cNvPr>
            <p:cNvSpPr txBox="1"/>
            <p:nvPr/>
          </p:nvSpPr>
          <p:spPr>
            <a:xfrm>
              <a:off x="6251" y="7644"/>
              <a:ext cx="2431" cy="1527"/>
            </a:xfrm>
            <a:prstGeom prst="rect">
              <a:avLst/>
            </a:prstGeom>
            <a:noFill/>
          </p:spPr>
          <p:txBody>
            <a:bodyPr wrap="square" lIns="0" tIns="0" rIns="0" bIns="0" rtlCol="0">
              <a:spAutoFit/>
            </a:bodyPr>
            <a:lstStyle/>
            <a:p>
              <a:pPr algn="ctr" defTabSz="1219200">
                <a:lnSpc>
                  <a:spcPct val="150000"/>
                </a:lnSpc>
                <a:spcBef>
                  <a:spcPts val="20"/>
                </a:spcBef>
                <a:spcAft>
                  <a:spcPct val="0"/>
                </a:spcAft>
                <a:defRPr/>
              </a:pPr>
              <a:r>
                <a:rPr 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a:t>
              </a:r>
              <a:endParaRPr lang="zh-CN" alt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25" name="Rectangle 60">
              <a:extLst>
                <a:ext uri="{FF2B5EF4-FFF2-40B4-BE49-F238E27FC236}">
                  <a16:creationId xmlns:a16="http://schemas.microsoft.com/office/drawing/2014/main" id="{734A94D0-1B49-4C8C-9FB4-BDC8C532E78F}"/>
                </a:ext>
              </a:extLst>
            </p:cNvPr>
            <p:cNvSpPr/>
            <p:nvPr/>
          </p:nvSpPr>
          <p:spPr>
            <a:xfrm>
              <a:off x="10291" y="7055"/>
              <a:ext cx="2429" cy="485"/>
            </a:xfrm>
            <a:prstGeom prst="rect">
              <a:avLst/>
            </a:prstGeom>
          </p:spPr>
          <p:txBody>
            <a:bodyPr wrap="square" lIns="0" tIns="0" rIns="0" bIns="0">
              <a:spAutoFit/>
            </a:bodyPr>
            <a:lstStyle/>
            <a:p>
              <a:pPr algn="ctr"/>
              <a:r>
                <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26" name="TextBox 59">
              <a:extLst>
                <a:ext uri="{FF2B5EF4-FFF2-40B4-BE49-F238E27FC236}">
                  <a16:creationId xmlns:a16="http://schemas.microsoft.com/office/drawing/2014/main" id="{D3A5D5DF-093C-4233-86F4-560FEB74EE24}"/>
                </a:ext>
              </a:extLst>
            </p:cNvPr>
            <p:cNvSpPr txBox="1"/>
            <p:nvPr/>
          </p:nvSpPr>
          <p:spPr>
            <a:xfrm>
              <a:off x="10271" y="7644"/>
              <a:ext cx="2431" cy="1527"/>
            </a:xfrm>
            <a:prstGeom prst="rect">
              <a:avLst/>
            </a:prstGeom>
            <a:noFill/>
          </p:spPr>
          <p:txBody>
            <a:bodyPr wrap="square" lIns="0" tIns="0" rIns="0" bIns="0" rtlCol="0">
              <a:spAutoFit/>
            </a:bodyPr>
            <a:lstStyle/>
            <a:p>
              <a:pPr algn="ctr" defTabSz="1219200">
                <a:lnSpc>
                  <a:spcPct val="150000"/>
                </a:lnSpc>
                <a:spcBef>
                  <a:spcPts val="20"/>
                </a:spcBef>
                <a:spcAft>
                  <a:spcPct val="0"/>
                </a:spcAft>
                <a:defRPr/>
              </a:pPr>
              <a:r>
                <a:rPr 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a:t>
              </a:r>
              <a:endParaRPr lang="zh-CN" alt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27" name="Rectangle 60">
              <a:extLst>
                <a:ext uri="{FF2B5EF4-FFF2-40B4-BE49-F238E27FC236}">
                  <a16:creationId xmlns:a16="http://schemas.microsoft.com/office/drawing/2014/main" id="{5A7751BD-A9AF-4524-8D1F-84C6B6D93CD5}"/>
                </a:ext>
              </a:extLst>
            </p:cNvPr>
            <p:cNvSpPr/>
            <p:nvPr/>
          </p:nvSpPr>
          <p:spPr>
            <a:xfrm>
              <a:off x="14191" y="7055"/>
              <a:ext cx="2429" cy="485"/>
            </a:xfrm>
            <a:prstGeom prst="rect">
              <a:avLst/>
            </a:prstGeom>
          </p:spPr>
          <p:txBody>
            <a:bodyPr wrap="square" lIns="0" tIns="0" rIns="0" bIns="0">
              <a:spAutoFit/>
            </a:bodyPr>
            <a:lstStyle/>
            <a:p>
              <a:pPr algn="ctr"/>
              <a:r>
                <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28" name="TextBox 59">
              <a:extLst>
                <a:ext uri="{FF2B5EF4-FFF2-40B4-BE49-F238E27FC236}">
                  <a16:creationId xmlns:a16="http://schemas.microsoft.com/office/drawing/2014/main" id="{FF59BFE7-83DD-4600-951E-7B8208476C8D}"/>
                </a:ext>
              </a:extLst>
            </p:cNvPr>
            <p:cNvSpPr txBox="1"/>
            <p:nvPr/>
          </p:nvSpPr>
          <p:spPr>
            <a:xfrm>
              <a:off x="14171" y="7644"/>
              <a:ext cx="2431" cy="1527"/>
            </a:xfrm>
            <a:prstGeom prst="rect">
              <a:avLst/>
            </a:prstGeom>
            <a:noFill/>
          </p:spPr>
          <p:txBody>
            <a:bodyPr wrap="square" lIns="0" tIns="0" rIns="0" bIns="0" rtlCol="0">
              <a:spAutoFit/>
            </a:bodyPr>
            <a:lstStyle/>
            <a:p>
              <a:pPr algn="ctr" defTabSz="1219200">
                <a:lnSpc>
                  <a:spcPct val="150000"/>
                </a:lnSpc>
                <a:spcBef>
                  <a:spcPts val="20"/>
                </a:spcBef>
                <a:spcAft>
                  <a:spcPct val="0"/>
                </a:spcAft>
                <a:defRPr/>
              </a:pPr>
              <a:r>
                <a:rPr 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a:t>
              </a:r>
              <a:endParaRPr lang="zh-CN" alt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29" name="任意多边形 25">
              <a:extLst>
                <a:ext uri="{FF2B5EF4-FFF2-40B4-BE49-F238E27FC236}">
                  <a16:creationId xmlns:a16="http://schemas.microsoft.com/office/drawing/2014/main" id="{632158A5-200B-42B4-9A25-D00D482D4098}"/>
                </a:ext>
              </a:extLst>
            </p:cNvPr>
            <p:cNvSpPr/>
            <p:nvPr/>
          </p:nvSpPr>
          <p:spPr>
            <a:xfrm>
              <a:off x="2432" y="3131"/>
              <a:ext cx="2216" cy="2829"/>
            </a:xfrm>
            <a:custGeom>
              <a:avLst/>
              <a:gdLst/>
              <a:ahLst/>
              <a:cxnLst>
                <a:cxn ang="3">
                  <a:pos x="hc" y="t"/>
                </a:cxn>
                <a:cxn ang="cd2">
                  <a:pos x="l" y="vc"/>
                </a:cxn>
                <a:cxn ang="cd4">
                  <a:pos x="hc" y="b"/>
                </a:cxn>
                <a:cxn ang="0">
                  <a:pos x="r" y="vc"/>
                </a:cxn>
              </a:cxnLst>
              <a:rect l="l" t="t" r="r" b="b"/>
              <a:pathLst>
                <a:path w="3030" h="3866">
                  <a:moveTo>
                    <a:pt x="0" y="0"/>
                  </a:moveTo>
                  <a:lnTo>
                    <a:pt x="3030" y="0"/>
                  </a:lnTo>
                  <a:lnTo>
                    <a:pt x="3030" y="3866"/>
                  </a:lnTo>
                  <a:lnTo>
                    <a:pt x="1515" y="2890"/>
                  </a:lnTo>
                  <a:lnTo>
                    <a:pt x="0" y="3866"/>
                  </a:lnTo>
                  <a:lnTo>
                    <a:pt x="0" y="0"/>
                  </a:lnTo>
                  <a:close/>
                </a:path>
              </a:pathLst>
            </a:custGeom>
            <a:solidFill>
              <a:srgbClr val="28B5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0" name="任意多边形 27">
              <a:extLst>
                <a:ext uri="{FF2B5EF4-FFF2-40B4-BE49-F238E27FC236}">
                  <a16:creationId xmlns:a16="http://schemas.microsoft.com/office/drawing/2014/main" id="{BEF76E2B-8CA9-415E-B065-B6E6CA490924}"/>
                </a:ext>
              </a:extLst>
            </p:cNvPr>
            <p:cNvSpPr/>
            <p:nvPr/>
          </p:nvSpPr>
          <p:spPr>
            <a:xfrm>
              <a:off x="6392" y="3131"/>
              <a:ext cx="2216" cy="2829"/>
            </a:xfrm>
            <a:custGeom>
              <a:avLst/>
              <a:gdLst/>
              <a:ahLst/>
              <a:cxnLst>
                <a:cxn ang="3">
                  <a:pos x="hc" y="t"/>
                </a:cxn>
                <a:cxn ang="cd2">
                  <a:pos x="l" y="vc"/>
                </a:cxn>
                <a:cxn ang="cd4">
                  <a:pos x="hc" y="b"/>
                </a:cxn>
                <a:cxn ang="0">
                  <a:pos x="r" y="vc"/>
                </a:cxn>
              </a:cxnLst>
              <a:rect l="l" t="t" r="r" b="b"/>
              <a:pathLst>
                <a:path w="3030" h="3866">
                  <a:moveTo>
                    <a:pt x="0" y="0"/>
                  </a:moveTo>
                  <a:lnTo>
                    <a:pt x="3030" y="0"/>
                  </a:lnTo>
                  <a:lnTo>
                    <a:pt x="3030" y="3866"/>
                  </a:lnTo>
                  <a:lnTo>
                    <a:pt x="1515" y="2890"/>
                  </a:lnTo>
                  <a:lnTo>
                    <a:pt x="0" y="3866"/>
                  </a:lnTo>
                  <a:lnTo>
                    <a:pt x="0" y="0"/>
                  </a:lnTo>
                  <a:close/>
                </a:path>
              </a:pathLst>
            </a:custGeom>
            <a:solidFill>
              <a:srgbClr val="50D89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1" name="任意多边形 28">
              <a:extLst>
                <a:ext uri="{FF2B5EF4-FFF2-40B4-BE49-F238E27FC236}">
                  <a16:creationId xmlns:a16="http://schemas.microsoft.com/office/drawing/2014/main" id="{217B32BE-7DB5-4D19-9583-6091EA7C003E}"/>
                </a:ext>
              </a:extLst>
            </p:cNvPr>
            <p:cNvSpPr/>
            <p:nvPr/>
          </p:nvSpPr>
          <p:spPr>
            <a:xfrm>
              <a:off x="10352" y="3131"/>
              <a:ext cx="2216" cy="2829"/>
            </a:xfrm>
            <a:custGeom>
              <a:avLst/>
              <a:gdLst/>
              <a:ahLst/>
              <a:cxnLst>
                <a:cxn ang="3">
                  <a:pos x="hc" y="t"/>
                </a:cxn>
                <a:cxn ang="cd2">
                  <a:pos x="l" y="vc"/>
                </a:cxn>
                <a:cxn ang="cd4">
                  <a:pos x="hc" y="b"/>
                </a:cxn>
                <a:cxn ang="0">
                  <a:pos x="r" y="vc"/>
                </a:cxn>
              </a:cxnLst>
              <a:rect l="l" t="t" r="r" b="b"/>
              <a:pathLst>
                <a:path w="3030" h="3866">
                  <a:moveTo>
                    <a:pt x="0" y="0"/>
                  </a:moveTo>
                  <a:lnTo>
                    <a:pt x="3030" y="0"/>
                  </a:lnTo>
                  <a:lnTo>
                    <a:pt x="3030" y="3866"/>
                  </a:lnTo>
                  <a:lnTo>
                    <a:pt x="1515" y="2890"/>
                  </a:lnTo>
                  <a:lnTo>
                    <a:pt x="0" y="3866"/>
                  </a:lnTo>
                  <a:lnTo>
                    <a:pt x="0" y="0"/>
                  </a:lnTo>
                  <a:close/>
                </a:path>
              </a:pathLst>
            </a:custGeom>
            <a:solidFill>
              <a:srgbClr val="28B5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2" name="任意多边形 30">
              <a:extLst>
                <a:ext uri="{FF2B5EF4-FFF2-40B4-BE49-F238E27FC236}">
                  <a16:creationId xmlns:a16="http://schemas.microsoft.com/office/drawing/2014/main" id="{4D6BD586-FBED-4151-B42F-780D81593856}"/>
                </a:ext>
              </a:extLst>
            </p:cNvPr>
            <p:cNvSpPr/>
            <p:nvPr/>
          </p:nvSpPr>
          <p:spPr>
            <a:xfrm>
              <a:off x="14312" y="3131"/>
              <a:ext cx="2216" cy="2829"/>
            </a:xfrm>
            <a:custGeom>
              <a:avLst/>
              <a:gdLst/>
              <a:ahLst/>
              <a:cxnLst>
                <a:cxn ang="3">
                  <a:pos x="hc" y="t"/>
                </a:cxn>
                <a:cxn ang="cd2">
                  <a:pos x="l" y="vc"/>
                </a:cxn>
                <a:cxn ang="cd4">
                  <a:pos x="hc" y="b"/>
                </a:cxn>
                <a:cxn ang="0">
                  <a:pos x="r" y="vc"/>
                </a:cxn>
              </a:cxnLst>
              <a:rect l="l" t="t" r="r" b="b"/>
              <a:pathLst>
                <a:path w="3030" h="3866">
                  <a:moveTo>
                    <a:pt x="0" y="0"/>
                  </a:moveTo>
                  <a:lnTo>
                    <a:pt x="3030" y="0"/>
                  </a:lnTo>
                  <a:lnTo>
                    <a:pt x="3030" y="3866"/>
                  </a:lnTo>
                  <a:lnTo>
                    <a:pt x="1515" y="2890"/>
                  </a:lnTo>
                  <a:lnTo>
                    <a:pt x="0" y="3866"/>
                  </a:lnTo>
                  <a:lnTo>
                    <a:pt x="0" y="0"/>
                  </a:lnTo>
                  <a:close/>
                </a:path>
              </a:pathLst>
            </a:custGeom>
            <a:solidFill>
              <a:srgbClr val="50D89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3" name="Freeform 387">
              <a:extLst>
                <a:ext uri="{FF2B5EF4-FFF2-40B4-BE49-F238E27FC236}">
                  <a16:creationId xmlns:a16="http://schemas.microsoft.com/office/drawing/2014/main" id="{4B349B19-D551-447D-A4C4-341F6DA72CA8}"/>
                </a:ext>
              </a:extLst>
            </p:cNvPr>
            <p:cNvSpPr>
              <a:spLocks noEditPoints="1"/>
            </p:cNvSpPr>
            <p:nvPr/>
          </p:nvSpPr>
          <p:spPr bwMode="auto">
            <a:xfrm>
              <a:off x="11172" y="4019"/>
              <a:ext cx="576" cy="675"/>
            </a:xfrm>
            <a:custGeom>
              <a:avLst/>
              <a:gdLst/>
              <a:ahLst/>
              <a:cxnLst>
                <a:cxn ang="0">
                  <a:pos x="88900" y="107950"/>
                </a:cxn>
                <a:cxn ang="0">
                  <a:pos x="44450" y="107950"/>
                </a:cxn>
                <a:cxn ang="0">
                  <a:pos x="31750" y="111125"/>
                </a:cxn>
                <a:cxn ang="0">
                  <a:pos x="12700" y="139700"/>
                </a:cxn>
                <a:cxn ang="0">
                  <a:pos x="12700" y="146050"/>
                </a:cxn>
                <a:cxn ang="0">
                  <a:pos x="120650" y="146050"/>
                </a:cxn>
                <a:cxn ang="0">
                  <a:pos x="120650" y="139700"/>
                </a:cxn>
                <a:cxn ang="0">
                  <a:pos x="104775" y="114300"/>
                </a:cxn>
                <a:cxn ang="0">
                  <a:pos x="101600" y="111125"/>
                </a:cxn>
                <a:cxn ang="0">
                  <a:pos x="95250" y="107950"/>
                </a:cxn>
                <a:cxn ang="0">
                  <a:pos x="88900" y="107950"/>
                </a:cxn>
                <a:cxn ang="0">
                  <a:pos x="92075" y="95250"/>
                </a:cxn>
                <a:cxn ang="0">
                  <a:pos x="92075" y="95250"/>
                </a:cxn>
                <a:cxn ang="0">
                  <a:pos x="98425" y="95250"/>
                </a:cxn>
                <a:cxn ang="0">
                  <a:pos x="104775" y="98425"/>
                </a:cxn>
                <a:cxn ang="0">
                  <a:pos x="133350" y="139700"/>
                </a:cxn>
                <a:cxn ang="0">
                  <a:pos x="133350" y="149225"/>
                </a:cxn>
                <a:cxn ang="0">
                  <a:pos x="127000" y="155575"/>
                </a:cxn>
                <a:cxn ang="0">
                  <a:pos x="127000" y="155575"/>
                </a:cxn>
                <a:cxn ang="0">
                  <a:pos x="6350" y="155575"/>
                </a:cxn>
                <a:cxn ang="0">
                  <a:pos x="0" y="149225"/>
                </a:cxn>
                <a:cxn ang="0">
                  <a:pos x="0" y="149225"/>
                </a:cxn>
                <a:cxn ang="0">
                  <a:pos x="0" y="139700"/>
                </a:cxn>
                <a:cxn ang="0">
                  <a:pos x="25400" y="98425"/>
                </a:cxn>
                <a:cxn ang="0">
                  <a:pos x="38100" y="95250"/>
                </a:cxn>
                <a:cxn ang="0">
                  <a:pos x="12700" y="50800"/>
                </a:cxn>
                <a:cxn ang="0">
                  <a:pos x="66675" y="0"/>
                </a:cxn>
                <a:cxn ang="0">
                  <a:pos x="117475" y="50800"/>
                </a:cxn>
                <a:cxn ang="0">
                  <a:pos x="92075" y="95250"/>
                </a:cxn>
                <a:cxn ang="0">
                  <a:pos x="66675" y="9525"/>
                </a:cxn>
                <a:cxn ang="0">
                  <a:pos x="66675" y="9525"/>
                </a:cxn>
                <a:cxn ang="0">
                  <a:pos x="28575" y="34925"/>
                </a:cxn>
                <a:cxn ang="0">
                  <a:pos x="25400" y="50800"/>
                </a:cxn>
                <a:cxn ang="0">
                  <a:pos x="50800" y="88900"/>
                </a:cxn>
                <a:cxn ang="0">
                  <a:pos x="82550" y="88900"/>
                </a:cxn>
                <a:cxn ang="0">
                  <a:pos x="104775" y="50800"/>
                </a:cxn>
                <a:cxn ang="0">
                  <a:pos x="66675" y="9525"/>
                </a:cxn>
              </a:cxnLst>
              <a:rect l="0" t="0" r="0" b="0"/>
              <a:pathLst>
                <a:path w="42" h="49">
                  <a:moveTo>
                    <a:pt x="28" y="34"/>
                  </a:moveTo>
                  <a:cubicBezTo>
                    <a:pt x="14" y="34"/>
                    <a:pt x="14" y="34"/>
                    <a:pt x="14" y="34"/>
                  </a:cubicBezTo>
                  <a:cubicBezTo>
                    <a:pt x="12" y="34"/>
                    <a:pt x="11" y="34"/>
                    <a:pt x="10" y="35"/>
                  </a:cubicBezTo>
                  <a:cubicBezTo>
                    <a:pt x="6" y="36"/>
                    <a:pt x="4" y="40"/>
                    <a:pt x="4" y="44"/>
                  </a:cubicBezTo>
                  <a:cubicBezTo>
                    <a:pt x="4" y="46"/>
                    <a:pt x="4" y="46"/>
                    <a:pt x="4" y="46"/>
                  </a:cubicBezTo>
                  <a:cubicBezTo>
                    <a:pt x="38" y="46"/>
                    <a:pt x="38" y="46"/>
                    <a:pt x="38" y="46"/>
                  </a:cubicBezTo>
                  <a:cubicBezTo>
                    <a:pt x="38" y="44"/>
                    <a:pt x="38" y="44"/>
                    <a:pt x="38" y="44"/>
                  </a:cubicBezTo>
                  <a:cubicBezTo>
                    <a:pt x="38" y="41"/>
                    <a:pt x="36" y="37"/>
                    <a:pt x="33" y="36"/>
                  </a:cubicBezTo>
                  <a:cubicBezTo>
                    <a:pt x="33" y="35"/>
                    <a:pt x="32" y="35"/>
                    <a:pt x="32" y="35"/>
                  </a:cubicBezTo>
                  <a:cubicBezTo>
                    <a:pt x="31" y="34"/>
                    <a:pt x="31" y="34"/>
                    <a:pt x="30" y="34"/>
                  </a:cubicBezTo>
                  <a:cubicBezTo>
                    <a:pt x="29" y="34"/>
                    <a:pt x="29" y="34"/>
                    <a:pt x="28" y="34"/>
                  </a:cubicBezTo>
                  <a:close/>
                  <a:moveTo>
                    <a:pt x="29" y="30"/>
                  </a:moveTo>
                  <a:cubicBezTo>
                    <a:pt x="29" y="30"/>
                    <a:pt x="29" y="30"/>
                    <a:pt x="29" y="30"/>
                  </a:cubicBezTo>
                  <a:cubicBezTo>
                    <a:pt x="30" y="30"/>
                    <a:pt x="30" y="30"/>
                    <a:pt x="31" y="30"/>
                  </a:cubicBezTo>
                  <a:cubicBezTo>
                    <a:pt x="32" y="31"/>
                    <a:pt x="32" y="31"/>
                    <a:pt x="33" y="31"/>
                  </a:cubicBezTo>
                  <a:cubicBezTo>
                    <a:pt x="38" y="33"/>
                    <a:pt x="42" y="38"/>
                    <a:pt x="42" y="44"/>
                  </a:cubicBezTo>
                  <a:cubicBezTo>
                    <a:pt x="42" y="47"/>
                    <a:pt x="42" y="47"/>
                    <a:pt x="42" y="47"/>
                  </a:cubicBezTo>
                  <a:cubicBezTo>
                    <a:pt x="42" y="48"/>
                    <a:pt x="41" y="49"/>
                    <a:pt x="40" y="49"/>
                  </a:cubicBezTo>
                  <a:cubicBezTo>
                    <a:pt x="40" y="49"/>
                    <a:pt x="40" y="49"/>
                    <a:pt x="40" y="49"/>
                  </a:cubicBezTo>
                  <a:cubicBezTo>
                    <a:pt x="2" y="49"/>
                    <a:pt x="2" y="49"/>
                    <a:pt x="2" y="49"/>
                  </a:cubicBezTo>
                  <a:cubicBezTo>
                    <a:pt x="1" y="49"/>
                    <a:pt x="0" y="48"/>
                    <a:pt x="0" y="47"/>
                  </a:cubicBezTo>
                  <a:cubicBezTo>
                    <a:pt x="0" y="47"/>
                    <a:pt x="0" y="47"/>
                    <a:pt x="0" y="47"/>
                  </a:cubicBezTo>
                  <a:cubicBezTo>
                    <a:pt x="0" y="44"/>
                    <a:pt x="0" y="44"/>
                    <a:pt x="0" y="44"/>
                  </a:cubicBezTo>
                  <a:cubicBezTo>
                    <a:pt x="0" y="38"/>
                    <a:pt x="3" y="33"/>
                    <a:pt x="8" y="31"/>
                  </a:cubicBezTo>
                  <a:cubicBezTo>
                    <a:pt x="10" y="31"/>
                    <a:pt x="11" y="30"/>
                    <a:pt x="12" y="30"/>
                  </a:cubicBezTo>
                  <a:cubicBezTo>
                    <a:pt x="7" y="27"/>
                    <a:pt x="4" y="22"/>
                    <a:pt x="4" y="16"/>
                  </a:cubicBezTo>
                  <a:cubicBezTo>
                    <a:pt x="4" y="7"/>
                    <a:pt x="12" y="0"/>
                    <a:pt x="21" y="0"/>
                  </a:cubicBezTo>
                  <a:cubicBezTo>
                    <a:pt x="30" y="0"/>
                    <a:pt x="37" y="7"/>
                    <a:pt x="37" y="16"/>
                  </a:cubicBezTo>
                  <a:cubicBezTo>
                    <a:pt x="37" y="22"/>
                    <a:pt x="34" y="27"/>
                    <a:pt x="29" y="30"/>
                  </a:cubicBezTo>
                  <a:close/>
                  <a:moveTo>
                    <a:pt x="21" y="3"/>
                  </a:moveTo>
                  <a:cubicBezTo>
                    <a:pt x="21" y="3"/>
                    <a:pt x="21" y="3"/>
                    <a:pt x="21" y="3"/>
                  </a:cubicBezTo>
                  <a:cubicBezTo>
                    <a:pt x="16" y="3"/>
                    <a:pt x="11" y="6"/>
                    <a:pt x="9" y="11"/>
                  </a:cubicBezTo>
                  <a:cubicBezTo>
                    <a:pt x="9" y="13"/>
                    <a:pt x="8" y="14"/>
                    <a:pt x="8" y="16"/>
                  </a:cubicBezTo>
                  <a:cubicBezTo>
                    <a:pt x="8" y="21"/>
                    <a:pt x="11" y="26"/>
                    <a:pt x="16" y="28"/>
                  </a:cubicBezTo>
                  <a:cubicBezTo>
                    <a:pt x="19" y="29"/>
                    <a:pt x="23" y="29"/>
                    <a:pt x="26" y="28"/>
                  </a:cubicBezTo>
                  <a:cubicBezTo>
                    <a:pt x="30" y="26"/>
                    <a:pt x="33" y="21"/>
                    <a:pt x="33" y="16"/>
                  </a:cubicBezTo>
                  <a:cubicBezTo>
                    <a:pt x="33" y="9"/>
                    <a:pt x="28" y="3"/>
                    <a:pt x="21" y="3"/>
                  </a:cubicBezTo>
                  <a:close/>
                </a:path>
              </a:pathLst>
            </a:custGeom>
            <a:solidFill>
              <a:schemeClr val="bg1"/>
            </a:solidFill>
            <a:ln>
              <a:noFill/>
            </a:ln>
            <a:effectLst/>
          </p:spPr>
          <p:txBody>
            <a:bodyPr wrap="square" lIns="19050" tIns="19050" rIns="19050" bIns="19050" anchor="ctr">
              <a:noAutofit/>
            </a:bodyPr>
            <a:lstStyle/>
            <a:p>
              <a:pPr lvl="0" algn="ctr" defTabSz="228600" fontAlgn="base" hangingPunct="0">
                <a:buClrTx/>
                <a:buSzTx/>
                <a:buFontTx/>
                <a:defRPr/>
              </a:pPr>
              <a:endParaRPr lang="en-US" noProof="0">
                <a:ln>
                  <a:noFill/>
                </a:ln>
                <a:solidFill>
                  <a:schemeClr val="tx1">
                    <a:lumMod val="85000"/>
                    <a:lumOff val="15000"/>
                  </a:schemeClr>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4" name="Freeform 17">
              <a:extLst>
                <a:ext uri="{FF2B5EF4-FFF2-40B4-BE49-F238E27FC236}">
                  <a16:creationId xmlns:a16="http://schemas.microsoft.com/office/drawing/2014/main" id="{9315B522-8AB6-491A-A9A1-304AEB76FE3F}"/>
                </a:ext>
              </a:extLst>
            </p:cNvPr>
            <p:cNvSpPr>
              <a:spLocks noEditPoints="1"/>
            </p:cNvSpPr>
            <p:nvPr/>
          </p:nvSpPr>
          <p:spPr bwMode="auto">
            <a:xfrm>
              <a:off x="15034" y="4001"/>
              <a:ext cx="772" cy="711"/>
            </a:xfrm>
            <a:custGeom>
              <a:avLst/>
              <a:gdLst>
                <a:gd name="T0" fmla="*/ 1120 w 2069"/>
                <a:gd name="T1" fmla="*/ 0 h 1899"/>
                <a:gd name="T2" fmla="*/ 189 w 2069"/>
                <a:gd name="T3" fmla="*/ 777 h 1899"/>
                <a:gd name="T4" fmla="*/ 0 w 2069"/>
                <a:gd name="T5" fmla="*/ 777 h 1899"/>
                <a:gd name="T6" fmla="*/ 259 w 2069"/>
                <a:gd name="T7" fmla="*/ 1122 h 1899"/>
                <a:gd name="T8" fmla="*/ 517 w 2069"/>
                <a:gd name="T9" fmla="*/ 777 h 1899"/>
                <a:gd name="T10" fmla="*/ 362 w 2069"/>
                <a:gd name="T11" fmla="*/ 777 h 1899"/>
                <a:gd name="T12" fmla="*/ 1120 w 2069"/>
                <a:gd name="T13" fmla="*/ 173 h 1899"/>
                <a:gd name="T14" fmla="*/ 1896 w 2069"/>
                <a:gd name="T15" fmla="*/ 950 h 1899"/>
                <a:gd name="T16" fmla="*/ 1120 w 2069"/>
                <a:gd name="T17" fmla="*/ 1727 h 1899"/>
                <a:gd name="T18" fmla="*/ 477 w 2069"/>
                <a:gd name="T19" fmla="*/ 1381 h 1899"/>
                <a:gd name="T20" fmla="*/ 276 w 2069"/>
                <a:gd name="T21" fmla="*/ 1381 h 1899"/>
                <a:gd name="T22" fmla="*/ 1120 w 2069"/>
                <a:gd name="T23" fmla="*/ 1899 h 1899"/>
                <a:gd name="T24" fmla="*/ 2069 w 2069"/>
                <a:gd name="T25" fmla="*/ 950 h 1899"/>
                <a:gd name="T26" fmla="*/ 1120 w 2069"/>
                <a:gd name="T27" fmla="*/ 0 h 1899"/>
                <a:gd name="T28" fmla="*/ 1080 w 2069"/>
                <a:gd name="T29" fmla="*/ 345 h 1899"/>
                <a:gd name="T30" fmla="*/ 1080 w 2069"/>
                <a:gd name="T31" fmla="*/ 978 h 1899"/>
                <a:gd name="T32" fmla="*/ 1528 w 2069"/>
                <a:gd name="T33" fmla="*/ 1243 h 1899"/>
                <a:gd name="T34" fmla="*/ 1569 w 2069"/>
                <a:gd name="T35" fmla="*/ 1168 h 1899"/>
                <a:gd name="T36" fmla="*/ 1166 w 2069"/>
                <a:gd name="T37" fmla="*/ 926 h 1899"/>
                <a:gd name="T38" fmla="*/ 1166 w 2069"/>
                <a:gd name="T39" fmla="*/ 345 h 1899"/>
                <a:gd name="T40" fmla="*/ 1080 w 2069"/>
                <a:gd name="T41" fmla="*/ 345 h 1899"/>
                <a:gd name="T42" fmla="*/ 1080 w 2069"/>
                <a:gd name="T43" fmla="*/ 345 h 1899"/>
                <a:gd name="T44" fmla="*/ 1080 w 2069"/>
                <a:gd name="T45" fmla="*/ 345 h 18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69" h="1899">
                  <a:moveTo>
                    <a:pt x="1120" y="0"/>
                  </a:moveTo>
                  <a:cubicBezTo>
                    <a:pt x="655" y="0"/>
                    <a:pt x="270" y="334"/>
                    <a:pt x="189" y="777"/>
                  </a:cubicBezTo>
                  <a:cubicBezTo>
                    <a:pt x="0" y="777"/>
                    <a:pt x="0" y="777"/>
                    <a:pt x="0" y="777"/>
                  </a:cubicBezTo>
                  <a:cubicBezTo>
                    <a:pt x="259" y="1122"/>
                    <a:pt x="259" y="1122"/>
                    <a:pt x="259" y="1122"/>
                  </a:cubicBezTo>
                  <a:cubicBezTo>
                    <a:pt x="517" y="777"/>
                    <a:pt x="517" y="777"/>
                    <a:pt x="517" y="777"/>
                  </a:cubicBezTo>
                  <a:cubicBezTo>
                    <a:pt x="362" y="777"/>
                    <a:pt x="362" y="777"/>
                    <a:pt x="362" y="777"/>
                  </a:cubicBezTo>
                  <a:cubicBezTo>
                    <a:pt x="442" y="432"/>
                    <a:pt x="747" y="173"/>
                    <a:pt x="1120" y="173"/>
                  </a:cubicBezTo>
                  <a:cubicBezTo>
                    <a:pt x="1552" y="173"/>
                    <a:pt x="1896" y="518"/>
                    <a:pt x="1896" y="950"/>
                  </a:cubicBezTo>
                  <a:cubicBezTo>
                    <a:pt x="1896" y="1381"/>
                    <a:pt x="1552" y="1727"/>
                    <a:pt x="1120" y="1727"/>
                  </a:cubicBezTo>
                  <a:cubicBezTo>
                    <a:pt x="850" y="1727"/>
                    <a:pt x="615" y="1588"/>
                    <a:pt x="477" y="1381"/>
                  </a:cubicBezTo>
                  <a:cubicBezTo>
                    <a:pt x="276" y="1381"/>
                    <a:pt x="276" y="1381"/>
                    <a:pt x="276" y="1381"/>
                  </a:cubicBezTo>
                  <a:cubicBezTo>
                    <a:pt x="431" y="1686"/>
                    <a:pt x="753" y="1899"/>
                    <a:pt x="1120" y="1899"/>
                  </a:cubicBezTo>
                  <a:cubicBezTo>
                    <a:pt x="1643" y="1899"/>
                    <a:pt x="2069" y="1473"/>
                    <a:pt x="2069" y="950"/>
                  </a:cubicBezTo>
                  <a:cubicBezTo>
                    <a:pt x="2069" y="426"/>
                    <a:pt x="1643" y="0"/>
                    <a:pt x="1120" y="0"/>
                  </a:cubicBezTo>
                  <a:close/>
                  <a:moveTo>
                    <a:pt x="1080" y="345"/>
                  </a:moveTo>
                  <a:cubicBezTo>
                    <a:pt x="1080" y="978"/>
                    <a:pt x="1080" y="978"/>
                    <a:pt x="1080" y="978"/>
                  </a:cubicBezTo>
                  <a:cubicBezTo>
                    <a:pt x="1528" y="1243"/>
                    <a:pt x="1528" y="1243"/>
                    <a:pt x="1528" y="1243"/>
                  </a:cubicBezTo>
                  <a:cubicBezTo>
                    <a:pt x="1569" y="1168"/>
                    <a:pt x="1569" y="1168"/>
                    <a:pt x="1569" y="1168"/>
                  </a:cubicBezTo>
                  <a:cubicBezTo>
                    <a:pt x="1166" y="926"/>
                    <a:pt x="1166" y="926"/>
                    <a:pt x="1166" y="926"/>
                  </a:cubicBezTo>
                  <a:cubicBezTo>
                    <a:pt x="1166" y="345"/>
                    <a:pt x="1166" y="345"/>
                    <a:pt x="1166" y="345"/>
                  </a:cubicBezTo>
                  <a:lnTo>
                    <a:pt x="1080" y="345"/>
                  </a:lnTo>
                  <a:close/>
                  <a:moveTo>
                    <a:pt x="1080" y="345"/>
                  </a:moveTo>
                  <a:cubicBezTo>
                    <a:pt x="1080" y="345"/>
                    <a:pt x="1080" y="345"/>
                    <a:pt x="1080" y="345"/>
                  </a:cubicBezTo>
                </a:path>
              </a:pathLst>
            </a:custGeom>
            <a:solidFill>
              <a:schemeClr val="bg1"/>
            </a:solidFill>
            <a:ln>
              <a:noFill/>
            </a:ln>
            <a:effectLst/>
          </p:spPr>
          <p:txBody>
            <a:bodyPr vert="horz" wrap="square" lIns="121920" tIns="60960" rIns="121920" bIns="60960" numCol="1" anchor="t" anchorCtr="0" compatLnSpc="1"/>
            <a:lstStyle/>
            <a:p>
              <a:pPr defTabSz="1219200" eaLnBrk="0" fontAlgn="base" hangingPunct="0">
                <a:spcBef>
                  <a:spcPct val="0"/>
                </a:spcBef>
                <a:spcAft>
                  <a:spcPct val="0"/>
                </a:spcAft>
              </a:pPr>
              <a:endParaRPr lang="zh-CN" altLang="en-US" sz="3200">
                <a:solidFill>
                  <a:schemeClr val="tx1">
                    <a:lumMod val="85000"/>
                    <a:lumOff val="15000"/>
                  </a:schemeClr>
                </a:solidFill>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35" name="Freeform 83">
              <a:extLst>
                <a:ext uri="{FF2B5EF4-FFF2-40B4-BE49-F238E27FC236}">
                  <a16:creationId xmlns:a16="http://schemas.microsoft.com/office/drawing/2014/main" id="{63840C5D-D130-43BA-BBD7-9A75A405918F}"/>
                </a:ext>
              </a:extLst>
            </p:cNvPr>
            <p:cNvSpPr>
              <a:spLocks noEditPoints="1"/>
            </p:cNvSpPr>
            <p:nvPr/>
          </p:nvSpPr>
          <p:spPr bwMode="auto">
            <a:xfrm>
              <a:off x="7163" y="3976"/>
              <a:ext cx="674" cy="761"/>
            </a:xfrm>
            <a:custGeom>
              <a:avLst/>
              <a:gdLst/>
              <a:ahLst/>
              <a:cxnLst>
                <a:cxn ang="0">
                  <a:pos x="79375" y="0"/>
                </a:cxn>
                <a:cxn ang="0">
                  <a:pos x="127000" y="22225"/>
                </a:cxn>
                <a:cxn ang="0">
                  <a:pos x="136525" y="111125"/>
                </a:cxn>
                <a:cxn ang="0">
                  <a:pos x="104775" y="136525"/>
                </a:cxn>
                <a:cxn ang="0">
                  <a:pos x="82550" y="158750"/>
                </a:cxn>
                <a:cxn ang="0">
                  <a:pos x="73025" y="158750"/>
                </a:cxn>
                <a:cxn ang="0">
                  <a:pos x="73025" y="158750"/>
                </a:cxn>
                <a:cxn ang="0">
                  <a:pos x="73025" y="158750"/>
                </a:cxn>
                <a:cxn ang="0">
                  <a:pos x="50800" y="136525"/>
                </a:cxn>
                <a:cxn ang="0">
                  <a:pos x="19050" y="111125"/>
                </a:cxn>
                <a:cxn ang="0">
                  <a:pos x="28575" y="22225"/>
                </a:cxn>
                <a:cxn ang="0">
                  <a:pos x="79375" y="0"/>
                </a:cxn>
                <a:cxn ang="0">
                  <a:pos x="79375" y="34925"/>
                </a:cxn>
                <a:cxn ang="0">
                  <a:pos x="79375" y="34925"/>
                </a:cxn>
                <a:cxn ang="0">
                  <a:pos x="101600" y="44450"/>
                </a:cxn>
                <a:cxn ang="0">
                  <a:pos x="114300" y="69850"/>
                </a:cxn>
                <a:cxn ang="0">
                  <a:pos x="101600" y="95250"/>
                </a:cxn>
                <a:cxn ang="0">
                  <a:pos x="79375" y="104775"/>
                </a:cxn>
                <a:cxn ang="0">
                  <a:pos x="53975" y="95250"/>
                </a:cxn>
                <a:cxn ang="0">
                  <a:pos x="41275" y="69850"/>
                </a:cxn>
                <a:cxn ang="0">
                  <a:pos x="53975" y="44450"/>
                </a:cxn>
                <a:cxn ang="0">
                  <a:pos x="79375" y="34925"/>
                </a:cxn>
                <a:cxn ang="0">
                  <a:pos x="98425" y="50800"/>
                </a:cxn>
                <a:cxn ang="0">
                  <a:pos x="98425" y="50800"/>
                </a:cxn>
                <a:cxn ang="0">
                  <a:pos x="79375" y="41275"/>
                </a:cxn>
                <a:cxn ang="0">
                  <a:pos x="57150" y="50800"/>
                </a:cxn>
                <a:cxn ang="0">
                  <a:pos x="50800" y="69850"/>
                </a:cxn>
                <a:cxn ang="0">
                  <a:pos x="57150" y="88900"/>
                </a:cxn>
                <a:cxn ang="0">
                  <a:pos x="79375" y="98425"/>
                </a:cxn>
                <a:cxn ang="0">
                  <a:pos x="98425" y="88900"/>
                </a:cxn>
                <a:cxn ang="0">
                  <a:pos x="104775" y="69850"/>
                </a:cxn>
                <a:cxn ang="0">
                  <a:pos x="98425" y="50800"/>
                </a:cxn>
                <a:cxn ang="0">
                  <a:pos x="117475" y="28575"/>
                </a:cxn>
                <a:cxn ang="0">
                  <a:pos x="117475" y="28575"/>
                </a:cxn>
                <a:cxn ang="0">
                  <a:pos x="79375" y="12700"/>
                </a:cxn>
                <a:cxn ang="0">
                  <a:pos x="38100" y="28575"/>
                </a:cxn>
                <a:cxn ang="0">
                  <a:pos x="28575" y="104775"/>
                </a:cxn>
                <a:cxn ang="0">
                  <a:pos x="57150" y="123825"/>
                </a:cxn>
                <a:cxn ang="0">
                  <a:pos x="60325" y="127000"/>
                </a:cxn>
                <a:cxn ang="0">
                  <a:pos x="79375" y="146050"/>
                </a:cxn>
                <a:cxn ang="0">
                  <a:pos x="95250" y="127000"/>
                </a:cxn>
                <a:cxn ang="0">
                  <a:pos x="98425" y="123825"/>
                </a:cxn>
                <a:cxn ang="0">
                  <a:pos x="127000" y="104775"/>
                </a:cxn>
                <a:cxn ang="0">
                  <a:pos x="117475" y="28575"/>
                </a:cxn>
              </a:cxnLst>
              <a:rect l="0" t="0" r="0" b="0"/>
              <a:pathLst>
                <a:path w="49" h="51">
                  <a:moveTo>
                    <a:pt x="25" y="0"/>
                  </a:moveTo>
                  <a:cubicBezTo>
                    <a:pt x="31" y="0"/>
                    <a:pt x="36" y="3"/>
                    <a:pt x="40" y="7"/>
                  </a:cubicBezTo>
                  <a:cubicBezTo>
                    <a:pt x="48" y="14"/>
                    <a:pt x="49" y="26"/>
                    <a:pt x="43" y="35"/>
                  </a:cubicBezTo>
                  <a:cubicBezTo>
                    <a:pt x="40" y="38"/>
                    <a:pt x="37" y="41"/>
                    <a:pt x="33" y="43"/>
                  </a:cubicBezTo>
                  <a:cubicBezTo>
                    <a:pt x="26" y="50"/>
                    <a:pt x="26" y="50"/>
                    <a:pt x="26" y="50"/>
                  </a:cubicBezTo>
                  <a:cubicBezTo>
                    <a:pt x="25" y="51"/>
                    <a:pt x="24" y="51"/>
                    <a:pt x="23" y="50"/>
                  </a:cubicBezTo>
                  <a:cubicBezTo>
                    <a:pt x="23" y="50"/>
                    <a:pt x="23" y="50"/>
                    <a:pt x="23" y="50"/>
                  </a:cubicBezTo>
                  <a:cubicBezTo>
                    <a:pt x="23" y="50"/>
                    <a:pt x="23" y="50"/>
                    <a:pt x="23" y="50"/>
                  </a:cubicBezTo>
                  <a:cubicBezTo>
                    <a:pt x="16" y="43"/>
                    <a:pt x="16" y="43"/>
                    <a:pt x="16" y="43"/>
                  </a:cubicBezTo>
                  <a:cubicBezTo>
                    <a:pt x="12" y="41"/>
                    <a:pt x="9" y="38"/>
                    <a:pt x="6" y="35"/>
                  </a:cubicBezTo>
                  <a:cubicBezTo>
                    <a:pt x="0" y="26"/>
                    <a:pt x="1" y="14"/>
                    <a:pt x="9" y="7"/>
                  </a:cubicBezTo>
                  <a:cubicBezTo>
                    <a:pt x="13" y="3"/>
                    <a:pt x="18" y="0"/>
                    <a:pt x="25" y="0"/>
                  </a:cubicBezTo>
                  <a:close/>
                  <a:moveTo>
                    <a:pt x="25" y="11"/>
                  </a:moveTo>
                  <a:cubicBezTo>
                    <a:pt x="25" y="11"/>
                    <a:pt x="25" y="11"/>
                    <a:pt x="25" y="11"/>
                  </a:cubicBezTo>
                  <a:cubicBezTo>
                    <a:pt x="28" y="11"/>
                    <a:pt x="30" y="12"/>
                    <a:pt x="32" y="14"/>
                  </a:cubicBezTo>
                  <a:cubicBezTo>
                    <a:pt x="34" y="16"/>
                    <a:pt x="36" y="19"/>
                    <a:pt x="36" y="22"/>
                  </a:cubicBezTo>
                  <a:cubicBezTo>
                    <a:pt x="36" y="25"/>
                    <a:pt x="34" y="28"/>
                    <a:pt x="32" y="30"/>
                  </a:cubicBezTo>
                  <a:cubicBezTo>
                    <a:pt x="30" y="32"/>
                    <a:pt x="28" y="33"/>
                    <a:pt x="25" y="33"/>
                  </a:cubicBezTo>
                  <a:cubicBezTo>
                    <a:pt x="21" y="33"/>
                    <a:pt x="19" y="32"/>
                    <a:pt x="17" y="30"/>
                  </a:cubicBezTo>
                  <a:cubicBezTo>
                    <a:pt x="15" y="28"/>
                    <a:pt x="13" y="25"/>
                    <a:pt x="13" y="22"/>
                  </a:cubicBezTo>
                  <a:cubicBezTo>
                    <a:pt x="13" y="19"/>
                    <a:pt x="15" y="16"/>
                    <a:pt x="17" y="14"/>
                  </a:cubicBezTo>
                  <a:cubicBezTo>
                    <a:pt x="19" y="12"/>
                    <a:pt x="21" y="11"/>
                    <a:pt x="25" y="11"/>
                  </a:cubicBezTo>
                  <a:close/>
                  <a:moveTo>
                    <a:pt x="31" y="16"/>
                  </a:moveTo>
                  <a:cubicBezTo>
                    <a:pt x="31" y="16"/>
                    <a:pt x="31" y="16"/>
                    <a:pt x="31" y="16"/>
                  </a:cubicBezTo>
                  <a:cubicBezTo>
                    <a:pt x="29" y="14"/>
                    <a:pt x="27" y="13"/>
                    <a:pt x="25" y="13"/>
                  </a:cubicBezTo>
                  <a:cubicBezTo>
                    <a:pt x="22" y="13"/>
                    <a:pt x="20" y="14"/>
                    <a:pt x="18" y="16"/>
                  </a:cubicBezTo>
                  <a:cubicBezTo>
                    <a:pt x="17" y="18"/>
                    <a:pt x="16" y="20"/>
                    <a:pt x="16" y="22"/>
                  </a:cubicBezTo>
                  <a:cubicBezTo>
                    <a:pt x="16" y="25"/>
                    <a:pt x="17" y="27"/>
                    <a:pt x="18" y="28"/>
                  </a:cubicBezTo>
                  <a:cubicBezTo>
                    <a:pt x="20" y="30"/>
                    <a:pt x="22" y="31"/>
                    <a:pt x="25" y="31"/>
                  </a:cubicBezTo>
                  <a:cubicBezTo>
                    <a:pt x="27" y="31"/>
                    <a:pt x="29" y="30"/>
                    <a:pt x="31" y="28"/>
                  </a:cubicBezTo>
                  <a:cubicBezTo>
                    <a:pt x="32" y="27"/>
                    <a:pt x="33" y="25"/>
                    <a:pt x="33" y="22"/>
                  </a:cubicBezTo>
                  <a:cubicBezTo>
                    <a:pt x="33" y="20"/>
                    <a:pt x="32" y="18"/>
                    <a:pt x="31" y="16"/>
                  </a:cubicBezTo>
                  <a:close/>
                  <a:moveTo>
                    <a:pt x="37" y="9"/>
                  </a:moveTo>
                  <a:cubicBezTo>
                    <a:pt x="37" y="9"/>
                    <a:pt x="37" y="9"/>
                    <a:pt x="37" y="9"/>
                  </a:cubicBezTo>
                  <a:cubicBezTo>
                    <a:pt x="34" y="6"/>
                    <a:pt x="30" y="4"/>
                    <a:pt x="25" y="4"/>
                  </a:cubicBezTo>
                  <a:cubicBezTo>
                    <a:pt x="19" y="4"/>
                    <a:pt x="15" y="6"/>
                    <a:pt x="12" y="9"/>
                  </a:cubicBezTo>
                  <a:cubicBezTo>
                    <a:pt x="5" y="16"/>
                    <a:pt x="5" y="25"/>
                    <a:pt x="9" y="33"/>
                  </a:cubicBezTo>
                  <a:cubicBezTo>
                    <a:pt x="12" y="36"/>
                    <a:pt x="14" y="38"/>
                    <a:pt x="18" y="39"/>
                  </a:cubicBezTo>
                  <a:cubicBezTo>
                    <a:pt x="18" y="39"/>
                    <a:pt x="18" y="39"/>
                    <a:pt x="19" y="40"/>
                  </a:cubicBezTo>
                  <a:cubicBezTo>
                    <a:pt x="25" y="46"/>
                    <a:pt x="25" y="46"/>
                    <a:pt x="25" y="46"/>
                  </a:cubicBezTo>
                  <a:cubicBezTo>
                    <a:pt x="30" y="40"/>
                    <a:pt x="30" y="40"/>
                    <a:pt x="30" y="40"/>
                  </a:cubicBezTo>
                  <a:cubicBezTo>
                    <a:pt x="31" y="39"/>
                    <a:pt x="31" y="39"/>
                    <a:pt x="31" y="39"/>
                  </a:cubicBezTo>
                  <a:cubicBezTo>
                    <a:pt x="35" y="38"/>
                    <a:pt x="37" y="36"/>
                    <a:pt x="40" y="33"/>
                  </a:cubicBezTo>
                  <a:cubicBezTo>
                    <a:pt x="44" y="25"/>
                    <a:pt x="44" y="16"/>
                    <a:pt x="37" y="9"/>
                  </a:cubicBezTo>
                  <a:close/>
                </a:path>
              </a:pathLst>
            </a:custGeom>
            <a:solidFill>
              <a:schemeClr val="bg1"/>
            </a:solidFill>
            <a:ln>
              <a:noFill/>
            </a:ln>
            <a:effectLst/>
          </p:spPr>
          <p:txBody>
            <a:bodyPr wrap="square" lIns="19050" tIns="19050" rIns="19050" bIns="19050" anchor="ctr">
              <a:noAutofit/>
            </a:bodyPr>
            <a:lstStyle/>
            <a:p>
              <a:pPr lvl="0" algn="ctr" defTabSz="228600" fontAlgn="base" hangingPunct="0">
                <a:buClrTx/>
                <a:buSzTx/>
                <a:buFontTx/>
                <a:defRPr/>
              </a:pPr>
              <a:endParaRPr lang="en-US" noProof="0">
                <a:ln>
                  <a:noFill/>
                </a:ln>
                <a:solidFill>
                  <a:schemeClr val="tx1">
                    <a:lumMod val="85000"/>
                    <a:lumOff val="15000"/>
                  </a:schemeClr>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6" name="Freeform 160">
              <a:extLst>
                <a:ext uri="{FF2B5EF4-FFF2-40B4-BE49-F238E27FC236}">
                  <a16:creationId xmlns:a16="http://schemas.microsoft.com/office/drawing/2014/main" id="{489A44E5-2668-43BD-943D-18FE6F33BFE5}"/>
                </a:ext>
              </a:extLst>
            </p:cNvPr>
            <p:cNvSpPr>
              <a:spLocks noEditPoints="1"/>
            </p:cNvSpPr>
            <p:nvPr/>
          </p:nvSpPr>
          <p:spPr bwMode="auto">
            <a:xfrm>
              <a:off x="3222" y="3988"/>
              <a:ext cx="637" cy="737"/>
            </a:xfrm>
            <a:custGeom>
              <a:avLst/>
              <a:gdLst/>
              <a:ahLst/>
              <a:cxnLst>
                <a:cxn ang="0">
                  <a:pos x="121934" y="104775"/>
                </a:cxn>
                <a:cxn ang="0">
                  <a:pos x="141187" y="114300"/>
                </a:cxn>
                <a:cxn ang="0">
                  <a:pos x="141187" y="114300"/>
                </a:cxn>
                <a:cxn ang="0">
                  <a:pos x="150813" y="133350"/>
                </a:cxn>
                <a:cxn ang="0">
                  <a:pos x="121934" y="161925"/>
                </a:cxn>
                <a:cxn ang="0">
                  <a:pos x="93055" y="133350"/>
                </a:cxn>
                <a:cxn ang="0">
                  <a:pos x="96264" y="123825"/>
                </a:cxn>
                <a:cxn ang="0">
                  <a:pos x="67385" y="107950"/>
                </a:cxn>
                <a:cxn ang="0">
                  <a:pos x="64176" y="107950"/>
                </a:cxn>
                <a:cxn ang="0">
                  <a:pos x="64176" y="107950"/>
                </a:cxn>
                <a:cxn ang="0">
                  <a:pos x="38505" y="117475"/>
                </a:cxn>
                <a:cxn ang="0">
                  <a:pos x="0" y="82550"/>
                </a:cxn>
                <a:cxn ang="0">
                  <a:pos x="38505" y="44450"/>
                </a:cxn>
                <a:cxn ang="0">
                  <a:pos x="64176" y="53975"/>
                </a:cxn>
                <a:cxn ang="0">
                  <a:pos x="64176" y="53975"/>
                </a:cxn>
                <a:cxn ang="0">
                  <a:pos x="64176" y="53975"/>
                </a:cxn>
                <a:cxn ang="0">
                  <a:pos x="67385" y="57150"/>
                </a:cxn>
                <a:cxn ang="0">
                  <a:pos x="96264" y="38100"/>
                </a:cxn>
                <a:cxn ang="0">
                  <a:pos x="93055" y="28575"/>
                </a:cxn>
                <a:cxn ang="0">
                  <a:pos x="121934" y="0"/>
                </a:cxn>
                <a:cxn ang="0">
                  <a:pos x="150813" y="28575"/>
                </a:cxn>
                <a:cxn ang="0">
                  <a:pos x="121934" y="57150"/>
                </a:cxn>
                <a:cxn ang="0">
                  <a:pos x="102681" y="47625"/>
                </a:cxn>
                <a:cxn ang="0">
                  <a:pos x="102681" y="47625"/>
                </a:cxn>
                <a:cxn ang="0">
                  <a:pos x="73802" y="66675"/>
                </a:cxn>
                <a:cxn ang="0">
                  <a:pos x="77011" y="82550"/>
                </a:cxn>
                <a:cxn ang="0">
                  <a:pos x="73802" y="95250"/>
                </a:cxn>
                <a:cxn ang="0">
                  <a:pos x="102681" y="114300"/>
                </a:cxn>
                <a:cxn ang="0">
                  <a:pos x="102681" y="114300"/>
                </a:cxn>
                <a:cxn ang="0">
                  <a:pos x="102681" y="114300"/>
                </a:cxn>
                <a:cxn ang="0">
                  <a:pos x="102681" y="114300"/>
                </a:cxn>
                <a:cxn ang="0">
                  <a:pos x="121934" y="104775"/>
                </a:cxn>
                <a:cxn ang="0">
                  <a:pos x="134769" y="120650"/>
                </a:cxn>
                <a:cxn ang="0">
                  <a:pos x="134769" y="120650"/>
                </a:cxn>
                <a:cxn ang="0">
                  <a:pos x="121934" y="117475"/>
                </a:cxn>
                <a:cxn ang="0">
                  <a:pos x="112308" y="120650"/>
                </a:cxn>
                <a:cxn ang="0">
                  <a:pos x="112308" y="120650"/>
                </a:cxn>
                <a:cxn ang="0">
                  <a:pos x="105890" y="133350"/>
                </a:cxn>
                <a:cxn ang="0">
                  <a:pos x="121934" y="149225"/>
                </a:cxn>
                <a:cxn ang="0">
                  <a:pos x="137978" y="133350"/>
                </a:cxn>
                <a:cxn ang="0">
                  <a:pos x="134769" y="120650"/>
                </a:cxn>
                <a:cxn ang="0">
                  <a:pos x="134769" y="120650"/>
                </a:cxn>
                <a:cxn ang="0">
                  <a:pos x="54549" y="63500"/>
                </a:cxn>
                <a:cxn ang="0">
                  <a:pos x="54549" y="63500"/>
                </a:cxn>
                <a:cxn ang="0">
                  <a:pos x="38505" y="57150"/>
                </a:cxn>
                <a:cxn ang="0">
                  <a:pos x="12835" y="82550"/>
                </a:cxn>
                <a:cxn ang="0">
                  <a:pos x="38505" y="107950"/>
                </a:cxn>
                <a:cxn ang="0">
                  <a:pos x="54549" y="98425"/>
                </a:cxn>
                <a:cxn ang="0">
                  <a:pos x="54549" y="98425"/>
                </a:cxn>
                <a:cxn ang="0">
                  <a:pos x="64176" y="82550"/>
                </a:cxn>
                <a:cxn ang="0">
                  <a:pos x="54549" y="63500"/>
                </a:cxn>
                <a:cxn ang="0">
                  <a:pos x="54549" y="63500"/>
                </a:cxn>
                <a:cxn ang="0">
                  <a:pos x="121934" y="12700"/>
                </a:cxn>
                <a:cxn ang="0">
                  <a:pos x="121934" y="12700"/>
                </a:cxn>
                <a:cxn ang="0">
                  <a:pos x="105890" y="28575"/>
                </a:cxn>
                <a:cxn ang="0">
                  <a:pos x="109099" y="38100"/>
                </a:cxn>
                <a:cxn ang="0">
                  <a:pos x="109099" y="38100"/>
                </a:cxn>
                <a:cxn ang="0">
                  <a:pos x="112308" y="41275"/>
                </a:cxn>
                <a:cxn ang="0">
                  <a:pos x="112308" y="41275"/>
                </a:cxn>
                <a:cxn ang="0">
                  <a:pos x="121934" y="44450"/>
                </a:cxn>
                <a:cxn ang="0">
                  <a:pos x="137978" y="28575"/>
                </a:cxn>
                <a:cxn ang="0">
                  <a:pos x="121934" y="12700"/>
                </a:cxn>
              </a:cxnLst>
              <a:rect l="0" t="0" r="0" b="0"/>
              <a:pathLst>
                <a:path w="47" h="51">
                  <a:moveTo>
                    <a:pt x="38" y="33"/>
                  </a:moveTo>
                  <a:cubicBezTo>
                    <a:pt x="41" y="33"/>
                    <a:pt x="43" y="34"/>
                    <a:pt x="44" y="36"/>
                  </a:cubicBezTo>
                  <a:cubicBezTo>
                    <a:pt x="44" y="36"/>
                    <a:pt x="44" y="36"/>
                    <a:pt x="44" y="36"/>
                  </a:cubicBezTo>
                  <a:cubicBezTo>
                    <a:pt x="46" y="37"/>
                    <a:pt x="47" y="40"/>
                    <a:pt x="47" y="42"/>
                  </a:cubicBezTo>
                  <a:cubicBezTo>
                    <a:pt x="47" y="47"/>
                    <a:pt x="43" y="51"/>
                    <a:pt x="38" y="51"/>
                  </a:cubicBezTo>
                  <a:cubicBezTo>
                    <a:pt x="33" y="51"/>
                    <a:pt x="29" y="47"/>
                    <a:pt x="29" y="42"/>
                  </a:cubicBezTo>
                  <a:cubicBezTo>
                    <a:pt x="29" y="41"/>
                    <a:pt x="30" y="40"/>
                    <a:pt x="30" y="39"/>
                  </a:cubicBezTo>
                  <a:cubicBezTo>
                    <a:pt x="21" y="34"/>
                    <a:pt x="21" y="34"/>
                    <a:pt x="21" y="34"/>
                  </a:cubicBezTo>
                  <a:cubicBezTo>
                    <a:pt x="21" y="34"/>
                    <a:pt x="20" y="34"/>
                    <a:pt x="20" y="34"/>
                  </a:cubicBezTo>
                  <a:cubicBezTo>
                    <a:pt x="20" y="34"/>
                    <a:pt x="20" y="34"/>
                    <a:pt x="20" y="34"/>
                  </a:cubicBezTo>
                  <a:cubicBezTo>
                    <a:pt x="18" y="36"/>
                    <a:pt x="15" y="37"/>
                    <a:pt x="12" y="37"/>
                  </a:cubicBezTo>
                  <a:cubicBezTo>
                    <a:pt x="5" y="37"/>
                    <a:pt x="0" y="32"/>
                    <a:pt x="0" y="26"/>
                  </a:cubicBezTo>
                  <a:cubicBezTo>
                    <a:pt x="0" y="19"/>
                    <a:pt x="5" y="14"/>
                    <a:pt x="12" y="14"/>
                  </a:cubicBezTo>
                  <a:cubicBezTo>
                    <a:pt x="15" y="14"/>
                    <a:pt x="18" y="15"/>
                    <a:pt x="20" y="17"/>
                  </a:cubicBezTo>
                  <a:cubicBezTo>
                    <a:pt x="20" y="17"/>
                    <a:pt x="20" y="17"/>
                    <a:pt x="20" y="17"/>
                  </a:cubicBezTo>
                  <a:cubicBezTo>
                    <a:pt x="20" y="17"/>
                    <a:pt x="20" y="17"/>
                    <a:pt x="20" y="17"/>
                  </a:cubicBezTo>
                  <a:cubicBezTo>
                    <a:pt x="20" y="17"/>
                    <a:pt x="21" y="17"/>
                    <a:pt x="21" y="18"/>
                  </a:cubicBezTo>
                  <a:cubicBezTo>
                    <a:pt x="30" y="12"/>
                    <a:pt x="30" y="12"/>
                    <a:pt x="30" y="12"/>
                  </a:cubicBezTo>
                  <a:cubicBezTo>
                    <a:pt x="30" y="11"/>
                    <a:pt x="29" y="10"/>
                    <a:pt x="29" y="9"/>
                  </a:cubicBezTo>
                  <a:cubicBezTo>
                    <a:pt x="29" y="4"/>
                    <a:pt x="33" y="0"/>
                    <a:pt x="38" y="0"/>
                  </a:cubicBezTo>
                  <a:cubicBezTo>
                    <a:pt x="43" y="0"/>
                    <a:pt x="47" y="4"/>
                    <a:pt x="47" y="9"/>
                  </a:cubicBezTo>
                  <a:cubicBezTo>
                    <a:pt x="47" y="14"/>
                    <a:pt x="43" y="18"/>
                    <a:pt x="38" y="18"/>
                  </a:cubicBezTo>
                  <a:cubicBezTo>
                    <a:pt x="36" y="18"/>
                    <a:pt x="34" y="17"/>
                    <a:pt x="32" y="15"/>
                  </a:cubicBezTo>
                  <a:cubicBezTo>
                    <a:pt x="32" y="15"/>
                    <a:pt x="32" y="15"/>
                    <a:pt x="32" y="15"/>
                  </a:cubicBezTo>
                  <a:cubicBezTo>
                    <a:pt x="23" y="21"/>
                    <a:pt x="23" y="21"/>
                    <a:pt x="23" y="21"/>
                  </a:cubicBezTo>
                  <a:cubicBezTo>
                    <a:pt x="23" y="22"/>
                    <a:pt x="24" y="24"/>
                    <a:pt x="24" y="26"/>
                  </a:cubicBezTo>
                  <a:cubicBezTo>
                    <a:pt x="24" y="27"/>
                    <a:pt x="23" y="29"/>
                    <a:pt x="23" y="30"/>
                  </a:cubicBezTo>
                  <a:cubicBezTo>
                    <a:pt x="32" y="36"/>
                    <a:pt x="32" y="36"/>
                    <a:pt x="32" y="36"/>
                  </a:cubicBezTo>
                  <a:cubicBezTo>
                    <a:pt x="32" y="36"/>
                    <a:pt x="32" y="36"/>
                    <a:pt x="32" y="36"/>
                  </a:cubicBezTo>
                  <a:cubicBezTo>
                    <a:pt x="32" y="36"/>
                    <a:pt x="32" y="36"/>
                    <a:pt x="32" y="36"/>
                  </a:cubicBezTo>
                  <a:cubicBezTo>
                    <a:pt x="32" y="36"/>
                    <a:pt x="32" y="36"/>
                    <a:pt x="32" y="36"/>
                  </a:cubicBezTo>
                  <a:cubicBezTo>
                    <a:pt x="34" y="34"/>
                    <a:pt x="36" y="33"/>
                    <a:pt x="38" y="33"/>
                  </a:cubicBezTo>
                  <a:close/>
                  <a:moveTo>
                    <a:pt x="42" y="38"/>
                  </a:moveTo>
                  <a:cubicBezTo>
                    <a:pt x="42" y="38"/>
                    <a:pt x="42" y="38"/>
                    <a:pt x="42" y="38"/>
                  </a:cubicBezTo>
                  <a:cubicBezTo>
                    <a:pt x="41" y="38"/>
                    <a:pt x="40" y="37"/>
                    <a:pt x="38" y="37"/>
                  </a:cubicBezTo>
                  <a:cubicBezTo>
                    <a:pt x="37" y="37"/>
                    <a:pt x="36" y="38"/>
                    <a:pt x="35" y="38"/>
                  </a:cubicBezTo>
                  <a:cubicBezTo>
                    <a:pt x="35" y="38"/>
                    <a:pt x="35" y="38"/>
                    <a:pt x="35" y="38"/>
                  </a:cubicBezTo>
                  <a:cubicBezTo>
                    <a:pt x="34" y="39"/>
                    <a:pt x="33" y="41"/>
                    <a:pt x="33" y="42"/>
                  </a:cubicBezTo>
                  <a:cubicBezTo>
                    <a:pt x="33" y="45"/>
                    <a:pt x="36" y="47"/>
                    <a:pt x="38" y="47"/>
                  </a:cubicBezTo>
                  <a:cubicBezTo>
                    <a:pt x="41" y="47"/>
                    <a:pt x="43" y="45"/>
                    <a:pt x="43" y="42"/>
                  </a:cubicBezTo>
                  <a:cubicBezTo>
                    <a:pt x="43" y="41"/>
                    <a:pt x="43" y="39"/>
                    <a:pt x="42" y="38"/>
                  </a:cubicBezTo>
                  <a:cubicBezTo>
                    <a:pt x="42" y="38"/>
                    <a:pt x="42" y="38"/>
                    <a:pt x="42" y="38"/>
                  </a:cubicBezTo>
                  <a:close/>
                  <a:moveTo>
                    <a:pt x="17" y="20"/>
                  </a:moveTo>
                  <a:cubicBezTo>
                    <a:pt x="17" y="20"/>
                    <a:pt x="17" y="20"/>
                    <a:pt x="17" y="20"/>
                  </a:cubicBezTo>
                  <a:cubicBezTo>
                    <a:pt x="16" y="18"/>
                    <a:pt x="14" y="18"/>
                    <a:pt x="12" y="18"/>
                  </a:cubicBezTo>
                  <a:cubicBezTo>
                    <a:pt x="7" y="18"/>
                    <a:pt x="4" y="21"/>
                    <a:pt x="4" y="26"/>
                  </a:cubicBezTo>
                  <a:cubicBezTo>
                    <a:pt x="4" y="30"/>
                    <a:pt x="7" y="34"/>
                    <a:pt x="12" y="34"/>
                  </a:cubicBezTo>
                  <a:cubicBezTo>
                    <a:pt x="14" y="34"/>
                    <a:pt x="16" y="33"/>
                    <a:pt x="17" y="31"/>
                  </a:cubicBezTo>
                  <a:cubicBezTo>
                    <a:pt x="17" y="31"/>
                    <a:pt x="17" y="31"/>
                    <a:pt x="17" y="31"/>
                  </a:cubicBezTo>
                  <a:cubicBezTo>
                    <a:pt x="19" y="30"/>
                    <a:pt x="20" y="28"/>
                    <a:pt x="20" y="26"/>
                  </a:cubicBezTo>
                  <a:cubicBezTo>
                    <a:pt x="20" y="23"/>
                    <a:pt x="19" y="21"/>
                    <a:pt x="17" y="20"/>
                  </a:cubicBezTo>
                  <a:cubicBezTo>
                    <a:pt x="17" y="20"/>
                    <a:pt x="17" y="20"/>
                    <a:pt x="17" y="20"/>
                  </a:cubicBezTo>
                  <a:close/>
                  <a:moveTo>
                    <a:pt x="38" y="4"/>
                  </a:moveTo>
                  <a:cubicBezTo>
                    <a:pt x="38" y="4"/>
                    <a:pt x="38" y="4"/>
                    <a:pt x="38" y="4"/>
                  </a:cubicBezTo>
                  <a:cubicBezTo>
                    <a:pt x="36" y="4"/>
                    <a:pt x="33" y="7"/>
                    <a:pt x="33" y="9"/>
                  </a:cubicBezTo>
                  <a:cubicBezTo>
                    <a:pt x="33" y="10"/>
                    <a:pt x="34" y="11"/>
                    <a:pt x="34" y="12"/>
                  </a:cubicBezTo>
                  <a:cubicBezTo>
                    <a:pt x="34" y="12"/>
                    <a:pt x="34" y="12"/>
                    <a:pt x="34" y="12"/>
                  </a:cubicBezTo>
                  <a:cubicBezTo>
                    <a:pt x="34" y="12"/>
                    <a:pt x="34" y="12"/>
                    <a:pt x="35" y="13"/>
                  </a:cubicBezTo>
                  <a:cubicBezTo>
                    <a:pt x="35" y="13"/>
                    <a:pt x="35" y="13"/>
                    <a:pt x="35" y="13"/>
                  </a:cubicBezTo>
                  <a:cubicBezTo>
                    <a:pt x="36" y="14"/>
                    <a:pt x="37" y="14"/>
                    <a:pt x="38" y="14"/>
                  </a:cubicBezTo>
                  <a:cubicBezTo>
                    <a:pt x="41" y="14"/>
                    <a:pt x="43" y="12"/>
                    <a:pt x="43" y="9"/>
                  </a:cubicBezTo>
                  <a:cubicBezTo>
                    <a:pt x="43" y="7"/>
                    <a:pt x="41" y="4"/>
                    <a:pt x="38" y="4"/>
                  </a:cubicBezTo>
                  <a:close/>
                </a:path>
              </a:pathLst>
            </a:custGeom>
            <a:solidFill>
              <a:schemeClr val="bg1"/>
            </a:solidFill>
            <a:ln>
              <a:noFill/>
            </a:ln>
            <a:effectLst/>
          </p:spPr>
          <p:txBody>
            <a:bodyPr wrap="square" lIns="19050" tIns="19050" rIns="19050" bIns="19050" anchor="ctr">
              <a:noAutofit/>
            </a:bodyPr>
            <a:lstStyle/>
            <a:p>
              <a:pPr lvl="0" algn="ctr" defTabSz="228600" fontAlgn="base" hangingPunct="0">
                <a:buClrTx/>
                <a:buSzTx/>
                <a:buFontTx/>
                <a:defRPr/>
              </a:pPr>
              <a:endParaRPr lang="en-US" noProof="0">
                <a:ln>
                  <a:noFill/>
                </a:ln>
                <a:solidFill>
                  <a:schemeClr val="tx1">
                    <a:lumMod val="85000"/>
                    <a:lumOff val="15000"/>
                  </a:schemeClr>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spTree>
    <p:extLst>
      <p:ext uri="{BB962C8B-B14F-4D97-AF65-F5344CB8AC3E}">
        <p14:creationId xmlns:p14="http://schemas.microsoft.com/office/powerpoint/2010/main" val="3794157654"/>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p15="http://schemas.microsoft.com/office/powerpoint/2012/main" xmlns:a16="http://schemas.microsoft.com/office/drawing/2014/main" xmlns="">
      <p:transition spd="slow" advClick="0" advTm="3000">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a:extLst>
              <a:ext uri="{FF2B5EF4-FFF2-40B4-BE49-F238E27FC236}">
                <a16:creationId xmlns:a16="http://schemas.microsoft.com/office/drawing/2014/main" id="{4E71A5EA-9125-4893-AA7C-B6D805B17CD0}"/>
              </a:ext>
            </a:extLst>
          </p:cNvPr>
          <p:cNvGrpSpPr/>
          <p:nvPr/>
        </p:nvGrpSpPr>
        <p:grpSpPr>
          <a:xfrm>
            <a:off x="1622707" y="363109"/>
            <a:ext cx="3570339" cy="646331"/>
            <a:chOff x="1622706" y="363107"/>
            <a:chExt cx="3570339" cy="646331"/>
          </a:xfrm>
        </p:grpSpPr>
        <p:sp>
          <p:nvSpPr>
            <p:cNvPr id="21" name="文本框 20">
              <a:extLst>
                <a:ext uri="{FF2B5EF4-FFF2-40B4-BE49-F238E27FC236}">
                  <a16:creationId xmlns:a16="http://schemas.microsoft.com/office/drawing/2014/main" id="{B5516726-0F90-43B2-8DF3-08B8B6FF4DEC}"/>
                </a:ext>
              </a:extLst>
            </p:cNvPr>
            <p:cNvSpPr txBox="1"/>
            <p:nvPr userDrawn="1"/>
          </p:nvSpPr>
          <p:spPr>
            <a:xfrm>
              <a:off x="1622706" y="363107"/>
              <a:ext cx="357033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工作完成情况</a:t>
              </a:r>
            </a:p>
          </p:txBody>
        </p:sp>
        <p:sp>
          <p:nvSpPr>
            <p:cNvPr id="22" name="文本框 21">
              <a:extLst>
                <a:ext uri="{FF2B5EF4-FFF2-40B4-BE49-F238E27FC236}">
                  <a16:creationId xmlns:a16="http://schemas.microsoft.com/office/drawing/2014/main" id="{E9449B76-0A31-4165-A290-17EAEB239F2C}"/>
                </a:ext>
              </a:extLst>
            </p:cNvPr>
            <p:cNvSpPr txBox="1"/>
            <p:nvPr userDrawn="1"/>
          </p:nvSpPr>
          <p:spPr>
            <a:xfrm>
              <a:off x="1622706" y="732439"/>
              <a:ext cx="357033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Use "Title Only" Layout</a:t>
              </a:r>
              <a:endParaRPr kumimoji="0" lang="zh-CN" altLang="en-US"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grpSp>
        <p:nvGrpSpPr>
          <p:cNvPr id="23" name="组合 22">
            <a:extLst>
              <a:ext uri="{FF2B5EF4-FFF2-40B4-BE49-F238E27FC236}">
                <a16:creationId xmlns:a16="http://schemas.microsoft.com/office/drawing/2014/main" id="{17BE9845-5BAF-4EFD-92FF-AE38066B000E}"/>
              </a:ext>
            </a:extLst>
          </p:cNvPr>
          <p:cNvGrpSpPr/>
          <p:nvPr/>
        </p:nvGrpSpPr>
        <p:grpSpPr>
          <a:xfrm>
            <a:off x="1287146" y="1737995"/>
            <a:ext cx="9573895" cy="4427220"/>
            <a:chOff x="2457" y="2017"/>
            <a:chExt cx="15077" cy="6972"/>
          </a:xfrm>
        </p:grpSpPr>
        <p:sp>
          <p:nvSpPr>
            <p:cNvPr id="24" name="矩形 23">
              <a:extLst>
                <a:ext uri="{FF2B5EF4-FFF2-40B4-BE49-F238E27FC236}">
                  <a16:creationId xmlns:a16="http://schemas.microsoft.com/office/drawing/2014/main" id="{09BAC4CA-7336-4D18-A7E8-5F8B2DDC86B9}"/>
                </a:ext>
              </a:extLst>
            </p:cNvPr>
            <p:cNvSpPr/>
            <p:nvPr/>
          </p:nvSpPr>
          <p:spPr>
            <a:xfrm rot="18900000">
              <a:off x="6014" y="3995"/>
              <a:ext cx="3641" cy="3641"/>
            </a:xfrm>
            <a:prstGeom prst="rect">
              <a:avLst/>
            </a:prstGeom>
            <a:solidFill>
              <a:srgbClr val="50D8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25" name="矩形 24">
              <a:extLst>
                <a:ext uri="{FF2B5EF4-FFF2-40B4-BE49-F238E27FC236}">
                  <a16:creationId xmlns:a16="http://schemas.microsoft.com/office/drawing/2014/main" id="{1CD778E7-8DBB-4490-B7FA-D48BF674B6E1}"/>
                </a:ext>
              </a:extLst>
            </p:cNvPr>
            <p:cNvSpPr/>
            <p:nvPr/>
          </p:nvSpPr>
          <p:spPr>
            <a:xfrm rot="18900000">
              <a:off x="9204" y="2560"/>
              <a:ext cx="2620" cy="2620"/>
            </a:xfrm>
            <a:prstGeom prst="rect">
              <a:avLst/>
            </a:prstGeom>
            <a:solidFill>
              <a:srgbClr val="28B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26" name="矩形 25">
              <a:extLst>
                <a:ext uri="{FF2B5EF4-FFF2-40B4-BE49-F238E27FC236}">
                  <a16:creationId xmlns:a16="http://schemas.microsoft.com/office/drawing/2014/main" id="{D30FC34B-946A-4EEF-9ED2-5798493959DA}"/>
                </a:ext>
              </a:extLst>
            </p:cNvPr>
            <p:cNvSpPr/>
            <p:nvPr/>
          </p:nvSpPr>
          <p:spPr>
            <a:xfrm rot="18900000">
              <a:off x="10978" y="4928"/>
              <a:ext cx="1802" cy="1802"/>
            </a:xfrm>
            <a:prstGeom prst="rect">
              <a:avLst/>
            </a:prstGeom>
            <a:solidFill>
              <a:srgbClr val="50D8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27" name="矩形 26">
              <a:extLst>
                <a:ext uri="{FF2B5EF4-FFF2-40B4-BE49-F238E27FC236}">
                  <a16:creationId xmlns:a16="http://schemas.microsoft.com/office/drawing/2014/main" id="{93381383-816B-44C5-8CD7-8D76520181D7}"/>
                </a:ext>
              </a:extLst>
            </p:cNvPr>
            <p:cNvSpPr/>
            <p:nvPr/>
          </p:nvSpPr>
          <p:spPr>
            <a:xfrm rot="18900000">
              <a:off x="9373" y="6391"/>
              <a:ext cx="2263" cy="2263"/>
            </a:xfrm>
            <a:prstGeom prst="rect">
              <a:avLst/>
            </a:prstGeom>
            <a:solidFill>
              <a:srgbClr val="28B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cxnSp>
          <p:nvCxnSpPr>
            <p:cNvPr id="28" name="直接连接符 27">
              <a:extLst>
                <a:ext uri="{FF2B5EF4-FFF2-40B4-BE49-F238E27FC236}">
                  <a16:creationId xmlns:a16="http://schemas.microsoft.com/office/drawing/2014/main" id="{F13B51A6-CCEB-4AA6-9E6E-04AC92FFCE18}"/>
                </a:ext>
              </a:extLst>
            </p:cNvPr>
            <p:cNvCxnSpPr/>
            <p:nvPr/>
          </p:nvCxnSpPr>
          <p:spPr>
            <a:xfrm flipH="1">
              <a:off x="11621" y="2649"/>
              <a:ext cx="2733" cy="0"/>
            </a:xfrm>
            <a:prstGeom prst="line">
              <a:avLst/>
            </a:prstGeom>
            <a:ln>
              <a:solidFill>
                <a:schemeClr val="bg1">
                  <a:lumMod val="65000"/>
                </a:schemeClr>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CA90CC15-C353-4570-BDF7-265B1CD88239}"/>
                </a:ext>
              </a:extLst>
            </p:cNvPr>
            <p:cNvCxnSpPr/>
            <p:nvPr/>
          </p:nvCxnSpPr>
          <p:spPr>
            <a:xfrm flipH="1">
              <a:off x="13336" y="5847"/>
              <a:ext cx="1018" cy="0"/>
            </a:xfrm>
            <a:prstGeom prst="line">
              <a:avLst/>
            </a:prstGeom>
            <a:ln>
              <a:solidFill>
                <a:schemeClr val="bg1">
                  <a:lumMod val="65000"/>
                </a:schemeClr>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FA2FCA44-F09C-41F9-9A61-12DB3BC65F8D}"/>
                </a:ext>
              </a:extLst>
            </p:cNvPr>
            <p:cNvCxnSpPr/>
            <p:nvPr/>
          </p:nvCxnSpPr>
          <p:spPr>
            <a:xfrm flipH="1">
              <a:off x="11621" y="8347"/>
              <a:ext cx="2733" cy="0"/>
            </a:xfrm>
            <a:prstGeom prst="line">
              <a:avLst/>
            </a:prstGeom>
            <a:ln>
              <a:solidFill>
                <a:schemeClr val="bg1">
                  <a:lumMod val="65000"/>
                </a:schemeClr>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31" name="Rectangle 60">
              <a:extLst>
                <a:ext uri="{FF2B5EF4-FFF2-40B4-BE49-F238E27FC236}">
                  <a16:creationId xmlns:a16="http://schemas.microsoft.com/office/drawing/2014/main" id="{6827FE16-003D-419B-A25D-4F6DBA31335A}"/>
                </a:ext>
              </a:extLst>
            </p:cNvPr>
            <p:cNvSpPr/>
            <p:nvPr/>
          </p:nvSpPr>
          <p:spPr>
            <a:xfrm>
              <a:off x="15032" y="2017"/>
              <a:ext cx="2354" cy="436"/>
            </a:xfrm>
            <a:prstGeom prst="rect">
              <a:avLst/>
            </a:prstGeom>
          </p:spPr>
          <p:txBody>
            <a:bodyPr wrap="square" lIns="0" tIns="0" rIns="0" bIns="0">
              <a:spAutoFit/>
            </a:bodyPr>
            <a:lstStyle/>
            <a:p>
              <a:pPr algn="ctr"/>
              <a:r>
                <a:rPr lang="zh-CN" altLang="en-US">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32" name="TextBox 59">
              <a:extLst>
                <a:ext uri="{FF2B5EF4-FFF2-40B4-BE49-F238E27FC236}">
                  <a16:creationId xmlns:a16="http://schemas.microsoft.com/office/drawing/2014/main" id="{C7EF5B4B-31B6-4056-B7EA-CE28B082F168}"/>
                </a:ext>
              </a:extLst>
            </p:cNvPr>
            <p:cNvSpPr txBox="1"/>
            <p:nvPr/>
          </p:nvSpPr>
          <p:spPr>
            <a:xfrm>
              <a:off x="14885" y="2588"/>
              <a:ext cx="2649" cy="872"/>
            </a:xfrm>
            <a:prstGeom prst="rect">
              <a:avLst/>
            </a:prstGeom>
            <a:noFill/>
          </p:spPr>
          <p:txBody>
            <a:bodyPr wrap="square" lIns="0" tIns="0" rIns="0" bIns="0" rtlCol="0">
              <a:spAutoFit/>
            </a:bodyPr>
            <a:lstStyle/>
            <a:p>
              <a:pPr algn="ctr" defTabSz="1219200">
                <a:lnSpc>
                  <a:spcPct val="120000"/>
                </a:lnSpc>
                <a:spcBef>
                  <a:spcPts val="20"/>
                </a:spcBef>
                <a:spcAft>
                  <a:spcPct val="0"/>
                </a:spcAft>
                <a:defRPr/>
              </a:pPr>
              <a:r>
                <a:rPr 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a:t>
              </a:r>
              <a:endParaRPr lang="zh-CN" alt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33" name="Rectangle 60">
              <a:extLst>
                <a:ext uri="{FF2B5EF4-FFF2-40B4-BE49-F238E27FC236}">
                  <a16:creationId xmlns:a16="http://schemas.microsoft.com/office/drawing/2014/main" id="{4965BAE6-320E-417A-AC52-4DD5A90FD048}"/>
                </a:ext>
              </a:extLst>
            </p:cNvPr>
            <p:cNvSpPr/>
            <p:nvPr/>
          </p:nvSpPr>
          <p:spPr>
            <a:xfrm>
              <a:off x="15032" y="5102"/>
              <a:ext cx="2354" cy="436"/>
            </a:xfrm>
            <a:prstGeom prst="rect">
              <a:avLst/>
            </a:prstGeom>
          </p:spPr>
          <p:txBody>
            <a:bodyPr wrap="square" lIns="0" tIns="0" rIns="0" bIns="0">
              <a:spAutoFit/>
            </a:bodyPr>
            <a:lstStyle/>
            <a:p>
              <a:pPr algn="ctr"/>
              <a:r>
                <a:rPr lang="zh-CN" altLang="en-US">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34" name="TextBox 59">
              <a:extLst>
                <a:ext uri="{FF2B5EF4-FFF2-40B4-BE49-F238E27FC236}">
                  <a16:creationId xmlns:a16="http://schemas.microsoft.com/office/drawing/2014/main" id="{0012F199-3BFB-4249-BD92-8F9610D39CD0}"/>
                </a:ext>
              </a:extLst>
            </p:cNvPr>
            <p:cNvSpPr txBox="1"/>
            <p:nvPr/>
          </p:nvSpPr>
          <p:spPr>
            <a:xfrm>
              <a:off x="14885" y="5672"/>
              <a:ext cx="2649" cy="872"/>
            </a:xfrm>
            <a:prstGeom prst="rect">
              <a:avLst/>
            </a:prstGeom>
            <a:noFill/>
          </p:spPr>
          <p:txBody>
            <a:bodyPr wrap="square" lIns="0" tIns="0" rIns="0" bIns="0" rtlCol="0">
              <a:spAutoFit/>
            </a:bodyPr>
            <a:lstStyle/>
            <a:p>
              <a:pPr algn="ctr" defTabSz="1219200">
                <a:lnSpc>
                  <a:spcPct val="120000"/>
                </a:lnSpc>
                <a:spcBef>
                  <a:spcPts val="20"/>
                </a:spcBef>
                <a:spcAft>
                  <a:spcPct val="0"/>
                </a:spcAft>
                <a:defRPr/>
              </a:pPr>
              <a:r>
                <a:rPr 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a:t>
              </a:r>
              <a:endParaRPr lang="zh-CN" alt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35" name="Rectangle 60">
              <a:extLst>
                <a:ext uri="{FF2B5EF4-FFF2-40B4-BE49-F238E27FC236}">
                  <a16:creationId xmlns:a16="http://schemas.microsoft.com/office/drawing/2014/main" id="{BBBEF0C4-B777-4371-B6A5-6C8AF5CA7BF0}"/>
                </a:ext>
              </a:extLst>
            </p:cNvPr>
            <p:cNvSpPr/>
            <p:nvPr/>
          </p:nvSpPr>
          <p:spPr>
            <a:xfrm>
              <a:off x="15032" y="7546"/>
              <a:ext cx="2354" cy="436"/>
            </a:xfrm>
            <a:prstGeom prst="rect">
              <a:avLst/>
            </a:prstGeom>
          </p:spPr>
          <p:txBody>
            <a:bodyPr wrap="square" lIns="0" tIns="0" rIns="0" bIns="0">
              <a:spAutoFit/>
            </a:bodyPr>
            <a:lstStyle/>
            <a:p>
              <a:pPr algn="ctr"/>
              <a:r>
                <a:rPr lang="zh-CN" altLang="en-US">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36" name="TextBox 59">
              <a:extLst>
                <a:ext uri="{FF2B5EF4-FFF2-40B4-BE49-F238E27FC236}">
                  <a16:creationId xmlns:a16="http://schemas.microsoft.com/office/drawing/2014/main" id="{9E9BDBA1-5420-467F-9F23-EF85E2C35816}"/>
                </a:ext>
              </a:extLst>
            </p:cNvPr>
            <p:cNvSpPr txBox="1"/>
            <p:nvPr/>
          </p:nvSpPr>
          <p:spPr>
            <a:xfrm>
              <a:off x="14885" y="8117"/>
              <a:ext cx="2649" cy="872"/>
            </a:xfrm>
            <a:prstGeom prst="rect">
              <a:avLst/>
            </a:prstGeom>
            <a:noFill/>
          </p:spPr>
          <p:txBody>
            <a:bodyPr wrap="square" lIns="0" tIns="0" rIns="0" bIns="0" rtlCol="0">
              <a:spAutoFit/>
            </a:bodyPr>
            <a:lstStyle/>
            <a:p>
              <a:pPr algn="ctr" defTabSz="1219200">
                <a:lnSpc>
                  <a:spcPct val="120000"/>
                </a:lnSpc>
                <a:spcBef>
                  <a:spcPts val="20"/>
                </a:spcBef>
                <a:spcAft>
                  <a:spcPct val="0"/>
                </a:spcAft>
                <a:defRPr/>
              </a:pPr>
              <a:r>
                <a:rPr 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a:t>
              </a:r>
              <a:endParaRPr lang="zh-CN" alt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37" name="Rectangle 60">
              <a:extLst>
                <a:ext uri="{FF2B5EF4-FFF2-40B4-BE49-F238E27FC236}">
                  <a16:creationId xmlns:a16="http://schemas.microsoft.com/office/drawing/2014/main" id="{F1A9799F-4413-4CC0-8781-E34AE3E01E92}"/>
                </a:ext>
              </a:extLst>
            </p:cNvPr>
            <p:cNvSpPr/>
            <p:nvPr/>
          </p:nvSpPr>
          <p:spPr>
            <a:xfrm>
              <a:off x="2511" y="5102"/>
              <a:ext cx="2354" cy="436"/>
            </a:xfrm>
            <a:prstGeom prst="rect">
              <a:avLst/>
            </a:prstGeom>
          </p:spPr>
          <p:txBody>
            <a:bodyPr wrap="square" lIns="0" tIns="0" rIns="0" bIns="0">
              <a:spAutoFit/>
            </a:bodyPr>
            <a:lstStyle/>
            <a:p>
              <a:pPr algn="ctr"/>
              <a:r>
                <a:rPr lang="zh-CN" altLang="en-US">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38" name="TextBox 59">
              <a:extLst>
                <a:ext uri="{FF2B5EF4-FFF2-40B4-BE49-F238E27FC236}">
                  <a16:creationId xmlns:a16="http://schemas.microsoft.com/office/drawing/2014/main" id="{3F37DA05-F1D7-4353-AE6D-2BE960BE4CCE}"/>
                </a:ext>
              </a:extLst>
            </p:cNvPr>
            <p:cNvSpPr txBox="1"/>
            <p:nvPr/>
          </p:nvSpPr>
          <p:spPr>
            <a:xfrm>
              <a:off x="2457" y="5672"/>
              <a:ext cx="2462" cy="1163"/>
            </a:xfrm>
            <a:prstGeom prst="rect">
              <a:avLst/>
            </a:prstGeom>
            <a:noFill/>
          </p:spPr>
          <p:txBody>
            <a:bodyPr wrap="square" lIns="0" tIns="0" rIns="0" bIns="0" rtlCol="0">
              <a:spAutoFit/>
            </a:bodyPr>
            <a:lstStyle/>
            <a:p>
              <a:pPr algn="ctr" defTabSz="1219200">
                <a:lnSpc>
                  <a:spcPct val="120000"/>
                </a:lnSpc>
                <a:spcBef>
                  <a:spcPts val="20"/>
                </a:spcBef>
                <a:spcAft>
                  <a:spcPct val="0"/>
                </a:spcAft>
                <a:defRPr/>
              </a:pPr>
              <a:r>
                <a:rPr 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a:t>
              </a:r>
              <a:endParaRPr lang="zh-CN" alt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39" name="Freeform 387">
              <a:extLst>
                <a:ext uri="{FF2B5EF4-FFF2-40B4-BE49-F238E27FC236}">
                  <a16:creationId xmlns:a16="http://schemas.microsoft.com/office/drawing/2014/main" id="{63B8822F-9114-40D7-8EDC-846F01BA7B75}"/>
                </a:ext>
              </a:extLst>
            </p:cNvPr>
            <p:cNvSpPr>
              <a:spLocks noEditPoints="1"/>
            </p:cNvSpPr>
            <p:nvPr/>
          </p:nvSpPr>
          <p:spPr bwMode="auto">
            <a:xfrm>
              <a:off x="10186" y="3394"/>
              <a:ext cx="667" cy="782"/>
            </a:xfrm>
            <a:custGeom>
              <a:avLst/>
              <a:gdLst/>
              <a:ahLst/>
              <a:cxnLst>
                <a:cxn ang="0">
                  <a:pos x="88900" y="107950"/>
                </a:cxn>
                <a:cxn ang="0">
                  <a:pos x="44450" y="107950"/>
                </a:cxn>
                <a:cxn ang="0">
                  <a:pos x="31750" y="111125"/>
                </a:cxn>
                <a:cxn ang="0">
                  <a:pos x="12700" y="139700"/>
                </a:cxn>
                <a:cxn ang="0">
                  <a:pos x="12700" y="146050"/>
                </a:cxn>
                <a:cxn ang="0">
                  <a:pos x="120650" y="146050"/>
                </a:cxn>
                <a:cxn ang="0">
                  <a:pos x="120650" y="139700"/>
                </a:cxn>
                <a:cxn ang="0">
                  <a:pos x="104775" y="114300"/>
                </a:cxn>
                <a:cxn ang="0">
                  <a:pos x="101600" y="111125"/>
                </a:cxn>
                <a:cxn ang="0">
                  <a:pos x="95250" y="107950"/>
                </a:cxn>
                <a:cxn ang="0">
                  <a:pos x="88900" y="107950"/>
                </a:cxn>
                <a:cxn ang="0">
                  <a:pos x="92075" y="95250"/>
                </a:cxn>
                <a:cxn ang="0">
                  <a:pos x="92075" y="95250"/>
                </a:cxn>
                <a:cxn ang="0">
                  <a:pos x="98425" y="95250"/>
                </a:cxn>
                <a:cxn ang="0">
                  <a:pos x="104775" y="98425"/>
                </a:cxn>
                <a:cxn ang="0">
                  <a:pos x="133350" y="139700"/>
                </a:cxn>
                <a:cxn ang="0">
                  <a:pos x="133350" y="149225"/>
                </a:cxn>
                <a:cxn ang="0">
                  <a:pos x="127000" y="155575"/>
                </a:cxn>
                <a:cxn ang="0">
                  <a:pos x="127000" y="155575"/>
                </a:cxn>
                <a:cxn ang="0">
                  <a:pos x="6350" y="155575"/>
                </a:cxn>
                <a:cxn ang="0">
                  <a:pos x="0" y="149225"/>
                </a:cxn>
                <a:cxn ang="0">
                  <a:pos x="0" y="149225"/>
                </a:cxn>
                <a:cxn ang="0">
                  <a:pos x="0" y="139700"/>
                </a:cxn>
                <a:cxn ang="0">
                  <a:pos x="25400" y="98425"/>
                </a:cxn>
                <a:cxn ang="0">
                  <a:pos x="38100" y="95250"/>
                </a:cxn>
                <a:cxn ang="0">
                  <a:pos x="12700" y="50800"/>
                </a:cxn>
                <a:cxn ang="0">
                  <a:pos x="66675" y="0"/>
                </a:cxn>
                <a:cxn ang="0">
                  <a:pos x="117475" y="50800"/>
                </a:cxn>
                <a:cxn ang="0">
                  <a:pos x="92075" y="95250"/>
                </a:cxn>
                <a:cxn ang="0">
                  <a:pos x="66675" y="9525"/>
                </a:cxn>
                <a:cxn ang="0">
                  <a:pos x="66675" y="9525"/>
                </a:cxn>
                <a:cxn ang="0">
                  <a:pos x="28575" y="34925"/>
                </a:cxn>
                <a:cxn ang="0">
                  <a:pos x="25400" y="50800"/>
                </a:cxn>
                <a:cxn ang="0">
                  <a:pos x="50800" y="88900"/>
                </a:cxn>
                <a:cxn ang="0">
                  <a:pos x="82550" y="88900"/>
                </a:cxn>
                <a:cxn ang="0">
                  <a:pos x="104775" y="50800"/>
                </a:cxn>
                <a:cxn ang="0">
                  <a:pos x="66675" y="9525"/>
                </a:cxn>
              </a:cxnLst>
              <a:rect l="0" t="0" r="0" b="0"/>
              <a:pathLst>
                <a:path w="42" h="49">
                  <a:moveTo>
                    <a:pt x="28" y="34"/>
                  </a:moveTo>
                  <a:cubicBezTo>
                    <a:pt x="14" y="34"/>
                    <a:pt x="14" y="34"/>
                    <a:pt x="14" y="34"/>
                  </a:cubicBezTo>
                  <a:cubicBezTo>
                    <a:pt x="12" y="34"/>
                    <a:pt x="11" y="34"/>
                    <a:pt x="10" y="35"/>
                  </a:cubicBezTo>
                  <a:cubicBezTo>
                    <a:pt x="6" y="36"/>
                    <a:pt x="4" y="40"/>
                    <a:pt x="4" y="44"/>
                  </a:cubicBezTo>
                  <a:cubicBezTo>
                    <a:pt x="4" y="46"/>
                    <a:pt x="4" y="46"/>
                    <a:pt x="4" y="46"/>
                  </a:cubicBezTo>
                  <a:cubicBezTo>
                    <a:pt x="38" y="46"/>
                    <a:pt x="38" y="46"/>
                    <a:pt x="38" y="46"/>
                  </a:cubicBezTo>
                  <a:cubicBezTo>
                    <a:pt x="38" y="44"/>
                    <a:pt x="38" y="44"/>
                    <a:pt x="38" y="44"/>
                  </a:cubicBezTo>
                  <a:cubicBezTo>
                    <a:pt x="38" y="41"/>
                    <a:pt x="36" y="37"/>
                    <a:pt x="33" y="36"/>
                  </a:cubicBezTo>
                  <a:cubicBezTo>
                    <a:pt x="33" y="35"/>
                    <a:pt x="32" y="35"/>
                    <a:pt x="32" y="35"/>
                  </a:cubicBezTo>
                  <a:cubicBezTo>
                    <a:pt x="31" y="34"/>
                    <a:pt x="31" y="34"/>
                    <a:pt x="30" y="34"/>
                  </a:cubicBezTo>
                  <a:cubicBezTo>
                    <a:pt x="29" y="34"/>
                    <a:pt x="29" y="34"/>
                    <a:pt x="28" y="34"/>
                  </a:cubicBezTo>
                  <a:close/>
                  <a:moveTo>
                    <a:pt x="29" y="30"/>
                  </a:moveTo>
                  <a:cubicBezTo>
                    <a:pt x="29" y="30"/>
                    <a:pt x="29" y="30"/>
                    <a:pt x="29" y="30"/>
                  </a:cubicBezTo>
                  <a:cubicBezTo>
                    <a:pt x="30" y="30"/>
                    <a:pt x="30" y="30"/>
                    <a:pt x="31" y="30"/>
                  </a:cubicBezTo>
                  <a:cubicBezTo>
                    <a:pt x="32" y="31"/>
                    <a:pt x="32" y="31"/>
                    <a:pt x="33" y="31"/>
                  </a:cubicBezTo>
                  <a:cubicBezTo>
                    <a:pt x="38" y="33"/>
                    <a:pt x="42" y="38"/>
                    <a:pt x="42" y="44"/>
                  </a:cubicBezTo>
                  <a:cubicBezTo>
                    <a:pt x="42" y="47"/>
                    <a:pt x="42" y="47"/>
                    <a:pt x="42" y="47"/>
                  </a:cubicBezTo>
                  <a:cubicBezTo>
                    <a:pt x="42" y="48"/>
                    <a:pt x="41" y="49"/>
                    <a:pt x="40" y="49"/>
                  </a:cubicBezTo>
                  <a:cubicBezTo>
                    <a:pt x="40" y="49"/>
                    <a:pt x="40" y="49"/>
                    <a:pt x="40" y="49"/>
                  </a:cubicBezTo>
                  <a:cubicBezTo>
                    <a:pt x="2" y="49"/>
                    <a:pt x="2" y="49"/>
                    <a:pt x="2" y="49"/>
                  </a:cubicBezTo>
                  <a:cubicBezTo>
                    <a:pt x="1" y="49"/>
                    <a:pt x="0" y="48"/>
                    <a:pt x="0" y="47"/>
                  </a:cubicBezTo>
                  <a:cubicBezTo>
                    <a:pt x="0" y="47"/>
                    <a:pt x="0" y="47"/>
                    <a:pt x="0" y="47"/>
                  </a:cubicBezTo>
                  <a:cubicBezTo>
                    <a:pt x="0" y="44"/>
                    <a:pt x="0" y="44"/>
                    <a:pt x="0" y="44"/>
                  </a:cubicBezTo>
                  <a:cubicBezTo>
                    <a:pt x="0" y="38"/>
                    <a:pt x="3" y="33"/>
                    <a:pt x="8" y="31"/>
                  </a:cubicBezTo>
                  <a:cubicBezTo>
                    <a:pt x="10" y="31"/>
                    <a:pt x="11" y="30"/>
                    <a:pt x="12" y="30"/>
                  </a:cubicBezTo>
                  <a:cubicBezTo>
                    <a:pt x="7" y="27"/>
                    <a:pt x="4" y="22"/>
                    <a:pt x="4" y="16"/>
                  </a:cubicBezTo>
                  <a:cubicBezTo>
                    <a:pt x="4" y="7"/>
                    <a:pt x="12" y="0"/>
                    <a:pt x="21" y="0"/>
                  </a:cubicBezTo>
                  <a:cubicBezTo>
                    <a:pt x="30" y="0"/>
                    <a:pt x="37" y="7"/>
                    <a:pt x="37" y="16"/>
                  </a:cubicBezTo>
                  <a:cubicBezTo>
                    <a:pt x="37" y="22"/>
                    <a:pt x="34" y="27"/>
                    <a:pt x="29" y="30"/>
                  </a:cubicBezTo>
                  <a:close/>
                  <a:moveTo>
                    <a:pt x="21" y="3"/>
                  </a:moveTo>
                  <a:cubicBezTo>
                    <a:pt x="21" y="3"/>
                    <a:pt x="21" y="3"/>
                    <a:pt x="21" y="3"/>
                  </a:cubicBezTo>
                  <a:cubicBezTo>
                    <a:pt x="16" y="3"/>
                    <a:pt x="11" y="6"/>
                    <a:pt x="9" y="11"/>
                  </a:cubicBezTo>
                  <a:cubicBezTo>
                    <a:pt x="9" y="13"/>
                    <a:pt x="8" y="14"/>
                    <a:pt x="8" y="16"/>
                  </a:cubicBezTo>
                  <a:cubicBezTo>
                    <a:pt x="8" y="21"/>
                    <a:pt x="11" y="26"/>
                    <a:pt x="16" y="28"/>
                  </a:cubicBezTo>
                  <a:cubicBezTo>
                    <a:pt x="19" y="29"/>
                    <a:pt x="23" y="29"/>
                    <a:pt x="26" y="28"/>
                  </a:cubicBezTo>
                  <a:cubicBezTo>
                    <a:pt x="30" y="26"/>
                    <a:pt x="33" y="21"/>
                    <a:pt x="33" y="16"/>
                  </a:cubicBezTo>
                  <a:cubicBezTo>
                    <a:pt x="33" y="9"/>
                    <a:pt x="28" y="3"/>
                    <a:pt x="21" y="3"/>
                  </a:cubicBezTo>
                  <a:close/>
                </a:path>
              </a:pathLst>
            </a:custGeom>
            <a:solidFill>
              <a:schemeClr val="bg1"/>
            </a:solidFill>
            <a:ln>
              <a:noFill/>
            </a:ln>
            <a:effectLst/>
          </p:spPr>
          <p:txBody>
            <a:bodyPr wrap="square" lIns="19050" tIns="19050" rIns="19050" bIns="19050" anchor="ctr">
              <a:noAutofit/>
            </a:bodyPr>
            <a:lstStyle/>
            <a:p>
              <a:pPr lvl="0" algn="ctr" defTabSz="228600" fontAlgn="base" hangingPunct="0">
                <a:buClrTx/>
                <a:buSzTx/>
                <a:buFontTx/>
                <a:defRPr/>
              </a:pPr>
              <a:endParaRPr lang="en-US" sz="1600" noProof="0">
                <a:ln>
                  <a:noFill/>
                </a:ln>
                <a:solidFill>
                  <a:schemeClr val="tx1">
                    <a:lumMod val="85000"/>
                    <a:lumOff val="15000"/>
                  </a:schemeClr>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0" name="Freeform 17">
              <a:extLst>
                <a:ext uri="{FF2B5EF4-FFF2-40B4-BE49-F238E27FC236}">
                  <a16:creationId xmlns:a16="http://schemas.microsoft.com/office/drawing/2014/main" id="{5C1BC01D-593E-47CF-9C79-FD59F146565A}"/>
                </a:ext>
              </a:extLst>
            </p:cNvPr>
            <p:cNvSpPr>
              <a:spLocks noEditPoints="1"/>
            </p:cNvSpPr>
            <p:nvPr/>
          </p:nvSpPr>
          <p:spPr bwMode="auto">
            <a:xfrm>
              <a:off x="11417" y="5396"/>
              <a:ext cx="864" cy="797"/>
            </a:xfrm>
            <a:custGeom>
              <a:avLst/>
              <a:gdLst>
                <a:gd name="T0" fmla="*/ 1120 w 2069"/>
                <a:gd name="T1" fmla="*/ 0 h 1899"/>
                <a:gd name="T2" fmla="*/ 189 w 2069"/>
                <a:gd name="T3" fmla="*/ 777 h 1899"/>
                <a:gd name="T4" fmla="*/ 0 w 2069"/>
                <a:gd name="T5" fmla="*/ 777 h 1899"/>
                <a:gd name="T6" fmla="*/ 259 w 2069"/>
                <a:gd name="T7" fmla="*/ 1122 h 1899"/>
                <a:gd name="T8" fmla="*/ 517 w 2069"/>
                <a:gd name="T9" fmla="*/ 777 h 1899"/>
                <a:gd name="T10" fmla="*/ 362 w 2069"/>
                <a:gd name="T11" fmla="*/ 777 h 1899"/>
                <a:gd name="T12" fmla="*/ 1120 w 2069"/>
                <a:gd name="T13" fmla="*/ 173 h 1899"/>
                <a:gd name="T14" fmla="*/ 1896 w 2069"/>
                <a:gd name="T15" fmla="*/ 950 h 1899"/>
                <a:gd name="T16" fmla="*/ 1120 w 2069"/>
                <a:gd name="T17" fmla="*/ 1727 h 1899"/>
                <a:gd name="T18" fmla="*/ 477 w 2069"/>
                <a:gd name="T19" fmla="*/ 1381 h 1899"/>
                <a:gd name="T20" fmla="*/ 276 w 2069"/>
                <a:gd name="T21" fmla="*/ 1381 h 1899"/>
                <a:gd name="T22" fmla="*/ 1120 w 2069"/>
                <a:gd name="T23" fmla="*/ 1899 h 1899"/>
                <a:gd name="T24" fmla="*/ 2069 w 2069"/>
                <a:gd name="T25" fmla="*/ 950 h 1899"/>
                <a:gd name="T26" fmla="*/ 1120 w 2069"/>
                <a:gd name="T27" fmla="*/ 0 h 1899"/>
                <a:gd name="T28" fmla="*/ 1080 w 2069"/>
                <a:gd name="T29" fmla="*/ 345 h 1899"/>
                <a:gd name="T30" fmla="*/ 1080 w 2069"/>
                <a:gd name="T31" fmla="*/ 978 h 1899"/>
                <a:gd name="T32" fmla="*/ 1528 w 2069"/>
                <a:gd name="T33" fmla="*/ 1243 h 1899"/>
                <a:gd name="T34" fmla="*/ 1569 w 2069"/>
                <a:gd name="T35" fmla="*/ 1168 h 1899"/>
                <a:gd name="T36" fmla="*/ 1166 w 2069"/>
                <a:gd name="T37" fmla="*/ 926 h 1899"/>
                <a:gd name="T38" fmla="*/ 1166 w 2069"/>
                <a:gd name="T39" fmla="*/ 345 h 1899"/>
                <a:gd name="T40" fmla="*/ 1080 w 2069"/>
                <a:gd name="T41" fmla="*/ 345 h 1899"/>
                <a:gd name="T42" fmla="*/ 1080 w 2069"/>
                <a:gd name="T43" fmla="*/ 345 h 1899"/>
                <a:gd name="T44" fmla="*/ 1080 w 2069"/>
                <a:gd name="T45" fmla="*/ 345 h 18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69" h="1899">
                  <a:moveTo>
                    <a:pt x="1120" y="0"/>
                  </a:moveTo>
                  <a:cubicBezTo>
                    <a:pt x="655" y="0"/>
                    <a:pt x="270" y="334"/>
                    <a:pt x="189" y="777"/>
                  </a:cubicBezTo>
                  <a:cubicBezTo>
                    <a:pt x="0" y="777"/>
                    <a:pt x="0" y="777"/>
                    <a:pt x="0" y="777"/>
                  </a:cubicBezTo>
                  <a:cubicBezTo>
                    <a:pt x="259" y="1122"/>
                    <a:pt x="259" y="1122"/>
                    <a:pt x="259" y="1122"/>
                  </a:cubicBezTo>
                  <a:cubicBezTo>
                    <a:pt x="517" y="777"/>
                    <a:pt x="517" y="777"/>
                    <a:pt x="517" y="777"/>
                  </a:cubicBezTo>
                  <a:cubicBezTo>
                    <a:pt x="362" y="777"/>
                    <a:pt x="362" y="777"/>
                    <a:pt x="362" y="777"/>
                  </a:cubicBezTo>
                  <a:cubicBezTo>
                    <a:pt x="442" y="432"/>
                    <a:pt x="747" y="173"/>
                    <a:pt x="1120" y="173"/>
                  </a:cubicBezTo>
                  <a:cubicBezTo>
                    <a:pt x="1552" y="173"/>
                    <a:pt x="1896" y="518"/>
                    <a:pt x="1896" y="950"/>
                  </a:cubicBezTo>
                  <a:cubicBezTo>
                    <a:pt x="1896" y="1381"/>
                    <a:pt x="1552" y="1727"/>
                    <a:pt x="1120" y="1727"/>
                  </a:cubicBezTo>
                  <a:cubicBezTo>
                    <a:pt x="850" y="1727"/>
                    <a:pt x="615" y="1588"/>
                    <a:pt x="477" y="1381"/>
                  </a:cubicBezTo>
                  <a:cubicBezTo>
                    <a:pt x="276" y="1381"/>
                    <a:pt x="276" y="1381"/>
                    <a:pt x="276" y="1381"/>
                  </a:cubicBezTo>
                  <a:cubicBezTo>
                    <a:pt x="431" y="1686"/>
                    <a:pt x="753" y="1899"/>
                    <a:pt x="1120" y="1899"/>
                  </a:cubicBezTo>
                  <a:cubicBezTo>
                    <a:pt x="1643" y="1899"/>
                    <a:pt x="2069" y="1473"/>
                    <a:pt x="2069" y="950"/>
                  </a:cubicBezTo>
                  <a:cubicBezTo>
                    <a:pt x="2069" y="426"/>
                    <a:pt x="1643" y="0"/>
                    <a:pt x="1120" y="0"/>
                  </a:cubicBezTo>
                  <a:close/>
                  <a:moveTo>
                    <a:pt x="1080" y="345"/>
                  </a:moveTo>
                  <a:cubicBezTo>
                    <a:pt x="1080" y="978"/>
                    <a:pt x="1080" y="978"/>
                    <a:pt x="1080" y="978"/>
                  </a:cubicBezTo>
                  <a:cubicBezTo>
                    <a:pt x="1528" y="1243"/>
                    <a:pt x="1528" y="1243"/>
                    <a:pt x="1528" y="1243"/>
                  </a:cubicBezTo>
                  <a:cubicBezTo>
                    <a:pt x="1569" y="1168"/>
                    <a:pt x="1569" y="1168"/>
                    <a:pt x="1569" y="1168"/>
                  </a:cubicBezTo>
                  <a:cubicBezTo>
                    <a:pt x="1166" y="926"/>
                    <a:pt x="1166" y="926"/>
                    <a:pt x="1166" y="926"/>
                  </a:cubicBezTo>
                  <a:cubicBezTo>
                    <a:pt x="1166" y="345"/>
                    <a:pt x="1166" y="345"/>
                    <a:pt x="1166" y="345"/>
                  </a:cubicBezTo>
                  <a:lnTo>
                    <a:pt x="1080" y="345"/>
                  </a:lnTo>
                  <a:close/>
                  <a:moveTo>
                    <a:pt x="1080" y="345"/>
                  </a:moveTo>
                  <a:cubicBezTo>
                    <a:pt x="1080" y="345"/>
                    <a:pt x="1080" y="345"/>
                    <a:pt x="1080" y="345"/>
                  </a:cubicBezTo>
                </a:path>
              </a:pathLst>
            </a:custGeom>
            <a:solidFill>
              <a:schemeClr val="bg1"/>
            </a:solidFill>
            <a:ln>
              <a:noFill/>
            </a:ln>
            <a:effectLst/>
          </p:spPr>
          <p:txBody>
            <a:bodyPr vert="horz" wrap="square" lIns="121920" tIns="60960" rIns="121920" bIns="60960" numCol="1" anchor="t" anchorCtr="0" compatLnSpc="1"/>
            <a:lstStyle/>
            <a:p>
              <a:pPr defTabSz="1219200" eaLnBrk="0" fontAlgn="base" hangingPunct="0">
                <a:spcBef>
                  <a:spcPct val="0"/>
                </a:spcBef>
                <a:spcAft>
                  <a:spcPct val="0"/>
                </a:spcAft>
              </a:pPr>
              <a:endParaRPr lang="zh-CN" altLang="en-US" sz="2800">
                <a:solidFill>
                  <a:schemeClr val="tx1">
                    <a:lumMod val="85000"/>
                    <a:lumOff val="15000"/>
                  </a:schemeClr>
                </a:solidFill>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41" name="Freeform 83">
              <a:extLst>
                <a:ext uri="{FF2B5EF4-FFF2-40B4-BE49-F238E27FC236}">
                  <a16:creationId xmlns:a16="http://schemas.microsoft.com/office/drawing/2014/main" id="{1065C87A-E1B1-41CB-A973-A9A310B7CABC}"/>
                </a:ext>
              </a:extLst>
            </p:cNvPr>
            <p:cNvSpPr>
              <a:spLocks noEditPoints="1"/>
            </p:cNvSpPr>
            <p:nvPr/>
          </p:nvSpPr>
          <p:spPr bwMode="auto">
            <a:xfrm>
              <a:off x="7390" y="5285"/>
              <a:ext cx="935" cy="1056"/>
            </a:xfrm>
            <a:custGeom>
              <a:avLst/>
              <a:gdLst/>
              <a:ahLst/>
              <a:cxnLst>
                <a:cxn ang="0">
                  <a:pos x="79375" y="0"/>
                </a:cxn>
                <a:cxn ang="0">
                  <a:pos x="127000" y="22225"/>
                </a:cxn>
                <a:cxn ang="0">
                  <a:pos x="136525" y="111125"/>
                </a:cxn>
                <a:cxn ang="0">
                  <a:pos x="104775" y="136525"/>
                </a:cxn>
                <a:cxn ang="0">
                  <a:pos x="82550" y="158750"/>
                </a:cxn>
                <a:cxn ang="0">
                  <a:pos x="73025" y="158750"/>
                </a:cxn>
                <a:cxn ang="0">
                  <a:pos x="73025" y="158750"/>
                </a:cxn>
                <a:cxn ang="0">
                  <a:pos x="73025" y="158750"/>
                </a:cxn>
                <a:cxn ang="0">
                  <a:pos x="50800" y="136525"/>
                </a:cxn>
                <a:cxn ang="0">
                  <a:pos x="19050" y="111125"/>
                </a:cxn>
                <a:cxn ang="0">
                  <a:pos x="28575" y="22225"/>
                </a:cxn>
                <a:cxn ang="0">
                  <a:pos x="79375" y="0"/>
                </a:cxn>
                <a:cxn ang="0">
                  <a:pos x="79375" y="34925"/>
                </a:cxn>
                <a:cxn ang="0">
                  <a:pos x="79375" y="34925"/>
                </a:cxn>
                <a:cxn ang="0">
                  <a:pos x="101600" y="44450"/>
                </a:cxn>
                <a:cxn ang="0">
                  <a:pos x="114300" y="69850"/>
                </a:cxn>
                <a:cxn ang="0">
                  <a:pos x="101600" y="95250"/>
                </a:cxn>
                <a:cxn ang="0">
                  <a:pos x="79375" y="104775"/>
                </a:cxn>
                <a:cxn ang="0">
                  <a:pos x="53975" y="95250"/>
                </a:cxn>
                <a:cxn ang="0">
                  <a:pos x="41275" y="69850"/>
                </a:cxn>
                <a:cxn ang="0">
                  <a:pos x="53975" y="44450"/>
                </a:cxn>
                <a:cxn ang="0">
                  <a:pos x="79375" y="34925"/>
                </a:cxn>
                <a:cxn ang="0">
                  <a:pos x="98425" y="50800"/>
                </a:cxn>
                <a:cxn ang="0">
                  <a:pos x="98425" y="50800"/>
                </a:cxn>
                <a:cxn ang="0">
                  <a:pos x="79375" y="41275"/>
                </a:cxn>
                <a:cxn ang="0">
                  <a:pos x="57150" y="50800"/>
                </a:cxn>
                <a:cxn ang="0">
                  <a:pos x="50800" y="69850"/>
                </a:cxn>
                <a:cxn ang="0">
                  <a:pos x="57150" y="88900"/>
                </a:cxn>
                <a:cxn ang="0">
                  <a:pos x="79375" y="98425"/>
                </a:cxn>
                <a:cxn ang="0">
                  <a:pos x="98425" y="88900"/>
                </a:cxn>
                <a:cxn ang="0">
                  <a:pos x="104775" y="69850"/>
                </a:cxn>
                <a:cxn ang="0">
                  <a:pos x="98425" y="50800"/>
                </a:cxn>
                <a:cxn ang="0">
                  <a:pos x="117475" y="28575"/>
                </a:cxn>
                <a:cxn ang="0">
                  <a:pos x="117475" y="28575"/>
                </a:cxn>
                <a:cxn ang="0">
                  <a:pos x="79375" y="12700"/>
                </a:cxn>
                <a:cxn ang="0">
                  <a:pos x="38100" y="28575"/>
                </a:cxn>
                <a:cxn ang="0">
                  <a:pos x="28575" y="104775"/>
                </a:cxn>
                <a:cxn ang="0">
                  <a:pos x="57150" y="123825"/>
                </a:cxn>
                <a:cxn ang="0">
                  <a:pos x="60325" y="127000"/>
                </a:cxn>
                <a:cxn ang="0">
                  <a:pos x="79375" y="146050"/>
                </a:cxn>
                <a:cxn ang="0">
                  <a:pos x="95250" y="127000"/>
                </a:cxn>
                <a:cxn ang="0">
                  <a:pos x="98425" y="123825"/>
                </a:cxn>
                <a:cxn ang="0">
                  <a:pos x="127000" y="104775"/>
                </a:cxn>
                <a:cxn ang="0">
                  <a:pos x="117475" y="28575"/>
                </a:cxn>
              </a:cxnLst>
              <a:rect l="0" t="0" r="0" b="0"/>
              <a:pathLst>
                <a:path w="49" h="51">
                  <a:moveTo>
                    <a:pt x="25" y="0"/>
                  </a:moveTo>
                  <a:cubicBezTo>
                    <a:pt x="31" y="0"/>
                    <a:pt x="36" y="3"/>
                    <a:pt x="40" y="7"/>
                  </a:cubicBezTo>
                  <a:cubicBezTo>
                    <a:pt x="48" y="14"/>
                    <a:pt x="49" y="26"/>
                    <a:pt x="43" y="35"/>
                  </a:cubicBezTo>
                  <a:cubicBezTo>
                    <a:pt x="40" y="38"/>
                    <a:pt x="37" y="41"/>
                    <a:pt x="33" y="43"/>
                  </a:cubicBezTo>
                  <a:cubicBezTo>
                    <a:pt x="26" y="50"/>
                    <a:pt x="26" y="50"/>
                    <a:pt x="26" y="50"/>
                  </a:cubicBezTo>
                  <a:cubicBezTo>
                    <a:pt x="25" y="51"/>
                    <a:pt x="24" y="51"/>
                    <a:pt x="23" y="50"/>
                  </a:cubicBezTo>
                  <a:cubicBezTo>
                    <a:pt x="23" y="50"/>
                    <a:pt x="23" y="50"/>
                    <a:pt x="23" y="50"/>
                  </a:cubicBezTo>
                  <a:cubicBezTo>
                    <a:pt x="23" y="50"/>
                    <a:pt x="23" y="50"/>
                    <a:pt x="23" y="50"/>
                  </a:cubicBezTo>
                  <a:cubicBezTo>
                    <a:pt x="16" y="43"/>
                    <a:pt x="16" y="43"/>
                    <a:pt x="16" y="43"/>
                  </a:cubicBezTo>
                  <a:cubicBezTo>
                    <a:pt x="12" y="41"/>
                    <a:pt x="9" y="38"/>
                    <a:pt x="6" y="35"/>
                  </a:cubicBezTo>
                  <a:cubicBezTo>
                    <a:pt x="0" y="26"/>
                    <a:pt x="1" y="14"/>
                    <a:pt x="9" y="7"/>
                  </a:cubicBezTo>
                  <a:cubicBezTo>
                    <a:pt x="13" y="3"/>
                    <a:pt x="18" y="0"/>
                    <a:pt x="25" y="0"/>
                  </a:cubicBezTo>
                  <a:close/>
                  <a:moveTo>
                    <a:pt x="25" y="11"/>
                  </a:moveTo>
                  <a:cubicBezTo>
                    <a:pt x="25" y="11"/>
                    <a:pt x="25" y="11"/>
                    <a:pt x="25" y="11"/>
                  </a:cubicBezTo>
                  <a:cubicBezTo>
                    <a:pt x="28" y="11"/>
                    <a:pt x="30" y="12"/>
                    <a:pt x="32" y="14"/>
                  </a:cubicBezTo>
                  <a:cubicBezTo>
                    <a:pt x="34" y="16"/>
                    <a:pt x="36" y="19"/>
                    <a:pt x="36" y="22"/>
                  </a:cubicBezTo>
                  <a:cubicBezTo>
                    <a:pt x="36" y="25"/>
                    <a:pt x="34" y="28"/>
                    <a:pt x="32" y="30"/>
                  </a:cubicBezTo>
                  <a:cubicBezTo>
                    <a:pt x="30" y="32"/>
                    <a:pt x="28" y="33"/>
                    <a:pt x="25" y="33"/>
                  </a:cubicBezTo>
                  <a:cubicBezTo>
                    <a:pt x="21" y="33"/>
                    <a:pt x="19" y="32"/>
                    <a:pt x="17" y="30"/>
                  </a:cubicBezTo>
                  <a:cubicBezTo>
                    <a:pt x="15" y="28"/>
                    <a:pt x="13" y="25"/>
                    <a:pt x="13" y="22"/>
                  </a:cubicBezTo>
                  <a:cubicBezTo>
                    <a:pt x="13" y="19"/>
                    <a:pt x="15" y="16"/>
                    <a:pt x="17" y="14"/>
                  </a:cubicBezTo>
                  <a:cubicBezTo>
                    <a:pt x="19" y="12"/>
                    <a:pt x="21" y="11"/>
                    <a:pt x="25" y="11"/>
                  </a:cubicBezTo>
                  <a:close/>
                  <a:moveTo>
                    <a:pt x="31" y="16"/>
                  </a:moveTo>
                  <a:cubicBezTo>
                    <a:pt x="31" y="16"/>
                    <a:pt x="31" y="16"/>
                    <a:pt x="31" y="16"/>
                  </a:cubicBezTo>
                  <a:cubicBezTo>
                    <a:pt x="29" y="14"/>
                    <a:pt x="27" y="13"/>
                    <a:pt x="25" y="13"/>
                  </a:cubicBezTo>
                  <a:cubicBezTo>
                    <a:pt x="22" y="13"/>
                    <a:pt x="20" y="14"/>
                    <a:pt x="18" y="16"/>
                  </a:cubicBezTo>
                  <a:cubicBezTo>
                    <a:pt x="17" y="18"/>
                    <a:pt x="16" y="20"/>
                    <a:pt x="16" y="22"/>
                  </a:cubicBezTo>
                  <a:cubicBezTo>
                    <a:pt x="16" y="25"/>
                    <a:pt x="17" y="27"/>
                    <a:pt x="18" y="28"/>
                  </a:cubicBezTo>
                  <a:cubicBezTo>
                    <a:pt x="20" y="30"/>
                    <a:pt x="22" y="31"/>
                    <a:pt x="25" y="31"/>
                  </a:cubicBezTo>
                  <a:cubicBezTo>
                    <a:pt x="27" y="31"/>
                    <a:pt x="29" y="30"/>
                    <a:pt x="31" y="28"/>
                  </a:cubicBezTo>
                  <a:cubicBezTo>
                    <a:pt x="32" y="27"/>
                    <a:pt x="33" y="25"/>
                    <a:pt x="33" y="22"/>
                  </a:cubicBezTo>
                  <a:cubicBezTo>
                    <a:pt x="33" y="20"/>
                    <a:pt x="32" y="18"/>
                    <a:pt x="31" y="16"/>
                  </a:cubicBezTo>
                  <a:close/>
                  <a:moveTo>
                    <a:pt x="37" y="9"/>
                  </a:moveTo>
                  <a:cubicBezTo>
                    <a:pt x="37" y="9"/>
                    <a:pt x="37" y="9"/>
                    <a:pt x="37" y="9"/>
                  </a:cubicBezTo>
                  <a:cubicBezTo>
                    <a:pt x="34" y="6"/>
                    <a:pt x="30" y="4"/>
                    <a:pt x="25" y="4"/>
                  </a:cubicBezTo>
                  <a:cubicBezTo>
                    <a:pt x="19" y="4"/>
                    <a:pt x="15" y="6"/>
                    <a:pt x="12" y="9"/>
                  </a:cubicBezTo>
                  <a:cubicBezTo>
                    <a:pt x="5" y="16"/>
                    <a:pt x="5" y="25"/>
                    <a:pt x="9" y="33"/>
                  </a:cubicBezTo>
                  <a:cubicBezTo>
                    <a:pt x="12" y="36"/>
                    <a:pt x="14" y="38"/>
                    <a:pt x="18" y="39"/>
                  </a:cubicBezTo>
                  <a:cubicBezTo>
                    <a:pt x="18" y="39"/>
                    <a:pt x="18" y="39"/>
                    <a:pt x="19" y="40"/>
                  </a:cubicBezTo>
                  <a:cubicBezTo>
                    <a:pt x="25" y="46"/>
                    <a:pt x="25" y="46"/>
                    <a:pt x="25" y="46"/>
                  </a:cubicBezTo>
                  <a:cubicBezTo>
                    <a:pt x="30" y="40"/>
                    <a:pt x="30" y="40"/>
                    <a:pt x="30" y="40"/>
                  </a:cubicBezTo>
                  <a:cubicBezTo>
                    <a:pt x="31" y="39"/>
                    <a:pt x="31" y="39"/>
                    <a:pt x="31" y="39"/>
                  </a:cubicBezTo>
                  <a:cubicBezTo>
                    <a:pt x="35" y="38"/>
                    <a:pt x="37" y="36"/>
                    <a:pt x="40" y="33"/>
                  </a:cubicBezTo>
                  <a:cubicBezTo>
                    <a:pt x="44" y="25"/>
                    <a:pt x="44" y="16"/>
                    <a:pt x="37" y="9"/>
                  </a:cubicBezTo>
                  <a:close/>
                </a:path>
              </a:pathLst>
            </a:custGeom>
            <a:solidFill>
              <a:schemeClr val="bg1"/>
            </a:solidFill>
            <a:ln>
              <a:noFill/>
            </a:ln>
            <a:effectLst/>
          </p:spPr>
          <p:txBody>
            <a:bodyPr wrap="square" lIns="19050" tIns="19050" rIns="19050" bIns="19050" anchor="ctr">
              <a:noAutofit/>
            </a:bodyPr>
            <a:lstStyle/>
            <a:p>
              <a:pPr lvl="0" algn="ctr" defTabSz="228600" fontAlgn="base" hangingPunct="0">
                <a:buClrTx/>
                <a:buSzTx/>
                <a:buFontTx/>
                <a:defRPr/>
              </a:pPr>
              <a:endParaRPr lang="en-US" sz="1600" noProof="0">
                <a:ln>
                  <a:noFill/>
                </a:ln>
                <a:solidFill>
                  <a:schemeClr val="tx1">
                    <a:lumMod val="85000"/>
                    <a:lumOff val="15000"/>
                  </a:schemeClr>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2" name="Freeform 160">
              <a:extLst>
                <a:ext uri="{FF2B5EF4-FFF2-40B4-BE49-F238E27FC236}">
                  <a16:creationId xmlns:a16="http://schemas.microsoft.com/office/drawing/2014/main" id="{5D7B2E3E-77B7-4FF9-9EC5-53A99DFA5D2C}"/>
                </a:ext>
              </a:extLst>
            </p:cNvPr>
            <p:cNvSpPr>
              <a:spLocks noEditPoints="1"/>
            </p:cNvSpPr>
            <p:nvPr/>
          </p:nvSpPr>
          <p:spPr bwMode="auto">
            <a:xfrm>
              <a:off x="10105" y="6972"/>
              <a:ext cx="830" cy="961"/>
            </a:xfrm>
            <a:custGeom>
              <a:avLst/>
              <a:gdLst/>
              <a:ahLst/>
              <a:cxnLst>
                <a:cxn ang="0">
                  <a:pos x="121934" y="104775"/>
                </a:cxn>
                <a:cxn ang="0">
                  <a:pos x="141187" y="114300"/>
                </a:cxn>
                <a:cxn ang="0">
                  <a:pos x="141187" y="114300"/>
                </a:cxn>
                <a:cxn ang="0">
                  <a:pos x="150813" y="133350"/>
                </a:cxn>
                <a:cxn ang="0">
                  <a:pos x="121934" y="161925"/>
                </a:cxn>
                <a:cxn ang="0">
                  <a:pos x="93055" y="133350"/>
                </a:cxn>
                <a:cxn ang="0">
                  <a:pos x="96264" y="123825"/>
                </a:cxn>
                <a:cxn ang="0">
                  <a:pos x="67385" y="107950"/>
                </a:cxn>
                <a:cxn ang="0">
                  <a:pos x="64176" y="107950"/>
                </a:cxn>
                <a:cxn ang="0">
                  <a:pos x="64176" y="107950"/>
                </a:cxn>
                <a:cxn ang="0">
                  <a:pos x="38505" y="117475"/>
                </a:cxn>
                <a:cxn ang="0">
                  <a:pos x="0" y="82550"/>
                </a:cxn>
                <a:cxn ang="0">
                  <a:pos x="38505" y="44450"/>
                </a:cxn>
                <a:cxn ang="0">
                  <a:pos x="64176" y="53975"/>
                </a:cxn>
                <a:cxn ang="0">
                  <a:pos x="64176" y="53975"/>
                </a:cxn>
                <a:cxn ang="0">
                  <a:pos x="64176" y="53975"/>
                </a:cxn>
                <a:cxn ang="0">
                  <a:pos x="67385" y="57150"/>
                </a:cxn>
                <a:cxn ang="0">
                  <a:pos x="96264" y="38100"/>
                </a:cxn>
                <a:cxn ang="0">
                  <a:pos x="93055" y="28575"/>
                </a:cxn>
                <a:cxn ang="0">
                  <a:pos x="121934" y="0"/>
                </a:cxn>
                <a:cxn ang="0">
                  <a:pos x="150813" y="28575"/>
                </a:cxn>
                <a:cxn ang="0">
                  <a:pos x="121934" y="57150"/>
                </a:cxn>
                <a:cxn ang="0">
                  <a:pos x="102681" y="47625"/>
                </a:cxn>
                <a:cxn ang="0">
                  <a:pos x="102681" y="47625"/>
                </a:cxn>
                <a:cxn ang="0">
                  <a:pos x="73802" y="66675"/>
                </a:cxn>
                <a:cxn ang="0">
                  <a:pos x="77011" y="82550"/>
                </a:cxn>
                <a:cxn ang="0">
                  <a:pos x="73802" y="95250"/>
                </a:cxn>
                <a:cxn ang="0">
                  <a:pos x="102681" y="114300"/>
                </a:cxn>
                <a:cxn ang="0">
                  <a:pos x="102681" y="114300"/>
                </a:cxn>
                <a:cxn ang="0">
                  <a:pos x="102681" y="114300"/>
                </a:cxn>
                <a:cxn ang="0">
                  <a:pos x="102681" y="114300"/>
                </a:cxn>
                <a:cxn ang="0">
                  <a:pos x="121934" y="104775"/>
                </a:cxn>
                <a:cxn ang="0">
                  <a:pos x="134769" y="120650"/>
                </a:cxn>
                <a:cxn ang="0">
                  <a:pos x="134769" y="120650"/>
                </a:cxn>
                <a:cxn ang="0">
                  <a:pos x="121934" y="117475"/>
                </a:cxn>
                <a:cxn ang="0">
                  <a:pos x="112308" y="120650"/>
                </a:cxn>
                <a:cxn ang="0">
                  <a:pos x="112308" y="120650"/>
                </a:cxn>
                <a:cxn ang="0">
                  <a:pos x="105890" y="133350"/>
                </a:cxn>
                <a:cxn ang="0">
                  <a:pos x="121934" y="149225"/>
                </a:cxn>
                <a:cxn ang="0">
                  <a:pos x="137978" y="133350"/>
                </a:cxn>
                <a:cxn ang="0">
                  <a:pos x="134769" y="120650"/>
                </a:cxn>
                <a:cxn ang="0">
                  <a:pos x="134769" y="120650"/>
                </a:cxn>
                <a:cxn ang="0">
                  <a:pos x="54549" y="63500"/>
                </a:cxn>
                <a:cxn ang="0">
                  <a:pos x="54549" y="63500"/>
                </a:cxn>
                <a:cxn ang="0">
                  <a:pos x="38505" y="57150"/>
                </a:cxn>
                <a:cxn ang="0">
                  <a:pos x="12835" y="82550"/>
                </a:cxn>
                <a:cxn ang="0">
                  <a:pos x="38505" y="107950"/>
                </a:cxn>
                <a:cxn ang="0">
                  <a:pos x="54549" y="98425"/>
                </a:cxn>
                <a:cxn ang="0">
                  <a:pos x="54549" y="98425"/>
                </a:cxn>
                <a:cxn ang="0">
                  <a:pos x="64176" y="82550"/>
                </a:cxn>
                <a:cxn ang="0">
                  <a:pos x="54549" y="63500"/>
                </a:cxn>
                <a:cxn ang="0">
                  <a:pos x="54549" y="63500"/>
                </a:cxn>
                <a:cxn ang="0">
                  <a:pos x="121934" y="12700"/>
                </a:cxn>
                <a:cxn ang="0">
                  <a:pos x="121934" y="12700"/>
                </a:cxn>
                <a:cxn ang="0">
                  <a:pos x="105890" y="28575"/>
                </a:cxn>
                <a:cxn ang="0">
                  <a:pos x="109099" y="38100"/>
                </a:cxn>
                <a:cxn ang="0">
                  <a:pos x="109099" y="38100"/>
                </a:cxn>
                <a:cxn ang="0">
                  <a:pos x="112308" y="41275"/>
                </a:cxn>
                <a:cxn ang="0">
                  <a:pos x="112308" y="41275"/>
                </a:cxn>
                <a:cxn ang="0">
                  <a:pos x="121934" y="44450"/>
                </a:cxn>
                <a:cxn ang="0">
                  <a:pos x="137978" y="28575"/>
                </a:cxn>
                <a:cxn ang="0">
                  <a:pos x="121934" y="12700"/>
                </a:cxn>
              </a:cxnLst>
              <a:rect l="0" t="0" r="0" b="0"/>
              <a:pathLst>
                <a:path w="47" h="51">
                  <a:moveTo>
                    <a:pt x="38" y="33"/>
                  </a:moveTo>
                  <a:cubicBezTo>
                    <a:pt x="41" y="33"/>
                    <a:pt x="43" y="34"/>
                    <a:pt x="44" y="36"/>
                  </a:cubicBezTo>
                  <a:cubicBezTo>
                    <a:pt x="44" y="36"/>
                    <a:pt x="44" y="36"/>
                    <a:pt x="44" y="36"/>
                  </a:cubicBezTo>
                  <a:cubicBezTo>
                    <a:pt x="46" y="37"/>
                    <a:pt x="47" y="40"/>
                    <a:pt x="47" y="42"/>
                  </a:cubicBezTo>
                  <a:cubicBezTo>
                    <a:pt x="47" y="47"/>
                    <a:pt x="43" y="51"/>
                    <a:pt x="38" y="51"/>
                  </a:cubicBezTo>
                  <a:cubicBezTo>
                    <a:pt x="33" y="51"/>
                    <a:pt x="29" y="47"/>
                    <a:pt x="29" y="42"/>
                  </a:cubicBezTo>
                  <a:cubicBezTo>
                    <a:pt x="29" y="41"/>
                    <a:pt x="30" y="40"/>
                    <a:pt x="30" y="39"/>
                  </a:cubicBezTo>
                  <a:cubicBezTo>
                    <a:pt x="21" y="34"/>
                    <a:pt x="21" y="34"/>
                    <a:pt x="21" y="34"/>
                  </a:cubicBezTo>
                  <a:cubicBezTo>
                    <a:pt x="21" y="34"/>
                    <a:pt x="20" y="34"/>
                    <a:pt x="20" y="34"/>
                  </a:cubicBezTo>
                  <a:cubicBezTo>
                    <a:pt x="20" y="34"/>
                    <a:pt x="20" y="34"/>
                    <a:pt x="20" y="34"/>
                  </a:cubicBezTo>
                  <a:cubicBezTo>
                    <a:pt x="18" y="36"/>
                    <a:pt x="15" y="37"/>
                    <a:pt x="12" y="37"/>
                  </a:cubicBezTo>
                  <a:cubicBezTo>
                    <a:pt x="5" y="37"/>
                    <a:pt x="0" y="32"/>
                    <a:pt x="0" y="26"/>
                  </a:cubicBezTo>
                  <a:cubicBezTo>
                    <a:pt x="0" y="19"/>
                    <a:pt x="5" y="14"/>
                    <a:pt x="12" y="14"/>
                  </a:cubicBezTo>
                  <a:cubicBezTo>
                    <a:pt x="15" y="14"/>
                    <a:pt x="18" y="15"/>
                    <a:pt x="20" y="17"/>
                  </a:cubicBezTo>
                  <a:cubicBezTo>
                    <a:pt x="20" y="17"/>
                    <a:pt x="20" y="17"/>
                    <a:pt x="20" y="17"/>
                  </a:cubicBezTo>
                  <a:cubicBezTo>
                    <a:pt x="20" y="17"/>
                    <a:pt x="20" y="17"/>
                    <a:pt x="20" y="17"/>
                  </a:cubicBezTo>
                  <a:cubicBezTo>
                    <a:pt x="20" y="17"/>
                    <a:pt x="21" y="17"/>
                    <a:pt x="21" y="18"/>
                  </a:cubicBezTo>
                  <a:cubicBezTo>
                    <a:pt x="30" y="12"/>
                    <a:pt x="30" y="12"/>
                    <a:pt x="30" y="12"/>
                  </a:cubicBezTo>
                  <a:cubicBezTo>
                    <a:pt x="30" y="11"/>
                    <a:pt x="29" y="10"/>
                    <a:pt x="29" y="9"/>
                  </a:cubicBezTo>
                  <a:cubicBezTo>
                    <a:pt x="29" y="4"/>
                    <a:pt x="33" y="0"/>
                    <a:pt x="38" y="0"/>
                  </a:cubicBezTo>
                  <a:cubicBezTo>
                    <a:pt x="43" y="0"/>
                    <a:pt x="47" y="4"/>
                    <a:pt x="47" y="9"/>
                  </a:cubicBezTo>
                  <a:cubicBezTo>
                    <a:pt x="47" y="14"/>
                    <a:pt x="43" y="18"/>
                    <a:pt x="38" y="18"/>
                  </a:cubicBezTo>
                  <a:cubicBezTo>
                    <a:pt x="36" y="18"/>
                    <a:pt x="34" y="17"/>
                    <a:pt x="32" y="15"/>
                  </a:cubicBezTo>
                  <a:cubicBezTo>
                    <a:pt x="32" y="15"/>
                    <a:pt x="32" y="15"/>
                    <a:pt x="32" y="15"/>
                  </a:cubicBezTo>
                  <a:cubicBezTo>
                    <a:pt x="23" y="21"/>
                    <a:pt x="23" y="21"/>
                    <a:pt x="23" y="21"/>
                  </a:cubicBezTo>
                  <a:cubicBezTo>
                    <a:pt x="23" y="22"/>
                    <a:pt x="24" y="24"/>
                    <a:pt x="24" y="26"/>
                  </a:cubicBezTo>
                  <a:cubicBezTo>
                    <a:pt x="24" y="27"/>
                    <a:pt x="23" y="29"/>
                    <a:pt x="23" y="30"/>
                  </a:cubicBezTo>
                  <a:cubicBezTo>
                    <a:pt x="32" y="36"/>
                    <a:pt x="32" y="36"/>
                    <a:pt x="32" y="36"/>
                  </a:cubicBezTo>
                  <a:cubicBezTo>
                    <a:pt x="32" y="36"/>
                    <a:pt x="32" y="36"/>
                    <a:pt x="32" y="36"/>
                  </a:cubicBezTo>
                  <a:cubicBezTo>
                    <a:pt x="32" y="36"/>
                    <a:pt x="32" y="36"/>
                    <a:pt x="32" y="36"/>
                  </a:cubicBezTo>
                  <a:cubicBezTo>
                    <a:pt x="32" y="36"/>
                    <a:pt x="32" y="36"/>
                    <a:pt x="32" y="36"/>
                  </a:cubicBezTo>
                  <a:cubicBezTo>
                    <a:pt x="34" y="34"/>
                    <a:pt x="36" y="33"/>
                    <a:pt x="38" y="33"/>
                  </a:cubicBezTo>
                  <a:close/>
                  <a:moveTo>
                    <a:pt x="42" y="38"/>
                  </a:moveTo>
                  <a:cubicBezTo>
                    <a:pt x="42" y="38"/>
                    <a:pt x="42" y="38"/>
                    <a:pt x="42" y="38"/>
                  </a:cubicBezTo>
                  <a:cubicBezTo>
                    <a:pt x="41" y="38"/>
                    <a:pt x="40" y="37"/>
                    <a:pt x="38" y="37"/>
                  </a:cubicBezTo>
                  <a:cubicBezTo>
                    <a:pt x="37" y="37"/>
                    <a:pt x="36" y="38"/>
                    <a:pt x="35" y="38"/>
                  </a:cubicBezTo>
                  <a:cubicBezTo>
                    <a:pt x="35" y="38"/>
                    <a:pt x="35" y="38"/>
                    <a:pt x="35" y="38"/>
                  </a:cubicBezTo>
                  <a:cubicBezTo>
                    <a:pt x="34" y="39"/>
                    <a:pt x="33" y="41"/>
                    <a:pt x="33" y="42"/>
                  </a:cubicBezTo>
                  <a:cubicBezTo>
                    <a:pt x="33" y="45"/>
                    <a:pt x="36" y="47"/>
                    <a:pt x="38" y="47"/>
                  </a:cubicBezTo>
                  <a:cubicBezTo>
                    <a:pt x="41" y="47"/>
                    <a:pt x="43" y="45"/>
                    <a:pt x="43" y="42"/>
                  </a:cubicBezTo>
                  <a:cubicBezTo>
                    <a:pt x="43" y="41"/>
                    <a:pt x="43" y="39"/>
                    <a:pt x="42" y="38"/>
                  </a:cubicBezTo>
                  <a:cubicBezTo>
                    <a:pt x="42" y="38"/>
                    <a:pt x="42" y="38"/>
                    <a:pt x="42" y="38"/>
                  </a:cubicBezTo>
                  <a:close/>
                  <a:moveTo>
                    <a:pt x="17" y="20"/>
                  </a:moveTo>
                  <a:cubicBezTo>
                    <a:pt x="17" y="20"/>
                    <a:pt x="17" y="20"/>
                    <a:pt x="17" y="20"/>
                  </a:cubicBezTo>
                  <a:cubicBezTo>
                    <a:pt x="16" y="18"/>
                    <a:pt x="14" y="18"/>
                    <a:pt x="12" y="18"/>
                  </a:cubicBezTo>
                  <a:cubicBezTo>
                    <a:pt x="7" y="18"/>
                    <a:pt x="4" y="21"/>
                    <a:pt x="4" y="26"/>
                  </a:cubicBezTo>
                  <a:cubicBezTo>
                    <a:pt x="4" y="30"/>
                    <a:pt x="7" y="34"/>
                    <a:pt x="12" y="34"/>
                  </a:cubicBezTo>
                  <a:cubicBezTo>
                    <a:pt x="14" y="34"/>
                    <a:pt x="16" y="33"/>
                    <a:pt x="17" y="31"/>
                  </a:cubicBezTo>
                  <a:cubicBezTo>
                    <a:pt x="17" y="31"/>
                    <a:pt x="17" y="31"/>
                    <a:pt x="17" y="31"/>
                  </a:cubicBezTo>
                  <a:cubicBezTo>
                    <a:pt x="19" y="30"/>
                    <a:pt x="20" y="28"/>
                    <a:pt x="20" y="26"/>
                  </a:cubicBezTo>
                  <a:cubicBezTo>
                    <a:pt x="20" y="23"/>
                    <a:pt x="19" y="21"/>
                    <a:pt x="17" y="20"/>
                  </a:cubicBezTo>
                  <a:cubicBezTo>
                    <a:pt x="17" y="20"/>
                    <a:pt x="17" y="20"/>
                    <a:pt x="17" y="20"/>
                  </a:cubicBezTo>
                  <a:close/>
                  <a:moveTo>
                    <a:pt x="38" y="4"/>
                  </a:moveTo>
                  <a:cubicBezTo>
                    <a:pt x="38" y="4"/>
                    <a:pt x="38" y="4"/>
                    <a:pt x="38" y="4"/>
                  </a:cubicBezTo>
                  <a:cubicBezTo>
                    <a:pt x="36" y="4"/>
                    <a:pt x="33" y="7"/>
                    <a:pt x="33" y="9"/>
                  </a:cubicBezTo>
                  <a:cubicBezTo>
                    <a:pt x="33" y="10"/>
                    <a:pt x="34" y="11"/>
                    <a:pt x="34" y="12"/>
                  </a:cubicBezTo>
                  <a:cubicBezTo>
                    <a:pt x="34" y="12"/>
                    <a:pt x="34" y="12"/>
                    <a:pt x="34" y="12"/>
                  </a:cubicBezTo>
                  <a:cubicBezTo>
                    <a:pt x="34" y="12"/>
                    <a:pt x="34" y="12"/>
                    <a:pt x="35" y="13"/>
                  </a:cubicBezTo>
                  <a:cubicBezTo>
                    <a:pt x="35" y="13"/>
                    <a:pt x="35" y="13"/>
                    <a:pt x="35" y="13"/>
                  </a:cubicBezTo>
                  <a:cubicBezTo>
                    <a:pt x="36" y="14"/>
                    <a:pt x="37" y="14"/>
                    <a:pt x="38" y="14"/>
                  </a:cubicBezTo>
                  <a:cubicBezTo>
                    <a:pt x="41" y="14"/>
                    <a:pt x="43" y="12"/>
                    <a:pt x="43" y="9"/>
                  </a:cubicBezTo>
                  <a:cubicBezTo>
                    <a:pt x="43" y="7"/>
                    <a:pt x="41" y="4"/>
                    <a:pt x="38" y="4"/>
                  </a:cubicBezTo>
                  <a:close/>
                </a:path>
              </a:pathLst>
            </a:custGeom>
            <a:solidFill>
              <a:schemeClr val="bg1"/>
            </a:solidFill>
            <a:ln>
              <a:noFill/>
            </a:ln>
            <a:effectLst/>
          </p:spPr>
          <p:txBody>
            <a:bodyPr wrap="square" lIns="19050" tIns="19050" rIns="19050" bIns="19050" anchor="ctr">
              <a:noAutofit/>
            </a:bodyPr>
            <a:lstStyle/>
            <a:p>
              <a:pPr lvl="0" algn="ctr" defTabSz="228600" fontAlgn="base" hangingPunct="0">
                <a:buClrTx/>
                <a:buSzTx/>
                <a:buFontTx/>
                <a:defRPr/>
              </a:pPr>
              <a:endParaRPr lang="en-US" sz="1600" noProof="0">
                <a:ln>
                  <a:noFill/>
                </a:ln>
                <a:solidFill>
                  <a:schemeClr val="tx1">
                    <a:lumMod val="85000"/>
                    <a:lumOff val="15000"/>
                  </a:schemeClr>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p15="http://schemas.microsoft.com/office/powerpoint/2012/main" xmlns:a16="http://schemas.microsoft.com/office/drawing/2014/main" xmlns="">
      <p:transition spd="slow" advClick="0" advTm="3000">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p:cNvGrpSpPr/>
          <p:nvPr/>
        </p:nvGrpSpPr>
        <p:grpSpPr>
          <a:xfrm>
            <a:off x="1563903" y="4625781"/>
            <a:ext cx="1891871" cy="1120862"/>
            <a:chOff x="1503998" y="1389321"/>
            <a:chExt cx="1891870" cy="1120862"/>
          </a:xfrm>
        </p:grpSpPr>
        <p:sp>
          <p:nvSpPr>
            <p:cNvPr id="20" name="Rectangle 19"/>
            <p:cNvSpPr/>
            <p:nvPr/>
          </p:nvSpPr>
          <p:spPr>
            <a:xfrm>
              <a:off x="1503998" y="1802297"/>
              <a:ext cx="1891870" cy="707886"/>
            </a:xfrm>
            <a:prstGeom prst="rect">
              <a:avLst/>
            </a:prstGeom>
          </p:spPr>
          <p:txBody>
            <a:bodyPr wrap="square">
              <a:spAutoFit/>
            </a:bodyPr>
            <a:lstStyle/>
            <a:p>
              <a:pPr marL="0" marR="0" lvl="0" indent="0" algn="ctr" defTabSz="457200" rtl="0" eaLnBrk="1" fontAlgn="auto"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rgbClr val="000000">
                      <a:lumMod val="75000"/>
                      <a:lumOff val="25000"/>
                    </a:srgbClr>
                  </a:solidFill>
                  <a:effectLst/>
                  <a:uLnTx/>
                  <a:uFillTx/>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结合工程的特点，编制了项目部工程质量预防控制措施和安全防护保障及文明施工管理措施</a:t>
              </a:r>
              <a:endParaRPr kumimoji="0" lang="en-US" sz="1000" b="0" i="0" u="none" strike="noStrike" kern="1200" cap="none" spc="0" normalizeH="0" baseline="0" noProof="0">
                <a:ln>
                  <a:noFill/>
                </a:ln>
                <a:solidFill>
                  <a:srgbClr val="000000">
                    <a:lumMod val="75000"/>
                    <a:lumOff val="25000"/>
                  </a:srgbClr>
                </a:solidFill>
                <a:effectLst/>
                <a:uLnTx/>
                <a:uFillTx/>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endParaRPr>
            </a:p>
          </p:txBody>
        </p:sp>
        <p:sp>
          <p:nvSpPr>
            <p:cNvPr id="21" name="TextBox 20"/>
            <p:cNvSpPr txBox="1"/>
            <p:nvPr/>
          </p:nvSpPr>
          <p:spPr>
            <a:xfrm>
              <a:off x="1601537" y="1389321"/>
              <a:ext cx="1620956"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28B56A"/>
                  </a:solidFill>
                  <a:effectLst/>
                  <a:uLnTx/>
                  <a:uFillTx/>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日常管理的重点</a:t>
              </a:r>
            </a:p>
          </p:txBody>
        </p:sp>
      </p:grpSp>
      <p:grpSp>
        <p:nvGrpSpPr>
          <p:cNvPr id="23" name="Group 22"/>
          <p:cNvGrpSpPr/>
          <p:nvPr/>
        </p:nvGrpSpPr>
        <p:grpSpPr>
          <a:xfrm>
            <a:off x="3768436" y="4625781"/>
            <a:ext cx="2065387" cy="1120862"/>
            <a:chOff x="1330484" y="1389321"/>
            <a:chExt cx="2065386" cy="1120862"/>
          </a:xfrm>
        </p:grpSpPr>
        <p:sp>
          <p:nvSpPr>
            <p:cNvPr id="24" name="Rectangle 23"/>
            <p:cNvSpPr/>
            <p:nvPr/>
          </p:nvSpPr>
          <p:spPr>
            <a:xfrm>
              <a:off x="1330484" y="1802297"/>
              <a:ext cx="2065384" cy="707886"/>
            </a:xfrm>
            <a:prstGeom prst="rect">
              <a:avLst/>
            </a:prstGeom>
          </p:spPr>
          <p:txBody>
            <a:bodyPr wrap="square">
              <a:spAutoFit/>
            </a:bodyPr>
            <a:lstStyle/>
            <a:p>
              <a:pPr marL="0" marR="0" lvl="0" indent="0" algn="ctr" defTabSz="457200" rtl="0" eaLnBrk="1" fontAlgn="auto"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rgbClr val="000000">
                      <a:lumMod val="75000"/>
                      <a:lumOff val="25000"/>
                    </a:srgbClr>
                  </a:solidFill>
                  <a:effectLst/>
                  <a:uLnTx/>
                  <a:uFillTx/>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项目部的组织机构进行重组工作。首先根据工程要求，从原项目部管理人员中进行重组，建立了质量管理体系</a:t>
              </a:r>
              <a:endParaRPr kumimoji="0" lang="en-US" sz="1000" b="0" i="0" u="none" strike="noStrike" kern="1200" cap="none" spc="0" normalizeH="0" baseline="0" noProof="0">
                <a:ln>
                  <a:noFill/>
                </a:ln>
                <a:solidFill>
                  <a:srgbClr val="000000">
                    <a:lumMod val="75000"/>
                    <a:lumOff val="25000"/>
                  </a:srgbClr>
                </a:solidFill>
                <a:effectLst/>
                <a:uLnTx/>
                <a:uFillTx/>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endParaRPr>
            </a:p>
          </p:txBody>
        </p:sp>
        <p:sp>
          <p:nvSpPr>
            <p:cNvPr id="25" name="TextBox 24"/>
            <p:cNvSpPr txBox="1"/>
            <p:nvPr/>
          </p:nvSpPr>
          <p:spPr>
            <a:xfrm>
              <a:off x="1583103" y="1389321"/>
              <a:ext cx="1812767" cy="338554"/>
            </a:xfrm>
            <a:prstGeom prst="rect">
              <a:avLst/>
            </a:prstGeom>
            <a:noFill/>
          </p:spPr>
          <p:txBody>
            <a:bodyPr wrap="square" rtlCol="0">
              <a:spAutoFit/>
            </a:bodyPr>
            <a:lstStyle/>
            <a:p>
              <a:pPr marL="0" marR="0" lvl="0" indent="0" algn="ctr" defTabSz="457200"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28B56A"/>
                  </a:solidFill>
                  <a:effectLst/>
                  <a:uLnTx/>
                  <a:uFillTx/>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工程质量预防</a:t>
              </a:r>
              <a:endParaRPr kumimoji="0" lang="en-US" sz="1600" b="0" i="0" u="none" strike="noStrike" kern="1200" cap="none" spc="0" normalizeH="0" baseline="0" noProof="0">
                <a:ln>
                  <a:noFill/>
                </a:ln>
                <a:solidFill>
                  <a:srgbClr val="28B56A"/>
                </a:solidFill>
                <a:effectLst/>
                <a:uLnTx/>
                <a:uFillTx/>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endParaRPr>
            </a:p>
          </p:txBody>
        </p:sp>
      </p:grpSp>
      <p:grpSp>
        <p:nvGrpSpPr>
          <p:cNvPr id="26" name="Group 25"/>
          <p:cNvGrpSpPr/>
          <p:nvPr/>
        </p:nvGrpSpPr>
        <p:grpSpPr>
          <a:xfrm>
            <a:off x="6162664" y="4625782"/>
            <a:ext cx="2342323" cy="1120862"/>
            <a:chOff x="1053548" y="1389321"/>
            <a:chExt cx="2342322" cy="1120862"/>
          </a:xfrm>
        </p:grpSpPr>
        <p:sp>
          <p:nvSpPr>
            <p:cNvPr id="28" name="TextBox 27"/>
            <p:cNvSpPr txBox="1"/>
            <p:nvPr/>
          </p:nvSpPr>
          <p:spPr>
            <a:xfrm>
              <a:off x="1053548" y="1389321"/>
              <a:ext cx="2222954" cy="338554"/>
            </a:xfrm>
            <a:prstGeom prst="rect">
              <a:avLst/>
            </a:prstGeom>
            <a:noFill/>
          </p:spPr>
          <p:txBody>
            <a:bodyPr wrap="square" rtlCol="0">
              <a:spAutoFit/>
            </a:bodyPr>
            <a:lstStyle/>
            <a:p>
              <a:pPr marL="0" marR="0" lvl="0" indent="0" algn="ctr" defTabSz="457200"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28B56A"/>
                  </a:solidFill>
                  <a:effectLst/>
                  <a:uLnTx/>
                  <a:uFillTx/>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确保职工的生命</a:t>
              </a:r>
              <a:endParaRPr kumimoji="0" lang="en-US" sz="1600" b="0" i="0" u="none" strike="noStrike" kern="1200" cap="none" spc="0" normalizeH="0" baseline="0" noProof="0">
                <a:ln>
                  <a:noFill/>
                </a:ln>
                <a:solidFill>
                  <a:srgbClr val="28B56A"/>
                </a:solidFill>
                <a:effectLst/>
                <a:uLnTx/>
                <a:uFillTx/>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endParaRPr>
            </a:p>
          </p:txBody>
        </p:sp>
        <p:sp>
          <p:nvSpPr>
            <p:cNvPr id="27" name="Rectangle 26"/>
            <p:cNvSpPr/>
            <p:nvPr/>
          </p:nvSpPr>
          <p:spPr>
            <a:xfrm>
              <a:off x="1172915" y="1802297"/>
              <a:ext cx="2222955" cy="707886"/>
            </a:xfrm>
            <a:prstGeom prst="rect">
              <a:avLst/>
            </a:prstGeom>
          </p:spPr>
          <p:txBody>
            <a:bodyPr wrap="square">
              <a:spAutoFit/>
            </a:bodyPr>
            <a:lstStyle/>
            <a:p>
              <a:pPr marL="0" marR="0" lvl="0" indent="0" algn="ctr" defTabSz="457200" rtl="0" eaLnBrk="1" fontAlgn="auto"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rgbClr val="000000">
                      <a:lumMod val="75000"/>
                      <a:lumOff val="25000"/>
                    </a:srgbClr>
                  </a:solidFill>
                  <a:effectLst/>
                  <a:uLnTx/>
                  <a:uFillTx/>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我们严格控制施工质量，从基础开始，一步一个脚印的进行。模板工程重点控制结构尺寸和支撑牢固性，确保设计尺寸的准确和观感的质量</a:t>
              </a:r>
              <a:endParaRPr kumimoji="0" lang="en-US" sz="1000" b="0" i="0" u="none" strike="noStrike" kern="1200" cap="none" spc="0" normalizeH="0" baseline="0" noProof="0">
                <a:ln>
                  <a:noFill/>
                </a:ln>
                <a:solidFill>
                  <a:srgbClr val="000000">
                    <a:lumMod val="75000"/>
                    <a:lumOff val="25000"/>
                  </a:srgbClr>
                </a:solidFill>
                <a:effectLst/>
                <a:uLnTx/>
                <a:uFillTx/>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endParaRPr>
            </a:p>
          </p:txBody>
        </p:sp>
      </p:grpSp>
      <p:grpSp>
        <p:nvGrpSpPr>
          <p:cNvPr id="32" name="Group 31"/>
          <p:cNvGrpSpPr/>
          <p:nvPr/>
        </p:nvGrpSpPr>
        <p:grpSpPr>
          <a:xfrm>
            <a:off x="8755043" y="4625781"/>
            <a:ext cx="2342320" cy="966974"/>
            <a:chOff x="1053548" y="1389321"/>
            <a:chExt cx="2342320" cy="966974"/>
          </a:xfrm>
        </p:grpSpPr>
        <p:sp>
          <p:nvSpPr>
            <p:cNvPr id="34" name="TextBox 33"/>
            <p:cNvSpPr txBox="1"/>
            <p:nvPr/>
          </p:nvSpPr>
          <p:spPr>
            <a:xfrm>
              <a:off x="1132335" y="1389321"/>
              <a:ext cx="2133125" cy="338554"/>
            </a:xfrm>
            <a:prstGeom prst="rect">
              <a:avLst/>
            </a:prstGeom>
            <a:noFill/>
          </p:spPr>
          <p:txBody>
            <a:bodyPr wrap="square" rtlCol="0">
              <a:spAutoFit/>
            </a:bodyPr>
            <a:lstStyle/>
            <a:p>
              <a:pPr marL="0" marR="0" lvl="0" indent="0" algn="ctr" defTabSz="457200"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28B56A"/>
                  </a:solidFill>
                  <a:effectLst/>
                  <a:uLnTx/>
                  <a:uFillTx/>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控制措施和安全防护</a:t>
              </a:r>
              <a:endParaRPr kumimoji="0" lang="en-US" sz="1600" b="0" i="0" u="none" strike="noStrike" kern="1200" cap="none" spc="0" normalizeH="0" baseline="0" noProof="0">
                <a:ln>
                  <a:noFill/>
                </a:ln>
                <a:solidFill>
                  <a:srgbClr val="28B56A"/>
                </a:solidFill>
                <a:effectLst/>
                <a:uLnTx/>
                <a:uFillTx/>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endParaRPr>
            </a:p>
          </p:txBody>
        </p:sp>
        <p:sp>
          <p:nvSpPr>
            <p:cNvPr id="33" name="Rectangle 32"/>
            <p:cNvSpPr/>
            <p:nvPr/>
          </p:nvSpPr>
          <p:spPr>
            <a:xfrm>
              <a:off x="1053548" y="1802297"/>
              <a:ext cx="2342320" cy="553998"/>
            </a:xfrm>
            <a:prstGeom prst="rect">
              <a:avLst/>
            </a:prstGeom>
          </p:spPr>
          <p:txBody>
            <a:bodyPr wrap="square">
              <a:spAutoFit/>
            </a:bodyPr>
            <a:lstStyle/>
            <a:p>
              <a:pPr marL="0" marR="0" lvl="0" indent="0" algn="ctr" defTabSz="457200" rtl="0" eaLnBrk="1" fontAlgn="auto"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rgbClr val="000000">
                      <a:lumMod val="75000"/>
                      <a:lumOff val="25000"/>
                    </a:srgbClr>
                  </a:solidFill>
                  <a:effectLst/>
                  <a:uLnTx/>
                  <a:uFillTx/>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结合工程的特点，编制了项目部工程质量预防控制措施和安全防护保障及文明施工管理措施</a:t>
              </a:r>
              <a:endParaRPr kumimoji="0" lang="en-US" sz="1000" b="0" i="0" u="none" strike="noStrike" kern="1200" cap="none" spc="0" normalizeH="0" baseline="0" noProof="0">
                <a:ln>
                  <a:noFill/>
                </a:ln>
                <a:solidFill>
                  <a:srgbClr val="000000">
                    <a:lumMod val="75000"/>
                    <a:lumOff val="25000"/>
                  </a:srgbClr>
                </a:solidFill>
                <a:effectLst/>
                <a:uLnTx/>
                <a:uFillTx/>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endParaRPr>
            </a:p>
          </p:txBody>
        </p:sp>
      </p:grpSp>
      <p:grpSp>
        <p:nvGrpSpPr>
          <p:cNvPr id="29" name="组合 28">
            <a:extLst>
              <a:ext uri="{FF2B5EF4-FFF2-40B4-BE49-F238E27FC236}">
                <a16:creationId xmlns:a16="http://schemas.microsoft.com/office/drawing/2014/main" id="{59665FB3-FBB3-461C-ABC2-D48666A62880}"/>
              </a:ext>
            </a:extLst>
          </p:cNvPr>
          <p:cNvGrpSpPr/>
          <p:nvPr/>
        </p:nvGrpSpPr>
        <p:grpSpPr>
          <a:xfrm>
            <a:off x="1622707" y="363109"/>
            <a:ext cx="3570339" cy="646331"/>
            <a:chOff x="1622706" y="363107"/>
            <a:chExt cx="3570339" cy="646331"/>
          </a:xfrm>
        </p:grpSpPr>
        <p:sp>
          <p:nvSpPr>
            <p:cNvPr id="31" name="文本框 30">
              <a:extLst>
                <a:ext uri="{FF2B5EF4-FFF2-40B4-BE49-F238E27FC236}">
                  <a16:creationId xmlns:a16="http://schemas.microsoft.com/office/drawing/2014/main" id="{DD6C483B-CD2A-4BFA-80A1-A9A420D1FDA2}"/>
                </a:ext>
              </a:extLst>
            </p:cNvPr>
            <p:cNvSpPr txBox="1"/>
            <p:nvPr userDrawn="1"/>
          </p:nvSpPr>
          <p:spPr>
            <a:xfrm>
              <a:off x="1622706" y="363107"/>
              <a:ext cx="357033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工作完成情况</a:t>
              </a:r>
            </a:p>
          </p:txBody>
        </p:sp>
        <p:sp>
          <p:nvSpPr>
            <p:cNvPr id="37" name="文本框 36">
              <a:extLst>
                <a:ext uri="{FF2B5EF4-FFF2-40B4-BE49-F238E27FC236}">
                  <a16:creationId xmlns:a16="http://schemas.microsoft.com/office/drawing/2014/main" id="{952E501C-C466-4F51-A716-C44BECC9C2BA}"/>
                </a:ext>
              </a:extLst>
            </p:cNvPr>
            <p:cNvSpPr txBox="1"/>
            <p:nvPr userDrawn="1"/>
          </p:nvSpPr>
          <p:spPr>
            <a:xfrm>
              <a:off x="1622706" y="732439"/>
              <a:ext cx="357033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Use "Title Only" Layout</a:t>
              </a:r>
              <a:endParaRPr kumimoji="0" lang="zh-CN" altLang="en-US"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grpSp>
        <p:nvGrpSpPr>
          <p:cNvPr id="30" name="组合 29">
            <a:extLst>
              <a:ext uri="{FF2B5EF4-FFF2-40B4-BE49-F238E27FC236}">
                <a16:creationId xmlns:a16="http://schemas.microsoft.com/office/drawing/2014/main" id="{D5ABB5B2-3223-4C7A-9CDD-A0FC76A9CB3A}"/>
              </a:ext>
            </a:extLst>
          </p:cNvPr>
          <p:cNvGrpSpPr/>
          <p:nvPr/>
        </p:nvGrpSpPr>
        <p:grpSpPr>
          <a:xfrm>
            <a:off x="1823915" y="2982834"/>
            <a:ext cx="1285212" cy="1231052"/>
            <a:chOff x="1664154" y="1934950"/>
            <a:chExt cx="963741" cy="897257"/>
          </a:xfrm>
        </p:grpSpPr>
        <p:grpSp>
          <p:nvGrpSpPr>
            <p:cNvPr id="36" name="组合 35">
              <a:extLst>
                <a:ext uri="{FF2B5EF4-FFF2-40B4-BE49-F238E27FC236}">
                  <a16:creationId xmlns:a16="http://schemas.microsoft.com/office/drawing/2014/main" id="{1DD793FE-E4DD-48EA-A2CD-9838A4ED24D4}"/>
                </a:ext>
              </a:extLst>
            </p:cNvPr>
            <p:cNvGrpSpPr/>
            <p:nvPr/>
          </p:nvGrpSpPr>
          <p:grpSpPr>
            <a:xfrm rot="18900000">
              <a:off x="1664154" y="1934950"/>
              <a:ext cx="897259" cy="897257"/>
              <a:chOff x="304800" y="673100"/>
              <a:chExt cx="4000500" cy="4000500"/>
            </a:xfrm>
            <a:effectLst>
              <a:outerShdw blurRad="444500" dist="254000" dir="4800000" algn="tr" rotWithShape="0">
                <a:prstClr val="black">
                  <a:alpha val="50000"/>
                </a:prstClr>
              </a:outerShdw>
            </a:effectLst>
          </p:grpSpPr>
          <p:sp>
            <p:nvSpPr>
              <p:cNvPr id="39" name="同心圆 47">
                <a:extLst>
                  <a:ext uri="{FF2B5EF4-FFF2-40B4-BE49-F238E27FC236}">
                    <a16:creationId xmlns:a16="http://schemas.microsoft.com/office/drawing/2014/main" id="{AB9234E7-7043-45B8-A789-E2AAB8897581}"/>
                  </a:ext>
                </a:extLst>
              </p:cNvPr>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black"/>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40" name="椭圆 39">
                <a:extLst>
                  <a:ext uri="{FF2B5EF4-FFF2-40B4-BE49-F238E27FC236}">
                    <a16:creationId xmlns:a16="http://schemas.microsoft.com/office/drawing/2014/main" id="{1564F419-8ABB-4686-BD0E-1FE9C6FACD6A}"/>
                  </a:ext>
                </a:extLst>
              </p:cNvPr>
              <p:cNvSpPr/>
              <p:nvPr/>
            </p:nvSpPr>
            <p:spPr>
              <a:xfrm>
                <a:off x="366203" y="734507"/>
                <a:ext cx="3877701" cy="3877693"/>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sp>
          <p:nvSpPr>
            <p:cNvPr id="38" name="TextBox 46">
              <a:extLst>
                <a:ext uri="{FF2B5EF4-FFF2-40B4-BE49-F238E27FC236}">
                  <a16:creationId xmlns:a16="http://schemas.microsoft.com/office/drawing/2014/main" id="{F6D5DBC3-BBC8-41F3-B8C0-03A9D6C4B602}"/>
                </a:ext>
              </a:extLst>
            </p:cNvPr>
            <p:cNvSpPr txBox="1"/>
            <p:nvPr/>
          </p:nvSpPr>
          <p:spPr>
            <a:xfrm>
              <a:off x="1807549" y="2188595"/>
              <a:ext cx="820346" cy="381351"/>
            </a:xfrm>
            <a:prstGeom prst="rect">
              <a:avLst/>
            </a:prstGeom>
            <a:noFill/>
          </p:spPr>
          <p:txBody>
            <a:bodyPr wrap="square" rtlCol="0">
              <a:spAutoFit/>
            </a:bodyPr>
            <a:lstStyle/>
            <a:p>
              <a:pPr marL="0" marR="0" lvl="0" indent="0" algn="l" defTabSz="121917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a:ln>
                    <a:noFill/>
                  </a:ln>
                  <a:solidFill>
                    <a:prstClr val="black">
                      <a:lumMod val="65000"/>
                      <a:lumOff val="35000"/>
                    </a:prst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45%</a:t>
              </a:r>
              <a:endParaRPr kumimoji="0" lang="zh-CN" altLang="en-US" sz="2800" b="1" i="0" u="none" strike="noStrike" kern="0" cap="none" spc="0" normalizeH="0" baseline="0" noProof="0">
                <a:ln>
                  <a:noFill/>
                </a:ln>
                <a:solidFill>
                  <a:prstClr val="black">
                    <a:lumMod val="65000"/>
                    <a:lumOff val="35000"/>
                  </a:prst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grpSp>
        <p:nvGrpSpPr>
          <p:cNvPr id="41" name="组合 40">
            <a:extLst>
              <a:ext uri="{FF2B5EF4-FFF2-40B4-BE49-F238E27FC236}">
                <a16:creationId xmlns:a16="http://schemas.microsoft.com/office/drawing/2014/main" id="{02CEA386-2675-48D4-8DFD-BD62E664E11D}"/>
              </a:ext>
            </a:extLst>
          </p:cNvPr>
          <p:cNvGrpSpPr/>
          <p:nvPr/>
        </p:nvGrpSpPr>
        <p:grpSpPr>
          <a:xfrm>
            <a:off x="4428680" y="2996279"/>
            <a:ext cx="1196553" cy="1231052"/>
            <a:chOff x="3293884" y="1912625"/>
            <a:chExt cx="897259" cy="897258"/>
          </a:xfrm>
        </p:grpSpPr>
        <p:grpSp>
          <p:nvGrpSpPr>
            <p:cNvPr id="42" name="组合 41">
              <a:extLst>
                <a:ext uri="{FF2B5EF4-FFF2-40B4-BE49-F238E27FC236}">
                  <a16:creationId xmlns:a16="http://schemas.microsoft.com/office/drawing/2014/main" id="{502A3A4E-3C20-470E-9FC1-AA935EEA8853}"/>
                </a:ext>
              </a:extLst>
            </p:cNvPr>
            <p:cNvGrpSpPr/>
            <p:nvPr/>
          </p:nvGrpSpPr>
          <p:grpSpPr>
            <a:xfrm rot="18900000">
              <a:off x="3293884" y="1912625"/>
              <a:ext cx="897259" cy="897258"/>
              <a:chOff x="304800" y="673100"/>
              <a:chExt cx="4000500" cy="4000500"/>
            </a:xfrm>
            <a:effectLst>
              <a:outerShdw blurRad="444500" dist="254000" dir="5280000" algn="tr" rotWithShape="0">
                <a:prstClr val="black">
                  <a:alpha val="50000"/>
                </a:prstClr>
              </a:outerShdw>
            </a:effectLst>
          </p:grpSpPr>
          <p:sp>
            <p:nvSpPr>
              <p:cNvPr id="44" name="同心圆 52">
                <a:extLst>
                  <a:ext uri="{FF2B5EF4-FFF2-40B4-BE49-F238E27FC236}">
                    <a16:creationId xmlns:a16="http://schemas.microsoft.com/office/drawing/2014/main" id="{CCEE9A73-1589-42B3-831A-6EE9B4B1BC98}"/>
                  </a:ext>
                </a:extLst>
              </p:cNvPr>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black"/>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45" name="椭圆 44">
                <a:extLst>
                  <a:ext uri="{FF2B5EF4-FFF2-40B4-BE49-F238E27FC236}">
                    <a16:creationId xmlns:a16="http://schemas.microsoft.com/office/drawing/2014/main" id="{C7C8ABDE-910E-4CB2-A113-BACDA2EC2E5A}"/>
                  </a:ext>
                </a:extLst>
              </p:cNvPr>
              <p:cNvSpPr/>
              <p:nvPr/>
            </p:nvSpPr>
            <p:spPr>
              <a:xfrm>
                <a:off x="366204" y="734505"/>
                <a:ext cx="3877703" cy="3877691"/>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sp>
          <p:nvSpPr>
            <p:cNvPr id="43" name="TextBox 51">
              <a:extLst>
                <a:ext uri="{FF2B5EF4-FFF2-40B4-BE49-F238E27FC236}">
                  <a16:creationId xmlns:a16="http://schemas.microsoft.com/office/drawing/2014/main" id="{D97692EE-AFEE-4F93-9A9F-280D9FC29033}"/>
                </a:ext>
              </a:extLst>
            </p:cNvPr>
            <p:cNvSpPr txBox="1"/>
            <p:nvPr/>
          </p:nvSpPr>
          <p:spPr>
            <a:xfrm>
              <a:off x="3404406" y="2201081"/>
              <a:ext cx="753231" cy="366443"/>
            </a:xfrm>
            <a:prstGeom prst="rect">
              <a:avLst/>
            </a:prstGeom>
            <a:noFill/>
          </p:spPr>
          <p:txBody>
            <a:bodyPr wrap="square" rtlCol="0">
              <a:spAutoFit/>
            </a:bodyPr>
            <a:lstStyle/>
            <a:p>
              <a:pPr marL="0" marR="0" lvl="0" indent="0" algn="l" defTabSz="1219170" rtl="0" eaLnBrk="1" fontAlgn="base" latinLnBrk="0" hangingPunct="1">
                <a:lnSpc>
                  <a:spcPct val="100000"/>
                </a:lnSpc>
                <a:spcBef>
                  <a:spcPct val="0"/>
                </a:spcBef>
                <a:spcAft>
                  <a:spcPct val="0"/>
                </a:spcAft>
                <a:buClrTx/>
                <a:buSzTx/>
                <a:buFontTx/>
                <a:buNone/>
                <a:defRPr/>
              </a:pPr>
              <a:r>
                <a:rPr kumimoji="0" lang="en-US" altLang="zh-CN" sz="2667" b="1" i="0" u="none" strike="noStrike" kern="0" cap="none" spc="0" normalizeH="0" baseline="0" noProof="0">
                  <a:ln>
                    <a:noFill/>
                  </a:ln>
                  <a:solidFill>
                    <a:prstClr val="black">
                      <a:lumMod val="65000"/>
                      <a:lumOff val="35000"/>
                    </a:prst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68%</a:t>
              </a:r>
              <a:endParaRPr kumimoji="0" lang="zh-CN" altLang="en-US" sz="2667" b="1" i="0" u="none" strike="noStrike" kern="0" cap="none" spc="0" normalizeH="0" baseline="0" noProof="0">
                <a:ln>
                  <a:noFill/>
                </a:ln>
                <a:solidFill>
                  <a:prstClr val="black">
                    <a:lumMod val="65000"/>
                    <a:lumOff val="35000"/>
                  </a:prst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grpSp>
        <p:nvGrpSpPr>
          <p:cNvPr id="46" name="组合 45">
            <a:extLst>
              <a:ext uri="{FF2B5EF4-FFF2-40B4-BE49-F238E27FC236}">
                <a16:creationId xmlns:a16="http://schemas.microsoft.com/office/drawing/2014/main" id="{D7456397-26EC-4D17-9751-AB1EEE31326E}"/>
              </a:ext>
            </a:extLst>
          </p:cNvPr>
          <p:cNvGrpSpPr/>
          <p:nvPr/>
        </p:nvGrpSpPr>
        <p:grpSpPr>
          <a:xfrm>
            <a:off x="6836389" y="2988926"/>
            <a:ext cx="1256113" cy="1231052"/>
            <a:chOff x="4849324" y="1995712"/>
            <a:chExt cx="941921" cy="897257"/>
          </a:xfrm>
        </p:grpSpPr>
        <p:grpSp>
          <p:nvGrpSpPr>
            <p:cNvPr id="47" name="组合 46">
              <a:extLst>
                <a:ext uri="{FF2B5EF4-FFF2-40B4-BE49-F238E27FC236}">
                  <a16:creationId xmlns:a16="http://schemas.microsoft.com/office/drawing/2014/main" id="{37F164C1-8F18-4ADF-93FD-08559FD60AF8}"/>
                </a:ext>
              </a:extLst>
            </p:cNvPr>
            <p:cNvGrpSpPr/>
            <p:nvPr/>
          </p:nvGrpSpPr>
          <p:grpSpPr>
            <a:xfrm rot="18900000">
              <a:off x="4849324" y="1995712"/>
              <a:ext cx="897259" cy="897257"/>
              <a:chOff x="304800" y="673100"/>
              <a:chExt cx="4000500" cy="4000500"/>
            </a:xfrm>
            <a:effectLst>
              <a:outerShdw blurRad="444500" dist="254000" dir="5640000" algn="tr" rotWithShape="0">
                <a:prstClr val="black">
                  <a:alpha val="50000"/>
                </a:prstClr>
              </a:outerShdw>
            </a:effectLst>
          </p:grpSpPr>
          <p:sp>
            <p:nvSpPr>
              <p:cNvPr id="49" name="同心圆 57">
                <a:extLst>
                  <a:ext uri="{FF2B5EF4-FFF2-40B4-BE49-F238E27FC236}">
                    <a16:creationId xmlns:a16="http://schemas.microsoft.com/office/drawing/2014/main" id="{5214F7C1-250E-4EA4-BA80-E00CAB2B5443}"/>
                  </a:ext>
                </a:extLst>
              </p:cNvPr>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black"/>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50" name="椭圆 49">
                <a:extLst>
                  <a:ext uri="{FF2B5EF4-FFF2-40B4-BE49-F238E27FC236}">
                    <a16:creationId xmlns:a16="http://schemas.microsoft.com/office/drawing/2014/main" id="{C5F3919E-6462-4B45-9592-E98338685D51}"/>
                  </a:ext>
                </a:extLst>
              </p:cNvPr>
              <p:cNvSpPr/>
              <p:nvPr/>
            </p:nvSpPr>
            <p:spPr>
              <a:xfrm>
                <a:off x="366203" y="734507"/>
                <a:ext cx="3877701" cy="3877693"/>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sp>
          <p:nvSpPr>
            <p:cNvPr id="48" name="TextBox 56">
              <a:extLst>
                <a:ext uri="{FF2B5EF4-FFF2-40B4-BE49-F238E27FC236}">
                  <a16:creationId xmlns:a16="http://schemas.microsoft.com/office/drawing/2014/main" id="{986AF85A-0E85-4955-8F99-0A32BFA20686}"/>
                </a:ext>
              </a:extLst>
            </p:cNvPr>
            <p:cNvSpPr txBox="1"/>
            <p:nvPr/>
          </p:nvSpPr>
          <p:spPr>
            <a:xfrm>
              <a:off x="4963049" y="2222298"/>
              <a:ext cx="828196" cy="381351"/>
            </a:xfrm>
            <a:prstGeom prst="rect">
              <a:avLst/>
            </a:prstGeom>
            <a:noFill/>
          </p:spPr>
          <p:txBody>
            <a:bodyPr wrap="square" rtlCol="0">
              <a:spAutoFit/>
            </a:bodyPr>
            <a:lstStyle/>
            <a:p>
              <a:pPr marL="0" marR="0" lvl="0" indent="0" algn="l" defTabSz="121917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a:ln>
                    <a:noFill/>
                  </a:ln>
                  <a:solidFill>
                    <a:prstClr val="black">
                      <a:lumMod val="65000"/>
                      <a:lumOff val="35000"/>
                    </a:prst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79%</a:t>
              </a:r>
              <a:endParaRPr kumimoji="0" lang="zh-CN" altLang="en-US" sz="2800" b="1" i="0" u="none" strike="noStrike" kern="0" cap="none" spc="0" normalizeH="0" baseline="0" noProof="0">
                <a:ln>
                  <a:noFill/>
                </a:ln>
                <a:solidFill>
                  <a:prstClr val="black">
                    <a:lumMod val="65000"/>
                    <a:lumOff val="35000"/>
                  </a:prst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grpSp>
        <p:nvGrpSpPr>
          <p:cNvPr id="51" name="组合 50">
            <a:extLst>
              <a:ext uri="{FF2B5EF4-FFF2-40B4-BE49-F238E27FC236}">
                <a16:creationId xmlns:a16="http://schemas.microsoft.com/office/drawing/2014/main" id="{54AA381E-9E3D-4C81-9057-950F34C6185C}"/>
              </a:ext>
            </a:extLst>
          </p:cNvPr>
          <p:cNvGrpSpPr/>
          <p:nvPr/>
        </p:nvGrpSpPr>
        <p:grpSpPr>
          <a:xfrm>
            <a:off x="9302117" y="2980900"/>
            <a:ext cx="1268273" cy="1231052"/>
            <a:chOff x="6380261" y="2029113"/>
            <a:chExt cx="951040" cy="897257"/>
          </a:xfrm>
        </p:grpSpPr>
        <p:grpSp>
          <p:nvGrpSpPr>
            <p:cNvPr id="52" name="组合 51">
              <a:extLst>
                <a:ext uri="{FF2B5EF4-FFF2-40B4-BE49-F238E27FC236}">
                  <a16:creationId xmlns:a16="http://schemas.microsoft.com/office/drawing/2014/main" id="{4EA491F6-7EF8-46A9-A518-FE2262F734DE}"/>
                </a:ext>
              </a:extLst>
            </p:cNvPr>
            <p:cNvGrpSpPr/>
            <p:nvPr/>
          </p:nvGrpSpPr>
          <p:grpSpPr>
            <a:xfrm rot="18900000">
              <a:off x="6380261" y="2029113"/>
              <a:ext cx="897259" cy="897257"/>
              <a:chOff x="304800" y="673100"/>
              <a:chExt cx="4000500" cy="4000500"/>
            </a:xfrm>
            <a:effectLst>
              <a:outerShdw blurRad="444500" dist="254000" dir="5700000" sx="104000" sy="104000" algn="tr" rotWithShape="0">
                <a:prstClr val="black">
                  <a:alpha val="50000"/>
                </a:prstClr>
              </a:outerShdw>
            </a:effectLst>
          </p:grpSpPr>
          <p:sp>
            <p:nvSpPr>
              <p:cNvPr id="54" name="同心圆 62">
                <a:extLst>
                  <a:ext uri="{FF2B5EF4-FFF2-40B4-BE49-F238E27FC236}">
                    <a16:creationId xmlns:a16="http://schemas.microsoft.com/office/drawing/2014/main" id="{77B3F234-5EF1-4C97-B6C5-B15FCD28D77A}"/>
                  </a:ext>
                </a:extLst>
              </p:cNvPr>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marL="0" marR="0" lvl="0" indent="0" algn="ctr"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black"/>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55" name="椭圆 54">
                <a:extLst>
                  <a:ext uri="{FF2B5EF4-FFF2-40B4-BE49-F238E27FC236}">
                    <a16:creationId xmlns:a16="http://schemas.microsoft.com/office/drawing/2014/main" id="{1888EFD4-D0C9-4B6A-B1D2-9B4AFE510AF9}"/>
                  </a:ext>
                </a:extLst>
              </p:cNvPr>
              <p:cNvSpPr/>
              <p:nvPr/>
            </p:nvSpPr>
            <p:spPr>
              <a:xfrm>
                <a:off x="366203" y="734507"/>
                <a:ext cx="3877701" cy="3877693"/>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marL="0" marR="0" lvl="0" indent="0" algn="ctr"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sp>
          <p:nvSpPr>
            <p:cNvPr id="53" name="TextBox 61">
              <a:extLst>
                <a:ext uri="{FF2B5EF4-FFF2-40B4-BE49-F238E27FC236}">
                  <a16:creationId xmlns:a16="http://schemas.microsoft.com/office/drawing/2014/main" id="{8CA40CEB-2FC7-453E-9771-5D2E2A9FBA0A}"/>
                </a:ext>
              </a:extLst>
            </p:cNvPr>
            <p:cNvSpPr txBox="1"/>
            <p:nvPr/>
          </p:nvSpPr>
          <p:spPr>
            <a:xfrm>
              <a:off x="6501314" y="2303662"/>
              <a:ext cx="829987" cy="381351"/>
            </a:xfrm>
            <a:prstGeom prst="rect">
              <a:avLst/>
            </a:prstGeom>
            <a:noFill/>
          </p:spPr>
          <p:txBody>
            <a:bodyPr wrap="square" rtlCol="0">
              <a:spAutoFit/>
            </a:bodyPr>
            <a:lstStyle/>
            <a:p>
              <a:pPr marL="0" marR="0" lvl="0" indent="0" algn="l" defTabSz="1219170" rtl="0" eaLnBrk="1" fontAlgn="base" latinLnBrk="0" hangingPunct="1">
                <a:lnSpc>
                  <a:spcPct val="100000"/>
                </a:lnSpc>
                <a:spcBef>
                  <a:spcPct val="0"/>
                </a:spcBef>
                <a:spcAft>
                  <a:spcPct val="0"/>
                </a:spcAft>
                <a:buClrTx/>
                <a:buSzTx/>
                <a:buFontTx/>
                <a:buNone/>
                <a:defRPr/>
              </a:pPr>
              <a:r>
                <a:rPr kumimoji="0" lang="en-US" altLang="zh-CN" sz="2800" b="1" i="0" u="none" strike="noStrike" kern="0" cap="none" spc="0" normalizeH="0" baseline="0" noProof="0">
                  <a:ln>
                    <a:noFill/>
                  </a:ln>
                  <a:solidFill>
                    <a:prstClr val="black">
                      <a:lumMod val="65000"/>
                      <a:lumOff val="35000"/>
                    </a:prst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92%</a:t>
              </a:r>
              <a:endParaRPr kumimoji="0" lang="zh-CN" altLang="en-US" sz="2800" b="1" i="0" u="none" strike="noStrike" kern="0" cap="none" spc="0" normalizeH="0" baseline="0" noProof="0">
                <a:ln>
                  <a:noFill/>
                </a:ln>
                <a:solidFill>
                  <a:prstClr val="black">
                    <a:lumMod val="65000"/>
                    <a:lumOff val="35000"/>
                  </a:prst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sp>
        <p:nvSpPr>
          <p:cNvPr id="56" name="Freeform 8">
            <a:extLst>
              <a:ext uri="{FF2B5EF4-FFF2-40B4-BE49-F238E27FC236}">
                <a16:creationId xmlns:a16="http://schemas.microsoft.com/office/drawing/2014/main" id="{7DD13002-D1FA-4414-8F38-6842C5817F63}"/>
              </a:ext>
            </a:extLst>
          </p:cNvPr>
          <p:cNvSpPr/>
          <p:nvPr/>
        </p:nvSpPr>
        <p:spPr bwMode="auto">
          <a:xfrm rot="18900000">
            <a:off x="1882255" y="3439306"/>
            <a:ext cx="1620740" cy="880972"/>
          </a:xfrm>
          <a:custGeom>
            <a:avLst/>
            <a:gdLst>
              <a:gd name="T0" fmla="*/ 8098 w 8105"/>
              <a:gd name="T1" fmla="*/ 0 h 4285"/>
              <a:gd name="T2" fmla="*/ 8105 w 8105"/>
              <a:gd name="T3" fmla="*/ 233 h 4285"/>
              <a:gd name="T4" fmla="*/ 4053 w 8105"/>
              <a:gd name="T5" fmla="*/ 4285 h 4285"/>
              <a:gd name="T6" fmla="*/ 0 w 8105"/>
              <a:gd name="T7" fmla="*/ 233 h 4285"/>
              <a:gd name="T8" fmla="*/ 7 w 8105"/>
              <a:gd name="T9" fmla="*/ 0 h 4285"/>
              <a:gd name="T10" fmla="*/ 1080 w 8105"/>
              <a:gd name="T11" fmla="*/ 0 h 4285"/>
              <a:gd name="T12" fmla="*/ 1071 w 8105"/>
              <a:gd name="T13" fmla="*/ 233 h 4285"/>
              <a:gd name="T14" fmla="*/ 4053 w 8105"/>
              <a:gd name="T15" fmla="*/ 3214 h 4285"/>
              <a:gd name="T16" fmla="*/ 7034 w 8105"/>
              <a:gd name="T17" fmla="*/ 233 h 4285"/>
              <a:gd name="T18" fmla="*/ 7025 w 8105"/>
              <a:gd name="T19" fmla="*/ 0 h 4285"/>
              <a:gd name="T20" fmla="*/ 8098 w 8105"/>
              <a:gd name="T21" fmla="*/ 0 h 4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05" h="4285">
                <a:moveTo>
                  <a:pt x="8098" y="0"/>
                </a:moveTo>
                <a:cubicBezTo>
                  <a:pt x="8103" y="77"/>
                  <a:pt x="8105" y="155"/>
                  <a:pt x="8105" y="233"/>
                </a:cubicBezTo>
                <a:cubicBezTo>
                  <a:pt x="8105" y="2471"/>
                  <a:pt x="6291" y="4285"/>
                  <a:pt x="4053" y="4285"/>
                </a:cubicBezTo>
                <a:cubicBezTo>
                  <a:pt x="1814" y="4285"/>
                  <a:pt x="0" y="2471"/>
                  <a:pt x="0" y="233"/>
                </a:cubicBezTo>
                <a:cubicBezTo>
                  <a:pt x="0" y="155"/>
                  <a:pt x="2" y="77"/>
                  <a:pt x="7" y="0"/>
                </a:cubicBezTo>
                <a:lnTo>
                  <a:pt x="1080" y="0"/>
                </a:lnTo>
                <a:cubicBezTo>
                  <a:pt x="1074" y="77"/>
                  <a:pt x="1071" y="154"/>
                  <a:pt x="1071" y="233"/>
                </a:cubicBezTo>
                <a:cubicBezTo>
                  <a:pt x="1071" y="1879"/>
                  <a:pt x="2406" y="3214"/>
                  <a:pt x="4053" y="3214"/>
                </a:cubicBezTo>
                <a:cubicBezTo>
                  <a:pt x="5699" y="3214"/>
                  <a:pt x="7034" y="1879"/>
                  <a:pt x="7034" y="233"/>
                </a:cubicBezTo>
                <a:cubicBezTo>
                  <a:pt x="7034" y="154"/>
                  <a:pt x="7031" y="77"/>
                  <a:pt x="7025" y="0"/>
                </a:cubicBezTo>
                <a:lnTo>
                  <a:pt x="8098" y="0"/>
                </a:lnTo>
                <a:close/>
              </a:path>
            </a:pathLst>
          </a:custGeom>
          <a:solidFill>
            <a:schemeClr val="accent3"/>
          </a:solidFill>
          <a:ln w="3175" cap="flat">
            <a:noFill/>
            <a:prstDash val="solid"/>
            <a:miter lim="800000"/>
          </a:ln>
        </p:spPr>
        <p:txBody>
          <a:bodyPr vert="horz" wrap="square" lIns="123139" tIns="61569" rIns="123139" bIns="61569" numCol="1" anchor="t" anchorCtr="0" compatLnSpc="1">
            <a:prstTxWarp prst="textNoShape">
              <a:avLst/>
            </a:prstTxWarp>
          </a:bodyPr>
          <a:lstStyle/>
          <a:p>
            <a:pPr marL="0" marR="0" lvl="0" indent="0" algn="l"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black"/>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57" name="Freeform 7">
            <a:extLst>
              <a:ext uri="{FF2B5EF4-FFF2-40B4-BE49-F238E27FC236}">
                <a16:creationId xmlns:a16="http://schemas.microsoft.com/office/drawing/2014/main" id="{F5838F82-56FA-4012-A985-473534E10FA6}"/>
              </a:ext>
            </a:extLst>
          </p:cNvPr>
          <p:cNvSpPr/>
          <p:nvPr/>
        </p:nvSpPr>
        <p:spPr bwMode="auto">
          <a:xfrm rot="19087048">
            <a:off x="4426764" y="3301962"/>
            <a:ext cx="1583837" cy="1070361"/>
          </a:xfrm>
          <a:custGeom>
            <a:avLst/>
            <a:gdLst>
              <a:gd name="T0" fmla="*/ 7997 w 8105"/>
              <a:gd name="T1" fmla="*/ 0 h 4984"/>
              <a:gd name="T2" fmla="*/ 8105 w 8105"/>
              <a:gd name="T3" fmla="*/ 932 h 4984"/>
              <a:gd name="T4" fmla="*/ 4053 w 8105"/>
              <a:gd name="T5" fmla="*/ 4984 h 4984"/>
              <a:gd name="T6" fmla="*/ 0 w 8105"/>
              <a:gd name="T7" fmla="*/ 932 h 4984"/>
              <a:gd name="T8" fmla="*/ 108 w 8105"/>
              <a:gd name="T9" fmla="*/ 0 h 4984"/>
              <a:gd name="T10" fmla="*/ 1212 w 8105"/>
              <a:gd name="T11" fmla="*/ 0 h 4984"/>
              <a:gd name="T12" fmla="*/ 1218 w 8105"/>
              <a:gd name="T13" fmla="*/ 6 h 4984"/>
              <a:gd name="T14" fmla="*/ 1071 w 8105"/>
              <a:gd name="T15" fmla="*/ 932 h 4984"/>
              <a:gd name="T16" fmla="*/ 4053 w 8105"/>
              <a:gd name="T17" fmla="*/ 3913 h 4984"/>
              <a:gd name="T18" fmla="*/ 7034 w 8105"/>
              <a:gd name="T19" fmla="*/ 932 h 4984"/>
              <a:gd name="T20" fmla="*/ 6887 w 8105"/>
              <a:gd name="T21" fmla="*/ 6 h 4984"/>
              <a:gd name="T22" fmla="*/ 6893 w 8105"/>
              <a:gd name="T23" fmla="*/ 0 h 4984"/>
              <a:gd name="T24" fmla="*/ 7997 w 8105"/>
              <a:gd name="T25" fmla="*/ 0 h 49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05" h="4984">
                <a:moveTo>
                  <a:pt x="7997" y="0"/>
                </a:moveTo>
                <a:cubicBezTo>
                  <a:pt x="8068" y="299"/>
                  <a:pt x="8105" y="611"/>
                  <a:pt x="8105" y="932"/>
                </a:cubicBezTo>
                <a:cubicBezTo>
                  <a:pt x="8105" y="3170"/>
                  <a:pt x="6291" y="4984"/>
                  <a:pt x="4053" y="4984"/>
                </a:cubicBezTo>
                <a:cubicBezTo>
                  <a:pt x="1814" y="4984"/>
                  <a:pt x="0" y="3170"/>
                  <a:pt x="0" y="932"/>
                </a:cubicBezTo>
                <a:cubicBezTo>
                  <a:pt x="0" y="611"/>
                  <a:pt x="37" y="299"/>
                  <a:pt x="108" y="0"/>
                </a:cubicBezTo>
                <a:lnTo>
                  <a:pt x="1212" y="0"/>
                </a:lnTo>
                <a:lnTo>
                  <a:pt x="1218" y="6"/>
                </a:lnTo>
                <a:cubicBezTo>
                  <a:pt x="1123" y="297"/>
                  <a:pt x="1071" y="609"/>
                  <a:pt x="1071" y="932"/>
                </a:cubicBezTo>
                <a:cubicBezTo>
                  <a:pt x="1071" y="2578"/>
                  <a:pt x="2406" y="3913"/>
                  <a:pt x="4053" y="3913"/>
                </a:cubicBezTo>
                <a:cubicBezTo>
                  <a:pt x="5699" y="3913"/>
                  <a:pt x="7034" y="2578"/>
                  <a:pt x="7034" y="932"/>
                </a:cubicBezTo>
                <a:cubicBezTo>
                  <a:pt x="7034" y="609"/>
                  <a:pt x="6982" y="297"/>
                  <a:pt x="6887" y="6"/>
                </a:cubicBezTo>
                <a:lnTo>
                  <a:pt x="6893" y="0"/>
                </a:lnTo>
                <a:lnTo>
                  <a:pt x="7997" y="0"/>
                </a:lnTo>
                <a:close/>
              </a:path>
            </a:pathLst>
          </a:custGeom>
          <a:solidFill>
            <a:schemeClr val="accent4"/>
          </a:solidFill>
          <a:ln w="3175" cap="flat">
            <a:noFill/>
            <a:prstDash val="solid"/>
            <a:miter lim="800000"/>
          </a:ln>
        </p:spPr>
        <p:txBody>
          <a:bodyPr vert="horz" wrap="square" lIns="123139" tIns="61569" rIns="123139" bIns="61569" numCol="1" anchor="t" anchorCtr="0" compatLnSpc="1">
            <a:prstTxWarp prst="textNoShape">
              <a:avLst/>
            </a:prstTxWarp>
          </a:bodyPr>
          <a:lstStyle/>
          <a:p>
            <a:pPr marL="0" marR="0" lvl="0" indent="0" algn="l"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black"/>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58" name="Freeform 6">
            <a:extLst>
              <a:ext uri="{FF2B5EF4-FFF2-40B4-BE49-F238E27FC236}">
                <a16:creationId xmlns:a16="http://schemas.microsoft.com/office/drawing/2014/main" id="{2687ACEF-A7F8-4E8A-93B4-4A9AF39CCCBF}"/>
              </a:ext>
            </a:extLst>
          </p:cNvPr>
          <p:cNvSpPr/>
          <p:nvPr/>
        </p:nvSpPr>
        <p:spPr bwMode="auto">
          <a:xfrm rot="19290703">
            <a:off x="6747287" y="3113526"/>
            <a:ext cx="1619319" cy="1260987"/>
          </a:xfrm>
          <a:custGeom>
            <a:avLst/>
            <a:gdLst>
              <a:gd name="T0" fmla="*/ 7492 w 8105"/>
              <a:gd name="T1" fmla="*/ 0 h 6195"/>
              <a:gd name="T2" fmla="*/ 8105 w 8105"/>
              <a:gd name="T3" fmla="*/ 2143 h 6195"/>
              <a:gd name="T4" fmla="*/ 4052 w 8105"/>
              <a:gd name="T5" fmla="*/ 6195 h 6195"/>
              <a:gd name="T6" fmla="*/ 0 w 8105"/>
              <a:gd name="T7" fmla="*/ 2143 h 6195"/>
              <a:gd name="T8" fmla="*/ 612 w 8105"/>
              <a:gd name="T9" fmla="*/ 0 h 6195"/>
              <a:gd name="T10" fmla="*/ 1957 w 8105"/>
              <a:gd name="T11" fmla="*/ 0 h 6195"/>
              <a:gd name="T12" fmla="*/ 1968 w 8105"/>
              <a:gd name="T13" fmla="*/ 11 h 6195"/>
              <a:gd name="T14" fmla="*/ 1071 w 8105"/>
              <a:gd name="T15" fmla="*/ 2143 h 6195"/>
              <a:gd name="T16" fmla="*/ 4052 w 8105"/>
              <a:gd name="T17" fmla="*/ 5124 h 6195"/>
              <a:gd name="T18" fmla="*/ 7033 w 8105"/>
              <a:gd name="T19" fmla="*/ 2143 h 6195"/>
              <a:gd name="T20" fmla="*/ 6136 w 8105"/>
              <a:gd name="T21" fmla="*/ 11 h 6195"/>
              <a:gd name="T22" fmla="*/ 6147 w 8105"/>
              <a:gd name="T23" fmla="*/ 0 h 6195"/>
              <a:gd name="T24" fmla="*/ 7492 w 8105"/>
              <a:gd name="T25" fmla="*/ 0 h 6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05" h="6195">
                <a:moveTo>
                  <a:pt x="7492" y="0"/>
                </a:moveTo>
                <a:cubicBezTo>
                  <a:pt x="7880" y="622"/>
                  <a:pt x="8105" y="1356"/>
                  <a:pt x="8105" y="2143"/>
                </a:cubicBezTo>
                <a:cubicBezTo>
                  <a:pt x="8105" y="4381"/>
                  <a:pt x="6290" y="6195"/>
                  <a:pt x="4052" y="6195"/>
                </a:cubicBezTo>
                <a:cubicBezTo>
                  <a:pt x="1814" y="6195"/>
                  <a:pt x="0" y="4381"/>
                  <a:pt x="0" y="2143"/>
                </a:cubicBezTo>
                <a:cubicBezTo>
                  <a:pt x="0" y="1356"/>
                  <a:pt x="224" y="622"/>
                  <a:pt x="612" y="0"/>
                </a:cubicBezTo>
                <a:lnTo>
                  <a:pt x="1957" y="0"/>
                </a:lnTo>
                <a:lnTo>
                  <a:pt x="1968" y="11"/>
                </a:lnTo>
                <a:cubicBezTo>
                  <a:pt x="1415" y="552"/>
                  <a:pt x="1071" y="1307"/>
                  <a:pt x="1071" y="2143"/>
                </a:cubicBezTo>
                <a:cubicBezTo>
                  <a:pt x="1071" y="3789"/>
                  <a:pt x="2406" y="5124"/>
                  <a:pt x="4052" y="5124"/>
                </a:cubicBezTo>
                <a:cubicBezTo>
                  <a:pt x="5699" y="5124"/>
                  <a:pt x="7033" y="3789"/>
                  <a:pt x="7033" y="2143"/>
                </a:cubicBezTo>
                <a:cubicBezTo>
                  <a:pt x="7033" y="1307"/>
                  <a:pt x="6690" y="552"/>
                  <a:pt x="6136" y="11"/>
                </a:cubicBezTo>
                <a:lnTo>
                  <a:pt x="6147" y="0"/>
                </a:lnTo>
                <a:lnTo>
                  <a:pt x="7492" y="0"/>
                </a:lnTo>
                <a:close/>
              </a:path>
            </a:pathLst>
          </a:custGeom>
          <a:solidFill>
            <a:schemeClr val="accent3"/>
          </a:solidFill>
          <a:ln w="3175" cap="flat">
            <a:noFill/>
            <a:prstDash val="solid"/>
            <a:miter lim="800000"/>
          </a:ln>
        </p:spPr>
        <p:txBody>
          <a:bodyPr vert="horz" wrap="square" lIns="123139" tIns="61569" rIns="123139" bIns="61569" numCol="1" anchor="t" anchorCtr="0" compatLnSpc="1">
            <a:prstTxWarp prst="textNoShape">
              <a:avLst/>
            </a:prstTxWarp>
          </a:bodyPr>
          <a:lstStyle/>
          <a:p>
            <a:pPr marL="0" marR="0" lvl="0" indent="0" algn="l"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black"/>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59" name="Freeform 5">
            <a:extLst>
              <a:ext uri="{FF2B5EF4-FFF2-40B4-BE49-F238E27FC236}">
                <a16:creationId xmlns:a16="http://schemas.microsoft.com/office/drawing/2014/main" id="{D67E0C05-29E6-4962-AD24-6B81EE3D8591}"/>
              </a:ext>
            </a:extLst>
          </p:cNvPr>
          <p:cNvSpPr/>
          <p:nvPr/>
        </p:nvSpPr>
        <p:spPr bwMode="auto">
          <a:xfrm rot="19810787">
            <a:off x="9146265" y="2851996"/>
            <a:ext cx="1559879" cy="1521925"/>
          </a:xfrm>
          <a:custGeom>
            <a:avLst/>
            <a:gdLst>
              <a:gd name="T0" fmla="*/ 5799 w 8105"/>
              <a:gd name="T1" fmla="*/ 0 h 7710"/>
              <a:gd name="T2" fmla="*/ 8105 w 8105"/>
              <a:gd name="T3" fmla="*/ 3658 h 7710"/>
              <a:gd name="T4" fmla="*/ 4052 w 8105"/>
              <a:gd name="T5" fmla="*/ 7710 h 7710"/>
              <a:gd name="T6" fmla="*/ 0 w 8105"/>
              <a:gd name="T7" fmla="*/ 3658 h 7710"/>
              <a:gd name="T8" fmla="*/ 2306 w 8105"/>
              <a:gd name="T9" fmla="*/ 0 h 7710"/>
              <a:gd name="T10" fmla="*/ 3128 w 8105"/>
              <a:gd name="T11" fmla="*/ 823 h 7710"/>
              <a:gd name="T12" fmla="*/ 1071 w 8105"/>
              <a:gd name="T13" fmla="*/ 3658 h 7710"/>
              <a:gd name="T14" fmla="*/ 4052 w 8105"/>
              <a:gd name="T15" fmla="*/ 6639 h 7710"/>
              <a:gd name="T16" fmla="*/ 7034 w 8105"/>
              <a:gd name="T17" fmla="*/ 3658 h 7710"/>
              <a:gd name="T18" fmla="*/ 4976 w 8105"/>
              <a:gd name="T19" fmla="*/ 823 h 7710"/>
              <a:gd name="T20" fmla="*/ 5799 w 8105"/>
              <a:gd name="T21" fmla="*/ 0 h 7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05" h="7710">
                <a:moveTo>
                  <a:pt x="5799" y="0"/>
                </a:moveTo>
                <a:cubicBezTo>
                  <a:pt x="7163" y="653"/>
                  <a:pt x="8105" y="2045"/>
                  <a:pt x="8105" y="3658"/>
                </a:cubicBezTo>
                <a:cubicBezTo>
                  <a:pt x="8105" y="5896"/>
                  <a:pt x="6291" y="7710"/>
                  <a:pt x="4052" y="7710"/>
                </a:cubicBezTo>
                <a:cubicBezTo>
                  <a:pt x="1814" y="7710"/>
                  <a:pt x="0" y="5896"/>
                  <a:pt x="0" y="3658"/>
                </a:cubicBezTo>
                <a:cubicBezTo>
                  <a:pt x="0" y="2045"/>
                  <a:pt x="942" y="653"/>
                  <a:pt x="2306" y="0"/>
                </a:cubicBezTo>
                <a:lnTo>
                  <a:pt x="3128" y="823"/>
                </a:lnTo>
                <a:cubicBezTo>
                  <a:pt x="1934" y="1212"/>
                  <a:pt x="1071" y="2334"/>
                  <a:pt x="1071" y="3658"/>
                </a:cubicBezTo>
                <a:cubicBezTo>
                  <a:pt x="1071" y="5304"/>
                  <a:pt x="2406" y="6639"/>
                  <a:pt x="4052" y="6639"/>
                </a:cubicBezTo>
                <a:cubicBezTo>
                  <a:pt x="5699" y="6639"/>
                  <a:pt x="7034" y="5304"/>
                  <a:pt x="7034" y="3658"/>
                </a:cubicBezTo>
                <a:cubicBezTo>
                  <a:pt x="7034" y="2334"/>
                  <a:pt x="6171" y="1212"/>
                  <a:pt x="4976" y="823"/>
                </a:cubicBezTo>
                <a:lnTo>
                  <a:pt x="5799" y="0"/>
                </a:lnTo>
                <a:close/>
              </a:path>
            </a:pathLst>
          </a:custGeom>
          <a:solidFill>
            <a:schemeClr val="accent4"/>
          </a:solidFill>
          <a:ln w="3175" cap="flat">
            <a:noFill/>
            <a:prstDash val="solid"/>
            <a:miter lim="800000"/>
          </a:ln>
        </p:spPr>
        <p:txBody>
          <a:bodyPr vert="horz" wrap="square" lIns="123139" tIns="61569" rIns="123139" bIns="61569" numCol="1" anchor="t" anchorCtr="0" compatLnSpc="1">
            <a:prstTxWarp prst="textNoShape">
              <a:avLst/>
            </a:prstTxWarp>
          </a:bodyPr>
          <a:lstStyle/>
          <a:p>
            <a:pPr marL="0" marR="0" lvl="0" indent="0" algn="l"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black"/>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nvGrpSpPr>
          <p:cNvPr id="60" name="组合 59">
            <a:extLst>
              <a:ext uri="{FF2B5EF4-FFF2-40B4-BE49-F238E27FC236}">
                <a16:creationId xmlns:a16="http://schemas.microsoft.com/office/drawing/2014/main" id="{289CC501-CDA5-4987-A386-3FC34720C528}"/>
              </a:ext>
            </a:extLst>
          </p:cNvPr>
          <p:cNvGrpSpPr/>
          <p:nvPr/>
        </p:nvGrpSpPr>
        <p:grpSpPr>
          <a:xfrm>
            <a:off x="1853336" y="1988839"/>
            <a:ext cx="1281109" cy="318100"/>
            <a:chOff x="3477359" y="8005745"/>
            <a:chExt cx="2534423" cy="616688"/>
          </a:xfrm>
          <a:effectLst>
            <a:outerShdw blurRad="203200" dist="114300" dir="5400000" sx="102000" sy="102000" algn="t" rotWithShape="0">
              <a:prstClr val="black">
                <a:alpha val="29000"/>
              </a:prstClr>
            </a:outerShdw>
          </a:effectLst>
        </p:grpSpPr>
        <p:sp>
          <p:nvSpPr>
            <p:cNvPr id="61" name="流程图: 可选过程 60">
              <a:extLst>
                <a:ext uri="{FF2B5EF4-FFF2-40B4-BE49-F238E27FC236}">
                  <a16:creationId xmlns:a16="http://schemas.microsoft.com/office/drawing/2014/main" id="{C0B3F504-9C6F-4430-811C-011A966552C7}"/>
                </a:ext>
              </a:extLst>
            </p:cNvPr>
            <p:cNvSpPr/>
            <p:nvPr/>
          </p:nvSpPr>
          <p:spPr>
            <a:xfrm>
              <a:off x="3477359" y="8032286"/>
              <a:ext cx="2534423" cy="584775"/>
            </a:xfrm>
            <a:prstGeom prst="flowChartAlternateProcess">
              <a:avLst/>
            </a:prstGeom>
            <a:solidFill>
              <a:schemeClr val="accent3"/>
            </a:solidFill>
            <a:ln w="25400" cap="flat" cmpd="sng" algn="ctr">
              <a:noFill/>
              <a:prstDash val="solid"/>
            </a:ln>
            <a:effectLst/>
          </p:spPr>
          <p:txBody>
            <a:bodyPr rtlCol="0" anchor="ctr"/>
            <a:lstStyle/>
            <a:p>
              <a:pPr marL="0" marR="0" lvl="0" indent="0" algn="ctr"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62" name="TextBox 70">
              <a:extLst>
                <a:ext uri="{FF2B5EF4-FFF2-40B4-BE49-F238E27FC236}">
                  <a16:creationId xmlns:a16="http://schemas.microsoft.com/office/drawing/2014/main" id="{C277BCAD-F2C1-4FD4-867B-9951B90E127F}"/>
                </a:ext>
              </a:extLst>
            </p:cNvPr>
            <p:cNvSpPr txBox="1"/>
            <p:nvPr/>
          </p:nvSpPr>
          <p:spPr>
            <a:xfrm>
              <a:off x="3776380" y="8005745"/>
              <a:ext cx="1849458" cy="616688"/>
            </a:xfrm>
            <a:prstGeom prst="rect">
              <a:avLst/>
            </a:prstGeom>
            <a:noFill/>
          </p:spPr>
          <p:txBody>
            <a:bodyPr wrap="none" rtlCol="0">
              <a:spAutoFit/>
            </a:bodyPr>
            <a:lstStyle/>
            <a:p>
              <a:pPr marL="0" marR="0" lvl="0" indent="0" algn="ctr" defTabSz="1219170" rtl="0" eaLnBrk="1" fontAlgn="base" latinLnBrk="0" hangingPunct="1">
                <a:lnSpc>
                  <a:spcPct val="100000"/>
                </a:lnSpc>
                <a:spcBef>
                  <a:spcPct val="0"/>
                </a:spcBef>
                <a:spcAft>
                  <a:spcPct val="0"/>
                </a:spcAft>
                <a:buClrTx/>
                <a:buSzTx/>
                <a:buFontTx/>
                <a:buNone/>
                <a:defRPr/>
              </a:pPr>
              <a:r>
                <a:rPr kumimoji="0" lang="zh-CN" altLang="en-US" sz="1467"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日常管理</a:t>
              </a:r>
            </a:p>
          </p:txBody>
        </p:sp>
      </p:grpSp>
      <p:grpSp>
        <p:nvGrpSpPr>
          <p:cNvPr id="63" name="组合 62">
            <a:extLst>
              <a:ext uri="{FF2B5EF4-FFF2-40B4-BE49-F238E27FC236}">
                <a16:creationId xmlns:a16="http://schemas.microsoft.com/office/drawing/2014/main" id="{41763615-27E4-482B-B82C-904EB0700727}"/>
              </a:ext>
            </a:extLst>
          </p:cNvPr>
          <p:cNvGrpSpPr/>
          <p:nvPr/>
        </p:nvGrpSpPr>
        <p:grpSpPr>
          <a:xfrm>
            <a:off x="4237979" y="1988839"/>
            <a:ext cx="1317511" cy="318100"/>
            <a:chOff x="3405344" y="8005745"/>
            <a:chExt cx="2606438" cy="616688"/>
          </a:xfrm>
          <a:effectLst>
            <a:outerShdw blurRad="203200" dist="114300" dir="5400000" sx="102000" sy="102000" algn="t" rotWithShape="0">
              <a:prstClr val="black">
                <a:alpha val="29000"/>
              </a:prstClr>
            </a:outerShdw>
          </a:effectLst>
        </p:grpSpPr>
        <p:sp>
          <p:nvSpPr>
            <p:cNvPr id="64" name="流程图: 可选过程 63">
              <a:extLst>
                <a:ext uri="{FF2B5EF4-FFF2-40B4-BE49-F238E27FC236}">
                  <a16:creationId xmlns:a16="http://schemas.microsoft.com/office/drawing/2014/main" id="{8D77E51B-6C89-4B35-BDA7-C3E84F38BDCC}"/>
                </a:ext>
              </a:extLst>
            </p:cNvPr>
            <p:cNvSpPr/>
            <p:nvPr/>
          </p:nvSpPr>
          <p:spPr>
            <a:xfrm>
              <a:off x="3477359" y="8032286"/>
              <a:ext cx="2534423" cy="584775"/>
            </a:xfrm>
            <a:prstGeom prst="flowChartAlternateProcess">
              <a:avLst/>
            </a:prstGeom>
            <a:solidFill>
              <a:schemeClr val="accent4"/>
            </a:solidFill>
            <a:ln w="25400" cap="flat" cmpd="sng" algn="ctr">
              <a:noFill/>
              <a:prstDash val="solid"/>
            </a:ln>
            <a:effectLst/>
          </p:spPr>
          <p:txBody>
            <a:bodyPr rtlCol="0" anchor="ctr"/>
            <a:lstStyle/>
            <a:p>
              <a:pPr marL="0" marR="0" lvl="0" indent="0" algn="ctr"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65" name="TextBox 73">
              <a:extLst>
                <a:ext uri="{FF2B5EF4-FFF2-40B4-BE49-F238E27FC236}">
                  <a16:creationId xmlns:a16="http://schemas.microsoft.com/office/drawing/2014/main" id="{A8201E0C-350F-4BE6-9452-E9D3D477CE44}"/>
                </a:ext>
              </a:extLst>
            </p:cNvPr>
            <p:cNvSpPr txBox="1"/>
            <p:nvPr/>
          </p:nvSpPr>
          <p:spPr>
            <a:xfrm>
              <a:off x="3405344" y="8005745"/>
              <a:ext cx="2591528" cy="616688"/>
            </a:xfrm>
            <a:prstGeom prst="rect">
              <a:avLst/>
            </a:prstGeom>
            <a:noFill/>
          </p:spPr>
          <p:txBody>
            <a:bodyPr wrap="none" rtlCol="0">
              <a:spAutoFit/>
            </a:bodyPr>
            <a:lstStyle/>
            <a:p>
              <a:pPr marL="0" marR="0" lvl="0" indent="0" algn="ctr" defTabSz="1219170" rtl="0" eaLnBrk="1" fontAlgn="base" latinLnBrk="0" hangingPunct="1">
                <a:lnSpc>
                  <a:spcPct val="100000"/>
                </a:lnSpc>
                <a:spcBef>
                  <a:spcPct val="0"/>
                </a:spcBef>
                <a:spcAft>
                  <a:spcPct val="0"/>
                </a:spcAft>
                <a:buClrTx/>
                <a:buSzTx/>
                <a:buFontTx/>
                <a:buNone/>
                <a:defRPr/>
              </a:pPr>
              <a:r>
                <a:rPr kumimoji="0" lang="zh-CN" altLang="en-US" sz="1467"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工程质量预防</a:t>
              </a:r>
            </a:p>
          </p:txBody>
        </p:sp>
      </p:grpSp>
      <p:grpSp>
        <p:nvGrpSpPr>
          <p:cNvPr id="66" name="组合 65">
            <a:extLst>
              <a:ext uri="{FF2B5EF4-FFF2-40B4-BE49-F238E27FC236}">
                <a16:creationId xmlns:a16="http://schemas.microsoft.com/office/drawing/2014/main" id="{E91A8543-E854-4D04-930F-19D2E44545FD}"/>
              </a:ext>
            </a:extLst>
          </p:cNvPr>
          <p:cNvGrpSpPr/>
          <p:nvPr/>
        </p:nvGrpSpPr>
        <p:grpSpPr>
          <a:xfrm>
            <a:off x="6661623" y="1988839"/>
            <a:ext cx="1281109" cy="318100"/>
            <a:chOff x="3477359" y="8005745"/>
            <a:chExt cx="2534423" cy="616688"/>
          </a:xfrm>
          <a:effectLst>
            <a:outerShdw blurRad="203200" dist="114300" dir="5400000" sx="102000" sy="102000" algn="t" rotWithShape="0">
              <a:prstClr val="black">
                <a:alpha val="29000"/>
              </a:prstClr>
            </a:outerShdw>
          </a:effectLst>
        </p:grpSpPr>
        <p:sp>
          <p:nvSpPr>
            <p:cNvPr id="67" name="流程图: 可选过程 66">
              <a:extLst>
                <a:ext uri="{FF2B5EF4-FFF2-40B4-BE49-F238E27FC236}">
                  <a16:creationId xmlns:a16="http://schemas.microsoft.com/office/drawing/2014/main" id="{1BCE9E4B-8792-4673-91EE-387AB6373CE0}"/>
                </a:ext>
              </a:extLst>
            </p:cNvPr>
            <p:cNvSpPr/>
            <p:nvPr/>
          </p:nvSpPr>
          <p:spPr>
            <a:xfrm>
              <a:off x="3477359" y="8032286"/>
              <a:ext cx="2534423" cy="584775"/>
            </a:xfrm>
            <a:prstGeom prst="flowChartAlternateProcess">
              <a:avLst/>
            </a:prstGeom>
            <a:solidFill>
              <a:schemeClr val="accent3"/>
            </a:solidFill>
            <a:ln w="25400" cap="flat" cmpd="sng" algn="ctr">
              <a:noFill/>
              <a:prstDash val="solid"/>
            </a:ln>
            <a:effectLst/>
          </p:spPr>
          <p:txBody>
            <a:bodyPr rtlCol="0" anchor="ctr"/>
            <a:lstStyle/>
            <a:p>
              <a:pPr marL="0" marR="0" lvl="0" indent="0" algn="ctr"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68" name="TextBox 76">
              <a:extLst>
                <a:ext uri="{FF2B5EF4-FFF2-40B4-BE49-F238E27FC236}">
                  <a16:creationId xmlns:a16="http://schemas.microsoft.com/office/drawing/2014/main" id="{2D75256D-739C-4656-B404-6549754B6CCE}"/>
                </a:ext>
              </a:extLst>
            </p:cNvPr>
            <p:cNvSpPr txBox="1"/>
            <p:nvPr/>
          </p:nvSpPr>
          <p:spPr>
            <a:xfrm>
              <a:off x="3776378" y="8005745"/>
              <a:ext cx="1849458" cy="616688"/>
            </a:xfrm>
            <a:prstGeom prst="rect">
              <a:avLst/>
            </a:prstGeom>
            <a:noFill/>
          </p:spPr>
          <p:txBody>
            <a:bodyPr wrap="none" rtlCol="0">
              <a:spAutoFit/>
            </a:bodyPr>
            <a:lstStyle/>
            <a:p>
              <a:pPr marL="0" marR="0" lvl="0" indent="0" algn="ctr" defTabSz="1219170" rtl="0" eaLnBrk="1" fontAlgn="base" latinLnBrk="0" hangingPunct="1">
                <a:lnSpc>
                  <a:spcPct val="100000"/>
                </a:lnSpc>
                <a:spcBef>
                  <a:spcPct val="0"/>
                </a:spcBef>
                <a:spcAft>
                  <a:spcPct val="0"/>
                </a:spcAft>
                <a:buClrTx/>
                <a:buSzTx/>
                <a:buFontTx/>
                <a:buNone/>
                <a:defRPr/>
              </a:pPr>
              <a:r>
                <a:rPr kumimoji="0" lang="zh-CN" altLang="en-US" sz="1467"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安全防护</a:t>
              </a:r>
            </a:p>
          </p:txBody>
        </p:sp>
      </p:grpSp>
      <p:grpSp>
        <p:nvGrpSpPr>
          <p:cNvPr id="69" name="组合 68">
            <a:extLst>
              <a:ext uri="{FF2B5EF4-FFF2-40B4-BE49-F238E27FC236}">
                <a16:creationId xmlns:a16="http://schemas.microsoft.com/office/drawing/2014/main" id="{6D83A59C-72D5-4967-84DC-410FD68ADA2D}"/>
              </a:ext>
            </a:extLst>
          </p:cNvPr>
          <p:cNvGrpSpPr/>
          <p:nvPr/>
        </p:nvGrpSpPr>
        <p:grpSpPr>
          <a:xfrm>
            <a:off x="9189046" y="1988839"/>
            <a:ext cx="1281109" cy="318100"/>
            <a:chOff x="3477359" y="8005745"/>
            <a:chExt cx="2534423" cy="616688"/>
          </a:xfrm>
          <a:effectLst>
            <a:outerShdw blurRad="203200" dist="114300" dir="5400000" sx="102000" sy="102000" algn="t" rotWithShape="0">
              <a:prstClr val="black">
                <a:alpha val="29000"/>
              </a:prstClr>
            </a:outerShdw>
          </a:effectLst>
        </p:grpSpPr>
        <p:sp>
          <p:nvSpPr>
            <p:cNvPr id="70" name="流程图: 可选过程 69">
              <a:extLst>
                <a:ext uri="{FF2B5EF4-FFF2-40B4-BE49-F238E27FC236}">
                  <a16:creationId xmlns:a16="http://schemas.microsoft.com/office/drawing/2014/main" id="{E1CC4D78-9000-4827-8D82-A76418491625}"/>
                </a:ext>
              </a:extLst>
            </p:cNvPr>
            <p:cNvSpPr/>
            <p:nvPr/>
          </p:nvSpPr>
          <p:spPr>
            <a:xfrm>
              <a:off x="3477359" y="8032286"/>
              <a:ext cx="2534423" cy="584775"/>
            </a:xfrm>
            <a:prstGeom prst="flowChartAlternateProcess">
              <a:avLst/>
            </a:prstGeom>
            <a:solidFill>
              <a:schemeClr val="accent4"/>
            </a:solidFill>
            <a:ln w="25400" cap="flat" cmpd="sng" algn="ctr">
              <a:noFill/>
              <a:prstDash val="solid"/>
            </a:ln>
            <a:effectLst/>
          </p:spPr>
          <p:txBody>
            <a:bodyPr rtlCol="0" anchor="ctr"/>
            <a:lstStyle/>
            <a:p>
              <a:pPr marL="0" marR="0" lvl="0" indent="0" algn="ctr"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71" name="TextBox 79">
              <a:extLst>
                <a:ext uri="{FF2B5EF4-FFF2-40B4-BE49-F238E27FC236}">
                  <a16:creationId xmlns:a16="http://schemas.microsoft.com/office/drawing/2014/main" id="{52914C21-9E43-4DF6-99DA-DDA355C31985}"/>
                </a:ext>
              </a:extLst>
            </p:cNvPr>
            <p:cNvSpPr txBox="1"/>
            <p:nvPr/>
          </p:nvSpPr>
          <p:spPr>
            <a:xfrm>
              <a:off x="3776380" y="8005745"/>
              <a:ext cx="1849458" cy="616688"/>
            </a:xfrm>
            <a:prstGeom prst="rect">
              <a:avLst/>
            </a:prstGeom>
            <a:noFill/>
          </p:spPr>
          <p:txBody>
            <a:bodyPr wrap="none" rtlCol="0">
              <a:spAutoFit/>
            </a:bodyPr>
            <a:lstStyle/>
            <a:p>
              <a:pPr marL="0" marR="0" lvl="0" indent="0" algn="ctr" defTabSz="1219170" rtl="0" eaLnBrk="1" fontAlgn="base" latinLnBrk="0" hangingPunct="1">
                <a:lnSpc>
                  <a:spcPct val="100000"/>
                </a:lnSpc>
                <a:spcBef>
                  <a:spcPct val="0"/>
                </a:spcBef>
                <a:spcAft>
                  <a:spcPct val="0"/>
                </a:spcAft>
                <a:buClrTx/>
                <a:buSzTx/>
                <a:buFontTx/>
                <a:buNone/>
                <a:defRPr/>
              </a:pPr>
              <a:r>
                <a:rPr kumimoji="0" lang="zh-CN" altLang="en-US" sz="1467"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控制措施</a:t>
              </a:r>
            </a:p>
          </p:txBody>
        </p:sp>
      </p:gr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p15="http://schemas.microsoft.com/office/powerpoint/2012/main" xmlns:a16="http://schemas.microsoft.com/office/drawing/2014/main"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0-#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additive="base">
                                        <p:cTn id="12" dur="500" fill="hold"/>
                                        <p:tgtEl>
                                          <p:spTgt spid="23"/>
                                        </p:tgtEl>
                                        <p:attrNameLst>
                                          <p:attrName>ppt_x</p:attrName>
                                        </p:attrNameLst>
                                      </p:cBhvr>
                                      <p:tavLst>
                                        <p:tav tm="0">
                                          <p:val>
                                            <p:strVal val="0-#ppt_w/2"/>
                                          </p:val>
                                        </p:tav>
                                        <p:tav tm="100000">
                                          <p:val>
                                            <p:strVal val="#ppt_x"/>
                                          </p:val>
                                        </p:tav>
                                      </p:tavLst>
                                    </p:anim>
                                    <p:anim calcmode="lin" valueType="num">
                                      <p:cBhvr additive="base">
                                        <p:cTn id="13" dur="500" fill="hold"/>
                                        <p:tgtEl>
                                          <p:spTgt spid="23"/>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2" fill="hold" nodeType="after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additive="base">
                                        <p:cTn id="17" dur="500" fill="hold"/>
                                        <p:tgtEl>
                                          <p:spTgt spid="26"/>
                                        </p:tgtEl>
                                        <p:attrNameLst>
                                          <p:attrName>ppt_x</p:attrName>
                                        </p:attrNameLst>
                                      </p:cBhvr>
                                      <p:tavLst>
                                        <p:tav tm="0">
                                          <p:val>
                                            <p:strVal val="1+#ppt_w/2"/>
                                          </p:val>
                                        </p:tav>
                                        <p:tav tm="100000">
                                          <p:val>
                                            <p:strVal val="#ppt_x"/>
                                          </p:val>
                                        </p:tav>
                                      </p:tavLst>
                                    </p:anim>
                                    <p:anim calcmode="lin" valueType="num">
                                      <p:cBhvr additive="base">
                                        <p:cTn id="18" dur="500" fill="hold"/>
                                        <p:tgtEl>
                                          <p:spTgt spid="26"/>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2" fill="hold" nodeType="afterEffect">
                                  <p:stCondLst>
                                    <p:cond delay="0"/>
                                  </p:stCondLst>
                                  <p:childTnLst>
                                    <p:set>
                                      <p:cBhvr>
                                        <p:cTn id="21" dur="1" fill="hold">
                                          <p:stCondLst>
                                            <p:cond delay="0"/>
                                          </p:stCondLst>
                                        </p:cTn>
                                        <p:tgtEl>
                                          <p:spTgt spid="32"/>
                                        </p:tgtEl>
                                        <p:attrNameLst>
                                          <p:attrName>style.visibility</p:attrName>
                                        </p:attrNameLst>
                                      </p:cBhvr>
                                      <p:to>
                                        <p:strVal val="visible"/>
                                      </p:to>
                                    </p:set>
                                    <p:anim calcmode="lin" valueType="num">
                                      <p:cBhvr additive="base">
                                        <p:cTn id="22" dur="500" fill="hold"/>
                                        <p:tgtEl>
                                          <p:spTgt spid="32"/>
                                        </p:tgtEl>
                                        <p:attrNameLst>
                                          <p:attrName>ppt_x</p:attrName>
                                        </p:attrNameLst>
                                      </p:cBhvr>
                                      <p:tavLst>
                                        <p:tav tm="0">
                                          <p:val>
                                            <p:strVal val="1+#ppt_w/2"/>
                                          </p:val>
                                        </p:tav>
                                        <p:tav tm="100000">
                                          <p:val>
                                            <p:strVal val="#ppt_x"/>
                                          </p:val>
                                        </p:tav>
                                      </p:tavLst>
                                    </p:anim>
                                    <p:anim calcmode="lin" valueType="num">
                                      <p:cBhvr additive="base">
                                        <p:cTn id="23" dur="500" fill="hold"/>
                                        <p:tgtEl>
                                          <p:spTgt spid="32"/>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2000"/>
                            </p:stCondLst>
                            <p:childTnLst>
                              <p:par>
                                <p:cTn id="25" presetID="47" presetClass="entr" presetSubtype="0" fill="hold" nodeType="after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fade">
                                      <p:cBhvr>
                                        <p:cTn id="27" dur="500"/>
                                        <p:tgtEl>
                                          <p:spTgt spid="60"/>
                                        </p:tgtEl>
                                      </p:cBhvr>
                                    </p:animEffect>
                                    <p:anim calcmode="lin" valueType="num">
                                      <p:cBhvr>
                                        <p:cTn id="28" dur="500" fill="hold"/>
                                        <p:tgtEl>
                                          <p:spTgt spid="60"/>
                                        </p:tgtEl>
                                        <p:attrNameLst>
                                          <p:attrName>ppt_x</p:attrName>
                                        </p:attrNameLst>
                                      </p:cBhvr>
                                      <p:tavLst>
                                        <p:tav tm="0">
                                          <p:val>
                                            <p:strVal val="#ppt_x"/>
                                          </p:val>
                                        </p:tav>
                                        <p:tav tm="100000">
                                          <p:val>
                                            <p:strVal val="#ppt_x"/>
                                          </p:val>
                                        </p:tav>
                                      </p:tavLst>
                                    </p:anim>
                                    <p:anim calcmode="lin" valueType="num">
                                      <p:cBhvr>
                                        <p:cTn id="29" dur="500" fill="hold"/>
                                        <p:tgtEl>
                                          <p:spTgt spid="60"/>
                                        </p:tgtEl>
                                        <p:attrNameLst>
                                          <p:attrName>ppt_y</p:attrName>
                                        </p:attrNameLst>
                                      </p:cBhvr>
                                      <p:tavLst>
                                        <p:tav tm="0">
                                          <p:val>
                                            <p:strVal val="#ppt_y-.1"/>
                                          </p:val>
                                        </p:tav>
                                        <p:tav tm="100000">
                                          <p:val>
                                            <p:strVal val="#ppt_y"/>
                                          </p:val>
                                        </p:tav>
                                      </p:tavLst>
                                    </p:anim>
                                  </p:childTnLst>
                                </p:cTn>
                              </p:par>
                            </p:childTnLst>
                          </p:cTn>
                        </p:par>
                        <p:par>
                          <p:cTn id="30" fill="hold" nodeType="afterGroup">
                            <p:stCondLst>
                              <p:cond delay="2500"/>
                            </p:stCondLst>
                            <p:childTnLst>
                              <p:par>
                                <p:cTn id="31" presetID="47" presetClass="entr" presetSubtype="0" fill="hold" nodeType="afterEffect">
                                  <p:stCondLst>
                                    <p:cond delay="0"/>
                                  </p:stCondLst>
                                  <p:childTnLst>
                                    <p:set>
                                      <p:cBhvr>
                                        <p:cTn id="32" dur="1" fill="hold">
                                          <p:stCondLst>
                                            <p:cond delay="0"/>
                                          </p:stCondLst>
                                        </p:cTn>
                                        <p:tgtEl>
                                          <p:spTgt spid="63"/>
                                        </p:tgtEl>
                                        <p:attrNameLst>
                                          <p:attrName>style.visibility</p:attrName>
                                        </p:attrNameLst>
                                      </p:cBhvr>
                                      <p:to>
                                        <p:strVal val="visible"/>
                                      </p:to>
                                    </p:set>
                                    <p:animEffect transition="in" filter="fade">
                                      <p:cBhvr>
                                        <p:cTn id="33" dur="500"/>
                                        <p:tgtEl>
                                          <p:spTgt spid="63"/>
                                        </p:tgtEl>
                                      </p:cBhvr>
                                    </p:animEffect>
                                    <p:anim calcmode="lin" valueType="num">
                                      <p:cBhvr>
                                        <p:cTn id="34" dur="500" fill="hold"/>
                                        <p:tgtEl>
                                          <p:spTgt spid="63"/>
                                        </p:tgtEl>
                                        <p:attrNameLst>
                                          <p:attrName>ppt_x</p:attrName>
                                        </p:attrNameLst>
                                      </p:cBhvr>
                                      <p:tavLst>
                                        <p:tav tm="0">
                                          <p:val>
                                            <p:strVal val="#ppt_x"/>
                                          </p:val>
                                        </p:tav>
                                        <p:tav tm="100000">
                                          <p:val>
                                            <p:strVal val="#ppt_x"/>
                                          </p:val>
                                        </p:tav>
                                      </p:tavLst>
                                    </p:anim>
                                    <p:anim calcmode="lin" valueType="num">
                                      <p:cBhvr>
                                        <p:cTn id="35" dur="500" fill="hold"/>
                                        <p:tgtEl>
                                          <p:spTgt spid="63"/>
                                        </p:tgtEl>
                                        <p:attrNameLst>
                                          <p:attrName>ppt_y</p:attrName>
                                        </p:attrNameLst>
                                      </p:cBhvr>
                                      <p:tavLst>
                                        <p:tav tm="0">
                                          <p:val>
                                            <p:strVal val="#ppt_y-.1"/>
                                          </p:val>
                                        </p:tav>
                                        <p:tav tm="100000">
                                          <p:val>
                                            <p:strVal val="#ppt_y"/>
                                          </p:val>
                                        </p:tav>
                                      </p:tavLst>
                                    </p:anim>
                                  </p:childTnLst>
                                </p:cTn>
                              </p:par>
                            </p:childTnLst>
                          </p:cTn>
                        </p:par>
                        <p:par>
                          <p:cTn id="36" fill="hold" nodeType="afterGroup">
                            <p:stCondLst>
                              <p:cond delay="3000"/>
                            </p:stCondLst>
                            <p:childTnLst>
                              <p:par>
                                <p:cTn id="37" presetID="47" presetClass="entr" presetSubtype="0" fill="hold" nodeType="afterEffect">
                                  <p:stCondLst>
                                    <p:cond delay="0"/>
                                  </p:stCondLst>
                                  <p:childTnLst>
                                    <p:set>
                                      <p:cBhvr>
                                        <p:cTn id="38" dur="1" fill="hold">
                                          <p:stCondLst>
                                            <p:cond delay="0"/>
                                          </p:stCondLst>
                                        </p:cTn>
                                        <p:tgtEl>
                                          <p:spTgt spid="66"/>
                                        </p:tgtEl>
                                        <p:attrNameLst>
                                          <p:attrName>style.visibility</p:attrName>
                                        </p:attrNameLst>
                                      </p:cBhvr>
                                      <p:to>
                                        <p:strVal val="visible"/>
                                      </p:to>
                                    </p:set>
                                    <p:animEffect transition="in" filter="fade">
                                      <p:cBhvr>
                                        <p:cTn id="39" dur="500"/>
                                        <p:tgtEl>
                                          <p:spTgt spid="66"/>
                                        </p:tgtEl>
                                      </p:cBhvr>
                                    </p:animEffect>
                                    <p:anim calcmode="lin" valueType="num">
                                      <p:cBhvr>
                                        <p:cTn id="40" dur="500" fill="hold"/>
                                        <p:tgtEl>
                                          <p:spTgt spid="66"/>
                                        </p:tgtEl>
                                        <p:attrNameLst>
                                          <p:attrName>ppt_x</p:attrName>
                                        </p:attrNameLst>
                                      </p:cBhvr>
                                      <p:tavLst>
                                        <p:tav tm="0">
                                          <p:val>
                                            <p:strVal val="#ppt_x"/>
                                          </p:val>
                                        </p:tav>
                                        <p:tav tm="100000">
                                          <p:val>
                                            <p:strVal val="#ppt_x"/>
                                          </p:val>
                                        </p:tav>
                                      </p:tavLst>
                                    </p:anim>
                                    <p:anim calcmode="lin" valueType="num">
                                      <p:cBhvr>
                                        <p:cTn id="41" dur="500" fill="hold"/>
                                        <p:tgtEl>
                                          <p:spTgt spid="66"/>
                                        </p:tgtEl>
                                        <p:attrNameLst>
                                          <p:attrName>ppt_y</p:attrName>
                                        </p:attrNameLst>
                                      </p:cBhvr>
                                      <p:tavLst>
                                        <p:tav tm="0">
                                          <p:val>
                                            <p:strVal val="#ppt_y-.1"/>
                                          </p:val>
                                        </p:tav>
                                        <p:tav tm="100000">
                                          <p:val>
                                            <p:strVal val="#ppt_y"/>
                                          </p:val>
                                        </p:tav>
                                      </p:tavLst>
                                    </p:anim>
                                  </p:childTnLst>
                                </p:cTn>
                              </p:par>
                            </p:childTnLst>
                          </p:cTn>
                        </p:par>
                        <p:par>
                          <p:cTn id="42" fill="hold" nodeType="afterGroup">
                            <p:stCondLst>
                              <p:cond delay="3500"/>
                            </p:stCondLst>
                            <p:childTnLst>
                              <p:par>
                                <p:cTn id="43" presetID="47" presetClass="entr" presetSubtype="0" fill="hold" nodeType="afterEffect">
                                  <p:stCondLst>
                                    <p:cond delay="0"/>
                                  </p:stCondLst>
                                  <p:childTnLst>
                                    <p:set>
                                      <p:cBhvr>
                                        <p:cTn id="44" dur="1" fill="hold">
                                          <p:stCondLst>
                                            <p:cond delay="0"/>
                                          </p:stCondLst>
                                        </p:cTn>
                                        <p:tgtEl>
                                          <p:spTgt spid="69"/>
                                        </p:tgtEl>
                                        <p:attrNameLst>
                                          <p:attrName>style.visibility</p:attrName>
                                        </p:attrNameLst>
                                      </p:cBhvr>
                                      <p:to>
                                        <p:strVal val="visible"/>
                                      </p:to>
                                    </p:set>
                                    <p:animEffect transition="in" filter="fade">
                                      <p:cBhvr>
                                        <p:cTn id="45" dur="500"/>
                                        <p:tgtEl>
                                          <p:spTgt spid="69"/>
                                        </p:tgtEl>
                                      </p:cBhvr>
                                    </p:animEffect>
                                    <p:anim calcmode="lin" valueType="num">
                                      <p:cBhvr>
                                        <p:cTn id="46" dur="500" fill="hold"/>
                                        <p:tgtEl>
                                          <p:spTgt spid="69"/>
                                        </p:tgtEl>
                                        <p:attrNameLst>
                                          <p:attrName>ppt_x</p:attrName>
                                        </p:attrNameLst>
                                      </p:cBhvr>
                                      <p:tavLst>
                                        <p:tav tm="0">
                                          <p:val>
                                            <p:strVal val="#ppt_x"/>
                                          </p:val>
                                        </p:tav>
                                        <p:tav tm="100000">
                                          <p:val>
                                            <p:strVal val="#ppt_x"/>
                                          </p:val>
                                        </p:tav>
                                      </p:tavLst>
                                    </p:anim>
                                    <p:anim calcmode="lin" valueType="num">
                                      <p:cBhvr>
                                        <p:cTn id="47" dur="500" fill="hold"/>
                                        <p:tgtEl>
                                          <p:spTgt spid="69"/>
                                        </p:tgtEl>
                                        <p:attrNameLst>
                                          <p:attrName>ppt_y</p:attrName>
                                        </p:attrNameLst>
                                      </p:cBhvr>
                                      <p:tavLst>
                                        <p:tav tm="0">
                                          <p:val>
                                            <p:strVal val="#ppt_y-.1"/>
                                          </p:val>
                                        </p:tav>
                                        <p:tav tm="100000">
                                          <p:val>
                                            <p:strVal val="#ppt_y"/>
                                          </p:val>
                                        </p:tav>
                                      </p:tavLst>
                                    </p:anim>
                                  </p:childTnLst>
                                </p:cTn>
                              </p:par>
                            </p:childTnLst>
                          </p:cTn>
                        </p:par>
                        <p:par>
                          <p:cTn id="48" fill="hold" nodeType="afterGroup">
                            <p:stCondLst>
                              <p:cond delay="4000"/>
                            </p:stCondLst>
                            <p:childTnLst>
                              <p:par>
                                <p:cTn id="49" presetID="23" presetClass="entr" presetSubtype="272" fill="hold" nodeType="afterEffect">
                                  <p:stCondLst>
                                    <p:cond delay="0"/>
                                  </p:stCondLst>
                                  <p:childTnLst>
                                    <p:set>
                                      <p:cBhvr>
                                        <p:cTn id="50" dur="1" fill="hold">
                                          <p:stCondLst>
                                            <p:cond delay="0"/>
                                          </p:stCondLst>
                                        </p:cTn>
                                        <p:tgtEl>
                                          <p:spTgt spid="30"/>
                                        </p:tgtEl>
                                        <p:attrNameLst>
                                          <p:attrName>style.visibility</p:attrName>
                                        </p:attrNameLst>
                                      </p:cBhvr>
                                      <p:to>
                                        <p:strVal val="visible"/>
                                      </p:to>
                                    </p:set>
                                    <p:anim calcmode="lin" valueType="num">
                                      <p:cBhvr>
                                        <p:cTn id="51" dur="500" fill="hold"/>
                                        <p:tgtEl>
                                          <p:spTgt spid="30"/>
                                        </p:tgtEl>
                                        <p:attrNameLst>
                                          <p:attrName>ppt_w</p:attrName>
                                        </p:attrNameLst>
                                      </p:cBhvr>
                                      <p:tavLst>
                                        <p:tav tm="0">
                                          <p:val>
                                            <p:strVal val="2/3*#ppt_w"/>
                                          </p:val>
                                        </p:tav>
                                        <p:tav tm="100000">
                                          <p:val>
                                            <p:strVal val="#ppt_w"/>
                                          </p:val>
                                        </p:tav>
                                      </p:tavLst>
                                    </p:anim>
                                    <p:anim calcmode="lin" valueType="num">
                                      <p:cBhvr>
                                        <p:cTn id="52" dur="500" fill="hold"/>
                                        <p:tgtEl>
                                          <p:spTgt spid="30"/>
                                        </p:tgtEl>
                                        <p:attrNameLst>
                                          <p:attrName>ppt_h</p:attrName>
                                        </p:attrNameLst>
                                      </p:cBhvr>
                                      <p:tavLst>
                                        <p:tav tm="0">
                                          <p:val>
                                            <p:strVal val="2/3*#ppt_h"/>
                                          </p:val>
                                        </p:tav>
                                        <p:tav tm="100000">
                                          <p:val>
                                            <p:strVal val="#ppt_h"/>
                                          </p:val>
                                        </p:tav>
                                      </p:tavLst>
                                    </p:anim>
                                  </p:childTnLst>
                                </p:cTn>
                              </p:par>
                              <p:par>
                                <p:cTn id="53" presetID="21" presetClass="entr" presetSubtype="1" fill="hold" grpId="0" nodeType="withEffect">
                                  <p:stCondLst>
                                    <p:cond delay="0"/>
                                  </p:stCondLst>
                                  <p:childTnLst>
                                    <p:set>
                                      <p:cBhvr>
                                        <p:cTn id="54" dur="1" fill="hold">
                                          <p:stCondLst>
                                            <p:cond delay="0"/>
                                          </p:stCondLst>
                                        </p:cTn>
                                        <p:tgtEl>
                                          <p:spTgt spid="56"/>
                                        </p:tgtEl>
                                        <p:attrNameLst>
                                          <p:attrName>style.visibility</p:attrName>
                                        </p:attrNameLst>
                                      </p:cBhvr>
                                      <p:to>
                                        <p:strVal val="visible"/>
                                      </p:to>
                                    </p:set>
                                    <p:animEffect transition="in" filter="wheel(1)">
                                      <p:cBhvr>
                                        <p:cTn id="55" dur="1000"/>
                                        <p:tgtEl>
                                          <p:spTgt spid="56"/>
                                        </p:tgtEl>
                                      </p:cBhvr>
                                    </p:animEffect>
                                  </p:childTnLst>
                                </p:cTn>
                              </p:par>
                            </p:childTnLst>
                          </p:cTn>
                        </p:par>
                        <p:par>
                          <p:cTn id="56" fill="hold" nodeType="afterGroup">
                            <p:stCondLst>
                              <p:cond delay="5000"/>
                            </p:stCondLst>
                            <p:childTnLst>
                              <p:par>
                                <p:cTn id="57" presetID="23" presetClass="entr" presetSubtype="272" fill="hold" nodeType="afterEffect">
                                  <p:stCondLst>
                                    <p:cond delay="0"/>
                                  </p:stCondLst>
                                  <p:childTnLst>
                                    <p:set>
                                      <p:cBhvr>
                                        <p:cTn id="58" dur="1" fill="hold">
                                          <p:stCondLst>
                                            <p:cond delay="0"/>
                                          </p:stCondLst>
                                        </p:cTn>
                                        <p:tgtEl>
                                          <p:spTgt spid="41"/>
                                        </p:tgtEl>
                                        <p:attrNameLst>
                                          <p:attrName>style.visibility</p:attrName>
                                        </p:attrNameLst>
                                      </p:cBhvr>
                                      <p:to>
                                        <p:strVal val="visible"/>
                                      </p:to>
                                    </p:set>
                                    <p:anim calcmode="lin" valueType="num">
                                      <p:cBhvr>
                                        <p:cTn id="59" dur="500" fill="hold"/>
                                        <p:tgtEl>
                                          <p:spTgt spid="41"/>
                                        </p:tgtEl>
                                        <p:attrNameLst>
                                          <p:attrName>ppt_w</p:attrName>
                                        </p:attrNameLst>
                                      </p:cBhvr>
                                      <p:tavLst>
                                        <p:tav tm="0">
                                          <p:val>
                                            <p:strVal val="2/3*#ppt_w"/>
                                          </p:val>
                                        </p:tav>
                                        <p:tav tm="100000">
                                          <p:val>
                                            <p:strVal val="#ppt_w"/>
                                          </p:val>
                                        </p:tav>
                                      </p:tavLst>
                                    </p:anim>
                                    <p:anim calcmode="lin" valueType="num">
                                      <p:cBhvr>
                                        <p:cTn id="60" dur="500" fill="hold"/>
                                        <p:tgtEl>
                                          <p:spTgt spid="41"/>
                                        </p:tgtEl>
                                        <p:attrNameLst>
                                          <p:attrName>ppt_h</p:attrName>
                                        </p:attrNameLst>
                                      </p:cBhvr>
                                      <p:tavLst>
                                        <p:tav tm="0">
                                          <p:val>
                                            <p:strVal val="2/3*#ppt_h"/>
                                          </p:val>
                                        </p:tav>
                                        <p:tav tm="100000">
                                          <p:val>
                                            <p:strVal val="#ppt_h"/>
                                          </p:val>
                                        </p:tav>
                                      </p:tavLst>
                                    </p:anim>
                                  </p:childTnLst>
                                </p:cTn>
                              </p:par>
                              <p:par>
                                <p:cTn id="61" presetID="21" presetClass="entr" presetSubtype="1" fill="hold" grpId="0" nodeType="withEffect">
                                  <p:stCondLst>
                                    <p:cond delay="0"/>
                                  </p:stCondLst>
                                  <p:childTnLst>
                                    <p:set>
                                      <p:cBhvr>
                                        <p:cTn id="62" dur="1" fill="hold">
                                          <p:stCondLst>
                                            <p:cond delay="0"/>
                                          </p:stCondLst>
                                        </p:cTn>
                                        <p:tgtEl>
                                          <p:spTgt spid="57"/>
                                        </p:tgtEl>
                                        <p:attrNameLst>
                                          <p:attrName>style.visibility</p:attrName>
                                        </p:attrNameLst>
                                      </p:cBhvr>
                                      <p:to>
                                        <p:strVal val="visible"/>
                                      </p:to>
                                    </p:set>
                                    <p:animEffect transition="in" filter="wheel(1)">
                                      <p:cBhvr>
                                        <p:cTn id="63" dur="1000"/>
                                        <p:tgtEl>
                                          <p:spTgt spid="57"/>
                                        </p:tgtEl>
                                      </p:cBhvr>
                                    </p:animEffect>
                                  </p:childTnLst>
                                </p:cTn>
                              </p:par>
                            </p:childTnLst>
                          </p:cTn>
                        </p:par>
                        <p:par>
                          <p:cTn id="64" fill="hold" nodeType="afterGroup">
                            <p:stCondLst>
                              <p:cond delay="6000"/>
                            </p:stCondLst>
                            <p:childTnLst>
                              <p:par>
                                <p:cTn id="65" presetID="23" presetClass="entr" presetSubtype="272" fill="hold" nodeType="afterEffect">
                                  <p:stCondLst>
                                    <p:cond delay="0"/>
                                  </p:stCondLst>
                                  <p:childTnLst>
                                    <p:set>
                                      <p:cBhvr>
                                        <p:cTn id="66" dur="1" fill="hold">
                                          <p:stCondLst>
                                            <p:cond delay="0"/>
                                          </p:stCondLst>
                                        </p:cTn>
                                        <p:tgtEl>
                                          <p:spTgt spid="46"/>
                                        </p:tgtEl>
                                        <p:attrNameLst>
                                          <p:attrName>style.visibility</p:attrName>
                                        </p:attrNameLst>
                                      </p:cBhvr>
                                      <p:to>
                                        <p:strVal val="visible"/>
                                      </p:to>
                                    </p:set>
                                    <p:anim calcmode="lin" valueType="num">
                                      <p:cBhvr>
                                        <p:cTn id="67" dur="500" fill="hold"/>
                                        <p:tgtEl>
                                          <p:spTgt spid="46"/>
                                        </p:tgtEl>
                                        <p:attrNameLst>
                                          <p:attrName>ppt_w</p:attrName>
                                        </p:attrNameLst>
                                      </p:cBhvr>
                                      <p:tavLst>
                                        <p:tav tm="0">
                                          <p:val>
                                            <p:strVal val="2/3*#ppt_w"/>
                                          </p:val>
                                        </p:tav>
                                        <p:tav tm="100000">
                                          <p:val>
                                            <p:strVal val="#ppt_w"/>
                                          </p:val>
                                        </p:tav>
                                      </p:tavLst>
                                    </p:anim>
                                    <p:anim calcmode="lin" valueType="num">
                                      <p:cBhvr>
                                        <p:cTn id="68" dur="500" fill="hold"/>
                                        <p:tgtEl>
                                          <p:spTgt spid="46"/>
                                        </p:tgtEl>
                                        <p:attrNameLst>
                                          <p:attrName>ppt_h</p:attrName>
                                        </p:attrNameLst>
                                      </p:cBhvr>
                                      <p:tavLst>
                                        <p:tav tm="0">
                                          <p:val>
                                            <p:strVal val="2/3*#ppt_h"/>
                                          </p:val>
                                        </p:tav>
                                        <p:tav tm="100000">
                                          <p:val>
                                            <p:strVal val="#ppt_h"/>
                                          </p:val>
                                        </p:tav>
                                      </p:tavLst>
                                    </p:anim>
                                  </p:childTnLst>
                                </p:cTn>
                              </p:par>
                              <p:par>
                                <p:cTn id="69" presetID="21" presetClass="entr" presetSubtype="1" fill="hold" grpId="0" nodeType="withEffect">
                                  <p:stCondLst>
                                    <p:cond delay="0"/>
                                  </p:stCondLst>
                                  <p:childTnLst>
                                    <p:set>
                                      <p:cBhvr>
                                        <p:cTn id="70" dur="1" fill="hold">
                                          <p:stCondLst>
                                            <p:cond delay="0"/>
                                          </p:stCondLst>
                                        </p:cTn>
                                        <p:tgtEl>
                                          <p:spTgt spid="58"/>
                                        </p:tgtEl>
                                        <p:attrNameLst>
                                          <p:attrName>style.visibility</p:attrName>
                                        </p:attrNameLst>
                                      </p:cBhvr>
                                      <p:to>
                                        <p:strVal val="visible"/>
                                      </p:to>
                                    </p:set>
                                    <p:animEffect transition="in" filter="wheel(1)">
                                      <p:cBhvr>
                                        <p:cTn id="71" dur="1000"/>
                                        <p:tgtEl>
                                          <p:spTgt spid="58"/>
                                        </p:tgtEl>
                                      </p:cBhvr>
                                    </p:animEffect>
                                  </p:childTnLst>
                                </p:cTn>
                              </p:par>
                            </p:childTnLst>
                          </p:cTn>
                        </p:par>
                        <p:par>
                          <p:cTn id="72" fill="hold" nodeType="afterGroup">
                            <p:stCondLst>
                              <p:cond delay="7000"/>
                            </p:stCondLst>
                            <p:childTnLst>
                              <p:par>
                                <p:cTn id="73" presetID="23" presetClass="entr" presetSubtype="272" fill="hold" nodeType="afterEffect">
                                  <p:stCondLst>
                                    <p:cond delay="0"/>
                                  </p:stCondLst>
                                  <p:childTnLst>
                                    <p:set>
                                      <p:cBhvr>
                                        <p:cTn id="74" dur="1" fill="hold">
                                          <p:stCondLst>
                                            <p:cond delay="0"/>
                                          </p:stCondLst>
                                        </p:cTn>
                                        <p:tgtEl>
                                          <p:spTgt spid="51"/>
                                        </p:tgtEl>
                                        <p:attrNameLst>
                                          <p:attrName>style.visibility</p:attrName>
                                        </p:attrNameLst>
                                      </p:cBhvr>
                                      <p:to>
                                        <p:strVal val="visible"/>
                                      </p:to>
                                    </p:set>
                                    <p:anim calcmode="lin" valueType="num">
                                      <p:cBhvr>
                                        <p:cTn id="75" dur="500" fill="hold"/>
                                        <p:tgtEl>
                                          <p:spTgt spid="51"/>
                                        </p:tgtEl>
                                        <p:attrNameLst>
                                          <p:attrName>ppt_w</p:attrName>
                                        </p:attrNameLst>
                                      </p:cBhvr>
                                      <p:tavLst>
                                        <p:tav tm="0">
                                          <p:val>
                                            <p:strVal val="2/3*#ppt_w"/>
                                          </p:val>
                                        </p:tav>
                                        <p:tav tm="100000">
                                          <p:val>
                                            <p:strVal val="#ppt_w"/>
                                          </p:val>
                                        </p:tav>
                                      </p:tavLst>
                                    </p:anim>
                                    <p:anim calcmode="lin" valueType="num">
                                      <p:cBhvr>
                                        <p:cTn id="76" dur="500" fill="hold"/>
                                        <p:tgtEl>
                                          <p:spTgt spid="51"/>
                                        </p:tgtEl>
                                        <p:attrNameLst>
                                          <p:attrName>ppt_h</p:attrName>
                                        </p:attrNameLst>
                                      </p:cBhvr>
                                      <p:tavLst>
                                        <p:tav tm="0">
                                          <p:val>
                                            <p:strVal val="2/3*#ppt_h"/>
                                          </p:val>
                                        </p:tav>
                                        <p:tav tm="100000">
                                          <p:val>
                                            <p:strVal val="#ppt_h"/>
                                          </p:val>
                                        </p:tav>
                                      </p:tavLst>
                                    </p:anim>
                                  </p:childTnLst>
                                </p:cTn>
                              </p:par>
                              <p:par>
                                <p:cTn id="77" presetID="21" presetClass="entr" presetSubtype="1" fill="hold" grpId="0" nodeType="withEffect">
                                  <p:stCondLst>
                                    <p:cond delay="0"/>
                                  </p:stCondLst>
                                  <p:childTnLst>
                                    <p:set>
                                      <p:cBhvr>
                                        <p:cTn id="78" dur="1" fill="hold">
                                          <p:stCondLst>
                                            <p:cond delay="0"/>
                                          </p:stCondLst>
                                        </p:cTn>
                                        <p:tgtEl>
                                          <p:spTgt spid="59"/>
                                        </p:tgtEl>
                                        <p:attrNameLst>
                                          <p:attrName>style.visibility</p:attrName>
                                        </p:attrNameLst>
                                      </p:cBhvr>
                                      <p:to>
                                        <p:strVal val="visible"/>
                                      </p:to>
                                    </p:set>
                                    <p:animEffect transition="in" filter="wheel(1)">
                                      <p:cBhvr>
                                        <p:cTn id="79" dur="10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animBg="1"/>
      <p:bldP spid="58" grpId="0" animBg="1"/>
      <p:bldP spid="5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E79D2ADE-BE25-4D22-8719-D8B8F98E5008}"/>
              </a:ext>
            </a:extLst>
          </p:cNvPr>
          <p:cNvSpPr/>
          <p:nvPr/>
        </p:nvSpPr>
        <p:spPr>
          <a:xfrm>
            <a:off x="4420289" y="2425396"/>
            <a:ext cx="2185790" cy="707886"/>
          </a:xfrm>
          <a:prstGeom prst="rect">
            <a:avLst/>
          </a:prstGeom>
        </p:spPr>
        <p:txBody>
          <a:bodyPr wrap="none">
            <a:spAutoFit/>
          </a:bodyPr>
          <a:lstStyle/>
          <a:p>
            <a:pPr marL="0" marR="0" lvl="0" indent="0" algn="ctr" defTabSz="457200" rtl="0" eaLnBrk="1" fontAlgn="auto" latinLnBrk="0" hangingPunct="1">
              <a:lnSpc>
                <a:spcPct val="100000"/>
              </a:lnSpc>
              <a:spcBef>
                <a:spcPct val="0"/>
              </a:spcBef>
              <a:spcAft>
                <a:spcPct val="0"/>
              </a:spcAft>
              <a:buClrTx/>
              <a:buSzTx/>
              <a:buFontTx/>
              <a:buNone/>
              <a:defRPr/>
            </a:pPr>
            <a:r>
              <a:rPr kumimoji="0" lang="en-US" altLang="zh-CN" sz="4000" b="0" i="0" u="none" strike="noStrike" kern="1200" cap="none" spc="0" normalizeH="0" baseline="0" noProof="0">
                <a:ln>
                  <a:noFill/>
                </a:ln>
                <a:solidFill>
                  <a:srgbClr val="28B56A"/>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PART 03</a:t>
            </a:r>
            <a:endParaRPr kumimoji="0" lang="zh-CN" altLang="en-US" sz="4000" b="0" i="0" u="none" strike="noStrike" kern="1200" cap="none" spc="0" normalizeH="0" baseline="0" noProof="0">
              <a:ln>
                <a:noFill/>
              </a:ln>
              <a:solidFill>
                <a:srgbClr val="28B56A"/>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7" name="矩形 6">
            <a:extLst>
              <a:ext uri="{FF2B5EF4-FFF2-40B4-BE49-F238E27FC236}">
                <a16:creationId xmlns:a16="http://schemas.microsoft.com/office/drawing/2014/main" id="{C8403B5E-F549-4712-B9F3-3941EE3473E4}"/>
              </a:ext>
            </a:extLst>
          </p:cNvPr>
          <p:cNvSpPr/>
          <p:nvPr/>
        </p:nvSpPr>
        <p:spPr>
          <a:xfrm>
            <a:off x="6096001" y="3370776"/>
            <a:ext cx="3262432" cy="707886"/>
          </a:xfrm>
          <a:prstGeom prst="rect">
            <a:avLst/>
          </a:prstGeom>
        </p:spPr>
        <p:txBody>
          <a:bodyPr wrap="none">
            <a:spAutoFit/>
          </a:bodyPr>
          <a:lstStyle/>
          <a:p>
            <a:pPr marL="0" marR="0" lvl="0" indent="0" algn="ctr" defTabSz="457200" rtl="0" eaLnBrk="1" fontAlgn="auto" latinLnBrk="0" hangingPunct="1">
              <a:lnSpc>
                <a:spcPct val="100000"/>
              </a:lnSpc>
              <a:spcBef>
                <a:spcPct val="0"/>
              </a:spcBef>
              <a:spcAft>
                <a:spcPct val="0"/>
              </a:spcAft>
              <a:buClrTx/>
              <a:buSzTx/>
              <a:buFontTx/>
              <a:buNone/>
              <a:defRPr/>
            </a:pPr>
            <a:r>
              <a:rPr kumimoji="0" lang="zh-CN" altLang="en-US" sz="4000" b="0" i="0" u="none" strike="noStrike" kern="1200" cap="none" spc="0" normalizeH="0" baseline="0" noProof="0">
                <a:ln>
                  <a:noFill/>
                </a:ln>
                <a:solidFill>
                  <a:srgbClr val="000000">
                    <a:lumMod val="75000"/>
                    <a:lumOff val="25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工作不足之处</a:t>
            </a:r>
          </a:p>
        </p:txBody>
      </p:sp>
    </p:spTree>
    <p:extLst>
      <p:ext uri="{BB962C8B-B14F-4D97-AF65-F5344CB8AC3E}">
        <p14:creationId xmlns:p14="http://schemas.microsoft.com/office/powerpoint/2010/main" val="1610101168"/>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p15="http://schemas.microsoft.com/office/powerpoint/2012/main" xmlns:a16="http://schemas.microsoft.com/office/drawing/2014/main"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Vertical)">
                                      <p:cBhvr>
                                        <p:cTn id="7" dur="500"/>
                                        <p:tgtEl>
                                          <p:spTgt spid="6"/>
                                        </p:tgtEl>
                                      </p:cBhvr>
                                    </p:animEffect>
                                  </p:childTnLst>
                                </p:cTn>
                              </p:par>
                            </p:childTnLst>
                          </p:cTn>
                        </p:par>
                        <p:par>
                          <p:cTn id="8" fill="hold" nodeType="afterGroup">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down)">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3" name="组合 82">
            <a:extLst>
              <a:ext uri="{FF2B5EF4-FFF2-40B4-BE49-F238E27FC236}">
                <a16:creationId xmlns:a16="http://schemas.microsoft.com/office/drawing/2014/main" id="{C1C19066-335E-498B-AA45-38C0D92E7953}"/>
              </a:ext>
            </a:extLst>
          </p:cNvPr>
          <p:cNvGrpSpPr/>
          <p:nvPr/>
        </p:nvGrpSpPr>
        <p:grpSpPr>
          <a:xfrm>
            <a:off x="1622707" y="363109"/>
            <a:ext cx="3570339" cy="646331"/>
            <a:chOff x="1622706" y="363107"/>
            <a:chExt cx="3570339" cy="646331"/>
          </a:xfrm>
        </p:grpSpPr>
        <p:sp>
          <p:nvSpPr>
            <p:cNvPr id="84" name="文本框 83">
              <a:extLst>
                <a:ext uri="{FF2B5EF4-FFF2-40B4-BE49-F238E27FC236}">
                  <a16:creationId xmlns:a16="http://schemas.microsoft.com/office/drawing/2014/main" id="{14A84F79-558E-48FA-B3D6-7EADCE1D83A7}"/>
                </a:ext>
              </a:extLst>
            </p:cNvPr>
            <p:cNvSpPr txBox="1"/>
            <p:nvPr userDrawn="1"/>
          </p:nvSpPr>
          <p:spPr>
            <a:xfrm>
              <a:off x="1622706" y="363107"/>
              <a:ext cx="357033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工作不足之处</a:t>
              </a:r>
            </a:p>
          </p:txBody>
        </p:sp>
        <p:sp>
          <p:nvSpPr>
            <p:cNvPr id="85" name="文本框 84">
              <a:extLst>
                <a:ext uri="{FF2B5EF4-FFF2-40B4-BE49-F238E27FC236}">
                  <a16:creationId xmlns:a16="http://schemas.microsoft.com/office/drawing/2014/main" id="{E101D62C-0635-4F51-808F-91F5C407E1A5}"/>
                </a:ext>
              </a:extLst>
            </p:cNvPr>
            <p:cNvSpPr txBox="1"/>
            <p:nvPr userDrawn="1"/>
          </p:nvSpPr>
          <p:spPr>
            <a:xfrm>
              <a:off x="1622706" y="732439"/>
              <a:ext cx="357033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Use "Title Only" Layout</a:t>
              </a:r>
              <a:endParaRPr kumimoji="0" lang="zh-CN" altLang="en-US"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grpSp>
        <p:nvGrpSpPr>
          <p:cNvPr id="34" name="组合 33">
            <a:extLst>
              <a:ext uri="{FF2B5EF4-FFF2-40B4-BE49-F238E27FC236}">
                <a16:creationId xmlns:a16="http://schemas.microsoft.com/office/drawing/2014/main" id="{22E5A05A-7C53-4A8E-8E1B-95857C965F26}"/>
              </a:ext>
            </a:extLst>
          </p:cNvPr>
          <p:cNvGrpSpPr/>
          <p:nvPr/>
        </p:nvGrpSpPr>
        <p:grpSpPr>
          <a:xfrm>
            <a:off x="1360171" y="2100581"/>
            <a:ext cx="9372600" cy="4041775"/>
            <a:chOff x="2142" y="2763"/>
            <a:chExt cx="14760" cy="6365"/>
          </a:xfrm>
        </p:grpSpPr>
        <p:sp>
          <p:nvSpPr>
            <p:cNvPr id="42" name="椭圆 41">
              <a:extLst>
                <a:ext uri="{FF2B5EF4-FFF2-40B4-BE49-F238E27FC236}">
                  <a16:creationId xmlns:a16="http://schemas.microsoft.com/office/drawing/2014/main" id="{B48D488F-7014-4587-99D0-84839A5F1735}"/>
                </a:ext>
              </a:extLst>
            </p:cNvPr>
            <p:cNvSpPr/>
            <p:nvPr/>
          </p:nvSpPr>
          <p:spPr>
            <a:xfrm>
              <a:off x="2142" y="4516"/>
              <a:ext cx="2608" cy="2608"/>
            </a:xfrm>
            <a:prstGeom prst="ellipse">
              <a:avLst/>
            </a:prstGeom>
            <a:solidFill>
              <a:srgbClr val="28B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nvGrpSpPr>
            <p:cNvPr id="48" name="组合 47">
              <a:extLst>
                <a:ext uri="{FF2B5EF4-FFF2-40B4-BE49-F238E27FC236}">
                  <a16:creationId xmlns:a16="http://schemas.microsoft.com/office/drawing/2014/main" id="{37245647-645F-48B6-B6BD-B5D62DED8B27}"/>
                </a:ext>
              </a:extLst>
            </p:cNvPr>
            <p:cNvGrpSpPr/>
            <p:nvPr/>
          </p:nvGrpSpPr>
          <p:grpSpPr>
            <a:xfrm>
              <a:off x="4596" y="3849"/>
              <a:ext cx="3058" cy="4000"/>
              <a:chOff x="5025" y="3556"/>
              <a:chExt cx="3058" cy="4000"/>
            </a:xfrm>
          </p:grpSpPr>
          <p:sp>
            <p:nvSpPr>
              <p:cNvPr id="89" name="弧形 88">
                <a:extLst>
                  <a:ext uri="{FF2B5EF4-FFF2-40B4-BE49-F238E27FC236}">
                    <a16:creationId xmlns:a16="http://schemas.microsoft.com/office/drawing/2014/main" id="{3B247664-78BA-4EEC-8520-E683A2C02138}"/>
                  </a:ext>
                </a:extLst>
              </p:cNvPr>
              <p:cNvSpPr/>
              <p:nvPr/>
            </p:nvSpPr>
            <p:spPr>
              <a:xfrm>
                <a:off x="5025" y="3556"/>
                <a:ext cx="3059" cy="3059"/>
              </a:xfrm>
              <a:prstGeom prst="arc">
                <a:avLst>
                  <a:gd name="adj1" fmla="val 12457264"/>
                  <a:gd name="adj2" fmla="val 17181349"/>
                </a:avLst>
              </a:prstGeom>
              <a:ln>
                <a:solidFill>
                  <a:schemeClr val="bg1">
                    <a:lumMod val="65000"/>
                  </a:schemeClr>
                </a:solidFill>
                <a:headEnd type="none"/>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90" name="弧形 89">
                <a:extLst>
                  <a:ext uri="{FF2B5EF4-FFF2-40B4-BE49-F238E27FC236}">
                    <a16:creationId xmlns:a16="http://schemas.microsoft.com/office/drawing/2014/main" id="{248D95C1-3111-4072-9EC4-C11FC961554D}"/>
                  </a:ext>
                </a:extLst>
              </p:cNvPr>
              <p:cNvSpPr/>
              <p:nvPr/>
            </p:nvSpPr>
            <p:spPr>
              <a:xfrm flipV="1">
                <a:off x="5025" y="4498"/>
                <a:ext cx="3059" cy="3059"/>
              </a:xfrm>
              <a:prstGeom prst="arc">
                <a:avLst>
                  <a:gd name="adj1" fmla="val 12457264"/>
                  <a:gd name="adj2" fmla="val 17181349"/>
                </a:avLst>
              </a:prstGeom>
              <a:ln>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cxnSp>
            <p:nvCxnSpPr>
              <p:cNvPr id="91" name="直接连接符 90">
                <a:extLst>
                  <a:ext uri="{FF2B5EF4-FFF2-40B4-BE49-F238E27FC236}">
                    <a16:creationId xmlns:a16="http://schemas.microsoft.com/office/drawing/2014/main" id="{A6DD7F37-B729-4FDB-BAB2-4541C9543BEB}"/>
                  </a:ext>
                </a:extLst>
              </p:cNvPr>
              <p:cNvCxnSpPr/>
              <p:nvPr/>
            </p:nvCxnSpPr>
            <p:spPr>
              <a:xfrm>
                <a:off x="5505" y="5440"/>
                <a:ext cx="1350" cy="0"/>
              </a:xfrm>
              <a:prstGeom prst="line">
                <a:avLst/>
              </a:prstGeom>
              <a:ln>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56" name="组合 55">
              <a:extLst>
                <a:ext uri="{FF2B5EF4-FFF2-40B4-BE49-F238E27FC236}">
                  <a16:creationId xmlns:a16="http://schemas.microsoft.com/office/drawing/2014/main" id="{A24FFC7E-7387-4095-B156-E9B49E72B281}"/>
                </a:ext>
              </a:extLst>
            </p:cNvPr>
            <p:cNvGrpSpPr/>
            <p:nvPr/>
          </p:nvGrpSpPr>
          <p:grpSpPr>
            <a:xfrm>
              <a:off x="7033" y="2763"/>
              <a:ext cx="2076" cy="1750"/>
              <a:chOff x="7513" y="2583"/>
              <a:chExt cx="2076" cy="1750"/>
            </a:xfrm>
          </p:grpSpPr>
          <p:sp>
            <p:nvSpPr>
              <p:cNvPr id="87" name="椭圆 86">
                <a:extLst>
                  <a:ext uri="{FF2B5EF4-FFF2-40B4-BE49-F238E27FC236}">
                    <a16:creationId xmlns:a16="http://schemas.microsoft.com/office/drawing/2014/main" id="{6DD0D801-A2B3-461C-81CF-3F6A78371251}"/>
                  </a:ext>
                </a:extLst>
              </p:cNvPr>
              <p:cNvSpPr/>
              <p:nvPr/>
            </p:nvSpPr>
            <p:spPr>
              <a:xfrm rot="20880000">
                <a:off x="7681" y="3317"/>
                <a:ext cx="1909" cy="1017"/>
              </a:xfrm>
              <a:prstGeom prst="ellipse">
                <a:avLst/>
              </a:prstGeom>
              <a:solidFill>
                <a:schemeClr val="bg1">
                  <a:lumMod val="95000"/>
                  <a:alpha val="46000"/>
                </a:schemeClr>
              </a:solidFill>
              <a:ln>
                <a:noFill/>
              </a:ln>
              <a:effectLst/>
              <a:scene3d>
                <a:camera prst="orthographicFront">
                  <a:rot lat="12900000" lon="3600000" rev="180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flatTx/>
              </a:bodyPr>
              <a:lstStyle/>
              <a:p>
                <a:pPr algn="ctr"/>
                <a:endParaRPr lang="zh-CN" altLang="en-US">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88" name="椭圆 87">
                <a:extLst>
                  <a:ext uri="{FF2B5EF4-FFF2-40B4-BE49-F238E27FC236}">
                    <a16:creationId xmlns:a16="http://schemas.microsoft.com/office/drawing/2014/main" id="{3D83E905-9C32-4782-8E59-A1C0DFD7E48B}"/>
                  </a:ext>
                </a:extLst>
              </p:cNvPr>
              <p:cNvSpPr/>
              <p:nvPr/>
            </p:nvSpPr>
            <p:spPr>
              <a:xfrm>
                <a:off x="7513" y="2583"/>
                <a:ext cx="1513" cy="1513"/>
              </a:xfrm>
              <a:prstGeom prst="ellipse">
                <a:avLst/>
              </a:prstGeom>
              <a:solidFill>
                <a:srgbClr val="50D89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grpSp>
          <p:nvGrpSpPr>
            <p:cNvPr id="62" name="组合 61">
              <a:extLst>
                <a:ext uri="{FF2B5EF4-FFF2-40B4-BE49-F238E27FC236}">
                  <a16:creationId xmlns:a16="http://schemas.microsoft.com/office/drawing/2014/main" id="{AA181F5A-8E41-4989-B413-E4F2C1C750D9}"/>
                </a:ext>
              </a:extLst>
            </p:cNvPr>
            <p:cNvGrpSpPr/>
            <p:nvPr/>
          </p:nvGrpSpPr>
          <p:grpSpPr>
            <a:xfrm>
              <a:off x="7033" y="4963"/>
              <a:ext cx="2076" cy="1750"/>
              <a:chOff x="7513" y="2583"/>
              <a:chExt cx="2076" cy="1750"/>
            </a:xfrm>
          </p:grpSpPr>
          <p:sp>
            <p:nvSpPr>
              <p:cNvPr id="78" name="椭圆 77">
                <a:extLst>
                  <a:ext uri="{FF2B5EF4-FFF2-40B4-BE49-F238E27FC236}">
                    <a16:creationId xmlns:a16="http://schemas.microsoft.com/office/drawing/2014/main" id="{E9055590-0C2D-49F0-8E9D-FF6EAB87432B}"/>
                  </a:ext>
                </a:extLst>
              </p:cNvPr>
              <p:cNvSpPr/>
              <p:nvPr/>
            </p:nvSpPr>
            <p:spPr>
              <a:xfrm rot="20880000">
                <a:off x="7681" y="3317"/>
                <a:ext cx="1909" cy="1017"/>
              </a:xfrm>
              <a:prstGeom prst="ellipse">
                <a:avLst/>
              </a:prstGeom>
              <a:solidFill>
                <a:schemeClr val="bg1">
                  <a:lumMod val="95000"/>
                  <a:alpha val="46000"/>
                </a:schemeClr>
              </a:solidFill>
              <a:ln>
                <a:noFill/>
              </a:ln>
              <a:effectLst/>
              <a:scene3d>
                <a:camera prst="orthographicFront">
                  <a:rot lat="12900000" lon="3600000" rev="180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flatTx/>
              </a:bodyPr>
              <a:lstStyle/>
              <a:p>
                <a:pPr algn="ctr"/>
                <a:endParaRPr lang="zh-CN" altLang="en-US">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86" name="椭圆 85">
                <a:extLst>
                  <a:ext uri="{FF2B5EF4-FFF2-40B4-BE49-F238E27FC236}">
                    <a16:creationId xmlns:a16="http://schemas.microsoft.com/office/drawing/2014/main" id="{2BEEF311-3100-4955-8356-ED0ED3037D60}"/>
                  </a:ext>
                </a:extLst>
              </p:cNvPr>
              <p:cNvSpPr/>
              <p:nvPr/>
            </p:nvSpPr>
            <p:spPr>
              <a:xfrm>
                <a:off x="7513" y="2583"/>
                <a:ext cx="1513" cy="1513"/>
              </a:xfrm>
              <a:prstGeom prst="ellipse">
                <a:avLst/>
              </a:prstGeom>
              <a:solidFill>
                <a:srgbClr val="50D89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grpSp>
          <p:nvGrpSpPr>
            <p:cNvPr id="64" name="组合 63">
              <a:extLst>
                <a:ext uri="{FF2B5EF4-FFF2-40B4-BE49-F238E27FC236}">
                  <a16:creationId xmlns:a16="http://schemas.microsoft.com/office/drawing/2014/main" id="{3363150F-7C4D-48B2-8556-2A6A08B52094}"/>
                </a:ext>
              </a:extLst>
            </p:cNvPr>
            <p:cNvGrpSpPr/>
            <p:nvPr/>
          </p:nvGrpSpPr>
          <p:grpSpPr>
            <a:xfrm>
              <a:off x="7033" y="7243"/>
              <a:ext cx="2076" cy="1750"/>
              <a:chOff x="7513" y="2583"/>
              <a:chExt cx="2076" cy="1750"/>
            </a:xfrm>
          </p:grpSpPr>
          <p:sp>
            <p:nvSpPr>
              <p:cNvPr id="76" name="椭圆 75">
                <a:extLst>
                  <a:ext uri="{FF2B5EF4-FFF2-40B4-BE49-F238E27FC236}">
                    <a16:creationId xmlns:a16="http://schemas.microsoft.com/office/drawing/2014/main" id="{2611D1C2-7B2F-40AC-A795-47C556DFB24B}"/>
                  </a:ext>
                </a:extLst>
              </p:cNvPr>
              <p:cNvSpPr/>
              <p:nvPr/>
            </p:nvSpPr>
            <p:spPr>
              <a:xfrm rot="20880000">
                <a:off x="7681" y="3317"/>
                <a:ext cx="1909" cy="1017"/>
              </a:xfrm>
              <a:prstGeom prst="ellipse">
                <a:avLst/>
              </a:prstGeom>
              <a:solidFill>
                <a:schemeClr val="bg1">
                  <a:lumMod val="95000"/>
                  <a:alpha val="46000"/>
                </a:schemeClr>
              </a:solidFill>
              <a:ln>
                <a:noFill/>
              </a:ln>
              <a:effectLst/>
              <a:scene3d>
                <a:camera prst="orthographicFront">
                  <a:rot lat="12900000" lon="3600000" rev="180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flatTx/>
              </a:bodyPr>
              <a:lstStyle/>
              <a:p>
                <a:pPr algn="ctr"/>
                <a:endParaRPr lang="zh-CN" altLang="en-US">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77" name="椭圆 76">
                <a:extLst>
                  <a:ext uri="{FF2B5EF4-FFF2-40B4-BE49-F238E27FC236}">
                    <a16:creationId xmlns:a16="http://schemas.microsoft.com/office/drawing/2014/main" id="{81222628-F881-4CA8-8AED-885BD3ABB7F1}"/>
                  </a:ext>
                </a:extLst>
              </p:cNvPr>
              <p:cNvSpPr/>
              <p:nvPr/>
            </p:nvSpPr>
            <p:spPr>
              <a:xfrm>
                <a:off x="7513" y="2583"/>
                <a:ext cx="1513" cy="1513"/>
              </a:xfrm>
              <a:prstGeom prst="ellipse">
                <a:avLst/>
              </a:prstGeom>
              <a:solidFill>
                <a:srgbClr val="50D89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sp>
          <p:nvSpPr>
            <p:cNvPr id="65" name="Rectangle 60">
              <a:extLst>
                <a:ext uri="{FF2B5EF4-FFF2-40B4-BE49-F238E27FC236}">
                  <a16:creationId xmlns:a16="http://schemas.microsoft.com/office/drawing/2014/main" id="{EDFF9512-7566-4687-BD0E-4690407E45EF}"/>
                </a:ext>
              </a:extLst>
            </p:cNvPr>
            <p:cNvSpPr/>
            <p:nvPr/>
          </p:nvSpPr>
          <p:spPr>
            <a:xfrm>
              <a:off x="9195" y="2895"/>
              <a:ext cx="2429" cy="436"/>
            </a:xfrm>
            <a:prstGeom prst="rect">
              <a:avLst/>
            </a:prstGeom>
          </p:spPr>
          <p:txBody>
            <a:bodyPr wrap="square" lIns="0" tIns="0" rIns="0" bIns="0">
              <a:spAutoFit/>
            </a:bodyPr>
            <a:lstStyle/>
            <a:p>
              <a:pPr algn="l"/>
              <a:r>
                <a:rPr lang="zh-CN" altLang="en-US">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66" name="TextBox 59">
              <a:extLst>
                <a:ext uri="{FF2B5EF4-FFF2-40B4-BE49-F238E27FC236}">
                  <a16:creationId xmlns:a16="http://schemas.microsoft.com/office/drawing/2014/main" id="{F144B209-69A9-4C41-91CA-430E83DB3A2A}"/>
                </a:ext>
              </a:extLst>
            </p:cNvPr>
            <p:cNvSpPr txBox="1"/>
            <p:nvPr/>
          </p:nvSpPr>
          <p:spPr>
            <a:xfrm>
              <a:off x="9195" y="3440"/>
              <a:ext cx="7707" cy="1091"/>
            </a:xfrm>
            <a:prstGeom prst="rect">
              <a:avLst/>
            </a:prstGeom>
            <a:noFill/>
          </p:spPr>
          <p:txBody>
            <a:bodyPr wrap="square" lIns="0" tIns="0" rIns="0" bIns="0" rtlCol="0">
              <a:spAutoFit/>
            </a:bodyPr>
            <a:lstStyle/>
            <a:p>
              <a:pPr algn="l" defTabSz="1219200">
                <a:lnSpc>
                  <a:spcPct val="150000"/>
                </a:lnSpc>
                <a:spcBef>
                  <a:spcPts val="20"/>
                </a:spcBef>
                <a:spcAft>
                  <a:spcPct val="0"/>
                </a:spcAft>
                <a:defRPr/>
              </a:pPr>
              <a:r>
                <a:rPr 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大X可调节。请输入您的内容，文字可修改，大X可调节。请输入您的内容，文字可修改， 大X可调节。请输入您的内容，文字可修改，大X可调节。</a:t>
              </a:r>
              <a:endParaRPr lang="zh-CN" alt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67" name="Rectangle 60">
              <a:extLst>
                <a:ext uri="{FF2B5EF4-FFF2-40B4-BE49-F238E27FC236}">
                  <a16:creationId xmlns:a16="http://schemas.microsoft.com/office/drawing/2014/main" id="{32370498-7AD6-4831-90BC-1857871A3F59}"/>
                </a:ext>
              </a:extLst>
            </p:cNvPr>
            <p:cNvSpPr/>
            <p:nvPr/>
          </p:nvSpPr>
          <p:spPr>
            <a:xfrm>
              <a:off x="9195" y="5168"/>
              <a:ext cx="2429" cy="436"/>
            </a:xfrm>
            <a:prstGeom prst="rect">
              <a:avLst/>
            </a:prstGeom>
          </p:spPr>
          <p:txBody>
            <a:bodyPr wrap="square" lIns="0" tIns="0" rIns="0" bIns="0">
              <a:spAutoFit/>
            </a:bodyPr>
            <a:lstStyle/>
            <a:p>
              <a:pPr algn="l"/>
              <a:r>
                <a:rPr lang="zh-CN" altLang="en-US">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68" name="TextBox 59">
              <a:extLst>
                <a:ext uri="{FF2B5EF4-FFF2-40B4-BE49-F238E27FC236}">
                  <a16:creationId xmlns:a16="http://schemas.microsoft.com/office/drawing/2014/main" id="{59563178-6631-4486-953C-969D0EAA80E6}"/>
                </a:ext>
              </a:extLst>
            </p:cNvPr>
            <p:cNvSpPr txBox="1"/>
            <p:nvPr/>
          </p:nvSpPr>
          <p:spPr>
            <a:xfrm>
              <a:off x="9195" y="5713"/>
              <a:ext cx="7707" cy="1091"/>
            </a:xfrm>
            <a:prstGeom prst="rect">
              <a:avLst/>
            </a:prstGeom>
            <a:noFill/>
          </p:spPr>
          <p:txBody>
            <a:bodyPr wrap="square" lIns="0" tIns="0" rIns="0" bIns="0" rtlCol="0">
              <a:spAutoFit/>
            </a:bodyPr>
            <a:lstStyle/>
            <a:p>
              <a:pPr algn="l" defTabSz="1219200">
                <a:lnSpc>
                  <a:spcPct val="150000"/>
                </a:lnSpc>
                <a:spcBef>
                  <a:spcPts val="20"/>
                </a:spcBef>
                <a:spcAft>
                  <a:spcPct val="0"/>
                </a:spcAft>
                <a:defRPr/>
              </a:pPr>
              <a:r>
                <a:rPr 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大X可调节。请输入您的内容，文字可修改，大X可调节。请输入您的内容，文字可修改， 大X可调节。请输入您的内容，文字可修改，大X可调节。</a:t>
              </a:r>
              <a:endParaRPr lang="zh-CN" alt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69" name="Rectangle 60">
              <a:extLst>
                <a:ext uri="{FF2B5EF4-FFF2-40B4-BE49-F238E27FC236}">
                  <a16:creationId xmlns:a16="http://schemas.microsoft.com/office/drawing/2014/main" id="{62802CC6-9E10-4AD1-9011-86E53DE14714}"/>
                </a:ext>
              </a:extLst>
            </p:cNvPr>
            <p:cNvSpPr/>
            <p:nvPr/>
          </p:nvSpPr>
          <p:spPr>
            <a:xfrm>
              <a:off x="9195" y="7492"/>
              <a:ext cx="2429" cy="436"/>
            </a:xfrm>
            <a:prstGeom prst="rect">
              <a:avLst/>
            </a:prstGeom>
          </p:spPr>
          <p:txBody>
            <a:bodyPr wrap="square" lIns="0" tIns="0" rIns="0" bIns="0">
              <a:spAutoFit/>
            </a:bodyPr>
            <a:lstStyle/>
            <a:p>
              <a:pPr algn="l"/>
              <a:r>
                <a:rPr lang="zh-CN" altLang="en-US">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70" name="TextBox 59">
              <a:extLst>
                <a:ext uri="{FF2B5EF4-FFF2-40B4-BE49-F238E27FC236}">
                  <a16:creationId xmlns:a16="http://schemas.microsoft.com/office/drawing/2014/main" id="{2BF792C7-4249-48AF-A081-0E375F64601F}"/>
                </a:ext>
              </a:extLst>
            </p:cNvPr>
            <p:cNvSpPr txBox="1"/>
            <p:nvPr/>
          </p:nvSpPr>
          <p:spPr>
            <a:xfrm>
              <a:off x="9195" y="8037"/>
              <a:ext cx="7707" cy="1091"/>
            </a:xfrm>
            <a:prstGeom prst="rect">
              <a:avLst/>
            </a:prstGeom>
            <a:noFill/>
          </p:spPr>
          <p:txBody>
            <a:bodyPr wrap="square" lIns="0" tIns="0" rIns="0" bIns="0" rtlCol="0">
              <a:spAutoFit/>
            </a:bodyPr>
            <a:lstStyle/>
            <a:p>
              <a:pPr algn="l" defTabSz="1219200">
                <a:lnSpc>
                  <a:spcPct val="150000"/>
                </a:lnSpc>
                <a:spcBef>
                  <a:spcPts val="20"/>
                </a:spcBef>
                <a:spcAft>
                  <a:spcPct val="0"/>
                </a:spcAft>
                <a:defRPr/>
              </a:pPr>
              <a:r>
                <a:rPr 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大X可调节。请输入您的内容，文字可修改，大X可调节。请输入您的内容，文字可修改， 大X可调节。请输入您的内容，文字可修改，大X可调节。</a:t>
              </a:r>
              <a:endParaRPr lang="zh-CN" alt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71" name="Freeform 387">
              <a:extLst>
                <a:ext uri="{FF2B5EF4-FFF2-40B4-BE49-F238E27FC236}">
                  <a16:creationId xmlns:a16="http://schemas.microsoft.com/office/drawing/2014/main" id="{8D3C148A-39C9-41F4-B1E4-3EFF7643D13F}"/>
                </a:ext>
              </a:extLst>
            </p:cNvPr>
            <p:cNvSpPr>
              <a:spLocks noEditPoints="1"/>
            </p:cNvSpPr>
            <p:nvPr/>
          </p:nvSpPr>
          <p:spPr bwMode="auto">
            <a:xfrm>
              <a:off x="3107" y="5048"/>
              <a:ext cx="678" cy="796"/>
            </a:xfrm>
            <a:custGeom>
              <a:avLst/>
              <a:gdLst/>
              <a:ahLst/>
              <a:cxnLst>
                <a:cxn ang="0">
                  <a:pos x="88900" y="107950"/>
                </a:cxn>
                <a:cxn ang="0">
                  <a:pos x="44450" y="107950"/>
                </a:cxn>
                <a:cxn ang="0">
                  <a:pos x="31750" y="111125"/>
                </a:cxn>
                <a:cxn ang="0">
                  <a:pos x="12700" y="139700"/>
                </a:cxn>
                <a:cxn ang="0">
                  <a:pos x="12700" y="146050"/>
                </a:cxn>
                <a:cxn ang="0">
                  <a:pos x="120650" y="146050"/>
                </a:cxn>
                <a:cxn ang="0">
                  <a:pos x="120650" y="139700"/>
                </a:cxn>
                <a:cxn ang="0">
                  <a:pos x="104775" y="114300"/>
                </a:cxn>
                <a:cxn ang="0">
                  <a:pos x="101600" y="111125"/>
                </a:cxn>
                <a:cxn ang="0">
                  <a:pos x="95250" y="107950"/>
                </a:cxn>
                <a:cxn ang="0">
                  <a:pos x="88900" y="107950"/>
                </a:cxn>
                <a:cxn ang="0">
                  <a:pos x="92075" y="95250"/>
                </a:cxn>
                <a:cxn ang="0">
                  <a:pos x="92075" y="95250"/>
                </a:cxn>
                <a:cxn ang="0">
                  <a:pos x="98425" y="95250"/>
                </a:cxn>
                <a:cxn ang="0">
                  <a:pos x="104775" y="98425"/>
                </a:cxn>
                <a:cxn ang="0">
                  <a:pos x="133350" y="139700"/>
                </a:cxn>
                <a:cxn ang="0">
                  <a:pos x="133350" y="149225"/>
                </a:cxn>
                <a:cxn ang="0">
                  <a:pos x="127000" y="155575"/>
                </a:cxn>
                <a:cxn ang="0">
                  <a:pos x="127000" y="155575"/>
                </a:cxn>
                <a:cxn ang="0">
                  <a:pos x="6350" y="155575"/>
                </a:cxn>
                <a:cxn ang="0">
                  <a:pos x="0" y="149225"/>
                </a:cxn>
                <a:cxn ang="0">
                  <a:pos x="0" y="149225"/>
                </a:cxn>
                <a:cxn ang="0">
                  <a:pos x="0" y="139700"/>
                </a:cxn>
                <a:cxn ang="0">
                  <a:pos x="25400" y="98425"/>
                </a:cxn>
                <a:cxn ang="0">
                  <a:pos x="38100" y="95250"/>
                </a:cxn>
                <a:cxn ang="0">
                  <a:pos x="12700" y="50800"/>
                </a:cxn>
                <a:cxn ang="0">
                  <a:pos x="66675" y="0"/>
                </a:cxn>
                <a:cxn ang="0">
                  <a:pos x="117475" y="50800"/>
                </a:cxn>
                <a:cxn ang="0">
                  <a:pos x="92075" y="95250"/>
                </a:cxn>
                <a:cxn ang="0">
                  <a:pos x="66675" y="9525"/>
                </a:cxn>
                <a:cxn ang="0">
                  <a:pos x="66675" y="9525"/>
                </a:cxn>
                <a:cxn ang="0">
                  <a:pos x="28575" y="34925"/>
                </a:cxn>
                <a:cxn ang="0">
                  <a:pos x="25400" y="50800"/>
                </a:cxn>
                <a:cxn ang="0">
                  <a:pos x="50800" y="88900"/>
                </a:cxn>
                <a:cxn ang="0">
                  <a:pos x="82550" y="88900"/>
                </a:cxn>
                <a:cxn ang="0">
                  <a:pos x="104775" y="50800"/>
                </a:cxn>
                <a:cxn ang="0">
                  <a:pos x="66675" y="9525"/>
                </a:cxn>
              </a:cxnLst>
              <a:rect l="0" t="0" r="0" b="0"/>
              <a:pathLst>
                <a:path w="42" h="49">
                  <a:moveTo>
                    <a:pt x="28" y="34"/>
                  </a:moveTo>
                  <a:cubicBezTo>
                    <a:pt x="14" y="34"/>
                    <a:pt x="14" y="34"/>
                    <a:pt x="14" y="34"/>
                  </a:cubicBezTo>
                  <a:cubicBezTo>
                    <a:pt x="12" y="34"/>
                    <a:pt x="11" y="34"/>
                    <a:pt x="10" y="35"/>
                  </a:cubicBezTo>
                  <a:cubicBezTo>
                    <a:pt x="6" y="36"/>
                    <a:pt x="4" y="40"/>
                    <a:pt x="4" y="44"/>
                  </a:cubicBezTo>
                  <a:cubicBezTo>
                    <a:pt x="4" y="46"/>
                    <a:pt x="4" y="46"/>
                    <a:pt x="4" y="46"/>
                  </a:cubicBezTo>
                  <a:cubicBezTo>
                    <a:pt x="38" y="46"/>
                    <a:pt x="38" y="46"/>
                    <a:pt x="38" y="46"/>
                  </a:cubicBezTo>
                  <a:cubicBezTo>
                    <a:pt x="38" y="44"/>
                    <a:pt x="38" y="44"/>
                    <a:pt x="38" y="44"/>
                  </a:cubicBezTo>
                  <a:cubicBezTo>
                    <a:pt x="38" y="41"/>
                    <a:pt x="36" y="37"/>
                    <a:pt x="33" y="36"/>
                  </a:cubicBezTo>
                  <a:cubicBezTo>
                    <a:pt x="33" y="35"/>
                    <a:pt x="32" y="35"/>
                    <a:pt x="32" y="35"/>
                  </a:cubicBezTo>
                  <a:cubicBezTo>
                    <a:pt x="31" y="34"/>
                    <a:pt x="31" y="34"/>
                    <a:pt x="30" y="34"/>
                  </a:cubicBezTo>
                  <a:cubicBezTo>
                    <a:pt x="29" y="34"/>
                    <a:pt x="29" y="34"/>
                    <a:pt x="28" y="34"/>
                  </a:cubicBezTo>
                  <a:close/>
                  <a:moveTo>
                    <a:pt x="29" y="30"/>
                  </a:moveTo>
                  <a:cubicBezTo>
                    <a:pt x="29" y="30"/>
                    <a:pt x="29" y="30"/>
                    <a:pt x="29" y="30"/>
                  </a:cubicBezTo>
                  <a:cubicBezTo>
                    <a:pt x="30" y="30"/>
                    <a:pt x="30" y="30"/>
                    <a:pt x="31" y="30"/>
                  </a:cubicBezTo>
                  <a:cubicBezTo>
                    <a:pt x="32" y="31"/>
                    <a:pt x="32" y="31"/>
                    <a:pt x="33" y="31"/>
                  </a:cubicBezTo>
                  <a:cubicBezTo>
                    <a:pt x="38" y="33"/>
                    <a:pt x="42" y="38"/>
                    <a:pt x="42" y="44"/>
                  </a:cubicBezTo>
                  <a:cubicBezTo>
                    <a:pt x="42" y="47"/>
                    <a:pt x="42" y="47"/>
                    <a:pt x="42" y="47"/>
                  </a:cubicBezTo>
                  <a:cubicBezTo>
                    <a:pt x="42" y="48"/>
                    <a:pt x="41" y="49"/>
                    <a:pt x="40" y="49"/>
                  </a:cubicBezTo>
                  <a:cubicBezTo>
                    <a:pt x="40" y="49"/>
                    <a:pt x="40" y="49"/>
                    <a:pt x="40" y="49"/>
                  </a:cubicBezTo>
                  <a:cubicBezTo>
                    <a:pt x="2" y="49"/>
                    <a:pt x="2" y="49"/>
                    <a:pt x="2" y="49"/>
                  </a:cubicBezTo>
                  <a:cubicBezTo>
                    <a:pt x="1" y="49"/>
                    <a:pt x="0" y="48"/>
                    <a:pt x="0" y="47"/>
                  </a:cubicBezTo>
                  <a:cubicBezTo>
                    <a:pt x="0" y="47"/>
                    <a:pt x="0" y="47"/>
                    <a:pt x="0" y="47"/>
                  </a:cubicBezTo>
                  <a:cubicBezTo>
                    <a:pt x="0" y="44"/>
                    <a:pt x="0" y="44"/>
                    <a:pt x="0" y="44"/>
                  </a:cubicBezTo>
                  <a:cubicBezTo>
                    <a:pt x="0" y="38"/>
                    <a:pt x="3" y="33"/>
                    <a:pt x="8" y="31"/>
                  </a:cubicBezTo>
                  <a:cubicBezTo>
                    <a:pt x="10" y="31"/>
                    <a:pt x="11" y="30"/>
                    <a:pt x="12" y="30"/>
                  </a:cubicBezTo>
                  <a:cubicBezTo>
                    <a:pt x="7" y="27"/>
                    <a:pt x="4" y="22"/>
                    <a:pt x="4" y="16"/>
                  </a:cubicBezTo>
                  <a:cubicBezTo>
                    <a:pt x="4" y="7"/>
                    <a:pt x="12" y="0"/>
                    <a:pt x="21" y="0"/>
                  </a:cubicBezTo>
                  <a:cubicBezTo>
                    <a:pt x="30" y="0"/>
                    <a:pt x="37" y="7"/>
                    <a:pt x="37" y="16"/>
                  </a:cubicBezTo>
                  <a:cubicBezTo>
                    <a:pt x="37" y="22"/>
                    <a:pt x="34" y="27"/>
                    <a:pt x="29" y="30"/>
                  </a:cubicBezTo>
                  <a:close/>
                  <a:moveTo>
                    <a:pt x="21" y="3"/>
                  </a:moveTo>
                  <a:cubicBezTo>
                    <a:pt x="21" y="3"/>
                    <a:pt x="21" y="3"/>
                    <a:pt x="21" y="3"/>
                  </a:cubicBezTo>
                  <a:cubicBezTo>
                    <a:pt x="16" y="3"/>
                    <a:pt x="11" y="6"/>
                    <a:pt x="9" y="11"/>
                  </a:cubicBezTo>
                  <a:cubicBezTo>
                    <a:pt x="9" y="13"/>
                    <a:pt x="8" y="14"/>
                    <a:pt x="8" y="16"/>
                  </a:cubicBezTo>
                  <a:cubicBezTo>
                    <a:pt x="8" y="21"/>
                    <a:pt x="11" y="26"/>
                    <a:pt x="16" y="28"/>
                  </a:cubicBezTo>
                  <a:cubicBezTo>
                    <a:pt x="19" y="29"/>
                    <a:pt x="23" y="29"/>
                    <a:pt x="26" y="28"/>
                  </a:cubicBezTo>
                  <a:cubicBezTo>
                    <a:pt x="30" y="26"/>
                    <a:pt x="33" y="21"/>
                    <a:pt x="33" y="16"/>
                  </a:cubicBezTo>
                  <a:cubicBezTo>
                    <a:pt x="33" y="9"/>
                    <a:pt x="28" y="3"/>
                    <a:pt x="21" y="3"/>
                  </a:cubicBezTo>
                  <a:close/>
                </a:path>
              </a:pathLst>
            </a:custGeom>
            <a:solidFill>
              <a:schemeClr val="bg1"/>
            </a:solidFill>
            <a:ln>
              <a:noFill/>
            </a:ln>
            <a:effectLst/>
          </p:spPr>
          <p:txBody>
            <a:bodyPr wrap="square" lIns="19050" tIns="19050" rIns="19050" bIns="19050" anchor="ctr">
              <a:noAutofit/>
            </a:bodyPr>
            <a:lstStyle/>
            <a:p>
              <a:pPr lvl="0" algn="ctr" defTabSz="228600" fontAlgn="base" hangingPunct="0">
                <a:buClrTx/>
                <a:buSzTx/>
                <a:buFontTx/>
                <a:defRPr/>
              </a:pPr>
              <a:endParaRPr lang="en-US" sz="1500" noProof="0">
                <a:ln>
                  <a:noFill/>
                </a:ln>
                <a:solidFill>
                  <a:srgbClr val="FFFFFF"/>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72" name="Freeform 17">
              <a:extLst>
                <a:ext uri="{FF2B5EF4-FFF2-40B4-BE49-F238E27FC236}">
                  <a16:creationId xmlns:a16="http://schemas.microsoft.com/office/drawing/2014/main" id="{92064A4E-D4B2-41DF-AC03-96A3B284CEB8}"/>
                </a:ext>
              </a:extLst>
            </p:cNvPr>
            <p:cNvSpPr>
              <a:spLocks noEditPoints="1"/>
            </p:cNvSpPr>
            <p:nvPr/>
          </p:nvSpPr>
          <p:spPr bwMode="auto">
            <a:xfrm>
              <a:off x="7422" y="5360"/>
              <a:ext cx="746" cy="688"/>
            </a:xfrm>
            <a:custGeom>
              <a:avLst/>
              <a:gdLst>
                <a:gd name="T0" fmla="*/ 1120 w 2069"/>
                <a:gd name="T1" fmla="*/ 0 h 1899"/>
                <a:gd name="T2" fmla="*/ 189 w 2069"/>
                <a:gd name="T3" fmla="*/ 777 h 1899"/>
                <a:gd name="T4" fmla="*/ 0 w 2069"/>
                <a:gd name="T5" fmla="*/ 777 h 1899"/>
                <a:gd name="T6" fmla="*/ 259 w 2069"/>
                <a:gd name="T7" fmla="*/ 1122 h 1899"/>
                <a:gd name="T8" fmla="*/ 517 w 2069"/>
                <a:gd name="T9" fmla="*/ 777 h 1899"/>
                <a:gd name="T10" fmla="*/ 362 w 2069"/>
                <a:gd name="T11" fmla="*/ 777 h 1899"/>
                <a:gd name="T12" fmla="*/ 1120 w 2069"/>
                <a:gd name="T13" fmla="*/ 173 h 1899"/>
                <a:gd name="T14" fmla="*/ 1896 w 2069"/>
                <a:gd name="T15" fmla="*/ 950 h 1899"/>
                <a:gd name="T16" fmla="*/ 1120 w 2069"/>
                <a:gd name="T17" fmla="*/ 1727 h 1899"/>
                <a:gd name="T18" fmla="*/ 477 w 2069"/>
                <a:gd name="T19" fmla="*/ 1381 h 1899"/>
                <a:gd name="T20" fmla="*/ 276 w 2069"/>
                <a:gd name="T21" fmla="*/ 1381 h 1899"/>
                <a:gd name="T22" fmla="*/ 1120 w 2069"/>
                <a:gd name="T23" fmla="*/ 1899 h 1899"/>
                <a:gd name="T24" fmla="*/ 2069 w 2069"/>
                <a:gd name="T25" fmla="*/ 950 h 1899"/>
                <a:gd name="T26" fmla="*/ 1120 w 2069"/>
                <a:gd name="T27" fmla="*/ 0 h 1899"/>
                <a:gd name="T28" fmla="*/ 1080 w 2069"/>
                <a:gd name="T29" fmla="*/ 345 h 1899"/>
                <a:gd name="T30" fmla="*/ 1080 w 2069"/>
                <a:gd name="T31" fmla="*/ 978 h 1899"/>
                <a:gd name="T32" fmla="*/ 1528 w 2069"/>
                <a:gd name="T33" fmla="*/ 1243 h 1899"/>
                <a:gd name="T34" fmla="*/ 1569 w 2069"/>
                <a:gd name="T35" fmla="*/ 1168 h 1899"/>
                <a:gd name="T36" fmla="*/ 1166 w 2069"/>
                <a:gd name="T37" fmla="*/ 926 h 1899"/>
                <a:gd name="T38" fmla="*/ 1166 w 2069"/>
                <a:gd name="T39" fmla="*/ 345 h 1899"/>
                <a:gd name="T40" fmla="*/ 1080 w 2069"/>
                <a:gd name="T41" fmla="*/ 345 h 1899"/>
                <a:gd name="T42" fmla="*/ 1080 w 2069"/>
                <a:gd name="T43" fmla="*/ 345 h 1899"/>
                <a:gd name="T44" fmla="*/ 1080 w 2069"/>
                <a:gd name="T45" fmla="*/ 345 h 18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69" h="1899">
                  <a:moveTo>
                    <a:pt x="1120" y="0"/>
                  </a:moveTo>
                  <a:cubicBezTo>
                    <a:pt x="655" y="0"/>
                    <a:pt x="270" y="334"/>
                    <a:pt x="189" y="777"/>
                  </a:cubicBezTo>
                  <a:cubicBezTo>
                    <a:pt x="0" y="777"/>
                    <a:pt x="0" y="777"/>
                    <a:pt x="0" y="777"/>
                  </a:cubicBezTo>
                  <a:cubicBezTo>
                    <a:pt x="259" y="1122"/>
                    <a:pt x="259" y="1122"/>
                    <a:pt x="259" y="1122"/>
                  </a:cubicBezTo>
                  <a:cubicBezTo>
                    <a:pt x="517" y="777"/>
                    <a:pt x="517" y="777"/>
                    <a:pt x="517" y="777"/>
                  </a:cubicBezTo>
                  <a:cubicBezTo>
                    <a:pt x="362" y="777"/>
                    <a:pt x="362" y="777"/>
                    <a:pt x="362" y="777"/>
                  </a:cubicBezTo>
                  <a:cubicBezTo>
                    <a:pt x="442" y="432"/>
                    <a:pt x="747" y="173"/>
                    <a:pt x="1120" y="173"/>
                  </a:cubicBezTo>
                  <a:cubicBezTo>
                    <a:pt x="1552" y="173"/>
                    <a:pt x="1896" y="518"/>
                    <a:pt x="1896" y="950"/>
                  </a:cubicBezTo>
                  <a:cubicBezTo>
                    <a:pt x="1896" y="1381"/>
                    <a:pt x="1552" y="1727"/>
                    <a:pt x="1120" y="1727"/>
                  </a:cubicBezTo>
                  <a:cubicBezTo>
                    <a:pt x="850" y="1727"/>
                    <a:pt x="615" y="1588"/>
                    <a:pt x="477" y="1381"/>
                  </a:cubicBezTo>
                  <a:cubicBezTo>
                    <a:pt x="276" y="1381"/>
                    <a:pt x="276" y="1381"/>
                    <a:pt x="276" y="1381"/>
                  </a:cubicBezTo>
                  <a:cubicBezTo>
                    <a:pt x="431" y="1686"/>
                    <a:pt x="753" y="1899"/>
                    <a:pt x="1120" y="1899"/>
                  </a:cubicBezTo>
                  <a:cubicBezTo>
                    <a:pt x="1643" y="1899"/>
                    <a:pt x="2069" y="1473"/>
                    <a:pt x="2069" y="950"/>
                  </a:cubicBezTo>
                  <a:cubicBezTo>
                    <a:pt x="2069" y="426"/>
                    <a:pt x="1643" y="0"/>
                    <a:pt x="1120" y="0"/>
                  </a:cubicBezTo>
                  <a:close/>
                  <a:moveTo>
                    <a:pt x="1080" y="345"/>
                  </a:moveTo>
                  <a:cubicBezTo>
                    <a:pt x="1080" y="978"/>
                    <a:pt x="1080" y="978"/>
                    <a:pt x="1080" y="978"/>
                  </a:cubicBezTo>
                  <a:cubicBezTo>
                    <a:pt x="1528" y="1243"/>
                    <a:pt x="1528" y="1243"/>
                    <a:pt x="1528" y="1243"/>
                  </a:cubicBezTo>
                  <a:cubicBezTo>
                    <a:pt x="1569" y="1168"/>
                    <a:pt x="1569" y="1168"/>
                    <a:pt x="1569" y="1168"/>
                  </a:cubicBezTo>
                  <a:cubicBezTo>
                    <a:pt x="1166" y="926"/>
                    <a:pt x="1166" y="926"/>
                    <a:pt x="1166" y="926"/>
                  </a:cubicBezTo>
                  <a:cubicBezTo>
                    <a:pt x="1166" y="345"/>
                    <a:pt x="1166" y="345"/>
                    <a:pt x="1166" y="345"/>
                  </a:cubicBezTo>
                  <a:lnTo>
                    <a:pt x="1080" y="345"/>
                  </a:lnTo>
                  <a:close/>
                  <a:moveTo>
                    <a:pt x="1080" y="345"/>
                  </a:moveTo>
                  <a:cubicBezTo>
                    <a:pt x="1080" y="345"/>
                    <a:pt x="1080" y="345"/>
                    <a:pt x="1080" y="345"/>
                  </a:cubicBezTo>
                </a:path>
              </a:pathLst>
            </a:custGeom>
            <a:solidFill>
              <a:schemeClr val="bg1"/>
            </a:solidFill>
            <a:ln>
              <a:noFill/>
            </a:ln>
            <a:effectLst/>
          </p:spPr>
          <p:txBody>
            <a:bodyPr vert="horz" wrap="square" lIns="121920" tIns="60960" rIns="121920" bIns="60960" numCol="1" anchor="t" anchorCtr="0" compatLnSpc="1"/>
            <a:lstStyle/>
            <a:p>
              <a:pPr defTabSz="1219200" eaLnBrk="0" fontAlgn="base" hangingPunct="0">
                <a:spcBef>
                  <a:spcPct val="0"/>
                </a:spcBef>
                <a:spcAft>
                  <a:spcPct val="0"/>
                </a:spcAft>
              </a:pPr>
              <a:endParaRPr lang="zh-CN" altLang="en-US" sz="2400">
                <a:solidFill>
                  <a:prstClr val="black"/>
                </a:solidFill>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73" name="Freeform 83">
              <a:extLst>
                <a:ext uri="{FF2B5EF4-FFF2-40B4-BE49-F238E27FC236}">
                  <a16:creationId xmlns:a16="http://schemas.microsoft.com/office/drawing/2014/main" id="{D3D30681-976F-46F1-8EDD-B317618CBDC6}"/>
                </a:ext>
              </a:extLst>
            </p:cNvPr>
            <p:cNvSpPr>
              <a:spLocks noEditPoints="1"/>
            </p:cNvSpPr>
            <p:nvPr/>
          </p:nvSpPr>
          <p:spPr bwMode="auto">
            <a:xfrm>
              <a:off x="7473" y="3157"/>
              <a:ext cx="644" cy="726"/>
            </a:xfrm>
            <a:custGeom>
              <a:avLst/>
              <a:gdLst/>
              <a:ahLst/>
              <a:cxnLst>
                <a:cxn ang="0">
                  <a:pos x="79375" y="0"/>
                </a:cxn>
                <a:cxn ang="0">
                  <a:pos x="127000" y="22225"/>
                </a:cxn>
                <a:cxn ang="0">
                  <a:pos x="136525" y="111125"/>
                </a:cxn>
                <a:cxn ang="0">
                  <a:pos x="104775" y="136525"/>
                </a:cxn>
                <a:cxn ang="0">
                  <a:pos x="82550" y="158750"/>
                </a:cxn>
                <a:cxn ang="0">
                  <a:pos x="73025" y="158750"/>
                </a:cxn>
                <a:cxn ang="0">
                  <a:pos x="73025" y="158750"/>
                </a:cxn>
                <a:cxn ang="0">
                  <a:pos x="73025" y="158750"/>
                </a:cxn>
                <a:cxn ang="0">
                  <a:pos x="50800" y="136525"/>
                </a:cxn>
                <a:cxn ang="0">
                  <a:pos x="19050" y="111125"/>
                </a:cxn>
                <a:cxn ang="0">
                  <a:pos x="28575" y="22225"/>
                </a:cxn>
                <a:cxn ang="0">
                  <a:pos x="79375" y="0"/>
                </a:cxn>
                <a:cxn ang="0">
                  <a:pos x="79375" y="34925"/>
                </a:cxn>
                <a:cxn ang="0">
                  <a:pos x="79375" y="34925"/>
                </a:cxn>
                <a:cxn ang="0">
                  <a:pos x="101600" y="44450"/>
                </a:cxn>
                <a:cxn ang="0">
                  <a:pos x="114300" y="69850"/>
                </a:cxn>
                <a:cxn ang="0">
                  <a:pos x="101600" y="95250"/>
                </a:cxn>
                <a:cxn ang="0">
                  <a:pos x="79375" y="104775"/>
                </a:cxn>
                <a:cxn ang="0">
                  <a:pos x="53975" y="95250"/>
                </a:cxn>
                <a:cxn ang="0">
                  <a:pos x="41275" y="69850"/>
                </a:cxn>
                <a:cxn ang="0">
                  <a:pos x="53975" y="44450"/>
                </a:cxn>
                <a:cxn ang="0">
                  <a:pos x="79375" y="34925"/>
                </a:cxn>
                <a:cxn ang="0">
                  <a:pos x="98425" y="50800"/>
                </a:cxn>
                <a:cxn ang="0">
                  <a:pos x="98425" y="50800"/>
                </a:cxn>
                <a:cxn ang="0">
                  <a:pos x="79375" y="41275"/>
                </a:cxn>
                <a:cxn ang="0">
                  <a:pos x="57150" y="50800"/>
                </a:cxn>
                <a:cxn ang="0">
                  <a:pos x="50800" y="69850"/>
                </a:cxn>
                <a:cxn ang="0">
                  <a:pos x="57150" y="88900"/>
                </a:cxn>
                <a:cxn ang="0">
                  <a:pos x="79375" y="98425"/>
                </a:cxn>
                <a:cxn ang="0">
                  <a:pos x="98425" y="88900"/>
                </a:cxn>
                <a:cxn ang="0">
                  <a:pos x="104775" y="69850"/>
                </a:cxn>
                <a:cxn ang="0">
                  <a:pos x="98425" y="50800"/>
                </a:cxn>
                <a:cxn ang="0">
                  <a:pos x="117475" y="28575"/>
                </a:cxn>
                <a:cxn ang="0">
                  <a:pos x="117475" y="28575"/>
                </a:cxn>
                <a:cxn ang="0">
                  <a:pos x="79375" y="12700"/>
                </a:cxn>
                <a:cxn ang="0">
                  <a:pos x="38100" y="28575"/>
                </a:cxn>
                <a:cxn ang="0">
                  <a:pos x="28575" y="104775"/>
                </a:cxn>
                <a:cxn ang="0">
                  <a:pos x="57150" y="123825"/>
                </a:cxn>
                <a:cxn ang="0">
                  <a:pos x="60325" y="127000"/>
                </a:cxn>
                <a:cxn ang="0">
                  <a:pos x="79375" y="146050"/>
                </a:cxn>
                <a:cxn ang="0">
                  <a:pos x="95250" y="127000"/>
                </a:cxn>
                <a:cxn ang="0">
                  <a:pos x="98425" y="123825"/>
                </a:cxn>
                <a:cxn ang="0">
                  <a:pos x="127000" y="104775"/>
                </a:cxn>
                <a:cxn ang="0">
                  <a:pos x="117475" y="28575"/>
                </a:cxn>
              </a:cxnLst>
              <a:rect l="0" t="0" r="0" b="0"/>
              <a:pathLst>
                <a:path w="49" h="51">
                  <a:moveTo>
                    <a:pt x="25" y="0"/>
                  </a:moveTo>
                  <a:cubicBezTo>
                    <a:pt x="31" y="0"/>
                    <a:pt x="36" y="3"/>
                    <a:pt x="40" y="7"/>
                  </a:cubicBezTo>
                  <a:cubicBezTo>
                    <a:pt x="48" y="14"/>
                    <a:pt x="49" y="26"/>
                    <a:pt x="43" y="35"/>
                  </a:cubicBezTo>
                  <a:cubicBezTo>
                    <a:pt x="40" y="38"/>
                    <a:pt x="37" y="41"/>
                    <a:pt x="33" y="43"/>
                  </a:cubicBezTo>
                  <a:cubicBezTo>
                    <a:pt x="26" y="50"/>
                    <a:pt x="26" y="50"/>
                    <a:pt x="26" y="50"/>
                  </a:cubicBezTo>
                  <a:cubicBezTo>
                    <a:pt x="25" y="51"/>
                    <a:pt x="24" y="51"/>
                    <a:pt x="23" y="50"/>
                  </a:cubicBezTo>
                  <a:cubicBezTo>
                    <a:pt x="23" y="50"/>
                    <a:pt x="23" y="50"/>
                    <a:pt x="23" y="50"/>
                  </a:cubicBezTo>
                  <a:cubicBezTo>
                    <a:pt x="23" y="50"/>
                    <a:pt x="23" y="50"/>
                    <a:pt x="23" y="50"/>
                  </a:cubicBezTo>
                  <a:cubicBezTo>
                    <a:pt x="16" y="43"/>
                    <a:pt x="16" y="43"/>
                    <a:pt x="16" y="43"/>
                  </a:cubicBezTo>
                  <a:cubicBezTo>
                    <a:pt x="12" y="41"/>
                    <a:pt x="9" y="38"/>
                    <a:pt x="6" y="35"/>
                  </a:cubicBezTo>
                  <a:cubicBezTo>
                    <a:pt x="0" y="26"/>
                    <a:pt x="1" y="14"/>
                    <a:pt x="9" y="7"/>
                  </a:cubicBezTo>
                  <a:cubicBezTo>
                    <a:pt x="13" y="3"/>
                    <a:pt x="18" y="0"/>
                    <a:pt x="25" y="0"/>
                  </a:cubicBezTo>
                  <a:close/>
                  <a:moveTo>
                    <a:pt x="25" y="11"/>
                  </a:moveTo>
                  <a:cubicBezTo>
                    <a:pt x="25" y="11"/>
                    <a:pt x="25" y="11"/>
                    <a:pt x="25" y="11"/>
                  </a:cubicBezTo>
                  <a:cubicBezTo>
                    <a:pt x="28" y="11"/>
                    <a:pt x="30" y="12"/>
                    <a:pt x="32" y="14"/>
                  </a:cubicBezTo>
                  <a:cubicBezTo>
                    <a:pt x="34" y="16"/>
                    <a:pt x="36" y="19"/>
                    <a:pt x="36" y="22"/>
                  </a:cubicBezTo>
                  <a:cubicBezTo>
                    <a:pt x="36" y="25"/>
                    <a:pt x="34" y="28"/>
                    <a:pt x="32" y="30"/>
                  </a:cubicBezTo>
                  <a:cubicBezTo>
                    <a:pt x="30" y="32"/>
                    <a:pt x="28" y="33"/>
                    <a:pt x="25" y="33"/>
                  </a:cubicBezTo>
                  <a:cubicBezTo>
                    <a:pt x="21" y="33"/>
                    <a:pt x="19" y="32"/>
                    <a:pt x="17" y="30"/>
                  </a:cubicBezTo>
                  <a:cubicBezTo>
                    <a:pt x="15" y="28"/>
                    <a:pt x="13" y="25"/>
                    <a:pt x="13" y="22"/>
                  </a:cubicBezTo>
                  <a:cubicBezTo>
                    <a:pt x="13" y="19"/>
                    <a:pt x="15" y="16"/>
                    <a:pt x="17" y="14"/>
                  </a:cubicBezTo>
                  <a:cubicBezTo>
                    <a:pt x="19" y="12"/>
                    <a:pt x="21" y="11"/>
                    <a:pt x="25" y="11"/>
                  </a:cubicBezTo>
                  <a:close/>
                  <a:moveTo>
                    <a:pt x="31" y="16"/>
                  </a:moveTo>
                  <a:cubicBezTo>
                    <a:pt x="31" y="16"/>
                    <a:pt x="31" y="16"/>
                    <a:pt x="31" y="16"/>
                  </a:cubicBezTo>
                  <a:cubicBezTo>
                    <a:pt x="29" y="14"/>
                    <a:pt x="27" y="13"/>
                    <a:pt x="25" y="13"/>
                  </a:cubicBezTo>
                  <a:cubicBezTo>
                    <a:pt x="22" y="13"/>
                    <a:pt x="20" y="14"/>
                    <a:pt x="18" y="16"/>
                  </a:cubicBezTo>
                  <a:cubicBezTo>
                    <a:pt x="17" y="18"/>
                    <a:pt x="16" y="20"/>
                    <a:pt x="16" y="22"/>
                  </a:cubicBezTo>
                  <a:cubicBezTo>
                    <a:pt x="16" y="25"/>
                    <a:pt x="17" y="27"/>
                    <a:pt x="18" y="28"/>
                  </a:cubicBezTo>
                  <a:cubicBezTo>
                    <a:pt x="20" y="30"/>
                    <a:pt x="22" y="31"/>
                    <a:pt x="25" y="31"/>
                  </a:cubicBezTo>
                  <a:cubicBezTo>
                    <a:pt x="27" y="31"/>
                    <a:pt x="29" y="30"/>
                    <a:pt x="31" y="28"/>
                  </a:cubicBezTo>
                  <a:cubicBezTo>
                    <a:pt x="32" y="27"/>
                    <a:pt x="33" y="25"/>
                    <a:pt x="33" y="22"/>
                  </a:cubicBezTo>
                  <a:cubicBezTo>
                    <a:pt x="33" y="20"/>
                    <a:pt x="32" y="18"/>
                    <a:pt x="31" y="16"/>
                  </a:cubicBezTo>
                  <a:close/>
                  <a:moveTo>
                    <a:pt x="37" y="9"/>
                  </a:moveTo>
                  <a:cubicBezTo>
                    <a:pt x="37" y="9"/>
                    <a:pt x="37" y="9"/>
                    <a:pt x="37" y="9"/>
                  </a:cubicBezTo>
                  <a:cubicBezTo>
                    <a:pt x="34" y="6"/>
                    <a:pt x="30" y="4"/>
                    <a:pt x="25" y="4"/>
                  </a:cubicBezTo>
                  <a:cubicBezTo>
                    <a:pt x="19" y="4"/>
                    <a:pt x="15" y="6"/>
                    <a:pt x="12" y="9"/>
                  </a:cubicBezTo>
                  <a:cubicBezTo>
                    <a:pt x="5" y="16"/>
                    <a:pt x="5" y="25"/>
                    <a:pt x="9" y="33"/>
                  </a:cubicBezTo>
                  <a:cubicBezTo>
                    <a:pt x="12" y="36"/>
                    <a:pt x="14" y="38"/>
                    <a:pt x="18" y="39"/>
                  </a:cubicBezTo>
                  <a:cubicBezTo>
                    <a:pt x="18" y="39"/>
                    <a:pt x="18" y="39"/>
                    <a:pt x="19" y="40"/>
                  </a:cubicBezTo>
                  <a:cubicBezTo>
                    <a:pt x="25" y="46"/>
                    <a:pt x="25" y="46"/>
                    <a:pt x="25" y="46"/>
                  </a:cubicBezTo>
                  <a:cubicBezTo>
                    <a:pt x="30" y="40"/>
                    <a:pt x="30" y="40"/>
                    <a:pt x="30" y="40"/>
                  </a:cubicBezTo>
                  <a:cubicBezTo>
                    <a:pt x="31" y="39"/>
                    <a:pt x="31" y="39"/>
                    <a:pt x="31" y="39"/>
                  </a:cubicBezTo>
                  <a:cubicBezTo>
                    <a:pt x="35" y="38"/>
                    <a:pt x="37" y="36"/>
                    <a:pt x="40" y="33"/>
                  </a:cubicBezTo>
                  <a:cubicBezTo>
                    <a:pt x="44" y="25"/>
                    <a:pt x="44" y="16"/>
                    <a:pt x="37" y="9"/>
                  </a:cubicBezTo>
                  <a:close/>
                </a:path>
              </a:pathLst>
            </a:custGeom>
            <a:solidFill>
              <a:schemeClr val="bg1"/>
            </a:solidFill>
            <a:ln>
              <a:noFill/>
            </a:ln>
            <a:effectLst/>
          </p:spPr>
          <p:txBody>
            <a:bodyPr wrap="square" lIns="19050" tIns="19050" rIns="19050" bIns="19050" anchor="ctr">
              <a:noAutofit/>
            </a:bodyPr>
            <a:lstStyle/>
            <a:p>
              <a:pPr lvl="0" algn="ctr" defTabSz="228600" fontAlgn="base" hangingPunct="0">
                <a:buClrTx/>
                <a:buSzTx/>
                <a:buFontTx/>
                <a:defRPr/>
              </a:pPr>
              <a:endParaRPr lang="en-US" sz="1500" noProof="0">
                <a:ln>
                  <a:noFill/>
                </a:ln>
                <a:solidFill>
                  <a:srgbClr val="FFFFFF"/>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74" name="Freeform 160">
              <a:extLst>
                <a:ext uri="{FF2B5EF4-FFF2-40B4-BE49-F238E27FC236}">
                  <a16:creationId xmlns:a16="http://schemas.microsoft.com/office/drawing/2014/main" id="{8B389D97-E3FC-414C-A34E-97D9AEDE5699}"/>
                </a:ext>
              </a:extLst>
            </p:cNvPr>
            <p:cNvSpPr>
              <a:spLocks noEditPoints="1"/>
            </p:cNvSpPr>
            <p:nvPr/>
          </p:nvSpPr>
          <p:spPr bwMode="auto">
            <a:xfrm>
              <a:off x="7404" y="7614"/>
              <a:ext cx="668" cy="772"/>
            </a:xfrm>
            <a:custGeom>
              <a:avLst/>
              <a:gdLst/>
              <a:ahLst/>
              <a:cxnLst>
                <a:cxn ang="0">
                  <a:pos x="121934" y="104775"/>
                </a:cxn>
                <a:cxn ang="0">
                  <a:pos x="141187" y="114300"/>
                </a:cxn>
                <a:cxn ang="0">
                  <a:pos x="141187" y="114300"/>
                </a:cxn>
                <a:cxn ang="0">
                  <a:pos x="150813" y="133350"/>
                </a:cxn>
                <a:cxn ang="0">
                  <a:pos x="121934" y="161925"/>
                </a:cxn>
                <a:cxn ang="0">
                  <a:pos x="93055" y="133350"/>
                </a:cxn>
                <a:cxn ang="0">
                  <a:pos x="96264" y="123825"/>
                </a:cxn>
                <a:cxn ang="0">
                  <a:pos x="67385" y="107950"/>
                </a:cxn>
                <a:cxn ang="0">
                  <a:pos x="64176" y="107950"/>
                </a:cxn>
                <a:cxn ang="0">
                  <a:pos x="64176" y="107950"/>
                </a:cxn>
                <a:cxn ang="0">
                  <a:pos x="38505" y="117475"/>
                </a:cxn>
                <a:cxn ang="0">
                  <a:pos x="0" y="82550"/>
                </a:cxn>
                <a:cxn ang="0">
                  <a:pos x="38505" y="44450"/>
                </a:cxn>
                <a:cxn ang="0">
                  <a:pos x="64176" y="53975"/>
                </a:cxn>
                <a:cxn ang="0">
                  <a:pos x="64176" y="53975"/>
                </a:cxn>
                <a:cxn ang="0">
                  <a:pos x="64176" y="53975"/>
                </a:cxn>
                <a:cxn ang="0">
                  <a:pos x="67385" y="57150"/>
                </a:cxn>
                <a:cxn ang="0">
                  <a:pos x="96264" y="38100"/>
                </a:cxn>
                <a:cxn ang="0">
                  <a:pos x="93055" y="28575"/>
                </a:cxn>
                <a:cxn ang="0">
                  <a:pos x="121934" y="0"/>
                </a:cxn>
                <a:cxn ang="0">
                  <a:pos x="150813" y="28575"/>
                </a:cxn>
                <a:cxn ang="0">
                  <a:pos x="121934" y="57150"/>
                </a:cxn>
                <a:cxn ang="0">
                  <a:pos x="102681" y="47625"/>
                </a:cxn>
                <a:cxn ang="0">
                  <a:pos x="102681" y="47625"/>
                </a:cxn>
                <a:cxn ang="0">
                  <a:pos x="73802" y="66675"/>
                </a:cxn>
                <a:cxn ang="0">
                  <a:pos x="77011" y="82550"/>
                </a:cxn>
                <a:cxn ang="0">
                  <a:pos x="73802" y="95250"/>
                </a:cxn>
                <a:cxn ang="0">
                  <a:pos x="102681" y="114300"/>
                </a:cxn>
                <a:cxn ang="0">
                  <a:pos x="102681" y="114300"/>
                </a:cxn>
                <a:cxn ang="0">
                  <a:pos x="102681" y="114300"/>
                </a:cxn>
                <a:cxn ang="0">
                  <a:pos x="102681" y="114300"/>
                </a:cxn>
                <a:cxn ang="0">
                  <a:pos x="121934" y="104775"/>
                </a:cxn>
                <a:cxn ang="0">
                  <a:pos x="134769" y="120650"/>
                </a:cxn>
                <a:cxn ang="0">
                  <a:pos x="134769" y="120650"/>
                </a:cxn>
                <a:cxn ang="0">
                  <a:pos x="121934" y="117475"/>
                </a:cxn>
                <a:cxn ang="0">
                  <a:pos x="112308" y="120650"/>
                </a:cxn>
                <a:cxn ang="0">
                  <a:pos x="112308" y="120650"/>
                </a:cxn>
                <a:cxn ang="0">
                  <a:pos x="105890" y="133350"/>
                </a:cxn>
                <a:cxn ang="0">
                  <a:pos x="121934" y="149225"/>
                </a:cxn>
                <a:cxn ang="0">
                  <a:pos x="137978" y="133350"/>
                </a:cxn>
                <a:cxn ang="0">
                  <a:pos x="134769" y="120650"/>
                </a:cxn>
                <a:cxn ang="0">
                  <a:pos x="134769" y="120650"/>
                </a:cxn>
                <a:cxn ang="0">
                  <a:pos x="54549" y="63500"/>
                </a:cxn>
                <a:cxn ang="0">
                  <a:pos x="54549" y="63500"/>
                </a:cxn>
                <a:cxn ang="0">
                  <a:pos x="38505" y="57150"/>
                </a:cxn>
                <a:cxn ang="0">
                  <a:pos x="12835" y="82550"/>
                </a:cxn>
                <a:cxn ang="0">
                  <a:pos x="38505" y="107950"/>
                </a:cxn>
                <a:cxn ang="0">
                  <a:pos x="54549" y="98425"/>
                </a:cxn>
                <a:cxn ang="0">
                  <a:pos x="54549" y="98425"/>
                </a:cxn>
                <a:cxn ang="0">
                  <a:pos x="64176" y="82550"/>
                </a:cxn>
                <a:cxn ang="0">
                  <a:pos x="54549" y="63500"/>
                </a:cxn>
                <a:cxn ang="0">
                  <a:pos x="54549" y="63500"/>
                </a:cxn>
                <a:cxn ang="0">
                  <a:pos x="121934" y="12700"/>
                </a:cxn>
                <a:cxn ang="0">
                  <a:pos x="121934" y="12700"/>
                </a:cxn>
                <a:cxn ang="0">
                  <a:pos x="105890" y="28575"/>
                </a:cxn>
                <a:cxn ang="0">
                  <a:pos x="109099" y="38100"/>
                </a:cxn>
                <a:cxn ang="0">
                  <a:pos x="109099" y="38100"/>
                </a:cxn>
                <a:cxn ang="0">
                  <a:pos x="112308" y="41275"/>
                </a:cxn>
                <a:cxn ang="0">
                  <a:pos x="112308" y="41275"/>
                </a:cxn>
                <a:cxn ang="0">
                  <a:pos x="121934" y="44450"/>
                </a:cxn>
                <a:cxn ang="0">
                  <a:pos x="137978" y="28575"/>
                </a:cxn>
                <a:cxn ang="0">
                  <a:pos x="121934" y="12700"/>
                </a:cxn>
              </a:cxnLst>
              <a:rect l="0" t="0" r="0" b="0"/>
              <a:pathLst>
                <a:path w="47" h="51">
                  <a:moveTo>
                    <a:pt x="38" y="33"/>
                  </a:moveTo>
                  <a:cubicBezTo>
                    <a:pt x="41" y="33"/>
                    <a:pt x="43" y="34"/>
                    <a:pt x="44" y="36"/>
                  </a:cubicBezTo>
                  <a:cubicBezTo>
                    <a:pt x="44" y="36"/>
                    <a:pt x="44" y="36"/>
                    <a:pt x="44" y="36"/>
                  </a:cubicBezTo>
                  <a:cubicBezTo>
                    <a:pt x="46" y="37"/>
                    <a:pt x="47" y="40"/>
                    <a:pt x="47" y="42"/>
                  </a:cubicBezTo>
                  <a:cubicBezTo>
                    <a:pt x="47" y="47"/>
                    <a:pt x="43" y="51"/>
                    <a:pt x="38" y="51"/>
                  </a:cubicBezTo>
                  <a:cubicBezTo>
                    <a:pt x="33" y="51"/>
                    <a:pt x="29" y="47"/>
                    <a:pt x="29" y="42"/>
                  </a:cubicBezTo>
                  <a:cubicBezTo>
                    <a:pt x="29" y="41"/>
                    <a:pt x="30" y="40"/>
                    <a:pt x="30" y="39"/>
                  </a:cubicBezTo>
                  <a:cubicBezTo>
                    <a:pt x="21" y="34"/>
                    <a:pt x="21" y="34"/>
                    <a:pt x="21" y="34"/>
                  </a:cubicBezTo>
                  <a:cubicBezTo>
                    <a:pt x="21" y="34"/>
                    <a:pt x="20" y="34"/>
                    <a:pt x="20" y="34"/>
                  </a:cubicBezTo>
                  <a:cubicBezTo>
                    <a:pt x="20" y="34"/>
                    <a:pt x="20" y="34"/>
                    <a:pt x="20" y="34"/>
                  </a:cubicBezTo>
                  <a:cubicBezTo>
                    <a:pt x="18" y="36"/>
                    <a:pt x="15" y="37"/>
                    <a:pt x="12" y="37"/>
                  </a:cubicBezTo>
                  <a:cubicBezTo>
                    <a:pt x="5" y="37"/>
                    <a:pt x="0" y="32"/>
                    <a:pt x="0" y="26"/>
                  </a:cubicBezTo>
                  <a:cubicBezTo>
                    <a:pt x="0" y="19"/>
                    <a:pt x="5" y="14"/>
                    <a:pt x="12" y="14"/>
                  </a:cubicBezTo>
                  <a:cubicBezTo>
                    <a:pt x="15" y="14"/>
                    <a:pt x="18" y="15"/>
                    <a:pt x="20" y="17"/>
                  </a:cubicBezTo>
                  <a:cubicBezTo>
                    <a:pt x="20" y="17"/>
                    <a:pt x="20" y="17"/>
                    <a:pt x="20" y="17"/>
                  </a:cubicBezTo>
                  <a:cubicBezTo>
                    <a:pt x="20" y="17"/>
                    <a:pt x="20" y="17"/>
                    <a:pt x="20" y="17"/>
                  </a:cubicBezTo>
                  <a:cubicBezTo>
                    <a:pt x="20" y="17"/>
                    <a:pt x="21" y="17"/>
                    <a:pt x="21" y="18"/>
                  </a:cubicBezTo>
                  <a:cubicBezTo>
                    <a:pt x="30" y="12"/>
                    <a:pt x="30" y="12"/>
                    <a:pt x="30" y="12"/>
                  </a:cubicBezTo>
                  <a:cubicBezTo>
                    <a:pt x="30" y="11"/>
                    <a:pt x="29" y="10"/>
                    <a:pt x="29" y="9"/>
                  </a:cubicBezTo>
                  <a:cubicBezTo>
                    <a:pt x="29" y="4"/>
                    <a:pt x="33" y="0"/>
                    <a:pt x="38" y="0"/>
                  </a:cubicBezTo>
                  <a:cubicBezTo>
                    <a:pt x="43" y="0"/>
                    <a:pt x="47" y="4"/>
                    <a:pt x="47" y="9"/>
                  </a:cubicBezTo>
                  <a:cubicBezTo>
                    <a:pt x="47" y="14"/>
                    <a:pt x="43" y="18"/>
                    <a:pt x="38" y="18"/>
                  </a:cubicBezTo>
                  <a:cubicBezTo>
                    <a:pt x="36" y="18"/>
                    <a:pt x="34" y="17"/>
                    <a:pt x="32" y="15"/>
                  </a:cubicBezTo>
                  <a:cubicBezTo>
                    <a:pt x="32" y="15"/>
                    <a:pt x="32" y="15"/>
                    <a:pt x="32" y="15"/>
                  </a:cubicBezTo>
                  <a:cubicBezTo>
                    <a:pt x="23" y="21"/>
                    <a:pt x="23" y="21"/>
                    <a:pt x="23" y="21"/>
                  </a:cubicBezTo>
                  <a:cubicBezTo>
                    <a:pt x="23" y="22"/>
                    <a:pt x="24" y="24"/>
                    <a:pt x="24" y="26"/>
                  </a:cubicBezTo>
                  <a:cubicBezTo>
                    <a:pt x="24" y="27"/>
                    <a:pt x="23" y="29"/>
                    <a:pt x="23" y="30"/>
                  </a:cubicBezTo>
                  <a:cubicBezTo>
                    <a:pt x="32" y="36"/>
                    <a:pt x="32" y="36"/>
                    <a:pt x="32" y="36"/>
                  </a:cubicBezTo>
                  <a:cubicBezTo>
                    <a:pt x="32" y="36"/>
                    <a:pt x="32" y="36"/>
                    <a:pt x="32" y="36"/>
                  </a:cubicBezTo>
                  <a:cubicBezTo>
                    <a:pt x="32" y="36"/>
                    <a:pt x="32" y="36"/>
                    <a:pt x="32" y="36"/>
                  </a:cubicBezTo>
                  <a:cubicBezTo>
                    <a:pt x="32" y="36"/>
                    <a:pt x="32" y="36"/>
                    <a:pt x="32" y="36"/>
                  </a:cubicBezTo>
                  <a:cubicBezTo>
                    <a:pt x="34" y="34"/>
                    <a:pt x="36" y="33"/>
                    <a:pt x="38" y="33"/>
                  </a:cubicBezTo>
                  <a:close/>
                  <a:moveTo>
                    <a:pt x="42" y="38"/>
                  </a:moveTo>
                  <a:cubicBezTo>
                    <a:pt x="42" y="38"/>
                    <a:pt x="42" y="38"/>
                    <a:pt x="42" y="38"/>
                  </a:cubicBezTo>
                  <a:cubicBezTo>
                    <a:pt x="41" y="38"/>
                    <a:pt x="40" y="37"/>
                    <a:pt x="38" y="37"/>
                  </a:cubicBezTo>
                  <a:cubicBezTo>
                    <a:pt x="37" y="37"/>
                    <a:pt x="36" y="38"/>
                    <a:pt x="35" y="38"/>
                  </a:cubicBezTo>
                  <a:cubicBezTo>
                    <a:pt x="35" y="38"/>
                    <a:pt x="35" y="38"/>
                    <a:pt x="35" y="38"/>
                  </a:cubicBezTo>
                  <a:cubicBezTo>
                    <a:pt x="34" y="39"/>
                    <a:pt x="33" y="41"/>
                    <a:pt x="33" y="42"/>
                  </a:cubicBezTo>
                  <a:cubicBezTo>
                    <a:pt x="33" y="45"/>
                    <a:pt x="36" y="47"/>
                    <a:pt x="38" y="47"/>
                  </a:cubicBezTo>
                  <a:cubicBezTo>
                    <a:pt x="41" y="47"/>
                    <a:pt x="43" y="45"/>
                    <a:pt x="43" y="42"/>
                  </a:cubicBezTo>
                  <a:cubicBezTo>
                    <a:pt x="43" y="41"/>
                    <a:pt x="43" y="39"/>
                    <a:pt x="42" y="38"/>
                  </a:cubicBezTo>
                  <a:cubicBezTo>
                    <a:pt x="42" y="38"/>
                    <a:pt x="42" y="38"/>
                    <a:pt x="42" y="38"/>
                  </a:cubicBezTo>
                  <a:close/>
                  <a:moveTo>
                    <a:pt x="17" y="20"/>
                  </a:moveTo>
                  <a:cubicBezTo>
                    <a:pt x="17" y="20"/>
                    <a:pt x="17" y="20"/>
                    <a:pt x="17" y="20"/>
                  </a:cubicBezTo>
                  <a:cubicBezTo>
                    <a:pt x="16" y="18"/>
                    <a:pt x="14" y="18"/>
                    <a:pt x="12" y="18"/>
                  </a:cubicBezTo>
                  <a:cubicBezTo>
                    <a:pt x="7" y="18"/>
                    <a:pt x="4" y="21"/>
                    <a:pt x="4" y="26"/>
                  </a:cubicBezTo>
                  <a:cubicBezTo>
                    <a:pt x="4" y="30"/>
                    <a:pt x="7" y="34"/>
                    <a:pt x="12" y="34"/>
                  </a:cubicBezTo>
                  <a:cubicBezTo>
                    <a:pt x="14" y="34"/>
                    <a:pt x="16" y="33"/>
                    <a:pt x="17" y="31"/>
                  </a:cubicBezTo>
                  <a:cubicBezTo>
                    <a:pt x="17" y="31"/>
                    <a:pt x="17" y="31"/>
                    <a:pt x="17" y="31"/>
                  </a:cubicBezTo>
                  <a:cubicBezTo>
                    <a:pt x="19" y="30"/>
                    <a:pt x="20" y="28"/>
                    <a:pt x="20" y="26"/>
                  </a:cubicBezTo>
                  <a:cubicBezTo>
                    <a:pt x="20" y="23"/>
                    <a:pt x="19" y="21"/>
                    <a:pt x="17" y="20"/>
                  </a:cubicBezTo>
                  <a:cubicBezTo>
                    <a:pt x="17" y="20"/>
                    <a:pt x="17" y="20"/>
                    <a:pt x="17" y="20"/>
                  </a:cubicBezTo>
                  <a:close/>
                  <a:moveTo>
                    <a:pt x="38" y="4"/>
                  </a:moveTo>
                  <a:cubicBezTo>
                    <a:pt x="38" y="4"/>
                    <a:pt x="38" y="4"/>
                    <a:pt x="38" y="4"/>
                  </a:cubicBezTo>
                  <a:cubicBezTo>
                    <a:pt x="36" y="4"/>
                    <a:pt x="33" y="7"/>
                    <a:pt x="33" y="9"/>
                  </a:cubicBezTo>
                  <a:cubicBezTo>
                    <a:pt x="33" y="10"/>
                    <a:pt x="34" y="11"/>
                    <a:pt x="34" y="12"/>
                  </a:cubicBezTo>
                  <a:cubicBezTo>
                    <a:pt x="34" y="12"/>
                    <a:pt x="34" y="12"/>
                    <a:pt x="34" y="12"/>
                  </a:cubicBezTo>
                  <a:cubicBezTo>
                    <a:pt x="34" y="12"/>
                    <a:pt x="34" y="12"/>
                    <a:pt x="35" y="13"/>
                  </a:cubicBezTo>
                  <a:cubicBezTo>
                    <a:pt x="35" y="13"/>
                    <a:pt x="35" y="13"/>
                    <a:pt x="35" y="13"/>
                  </a:cubicBezTo>
                  <a:cubicBezTo>
                    <a:pt x="36" y="14"/>
                    <a:pt x="37" y="14"/>
                    <a:pt x="38" y="14"/>
                  </a:cubicBezTo>
                  <a:cubicBezTo>
                    <a:pt x="41" y="14"/>
                    <a:pt x="43" y="12"/>
                    <a:pt x="43" y="9"/>
                  </a:cubicBezTo>
                  <a:cubicBezTo>
                    <a:pt x="43" y="7"/>
                    <a:pt x="41" y="4"/>
                    <a:pt x="38" y="4"/>
                  </a:cubicBezTo>
                  <a:close/>
                </a:path>
              </a:pathLst>
            </a:custGeom>
            <a:solidFill>
              <a:schemeClr val="bg1"/>
            </a:solidFill>
            <a:ln>
              <a:noFill/>
            </a:ln>
            <a:effectLst/>
          </p:spPr>
          <p:txBody>
            <a:bodyPr wrap="square" lIns="19050" tIns="19050" rIns="19050" bIns="19050" anchor="ctr">
              <a:noAutofit/>
            </a:bodyPr>
            <a:lstStyle/>
            <a:p>
              <a:pPr lvl="0" algn="ctr" defTabSz="228600" fontAlgn="base" hangingPunct="0">
                <a:buClrTx/>
                <a:buSzTx/>
                <a:buFontTx/>
                <a:defRPr/>
              </a:pPr>
              <a:endParaRPr lang="en-US" sz="1500" noProof="0">
                <a:ln>
                  <a:noFill/>
                </a:ln>
                <a:solidFill>
                  <a:srgbClr val="FFFFFF"/>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75" name="Rectangle 60">
              <a:extLst>
                <a:ext uri="{FF2B5EF4-FFF2-40B4-BE49-F238E27FC236}">
                  <a16:creationId xmlns:a16="http://schemas.microsoft.com/office/drawing/2014/main" id="{8F98668C-F8FC-426A-B428-E7DB46092BA4}"/>
                </a:ext>
              </a:extLst>
            </p:cNvPr>
            <p:cNvSpPr/>
            <p:nvPr/>
          </p:nvSpPr>
          <p:spPr>
            <a:xfrm>
              <a:off x="2205" y="6079"/>
              <a:ext cx="2548" cy="387"/>
            </a:xfrm>
            <a:prstGeom prst="rect">
              <a:avLst/>
            </a:prstGeom>
          </p:spPr>
          <p:txBody>
            <a:bodyPr wrap="square" lIns="0" tIns="0" rIns="0" bIns="0">
              <a:spAutoFit/>
            </a:bodyPr>
            <a:lstStyle/>
            <a:p>
              <a:pPr algn="ctr"/>
              <a:r>
                <a:rPr lang="en-US" altLang="zh-CN" sz="1600">
                  <a:solidFill>
                    <a:schemeClr val="bg1"/>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YOUR  TEXT</a:t>
              </a:r>
            </a:p>
          </p:txBody>
        </p:sp>
      </p:grpSp>
    </p:spTree>
    <p:extLst>
      <p:ext uri="{BB962C8B-B14F-4D97-AF65-F5344CB8AC3E}">
        <p14:creationId xmlns:p14="http://schemas.microsoft.com/office/powerpoint/2010/main" val="2182211986"/>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http://schemas.microsoft.com/office/powerpoint/2012/main" xmlns:a16="http://schemas.microsoft.com/office/drawing/2014/main" xmlns="">
      <p:transition spd="slow" advTm="3000">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B54A4D5B-B030-4EE5-AF43-D8414EFD416F}"/>
              </a:ext>
            </a:extLst>
          </p:cNvPr>
          <p:cNvSpPr/>
          <p:nvPr/>
        </p:nvSpPr>
        <p:spPr>
          <a:xfrm>
            <a:off x="1158256" y="3808313"/>
            <a:ext cx="2206227" cy="1910402"/>
          </a:xfrm>
          <a:prstGeom prst="rect">
            <a:avLst/>
          </a:prstGeom>
          <a:blipFill>
            <a:blip r:embed="Rcc9887b7dd70451c"/>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5" name="矩形 34">
            <a:extLst>
              <a:ext uri="{FF2B5EF4-FFF2-40B4-BE49-F238E27FC236}">
                <a16:creationId xmlns:a16="http://schemas.microsoft.com/office/drawing/2014/main" id="{CCCE6FDA-6D37-4290-B97B-2061741A9144}"/>
              </a:ext>
            </a:extLst>
          </p:cNvPr>
          <p:cNvSpPr/>
          <p:nvPr/>
        </p:nvSpPr>
        <p:spPr>
          <a:xfrm>
            <a:off x="3719761" y="3808313"/>
            <a:ext cx="2206227" cy="1910402"/>
          </a:xfrm>
          <a:prstGeom prst="rect">
            <a:avLst/>
          </a:prstGeom>
          <a:blipFill>
            <a:blip r:embed="Rd3d7ec6144204a37">
              <a:extLst>
                <a:ext uri="{BEBA8EAE-BF5A-486C-A8C5-ECC9F3942E4B}">
                  <a14:imgProps xmlns:a14="http://schemas.microsoft.com/office/drawing/2010/main">
                    <a14:imgLayer r:embed="Rb8d5dd0939404810">
                      <a14:imgEffect>
                        <a14:saturation sat="20000"/>
                      </a14:imgEffect>
                    </a14:imgLayer>
                  </a14:imgProps>
                </a:ext>
              </a:extLst>
            </a:blip>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6" name="矩形 35">
            <a:extLst>
              <a:ext uri="{FF2B5EF4-FFF2-40B4-BE49-F238E27FC236}">
                <a16:creationId xmlns:a16="http://schemas.microsoft.com/office/drawing/2014/main" id="{5C330663-C779-4BB7-A0AB-3B470A1ADDCB}"/>
              </a:ext>
            </a:extLst>
          </p:cNvPr>
          <p:cNvSpPr/>
          <p:nvPr/>
        </p:nvSpPr>
        <p:spPr>
          <a:xfrm>
            <a:off x="6281268" y="3808313"/>
            <a:ext cx="2206227" cy="1910402"/>
          </a:xfrm>
          <a:prstGeom prst="rect">
            <a:avLst/>
          </a:prstGeom>
          <a:blipFill>
            <a:blip r:embed="Rf0f184d6217f4c57">
              <a:extLst>
                <a:ext uri="{BEBA8EAE-BF5A-486C-A8C5-ECC9F3942E4B}">
                  <a14:imgProps xmlns:a14="http://schemas.microsoft.com/office/drawing/2010/main">
                    <a14:imgLayer r:embed="R2ad5487a4a8846d1">
                      <a14:imgEffect>
                        <a14:saturation sat="10000"/>
                      </a14:imgEffect>
                    </a14:imgLayer>
                  </a14:imgProps>
                </a:ext>
              </a:extLst>
            </a:blip>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37" name="矩形 36">
            <a:extLst>
              <a:ext uri="{FF2B5EF4-FFF2-40B4-BE49-F238E27FC236}">
                <a16:creationId xmlns:a16="http://schemas.microsoft.com/office/drawing/2014/main" id="{25BCE111-12B0-4B4E-9700-85A109F0EED5}"/>
              </a:ext>
            </a:extLst>
          </p:cNvPr>
          <p:cNvSpPr/>
          <p:nvPr/>
        </p:nvSpPr>
        <p:spPr>
          <a:xfrm>
            <a:off x="8842772" y="3808313"/>
            <a:ext cx="2206227" cy="1910402"/>
          </a:xfrm>
          <a:prstGeom prst="rect">
            <a:avLst/>
          </a:prstGeom>
          <a:blipFill>
            <a:blip r:embed="R674f1fdbce054d15">
              <a:extLst>
                <a:ext uri="{BEBA8EAE-BF5A-486C-A8C5-ECC9F3942E4B}">
                  <a14:imgProps xmlns:a14="http://schemas.microsoft.com/office/drawing/2010/main">
                    <a14:imgLayer r:embed="R0fa4d7f9ba8445e5">
                      <a14:imgEffect>
                        <a14:saturation sat="20000"/>
                      </a14:imgEffect>
                      <a14:imgEffect>
                        <a14:brightnessContrast bright="12000"/>
                      </a14:imgEffect>
                    </a14:imgLayer>
                  </a14:imgProps>
                </a:ext>
              </a:extLst>
            </a:blip>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nvGrpSpPr>
          <p:cNvPr id="3" name="组合 2">
            <a:extLst>
              <a:ext uri="{FF2B5EF4-FFF2-40B4-BE49-F238E27FC236}">
                <a16:creationId xmlns:a16="http://schemas.microsoft.com/office/drawing/2014/main" id="{3DE41A50-241B-4F01-A102-FE058717D4EF}"/>
              </a:ext>
            </a:extLst>
          </p:cNvPr>
          <p:cNvGrpSpPr/>
          <p:nvPr/>
        </p:nvGrpSpPr>
        <p:grpSpPr>
          <a:xfrm>
            <a:off x="3795743" y="1932463"/>
            <a:ext cx="2054263" cy="1619971"/>
            <a:chOff x="3498658" y="4758705"/>
            <a:chExt cx="2054262" cy="1619971"/>
          </a:xfrm>
        </p:grpSpPr>
        <p:sp>
          <p:nvSpPr>
            <p:cNvPr id="4" name="TextBox 11">
              <a:extLst>
                <a:ext uri="{FF2B5EF4-FFF2-40B4-BE49-F238E27FC236}">
                  <a16:creationId xmlns:a16="http://schemas.microsoft.com/office/drawing/2014/main" id="{2752D723-9490-4CC4-96F0-FE9775FB410E}"/>
                </a:ext>
              </a:extLst>
            </p:cNvPr>
            <p:cNvSpPr txBox="1"/>
            <p:nvPr/>
          </p:nvSpPr>
          <p:spPr>
            <a:xfrm>
              <a:off x="3498658" y="5363013"/>
              <a:ext cx="2054262" cy="1015663"/>
            </a:xfrm>
            <a:prstGeom prst="rect">
              <a:avLst/>
            </a:prstGeom>
            <a:noFill/>
          </p:spPr>
          <p:txBody>
            <a:bodyPr wrap="square" lIns="0" tIns="0" rIns="0" bIns="0" rtlCol="0">
              <a:spAutoFit/>
            </a:bodyPr>
            <a:lstStyle/>
            <a:p>
              <a:pPr marL="0" marR="0" lvl="0" indent="0" algn="ctr" defTabSz="457200" rtl="0" eaLnBrk="1" fontAlgn="auto" latinLnBrk="0" hangingPunct="1">
                <a:lnSpc>
                  <a:spcPct val="150000"/>
                </a:lnSpc>
                <a:spcBef>
                  <a:spcPct val="0"/>
                </a:spcBef>
                <a:spcAft>
                  <a:spcPct val="0"/>
                </a:spcAft>
                <a:buClrTx/>
                <a:buSzTx/>
                <a:buFontTx/>
                <a:buNone/>
                <a:defRPr/>
              </a:pPr>
              <a:r>
                <a:rPr kumimoji="0" lang="zh-CN" altLang="en-US" sz="1100" b="0" i="0" u="none" strike="noStrike" kern="1200" cap="none" spc="0" normalizeH="0" baseline="0" noProof="0">
                  <a:ln>
                    <a:noFill/>
                  </a:ln>
                  <a:solidFill>
                    <a:srgbClr val="768394"/>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同时组织管理人员对其他项目部在建工程进行参观学习，作到扬长避短，提高了项目部人员的质量争先意识</a:t>
              </a:r>
            </a:p>
          </p:txBody>
        </p:sp>
        <p:cxnSp>
          <p:nvCxnSpPr>
            <p:cNvPr id="5" name="Straight Connector 12">
              <a:extLst>
                <a:ext uri="{FF2B5EF4-FFF2-40B4-BE49-F238E27FC236}">
                  <a16:creationId xmlns:a16="http://schemas.microsoft.com/office/drawing/2014/main" id="{2BC2E908-4D0E-4C02-BB98-9E4FE1A5E49F}"/>
                </a:ext>
              </a:extLst>
            </p:cNvPr>
            <p:cNvCxnSpPr/>
            <p:nvPr/>
          </p:nvCxnSpPr>
          <p:spPr>
            <a:xfrm>
              <a:off x="4317976" y="5239187"/>
              <a:ext cx="415627" cy="0"/>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TextBox 13">
              <a:extLst>
                <a:ext uri="{FF2B5EF4-FFF2-40B4-BE49-F238E27FC236}">
                  <a16:creationId xmlns:a16="http://schemas.microsoft.com/office/drawing/2014/main" id="{AB65271C-4499-41CF-9CE1-816A8FF4EE1D}"/>
                </a:ext>
              </a:extLst>
            </p:cNvPr>
            <p:cNvSpPr txBox="1"/>
            <p:nvPr/>
          </p:nvSpPr>
          <p:spPr>
            <a:xfrm>
              <a:off x="3682354" y="4758705"/>
              <a:ext cx="1686870" cy="307777"/>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7F7F7F"/>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质量管理体系</a:t>
              </a:r>
              <a:endParaRPr kumimoji="0" lang="en-US" altLang="zh-CN" sz="2000" b="1" i="0" u="none" strike="noStrike" kern="1200" cap="none" spc="0" normalizeH="0" baseline="0" noProof="0">
                <a:ln>
                  <a:noFill/>
                </a:ln>
                <a:solidFill>
                  <a:srgbClr val="7F7F7F"/>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grpSp>
        <p:nvGrpSpPr>
          <p:cNvPr id="7" name="组合 6">
            <a:extLst>
              <a:ext uri="{FF2B5EF4-FFF2-40B4-BE49-F238E27FC236}">
                <a16:creationId xmlns:a16="http://schemas.microsoft.com/office/drawing/2014/main" id="{37C08F22-88A6-421F-9CAA-CEDB66C5FF6B}"/>
              </a:ext>
            </a:extLst>
          </p:cNvPr>
          <p:cNvGrpSpPr/>
          <p:nvPr/>
        </p:nvGrpSpPr>
        <p:grpSpPr>
          <a:xfrm>
            <a:off x="6357250" y="1932463"/>
            <a:ext cx="2054263" cy="1619971"/>
            <a:chOff x="6224245" y="4758705"/>
            <a:chExt cx="2054262" cy="1619971"/>
          </a:xfrm>
        </p:grpSpPr>
        <p:sp>
          <p:nvSpPr>
            <p:cNvPr id="8" name="TextBox 15">
              <a:extLst>
                <a:ext uri="{FF2B5EF4-FFF2-40B4-BE49-F238E27FC236}">
                  <a16:creationId xmlns:a16="http://schemas.microsoft.com/office/drawing/2014/main" id="{174AC77D-0596-4E89-9576-30E3F260159D}"/>
                </a:ext>
              </a:extLst>
            </p:cNvPr>
            <p:cNvSpPr txBox="1"/>
            <p:nvPr/>
          </p:nvSpPr>
          <p:spPr>
            <a:xfrm>
              <a:off x="6224245" y="5363013"/>
              <a:ext cx="2054262" cy="1015663"/>
            </a:xfrm>
            <a:prstGeom prst="rect">
              <a:avLst/>
            </a:prstGeom>
            <a:noFill/>
          </p:spPr>
          <p:txBody>
            <a:bodyPr wrap="square" lIns="0" tIns="0" rIns="0" bIns="0" rtlCol="0">
              <a:spAutoFit/>
            </a:bodyPr>
            <a:lstStyle/>
            <a:p>
              <a:pPr marL="0" marR="0" lvl="0" indent="0" algn="ctr" defTabSz="457200" rtl="0" eaLnBrk="1" fontAlgn="auto" latinLnBrk="0" hangingPunct="1">
                <a:lnSpc>
                  <a:spcPct val="150000"/>
                </a:lnSpc>
                <a:spcBef>
                  <a:spcPct val="0"/>
                </a:spcBef>
                <a:spcAft>
                  <a:spcPct val="0"/>
                </a:spcAft>
                <a:buClrTx/>
                <a:buSzTx/>
                <a:buFontTx/>
                <a:buNone/>
                <a:defRPr/>
              </a:pPr>
              <a:r>
                <a:rPr kumimoji="0" lang="zh-CN" altLang="en-US" sz="1100" b="0" i="0" u="none" strike="noStrike" kern="1200" cap="none" spc="0" normalizeH="0" baseline="0" noProof="0">
                  <a:ln>
                    <a:noFill/>
                  </a:ln>
                  <a:solidFill>
                    <a:srgbClr val="768394"/>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项目部下发了许多预防措施和实施办法。为保证整个目标的实现，我组织项目部管理人员根据自己的实践经验</a:t>
              </a:r>
            </a:p>
          </p:txBody>
        </p:sp>
        <p:cxnSp>
          <p:nvCxnSpPr>
            <p:cNvPr id="9" name="Straight Connector 16">
              <a:extLst>
                <a:ext uri="{FF2B5EF4-FFF2-40B4-BE49-F238E27FC236}">
                  <a16:creationId xmlns:a16="http://schemas.microsoft.com/office/drawing/2014/main" id="{100DEE89-1241-4B7A-8E98-05D76A897388}"/>
                </a:ext>
              </a:extLst>
            </p:cNvPr>
            <p:cNvCxnSpPr/>
            <p:nvPr/>
          </p:nvCxnSpPr>
          <p:spPr>
            <a:xfrm>
              <a:off x="7043563" y="5239187"/>
              <a:ext cx="415627" cy="0"/>
            </a:xfrm>
            <a:prstGeom prst="line">
              <a:avLst/>
            </a:prstGeom>
            <a:ln w="25400" cap="rnd">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17">
              <a:extLst>
                <a:ext uri="{FF2B5EF4-FFF2-40B4-BE49-F238E27FC236}">
                  <a16:creationId xmlns:a16="http://schemas.microsoft.com/office/drawing/2014/main" id="{06472407-0AEC-4A02-8210-A7C08E0CC193}"/>
                </a:ext>
              </a:extLst>
            </p:cNvPr>
            <p:cNvSpPr txBox="1"/>
            <p:nvPr/>
          </p:nvSpPr>
          <p:spPr>
            <a:xfrm>
              <a:off x="6407941" y="4758705"/>
              <a:ext cx="1686870" cy="307777"/>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28B56A"/>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岗位责任制</a:t>
              </a:r>
              <a:endParaRPr kumimoji="0" lang="en-US" altLang="zh-CN" sz="2000" b="1" i="0" u="none" strike="noStrike" kern="1200" cap="none" spc="0" normalizeH="0" baseline="0" noProof="0">
                <a:ln>
                  <a:noFill/>
                </a:ln>
                <a:solidFill>
                  <a:srgbClr val="28B56A"/>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grpSp>
        <p:nvGrpSpPr>
          <p:cNvPr id="11" name="组合 10">
            <a:extLst>
              <a:ext uri="{FF2B5EF4-FFF2-40B4-BE49-F238E27FC236}">
                <a16:creationId xmlns:a16="http://schemas.microsoft.com/office/drawing/2014/main" id="{C122E670-FBBF-49C3-A4CF-041E28EFB9B0}"/>
              </a:ext>
            </a:extLst>
          </p:cNvPr>
          <p:cNvGrpSpPr/>
          <p:nvPr/>
        </p:nvGrpSpPr>
        <p:grpSpPr>
          <a:xfrm>
            <a:off x="1234238" y="1932464"/>
            <a:ext cx="2054263" cy="1366055"/>
            <a:chOff x="773071" y="4758705"/>
            <a:chExt cx="2054262" cy="1366055"/>
          </a:xfrm>
        </p:grpSpPr>
        <p:sp>
          <p:nvSpPr>
            <p:cNvPr id="12" name="TextBox 7">
              <a:extLst>
                <a:ext uri="{FF2B5EF4-FFF2-40B4-BE49-F238E27FC236}">
                  <a16:creationId xmlns:a16="http://schemas.microsoft.com/office/drawing/2014/main" id="{F068EAAC-A7B6-438D-A040-4E6A644D7CD1}"/>
                </a:ext>
              </a:extLst>
            </p:cNvPr>
            <p:cNvSpPr txBox="1"/>
            <p:nvPr/>
          </p:nvSpPr>
          <p:spPr>
            <a:xfrm>
              <a:off x="773071" y="5363013"/>
              <a:ext cx="2054262" cy="761747"/>
            </a:xfrm>
            <a:prstGeom prst="rect">
              <a:avLst/>
            </a:prstGeom>
            <a:noFill/>
          </p:spPr>
          <p:txBody>
            <a:bodyPr wrap="square" lIns="0" tIns="0" rIns="0" bIns="0" rtlCol="0">
              <a:spAutoFit/>
            </a:bodyPr>
            <a:lstStyle/>
            <a:p>
              <a:pPr marL="0" marR="0" lvl="0" indent="0" algn="ctr" defTabSz="457200" rtl="0" eaLnBrk="1" fontAlgn="auto" latinLnBrk="0" hangingPunct="1">
                <a:lnSpc>
                  <a:spcPct val="150000"/>
                </a:lnSpc>
                <a:spcBef>
                  <a:spcPct val="0"/>
                </a:spcBef>
                <a:spcAft>
                  <a:spcPct val="0"/>
                </a:spcAft>
                <a:buClrTx/>
                <a:buSzTx/>
                <a:buFontTx/>
                <a:buNone/>
                <a:defRPr/>
              </a:pPr>
              <a:r>
                <a:rPr kumimoji="0" lang="zh-CN" altLang="en-US" sz="1100" b="0" i="0" u="none" strike="noStrike" kern="1200" cap="none" spc="0" normalizeH="0" baseline="0" noProof="0">
                  <a:ln>
                    <a:noFill/>
                  </a:ln>
                  <a:solidFill>
                    <a:srgbClr val="768394"/>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结合工程的特点，编制了项目部工程质量预防控制措施和安全防护保障及文明施工管理措施</a:t>
              </a:r>
            </a:p>
          </p:txBody>
        </p:sp>
        <p:cxnSp>
          <p:nvCxnSpPr>
            <p:cNvPr id="13" name="Straight Connector 8">
              <a:extLst>
                <a:ext uri="{FF2B5EF4-FFF2-40B4-BE49-F238E27FC236}">
                  <a16:creationId xmlns:a16="http://schemas.microsoft.com/office/drawing/2014/main" id="{51EDDE76-77E0-44F8-A7D6-817663E4F371}"/>
                </a:ext>
              </a:extLst>
            </p:cNvPr>
            <p:cNvCxnSpPr/>
            <p:nvPr/>
          </p:nvCxnSpPr>
          <p:spPr>
            <a:xfrm>
              <a:off x="1592389" y="5239187"/>
              <a:ext cx="415627" cy="0"/>
            </a:xfrm>
            <a:prstGeom prst="line">
              <a:avLst/>
            </a:prstGeom>
            <a:ln w="25400" cap="rnd"/>
          </p:spPr>
          <p:style>
            <a:lnRef idx="1">
              <a:schemeClr val="accent1"/>
            </a:lnRef>
            <a:fillRef idx="0">
              <a:schemeClr val="accent1"/>
            </a:fillRef>
            <a:effectRef idx="0">
              <a:schemeClr val="accent1"/>
            </a:effectRef>
            <a:fontRef idx="minor">
              <a:schemeClr val="tx1"/>
            </a:fontRef>
          </p:style>
        </p:cxnSp>
        <p:sp>
          <p:nvSpPr>
            <p:cNvPr id="14" name="TextBox 9">
              <a:extLst>
                <a:ext uri="{FF2B5EF4-FFF2-40B4-BE49-F238E27FC236}">
                  <a16:creationId xmlns:a16="http://schemas.microsoft.com/office/drawing/2014/main" id="{62336298-655A-4101-B3C2-2F6D464E6394}"/>
                </a:ext>
              </a:extLst>
            </p:cNvPr>
            <p:cNvSpPr txBox="1"/>
            <p:nvPr/>
          </p:nvSpPr>
          <p:spPr>
            <a:xfrm>
              <a:off x="956767" y="4758705"/>
              <a:ext cx="1686870" cy="307777"/>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B4B4B4"/>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预防措施</a:t>
              </a:r>
              <a:endParaRPr kumimoji="0" lang="en-US" sz="2000" b="1" i="0" u="none" strike="noStrike" kern="1200" cap="none" spc="0" normalizeH="0" baseline="0" noProof="0">
                <a:ln>
                  <a:noFill/>
                </a:ln>
                <a:solidFill>
                  <a:srgbClr val="B4B4B4"/>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grpSp>
        <p:nvGrpSpPr>
          <p:cNvPr id="15" name="组合 14">
            <a:extLst>
              <a:ext uri="{FF2B5EF4-FFF2-40B4-BE49-F238E27FC236}">
                <a16:creationId xmlns:a16="http://schemas.microsoft.com/office/drawing/2014/main" id="{D202E0FE-7708-4AB4-991C-78F6140FA1C7}"/>
              </a:ext>
            </a:extLst>
          </p:cNvPr>
          <p:cNvGrpSpPr/>
          <p:nvPr/>
        </p:nvGrpSpPr>
        <p:grpSpPr>
          <a:xfrm>
            <a:off x="8918754" y="1932464"/>
            <a:ext cx="2054263" cy="1619971"/>
            <a:chOff x="8949834" y="4758705"/>
            <a:chExt cx="2054262" cy="1619971"/>
          </a:xfrm>
        </p:grpSpPr>
        <p:sp>
          <p:nvSpPr>
            <p:cNvPr id="16" name="TextBox 15">
              <a:extLst>
                <a:ext uri="{FF2B5EF4-FFF2-40B4-BE49-F238E27FC236}">
                  <a16:creationId xmlns:a16="http://schemas.microsoft.com/office/drawing/2014/main" id="{9E10F8D4-C2F7-4C2C-884C-C00A1247AE22}"/>
                </a:ext>
              </a:extLst>
            </p:cNvPr>
            <p:cNvSpPr txBox="1"/>
            <p:nvPr/>
          </p:nvSpPr>
          <p:spPr>
            <a:xfrm>
              <a:off x="8949834" y="5363013"/>
              <a:ext cx="2054262" cy="1015663"/>
            </a:xfrm>
            <a:prstGeom prst="rect">
              <a:avLst/>
            </a:prstGeom>
            <a:noFill/>
          </p:spPr>
          <p:txBody>
            <a:bodyPr wrap="square" lIns="0" tIns="0" rIns="0" bIns="0" rtlCol="0">
              <a:spAutoFit/>
            </a:bodyPr>
            <a:lstStyle/>
            <a:p>
              <a:pPr marL="0" marR="0" lvl="0" indent="0" algn="ctr" defTabSz="457200" rtl="0" eaLnBrk="1" fontAlgn="auto" latinLnBrk="0" hangingPunct="1">
                <a:lnSpc>
                  <a:spcPct val="150000"/>
                </a:lnSpc>
                <a:spcBef>
                  <a:spcPct val="0"/>
                </a:spcBef>
                <a:spcAft>
                  <a:spcPct val="0"/>
                </a:spcAft>
                <a:buClrTx/>
                <a:buSzTx/>
                <a:buFontTx/>
                <a:buNone/>
                <a:defRPr/>
              </a:pPr>
              <a:r>
                <a:rPr kumimoji="0" lang="zh-CN" altLang="en-US" sz="1100" b="0" i="0" u="none" strike="noStrike" kern="1200" cap="none" spc="0" normalizeH="0" baseline="0" noProof="0">
                  <a:ln>
                    <a:noFill/>
                  </a:ln>
                  <a:solidFill>
                    <a:srgbClr val="768394"/>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全部施工内容符合设计和规范要求，主体质量较好，受到监理和甲方的好评，达到了预期的质量目标</a:t>
              </a:r>
            </a:p>
          </p:txBody>
        </p:sp>
        <p:cxnSp>
          <p:nvCxnSpPr>
            <p:cNvPr id="17" name="Straight Connector 16">
              <a:extLst>
                <a:ext uri="{FF2B5EF4-FFF2-40B4-BE49-F238E27FC236}">
                  <a16:creationId xmlns:a16="http://schemas.microsoft.com/office/drawing/2014/main" id="{E92B8431-E721-4114-91B0-6E44F40AFBC2}"/>
                </a:ext>
              </a:extLst>
            </p:cNvPr>
            <p:cNvCxnSpPr/>
            <p:nvPr/>
          </p:nvCxnSpPr>
          <p:spPr>
            <a:xfrm>
              <a:off x="9769152" y="5239187"/>
              <a:ext cx="415627" cy="0"/>
            </a:xfrm>
            <a:prstGeom prst="line">
              <a:avLst/>
            </a:prstGeom>
            <a:ln w="25400" cap="rnd">
              <a:solidFill>
                <a:schemeClr val="accent4"/>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5622EB0-9845-48AA-84D5-5C4B1674791F}"/>
                </a:ext>
              </a:extLst>
            </p:cNvPr>
            <p:cNvSpPr txBox="1"/>
            <p:nvPr/>
          </p:nvSpPr>
          <p:spPr>
            <a:xfrm>
              <a:off x="9133530" y="4758705"/>
              <a:ext cx="1686870" cy="615553"/>
            </a:xfrm>
            <a:prstGeom prst="rect">
              <a:avLst/>
            </a:prstGeom>
            <a:noFill/>
          </p:spPr>
          <p:txBody>
            <a:bodyPr wrap="square" lIns="0" tIns="0" rIns="0" bIns="0" rtlCol="0">
              <a:spAutoFit/>
            </a:bodyPr>
            <a:lstStyle/>
            <a:p>
              <a:pPr marL="0" marR="0" lvl="0" indent="0" algn="ctr" defTabSz="45720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50D890"/>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质量目标和规范化</a:t>
              </a:r>
              <a:endParaRPr kumimoji="0" lang="en-US" altLang="zh-CN" sz="2000" b="1" i="0" u="none" strike="noStrike" kern="1200" cap="none" spc="0" normalizeH="0" baseline="0" noProof="0">
                <a:ln>
                  <a:noFill/>
                </a:ln>
                <a:solidFill>
                  <a:srgbClr val="50D890"/>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sp>
        <p:nvSpPr>
          <p:cNvPr id="23" name="Text Placeholder 20">
            <a:extLst>
              <a:ext uri="{FF2B5EF4-FFF2-40B4-BE49-F238E27FC236}">
                <a16:creationId xmlns:a16="http://schemas.microsoft.com/office/drawing/2014/main" id="{C4B84FFB-E76A-4586-A1F0-ED0B87A2BDF0}"/>
              </a:ext>
            </a:extLst>
          </p:cNvPr>
          <p:cNvSpPr txBox="1"/>
          <p:nvPr/>
        </p:nvSpPr>
        <p:spPr>
          <a:xfrm>
            <a:off x="934435" y="5203163"/>
            <a:ext cx="529200" cy="529200"/>
          </a:xfrm>
          <a:prstGeom prst="ellipse">
            <a:avLst/>
          </a:prstGeom>
          <a:solidFill>
            <a:schemeClr val="accent1"/>
          </a:solidFill>
          <a:effectLst>
            <a:outerShdw sx="102000" sy="102000" algn="ctr" rotWithShape="0">
              <a:schemeClr val="tx1">
                <a:lumMod val="95000"/>
                <a:lumOff val="5000"/>
                <a:alpha val="40000"/>
              </a:schemeClr>
            </a:outerShdw>
          </a:effectLst>
        </p:spPr>
        <p:txBody>
          <a:bodyPr vert="horz" lIns="0" tIns="0" rIns="0" bIns="0" rtlCol="0" anchor="ctr">
            <a:normAutofit/>
          </a:bodyPr>
          <a:lstStyle>
            <a:lvl1pPr marL="0" indent="0" algn="ctr" defTabSz="914400" rtl="0" eaLnBrk="1" latinLnBrk="0" hangingPunct="1">
              <a:lnSpc>
                <a:spcPts val="1700"/>
              </a:lnSpc>
              <a:spcBef>
                <a:spcPts val="1000"/>
              </a:spcBef>
              <a:buFont typeface="Arial" panose="020B0604020202020204" pitchFamily="34" charset="0"/>
              <a:buNone/>
              <a:defRPr sz="950" kern="1200">
                <a:solidFill>
                  <a:schemeClr val="bg1"/>
                </a:solidFill>
                <a:latin typeface="Source Sans Pro Light" panose="020B04030304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ource Sans Pro Light" panose="020B04030304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ource Sans Pro Light" panose="020B04030304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Light" panose="020B04030304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Light" panose="020B04030304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ct val="0"/>
              </a:spcAft>
              <a:buClrTx/>
              <a:buSzTx/>
              <a:buFont typeface="Arial" panose="020B0604020202020204" pitchFamily="34" charset="0"/>
              <a:buNone/>
              <a:defRPr/>
            </a:pPr>
            <a:r>
              <a:rPr kumimoji="0" lang="id-ID" sz="1800" b="1"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01</a:t>
            </a:r>
          </a:p>
        </p:txBody>
      </p:sp>
      <p:sp>
        <p:nvSpPr>
          <p:cNvPr id="24" name="Text Placeholder 32">
            <a:extLst>
              <a:ext uri="{FF2B5EF4-FFF2-40B4-BE49-F238E27FC236}">
                <a16:creationId xmlns:a16="http://schemas.microsoft.com/office/drawing/2014/main" id="{6DA6866F-570D-4886-BC08-E2FC12FD0846}"/>
              </a:ext>
            </a:extLst>
          </p:cNvPr>
          <p:cNvSpPr txBox="1"/>
          <p:nvPr/>
        </p:nvSpPr>
        <p:spPr>
          <a:xfrm>
            <a:off x="3495941" y="5203163"/>
            <a:ext cx="529200" cy="529200"/>
          </a:xfrm>
          <a:prstGeom prst="ellipse">
            <a:avLst/>
          </a:prstGeom>
          <a:solidFill>
            <a:schemeClr val="accent2"/>
          </a:solidFill>
        </p:spPr>
        <p:txBody>
          <a:bodyPr vert="horz" lIns="0" tIns="0" rIns="0" bIns="0" rtlCol="0" anchor="ctr">
            <a:normAutofit/>
          </a:bodyPr>
          <a:lstStyle>
            <a:lvl1pPr marL="0" indent="0" algn="ctr" defTabSz="914400" rtl="0" eaLnBrk="1" latinLnBrk="0" hangingPunct="1">
              <a:lnSpc>
                <a:spcPts val="1700"/>
              </a:lnSpc>
              <a:spcBef>
                <a:spcPts val="1000"/>
              </a:spcBef>
              <a:buFont typeface="Arial" panose="020B0604020202020204" pitchFamily="34" charset="0"/>
              <a:buNone/>
              <a:defRPr sz="950" kern="1200">
                <a:solidFill>
                  <a:schemeClr val="bg1"/>
                </a:solidFill>
                <a:latin typeface="Source Sans Pro Light" panose="020B04030304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ource Sans Pro Light" panose="020B04030304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ource Sans Pro Light" panose="020B04030304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Light" panose="020B04030304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Light" panose="020B04030304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ct val="0"/>
              </a:spcAft>
              <a:buClrTx/>
              <a:buSzTx/>
              <a:buFont typeface="Arial" panose="020B0604020202020204" pitchFamily="34" charset="0"/>
              <a:buNone/>
              <a:defRPr/>
            </a:pPr>
            <a:r>
              <a:rPr kumimoji="0" lang="id-ID" sz="1800" b="1"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02</a:t>
            </a:r>
          </a:p>
        </p:txBody>
      </p:sp>
      <p:sp>
        <p:nvSpPr>
          <p:cNvPr id="25" name="Text Placeholder 33">
            <a:extLst>
              <a:ext uri="{FF2B5EF4-FFF2-40B4-BE49-F238E27FC236}">
                <a16:creationId xmlns:a16="http://schemas.microsoft.com/office/drawing/2014/main" id="{DE23C8A2-DE37-490A-8BB0-2A6C2621E2AB}"/>
              </a:ext>
            </a:extLst>
          </p:cNvPr>
          <p:cNvSpPr txBox="1"/>
          <p:nvPr/>
        </p:nvSpPr>
        <p:spPr>
          <a:xfrm>
            <a:off x="6057447" y="5203163"/>
            <a:ext cx="529200" cy="529200"/>
          </a:xfrm>
          <a:prstGeom prst="ellipse">
            <a:avLst/>
          </a:prstGeom>
          <a:solidFill>
            <a:schemeClr val="accent3"/>
          </a:solidFill>
          <a:effectLst>
            <a:outerShdw blurRad="1270000" sx="102000" sy="102000" algn="ctr" rotWithShape="0">
              <a:schemeClr val="tx1">
                <a:lumMod val="95000"/>
                <a:lumOff val="5000"/>
                <a:alpha val="40000"/>
              </a:schemeClr>
            </a:outerShdw>
          </a:effectLst>
        </p:spPr>
        <p:txBody>
          <a:bodyPr vert="horz" lIns="0" tIns="0" rIns="0" bIns="0" rtlCol="0" anchor="ctr">
            <a:normAutofit/>
          </a:bodyPr>
          <a:lstStyle>
            <a:lvl1pPr marL="0" indent="0" algn="ctr" defTabSz="914400" rtl="0" eaLnBrk="1" latinLnBrk="0" hangingPunct="1">
              <a:lnSpc>
                <a:spcPts val="1700"/>
              </a:lnSpc>
              <a:spcBef>
                <a:spcPts val="1000"/>
              </a:spcBef>
              <a:buFont typeface="Arial" panose="020B0604020202020204" pitchFamily="34" charset="0"/>
              <a:buNone/>
              <a:defRPr sz="950" kern="1200">
                <a:solidFill>
                  <a:schemeClr val="bg1"/>
                </a:solidFill>
                <a:latin typeface="Source Sans Pro Light" panose="020B04030304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ource Sans Pro Light" panose="020B04030304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ource Sans Pro Light" panose="020B04030304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Light" panose="020B04030304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Light" panose="020B04030304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ct val="0"/>
              </a:spcAft>
              <a:buClrTx/>
              <a:buSzTx/>
              <a:buFont typeface="Arial" panose="020B0604020202020204" pitchFamily="34" charset="0"/>
              <a:buNone/>
              <a:defRPr/>
            </a:pPr>
            <a:r>
              <a:rPr kumimoji="0" lang="id-ID" sz="1800" b="1"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03</a:t>
            </a:r>
          </a:p>
        </p:txBody>
      </p:sp>
      <p:sp>
        <p:nvSpPr>
          <p:cNvPr id="26" name="Text Placeholder 35">
            <a:extLst>
              <a:ext uri="{FF2B5EF4-FFF2-40B4-BE49-F238E27FC236}">
                <a16:creationId xmlns:a16="http://schemas.microsoft.com/office/drawing/2014/main" id="{47859D5F-FF83-43B6-8A8A-427A40EB57FC}"/>
              </a:ext>
            </a:extLst>
          </p:cNvPr>
          <p:cNvSpPr txBox="1"/>
          <p:nvPr/>
        </p:nvSpPr>
        <p:spPr>
          <a:xfrm>
            <a:off x="8618953" y="5203163"/>
            <a:ext cx="529200" cy="529200"/>
          </a:xfrm>
          <a:prstGeom prst="ellipse">
            <a:avLst/>
          </a:prstGeom>
          <a:solidFill>
            <a:schemeClr val="accent4"/>
          </a:solidFill>
          <a:effectLst>
            <a:outerShdw blurRad="1270000" sx="102000" sy="102000" algn="ctr" rotWithShape="0">
              <a:schemeClr val="tx1">
                <a:lumMod val="95000"/>
                <a:lumOff val="5000"/>
                <a:alpha val="40000"/>
              </a:schemeClr>
            </a:outerShdw>
          </a:effectLst>
        </p:spPr>
        <p:txBody>
          <a:bodyPr vert="horz" lIns="0" tIns="0" rIns="0" bIns="0" rtlCol="0" anchor="ctr">
            <a:normAutofit/>
          </a:bodyPr>
          <a:lstStyle>
            <a:lvl1pPr marL="0" indent="0" algn="ctr" defTabSz="914400" rtl="0" eaLnBrk="1" latinLnBrk="0" hangingPunct="1">
              <a:lnSpc>
                <a:spcPts val="1700"/>
              </a:lnSpc>
              <a:spcBef>
                <a:spcPts val="1000"/>
              </a:spcBef>
              <a:buFont typeface="Arial" panose="020B0604020202020204" pitchFamily="34" charset="0"/>
              <a:buNone/>
              <a:defRPr sz="950" kern="1200">
                <a:solidFill>
                  <a:schemeClr val="bg1"/>
                </a:solidFill>
                <a:latin typeface="Source Sans Pro Light" panose="020B04030304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ource Sans Pro Light" panose="020B04030304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ource Sans Pro Light" panose="020B04030304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Light" panose="020B04030304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Light" panose="020B04030304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ct val="0"/>
              </a:spcAft>
              <a:buClrTx/>
              <a:buSzTx/>
              <a:buFont typeface="Arial" panose="020B0604020202020204" pitchFamily="34" charset="0"/>
              <a:buNone/>
              <a:defRPr/>
            </a:pPr>
            <a:r>
              <a:rPr kumimoji="0" lang="id-ID" sz="1800" b="1"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04</a:t>
            </a:r>
          </a:p>
        </p:txBody>
      </p:sp>
      <p:grpSp>
        <p:nvGrpSpPr>
          <p:cNvPr id="33" name="组合 32">
            <a:extLst>
              <a:ext uri="{FF2B5EF4-FFF2-40B4-BE49-F238E27FC236}">
                <a16:creationId xmlns:a16="http://schemas.microsoft.com/office/drawing/2014/main" id="{32F1934A-CBF4-418E-B9D2-77788DCF3E92}"/>
              </a:ext>
            </a:extLst>
          </p:cNvPr>
          <p:cNvGrpSpPr/>
          <p:nvPr/>
        </p:nvGrpSpPr>
        <p:grpSpPr>
          <a:xfrm>
            <a:off x="1622707" y="363109"/>
            <a:ext cx="3570339" cy="646331"/>
            <a:chOff x="1622706" y="363107"/>
            <a:chExt cx="3570339" cy="646331"/>
          </a:xfrm>
        </p:grpSpPr>
        <p:sp>
          <p:nvSpPr>
            <p:cNvPr id="38" name="文本框 37">
              <a:extLst>
                <a:ext uri="{FF2B5EF4-FFF2-40B4-BE49-F238E27FC236}">
                  <a16:creationId xmlns:a16="http://schemas.microsoft.com/office/drawing/2014/main" id="{1D40D3B9-F376-419D-A683-54CED6DEDF0F}"/>
                </a:ext>
              </a:extLst>
            </p:cNvPr>
            <p:cNvSpPr txBox="1"/>
            <p:nvPr userDrawn="1"/>
          </p:nvSpPr>
          <p:spPr>
            <a:xfrm>
              <a:off x="1622706" y="363107"/>
              <a:ext cx="357033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工作不足之处</a:t>
              </a:r>
            </a:p>
          </p:txBody>
        </p:sp>
        <p:sp>
          <p:nvSpPr>
            <p:cNvPr id="39" name="文本框 38">
              <a:extLst>
                <a:ext uri="{FF2B5EF4-FFF2-40B4-BE49-F238E27FC236}">
                  <a16:creationId xmlns:a16="http://schemas.microsoft.com/office/drawing/2014/main" id="{C9927CA6-55BC-4F1A-BFDF-071AF2053AFD}"/>
                </a:ext>
              </a:extLst>
            </p:cNvPr>
            <p:cNvSpPr txBox="1"/>
            <p:nvPr userDrawn="1"/>
          </p:nvSpPr>
          <p:spPr>
            <a:xfrm>
              <a:off x="1622706" y="732439"/>
              <a:ext cx="357033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Use "Title Only" Layout</a:t>
              </a:r>
              <a:endParaRPr kumimoji="0" lang="zh-CN" altLang="en-US"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spTree>
    <p:extLst>
      <p:ext uri="{BB962C8B-B14F-4D97-AF65-F5344CB8AC3E}">
        <p14:creationId xmlns:p14="http://schemas.microsoft.com/office/powerpoint/2010/main" val="2417321196"/>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p15="http://schemas.microsoft.com/office/powerpoint/2012/main" xmlns:a14="http://schemas.microsoft.com/office/drawing/2010/main" xmlns:a16="http://schemas.microsoft.com/office/drawing/2014/main"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par>
                          <p:cTn id="12" fill="hold" nodeType="afterGroup">
                            <p:stCondLst>
                              <p:cond delay="1000"/>
                            </p:stCondLst>
                            <p:childTnLst>
                              <p:par>
                                <p:cTn id="13" presetID="22" presetClass="entr" presetSubtype="4"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childTnLst>
                          </p:cTn>
                        </p:par>
                        <p:par>
                          <p:cTn id="16" fill="hold" nodeType="afterGroup">
                            <p:stCondLst>
                              <p:cond delay="1500"/>
                            </p:stCondLst>
                            <p:childTnLst>
                              <p:par>
                                <p:cTn id="17" presetID="22" presetClass="entr" presetSubtype="4" fill="hold"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down)">
                                      <p:cBhvr>
                                        <p:cTn id="19" dur="500"/>
                                        <p:tgtEl>
                                          <p:spTgt spid="15"/>
                                        </p:tgtEl>
                                      </p:cBhvr>
                                    </p:animEffect>
                                  </p:childTnLst>
                                </p:cTn>
                              </p:par>
                            </p:childTnLst>
                          </p:cTn>
                        </p:par>
                        <p:par>
                          <p:cTn id="20" fill="hold" nodeType="afterGroup">
                            <p:stCondLst>
                              <p:cond delay="2000"/>
                            </p:stCondLst>
                            <p:childTnLst>
                              <p:par>
                                <p:cTn id="21" presetID="53" presetClass="entr" presetSubtype="0" fill="hold" grpId="0" nodeType="after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p:cTn id="23" dur="500" fill="hold"/>
                                        <p:tgtEl>
                                          <p:spTgt spid="23"/>
                                        </p:tgtEl>
                                        <p:attrNameLst>
                                          <p:attrName>ppt_w</p:attrName>
                                        </p:attrNameLst>
                                      </p:cBhvr>
                                      <p:tavLst>
                                        <p:tav tm="0">
                                          <p:val>
                                            <p:fltVal val="0"/>
                                          </p:val>
                                        </p:tav>
                                        <p:tav tm="100000">
                                          <p:val>
                                            <p:strVal val="#ppt_w"/>
                                          </p:val>
                                        </p:tav>
                                      </p:tavLst>
                                    </p:anim>
                                    <p:anim calcmode="lin" valueType="num">
                                      <p:cBhvr>
                                        <p:cTn id="24" dur="500" fill="hold"/>
                                        <p:tgtEl>
                                          <p:spTgt spid="23"/>
                                        </p:tgtEl>
                                        <p:attrNameLst>
                                          <p:attrName>ppt_h</p:attrName>
                                        </p:attrNameLst>
                                      </p:cBhvr>
                                      <p:tavLst>
                                        <p:tav tm="0">
                                          <p:val>
                                            <p:fltVal val="0"/>
                                          </p:val>
                                        </p:tav>
                                        <p:tav tm="100000">
                                          <p:val>
                                            <p:strVal val="#ppt_h"/>
                                          </p:val>
                                        </p:tav>
                                      </p:tavLst>
                                    </p:anim>
                                    <p:animEffect transition="in" filter="fade">
                                      <p:cBhvr>
                                        <p:cTn id="25" dur="500"/>
                                        <p:tgtEl>
                                          <p:spTgt spid="23"/>
                                        </p:tgtEl>
                                      </p:cBhvr>
                                    </p:animEffect>
                                  </p:childTnLst>
                                </p:cTn>
                              </p:par>
                            </p:childTnLst>
                          </p:cTn>
                        </p:par>
                        <p:par>
                          <p:cTn id="26" fill="hold" nodeType="afterGroup">
                            <p:stCondLst>
                              <p:cond delay="2500"/>
                            </p:stCondLst>
                            <p:childTnLst>
                              <p:par>
                                <p:cTn id="27" presetID="53" presetClass="entr" presetSubtype="0" fill="hold" grpId="0" nodeType="afterEffect">
                                  <p:stCondLst>
                                    <p:cond delay="0"/>
                                  </p:stCondLst>
                                  <p:childTnLst>
                                    <p:set>
                                      <p:cBhvr>
                                        <p:cTn id="28" dur="1" fill="hold">
                                          <p:stCondLst>
                                            <p:cond delay="0"/>
                                          </p:stCondLst>
                                        </p:cTn>
                                        <p:tgtEl>
                                          <p:spTgt spid="24"/>
                                        </p:tgtEl>
                                        <p:attrNameLst>
                                          <p:attrName>style.visibility</p:attrName>
                                        </p:attrNameLst>
                                      </p:cBhvr>
                                      <p:to>
                                        <p:strVal val="visible"/>
                                      </p:to>
                                    </p:set>
                                    <p:anim calcmode="lin" valueType="num">
                                      <p:cBhvr>
                                        <p:cTn id="29" dur="500" fill="hold"/>
                                        <p:tgtEl>
                                          <p:spTgt spid="24"/>
                                        </p:tgtEl>
                                        <p:attrNameLst>
                                          <p:attrName>ppt_w</p:attrName>
                                        </p:attrNameLst>
                                      </p:cBhvr>
                                      <p:tavLst>
                                        <p:tav tm="0">
                                          <p:val>
                                            <p:fltVal val="0"/>
                                          </p:val>
                                        </p:tav>
                                        <p:tav tm="100000">
                                          <p:val>
                                            <p:strVal val="#ppt_w"/>
                                          </p:val>
                                        </p:tav>
                                      </p:tavLst>
                                    </p:anim>
                                    <p:anim calcmode="lin" valueType="num">
                                      <p:cBhvr>
                                        <p:cTn id="30" dur="500" fill="hold"/>
                                        <p:tgtEl>
                                          <p:spTgt spid="24"/>
                                        </p:tgtEl>
                                        <p:attrNameLst>
                                          <p:attrName>ppt_h</p:attrName>
                                        </p:attrNameLst>
                                      </p:cBhvr>
                                      <p:tavLst>
                                        <p:tav tm="0">
                                          <p:val>
                                            <p:fltVal val="0"/>
                                          </p:val>
                                        </p:tav>
                                        <p:tav tm="100000">
                                          <p:val>
                                            <p:strVal val="#ppt_h"/>
                                          </p:val>
                                        </p:tav>
                                      </p:tavLst>
                                    </p:anim>
                                    <p:animEffect transition="in" filter="fade">
                                      <p:cBhvr>
                                        <p:cTn id="31" dur="500"/>
                                        <p:tgtEl>
                                          <p:spTgt spid="24"/>
                                        </p:tgtEl>
                                      </p:cBhvr>
                                    </p:animEffect>
                                  </p:childTnLst>
                                </p:cTn>
                              </p:par>
                            </p:childTnLst>
                          </p:cTn>
                        </p:par>
                        <p:par>
                          <p:cTn id="32" fill="hold" nodeType="afterGroup">
                            <p:stCondLst>
                              <p:cond delay="3000"/>
                            </p:stCondLst>
                            <p:childTnLst>
                              <p:par>
                                <p:cTn id="33" presetID="53" presetClass="entr" presetSubtype="0" fill="hold" grpId="0" nodeType="afterEffect">
                                  <p:stCondLst>
                                    <p:cond delay="0"/>
                                  </p:stCondLst>
                                  <p:childTnLst>
                                    <p:set>
                                      <p:cBhvr>
                                        <p:cTn id="34" dur="1" fill="hold">
                                          <p:stCondLst>
                                            <p:cond delay="0"/>
                                          </p:stCondLst>
                                        </p:cTn>
                                        <p:tgtEl>
                                          <p:spTgt spid="25"/>
                                        </p:tgtEl>
                                        <p:attrNameLst>
                                          <p:attrName>style.visibility</p:attrName>
                                        </p:attrNameLst>
                                      </p:cBhvr>
                                      <p:to>
                                        <p:strVal val="visible"/>
                                      </p:to>
                                    </p:set>
                                    <p:anim calcmode="lin" valueType="num">
                                      <p:cBhvr>
                                        <p:cTn id="35" dur="500" fill="hold"/>
                                        <p:tgtEl>
                                          <p:spTgt spid="25"/>
                                        </p:tgtEl>
                                        <p:attrNameLst>
                                          <p:attrName>ppt_w</p:attrName>
                                        </p:attrNameLst>
                                      </p:cBhvr>
                                      <p:tavLst>
                                        <p:tav tm="0">
                                          <p:val>
                                            <p:fltVal val="0"/>
                                          </p:val>
                                        </p:tav>
                                        <p:tav tm="100000">
                                          <p:val>
                                            <p:strVal val="#ppt_w"/>
                                          </p:val>
                                        </p:tav>
                                      </p:tavLst>
                                    </p:anim>
                                    <p:anim calcmode="lin" valueType="num">
                                      <p:cBhvr>
                                        <p:cTn id="36" dur="500" fill="hold"/>
                                        <p:tgtEl>
                                          <p:spTgt spid="25"/>
                                        </p:tgtEl>
                                        <p:attrNameLst>
                                          <p:attrName>ppt_h</p:attrName>
                                        </p:attrNameLst>
                                      </p:cBhvr>
                                      <p:tavLst>
                                        <p:tav tm="0">
                                          <p:val>
                                            <p:fltVal val="0"/>
                                          </p:val>
                                        </p:tav>
                                        <p:tav tm="100000">
                                          <p:val>
                                            <p:strVal val="#ppt_h"/>
                                          </p:val>
                                        </p:tav>
                                      </p:tavLst>
                                    </p:anim>
                                    <p:animEffect transition="in" filter="fade">
                                      <p:cBhvr>
                                        <p:cTn id="37" dur="500"/>
                                        <p:tgtEl>
                                          <p:spTgt spid="25"/>
                                        </p:tgtEl>
                                      </p:cBhvr>
                                    </p:animEffect>
                                  </p:childTnLst>
                                </p:cTn>
                              </p:par>
                            </p:childTnLst>
                          </p:cTn>
                        </p:par>
                        <p:par>
                          <p:cTn id="38" fill="hold" nodeType="afterGroup">
                            <p:stCondLst>
                              <p:cond delay="3500"/>
                            </p:stCondLst>
                            <p:childTnLst>
                              <p:par>
                                <p:cTn id="39" presetID="53" presetClass="entr" presetSubtype="0" fill="hold" grpId="0" nodeType="afterEffect">
                                  <p:stCondLst>
                                    <p:cond delay="0"/>
                                  </p:stCondLst>
                                  <p:childTnLst>
                                    <p:set>
                                      <p:cBhvr>
                                        <p:cTn id="40" dur="1" fill="hold">
                                          <p:stCondLst>
                                            <p:cond delay="0"/>
                                          </p:stCondLst>
                                        </p:cTn>
                                        <p:tgtEl>
                                          <p:spTgt spid="26"/>
                                        </p:tgtEl>
                                        <p:attrNameLst>
                                          <p:attrName>style.visibility</p:attrName>
                                        </p:attrNameLst>
                                      </p:cBhvr>
                                      <p:to>
                                        <p:strVal val="visible"/>
                                      </p:to>
                                    </p:set>
                                    <p:anim calcmode="lin" valueType="num">
                                      <p:cBhvr>
                                        <p:cTn id="41" dur="500" fill="hold"/>
                                        <p:tgtEl>
                                          <p:spTgt spid="26"/>
                                        </p:tgtEl>
                                        <p:attrNameLst>
                                          <p:attrName>ppt_w</p:attrName>
                                        </p:attrNameLst>
                                      </p:cBhvr>
                                      <p:tavLst>
                                        <p:tav tm="0">
                                          <p:val>
                                            <p:fltVal val="0"/>
                                          </p:val>
                                        </p:tav>
                                        <p:tav tm="100000">
                                          <p:val>
                                            <p:strVal val="#ppt_w"/>
                                          </p:val>
                                        </p:tav>
                                      </p:tavLst>
                                    </p:anim>
                                    <p:anim calcmode="lin" valueType="num">
                                      <p:cBhvr>
                                        <p:cTn id="42" dur="500" fill="hold"/>
                                        <p:tgtEl>
                                          <p:spTgt spid="26"/>
                                        </p:tgtEl>
                                        <p:attrNameLst>
                                          <p:attrName>ppt_h</p:attrName>
                                        </p:attrNameLst>
                                      </p:cBhvr>
                                      <p:tavLst>
                                        <p:tav tm="0">
                                          <p:val>
                                            <p:fltVal val="0"/>
                                          </p:val>
                                        </p:tav>
                                        <p:tav tm="100000">
                                          <p:val>
                                            <p:strVal val="#ppt_h"/>
                                          </p:val>
                                        </p:tav>
                                      </p:tavLst>
                                    </p:anim>
                                    <p:animEffect transition="in" filter="fade">
                                      <p:cBhvr>
                                        <p:cTn id="43" dur="500"/>
                                        <p:tgtEl>
                                          <p:spTgt spid="26"/>
                                        </p:tgtEl>
                                      </p:cBhvr>
                                    </p:animEffect>
                                  </p:childTnLst>
                                </p:cTn>
                              </p:par>
                            </p:childTnLst>
                          </p:cTn>
                        </p:par>
                      </p:childTnLst>
                    </p:cTn>
                  </p:par>
                  <p:par>
                    <p:cTn id="44" fill="hold" nodeType="clickPar">
                      <p:stCondLst>
                        <p:cond delay="indefinite"/>
                        <p:cond evt="onBegin" delay="0">
                          <p:tn val="43"/>
                        </p:cond>
                      </p:stCondLst>
                      <p:childTnLst>
                        <p:par>
                          <p:cTn id="45" fill="hold" nodeType="afterGroup">
                            <p:stCondLst>
                              <p:cond delay="0"/>
                            </p:stCondLst>
                            <p:childTnLst>
                              <p:par>
                                <p:cTn id="46" presetID="2" presetClass="entr" presetSubtype="8" fill="hold" grpId="0" nodeType="clickEffect">
                                  <p:stCondLst>
                                    <p:cond delay="0"/>
                                  </p:stCondLst>
                                  <p:childTnLst>
                                    <p:set>
                                      <p:cBhvr>
                                        <p:cTn id="47" dur="1" fill="hold">
                                          <p:stCondLst>
                                            <p:cond delay="0"/>
                                          </p:stCondLst>
                                        </p:cTn>
                                        <p:tgtEl>
                                          <p:spTgt spid="34"/>
                                        </p:tgtEl>
                                        <p:attrNameLst>
                                          <p:attrName>style.visibility</p:attrName>
                                        </p:attrNameLst>
                                      </p:cBhvr>
                                      <p:to>
                                        <p:strVal val="visible"/>
                                      </p:to>
                                    </p:set>
                                    <p:anim calcmode="lin" valueType="num">
                                      <p:cBhvr additive="base">
                                        <p:cTn id="48" dur="500" fill="hold"/>
                                        <p:tgtEl>
                                          <p:spTgt spid="34"/>
                                        </p:tgtEl>
                                        <p:attrNameLst>
                                          <p:attrName>ppt_x</p:attrName>
                                        </p:attrNameLst>
                                      </p:cBhvr>
                                      <p:tavLst>
                                        <p:tav tm="0">
                                          <p:val>
                                            <p:strVal val="0-#ppt_w/2"/>
                                          </p:val>
                                        </p:tav>
                                        <p:tav tm="100000">
                                          <p:val>
                                            <p:strVal val="#ppt_x"/>
                                          </p:val>
                                        </p:tav>
                                      </p:tavLst>
                                    </p:anim>
                                    <p:anim calcmode="lin" valueType="num">
                                      <p:cBhvr additive="base">
                                        <p:cTn id="49" dur="500" fill="hold"/>
                                        <p:tgtEl>
                                          <p:spTgt spid="34"/>
                                        </p:tgtEl>
                                        <p:attrNameLst>
                                          <p:attrName>ppt_y</p:attrName>
                                        </p:attrNameLst>
                                      </p:cBhvr>
                                      <p:tavLst>
                                        <p:tav tm="0">
                                          <p:val>
                                            <p:strVal val="#ppt_y"/>
                                          </p:val>
                                        </p:tav>
                                        <p:tav tm="100000">
                                          <p:val>
                                            <p:strVal val="#ppt_y"/>
                                          </p:val>
                                        </p:tav>
                                      </p:tavLst>
                                    </p:anim>
                                  </p:childTnLst>
                                </p:cTn>
                              </p:par>
                              <p:par>
                                <p:cTn id="50" presetID="2" presetClass="entr" presetSubtype="8" fill="hold" grpId="0" nodeType="withEffect">
                                  <p:stCondLst>
                                    <p:cond delay="0"/>
                                  </p:stCondLst>
                                  <p:childTnLst>
                                    <p:set>
                                      <p:cBhvr>
                                        <p:cTn id="51" dur="1" fill="hold">
                                          <p:stCondLst>
                                            <p:cond delay="0"/>
                                          </p:stCondLst>
                                        </p:cTn>
                                        <p:tgtEl>
                                          <p:spTgt spid="35"/>
                                        </p:tgtEl>
                                        <p:attrNameLst>
                                          <p:attrName>style.visibility</p:attrName>
                                        </p:attrNameLst>
                                      </p:cBhvr>
                                      <p:to>
                                        <p:strVal val="visible"/>
                                      </p:to>
                                    </p:set>
                                    <p:anim calcmode="lin" valueType="num">
                                      <p:cBhvr additive="base">
                                        <p:cTn id="52" dur="500" fill="hold"/>
                                        <p:tgtEl>
                                          <p:spTgt spid="35"/>
                                        </p:tgtEl>
                                        <p:attrNameLst>
                                          <p:attrName>ppt_x</p:attrName>
                                        </p:attrNameLst>
                                      </p:cBhvr>
                                      <p:tavLst>
                                        <p:tav tm="0">
                                          <p:val>
                                            <p:strVal val="0-#ppt_w/2"/>
                                          </p:val>
                                        </p:tav>
                                        <p:tav tm="100000">
                                          <p:val>
                                            <p:strVal val="#ppt_x"/>
                                          </p:val>
                                        </p:tav>
                                      </p:tavLst>
                                    </p:anim>
                                    <p:anim calcmode="lin" valueType="num">
                                      <p:cBhvr additive="base">
                                        <p:cTn id="53" dur="500" fill="hold"/>
                                        <p:tgtEl>
                                          <p:spTgt spid="35"/>
                                        </p:tgtEl>
                                        <p:attrNameLst>
                                          <p:attrName>ppt_y</p:attrName>
                                        </p:attrNameLst>
                                      </p:cBhvr>
                                      <p:tavLst>
                                        <p:tav tm="0">
                                          <p:val>
                                            <p:strVal val="#ppt_y"/>
                                          </p:val>
                                        </p:tav>
                                        <p:tav tm="100000">
                                          <p:val>
                                            <p:strVal val="#ppt_y"/>
                                          </p:val>
                                        </p:tav>
                                      </p:tavLst>
                                    </p:anim>
                                  </p:childTnLst>
                                </p:cTn>
                              </p:par>
                              <p:par>
                                <p:cTn id="54" presetID="2" presetClass="entr" presetSubtype="8" fill="hold" grpId="0" nodeType="withEffect">
                                  <p:stCondLst>
                                    <p:cond delay="0"/>
                                  </p:stCondLst>
                                  <p:childTnLst>
                                    <p:set>
                                      <p:cBhvr>
                                        <p:cTn id="55" dur="1" fill="hold">
                                          <p:stCondLst>
                                            <p:cond delay="0"/>
                                          </p:stCondLst>
                                        </p:cTn>
                                        <p:tgtEl>
                                          <p:spTgt spid="36"/>
                                        </p:tgtEl>
                                        <p:attrNameLst>
                                          <p:attrName>style.visibility</p:attrName>
                                        </p:attrNameLst>
                                      </p:cBhvr>
                                      <p:to>
                                        <p:strVal val="visible"/>
                                      </p:to>
                                    </p:set>
                                    <p:anim calcmode="lin" valueType="num">
                                      <p:cBhvr additive="base">
                                        <p:cTn id="56" dur="500" fill="hold"/>
                                        <p:tgtEl>
                                          <p:spTgt spid="36"/>
                                        </p:tgtEl>
                                        <p:attrNameLst>
                                          <p:attrName>ppt_x</p:attrName>
                                        </p:attrNameLst>
                                      </p:cBhvr>
                                      <p:tavLst>
                                        <p:tav tm="0">
                                          <p:val>
                                            <p:strVal val="0-#ppt_w/2"/>
                                          </p:val>
                                        </p:tav>
                                        <p:tav tm="100000">
                                          <p:val>
                                            <p:strVal val="#ppt_x"/>
                                          </p:val>
                                        </p:tav>
                                      </p:tavLst>
                                    </p:anim>
                                    <p:anim calcmode="lin" valueType="num">
                                      <p:cBhvr additive="base">
                                        <p:cTn id="57" dur="500" fill="hold"/>
                                        <p:tgtEl>
                                          <p:spTgt spid="36"/>
                                        </p:tgtEl>
                                        <p:attrNameLst>
                                          <p:attrName>ppt_y</p:attrName>
                                        </p:attrNameLst>
                                      </p:cBhvr>
                                      <p:tavLst>
                                        <p:tav tm="0">
                                          <p:val>
                                            <p:strVal val="#ppt_y"/>
                                          </p:val>
                                        </p:tav>
                                        <p:tav tm="100000">
                                          <p:val>
                                            <p:strVal val="#ppt_y"/>
                                          </p:val>
                                        </p:tav>
                                      </p:tavLst>
                                    </p:anim>
                                  </p:childTnLst>
                                </p:cTn>
                              </p:par>
                              <p:par>
                                <p:cTn id="58" presetID="2" presetClass="entr" presetSubtype="8" fill="hold" grpId="0" nodeType="withEffect">
                                  <p:stCondLst>
                                    <p:cond delay="0"/>
                                  </p:stCondLst>
                                  <p:childTnLst>
                                    <p:set>
                                      <p:cBhvr>
                                        <p:cTn id="59" dur="1" fill="hold">
                                          <p:stCondLst>
                                            <p:cond delay="0"/>
                                          </p:stCondLst>
                                        </p:cTn>
                                        <p:tgtEl>
                                          <p:spTgt spid="37"/>
                                        </p:tgtEl>
                                        <p:attrNameLst>
                                          <p:attrName>style.visibility</p:attrName>
                                        </p:attrNameLst>
                                      </p:cBhvr>
                                      <p:to>
                                        <p:strVal val="visible"/>
                                      </p:to>
                                    </p:set>
                                    <p:anim calcmode="lin" valueType="num">
                                      <p:cBhvr additive="base">
                                        <p:cTn id="60" dur="500" fill="hold"/>
                                        <p:tgtEl>
                                          <p:spTgt spid="37"/>
                                        </p:tgtEl>
                                        <p:attrNameLst>
                                          <p:attrName>ppt_x</p:attrName>
                                        </p:attrNameLst>
                                      </p:cBhvr>
                                      <p:tavLst>
                                        <p:tav tm="0">
                                          <p:val>
                                            <p:strVal val="0-#ppt_w/2"/>
                                          </p:val>
                                        </p:tav>
                                        <p:tav tm="100000">
                                          <p:val>
                                            <p:strVal val="#ppt_x"/>
                                          </p:val>
                                        </p:tav>
                                      </p:tavLst>
                                    </p:anim>
                                    <p:anim calcmode="lin" valueType="num">
                                      <p:cBhvr additive="base">
                                        <p:cTn id="61" dur="500" fill="hold"/>
                                        <p:tgtEl>
                                          <p:spTgt spid="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animBg="1"/>
      <p:bldP spid="23" grpId="0" animBg="1"/>
      <p:bldP spid="24" grpId="0" animBg="1"/>
      <p:bldP spid="25" grpId="0" animBg="1"/>
      <p:bldP spid="2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角 7">
            <a:extLst>
              <a:ext uri="{FF2B5EF4-FFF2-40B4-BE49-F238E27FC236}">
                <a16:creationId xmlns:a16="http://schemas.microsoft.com/office/drawing/2014/main" id="{D5F85DDA-2929-476A-8BD3-7CAB87F36AEB}"/>
              </a:ext>
            </a:extLst>
          </p:cNvPr>
          <p:cNvSpPr/>
          <p:nvPr/>
        </p:nvSpPr>
        <p:spPr>
          <a:xfrm>
            <a:off x="7203313" y="32084"/>
            <a:ext cx="4988689" cy="4065354"/>
          </a:xfrm>
          <a:prstGeom prst="roundRect">
            <a:avLst>
              <a:gd name="adj" fmla="val 21983"/>
            </a:avLst>
          </a:prstGeom>
          <a:blipFill>
            <a:blip r:embed="Ra8822abed812474d">
              <a:extLst>
                <a:ext uri="{28A0092B-C50C-407E-A947-70E740481C1C}">
                  <a14:useLocalDpi xmlns:a14="http://schemas.microsoft.com/office/drawing/2010/main" val="0"/>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14" name="矩形: 圆角 13">
            <a:extLst>
              <a:ext uri="{FF2B5EF4-FFF2-40B4-BE49-F238E27FC236}">
                <a16:creationId xmlns:a16="http://schemas.microsoft.com/office/drawing/2014/main" id="{BF7DC9DF-3629-4A23-87C4-DA4364A31167}"/>
              </a:ext>
            </a:extLst>
          </p:cNvPr>
          <p:cNvSpPr/>
          <p:nvPr/>
        </p:nvSpPr>
        <p:spPr>
          <a:xfrm rot="1601235">
            <a:off x="10440677" y="1856733"/>
            <a:ext cx="1486552" cy="3715474"/>
          </a:xfrm>
          <a:prstGeom prst="roundRect">
            <a:avLst>
              <a:gd name="adj" fmla="val 50000"/>
            </a:avLst>
          </a:prstGeom>
          <a:solidFill>
            <a:schemeClr val="accent3"/>
          </a:solidFill>
          <a:ln>
            <a:noFill/>
          </a:ln>
          <a:effectLst>
            <a:outerShdw blurRad="1270000" algn="ctr"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cxnSp>
        <p:nvCxnSpPr>
          <p:cNvPr id="15" name="直接连接符 14">
            <a:extLst>
              <a:ext uri="{FF2B5EF4-FFF2-40B4-BE49-F238E27FC236}">
                <a16:creationId xmlns:a16="http://schemas.microsoft.com/office/drawing/2014/main" id="{B63E1F07-6D42-4D21-A08C-7D2224FCE7EF}"/>
              </a:ext>
            </a:extLst>
          </p:cNvPr>
          <p:cNvCxnSpPr/>
          <p:nvPr/>
        </p:nvCxnSpPr>
        <p:spPr>
          <a:xfrm flipH="1">
            <a:off x="9004452" y="2738238"/>
            <a:ext cx="1574157" cy="3275636"/>
          </a:xfrm>
          <a:prstGeom prst="line">
            <a:avLst/>
          </a:prstGeom>
          <a:ln>
            <a:solidFill>
              <a:srgbClr val="262626"/>
            </a:solidFill>
          </a:ln>
        </p:spPr>
        <p:style>
          <a:lnRef idx="1">
            <a:schemeClr val="accent1"/>
          </a:lnRef>
          <a:fillRef idx="0">
            <a:schemeClr val="accent1"/>
          </a:fillRef>
          <a:effectRef idx="0">
            <a:schemeClr val="accent1"/>
          </a:effectRef>
          <a:fontRef idx="minor">
            <a:schemeClr val="tx1"/>
          </a:fontRef>
        </p:style>
      </p:cxnSp>
      <p:grpSp>
        <p:nvGrpSpPr>
          <p:cNvPr id="23" name="组合 22">
            <a:extLst>
              <a:ext uri="{FF2B5EF4-FFF2-40B4-BE49-F238E27FC236}">
                <a16:creationId xmlns:a16="http://schemas.microsoft.com/office/drawing/2014/main" id="{3520A8BE-8E27-42F0-A39F-90AA478CF1B4}"/>
              </a:ext>
            </a:extLst>
          </p:cNvPr>
          <p:cNvGrpSpPr/>
          <p:nvPr/>
        </p:nvGrpSpPr>
        <p:grpSpPr>
          <a:xfrm>
            <a:off x="1155867" y="2159283"/>
            <a:ext cx="684076" cy="684076"/>
            <a:chOff x="739178" y="5211198"/>
            <a:chExt cx="684076" cy="684076"/>
          </a:xfrm>
        </p:grpSpPr>
        <p:sp>
          <p:nvSpPr>
            <p:cNvPr id="18" name="Rounded Rectangle 43">
              <a:extLst>
                <a:ext uri="{FF2B5EF4-FFF2-40B4-BE49-F238E27FC236}">
                  <a16:creationId xmlns:a16="http://schemas.microsoft.com/office/drawing/2014/main" id="{47281603-EAB4-4AFF-914B-E7AFAB85AB9B}"/>
                </a:ext>
              </a:extLst>
            </p:cNvPr>
            <p:cNvSpPr/>
            <p:nvPr/>
          </p:nvSpPr>
          <p:spPr>
            <a:xfrm>
              <a:off x="739178" y="5211198"/>
              <a:ext cx="684076" cy="68407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ct val="0"/>
                </a:spcBef>
                <a:spcAft>
                  <a:spcPct val="0"/>
                </a:spcAft>
                <a:buClrTx/>
                <a:buSzTx/>
                <a:buFontTx/>
                <a:buNone/>
                <a:defRPr/>
              </a:pPr>
              <a:endParaRPr kumimoji="0" lang="id-ID" sz="2400" b="0" i="0" u="none" strike="noStrike" kern="1200" cap="none" spc="0" normalizeH="0" baseline="0" noProof="0">
                <a:ln>
                  <a:noFill/>
                </a:ln>
                <a:solidFill>
                  <a:srgbClr val="4D4D4D"/>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20" name="Freeform 2">
              <a:extLst>
                <a:ext uri="{FF2B5EF4-FFF2-40B4-BE49-F238E27FC236}">
                  <a16:creationId xmlns:a16="http://schemas.microsoft.com/office/drawing/2014/main" id="{CED9D984-7B49-45CD-BDCF-A5A43EFFEF32}"/>
                </a:ext>
              </a:extLst>
            </p:cNvPr>
            <p:cNvSpPr>
              <a:spLocks noEditPoints="1"/>
            </p:cNvSpPr>
            <p:nvPr/>
          </p:nvSpPr>
          <p:spPr bwMode="auto">
            <a:xfrm>
              <a:off x="932922" y="5404942"/>
              <a:ext cx="296588" cy="296588"/>
            </a:xfrm>
            <a:custGeom>
              <a:avLst/>
              <a:gdLst>
                <a:gd name="T0" fmla="*/ 64 w 128"/>
                <a:gd name="T1" fmla="*/ 0 h 128"/>
                <a:gd name="T2" fmla="*/ 0 w 128"/>
                <a:gd name="T3" fmla="*/ 64 h 128"/>
                <a:gd name="T4" fmla="*/ 64 w 128"/>
                <a:gd name="T5" fmla="*/ 128 h 128"/>
                <a:gd name="T6" fmla="*/ 128 w 128"/>
                <a:gd name="T7" fmla="*/ 64 h 128"/>
                <a:gd name="T8" fmla="*/ 64 w 128"/>
                <a:gd name="T9" fmla="*/ 0 h 128"/>
                <a:gd name="T10" fmla="*/ 110 w 128"/>
                <a:gd name="T11" fmla="*/ 33 h 128"/>
                <a:gd name="T12" fmla="*/ 93 w 128"/>
                <a:gd name="T13" fmla="*/ 43 h 128"/>
                <a:gd name="T14" fmla="*/ 86 w 128"/>
                <a:gd name="T15" fmla="*/ 35 h 128"/>
                <a:gd name="T16" fmla="*/ 96 w 128"/>
                <a:gd name="T17" fmla="*/ 18 h 128"/>
                <a:gd name="T18" fmla="*/ 110 w 128"/>
                <a:gd name="T19" fmla="*/ 33 h 128"/>
                <a:gd name="T20" fmla="*/ 92 w 128"/>
                <a:gd name="T21" fmla="*/ 64 h 128"/>
                <a:gd name="T22" fmla="*/ 64 w 128"/>
                <a:gd name="T23" fmla="*/ 92 h 128"/>
                <a:gd name="T24" fmla="*/ 36 w 128"/>
                <a:gd name="T25" fmla="*/ 64 h 128"/>
                <a:gd name="T26" fmla="*/ 64 w 128"/>
                <a:gd name="T27" fmla="*/ 36 h 128"/>
                <a:gd name="T28" fmla="*/ 92 w 128"/>
                <a:gd name="T29" fmla="*/ 64 h 128"/>
                <a:gd name="T30" fmla="*/ 64 w 128"/>
                <a:gd name="T31" fmla="*/ 8 h 128"/>
                <a:gd name="T32" fmla="*/ 89 w 128"/>
                <a:gd name="T33" fmla="*/ 14 h 128"/>
                <a:gd name="T34" fmla="*/ 79 w 128"/>
                <a:gd name="T35" fmla="*/ 31 h 128"/>
                <a:gd name="T36" fmla="*/ 64 w 128"/>
                <a:gd name="T37" fmla="*/ 28 h 128"/>
                <a:gd name="T38" fmla="*/ 52 w 128"/>
                <a:gd name="T39" fmla="*/ 30 h 128"/>
                <a:gd name="T40" fmla="*/ 42 w 128"/>
                <a:gd name="T41" fmla="*/ 13 h 128"/>
                <a:gd name="T42" fmla="*/ 64 w 128"/>
                <a:gd name="T43" fmla="*/ 8 h 128"/>
                <a:gd name="T44" fmla="*/ 35 w 128"/>
                <a:gd name="T45" fmla="*/ 16 h 128"/>
                <a:gd name="T46" fmla="*/ 45 w 128"/>
                <a:gd name="T47" fmla="*/ 34 h 128"/>
                <a:gd name="T48" fmla="*/ 37 w 128"/>
                <a:gd name="T49" fmla="*/ 41 h 128"/>
                <a:gd name="T50" fmla="*/ 19 w 128"/>
                <a:gd name="T51" fmla="*/ 31 h 128"/>
                <a:gd name="T52" fmla="*/ 35 w 128"/>
                <a:gd name="T53" fmla="*/ 16 h 128"/>
                <a:gd name="T54" fmla="*/ 8 w 128"/>
                <a:gd name="T55" fmla="*/ 64 h 128"/>
                <a:gd name="T56" fmla="*/ 15 w 128"/>
                <a:gd name="T57" fmla="*/ 37 h 128"/>
                <a:gd name="T58" fmla="*/ 32 w 128"/>
                <a:gd name="T59" fmla="*/ 47 h 128"/>
                <a:gd name="T60" fmla="*/ 28 w 128"/>
                <a:gd name="T61" fmla="*/ 64 h 128"/>
                <a:gd name="T62" fmla="*/ 31 w 128"/>
                <a:gd name="T63" fmla="*/ 78 h 128"/>
                <a:gd name="T64" fmla="*/ 14 w 128"/>
                <a:gd name="T65" fmla="*/ 88 h 128"/>
                <a:gd name="T66" fmla="*/ 8 w 128"/>
                <a:gd name="T67" fmla="*/ 64 h 128"/>
                <a:gd name="T68" fmla="*/ 18 w 128"/>
                <a:gd name="T69" fmla="*/ 95 h 128"/>
                <a:gd name="T70" fmla="*/ 35 w 128"/>
                <a:gd name="T71" fmla="*/ 85 h 128"/>
                <a:gd name="T72" fmla="*/ 43 w 128"/>
                <a:gd name="T73" fmla="*/ 93 h 128"/>
                <a:gd name="T74" fmla="*/ 33 w 128"/>
                <a:gd name="T75" fmla="*/ 111 h 128"/>
                <a:gd name="T76" fmla="*/ 18 w 128"/>
                <a:gd name="T77" fmla="*/ 95 h 128"/>
                <a:gd name="T78" fmla="*/ 64 w 128"/>
                <a:gd name="T79" fmla="*/ 120 h 128"/>
                <a:gd name="T80" fmla="*/ 40 w 128"/>
                <a:gd name="T81" fmla="*/ 115 h 128"/>
                <a:gd name="T82" fmla="*/ 50 w 128"/>
                <a:gd name="T83" fmla="*/ 97 h 128"/>
                <a:gd name="T84" fmla="*/ 64 w 128"/>
                <a:gd name="T85" fmla="*/ 100 h 128"/>
                <a:gd name="T86" fmla="*/ 81 w 128"/>
                <a:gd name="T87" fmla="*/ 96 h 128"/>
                <a:gd name="T88" fmla="*/ 91 w 128"/>
                <a:gd name="T89" fmla="*/ 113 h 128"/>
                <a:gd name="T90" fmla="*/ 64 w 128"/>
                <a:gd name="T91" fmla="*/ 120 h 128"/>
                <a:gd name="T92" fmla="*/ 98 w 128"/>
                <a:gd name="T93" fmla="*/ 109 h 128"/>
                <a:gd name="T94" fmla="*/ 87 w 128"/>
                <a:gd name="T95" fmla="*/ 91 h 128"/>
                <a:gd name="T96" fmla="*/ 95 w 128"/>
                <a:gd name="T97" fmla="*/ 83 h 128"/>
                <a:gd name="T98" fmla="*/ 112 w 128"/>
                <a:gd name="T99" fmla="*/ 93 h 128"/>
                <a:gd name="T100" fmla="*/ 98 w 128"/>
                <a:gd name="T101" fmla="*/ 109 h 128"/>
                <a:gd name="T102" fmla="*/ 98 w 128"/>
                <a:gd name="T103" fmla="*/ 76 h 128"/>
                <a:gd name="T104" fmla="*/ 100 w 128"/>
                <a:gd name="T105" fmla="*/ 64 h 128"/>
                <a:gd name="T106" fmla="*/ 97 w 128"/>
                <a:gd name="T107" fmla="*/ 50 h 128"/>
                <a:gd name="T108" fmla="*/ 114 w 128"/>
                <a:gd name="T109" fmla="*/ 39 h 128"/>
                <a:gd name="T110" fmla="*/ 120 w 128"/>
                <a:gd name="T111" fmla="*/ 64 h 128"/>
                <a:gd name="T112" fmla="*/ 116 w 128"/>
                <a:gd name="T113" fmla="*/ 86 h 128"/>
                <a:gd name="T114" fmla="*/ 98 w 128"/>
                <a:gd name="T115" fmla="*/ 7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8" h="128">
                  <a:moveTo>
                    <a:pt x="64" y="0"/>
                  </a:moveTo>
                  <a:cubicBezTo>
                    <a:pt x="29" y="0"/>
                    <a:pt x="0" y="29"/>
                    <a:pt x="0" y="64"/>
                  </a:cubicBezTo>
                  <a:cubicBezTo>
                    <a:pt x="0" y="99"/>
                    <a:pt x="29" y="128"/>
                    <a:pt x="64" y="128"/>
                  </a:cubicBezTo>
                  <a:cubicBezTo>
                    <a:pt x="99" y="128"/>
                    <a:pt x="128" y="99"/>
                    <a:pt x="128" y="64"/>
                  </a:cubicBezTo>
                  <a:cubicBezTo>
                    <a:pt x="128" y="29"/>
                    <a:pt x="99" y="0"/>
                    <a:pt x="64" y="0"/>
                  </a:cubicBezTo>
                  <a:close/>
                  <a:moveTo>
                    <a:pt x="110" y="33"/>
                  </a:moveTo>
                  <a:cubicBezTo>
                    <a:pt x="93" y="43"/>
                    <a:pt x="93" y="43"/>
                    <a:pt x="93" y="43"/>
                  </a:cubicBezTo>
                  <a:cubicBezTo>
                    <a:pt x="91" y="40"/>
                    <a:pt x="88" y="37"/>
                    <a:pt x="86" y="35"/>
                  </a:cubicBezTo>
                  <a:cubicBezTo>
                    <a:pt x="96" y="18"/>
                    <a:pt x="96" y="18"/>
                    <a:pt x="96" y="18"/>
                  </a:cubicBezTo>
                  <a:cubicBezTo>
                    <a:pt x="101" y="22"/>
                    <a:pt x="106" y="27"/>
                    <a:pt x="110" y="33"/>
                  </a:cubicBezTo>
                  <a:close/>
                  <a:moveTo>
                    <a:pt x="92" y="64"/>
                  </a:moveTo>
                  <a:cubicBezTo>
                    <a:pt x="92" y="80"/>
                    <a:pt x="79" y="92"/>
                    <a:pt x="64" y="92"/>
                  </a:cubicBezTo>
                  <a:cubicBezTo>
                    <a:pt x="49" y="92"/>
                    <a:pt x="36" y="80"/>
                    <a:pt x="36" y="64"/>
                  </a:cubicBezTo>
                  <a:cubicBezTo>
                    <a:pt x="36" y="49"/>
                    <a:pt x="49" y="36"/>
                    <a:pt x="64" y="36"/>
                  </a:cubicBezTo>
                  <a:cubicBezTo>
                    <a:pt x="79" y="36"/>
                    <a:pt x="92" y="49"/>
                    <a:pt x="92" y="64"/>
                  </a:cubicBezTo>
                  <a:close/>
                  <a:moveTo>
                    <a:pt x="64" y="8"/>
                  </a:moveTo>
                  <a:cubicBezTo>
                    <a:pt x="73" y="8"/>
                    <a:pt x="81" y="10"/>
                    <a:pt x="89" y="14"/>
                  </a:cubicBezTo>
                  <a:cubicBezTo>
                    <a:pt x="79" y="31"/>
                    <a:pt x="79" y="31"/>
                    <a:pt x="79" y="31"/>
                  </a:cubicBezTo>
                  <a:cubicBezTo>
                    <a:pt x="74" y="29"/>
                    <a:pt x="69" y="28"/>
                    <a:pt x="64" y="28"/>
                  </a:cubicBezTo>
                  <a:cubicBezTo>
                    <a:pt x="60" y="28"/>
                    <a:pt x="56" y="29"/>
                    <a:pt x="52" y="30"/>
                  </a:cubicBezTo>
                  <a:cubicBezTo>
                    <a:pt x="42" y="13"/>
                    <a:pt x="42" y="13"/>
                    <a:pt x="42" y="13"/>
                  </a:cubicBezTo>
                  <a:cubicBezTo>
                    <a:pt x="49" y="10"/>
                    <a:pt x="56" y="8"/>
                    <a:pt x="64" y="8"/>
                  </a:cubicBezTo>
                  <a:close/>
                  <a:moveTo>
                    <a:pt x="35" y="16"/>
                  </a:moveTo>
                  <a:cubicBezTo>
                    <a:pt x="45" y="34"/>
                    <a:pt x="45" y="34"/>
                    <a:pt x="45" y="34"/>
                  </a:cubicBezTo>
                  <a:cubicBezTo>
                    <a:pt x="42" y="35"/>
                    <a:pt x="39" y="38"/>
                    <a:pt x="37" y="41"/>
                  </a:cubicBezTo>
                  <a:cubicBezTo>
                    <a:pt x="19" y="31"/>
                    <a:pt x="19" y="31"/>
                    <a:pt x="19" y="31"/>
                  </a:cubicBezTo>
                  <a:cubicBezTo>
                    <a:pt x="24" y="25"/>
                    <a:pt x="29" y="20"/>
                    <a:pt x="35" y="16"/>
                  </a:cubicBezTo>
                  <a:close/>
                  <a:moveTo>
                    <a:pt x="8" y="64"/>
                  </a:moveTo>
                  <a:cubicBezTo>
                    <a:pt x="8" y="54"/>
                    <a:pt x="11" y="45"/>
                    <a:pt x="15" y="37"/>
                  </a:cubicBezTo>
                  <a:cubicBezTo>
                    <a:pt x="32" y="47"/>
                    <a:pt x="32" y="47"/>
                    <a:pt x="32" y="47"/>
                  </a:cubicBezTo>
                  <a:cubicBezTo>
                    <a:pt x="30" y="52"/>
                    <a:pt x="28" y="58"/>
                    <a:pt x="28" y="64"/>
                  </a:cubicBezTo>
                  <a:cubicBezTo>
                    <a:pt x="28" y="69"/>
                    <a:pt x="29" y="74"/>
                    <a:pt x="31" y="78"/>
                  </a:cubicBezTo>
                  <a:cubicBezTo>
                    <a:pt x="14" y="88"/>
                    <a:pt x="14" y="88"/>
                    <a:pt x="14" y="88"/>
                  </a:cubicBezTo>
                  <a:cubicBezTo>
                    <a:pt x="10" y="81"/>
                    <a:pt x="8" y="73"/>
                    <a:pt x="8" y="64"/>
                  </a:cubicBezTo>
                  <a:close/>
                  <a:moveTo>
                    <a:pt x="18" y="95"/>
                  </a:moveTo>
                  <a:cubicBezTo>
                    <a:pt x="35" y="85"/>
                    <a:pt x="35" y="85"/>
                    <a:pt x="35" y="85"/>
                  </a:cubicBezTo>
                  <a:cubicBezTo>
                    <a:pt x="37" y="88"/>
                    <a:pt x="40" y="91"/>
                    <a:pt x="43" y="93"/>
                  </a:cubicBezTo>
                  <a:cubicBezTo>
                    <a:pt x="33" y="111"/>
                    <a:pt x="33" y="111"/>
                    <a:pt x="33" y="111"/>
                  </a:cubicBezTo>
                  <a:cubicBezTo>
                    <a:pt x="27" y="107"/>
                    <a:pt x="22" y="101"/>
                    <a:pt x="18" y="95"/>
                  </a:cubicBezTo>
                  <a:close/>
                  <a:moveTo>
                    <a:pt x="64" y="120"/>
                  </a:moveTo>
                  <a:cubicBezTo>
                    <a:pt x="55" y="120"/>
                    <a:pt x="47" y="118"/>
                    <a:pt x="40" y="115"/>
                  </a:cubicBezTo>
                  <a:cubicBezTo>
                    <a:pt x="50" y="97"/>
                    <a:pt x="50" y="97"/>
                    <a:pt x="50" y="97"/>
                  </a:cubicBezTo>
                  <a:cubicBezTo>
                    <a:pt x="54" y="99"/>
                    <a:pt x="59" y="100"/>
                    <a:pt x="64" y="100"/>
                  </a:cubicBezTo>
                  <a:cubicBezTo>
                    <a:pt x="70" y="100"/>
                    <a:pt x="76" y="99"/>
                    <a:pt x="81" y="96"/>
                  </a:cubicBezTo>
                  <a:cubicBezTo>
                    <a:pt x="91" y="113"/>
                    <a:pt x="91" y="113"/>
                    <a:pt x="91" y="113"/>
                  </a:cubicBezTo>
                  <a:cubicBezTo>
                    <a:pt x="83" y="118"/>
                    <a:pt x="74" y="120"/>
                    <a:pt x="64" y="120"/>
                  </a:cubicBezTo>
                  <a:close/>
                  <a:moveTo>
                    <a:pt x="98" y="109"/>
                  </a:moveTo>
                  <a:cubicBezTo>
                    <a:pt x="87" y="91"/>
                    <a:pt x="87" y="91"/>
                    <a:pt x="87" y="91"/>
                  </a:cubicBezTo>
                  <a:cubicBezTo>
                    <a:pt x="90" y="89"/>
                    <a:pt x="93" y="86"/>
                    <a:pt x="95" y="83"/>
                  </a:cubicBezTo>
                  <a:cubicBezTo>
                    <a:pt x="112" y="93"/>
                    <a:pt x="112" y="93"/>
                    <a:pt x="112" y="93"/>
                  </a:cubicBezTo>
                  <a:cubicBezTo>
                    <a:pt x="108" y="99"/>
                    <a:pt x="103" y="105"/>
                    <a:pt x="98" y="109"/>
                  </a:cubicBezTo>
                  <a:close/>
                  <a:moveTo>
                    <a:pt x="98" y="76"/>
                  </a:moveTo>
                  <a:cubicBezTo>
                    <a:pt x="99" y="72"/>
                    <a:pt x="100" y="68"/>
                    <a:pt x="100" y="64"/>
                  </a:cubicBezTo>
                  <a:cubicBezTo>
                    <a:pt x="100" y="59"/>
                    <a:pt x="99" y="54"/>
                    <a:pt x="97" y="50"/>
                  </a:cubicBezTo>
                  <a:cubicBezTo>
                    <a:pt x="114" y="39"/>
                    <a:pt x="114" y="39"/>
                    <a:pt x="114" y="39"/>
                  </a:cubicBezTo>
                  <a:cubicBezTo>
                    <a:pt x="118" y="47"/>
                    <a:pt x="120" y="55"/>
                    <a:pt x="120" y="64"/>
                  </a:cubicBezTo>
                  <a:cubicBezTo>
                    <a:pt x="120" y="72"/>
                    <a:pt x="118" y="79"/>
                    <a:pt x="116" y="86"/>
                  </a:cubicBezTo>
                  <a:cubicBezTo>
                    <a:pt x="98" y="76"/>
                    <a:pt x="98" y="76"/>
                    <a:pt x="98" y="76"/>
                  </a:cubicBezTo>
                  <a:close/>
                </a:path>
              </a:pathLst>
            </a:custGeom>
            <a:solidFill>
              <a:srgbClr val="FFFFFF"/>
            </a:solidFill>
            <a:ln>
              <a:noFill/>
            </a:ln>
          </p:spPr>
          <p:txBody>
            <a:bodyPr vert="horz" wrap="square" lIns="45720" tIns="22860" rIns="45720" bIns="22860" numCol="1" anchor="t" anchorCtr="0" compatLnSpc="1">
              <a:prstTxWarp prst="textNoShape">
                <a:avLst/>
              </a:prstTxWarp>
            </a:bodyPr>
            <a:lstStyle/>
            <a:p>
              <a:pPr marL="0" marR="0" lvl="0" indent="0" algn="l" defTabSz="1219170" rtl="0" eaLnBrk="1" fontAlgn="auto"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rgbClr val="5F5F5F"/>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grpSp>
        <p:nvGrpSpPr>
          <p:cNvPr id="24" name="组合 23">
            <a:extLst>
              <a:ext uri="{FF2B5EF4-FFF2-40B4-BE49-F238E27FC236}">
                <a16:creationId xmlns:a16="http://schemas.microsoft.com/office/drawing/2014/main" id="{64EA9514-DBCD-4772-A758-38BA12F493FE}"/>
              </a:ext>
            </a:extLst>
          </p:cNvPr>
          <p:cNvGrpSpPr/>
          <p:nvPr/>
        </p:nvGrpSpPr>
        <p:grpSpPr>
          <a:xfrm>
            <a:off x="1155867" y="3451769"/>
            <a:ext cx="684076" cy="684076"/>
            <a:chOff x="4518636" y="5211198"/>
            <a:chExt cx="684076" cy="684076"/>
          </a:xfrm>
        </p:grpSpPr>
        <p:sp>
          <p:nvSpPr>
            <p:cNvPr id="17" name="Rounded Rectangle 42">
              <a:extLst>
                <a:ext uri="{FF2B5EF4-FFF2-40B4-BE49-F238E27FC236}">
                  <a16:creationId xmlns:a16="http://schemas.microsoft.com/office/drawing/2014/main" id="{87C3E359-15A7-4441-A864-E8C69DFD98A0}"/>
                </a:ext>
              </a:extLst>
            </p:cNvPr>
            <p:cNvSpPr/>
            <p:nvPr/>
          </p:nvSpPr>
          <p:spPr>
            <a:xfrm>
              <a:off x="4518636" y="5211198"/>
              <a:ext cx="684076" cy="684076"/>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ct val="0"/>
                </a:spcBef>
                <a:spcAft>
                  <a:spcPct val="0"/>
                </a:spcAft>
                <a:buClrTx/>
                <a:buSzTx/>
                <a:buFontTx/>
                <a:buNone/>
                <a:defRPr/>
              </a:pPr>
              <a:endParaRPr kumimoji="0" lang="id-ID" sz="2400" b="0" i="0" u="none" strike="noStrike" kern="1200" cap="none" spc="0" normalizeH="0" baseline="0" noProof="0">
                <a:ln>
                  <a:noFill/>
                </a:ln>
                <a:solidFill>
                  <a:srgbClr val="4D4D4D"/>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21" name="Freeform 5">
              <a:extLst>
                <a:ext uri="{FF2B5EF4-FFF2-40B4-BE49-F238E27FC236}">
                  <a16:creationId xmlns:a16="http://schemas.microsoft.com/office/drawing/2014/main" id="{063E9F29-EE14-4B62-A22B-ABE5BC115F5F}"/>
                </a:ext>
              </a:extLst>
            </p:cNvPr>
            <p:cNvSpPr>
              <a:spLocks noEditPoints="1"/>
            </p:cNvSpPr>
            <p:nvPr/>
          </p:nvSpPr>
          <p:spPr bwMode="auto">
            <a:xfrm>
              <a:off x="4712380" y="5403964"/>
              <a:ext cx="296589" cy="298546"/>
            </a:xfrm>
            <a:custGeom>
              <a:avLst/>
              <a:gdLst>
                <a:gd name="T0" fmla="*/ 116 w 128"/>
                <a:gd name="T1" fmla="*/ 77 h 129"/>
                <a:gd name="T2" fmla="*/ 116 w 128"/>
                <a:gd name="T3" fmla="*/ 117 h 129"/>
                <a:gd name="T4" fmla="*/ 104 w 128"/>
                <a:gd name="T5" fmla="*/ 129 h 129"/>
                <a:gd name="T6" fmla="*/ 24 w 128"/>
                <a:gd name="T7" fmla="*/ 129 h 129"/>
                <a:gd name="T8" fmla="*/ 12 w 128"/>
                <a:gd name="T9" fmla="*/ 117 h 129"/>
                <a:gd name="T10" fmla="*/ 12 w 128"/>
                <a:gd name="T11" fmla="*/ 77 h 129"/>
                <a:gd name="T12" fmla="*/ 0 w 128"/>
                <a:gd name="T13" fmla="*/ 65 h 129"/>
                <a:gd name="T14" fmla="*/ 0 w 128"/>
                <a:gd name="T15" fmla="*/ 49 h 129"/>
                <a:gd name="T16" fmla="*/ 12 w 128"/>
                <a:gd name="T17" fmla="*/ 37 h 129"/>
                <a:gd name="T18" fmla="*/ 55 w 128"/>
                <a:gd name="T19" fmla="*/ 37 h 129"/>
                <a:gd name="T20" fmla="*/ 55 w 128"/>
                <a:gd name="T21" fmla="*/ 37 h 129"/>
                <a:gd name="T22" fmla="*/ 88 w 128"/>
                <a:gd name="T23" fmla="*/ 5 h 129"/>
                <a:gd name="T24" fmla="*/ 104 w 128"/>
                <a:gd name="T25" fmla="*/ 5 h 129"/>
                <a:gd name="T26" fmla="*/ 104 w 128"/>
                <a:gd name="T27" fmla="*/ 21 h 129"/>
                <a:gd name="T28" fmla="*/ 89 w 128"/>
                <a:gd name="T29" fmla="*/ 37 h 129"/>
                <a:gd name="T30" fmla="*/ 116 w 128"/>
                <a:gd name="T31" fmla="*/ 37 h 129"/>
                <a:gd name="T32" fmla="*/ 128 w 128"/>
                <a:gd name="T33" fmla="*/ 49 h 129"/>
                <a:gd name="T34" fmla="*/ 128 w 128"/>
                <a:gd name="T35" fmla="*/ 65 h 129"/>
                <a:gd name="T36" fmla="*/ 116 w 128"/>
                <a:gd name="T37" fmla="*/ 77 h 129"/>
                <a:gd name="T38" fmla="*/ 20 w 128"/>
                <a:gd name="T39" fmla="*/ 117 h 129"/>
                <a:gd name="T40" fmla="*/ 24 w 128"/>
                <a:gd name="T41" fmla="*/ 121 h 129"/>
                <a:gd name="T42" fmla="*/ 36 w 128"/>
                <a:gd name="T43" fmla="*/ 121 h 129"/>
                <a:gd name="T44" fmla="*/ 36 w 128"/>
                <a:gd name="T45" fmla="*/ 97 h 129"/>
                <a:gd name="T46" fmla="*/ 40 w 128"/>
                <a:gd name="T47" fmla="*/ 93 h 129"/>
                <a:gd name="T48" fmla="*/ 44 w 128"/>
                <a:gd name="T49" fmla="*/ 97 h 129"/>
                <a:gd name="T50" fmla="*/ 44 w 128"/>
                <a:gd name="T51" fmla="*/ 121 h 129"/>
                <a:gd name="T52" fmla="*/ 60 w 128"/>
                <a:gd name="T53" fmla="*/ 121 h 129"/>
                <a:gd name="T54" fmla="*/ 60 w 128"/>
                <a:gd name="T55" fmla="*/ 97 h 129"/>
                <a:gd name="T56" fmla="*/ 64 w 128"/>
                <a:gd name="T57" fmla="*/ 93 h 129"/>
                <a:gd name="T58" fmla="*/ 68 w 128"/>
                <a:gd name="T59" fmla="*/ 97 h 129"/>
                <a:gd name="T60" fmla="*/ 68 w 128"/>
                <a:gd name="T61" fmla="*/ 121 h 129"/>
                <a:gd name="T62" fmla="*/ 84 w 128"/>
                <a:gd name="T63" fmla="*/ 121 h 129"/>
                <a:gd name="T64" fmla="*/ 84 w 128"/>
                <a:gd name="T65" fmla="*/ 97 h 129"/>
                <a:gd name="T66" fmla="*/ 88 w 128"/>
                <a:gd name="T67" fmla="*/ 93 h 129"/>
                <a:gd name="T68" fmla="*/ 92 w 128"/>
                <a:gd name="T69" fmla="*/ 97 h 129"/>
                <a:gd name="T70" fmla="*/ 92 w 128"/>
                <a:gd name="T71" fmla="*/ 121 h 129"/>
                <a:gd name="T72" fmla="*/ 104 w 128"/>
                <a:gd name="T73" fmla="*/ 121 h 129"/>
                <a:gd name="T74" fmla="*/ 108 w 128"/>
                <a:gd name="T75" fmla="*/ 117 h 129"/>
                <a:gd name="T76" fmla="*/ 108 w 128"/>
                <a:gd name="T77" fmla="*/ 77 h 129"/>
                <a:gd name="T78" fmla="*/ 20 w 128"/>
                <a:gd name="T79" fmla="*/ 77 h 129"/>
                <a:gd name="T80" fmla="*/ 20 w 128"/>
                <a:gd name="T81" fmla="*/ 117 h 129"/>
                <a:gd name="T82" fmla="*/ 99 w 128"/>
                <a:gd name="T83" fmla="*/ 18 h 129"/>
                <a:gd name="T84" fmla="*/ 99 w 128"/>
                <a:gd name="T85" fmla="*/ 11 h 129"/>
                <a:gd name="T86" fmla="*/ 91 w 128"/>
                <a:gd name="T87" fmla="*/ 11 h 129"/>
                <a:gd name="T88" fmla="*/ 61 w 128"/>
                <a:gd name="T89" fmla="*/ 40 h 129"/>
                <a:gd name="T90" fmla="*/ 61 w 128"/>
                <a:gd name="T91" fmla="*/ 48 h 129"/>
                <a:gd name="T92" fmla="*/ 69 w 128"/>
                <a:gd name="T93" fmla="*/ 48 h 129"/>
                <a:gd name="T94" fmla="*/ 99 w 128"/>
                <a:gd name="T95" fmla="*/ 18 h 129"/>
                <a:gd name="T96" fmla="*/ 120 w 128"/>
                <a:gd name="T97" fmla="*/ 49 h 129"/>
                <a:gd name="T98" fmla="*/ 116 w 128"/>
                <a:gd name="T99" fmla="*/ 45 h 129"/>
                <a:gd name="T100" fmla="*/ 81 w 128"/>
                <a:gd name="T101" fmla="*/ 45 h 129"/>
                <a:gd name="T102" fmla="*/ 72 w 128"/>
                <a:gd name="T103" fmla="*/ 54 h 129"/>
                <a:gd name="T104" fmla="*/ 55 w 128"/>
                <a:gd name="T105" fmla="*/ 54 h 129"/>
                <a:gd name="T106" fmla="*/ 52 w 128"/>
                <a:gd name="T107" fmla="*/ 45 h 129"/>
                <a:gd name="T108" fmla="*/ 12 w 128"/>
                <a:gd name="T109" fmla="*/ 45 h 129"/>
                <a:gd name="T110" fmla="*/ 8 w 128"/>
                <a:gd name="T111" fmla="*/ 49 h 129"/>
                <a:gd name="T112" fmla="*/ 8 w 128"/>
                <a:gd name="T113" fmla="*/ 65 h 129"/>
                <a:gd name="T114" fmla="*/ 12 w 128"/>
                <a:gd name="T115" fmla="*/ 69 h 129"/>
                <a:gd name="T116" fmla="*/ 116 w 128"/>
                <a:gd name="T117" fmla="*/ 69 h 129"/>
                <a:gd name="T118" fmla="*/ 120 w 128"/>
                <a:gd name="T119" fmla="*/ 65 h 129"/>
                <a:gd name="T120" fmla="*/ 120 w 128"/>
                <a:gd name="T121" fmla="*/ 4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8" h="129">
                  <a:moveTo>
                    <a:pt x="116" y="77"/>
                  </a:moveTo>
                  <a:cubicBezTo>
                    <a:pt x="116" y="117"/>
                    <a:pt x="116" y="117"/>
                    <a:pt x="116" y="117"/>
                  </a:cubicBezTo>
                  <a:cubicBezTo>
                    <a:pt x="116" y="124"/>
                    <a:pt x="111" y="129"/>
                    <a:pt x="104" y="129"/>
                  </a:cubicBezTo>
                  <a:cubicBezTo>
                    <a:pt x="24" y="129"/>
                    <a:pt x="24" y="129"/>
                    <a:pt x="24" y="129"/>
                  </a:cubicBezTo>
                  <a:cubicBezTo>
                    <a:pt x="17" y="129"/>
                    <a:pt x="12" y="124"/>
                    <a:pt x="12" y="117"/>
                  </a:cubicBezTo>
                  <a:cubicBezTo>
                    <a:pt x="12" y="77"/>
                    <a:pt x="12" y="77"/>
                    <a:pt x="12" y="77"/>
                  </a:cubicBezTo>
                  <a:cubicBezTo>
                    <a:pt x="5" y="77"/>
                    <a:pt x="0" y="72"/>
                    <a:pt x="0" y="65"/>
                  </a:cubicBezTo>
                  <a:cubicBezTo>
                    <a:pt x="0" y="49"/>
                    <a:pt x="0" y="49"/>
                    <a:pt x="0" y="49"/>
                  </a:cubicBezTo>
                  <a:cubicBezTo>
                    <a:pt x="0" y="42"/>
                    <a:pt x="5" y="37"/>
                    <a:pt x="12" y="37"/>
                  </a:cubicBezTo>
                  <a:cubicBezTo>
                    <a:pt x="55" y="37"/>
                    <a:pt x="55" y="37"/>
                    <a:pt x="55" y="37"/>
                  </a:cubicBezTo>
                  <a:cubicBezTo>
                    <a:pt x="55" y="37"/>
                    <a:pt x="55" y="37"/>
                    <a:pt x="55" y="37"/>
                  </a:cubicBezTo>
                  <a:cubicBezTo>
                    <a:pt x="88" y="5"/>
                    <a:pt x="88" y="5"/>
                    <a:pt x="88" y="5"/>
                  </a:cubicBezTo>
                  <a:cubicBezTo>
                    <a:pt x="92" y="0"/>
                    <a:pt x="100" y="0"/>
                    <a:pt x="104" y="5"/>
                  </a:cubicBezTo>
                  <a:cubicBezTo>
                    <a:pt x="109" y="9"/>
                    <a:pt x="109" y="17"/>
                    <a:pt x="104" y="21"/>
                  </a:cubicBezTo>
                  <a:cubicBezTo>
                    <a:pt x="89" y="37"/>
                    <a:pt x="89" y="37"/>
                    <a:pt x="89" y="37"/>
                  </a:cubicBezTo>
                  <a:cubicBezTo>
                    <a:pt x="116" y="37"/>
                    <a:pt x="116" y="37"/>
                    <a:pt x="116" y="37"/>
                  </a:cubicBezTo>
                  <a:cubicBezTo>
                    <a:pt x="123" y="37"/>
                    <a:pt x="128" y="42"/>
                    <a:pt x="128" y="49"/>
                  </a:cubicBezTo>
                  <a:cubicBezTo>
                    <a:pt x="128" y="65"/>
                    <a:pt x="128" y="65"/>
                    <a:pt x="128" y="65"/>
                  </a:cubicBezTo>
                  <a:cubicBezTo>
                    <a:pt x="128" y="72"/>
                    <a:pt x="123" y="77"/>
                    <a:pt x="116" y="77"/>
                  </a:cubicBezTo>
                  <a:close/>
                  <a:moveTo>
                    <a:pt x="20" y="117"/>
                  </a:moveTo>
                  <a:cubicBezTo>
                    <a:pt x="20" y="119"/>
                    <a:pt x="22" y="121"/>
                    <a:pt x="24" y="121"/>
                  </a:cubicBezTo>
                  <a:cubicBezTo>
                    <a:pt x="36" y="121"/>
                    <a:pt x="36" y="121"/>
                    <a:pt x="36" y="121"/>
                  </a:cubicBezTo>
                  <a:cubicBezTo>
                    <a:pt x="36" y="97"/>
                    <a:pt x="36" y="97"/>
                    <a:pt x="36" y="97"/>
                  </a:cubicBezTo>
                  <a:cubicBezTo>
                    <a:pt x="36" y="95"/>
                    <a:pt x="38" y="93"/>
                    <a:pt x="40" y="93"/>
                  </a:cubicBezTo>
                  <a:cubicBezTo>
                    <a:pt x="42" y="93"/>
                    <a:pt x="44" y="95"/>
                    <a:pt x="44" y="97"/>
                  </a:cubicBezTo>
                  <a:cubicBezTo>
                    <a:pt x="44" y="121"/>
                    <a:pt x="44" y="121"/>
                    <a:pt x="44" y="121"/>
                  </a:cubicBezTo>
                  <a:cubicBezTo>
                    <a:pt x="60" y="121"/>
                    <a:pt x="60" y="121"/>
                    <a:pt x="60" y="121"/>
                  </a:cubicBezTo>
                  <a:cubicBezTo>
                    <a:pt x="60" y="97"/>
                    <a:pt x="60" y="97"/>
                    <a:pt x="60" y="97"/>
                  </a:cubicBezTo>
                  <a:cubicBezTo>
                    <a:pt x="60" y="95"/>
                    <a:pt x="62" y="93"/>
                    <a:pt x="64" y="93"/>
                  </a:cubicBezTo>
                  <a:cubicBezTo>
                    <a:pt x="66" y="93"/>
                    <a:pt x="68" y="95"/>
                    <a:pt x="68" y="97"/>
                  </a:cubicBezTo>
                  <a:cubicBezTo>
                    <a:pt x="68" y="121"/>
                    <a:pt x="68" y="121"/>
                    <a:pt x="68" y="121"/>
                  </a:cubicBezTo>
                  <a:cubicBezTo>
                    <a:pt x="84" y="121"/>
                    <a:pt x="84" y="121"/>
                    <a:pt x="84" y="121"/>
                  </a:cubicBezTo>
                  <a:cubicBezTo>
                    <a:pt x="84" y="97"/>
                    <a:pt x="84" y="97"/>
                    <a:pt x="84" y="97"/>
                  </a:cubicBezTo>
                  <a:cubicBezTo>
                    <a:pt x="84" y="95"/>
                    <a:pt x="86" y="93"/>
                    <a:pt x="88" y="93"/>
                  </a:cubicBezTo>
                  <a:cubicBezTo>
                    <a:pt x="90" y="93"/>
                    <a:pt x="92" y="95"/>
                    <a:pt x="92" y="97"/>
                  </a:cubicBezTo>
                  <a:cubicBezTo>
                    <a:pt x="92" y="121"/>
                    <a:pt x="92" y="121"/>
                    <a:pt x="92" y="121"/>
                  </a:cubicBezTo>
                  <a:cubicBezTo>
                    <a:pt x="104" y="121"/>
                    <a:pt x="104" y="121"/>
                    <a:pt x="104" y="121"/>
                  </a:cubicBezTo>
                  <a:cubicBezTo>
                    <a:pt x="106" y="121"/>
                    <a:pt x="108" y="119"/>
                    <a:pt x="108" y="117"/>
                  </a:cubicBezTo>
                  <a:cubicBezTo>
                    <a:pt x="108" y="77"/>
                    <a:pt x="108" y="77"/>
                    <a:pt x="108" y="77"/>
                  </a:cubicBezTo>
                  <a:cubicBezTo>
                    <a:pt x="20" y="77"/>
                    <a:pt x="20" y="77"/>
                    <a:pt x="20" y="77"/>
                  </a:cubicBezTo>
                  <a:cubicBezTo>
                    <a:pt x="20" y="117"/>
                    <a:pt x="20" y="117"/>
                    <a:pt x="20" y="117"/>
                  </a:cubicBezTo>
                  <a:close/>
                  <a:moveTo>
                    <a:pt x="99" y="18"/>
                  </a:moveTo>
                  <a:cubicBezTo>
                    <a:pt x="101" y="16"/>
                    <a:pt x="101" y="13"/>
                    <a:pt x="99" y="11"/>
                  </a:cubicBezTo>
                  <a:cubicBezTo>
                    <a:pt x="97" y="9"/>
                    <a:pt x="93" y="9"/>
                    <a:pt x="91" y="11"/>
                  </a:cubicBezTo>
                  <a:cubicBezTo>
                    <a:pt x="61" y="40"/>
                    <a:pt x="61" y="40"/>
                    <a:pt x="61" y="40"/>
                  </a:cubicBezTo>
                  <a:cubicBezTo>
                    <a:pt x="59" y="42"/>
                    <a:pt x="59" y="46"/>
                    <a:pt x="61" y="48"/>
                  </a:cubicBezTo>
                  <a:cubicBezTo>
                    <a:pt x="63" y="50"/>
                    <a:pt x="67" y="50"/>
                    <a:pt x="69" y="48"/>
                  </a:cubicBezTo>
                  <a:cubicBezTo>
                    <a:pt x="99" y="18"/>
                    <a:pt x="99" y="18"/>
                    <a:pt x="99" y="18"/>
                  </a:cubicBezTo>
                  <a:close/>
                  <a:moveTo>
                    <a:pt x="120" y="49"/>
                  </a:moveTo>
                  <a:cubicBezTo>
                    <a:pt x="120" y="47"/>
                    <a:pt x="118" y="45"/>
                    <a:pt x="116" y="45"/>
                  </a:cubicBezTo>
                  <a:cubicBezTo>
                    <a:pt x="81" y="45"/>
                    <a:pt x="81" y="45"/>
                    <a:pt x="81" y="45"/>
                  </a:cubicBezTo>
                  <a:cubicBezTo>
                    <a:pt x="72" y="54"/>
                    <a:pt x="72" y="54"/>
                    <a:pt x="72" y="54"/>
                  </a:cubicBezTo>
                  <a:cubicBezTo>
                    <a:pt x="68" y="58"/>
                    <a:pt x="60" y="58"/>
                    <a:pt x="55" y="54"/>
                  </a:cubicBezTo>
                  <a:cubicBezTo>
                    <a:pt x="53" y="51"/>
                    <a:pt x="52" y="48"/>
                    <a:pt x="52" y="45"/>
                  </a:cubicBezTo>
                  <a:cubicBezTo>
                    <a:pt x="12" y="45"/>
                    <a:pt x="12" y="45"/>
                    <a:pt x="12" y="45"/>
                  </a:cubicBezTo>
                  <a:cubicBezTo>
                    <a:pt x="10" y="45"/>
                    <a:pt x="8" y="47"/>
                    <a:pt x="8" y="49"/>
                  </a:cubicBezTo>
                  <a:cubicBezTo>
                    <a:pt x="8" y="65"/>
                    <a:pt x="8" y="65"/>
                    <a:pt x="8" y="65"/>
                  </a:cubicBezTo>
                  <a:cubicBezTo>
                    <a:pt x="8" y="67"/>
                    <a:pt x="10" y="69"/>
                    <a:pt x="12" y="69"/>
                  </a:cubicBezTo>
                  <a:cubicBezTo>
                    <a:pt x="116" y="69"/>
                    <a:pt x="116" y="69"/>
                    <a:pt x="116" y="69"/>
                  </a:cubicBezTo>
                  <a:cubicBezTo>
                    <a:pt x="118" y="69"/>
                    <a:pt x="120" y="67"/>
                    <a:pt x="120" y="65"/>
                  </a:cubicBezTo>
                  <a:cubicBezTo>
                    <a:pt x="120" y="49"/>
                    <a:pt x="120" y="49"/>
                    <a:pt x="120" y="49"/>
                  </a:cubicBezTo>
                  <a:close/>
                </a:path>
              </a:pathLst>
            </a:custGeom>
            <a:solidFill>
              <a:srgbClr val="FFFFFF"/>
            </a:solidFill>
            <a:ln>
              <a:noFill/>
            </a:ln>
          </p:spPr>
          <p:txBody>
            <a:bodyPr vert="horz" wrap="square" lIns="45720" tIns="22860" rIns="45720" bIns="22860" numCol="1" anchor="t" anchorCtr="0" compatLnSpc="1">
              <a:prstTxWarp prst="textNoShape">
                <a:avLst/>
              </a:prstTxWarp>
            </a:bodyPr>
            <a:lstStyle/>
            <a:p>
              <a:pPr marL="0" marR="0" lvl="0" indent="0" algn="l" defTabSz="1219170" rtl="0" eaLnBrk="1" fontAlgn="auto"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rgbClr val="5F5F5F"/>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grpSp>
        <p:nvGrpSpPr>
          <p:cNvPr id="25" name="组合 24">
            <a:extLst>
              <a:ext uri="{FF2B5EF4-FFF2-40B4-BE49-F238E27FC236}">
                <a16:creationId xmlns:a16="http://schemas.microsoft.com/office/drawing/2014/main" id="{D085EDD2-C875-4930-A2EA-AAD18680961C}"/>
              </a:ext>
            </a:extLst>
          </p:cNvPr>
          <p:cNvGrpSpPr/>
          <p:nvPr/>
        </p:nvGrpSpPr>
        <p:grpSpPr>
          <a:xfrm>
            <a:off x="1155867" y="4809281"/>
            <a:ext cx="684076" cy="684076"/>
            <a:chOff x="8298094" y="5211198"/>
            <a:chExt cx="684076" cy="684076"/>
          </a:xfrm>
        </p:grpSpPr>
        <p:sp>
          <p:nvSpPr>
            <p:cNvPr id="19" name="Rounded Rectangle 44">
              <a:extLst>
                <a:ext uri="{FF2B5EF4-FFF2-40B4-BE49-F238E27FC236}">
                  <a16:creationId xmlns:a16="http://schemas.microsoft.com/office/drawing/2014/main" id="{DF920397-865A-4205-AB7E-48D30FE64685}"/>
                </a:ext>
              </a:extLst>
            </p:cNvPr>
            <p:cNvSpPr/>
            <p:nvPr/>
          </p:nvSpPr>
          <p:spPr>
            <a:xfrm>
              <a:off x="8298094" y="5211198"/>
              <a:ext cx="684076" cy="684076"/>
            </a:xfrm>
            <a:prstGeom prst="roundRect">
              <a:avLst/>
            </a:prstGeom>
            <a:solidFill>
              <a:schemeClr val="accent5"/>
            </a:solidFill>
            <a:ln>
              <a:noFill/>
            </a:ln>
            <a:effectLst>
              <a:outerShdw blurRad="1270000" sx="74000" sy="74000" algn="ctr"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id-ID" sz="18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22" name="Freeform 7">
              <a:extLst>
                <a:ext uri="{FF2B5EF4-FFF2-40B4-BE49-F238E27FC236}">
                  <a16:creationId xmlns:a16="http://schemas.microsoft.com/office/drawing/2014/main" id="{010B851A-FC57-45A4-8F8C-D1E1FBACA7A7}"/>
                </a:ext>
              </a:extLst>
            </p:cNvPr>
            <p:cNvSpPr>
              <a:spLocks noEditPoints="1"/>
            </p:cNvSpPr>
            <p:nvPr/>
          </p:nvSpPr>
          <p:spPr bwMode="auto">
            <a:xfrm>
              <a:off x="8529034" y="5404942"/>
              <a:ext cx="222196" cy="296588"/>
            </a:xfrm>
            <a:custGeom>
              <a:avLst/>
              <a:gdLst>
                <a:gd name="T0" fmla="*/ 96 w 96"/>
                <a:gd name="T1" fmla="*/ 48 h 128"/>
                <a:gd name="T2" fmla="*/ 48 w 96"/>
                <a:gd name="T3" fmla="*/ 0 h 128"/>
                <a:gd name="T4" fmla="*/ 0 w 96"/>
                <a:gd name="T5" fmla="*/ 48 h 128"/>
                <a:gd name="T6" fmla="*/ 28 w 96"/>
                <a:gd name="T7" fmla="*/ 92 h 128"/>
                <a:gd name="T8" fmla="*/ 28 w 96"/>
                <a:gd name="T9" fmla="*/ 120 h 128"/>
                <a:gd name="T10" fmla="*/ 36 w 96"/>
                <a:gd name="T11" fmla="*/ 128 h 128"/>
                <a:gd name="T12" fmla="*/ 60 w 96"/>
                <a:gd name="T13" fmla="*/ 128 h 128"/>
                <a:gd name="T14" fmla="*/ 68 w 96"/>
                <a:gd name="T15" fmla="*/ 120 h 128"/>
                <a:gd name="T16" fmla="*/ 68 w 96"/>
                <a:gd name="T17" fmla="*/ 104 h 128"/>
                <a:gd name="T18" fmla="*/ 68 w 96"/>
                <a:gd name="T19" fmla="*/ 104 h 128"/>
                <a:gd name="T20" fmla="*/ 68 w 96"/>
                <a:gd name="T21" fmla="*/ 92 h 128"/>
                <a:gd name="T22" fmla="*/ 96 w 96"/>
                <a:gd name="T23" fmla="*/ 48 h 128"/>
                <a:gd name="T24" fmla="*/ 60 w 96"/>
                <a:gd name="T25" fmla="*/ 116 h 128"/>
                <a:gd name="T26" fmla="*/ 56 w 96"/>
                <a:gd name="T27" fmla="*/ 120 h 128"/>
                <a:gd name="T28" fmla="*/ 40 w 96"/>
                <a:gd name="T29" fmla="*/ 120 h 128"/>
                <a:gd name="T30" fmla="*/ 36 w 96"/>
                <a:gd name="T31" fmla="*/ 116 h 128"/>
                <a:gd name="T32" fmla="*/ 36 w 96"/>
                <a:gd name="T33" fmla="*/ 108 h 128"/>
                <a:gd name="T34" fmla="*/ 40 w 96"/>
                <a:gd name="T35" fmla="*/ 104 h 128"/>
                <a:gd name="T36" fmla="*/ 56 w 96"/>
                <a:gd name="T37" fmla="*/ 104 h 128"/>
                <a:gd name="T38" fmla="*/ 60 w 96"/>
                <a:gd name="T39" fmla="*/ 108 h 128"/>
                <a:gd name="T40" fmla="*/ 60 w 96"/>
                <a:gd name="T41" fmla="*/ 116 h 128"/>
                <a:gd name="T42" fmla="*/ 60 w 96"/>
                <a:gd name="T43" fmla="*/ 86 h 128"/>
                <a:gd name="T44" fmla="*/ 60 w 96"/>
                <a:gd name="T45" fmla="*/ 96 h 128"/>
                <a:gd name="T46" fmla="*/ 36 w 96"/>
                <a:gd name="T47" fmla="*/ 96 h 128"/>
                <a:gd name="T48" fmla="*/ 36 w 96"/>
                <a:gd name="T49" fmla="*/ 86 h 128"/>
                <a:gd name="T50" fmla="*/ 8 w 96"/>
                <a:gd name="T51" fmla="*/ 48 h 128"/>
                <a:gd name="T52" fmla="*/ 48 w 96"/>
                <a:gd name="T53" fmla="*/ 8 h 128"/>
                <a:gd name="T54" fmla="*/ 88 w 96"/>
                <a:gd name="T55" fmla="*/ 48 h 128"/>
                <a:gd name="T56" fmla="*/ 60 w 96"/>
                <a:gd name="T57" fmla="*/ 8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6" h="128">
                  <a:moveTo>
                    <a:pt x="96" y="48"/>
                  </a:moveTo>
                  <a:cubicBezTo>
                    <a:pt x="96" y="22"/>
                    <a:pt x="75" y="0"/>
                    <a:pt x="48" y="0"/>
                  </a:cubicBezTo>
                  <a:cubicBezTo>
                    <a:pt x="21" y="0"/>
                    <a:pt x="0" y="22"/>
                    <a:pt x="0" y="48"/>
                  </a:cubicBezTo>
                  <a:cubicBezTo>
                    <a:pt x="0" y="67"/>
                    <a:pt x="11" y="84"/>
                    <a:pt x="28" y="92"/>
                  </a:cubicBezTo>
                  <a:cubicBezTo>
                    <a:pt x="28" y="120"/>
                    <a:pt x="28" y="120"/>
                    <a:pt x="28" y="120"/>
                  </a:cubicBezTo>
                  <a:cubicBezTo>
                    <a:pt x="28" y="125"/>
                    <a:pt x="32" y="128"/>
                    <a:pt x="36" y="128"/>
                  </a:cubicBezTo>
                  <a:cubicBezTo>
                    <a:pt x="60" y="128"/>
                    <a:pt x="60" y="128"/>
                    <a:pt x="60" y="128"/>
                  </a:cubicBezTo>
                  <a:cubicBezTo>
                    <a:pt x="64" y="128"/>
                    <a:pt x="68" y="125"/>
                    <a:pt x="68" y="120"/>
                  </a:cubicBezTo>
                  <a:cubicBezTo>
                    <a:pt x="68" y="104"/>
                    <a:pt x="68" y="104"/>
                    <a:pt x="68" y="104"/>
                  </a:cubicBezTo>
                  <a:cubicBezTo>
                    <a:pt x="68" y="104"/>
                    <a:pt x="68" y="104"/>
                    <a:pt x="68" y="104"/>
                  </a:cubicBezTo>
                  <a:cubicBezTo>
                    <a:pt x="68" y="92"/>
                    <a:pt x="68" y="92"/>
                    <a:pt x="68" y="92"/>
                  </a:cubicBezTo>
                  <a:cubicBezTo>
                    <a:pt x="85" y="84"/>
                    <a:pt x="96" y="67"/>
                    <a:pt x="96" y="48"/>
                  </a:cubicBezTo>
                  <a:close/>
                  <a:moveTo>
                    <a:pt x="60" y="116"/>
                  </a:moveTo>
                  <a:cubicBezTo>
                    <a:pt x="60" y="118"/>
                    <a:pt x="58" y="120"/>
                    <a:pt x="56" y="120"/>
                  </a:cubicBezTo>
                  <a:cubicBezTo>
                    <a:pt x="40" y="120"/>
                    <a:pt x="40" y="120"/>
                    <a:pt x="40" y="120"/>
                  </a:cubicBezTo>
                  <a:cubicBezTo>
                    <a:pt x="38" y="120"/>
                    <a:pt x="36" y="118"/>
                    <a:pt x="36" y="116"/>
                  </a:cubicBezTo>
                  <a:cubicBezTo>
                    <a:pt x="36" y="108"/>
                    <a:pt x="36" y="108"/>
                    <a:pt x="36" y="108"/>
                  </a:cubicBezTo>
                  <a:cubicBezTo>
                    <a:pt x="36" y="106"/>
                    <a:pt x="38" y="104"/>
                    <a:pt x="40" y="104"/>
                  </a:cubicBezTo>
                  <a:cubicBezTo>
                    <a:pt x="56" y="104"/>
                    <a:pt x="56" y="104"/>
                    <a:pt x="56" y="104"/>
                  </a:cubicBezTo>
                  <a:cubicBezTo>
                    <a:pt x="58" y="104"/>
                    <a:pt x="60" y="106"/>
                    <a:pt x="60" y="108"/>
                  </a:cubicBezTo>
                  <a:cubicBezTo>
                    <a:pt x="60" y="116"/>
                    <a:pt x="60" y="116"/>
                    <a:pt x="60" y="116"/>
                  </a:cubicBezTo>
                  <a:close/>
                  <a:moveTo>
                    <a:pt x="60" y="86"/>
                  </a:moveTo>
                  <a:cubicBezTo>
                    <a:pt x="60" y="96"/>
                    <a:pt x="60" y="96"/>
                    <a:pt x="60" y="96"/>
                  </a:cubicBezTo>
                  <a:cubicBezTo>
                    <a:pt x="36" y="96"/>
                    <a:pt x="36" y="96"/>
                    <a:pt x="36" y="96"/>
                  </a:cubicBezTo>
                  <a:cubicBezTo>
                    <a:pt x="36" y="86"/>
                    <a:pt x="36" y="86"/>
                    <a:pt x="36" y="86"/>
                  </a:cubicBezTo>
                  <a:cubicBezTo>
                    <a:pt x="20" y="81"/>
                    <a:pt x="8" y="66"/>
                    <a:pt x="8" y="48"/>
                  </a:cubicBezTo>
                  <a:cubicBezTo>
                    <a:pt x="8" y="26"/>
                    <a:pt x="26" y="8"/>
                    <a:pt x="48" y="8"/>
                  </a:cubicBezTo>
                  <a:cubicBezTo>
                    <a:pt x="70" y="8"/>
                    <a:pt x="88" y="26"/>
                    <a:pt x="88" y="48"/>
                  </a:cubicBezTo>
                  <a:cubicBezTo>
                    <a:pt x="88" y="66"/>
                    <a:pt x="76" y="81"/>
                    <a:pt x="60" y="86"/>
                  </a:cubicBezTo>
                  <a:close/>
                </a:path>
              </a:pathLst>
            </a:custGeom>
            <a:solidFill>
              <a:srgbClr val="FFFFFF"/>
            </a:solidFill>
            <a:ln>
              <a:noFill/>
            </a:ln>
          </p:spPr>
          <p:txBody>
            <a:bodyPr vert="horz" wrap="square" lIns="45720" tIns="22860" rIns="45720" bIns="22860" numCol="1" anchor="t" anchorCtr="0" compatLnSpc="1">
              <a:prstTxWarp prst="textNoShape">
                <a:avLst/>
              </a:prstTxWarp>
            </a:bodyPr>
            <a:lstStyle/>
            <a:p>
              <a:pPr marL="0" marR="0" lvl="0" indent="0" algn="l" defTabSz="1219170" rtl="0" eaLnBrk="1" fontAlgn="auto"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a:ln>
                  <a:noFill/>
                </a:ln>
                <a:solidFill>
                  <a:srgbClr val="5F5F5F"/>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sp>
        <p:nvSpPr>
          <p:cNvPr id="26" name="Rectangle 20">
            <a:extLst>
              <a:ext uri="{FF2B5EF4-FFF2-40B4-BE49-F238E27FC236}">
                <a16:creationId xmlns:a16="http://schemas.microsoft.com/office/drawing/2014/main" id="{ABCB6ADD-FC6E-4283-A554-1DA486E894E6}"/>
              </a:ext>
            </a:extLst>
          </p:cNvPr>
          <p:cNvSpPr>
            <a:spLocks noChangeArrowheads="1"/>
          </p:cNvSpPr>
          <p:nvPr/>
        </p:nvSpPr>
        <p:spPr bwMode="auto">
          <a:xfrm>
            <a:off x="2555738" y="2089837"/>
            <a:ext cx="35402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l" defTabSz="121917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600" normalizeH="0" baseline="0" noProof="0">
                <a:ln>
                  <a:noFill/>
                </a:ln>
                <a:solidFill>
                  <a:srgbClr val="262626"/>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质量目标和规范化</a:t>
            </a:r>
          </a:p>
        </p:txBody>
      </p:sp>
      <p:sp>
        <p:nvSpPr>
          <p:cNvPr id="27" name="Rectangle 20">
            <a:extLst>
              <a:ext uri="{FF2B5EF4-FFF2-40B4-BE49-F238E27FC236}">
                <a16:creationId xmlns:a16="http://schemas.microsoft.com/office/drawing/2014/main" id="{A74F2F0F-9056-4E53-AFA1-FF54639B6B6E}"/>
              </a:ext>
            </a:extLst>
          </p:cNvPr>
          <p:cNvSpPr>
            <a:spLocks noChangeArrowheads="1"/>
          </p:cNvSpPr>
          <p:nvPr/>
        </p:nvSpPr>
        <p:spPr bwMode="auto">
          <a:xfrm>
            <a:off x="2559501" y="2476951"/>
            <a:ext cx="3678855" cy="540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l" defTabSz="1219170" rtl="0" eaLnBrk="1" fontAlgn="base" latinLnBrk="0" hangingPunct="1">
              <a:lnSpc>
                <a:spcPct val="130000"/>
              </a:lnSpc>
              <a:spcBef>
                <a:spcPct val="0"/>
              </a:spcBef>
              <a:spcAft>
                <a:spcPct val="0"/>
              </a:spcAft>
              <a:buClrTx/>
              <a:buSzTx/>
              <a:buFontTx/>
              <a:buNone/>
              <a:defRPr/>
            </a:pPr>
            <a:r>
              <a:rPr kumimoji="0" lang="zh-CN" altLang="en-US" sz="900" b="0" i="0" u="none" strike="noStrike" kern="1200" cap="none" spc="300" normalizeH="0" baseline="0" noProof="0">
                <a:ln>
                  <a:noFill/>
                </a:ln>
                <a:solidFill>
                  <a:prstClr val="black">
                    <a:lumMod val="65000"/>
                    <a:lumOff val="35000"/>
                  </a:prst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在整个主体施工期间，我们认真进行了落实。迄今为止，未发现砼裂缝现象及较大工程质量问题。整个主体工程的施工，经过项目部管理人员的认真控制</a:t>
            </a:r>
          </a:p>
        </p:txBody>
      </p:sp>
      <p:sp>
        <p:nvSpPr>
          <p:cNvPr id="28" name="Rectangle 20">
            <a:extLst>
              <a:ext uri="{FF2B5EF4-FFF2-40B4-BE49-F238E27FC236}">
                <a16:creationId xmlns:a16="http://schemas.microsoft.com/office/drawing/2014/main" id="{BC537159-D973-41B2-9F06-66BE35C007A7}"/>
              </a:ext>
            </a:extLst>
          </p:cNvPr>
          <p:cNvSpPr>
            <a:spLocks noChangeArrowheads="1"/>
          </p:cNvSpPr>
          <p:nvPr/>
        </p:nvSpPr>
        <p:spPr bwMode="auto">
          <a:xfrm>
            <a:off x="2502727" y="3406695"/>
            <a:ext cx="373562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l" defTabSz="121917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600" normalizeH="0" baseline="0" noProof="0">
                <a:ln>
                  <a:noFill/>
                </a:ln>
                <a:solidFill>
                  <a:srgbClr val="262626"/>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项目管理目标</a:t>
            </a:r>
          </a:p>
        </p:txBody>
      </p:sp>
      <p:sp>
        <p:nvSpPr>
          <p:cNvPr id="29" name="Rectangle 20">
            <a:extLst>
              <a:ext uri="{FF2B5EF4-FFF2-40B4-BE49-F238E27FC236}">
                <a16:creationId xmlns:a16="http://schemas.microsoft.com/office/drawing/2014/main" id="{9B2CAD8C-D51D-41BC-A852-AB72039977A7}"/>
              </a:ext>
            </a:extLst>
          </p:cNvPr>
          <p:cNvSpPr>
            <a:spLocks noChangeArrowheads="1"/>
          </p:cNvSpPr>
          <p:nvPr/>
        </p:nvSpPr>
        <p:spPr bwMode="auto">
          <a:xfrm>
            <a:off x="2506489" y="3793807"/>
            <a:ext cx="3678855" cy="36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l" defTabSz="1219170" rtl="0" eaLnBrk="1" fontAlgn="base" latinLnBrk="0" hangingPunct="1">
              <a:lnSpc>
                <a:spcPct val="130000"/>
              </a:lnSpc>
              <a:spcBef>
                <a:spcPct val="0"/>
              </a:spcBef>
              <a:spcAft>
                <a:spcPct val="0"/>
              </a:spcAft>
              <a:buClrTx/>
              <a:buSzTx/>
              <a:buFontTx/>
              <a:buNone/>
              <a:defRPr/>
            </a:pPr>
            <a:r>
              <a:rPr kumimoji="0" lang="zh-CN" altLang="en-US" sz="900" b="0" i="0" u="none" strike="noStrike" kern="1200" cap="none" spc="300" normalizeH="0" baseline="0" noProof="0">
                <a:ln>
                  <a:noFill/>
                </a:ln>
                <a:solidFill>
                  <a:prstClr val="black">
                    <a:lumMod val="65000"/>
                    <a:lumOff val="35000"/>
                  </a:prst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全部施工内容符合设计和规范要求，主体质量较好，受到监理和甲方的好评，达到了预期的质量目标</a:t>
            </a:r>
          </a:p>
        </p:txBody>
      </p:sp>
      <p:sp>
        <p:nvSpPr>
          <p:cNvPr id="30" name="Rectangle 20">
            <a:extLst>
              <a:ext uri="{FF2B5EF4-FFF2-40B4-BE49-F238E27FC236}">
                <a16:creationId xmlns:a16="http://schemas.microsoft.com/office/drawing/2014/main" id="{E28089AC-2F70-408D-AE4B-0F0E9903D646}"/>
              </a:ext>
            </a:extLst>
          </p:cNvPr>
          <p:cNvSpPr>
            <a:spLocks noChangeArrowheads="1"/>
          </p:cNvSpPr>
          <p:nvPr/>
        </p:nvSpPr>
        <p:spPr bwMode="auto">
          <a:xfrm>
            <a:off x="2449717" y="4777004"/>
            <a:ext cx="37886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l" defTabSz="121917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600" normalizeH="0" baseline="0" noProof="0">
                <a:ln>
                  <a:noFill/>
                </a:ln>
                <a:solidFill>
                  <a:srgbClr val="262626"/>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质量管理体系</a:t>
            </a:r>
          </a:p>
        </p:txBody>
      </p:sp>
      <p:sp>
        <p:nvSpPr>
          <p:cNvPr id="31" name="Rectangle 20">
            <a:extLst>
              <a:ext uri="{FF2B5EF4-FFF2-40B4-BE49-F238E27FC236}">
                <a16:creationId xmlns:a16="http://schemas.microsoft.com/office/drawing/2014/main" id="{1AD4631D-3819-454E-A391-529C48916940}"/>
              </a:ext>
            </a:extLst>
          </p:cNvPr>
          <p:cNvSpPr>
            <a:spLocks noChangeArrowheads="1"/>
          </p:cNvSpPr>
          <p:nvPr/>
        </p:nvSpPr>
        <p:spPr bwMode="auto">
          <a:xfrm>
            <a:off x="2453478" y="5164116"/>
            <a:ext cx="3678855" cy="36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l" defTabSz="1219170" rtl="0" eaLnBrk="1" fontAlgn="base" latinLnBrk="0" hangingPunct="1">
              <a:lnSpc>
                <a:spcPct val="130000"/>
              </a:lnSpc>
              <a:spcBef>
                <a:spcPct val="0"/>
              </a:spcBef>
              <a:spcAft>
                <a:spcPct val="0"/>
              </a:spcAft>
              <a:buClrTx/>
              <a:buSzTx/>
              <a:buFontTx/>
              <a:buNone/>
              <a:defRPr/>
            </a:pPr>
            <a:r>
              <a:rPr kumimoji="0" lang="zh-CN" altLang="en-US" sz="900" b="0" i="0" u="none" strike="noStrike" kern="1200" cap="none" spc="300" normalizeH="0" baseline="0" noProof="0">
                <a:ln>
                  <a:noFill/>
                </a:ln>
                <a:solidFill>
                  <a:prstClr val="black">
                    <a:lumMod val="65000"/>
                    <a:lumOff val="35000"/>
                  </a:prst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项目部下发了许多预防措施和实施办法。为保证整个目标的实现，我组织项目部管理人员根据自己的实践经验</a:t>
            </a:r>
          </a:p>
        </p:txBody>
      </p:sp>
      <p:grpSp>
        <p:nvGrpSpPr>
          <p:cNvPr id="33" name="组合 32">
            <a:extLst>
              <a:ext uri="{FF2B5EF4-FFF2-40B4-BE49-F238E27FC236}">
                <a16:creationId xmlns:a16="http://schemas.microsoft.com/office/drawing/2014/main" id="{FB4FBDE6-423C-4C6C-BCBA-5691C321CE12}"/>
              </a:ext>
            </a:extLst>
          </p:cNvPr>
          <p:cNvGrpSpPr/>
          <p:nvPr/>
        </p:nvGrpSpPr>
        <p:grpSpPr>
          <a:xfrm>
            <a:off x="1622707" y="363109"/>
            <a:ext cx="3570339" cy="646331"/>
            <a:chOff x="1622706" y="363107"/>
            <a:chExt cx="3570339" cy="646331"/>
          </a:xfrm>
        </p:grpSpPr>
        <p:sp>
          <p:nvSpPr>
            <p:cNvPr id="34" name="文本框 33">
              <a:extLst>
                <a:ext uri="{FF2B5EF4-FFF2-40B4-BE49-F238E27FC236}">
                  <a16:creationId xmlns:a16="http://schemas.microsoft.com/office/drawing/2014/main" id="{26A9F823-D4B6-42CB-AD03-665B70EFEF2C}"/>
                </a:ext>
              </a:extLst>
            </p:cNvPr>
            <p:cNvSpPr txBox="1"/>
            <p:nvPr userDrawn="1"/>
          </p:nvSpPr>
          <p:spPr>
            <a:xfrm>
              <a:off x="1622706" y="363107"/>
              <a:ext cx="357033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工作不足之处</a:t>
              </a:r>
            </a:p>
          </p:txBody>
        </p:sp>
        <p:sp>
          <p:nvSpPr>
            <p:cNvPr id="38" name="文本框 37">
              <a:extLst>
                <a:ext uri="{FF2B5EF4-FFF2-40B4-BE49-F238E27FC236}">
                  <a16:creationId xmlns:a16="http://schemas.microsoft.com/office/drawing/2014/main" id="{10C2D6D8-774C-42AF-ACFD-E7BD60910A34}"/>
                </a:ext>
              </a:extLst>
            </p:cNvPr>
            <p:cNvSpPr txBox="1"/>
            <p:nvPr userDrawn="1"/>
          </p:nvSpPr>
          <p:spPr>
            <a:xfrm>
              <a:off x="1622706" y="732439"/>
              <a:ext cx="357033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Use "Title Only" Layout</a:t>
              </a:r>
              <a:endParaRPr kumimoji="0" lang="zh-CN" altLang="en-US"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spTree>
    <p:extLst>
      <p:ext uri="{BB962C8B-B14F-4D97-AF65-F5344CB8AC3E}">
        <p14:creationId xmlns:p14="http://schemas.microsoft.com/office/powerpoint/2010/main" val="3247742415"/>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p15="http://schemas.microsoft.com/office/powerpoint/2012/main" xmlns:a14="http://schemas.microsoft.com/office/drawing/2010/main" xmlns:a16="http://schemas.microsoft.com/office/drawing/2014/main"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2" fill="hold" grpId="0" nodeType="withEffect">
                                  <p:stCondLst>
                                    <p:cond delay="270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1+#ppt_w/2"/>
                                          </p:val>
                                        </p:tav>
                                        <p:tav tm="100000">
                                          <p:val>
                                            <p:strVal val="#ppt_x"/>
                                          </p:val>
                                        </p:tav>
                                      </p:tavLst>
                                    </p:anim>
                                    <p:anim calcmode="lin" valueType="num">
                                      <p:cBhvr additive="base">
                                        <p:cTn id="8" dur="500" fill="hold"/>
                                        <p:tgtEl>
                                          <p:spTgt spid="26"/>
                                        </p:tgtEl>
                                        <p:attrNameLst>
                                          <p:attrName>ppt_y</p:attrName>
                                        </p:attrNameLst>
                                      </p:cBhvr>
                                      <p:tavLst>
                                        <p:tav tm="0">
                                          <p:val>
                                            <p:strVal val="#ppt_y"/>
                                          </p:val>
                                        </p:tav>
                                        <p:tav tm="100000">
                                          <p:val>
                                            <p:strVal val="#ppt_y"/>
                                          </p:val>
                                        </p:tav>
                                      </p:tavLst>
                                    </p:anim>
                                  </p:childTnLst>
                                </p:cTn>
                              </p:par>
                              <p:par>
                                <p:cTn id="9" presetID="42" presetClass="entr" presetSubtype="0" fill="hold" grpId="0" nodeType="withEffect">
                                  <p:stCondLst>
                                    <p:cond delay="160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500"/>
                                        <p:tgtEl>
                                          <p:spTgt spid="27"/>
                                        </p:tgtEl>
                                      </p:cBhvr>
                                    </p:animEffect>
                                    <p:anim calcmode="lin" valueType="num">
                                      <p:cBhvr>
                                        <p:cTn id="12" dur="500" fill="hold"/>
                                        <p:tgtEl>
                                          <p:spTgt spid="27"/>
                                        </p:tgtEl>
                                        <p:attrNameLst>
                                          <p:attrName>ppt_x</p:attrName>
                                        </p:attrNameLst>
                                      </p:cBhvr>
                                      <p:tavLst>
                                        <p:tav tm="0">
                                          <p:val>
                                            <p:strVal val="#ppt_x"/>
                                          </p:val>
                                        </p:tav>
                                        <p:tav tm="100000">
                                          <p:val>
                                            <p:strVal val="#ppt_x"/>
                                          </p:val>
                                        </p:tav>
                                      </p:tavLst>
                                    </p:anim>
                                    <p:anim calcmode="lin" valueType="num">
                                      <p:cBhvr>
                                        <p:cTn id="13" dur="500" fill="hold"/>
                                        <p:tgtEl>
                                          <p:spTgt spid="27"/>
                                        </p:tgtEl>
                                        <p:attrNameLst>
                                          <p:attrName>ppt_y</p:attrName>
                                        </p:attrNameLst>
                                      </p:cBhvr>
                                      <p:tavLst>
                                        <p:tav tm="0">
                                          <p:val>
                                            <p:strVal val="#ppt_y+.1"/>
                                          </p:val>
                                        </p:tav>
                                        <p:tav tm="100000">
                                          <p:val>
                                            <p:strVal val="#ppt_y"/>
                                          </p:val>
                                        </p:tav>
                                      </p:tavLst>
                                    </p:anim>
                                  </p:childTnLst>
                                </p:cTn>
                              </p:par>
                              <p:par>
                                <p:cTn id="14" presetID="2" presetClass="entr" presetSubtype="2" fill="hold" grpId="0" nodeType="withEffect">
                                  <p:stCondLst>
                                    <p:cond delay="2700"/>
                                  </p:stCondLst>
                                  <p:childTnLst>
                                    <p:set>
                                      <p:cBhvr>
                                        <p:cTn id="15" dur="1" fill="hold">
                                          <p:stCondLst>
                                            <p:cond delay="0"/>
                                          </p:stCondLst>
                                        </p:cTn>
                                        <p:tgtEl>
                                          <p:spTgt spid="28"/>
                                        </p:tgtEl>
                                        <p:attrNameLst>
                                          <p:attrName>style.visibility</p:attrName>
                                        </p:attrNameLst>
                                      </p:cBhvr>
                                      <p:to>
                                        <p:strVal val="visible"/>
                                      </p:to>
                                    </p:set>
                                    <p:anim calcmode="lin" valueType="num">
                                      <p:cBhvr additive="base">
                                        <p:cTn id="16" dur="500" fill="hold"/>
                                        <p:tgtEl>
                                          <p:spTgt spid="28"/>
                                        </p:tgtEl>
                                        <p:attrNameLst>
                                          <p:attrName>ppt_x</p:attrName>
                                        </p:attrNameLst>
                                      </p:cBhvr>
                                      <p:tavLst>
                                        <p:tav tm="0">
                                          <p:val>
                                            <p:strVal val="1+#ppt_w/2"/>
                                          </p:val>
                                        </p:tav>
                                        <p:tav tm="100000">
                                          <p:val>
                                            <p:strVal val="#ppt_x"/>
                                          </p:val>
                                        </p:tav>
                                      </p:tavLst>
                                    </p:anim>
                                    <p:anim calcmode="lin" valueType="num">
                                      <p:cBhvr additive="base">
                                        <p:cTn id="17" dur="500" fill="hold"/>
                                        <p:tgtEl>
                                          <p:spTgt spid="28"/>
                                        </p:tgtEl>
                                        <p:attrNameLst>
                                          <p:attrName>ppt_y</p:attrName>
                                        </p:attrNameLst>
                                      </p:cBhvr>
                                      <p:tavLst>
                                        <p:tav tm="0">
                                          <p:val>
                                            <p:strVal val="#ppt_y"/>
                                          </p:val>
                                        </p:tav>
                                        <p:tav tm="100000">
                                          <p:val>
                                            <p:strVal val="#ppt_y"/>
                                          </p:val>
                                        </p:tav>
                                      </p:tavLst>
                                    </p:anim>
                                  </p:childTnLst>
                                </p:cTn>
                              </p:par>
                              <p:par>
                                <p:cTn id="18" presetID="42" presetClass="entr" presetSubtype="0" fill="hold" grpId="0" nodeType="withEffect">
                                  <p:stCondLst>
                                    <p:cond delay="160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500"/>
                                        <p:tgtEl>
                                          <p:spTgt spid="29"/>
                                        </p:tgtEl>
                                      </p:cBhvr>
                                    </p:animEffect>
                                    <p:anim calcmode="lin" valueType="num">
                                      <p:cBhvr>
                                        <p:cTn id="21" dur="500" fill="hold"/>
                                        <p:tgtEl>
                                          <p:spTgt spid="29"/>
                                        </p:tgtEl>
                                        <p:attrNameLst>
                                          <p:attrName>ppt_x</p:attrName>
                                        </p:attrNameLst>
                                      </p:cBhvr>
                                      <p:tavLst>
                                        <p:tav tm="0">
                                          <p:val>
                                            <p:strVal val="#ppt_x"/>
                                          </p:val>
                                        </p:tav>
                                        <p:tav tm="100000">
                                          <p:val>
                                            <p:strVal val="#ppt_x"/>
                                          </p:val>
                                        </p:tav>
                                      </p:tavLst>
                                    </p:anim>
                                    <p:anim calcmode="lin" valueType="num">
                                      <p:cBhvr>
                                        <p:cTn id="22" dur="500" fill="hold"/>
                                        <p:tgtEl>
                                          <p:spTgt spid="29"/>
                                        </p:tgtEl>
                                        <p:attrNameLst>
                                          <p:attrName>ppt_y</p:attrName>
                                        </p:attrNameLst>
                                      </p:cBhvr>
                                      <p:tavLst>
                                        <p:tav tm="0">
                                          <p:val>
                                            <p:strVal val="#ppt_y+.1"/>
                                          </p:val>
                                        </p:tav>
                                        <p:tav tm="100000">
                                          <p:val>
                                            <p:strVal val="#ppt_y"/>
                                          </p:val>
                                        </p:tav>
                                      </p:tavLst>
                                    </p:anim>
                                  </p:childTnLst>
                                </p:cTn>
                              </p:par>
                              <p:par>
                                <p:cTn id="23" presetID="2" presetClass="entr" presetSubtype="2" fill="hold" grpId="0" nodeType="withEffect">
                                  <p:stCondLst>
                                    <p:cond delay="2700"/>
                                  </p:st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fill="hold"/>
                                        <p:tgtEl>
                                          <p:spTgt spid="30"/>
                                        </p:tgtEl>
                                        <p:attrNameLst>
                                          <p:attrName>ppt_x</p:attrName>
                                        </p:attrNameLst>
                                      </p:cBhvr>
                                      <p:tavLst>
                                        <p:tav tm="0">
                                          <p:val>
                                            <p:strVal val="1+#ppt_w/2"/>
                                          </p:val>
                                        </p:tav>
                                        <p:tav tm="100000">
                                          <p:val>
                                            <p:strVal val="#ppt_x"/>
                                          </p:val>
                                        </p:tav>
                                      </p:tavLst>
                                    </p:anim>
                                    <p:anim calcmode="lin" valueType="num">
                                      <p:cBhvr additive="base">
                                        <p:cTn id="26" dur="500" fill="hold"/>
                                        <p:tgtEl>
                                          <p:spTgt spid="30"/>
                                        </p:tgtEl>
                                        <p:attrNameLst>
                                          <p:attrName>ppt_y</p:attrName>
                                        </p:attrNameLst>
                                      </p:cBhvr>
                                      <p:tavLst>
                                        <p:tav tm="0">
                                          <p:val>
                                            <p:strVal val="#ppt_y"/>
                                          </p:val>
                                        </p:tav>
                                        <p:tav tm="100000">
                                          <p:val>
                                            <p:strVal val="#ppt_y"/>
                                          </p:val>
                                        </p:tav>
                                      </p:tavLst>
                                    </p:anim>
                                  </p:childTnLst>
                                </p:cTn>
                              </p:par>
                              <p:par>
                                <p:cTn id="27" presetID="42" presetClass="entr" presetSubtype="0" fill="hold" grpId="0" nodeType="withEffect">
                                  <p:stCondLst>
                                    <p:cond delay="160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500"/>
                                        <p:tgtEl>
                                          <p:spTgt spid="31"/>
                                        </p:tgtEl>
                                      </p:cBhvr>
                                    </p:animEffect>
                                    <p:anim calcmode="lin" valueType="num">
                                      <p:cBhvr>
                                        <p:cTn id="30" dur="500" fill="hold"/>
                                        <p:tgtEl>
                                          <p:spTgt spid="31"/>
                                        </p:tgtEl>
                                        <p:attrNameLst>
                                          <p:attrName>ppt_x</p:attrName>
                                        </p:attrNameLst>
                                      </p:cBhvr>
                                      <p:tavLst>
                                        <p:tav tm="0">
                                          <p:val>
                                            <p:strVal val="#ppt_x"/>
                                          </p:val>
                                        </p:tav>
                                        <p:tav tm="100000">
                                          <p:val>
                                            <p:strVal val="#ppt_x"/>
                                          </p:val>
                                        </p:tav>
                                      </p:tavLst>
                                    </p:anim>
                                    <p:anim calcmode="lin" valueType="num">
                                      <p:cBhvr>
                                        <p:cTn id="31" dur="500" fill="hold"/>
                                        <p:tgtEl>
                                          <p:spTgt spid="31"/>
                                        </p:tgtEl>
                                        <p:attrNameLst>
                                          <p:attrName>ppt_y</p:attrName>
                                        </p:attrNameLst>
                                      </p:cBhvr>
                                      <p:tavLst>
                                        <p:tav tm="0">
                                          <p:val>
                                            <p:strVal val="#ppt_y+.1"/>
                                          </p:val>
                                        </p:tav>
                                        <p:tav tm="100000">
                                          <p:val>
                                            <p:strVal val="#ppt_y"/>
                                          </p:val>
                                        </p:tav>
                                      </p:tavLst>
                                    </p:anim>
                                  </p:childTnLst>
                                </p:cTn>
                              </p:par>
                            </p:childTnLst>
                          </p:cTn>
                        </p:par>
                        <p:par>
                          <p:cTn id="32" fill="hold" nodeType="afterGroup">
                            <p:stCondLst>
                              <p:cond delay="15900"/>
                            </p:stCondLst>
                            <p:childTnLst>
                              <p:par>
                                <p:cTn id="33" presetID="10" presetClass="entr" presetSubtype="0" fill="hold"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childTnLst>
                          </p:cTn>
                        </p:par>
                        <p:par>
                          <p:cTn id="36" fill="hold" nodeType="afterGroup">
                            <p:stCondLst>
                              <p:cond delay="16400"/>
                            </p:stCondLst>
                            <p:childTnLst>
                              <p:par>
                                <p:cTn id="37" presetID="10" presetClass="entr" presetSubtype="0" fill="hold"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500"/>
                                        <p:tgtEl>
                                          <p:spTgt spid="24"/>
                                        </p:tgtEl>
                                      </p:cBhvr>
                                    </p:animEffect>
                                  </p:childTnLst>
                                </p:cTn>
                              </p:par>
                            </p:childTnLst>
                          </p:cTn>
                        </p:par>
                        <p:par>
                          <p:cTn id="40" fill="hold" nodeType="afterGroup">
                            <p:stCondLst>
                              <p:cond delay="16900"/>
                            </p:stCondLst>
                            <p:childTnLst>
                              <p:par>
                                <p:cTn id="41" presetID="10" presetClass="entr" presetSubtype="0" fill="hold" nodeType="after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par>
                          <p:cTn id="44" fill="hold" nodeType="afterGroup">
                            <p:stCondLst>
                              <p:cond delay="17400"/>
                            </p:stCondLst>
                            <p:childTnLst>
                              <p:par>
                                <p:cTn id="45" presetID="22" presetClass="entr" presetSubtype="4" fill="hold" grpId="0" nodeType="after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down)">
                                      <p:cBhvr>
                                        <p:cTn id="47" dur="500"/>
                                        <p:tgtEl>
                                          <p:spTgt spid="14"/>
                                        </p:tgtEl>
                                      </p:cBhvr>
                                    </p:animEffect>
                                  </p:childTnLst>
                                </p:cTn>
                              </p:par>
                            </p:childTnLst>
                          </p:cTn>
                        </p:par>
                        <p:par>
                          <p:cTn id="48" fill="hold" nodeType="afterGroup">
                            <p:stCondLst>
                              <p:cond delay="17900"/>
                            </p:stCondLst>
                            <p:childTnLst>
                              <p:par>
                                <p:cTn id="49" presetID="22" presetClass="entr" presetSubtype="4" fill="hold" nodeType="after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wipe(down)">
                                      <p:cBhvr>
                                        <p:cTn id="51" dur="500"/>
                                        <p:tgtEl>
                                          <p:spTgt spid="15"/>
                                        </p:tgtEl>
                                      </p:cBhvr>
                                    </p:animEffect>
                                  </p:childTnLst>
                                </p:cTn>
                              </p:par>
                            </p:childTnLst>
                          </p:cTn>
                        </p:par>
                        <p:par>
                          <p:cTn id="52" fill="hold" nodeType="afterGroup">
                            <p:stCondLst>
                              <p:cond delay="18400"/>
                            </p:stCondLst>
                            <p:childTnLst>
                              <p:par>
                                <p:cTn id="53" presetID="22" presetClass="entr" presetSubtype="4" fill="hold" grpId="0" nodeType="after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wipe(down)">
                                      <p:cBhvr>
                                        <p:cTn id="5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6" grpId="0"/>
      <p:bldP spid="27" grpId="0"/>
      <p:bldP spid="28" grpId="0"/>
      <p:bldP spid="29" grpId="0"/>
      <p:bldP spid="30" grpId="0"/>
      <p:bldP spid="3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p:cNvSpPr txBox="1"/>
          <p:nvPr/>
        </p:nvSpPr>
        <p:spPr>
          <a:xfrm>
            <a:off x="10086836" y="2966827"/>
            <a:ext cx="669781" cy="401055"/>
          </a:xfrm>
          <a:prstGeom prst="rect">
            <a:avLst/>
          </a:prstGeom>
          <a:noFill/>
        </p:spPr>
        <p:txBody>
          <a:bodyPr wrap="square" lIns="92379" tIns="46188" rIns="92379" bIns="46188" rtlCol="0">
            <a:spAutoFit/>
          </a:bodyPr>
          <a:lstStyle/>
          <a:p>
            <a:pPr marL="0" marR="0" lvl="0" indent="0" algn="l" defTabSz="1219170" rtl="0" eaLnBrk="1" fontAlgn="base" latinLnBrk="0" hangingPunct="1">
              <a:lnSpc>
                <a:spcPct val="100000"/>
              </a:lnSpc>
              <a:spcBef>
                <a:spcPct val="0"/>
              </a:spcBef>
              <a:spcAft>
                <a:spcPct val="0"/>
              </a:spcAft>
              <a:buClrTx/>
              <a:buSzTx/>
              <a:buFontTx/>
              <a:buNone/>
              <a:defRPr/>
            </a:pPr>
            <a:r>
              <a:rPr kumimoji="0" lang="en-US" altLang="zh-CN" sz="2000" b="0" i="0" u="none" strike="noStrike" kern="0" cap="none" spc="-152" normalizeH="0" baseline="0" noProof="0">
                <a:ln>
                  <a:noFill/>
                </a:ln>
                <a:solidFill>
                  <a:prstClr val="white">
                    <a:lumMod val="50000"/>
                  </a:prst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82%</a:t>
            </a:r>
            <a:endParaRPr kumimoji="0" lang="zh-CN" altLang="en-US" sz="2000" b="0" i="0" u="none" strike="noStrike" kern="0" cap="none" spc="-152" normalizeH="0" baseline="0" noProof="0">
              <a:ln>
                <a:noFill/>
              </a:ln>
              <a:solidFill>
                <a:prstClr val="white">
                  <a:lumMod val="50000"/>
                </a:prst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53" name="TextBox 52"/>
          <p:cNvSpPr txBox="1"/>
          <p:nvPr/>
        </p:nvSpPr>
        <p:spPr>
          <a:xfrm>
            <a:off x="9165876" y="3120809"/>
            <a:ext cx="669781" cy="401055"/>
          </a:xfrm>
          <a:prstGeom prst="rect">
            <a:avLst/>
          </a:prstGeom>
          <a:noFill/>
        </p:spPr>
        <p:txBody>
          <a:bodyPr wrap="square" lIns="92379" tIns="46188" rIns="92379" bIns="46188" rtlCol="0">
            <a:spAutoFit/>
          </a:bodyPr>
          <a:lstStyle/>
          <a:p>
            <a:pPr marL="0" marR="0" lvl="0" indent="0" algn="l" defTabSz="1219170" rtl="0" eaLnBrk="1" fontAlgn="base" latinLnBrk="0" hangingPunct="1">
              <a:lnSpc>
                <a:spcPct val="100000"/>
              </a:lnSpc>
              <a:spcBef>
                <a:spcPct val="0"/>
              </a:spcBef>
              <a:spcAft>
                <a:spcPct val="0"/>
              </a:spcAft>
              <a:buClrTx/>
              <a:buSzTx/>
              <a:buFontTx/>
              <a:buNone/>
              <a:defRPr/>
            </a:pPr>
            <a:r>
              <a:rPr kumimoji="0" lang="en-US" altLang="zh-CN" sz="2000" b="0" i="0" u="none" strike="noStrike" kern="0" cap="none" spc="-152" normalizeH="0" baseline="0" noProof="0">
                <a:ln>
                  <a:noFill/>
                </a:ln>
                <a:solidFill>
                  <a:prstClr val="white">
                    <a:lumMod val="50000"/>
                  </a:prst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73%</a:t>
            </a:r>
            <a:endParaRPr kumimoji="0" lang="zh-CN" altLang="en-US" sz="2000" b="0" i="0" u="none" strike="noStrike" kern="0" cap="none" spc="-152" normalizeH="0" baseline="0" noProof="0">
              <a:ln>
                <a:noFill/>
              </a:ln>
              <a:solidFill>
                <a:prstClr val="white">
                  <a:lumMod val="50000"/>
                </a:prst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54" name="TextBox 53"/>
          <p:cNvSpPr txBox="1"/>
          <p:nvPr/>
        </p:nvSpPr>
        <p:spPr>
          <a:xfrm>
            <a:off x="8329407" y="3543092"/>
            <a:ext cx="669781" cy="401055"/>
          </a:xfrm>
          <a:prstGeom prst="rect">
            <a:avLst/>
          </a:prstGeom>
          <a:noFill/>
        </p:spPr>
        <p:txBody>
          <a:bodyPr wrap="square" lIns="92379" tIns="46188" rIns="92379" bIns="46188" rtlCol="0">
            <a:spAutoFit/>
          </a:bodyPr>
          <a:lstStyle/>
          <a:p>
            <a:pPr marL="0" marR="0" lvl="0" indent="0" algn="l" defTabSz="1219170" rtl="0" eaLnBrk="1" fontAlgn="base" latinLnBrk="0" hangingPunct="1">
              <a:lnSpc>
                <a:spcPct val="100000"/>
              </a:lnSpc>
              <a:spcBef>
                <a:spcPct val="0"/>
              </a:spcBef>
              <a:spcAft>
                <a:spcPct val="0"/>
              </a:spcAft>
              <a:buClrTx/>
              <a:buSzTx/>
              <a:buFontTx/>
              <a:buNone/>
              <a:defRPr/>
            </a:pPr>
            <a:r>
              <a:rPr kumimoji="0" lang="en-US" altLang="zh-CN" sz="2000" b="0" i="0" u="none" strike="noStrike" kern="0" cap="none" spc="-152" normalizeH="0" baseline="0" noProof="0">
                <a:ln>
                  <a:noFill/>
                </a:ln>
                <a:solidFill>
                  <a:prstClr val="white">
                    <a:lumMod val="50000"/>
                  </a:prst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56%</a:t>
            </a:r>
            <a:endParaRPr kumimoji="0" lang="zh-CN" altLang="en-US" sz="2000" b="0" i="0" u="none" strike="noStrike" kern="0" cap="none" spc="-152" normalizeH="0" baseline="0" noProof="0">
              <a:ln>
                <a:noFill/>
              </a:ln>
              <a:solidFill>
                <a:prstClr val="white">
                  <a:lumMod val="50000"/>
                </a:prst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55" name="TextBox 54"/>
          <p:cNvSpPr txBox="1"/>
          <p:nvPr/>
        </p:nvSpPr>
        <p:spPr>
          <a:xfrm>
            <a:off x="7586347" y="4030685"/>
            <a:ext cx="669781" cy="401055"/>
          </a:xfrm>
          <a:prstGeom prst="rect">
            <a:avLst/>
          </a:prstGeom>
          <a:noFill/>
        </p:spPr>
        <p:txBody>
          <a:bodyPr wrap="square" lIns="92379" tIns="46188" rIns="92379" bIns="46188" rtlCol="0">
            <a:spAutoFit/>
          </a:bodyPr>
          <a:lstStyle/>
          <a:p>
            <a:pPr marL="0" marR="0" lvl="0" indent="0" algn="l" defTabSz="1219170" rtl="0" eaLnBrk="1" fontAlgn="base" latinLnBrk="0" hangingPunct="1">
              <a:lnSpc>
                <a:spcPct val="100000"/>
              </a:lnSpc>
              <a:spcBef>
                <a:spcPct val="0"/>
              </a:spcBef>
              <a:spcAft>
                <a:spcPct val="0"/>
              </a:spcAft>
              <a:buClrTx/>
              <a:buSzTx/>
              <a:buFontTx/>
              <a:buNone/>
              <a:defRPr/>
            </a:pPr>
            <a:r>
              <a:rPr kumimoji="0" lang="en-US" altLang="zh-CN" sz="2000" b="0" i="0" u="none" strike="noStrike" kern="0" cap="none" spc="-152" normalizeH="0" baseline="0" noProof="0">
                <a:ln>
                  <a:noFill/>
                </a:ln>
                <a:solidFill>
                  <a:prstClr val="white">
                    <a:lumMod val="50000"/>
                  </a:prst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32%</a:t>
            </a:r>
            <a:endParaRPr kumimoji="0" lang="zh-CN" altLang="en-US" sz="2000" b="0" i="0" u="none" strike="noStrike" kern="0" cap="none" spc="-152" normalizeH="0" baseline="0" noProof="0">
              <a:ln>
                <a:noFill/>
              </a:ln>
              <a:solidFill>
                <a:prstClr val="white">
                  <a:lumMod val="50000"/>
                </a:prst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nvGrpSpPr>
          <p:cNvPr id="56" name="组合 55"/>
          <p:cNvGrpSpPr/>
          <p:nvPr/>
        </p:nvGrpSpPr>
        <p:grpSpPr>
          <a:xfrm rot="5400000" flipH="1">
            <a:off x="8063509" y="3142243"/>
            <a:ext cx="2233259" cy="2879693"/>
            <a:chOff x="8155995" y="3063800"/>
            <a:chExt cx="4110065" cy="2647126"/>
          </a:xfrm>
          <a:effectLst>
            <a:outerShdw blurRad="114300" dist="88900" algn="l" rotWithShape="0">
              <a:prstClr val="black">
                <a:alpha val="22000"/>
              </a:prstClr>
            </a:outerShdw>
          </a:effectLst>
        </p:grpSpPr>
        <p:sp>
          <p:nvSpPr>
            <p:cNvPr id="57" name="矩形 56"/>
            <p:cNvSpPr/>
            <p:nvPr/>
          </p:nvSpPr>
          <p:spPr>
            <a:xfrm>
              <a:off x="8156003" y="3063800"/>
              <a:ext cx="1680799" cy="332667"/>
            </a:xfrm>
            <a:prstGeom prst="rect">
              <a:avLst/>
            </a:prstGeom>
            <a:solidFill>
              <a:schemeClr val="accent3"/>
            </a:solidFill>
            <a:ln w="25400" cap="flat" cmpd="sng" algn="ctr">
              <a:noFill/>
              <a:prstDash val="solid"/>
            </a:ln>
            <a:effectLst/>
          </p:spPr>
          <p:txBody>
            <a:bodyPr lIns="138244" tIns="69121" rIns="138244" bIns="69121" rtlCol="0" anchor="ctr"/>
            <a:lstStyle/>
            <a:p>
              <a:pPr marL="0" marR="0" lvl="0" indent="0" algn="ctr" defTabSz="1219170" rtl="0" eaLnBrk="1" fontAlgn="base"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58" name="矩形 57"/>
            <p:cNvSpPr/>
            <p:nvPr/>
          </p:nvSpPr>
          <p:spPr>
            <a:xfrm>
              <a:off x="9889504" y="3063800"/>
              <a:ext cx="2376556" cy="332667"/>
            </a:xfrm>
            <a:prstGeom prst="rect">
              <a:avLst/>
            </a:prstGeom>
            <a:solidFill>
              <a:schemeClr val="accent4"/>
            </a:solidFill>
            <a:ln w="25400" cap="flat" cmpd="sng" algn="ctr">
              <a:noFill/>
              <a:prstDash val="solid"/>
            </a:ln>
            <a:effectLst/>
          </p:spPr>
          <p:txBody>
            <a:bodyPr lIns="138244" tIns="69121" rIns="138244" bIns="69121" rtlCol="0" anchor="ctr"/>
            <a:lstStyle/>
            <a:p>
              <a:pPr marL="0" marR="0" lvl="0" indent="0" algn="ctr" defTabSz="1219170" rtl="0" eaLnBrk="1" fontAlgn="base"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59" name="矩形 58"/>
            <p:cNvSpPr/>
            <p:nvPr/>
          </p:nvSpPr>
          <p:spPr>
            <a:xfrm>
              <a:off x="8156001" y="3899089"/>
              <a:ext cx="1555419" cy="332667"/>
            </a:xfrm>
            <a:prstGeom prst="rect">
              <a:avLst/>
            </a:prstGeom>
            <a:solidFill>
              <a:schemeClr val="accent3"/>
            </a:solidFill>
            <a:ln w="25400" cap="flat" cmpd="sng" algn="ctr">
              <a:noFill/>
              <a:prstDash val="solid"/>
            </a:ln>
            <a:effectLst/>
          </p:spPr>
          <p:txBody>
            <a:bodyPr lIns="138244" tIns="69121" rIns="138244" bIns="69121" rtlCol="0" anchor="ctr"/>
            <a:lstStyle/>
            <a:p>
              <a:pPr marL="0" marR="0" lvl="0" indent="0" algn="ctr" defTabSz="1219170" rtl="0" eaLnBrk="1" fontAlgn="base"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60" name="矩形 59"/>
            <p:cNvSpPr/>
            <p:nvPr/>
          </p:nvSpPr>
          <p:spPr>
            <a:xfrm>
              <a:off x="9763824" y="3899089"/>
              <a:ext cx="2199274" cy="332667"/>
            </a:xfrm>
            <a:prstGeom prst="rect">
              <a:avLst/>
            </a:prstGeom>
            <a:solidFill>
              <a:schemeClr val="accent4"/>
            </a:solidFill>
            <a:ln w="25400" cap="flat" cmpd="sng" algn="ctr">
              <a:noFill/>
              <a:prstDash val="solid"/>
            </a:ln>
            <a:effectLst/>
          </p:spPr>
          <p:txBody>
            <a:bodyPr lIns="138244" tIns="69121" rIns="138244" bIns="69121" rtlCol="0" anchor="ctr"/>
            <a:lstStyle/>
            <a:p>
              <a:pPr marL="0" marR="0" lvl="0" indent="0" algn="ctr" defTabSz="1219170" rtl="0" eaLnBrk="1" fontAlgn="base"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61" name="矩形 60"/>
            <p:cNvSpPr/>
            <p:nvPr/>
          </p:nvSpPr>
          <p:spPr>
            <a:xfrm>
              <a:off x="8155998" y="4671503"/>
              <a:ext cx="1174131" cy="332667"/>
            </a:xfrm>
            <a:prstGeom prst="rect">
              <a:avLst/>
            </a:prstGeom>
            <a:solidFill>
              <a:schemeClr val="accent3"/>
            </a:solidFill>
            <a:ln w="25400" cap="flat" cmpd="sng" algn="ctr">
              <a:noFill/>
              <a:prstDash val="solid"/>
            </a:ln>
            <a:effectLst/>
          </p:spPr>
          <p:txBody>
            <a:bodyPr lIns="138244" tIns="69121" rIns="138244" bIns="69121" rtlCol="0" anchor="ctr"/>
            <a:lstStyle/>
            <a:p>
              <a:pPr marL="0" marR="0" lvl="0" indent="0" algn="ctr" defTabSz="1219170" rtl="0" eaLnBrk="1" fontAlgn="base"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62" name="矩形 61"/>
            <p:cNvSpPr/>
            <p:nvPr/>
          </p:nvSpPr>
          <p:spPr>
            <a:xfrm>
              <a:off x="9381625" y="4671501"/>
              <a:ext cx="1660158" cy="332667"/>
            </a:xfrm>
            <a:prstGeom prst="rect">
              <a:avLst/>
            </a:prstGeom>
            <a:solidFill>
              <a:schemeClr val="accent4"/>
            </a:solidFill>
            <a:ln w="25400" cap="flat" cmpd="sng" algn="ctr">
              <a:noFill/>
              <a:prstDash val="solid"/>
            </a:ln>
            <a:effectLst/>
          </p:spPr>
          <p:txBody>
            <a:bodyPr lIns="138244" tIns="69121" rIns="138244" bIns="69121" rtlCol="0" anchor="ctr"/>
            <a:lstStyle/>
            <a:p>
              <a:pPr marL="0" marR="0" lvl="0" indent="0" algn="ctr" defTabSz="1219170" rtl="0" eaLnBrk="1" fontAlgn="base"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63" name="矩形 62"/>
            <p:cNvSpPr/>
            <p:nvPr/>
          </p:nvSpPr>
          <p:spPr>
            <a:xfrm>
              <a:off x="8155995" y="5378253"/>
              <a:ext cx="810249" cy="332667"/>
            </a:xfrm>
            <a:prstGeom prst="rect">
              <a:avLst/>
            </a:prstGeom>
            <a:solidFill>
              <a:schemeClr val="accent3"/>
            </a:solidFill>
            <a:ln w="25400" cap="flat" cmpd="sng" algn="ctr">
              <a:noFill/>
              <a:prstDash val="solid"/>
            </a:ln>
            <a:effectLst/>
          </p:spPr>
          <p:txBody>
            <a:bodyPr lIns="138244" tIns="69121" rIns="138244" bIns="69121" rtlCol="0" anchor="ctr"/>
            <a:lstStyle/>
            <a:p>
              <a:pPr marL="0" marR="0" lvl="0" indent="0" algn="ctr" defTabSz="1219170" rtl="0" eaLnBrk="1" fontAlgn="base"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64" name="矩形 63"/>
            <p:cNvSpPr/>
            <p:nvPr/>
          </p:nvSpPr>
          <p:spPr>
            <a:xfrm>
              <a:off x="9018774" y="5378259"/>
              <a:ext cx="1145643" cy="332667"/>
            </a:xfrm>
            <a:prstGeom prst="rect">
              <a:avLst/>
            </a:prstGeom>
            <a:solidFill>
              <a:schemeClr val="accent4"/>
            </a:solidFill>
            <a:ln w="25400" cap="flat" cmpd="sng" algn="ctr">
              <a:noFill/>
              <a:prstDash val="solid"/>
            </a:ln>
            <a:effectLst/>
          </p:spPr>
          <p:txBody>
            <a:bodyPr lIns="138244" tIns="69121" rIns="138244" bIns="69121" rtlCol="0" anchor="ctr"/>
            <a:lstStyle/>
            <a:p>
              <a:pPr marL="0" marR="0" lvl="0" indent="0" algn="ctr" defTabSz="1219170" rtl="0" eaLnBrk="1" fontAlgn="base" latinLnBrk="0" hangingPunct="1">
                <a:lnSpc>
                  <a:spcPct val="100000"/>
                </a:lnSpc>
                <a:spcBef>
                  <a:spcPct val="0"/>
                </a:spcBef>
                <a:spcAft>
                  <a:spcPct val="0"/>
                </a:spcAft>
                <a:buClrTx/>
                <a:buSzTx/>
                <a:buFontTx/>
                <a:buNone/>
                <a:defRPr/>
              </a:pPr>
              <a:endParaRPr kumimoji="0" lang="zh-CN" altLang="en-US" sz="2000"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grpSp>
        <p:nvGrpSpPr>
          <p:cNvPr id="65" name="组合 64"/>
          <p:cNvGrpSpPr/>
          <p:nvPr/>
        </p:nvGrpSpPr>
        <p:grpSpPr>
          <a:xfrm>
            <a:off x="1245425" y="2877847"/>
            <a:ext cx="1737011" cy="1516247"/>
            <a:chOff x="1397291" y="3132277"/>
            <a:chExt cx="1948823" cy="1702026"/>
          </a:xfrm>
        </p:grpSpPr>
        <p:grpSp>
          <p:nvGrpSpPr>
            <p:cNvPr id="66" name="组合 65"/>
            <p:cNvGrpSpPr/>
            <p:nvPr/>
          </p:nvGrpSpPr>
          <p:grpSpPr>
            <a:xfrm>
              <a:off x="1397291" y="3132277"/>
              <a:ext cx="1948823" cy="1702026"/>
              <a:chOff x="1511944" y="2420246"/>
              <a:chExt cx="2627152" cy="2294453"/>
            </a:xfrm>
            <a:effectLst>
              <a:outerShdw blurRad="203200" dist="38100" dir="3780000" sx="103000" sy="103000" algn="t" rotWithShape="0">
                <a:prstClr val="black">
                  <a:alpha val="25000"/>
                </a:prstClr>
              </a:outerShdw>
            </a:effectLst>
          </p:grpSpPr>
          <p:sp>
            <p:nvSpPr>
              <p:cNvPr id="69" name="Freeform 6"/>
              <p:cNvSpPr/>
              <p:nvPr/>
            </p:nvSpPr>
            <p:spPr bwMode="auto">
              <a:xfrm>
                <a:off x="1511944" y="2420246"/>
                <a:ext cx="2627152" cy="2294453"/>
              </a:xfrm>
              <a:custGeom>
                <a:avLst/>
                <a:gdLst>
                  <a:gd name="T0" fmla="*/ 4479 w 4516"/>
                  <a:gd name="T1" fmla="*/ 2074 h 3947"/>
                  <a:gd name="T2" fmla="*/ 3967 w 4516"/>
                  <a:gd name="T3" fmla="*/ 2960 h 3947"/>
                  <a:gd name="T4" fmla="*/ 3455 w 4516"/>
                  <a:gd name="T5" fmla="*/ 3847 h 3947"/>
                  <a:gd name="T6" fmla="*/ 3282 w 4516"/>
                  <a:gd name="T7" fmla="*/ 3947 h 3947"/>
                  <a:gd name="T8" fmla="*/ 2258 w 4516"/>
                  <a:gd name="T9" fmla="*/ 3947 h 3947"/>
                  <a:gd name="T10" fmla="*/ 1234 w 4516"/>
                  <a:gd name="T11" fmla="*/ 3947 h 3947"/>
                  <a:gd name="T12" fmla="*/ 1061 w 4516"/>
                  <a:gd name="T13" fmla="*/ 3847 h 3947"/>
                  <a:gd name="T14" fmla="*/ 549 w 4516"/>
                  <a:gd name="T15" fmla="*/ 2960 h 3947"/>
                  <a:gd name="T16" fmla="*/ 37 w 4516"/>
                  <a:gd name="T17" fmla="*/ 2074 h 3947"/>
                  <a:gd name="T18" fmla="*/ 37 w 4516"/>
                  <a:gd name="T19" fmla="*/ 1874 h 3947"/>
                  <a:gd name="T20" fmla="*/ 549 w 4516"/>
                  <a:gd name="T21" fmla="*/ 987 h 3947"/>
                  <a:gd name="T22" fmla="*/ 1061 w 4516"/>
                  <a:gd name="T23" fmla="*/ 100 h 3947"/>
                  <a:gd name="T24" fmla="*/ 1234 w 4516"/>
                  <a:gd name="T25" fmla="*/ 0 h 3947"/>
                  <a:gd name="T26" fmla="*/ 2258 w 4516"/>
                  <a:gd name="T27" fmla="*/ 0 h 3947"/>
                  <a:gd name="T28" fmla="*/ 3282 w 4516"/>
                  <a:gd name="T29" fmla="*/ 0 h 3947"/>
                  <a:gd name="T30" fmla="*/ 3455 w 4516"/>
                  <a:gd name="T31" fmla="*/ 100 h 3947"/>
                  <a:gd name="T32" fmla="*/ 3967 w 4516"/>
                  <a:gd name="T33" fmla="*/ 987 h 3947"/>
                  <a:gd name="T34" fmla="*/ 4479 w 4516"/>
                  <a:gd name="T35" fmla="*/ 1874 h 3947"/>
                  <a:gd name="T36" fmla="*/ 4479 w 4516"/>
                  <a:gd name="T37" fmla="*/ 2074 h 3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16" h="3947">
                    <a:moveTo>
                      <a:pt x="4479" y="2074"/>
                    </a:moveTo>
                    <a:lnTo>
                      <a:pt x="3967" y="2960"/>
                    </a:lnTo>
                    <a:lnTo>
                      <a:pt x="3455" y="3847"/>
                    </a:lnTo>
                    <a:cubicBezTo>
                      <a:pt x="3418" y="3911"/>
                      <a:pt x="3355" y="3947"/>
                      <a:pt x="3282" y="3947"/>
                    </a:cubicBezTo>
                    <a:lnTo>
                      <a:pt x="2258" y="3947"/>
                    </a:lnTo>
                    <a:lnTo>
                      <a:pt x="1234" y="3947"/>
                    </a:lnTo>
                    <a:cubicBezTo>
                      <a:pt x="1160" y="3947"/>
                      <a:pt x="1097" y="3911"/>
                      <a:pt x="1061" y="3847"/>
                    </a:cubicBezTo>
                    <a:lnTo>
                      <a:pt x="549" y="2960"/>
                    </a:lnTo>
                    <a:lnTo>
                      <a:pt x="37" y="2074"/>
                    </a:lnTo>
                    <a:cubicBezTo>
                      <a:pt x="0" y="2010"/>
                      <a:pt x="0" y="1937"/>
                      <a:pt x="37" y="1874"/>
                    </a:cubicBezTo>
                    <a:lnTo>
                      <a:pt x="549" y="987"/>
                    </a:lnTo>
                    <a:lnTo>
                      <a:pt x="1061" y="100"/>
                    </a:lnTo>
                    <a:cubicBezTo>
                      <a:pt x="1097" y="36"/>
                      <a:pt x="1160" y="0"/>
                      <a:pt x="1234" y="0"/>
                    </a:cubicBezTo>
                    <a:lnTo>
                      <a:pt x="2258" y="0"/>
                    </a:lnTo>
                    <a:lnTo>
                      <a:pt x="3282" y="0"/>
                    </a:lnTo>
                    <a:cubicBezTo>
                      <a:pt x="3355" y="0"/>
                      <a:pt x="3418" y="36"/>
                      <a:pt x="3455" y="100"/>
                    </a:cubicBezTo>
                    <a:lnTo>
                      <a:pt x="3967" y="987"/>
                    </a:lnTo>
                    <a:lnTo>
                      <a:pt x="4479" y="1874"/>
                    </a:lnTo>
                    <a:cubicBezTo>
                      <a:pt x="4516" y="1937"/>
                      <a:pt x="4516" y="2010"/>
                      <a:pt x="4479" y="2074"/>
                    </a:cubicBezTo>
                    <a:close/>
                  </a:path>
                </a:pathLst>
              </a:custGeom>
              <a:solidFill>
                <a:sysClr val="window" lastClr="FFFFFF"/>
              </a:solidFill>
              <a:ln w="7938" cap="flat">
                <a:noFill/>
                <a:prstDash val="solid"/>
                <a:miter lim="800000"/>
              </a:ln>
              <a:effectLst/>
            </p:spPr>
            <p:txBody>
              <a:bodyPr vert="horz" wrap="square" lIns="121920" tIns="60960" rIns="121920" bIns="60960" numCol="1" anchor="t" anchorCtr="0" compatLnSpc="1">
                <a:prstTxWarp prst="textNoShape">
                  <a:avLst/>
                </a:prstTxWarp>
              </a:bodyPr>
              <a:lstStyle/>
              <a:p>
                <a:pPr marL="0" marR="0" lvl="0" indent="0" algn="l"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black"/>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70" name="Freeform 6"/>
              <p:cNvSpPr/>
              <p:nvPr/>
            </p:nvSpPr>
            <p:spPr bwMode="auto">
              <a:xfrm>
                <a:off x="1524106" y="2431739"/>
                <a:ext cx="2602832" cy="2271469"/>
              </a:xfrm>
              <a:custGeom>
                <a:avLst/>
                <a:gdLst>
                  <a:gd name="T0" fmla="*/ 4479 w 4516"/>
                  <a:gd name="T1" fmla="*/ 2074 h 3947"/>
                  <a:gd name="T2" fmla="*/ 3967 w 4516"/>
                  <a:gd name="T3" fmla="*/ 2960 h 3947"/>
                  <a:gd name="T4" fmla="*/ 3455 w 4516"/>
                  <a:gd name="T5" fmla="*/ 3847 h 3947"/>
                  <a:gd name="T6" fmla="*/ 3282 w 4516"/>
                  <a:gd name="T7" fmla="*/ 3947 h 3947"/>
                  <a:gd name="T8" fmla="*/ 2258 w 4516"/>
                  <a:gd name="T9" fmla="*/ 3947 h 3947"/>
                  <a:gd name="T10" fmla="*/ 1234 w 4516"/>
                  <a:gd name="T11" fmla="*/ 3947 h 3947"/>
                  <a:gd name="T12" fmla="*/ 1061 w 4516"/>
                  <a:gd name="T13" fmla="*/ 3847 h 3947"/>
                  <a:gd name="T14" fmla="*/ 549 w 4516"/>
                  <a:gd name="T15" fmla="*/ 2960 h 3947"/>
                  <a:gd name="T16" fmla="*/ 37 w 4516"/>
                  <a:gd name="T17" fmla="*/ 2074 h 3947"/>
                  <a:gd name="T18" fmla="*/ 37 w 4516"/>
                  <a:gd name="T19" fmla="*/ 1874 h 3947"/>
                  <a:gd name="T20" fmla="*/ 549 w 4516"/>
                  <a:gd name="T21" fmla="*/ 987 h 3947"/>
                  <a:gd name="T22" fmla="*/ 1061 w 4516"/>
                  <a:gd name="T23" fmla="*/ 100 h 3947"/>
                  <a:gd name="T24" fmla="*/ 1234 w 4516"/>
                  <a:gd name="T25" fmla="*/ 0 h 3947"/>
                  <a:gd name="T26" fmla="*/ 2258 w 4516"/>
                  <a:gd name="T27" fmla="*/ 0 h 3947"/>
                  <a:gd name="T28" fmla="*/ 3282 w 4516"/>
                  <a:gd name="T29" fmla="*/ 0 h 3947"/>
                  <a:gd name="T30" fmla="*/ 3455 w 4516"/>
                  <a:gd name="T31" fmla="*/ 100 h 3947"/>
                  <a:gd name="T32" fmla="*/ 3967 w 4516"/>
                  <a:gd name="T33" fmla="*/ 987 h 3947"/>
                  <a:gd name="T34" fmla="*/ 4479 w 4516"/>
                  <a:gd name="T35" fmla="*/ 1874 h 3947"/>
                  <a:gd name="T36" fmla="*/ 4479 w 4516"/>
                  <a:gd name="T37" fmla="*/ 2074 h 3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16" h="3947">
                    <a:moveTo>
                      <a:pt x="4479" y="2074"/>
                    </a:moveTo>
                    <a:lnTo>
                      <a:pt x="3967" y="2960"/>
                    </a:lnTo>
                    <a:lnTo>
                      <a:pt x="3455" y="3847"/>
                    </a:lnTo>
                    <a:cubicBezTo>
                      <a:pt x="3418" y="3911"/>
                      <a:pt x="3355" y="3947"/>
                      <a:pt x="3282" y="3947"/>
                    </a:cubicBezTo>
                    <a:lnTo>
                      <a:pt x="2258" y="3947"/>
                    </a:lnTo>
                    <a:lnTo>
                      <a:pt x="1234" y="3947"/>
                    </a:lnTo>
                    <a:cubicBezTo>
                      <a:pt x="1160" y="3947"/>
                      <a:pt x="1097" y="3911"/>
                      <a:pt x="1061" y="3847"/>
                    </a:cubicBezTo>
                    <a:lnTo>
                      <a:pt x="549" y="2960"/>
                    </a:lnTo>
                    <a:lnTo>
                      <a:pt x="37" y="2074"/>
                    </a:lnTo>
                    <a:cubicBezTo>
                      <a:pt x="0" y="2010"/>
                      <a:pt x="0" y="1937"/>
                      <a:pt x="37" y="1874"/>
                    </a:cubicBezTo>
                    <a:lnTo>
                      <a:pt x="549" y="987"/>
                    </a:lnTo>
                    <a:lnTo>
                      <a:pt x="1061" y="100"/>
                    </a:lnTo>
                    <a:cubicBezTo>
                      <a:pt x="1097" y="36"/>
                      <a:pt x="1160" y="0"/>
                      <a:pt x="1234" y="0"/>
                    </a:cubicBezTo>
                    <a:lnTo>
                      <a:pt x="2258" y="0"/>
                    </a:lnTo>
                    <a:lnTo>
                      <a:pt x="3282" y="0"/>
                    </a:lnTo>
                    <a:cubicBezTo>
                      <a:pt x="3355" y="0"/>
                      <a:pt x="3418" y="36"/>
                      <a:pt x="3455" y="100"/>
                    </a:cubicBezTo>
                    <a:lnTo>
                      <a:pt x="3967" y="987"/>
                    </a:lnTo>
                    <a:lnTo>
                      <a:pt x="4479" y="1874"/>
                    </a:lnTo>
                    <a:cubicBezTo>
                      <a:pt x="4516" y="1937"/>
                      <a:pt x="4516" y="2010"/>
                      <a:pt x="4479" y="2074"/>
                    </a:cubicBezTo>
                    <a:close/>
                  </a:path>
                </a:pathLst>
              </a:custGeom>
              <a:gradFill>
                <a:gsLst>
                  <a:gs pos="0">
                    <a:sysClr val="window" lastClr="FFFFFF">
                      <a:lumMod val="82000"/>
                      <a:lumOff val="18000"/>
                    </a:sysClr>
                  </a:gs>
                  <a:gs pos="47000">
                    <a:srgbClr val="F5F5F5"/>
                  </a:gs>
                  <a:gs pos="100000">
                    <a:sysClr val="window" lastClr="FFFFFF">
                      <a:lumMod val="95000"/>
                      <a:lumOff val="5000"/>
                    </a:sysClr>
                  </a:gs>
                </a:gsLst>
                <a:lin ang="18900000" scaled="0"/>
              </a:gradFill>
              <a:ln w="7938" cap="flat">
                <a:noFill/>
                <a:prstDash val="solid"/>
                <a:miter lim="800000"/>
              </a:ln>
              <a:effectLst/>
            </p:spPr>
            <p:txBody>
              <a:bodyPr vert="horz" wrap="square" lIns="121920" tIns="60960" rIns="121920" bIns="60960" numCol="1" anchor="t" anchorCtr="0" compatLnSpc="1">
                <a:prstTxWarp prst="textNoShape">
                  <a:avLst/>
                </a:prstTxWarp>
              </a:bodyPr>
              <a:lstStyle/>
              <a:p>
                <a:pPr marL="0" marR="0" lvl="0" indent="0" algn="l"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black"/>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sp>
          <p:nvSpPr>
            <p:cNvPr id="67" name="Freeform 7"/>
            <p:cNvSpPr/>
            <p:nvPr/>
          </p:nvSpPr>
          <p:spPr bwMode="auto">
            <a:xfrm>
              <a:off x="1650672" y="3357062"/>
              <a:ext cx="1442061" cy="1252455"/>
            </a:xfrm>
            <a:custGeom>
              <a:avLst/>
              <a:gdLst>
                <a:gd name="T0" fmla="*/ 3404 w 3431"/>
                <a:gd name="T1" fmla="*/ 1576 h 2999"/>
                <a:gd name="T2" fmla="*/ 3015 w 3431"/>
                <a:gd name="T3" fmla="*/ 2249 h 2999"/>
                <a:gd name="T4" fmla="*/ 2625 w 3431"/>
                <a:gd name="T5" fmla="*/ 2923 h 2999"/>
                <a:gd name="T6" fmla="*/ 2494 w 3431"/>
                <a:gd name="T7" fmla="*/ 2999 h 2999"/>
                <a:gd name="T8" fmla="*/ 1716 w 3431"/>
                <a:gd name="T9" fmla="*/ 2999 h 2999"/>
                <a:gd name="T10" fmla="*/ 938 w 3431"/>
                <a:gd name="T11" fmla="*/ 2999 h 2999"/>
                <a:gd name="T12" fmla="*/ 806 w 3431"/>
                <a:gd name="T13" fmla="*/ 2923 h 2999"/>
                <a:gd name="T14" fmla="*/ 417 w 3431"/>
                <a:gd name="T15" fmla="*/ 2249 h 2999"/>
                <a:gd name="T16" fmla="*/ 28 w 3431"/>
                <a:gd name="T17" fmla="*/ 1576 h 2999"/>
                <a:gd name="T18" fmla="*/ 28 w 3431"/>
                <a:gd name="T19" fmla="*/ 1424 h 2999"/>
                <a:gd name="T20" fmla="*/ 417 w 3431"/>
                <a:gd name="T21" fmla="*/ 750 h 2999"/>
                <a:gd name="T22" fmla="*/ 806 w 3431"/>
                <a:gd name="T23" fmla="*/ 76 h 2999"/>
                <a:gd name="T24" fmla="*/ 938 w 3431"/>
                <a:gd name="T25" fmla="*/ 0 h 2999"/>
                <a:gd name="T26" fmla="*/ 1716 w 3431"/>
                <a:gd name="T27" fmla="*/ 0 h 2999"/>
                <a:gd name="T28" fmla="*/ 2494 w 3431"/>
                <a:gd name="T29" fmla="*/ 0 h 2999"/>
                <a:gd name="T30" fmla="*/ 2625 w 3431"/>
                <a:gd name="T31" fmla="*/ 76 h 2999"/>
                <a:gd name="T32" fmla="*/ 3015 w 3431"/>
                <a:gd name="T33" fmla="*/ 750 h 2999"/>
                <a:gd name="T34" fmla="*/ 3404 w 3431"/>
                <a:gd name="T35" fmla="*/ 1424 h 2999"/>
                <a:gd name="T36" fmla="*/ 3404 w 3431"/>
                <a:gd name="T37" fmla="*/ 1576 h 2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31" h="2999">
                  <a:moveTo>
                    <a:pt x="3404" y="1576"/>
                  </a:moveTo>
                  <a:lnTo>
                    <a:pt x="3015" y="2249"/>
                  </a:lnTo>
                  <a:lnTo>
                    <a:pt x="2625" y="2923"/>
                  </a:lnTo>
                  <a:cubicBezTo>
                    <a:pt x="2598" y="2972"/>
                    <a:pt x="2550" y="2999"/>
                    <a:pt x="2494" y="2999"/>
                  </a:cubicBezTo>
                  <a:lnTo>
                    <a:pt x="1716" y="2999"/>
                  </a:lnTo>
                  <a:lnTo>
                    <a:pt x="938" y="2999"/>
                  </a:lnTo>
                  <a:cubicBezTo>
                    <a:pt x="882" y="2999"/>
                    <a:pt x="834" y="2972"/>
                    <a:pt x="806" y="2923"/>
                  </a:cubicBezTo>
                  <a:lnTo>
                    <a:pt x="417" y="2249"/>
                  </a:lnTo>
                  <a:lnTo>
                    <a:pt x="28" y="1576"/>
                  </a:lnTo>
                  <a:cubicBezTo>
                    <a:pt x="0" y="1527"/>
                    <a:pt x="0" y="1472"/>
                    <a:pt x="28" y="1424"/>
                  </a:cubicBezTo>
                  <a:lnTo>
                    <a:pt x="417" y="750"/>
                  </a:lnTo>
                  <a:lnTo>
                    <a:pt x="806" y="76"/>
                  </a:lnTo>
                  <a:cubicBezTo>
                    <a:pt x="834" y="28"/>
                    <a:pt x="882" y="0"/>
                    <a:pt x="938" y="0"/>
                  </a:cubicBezTo>
                  <a:lnTo>
                    <a:pt x="1716" y="0"/>
                  </a:lnTo>
                  <a:lnTo>
                    <a:pt x="2494" y="0"/>
                  </a:lnTo>
                  <a:cubicBezTo>
                    <a:pt x="2550" y="0"/>
                    <a:pt x="2598" y="28"/>
                    <a:pt x="2625" y="76"/>
                  </a:cubicBezTo>
                  <a:lnTo>
                    <a:pt x="3015" y="750"/>
                  </a:lnTo>
                  <a:lnTo>
                    <a:pt x="3404" y="1424"/>
                  </a:lnTo>
                  <a:cubicBezTo>
                    <a:pt x="3431" y="1472"/>
                    <a:pt x="3431" y="1527"/>
                    <a:pt x="3404" y="1576"/>
                  </a:cubicBezTo>
                  <a:close/>
                </a:path>
              </a:pathLst>
            </a:custGeom>
            <a:solidFill>
              <a:srgbClr val="28B56A"/>
            </a:solidFill>
            <a:ln w="7938" cap="flat">
              <a:noFill/>
              <a:prstDash val="solid"/>
              <a:miter lim="800000"/>
            </a:ln>
            <a:effectLst/>
          </p:spPr>
          <p:txBody>
            <a:bodyPr vert="horz" wrap="square" lIns="121920" tIns="60960" rIns="121920" bIns="60960" numCol="1" anchor="t" anchorCtr="0" compatLnSpc="1">
              <a:prstTxWarp prst="textNoShape">
                <a:avLst/>
              </a:prstTxWarp>
            </a:bodyPr>
            <a:lstStyle/>
            <a:p>
              <a:pPr marL="0" marR="0" lvl="0" indent="0" algn="l"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black"/>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68" name="TextBox 67"/>
            <p:cNvSpPr txBox="1"/>
            <p:nvPr/>
          </p:nvSpPr>
          <p:spPr>
            <a:xfrm>
              <a:off x="1907194" y="3791886"/>
              <a:ext cx="1185538" cy="402997"/>
            </a:xfrm>
            <a:prstGeom prst="rect">
              <a:avLst/>
            </a:prstGeom>
            <a:noFill/>
          </p:spPr>
          <p:txBody>
            <a:bodyPr wrap="square" rtlCol="0">
              <a:spAutoFit/>
            </a:bodyPr>
            <a:lstStyle/>
            <a:p>
              <a:pPr marL="0" marR="0" lvl="0" indent="0" algn="l" defTabSz="1219170" rtl="0" eaLnBrk="1" fontAlgn="base" latinLnBrk="0" hangingPunct="1">
                <a:lnSpc>
                  <a:spcPct val="100000"/>
                </a:lnSpc>
                <a:spcBef>
                  <a:spcPct val="0"/>
                </a:spcBef>
                <a:spcAft>
                  <a:spcPct val="0"/>
                </a:spcAft>
                <a:buClrTx/>
                <a:buSzTx/>
                <a:buFontTx/>
                <a:buNone/>
                <a:defRPr/>
              </a:pPr>
              <a:r>
                <a:rPr kumimoji="0" lang="zh-CN" altLang="en-US" sz="1733"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XX月</a:t>
              </a:r>
            </a:p>
          </p:txBody>
        </p:sp>
      </p:grpSp>
      <p:grpSp>
        <p:nvGrpSpPr>
          <p:cNvPr id="71" name="组合 70"/>
          <p:cNvGrpSpPr/>
          <p:nvPr/>
        </p:nvGrpSpPr>
        <p:grpSpPr>
          <a:xfrm>
            <a:off x="2578749" y="3635969"/>
            <a:ext cx="1737011" cy="1516247"/>
            <a:chOff x="2893203" y="3983290"/>
            <a:chExt cx="1948823" cy="1702026"/>
          </a:xfrm>
        </p:grpSpPr>
        <p:grpSp>
          <p:nvGrpSpPr>
            <p:cNvPr id="72" name="组合 71"/>
            <p:cNvGrpSpPr/>
            <p:nvPr/>
          </p:nvGrpSpPr>
          <p:grpSpPr>
            <a:xfrm>
              <a:off x="2893203" y="3983290"/>
              <a:ext cx="1948823" cy="1702026"/>
              <a:chOff x="1511944" y="2420246"/>
              <a:chExt cx="2627152" cy="2294453"/>
            </a:xfrm>
            <a:effectLst>
              <a:outerShdw blurRad="203200" dist="38100" dir="3780000" sx="103000" sy="103000" algn="t" rotWithShape="0">
                <a:prstClr val="black">
                  <a:alpha val="25000"/>
                </a:prstClr>
              </a:outerShdw>
            </a:effectLst>
          </p:grpSpPr>
          <p:sp>
            <p:nvSpPr>
              <p:cNvPr id="75" name="Freeform 6"/>
              <p:cNvSpPr/>
              <p:nvPr/>
            </p:nvSpPr>
            <p:spPr bwMode="auto">
              <a:xfrm>
                <a:off x="1511944" y="2420246"/>
                <a:ext cx="2627152" cy="2294453"/>
              </a:xfrm>
              <a:custGeom>
                <a:avLst/>
                <a:gdLst>
                  <a:gd name="T0" fmla="*/ 4479 w 4516"/>
                  <a:gd name="T1" fmla="*/ 2074 h 3947"/>
                  <a:gd name="T2" fmla="*/ 3967 w 4516"/>
                  <a:gd name="T3" fmla="*/ 2960 h 3947"/>
                  <a:gd name="T4" fmla="*/ 3455 w 4516"/>
                  <a:gd name="T5" fmla="*/ 3847 h 3947"/>
                  <a:gd name="T6" fmla="*/ 3282 w 4516"/>
                  <a:gd name="T7" fmla="*/ 3947 h 3947"/>
                  <a:gd name="T8" fmla="*/ 2258 w 4516"/>
                  <a:gd name="T9" fmla="*/ 3947 h 3947"/>
                  <a:gd name="T10" fmla="*/ 1234 w 4516"/>
                  <a:gd name="T11" fmla="*/ 3947 h 3947"/>
                  <a:gd name="T12" fmla="*/ 1061 w 4516"/>
                  <a:gd name="T13" fmla="*/ 3847 h 3947"/>
                  <a:gd name="T14" fmla="*/ 549 w 4516"/>
                  <a:gd name="T15" fmla="*/ 2960 h 3947"/>
                  <a:gd name="T16" fmla="*/ 37 w 4516"/>
                  <a:gd name="T17" fmla="*/ 2074 h 3947"/>
                  <a:gd name="T18" fmla="*/ 37 w 4516"/>
                  <a:gd name="T19" fmla="*/ 1874 h 3947"/>
                  <a:gd name="T20" fmla="*/ 549 w 4516"/>
                  <a:gd name="T21" fmla="*/ 987 h 3947"/>
                  <a:gd name="T22" fmla="*/ 1061 w 4516"/>
                  <a:gd name="T23" fmla="*/ 100 h 3947"/>
                  <a:gd name="T24" fmla="*/ 1234 w 4516"/>
                  <a:gd name="T25" fmla="*/ 0 h 3947"/>
                  <a:gd name="T26" fmla="*/ 2258 w 4516"/>
                  <a:gd name="T27" fmla="*/ 0 h 3947"/>
                  <a:gd name="T28" fmla="*/ 3282 w 4516"/>
                  <a:gd name="T29" fmla="*/ 0 h 3947"/>
                  <a:gd name="T30" fmla="*/ 3455 w 4516"/>
                  <a:gd name="T31" fmla="*/ 100 h 3947"/>
                  <a:gd name="T32" fmla="*/ 3967 w 4516"/>
                  <a:gd name="T33" fmla="*/ 987 h 3947"/>
                  <a:gd name="T34" fmla="*/ 4479 w 4516"/>
                  <a:gd name="T35" fmla="*/ 1874 h 3947"/>
                  <a:gd name="T36" fmla="*/ 4479 w 4516"/>
                  <a:gd name="T37" fmla="*/ 2074 h 3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16" h="3947">
                    <a:moveTo>
                      <a:pt x="4479" y="2074"/>
                    </a:moveTo>
                    <a:lnTo>
                      <a:pt x="3967" y="2960"/>
                    </a:lnTo>
                    <a:lnTo>
                      <a:pt x="3455" y="3847"/>
                    </a:lnTo>
                    <a:cubicBezTo>
                      <a:pt x="3418" y="3911"/>
                      <a:pt x="3355" y="3947"/>
                      <a:pt x="3282" y="3947"/>
                    </a:cubicBezTo>
                    <a:lnTo>
                      <a:pt x="2258" y="3947"/>
                    </a:lnTo>
                    <a:lnTo>
                      <a:pt x="1234" y="3947"/>
                    </a:lnTo>
                    <a:cubicBezTo>
                      <a:pt x="1160" y="3947"/>
                      <a:pt x="1097" y="3911"/>
                      <a:pt x="1061" y="3847"/>
                    </a:cubicBezTo>
                    <a:lnTo>
                      <a:pt x="549" y="2960"/>
                    </a:lnTo>
                    <a:lnTo>
                      <a:pt x="37" y="2074"/>
                    </a:lnTo>
                    <a:cubicBezTo>
                      <a:pt x="0" y="2010"/>
                      <a:pt x="0" y="1937"/>
                      <a:pt x="37" y="1874"/>
                    </a:cubicBezTo>
                    <a:lnTo>
                      <a:pt x="549" y="987"/>
                    </a:lnTo>
                    <a:lnTo>
                      <a:pt x="1061" y="100"/>
                    </a:lnTo>
                    <a:cubicBezTo>
                      <a:pt x="1097" y="36"/>
                      <a:pt x="1160" y="0"/>
                      <a:pt x="1234" y="0"/>
                    </a:cubicBezTo>
                    <a:lnTo>
                      <a:pt x="2258" y="0"/>
                    </a:lnTo>
                    <a:lnTo>
                      <a:pt x="3282" y="0"/>
                    </a:lnTo>
                    <a:cubicBezTo>
                      <a:pt x="3355" y="0"/>
                      <a:pt x="3418" y="36"/>
                      <a:pt x="3455" y="100"/>
                    </a:cubicBezTo>
                    <a:lnTo>
                      <a:pt x="3967" y="987"/>
                    </a:lnTo>
                    <a:lnTo>
                      <a:pt x="4479" y="1874"/>
                    </a:lnTo>
                    <a:cubicBezTo>
                      <a:pt x="4516" y="1937"/>
                      <a:pt x="4516" y="2010"/>
                      <a:pt x="4479" y="2074"/>
                    </a:cubicBezTo>
                    <a:close/>
                  </a:path>
                </a:pathLst>
              </a:custGeom>
              <a:solidFill>
                <a:sysClr val="window" lastClr="FFFFFF"/>
              </a:solidFill>
              <a:ln w="7938" cap="flat">
                <a:noFill/>
                <a:prstDash val="solid"/>
                <a:miter lim="800000"/>
              </a:ln>
              <a:effectLst/>
            </p:spPr>
            <p:txBody>
              <a:bodyPr vert="horz" wrap="square" lIns="121920" tIns="60960" rIns="121920" bIns="60960" numCol="1" anchor="t" anchorCtr="0" compatLnSpc="1">
                <a:prstTxWarp prst="textNoShape">
                  <a:avLst/>
                </a:prstTxWarp>
              </a:bodyPr>
              <a:lstStyle/>
              <a:p>
                <a:pPr marL="0" marR="0" lvl="0" indent="0" algn="l"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black"/>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76" name="Freeform 6"/>
              <p:cNvSpPr/>
              <p:nvPr/>
            </p:nvSpPr>
            <p:spPr bwMode="auto">
              <a:xfrm>
                <a:off x="1524106" y="2431739"/>
                <a:ext cx="2602832" cy="2271469"/>
              </a:xfrm>
              <a:custGeom>
                <a:avLst/>
                <a:gdLst>
                  <a:gd name="T0" fmla="*/ 4479 w 4516"/>
                  <a:gd name="T1" fmla="*/ 2074 h 3947"/>
                  <a:gd name="T2" fmla="*/ 3967 w 4516"/>
                  <a:gd name="T3" fmla="*/ 2960 h 3947"/>
                  <a:gd name="T4" fmla="*/ 3455 w 4516"/>
                  <a:gd name="T5" fmla="*/ 3847 h 3947"/>
                  <a:gd name="T6" fmla="*/ 3282 w 4516"/>
                  <a:gd name="T7" fmla="*/ 3947 h 3947"/>
                  <a:gd name="T8" fmla="*/ 2258 w 4516"/>
                  <a:gd name="T9" fmla="*/ 3947 h 3947"/>
                  <a:gd name="T10" fmla="*/ 1234 w 4516"/>
                  <a:gd name="T11" fmla="*/ 3947 h 3947"/>
                  <a:gd name="T12" fmla="*/ 1061 w 4516"/>
                  <a:gd name="T13" fmla="*/ 3847 h 3947"/>
                  <a:gd name="T14" fmla="*/ 549 w 4516"/>
                  <a:gd name="T15" fmla="*/ 2960 h 3947"/>
                  <a:gd name="T16" fmla="*/ 37 w 4516"/>
                  <a:gd name="T17" fmla="*/ 2074 h 3947"/>
                  <a:gd name="T18" fmla="*/ 37 w 4516"/>
                  <a:gd name="T19" fmla="*/ 1874 h 3947"/>
                  <a:gd name="T20" fmla="*/ 549 w 4516"/>
                  <a:gd name="T21" fmla="*/ 987 h 3947"/>
                  <a:gd name="T22" fmla="*/ 1061 w 4516"/>
                  <a:gd name="T23" fmla="*/ 100 h 3947"/>
                  <a:gd name="T24" fmla="*/ 1234 w 4516"/>
                  <a:gd name="T25" fmla="*/ 0 h 3947"/>
                  <a:gd name="T26" fmla="*/ 2258 w 4516"/>
                  <a:gd name="T27" fmla="*/ 0 h 3947"/>
                  <a:gd name="T28" fmla="*/ 3282 w 4516"/>
                  <a:gd name="T29" fmla="*/ 0 h 3947"/>
                  <a:gd name="T30" fmla="*/ 3455 w 4516"/>
                  <a:gd name="T31" fmla="*/ 100 h 3947"/>
                  <a:gd name="T32" fmla="*/ 3967 w 4516"/>
                  <a:gd name="T33" fmla="*/ 987 h 3947"/>
                  <a:gd name="T34" fmla="*/ 4479 w 4516"/>
                  <a:gd name="T35" fmla="*/ 1874 h 3947"/>
                  <a:gd name="T36" fmla="*/ 4479 w 4516"/>
                  <a:gd name="T37" fmla="*/ 2074 h 3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16" h="3947">
                    <a:moveTo>
                      <a:pt x="4479" y="2074"/>
                    </a:moveTo>
                    <a:lnTo>
                      <a:pt x="3967" y="2960"/>
                    </a:lnTo>
                    <a:lnTo>
                      <a:pt x="3455" y="3847"/>
                    </a:lnTo>
                    <a:cubicBezTo>
                      <a:pt x="3418" y="3911"/>
                      <a:pt x="3355" y="3947"/>
                      <a:pt x="3282" y="3947"/>
                    </a:cubicBezTo>
                    <a:lnTo>
                      <a:pt x="2258" y="3947"/>
                    </a:lnTo>
                    <a:lnTo>
                      <a:pt x="1234" y="3947"/>
                    </a:lnTo>
                    <a:cubicBezTo>
                      <a:pt x="1160" y="3947"/>
                      <a:pt x="1097" y="3911"/>
                      <a:pt x="1061" y="3847"/>
                    </a:cubicBezTo>
                    <a:lnTo>
                      <a:pt x="549" y="2960"/>
                    </a:lnTo>
                    <a:lnTo>
                      <a:pt x="37" y="2074"/>
                    </a:lnTo>
                    <a:cubicBezTo>
                      <a:pt x="0" y="2010"/>
                      <a:pt x="0" y="1937"/>
                      <a:pt x="37" y="1874"/>
                    </a:cubicBezTo>
                    <a:lnTo>
                      <a:pt x="549" y="987"/>
                    </a:lnTo>
                    <a:lnTo>
                      <a:pt x="1061" y="100"/>
                    </a:lnTo>
                    <a:cubicBezTo>
                      <a:pt x="1097" y="36"/>
                      <a:pt x="1160" y="0"/>
                      <a:pt x="1234" y="0"/>
                    </a:cubicBezTo>
                    <a:lnTo>
                      <a:pt x="2258" y="0"/>
                    </a:lnTo>
                    <a:lnTo>
                      <a:pt x="3282" y="0"/>
                    </a:lnTo>
                    <a:cubicBezTo>
                      <a:pt x="3355" y="0"/>
                      <a:pt x="3418" y="36"/>
                      <a:pt x="3455" y="100"/>
                    </a:cubicBezTo>
                    <a:lnTo>
                      <a:pt x="3967" y="987"/>
                    </a:lnTo>
                    <a:lnTo>
                      <a:pt x="4479" y="1874"/>
                    </a:lnTo>
                    <a:cubicBezTo>
                      <a:pt x="4516" y="1937"/>
                      <a:pt x="4516" y="2010"/>
                      <a:pt x="4479" y="2074"/>
                    </a:cubicBezTo>
                    <a:close/>
                  </a:path>
                </a:pathLst>
              </a:custGeom>
              <a:gradFill>
                <a:gsLst>
                  <a:gs pos="0">
                    <a:sysClr val="window" lastClr="FFFFFF">
                      <a:lumMod val="82000"/>
                      <a:lumOff val="18000"/>
                    </a:sysClr>
                  </a:gs>
                  <a:gs pos="47000">
                    <a:srgbClr val="F5F5F5"/>
                  </a:gs>
                  <a:gs pos="100000">
                    <a:sysClr val="window" lastClr="FFFFFF">
                      <a:lumMod val="95000"/>
                      <a:lumOff val="5000"/>
                    </a:sysClr>
                  </a:gs>
                </a:gsLst>
                <a:lin ang="18900000" scaled="0"/>
              </a:gradFill>
              <a:ln w="7938" cap="flat">
                <a:noFill/>
                <a:prstDash val="solid"/>
                <a:miter lim="800000"/>
              </a:ln>
              <a:effectLst/>
            </p:spPr>
            <p:txBody>
              <a:bodyPr vert="horz" wrap="square" lIns="121920" tIns="60960" rIns="121920" bIns="60960" numCol="1" anchor="t" anchorCtr="0" compatLnSpc="1">
                <a:prstTxWarp prst="textNoShape">
                  <a:avLst/>
                </a:prstTxWarp>
              </a:bodyPr>
              <a:lstStyle/>
              <a:p>
                <a:pPr marL="0" marR="0" lvl="0" indent="0" algn="l"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black"/>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sp>
          <p:nvSpPr>
            <p:cNvPr id="73" name="Freeform 7"/>
            <p:cNvSpPr/>
            <p:nvPr/>
          </p:nvSpPr>
          <p:spPr bwMode="auto">
            <a:xfrm>
              <a:off x="3146586" y="4181609"/>
              <a:ext cx="1442061" cy="1252455"/>
            </a:xfrm>
            <a:custGeom>
              <a:avLst/>
              <a:gdLst>
                <a:gd name="T0" fmla="*/ 3404 w 3431"/>
                <a:gd name="T1" fmla="*/ 1576 h 2999"/>
                <a:gd name="T2" fmla="*/ 3015 w 3431"/>
                <a:gd name="T3" fmla="*/ 2249 h 2999"/>
                <a:gd name="T4" fmla="*/ 2625 w 3431"/>
                <a:gd name="T5" fmla="*/ 2923 h 2999"/>
                <a:gd name="T6" fmla="*/ 2494 w 3431"/>
                <a:gd name="T7" fmla="*/ 2999 h 2999"/>
                <a:gd name="T8" fmla="*/ 1716 w 3431"/>
                <a:gd name="T9" fmla="*/ 2999 h 2999"/>
                <a:gd name="T10" fmla="*/ 938 w 3431"/>
                <a:gd name="T11" fmla="*/ 2999 h 2999"/>
                <a:gd name="T12" fmla="*/ 806 w 3431"/>
                <a:gd name="T13" fmla="*/ 2923 h 2999"/>
                <a:gd name="T14" fmla="*/ 417 w 3431"/>
                <a:gd name="T15" fmla="*/ 2249 h 2999"/>
                <a:gd name="T16" fmla="*/ 28 w 3431"/>
                <a:gd name="T17" fmla="*/ 1576 h 2999"/>
                <a:gd name="T18" fmla="*/ 28 w 3431"/>
                <a:gd name="T19" fmla="*/ 1424 h 2999"/>
                <a:gd name="T20" fmla="*/ 417 w 3431"/>
                <a:gd name="T21" fmla="*/ 750 h 2999"/>
                <a:gd name="T22" fmla="*/ 806 w 3431"/>
                <a:gd name="T23" fmla="*/ 76 h 2999"/>
                <a:gd name="T24" fmla="*/ 938 w 3431"/>
                <a:gd name="T25" fmla="*/ 0 h 2999"/>
                <a:gd name="T26" fmla="*/ 1716 w 3431"/>
                <a:gd name="T27" fmla="*/ 0 h 2999"/>
                <a:gd name="T28" fmla="*/ 2494 w 3431"/>
                <a:gd name="T29" fmla="*/ 0 h 2999"/>
                <a:gd name="T30" fmla="*/ 2625 w 3431"/>
                <a:gd name="T31" fmla="*/ 76 h 2999"/>
                <a:gd name="T32" fmla="*/ 3015 w 3431"/>
                <a:gd name="T33" fmla="*/ 750 h 2999"/>
                <a:gd name="T34" fmla="*/ 3404 w 3431"/>
                <a:gd name="T35" fmla="*/ 1424 h 2999"/>
                <a:gd name="T36" fmla="*/ 3404 w 3431"/>
                <a:gd name="T37" fmla="*/ 1576 h 2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31" h="2999">
                  <a:moveTo>
                    <a:pt x="3404" y="1576"/>
                  </a:moveTo>
                  <a:lnTo>
                    <a:pt x="3015" y="2249"/>
                  </a:lnTo>
                  <a:lnTo>
                    <a:pt x="2625" y="2923"/>
                  </a:lnTo>
                  <a:cubicBezTo>
                    <a:pt x="2598" y="2972"/>
                    <a:pt x="2550" y="2999"/>
                    <a:pt x="2494" y="2999"/>
                  </a:cubicBezTo>
                  <a:lnTo>
                    <a:pt x="1716" y="2999"/>
                  </a:lnTo>
                  <a:lnTo>
                    <a:pt x="938" y="2999"/>
                  </a:lnTo>
                  <a:cubicBezTo>
                    <a:pt x="882" y="2999"/>
                    <a:pt x="834" y="2972"/>
                    <a:pt x="806" y="2923"/>
                  </a:cubicBezTo>
                  <a:lnTo>
                    <a:pt x="417" y="2249"/>
                  </a:lnTo>
                  <a:lnTo>
                    <a:pt x="28" y="1576"/>
                  </a:lnTo>
                  <a:cubicBezTo>
                    <a:pt x="0" y="1527"/>
                    <a:pt x="0" y="1472"/>
                    <a:pt x="28" y="1424"/>
                  </a:cubicBezTo>
                  <a:lnTo>
                    <a:pt x="417" y="750"/>
                  </a:lnTo>
                  <a:lnTo>
                    <a:pt x="806" y="76"/>
                  </a:lnTo>
                  <a:cubicBezTo>
                    <a:pt x="834" y="28"/>
                    <a:pt x="882" y="0"/>
                    <a:pt x="938" y="0"/>
                  </a:cubicBezTo>
                  <a:lnTo>
                    <a:pt x="1716" y="0"/>
                  </a:lnTo>
                  <a:lnTo>
                    <a:pt x="2494" y="0"/>
                  </a:lnTo>
                  <a:cubicBezTo>
                    <a:pt x="2550" y="0"/>
                    <a:pt x="2598" y="28"/>
                    <a:pt x="2625" y="76"/>
                  </a:cubicBezTo>
                  <a:lnTo>
                    <a:pt x="3015" y="750"/>
                  </a:lnTo>
                  <a:lnTo>
                    <a:pt x="3404" y="1424"/>
                  </a:lnTo>
                  <a:cubicBezTo>
                    <a:pt x="3431" y="1472"/>
                    <a:pt x="3431" y="1527"/>
                    <a:pt x="3404" y="1576"/>
                  </a:cubicBezTo>
                  <a:close/>
                </a:path>
              </a:pathLst>
            </a:custGeom>
            <a:solidFill>
              <a:srgbClr val="50D890"/>
            </a:solidFill>
            <a:ln w="7938" cap="flat">
              <a:noFill/>
              <a:prstDash val="solid"/>
              <a:miter lim="800000"/>
            </a:ln>
            <a:effectLst/>
          </p:spPr>
          <p:txBody>
            <a:bodyPr vert="horz" wrap="square" lIns="121920" tIns="60960" rIns="121920" bIns="60960" numCol="1" anchor="t" anchorCtr="0" compatLnSpc="1">
              <a:prstTxWarp prst="textNoShape">
                <a:avLst/>
              </a:prstTxWarp>
            </a:bodyPr>
            <a:lstStyle/>
            <a:p>
              <a:pPr marL="0" marR="0" lvl="0" indent="0" algn="l"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black"/>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74" name="TextBox 73"/>
            <p:cNvSpPr txBox="1"/>
            <p:nvPr/>
          </p:nvSpPr>
          <p:spPr>
            <a:xfrm>
              <a:off x="3317006" y="4568805"/>
              <a:ext cx="1185538" cy="402997"/>
            </a:xfrm>
            <a:prstGeom prst="rect">
              <a:avLst/>
            </a:prstGeom>
            <a:noFill/>
          </p:spPr>
          <p:txBody>
            <a:bodyPr wrap="square" rtlCol="0">
              <a:spAutoFit/>
            </a:bodyPr>
            <a:lstStyle/>
            <a:p>
              <a:pPr marL="0" marR="0" lvl="0" indent="0" algn="l" defTabSz="1219170" rtl="0" eaLnBrk="1" fontAlgn="base" latinLnBrk="0" hangingPunct="1">
                <a:lnSpc>
                  <a:spcPct val="100000"/>
                </a:lnSpc>
                <a:spcBef>
                  <a:spcPct val="0"/>
                </a:spcBef>
                <a:spcAft>
                  <a:spcPct val="0"/>
                </a:spcAft>
                <a:buClrTx/>
                <a:buSzTx/>
                <a:buFontTx/>
                <a:buNone/>
                <a:defRPr/>
              </a:pPr>
              <a:r>
                <a:rPr kumimoji="0" lang="zh-CN" altLang="en-US" sz="1733"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第二月</a:t>
              </a:r>
            </a:p>
          </p:txBody>
        </p:sp>
      </p:grpSp>
      <p:grpSp>
        <p:nvGrpSpPr>
          <p:cNvPr id="77" name="组合 76"/>
          <p:cNvGrpSpPr/>
          <p:nvPr/>
        </p:nvGrpSpPr>
        <p:grpSpPr>
          <a:xfrm>
            <a:off x="3905712" y="2865305"/>
            <a:ext cx="1737011" cy="1516247"/>
            <a:chOff x="4381974" y="3118200"/>
            <a:chExt cx="1948823" cy="1702026"/>
          </a:xfrm>
        </p:grpSpPr>
        <p:grpSp>
          <p:nvGrpSpPr>
            <p:cNvPr id="78" name="组合 77"/>
            <p:cNvGrpSpPr/>
            <p:nvPr/>
          </p:nvGrpSpPr>
          <p:grpSpPr>
            <a:xfrm>
              <a:off x="4381974" y="3118200"/>
              <a:ext cx="1948823" cy="1702026"/>
              <a:chOff x="1511944" y="2420246"/>
              <a:chExt cx="2627152" cy="2294453"/>
            </a:xfrm>
            <a:effectLst>
              <a:outerShdw blurRad="203200" dist="38100" dir="3780000" sx="103000" sy="103000" algn="t" rotWithShape="0">
                <a:prstClr val="black">
                  <a:alpha val="25000"/>
                </a:prstClr>
              </a:outerShdw>
            </a:effectLst>
          </p:grpSpPr>
          <p:sp>
            <p:nvSpPr>
              <p:cNvPr id="81" name="Freeform 6"/>
              <p:cNvSpPr/>
              <p:nvPr/>
            </p:nvSpPr>
            <p:spPr bwMode="auto">
              <a:xfrm>
                <a:off x="1511944" y="2420246"/>
                <a:ext cx="2627152" cy="2294453"/>
              </a:xfrm>
              <a:custGeom>
                <a:avLst/>
                <a:gdLst>
                  <a:gd name="T0" fmla="*/ 4479 w 4516"/>
                  <a:gd name="T1" fmla="*/ 2074 h 3947"/>
                  <a:gd name="T2" fmla="*/ 3967 w 4516"/>
                  <a:gd name="T3" fmla="*/ 2960 h 3947"/>
                  <a:gd name="T4" fmla="*/ 3455 w 4516"/>
                  <a:gd name="T5" fmla="*/ 3847 h 3947"/>
                  <a:gd name="T6" fmla="*/ 3282 w 4516"/>
                  <a:gd name="T7" fmla="*/ 3947 h 3947"/>
                  <a:gd name="T8" fmla="*/ 2258 w 4516"/>
                  <a:gd name="T9" fmla="*/ 3947 h 3947"/>
                  <a:gd name="T10" fmla="*/ 1234 w 4516"/>
                  <a:gd name="T11" fmla="*/ 3947 h 3947"/>
                  <a:gd name="T12" fmla="*/ 1061 w 4516"/>
                  <a:gd name="T13" fmla="*/ 3847 h 3947"/>
                  <a:gd name="T14" fmla="*/ 549 w 4516"/>
                  <a:gd name="T15" fmla="*/ 2960 h 3947"/>
                  <a:gd name="T16" fmla="*/ 37 w 4516"/>
                  <a:gd name="T17" fmla="*/ 2074 h 3947"/>
                  <a:gd name="T18" fmla="*/ 37 w 4516"/>
                  <a:gd name="T19" fmla="*/ 1874 h 3947"/>
                  <a:gd name="T20" fmla="*/ 549 w 4516"/>
                  <a:gd name="T21" fmla="*/ 987 h 3947"/>
                  <a:gd name="T22" fmla="*/ 1061 w 4516"/>
                  <a:gd name="T23" fmla="*/ 100 h 3947"/>
                  <a:gd name="T24" fmla="*/ 1234 w 4516"/>
                  <a:gd name="T25" fmla="*/ 0 h 3947"/>
                  <a:gd name="T26" fmla="*/ 2258 w 4516"/>
                  <a:gd name="T27" fmla="*/ 0 h 3947"/>
                  <a:gd name="T28" fmla="*/ 3282 w 4516"/>
                  <a:gd name="T29" fmla="*/ 0 h 3947"/>
                  <a:gd name="T30" fmla="*/ 3455 w 4516"/>
                  <a:gd name="T31" fmla="*/ 100 h 3947"/>
                  <a:gd name="T32" fmla="*/ 3967 w 4516"/>
                  <a:gd name="T33" fmla="*/ 987 h 3947"/>
                  <a:gd name="T34" fmla="*/ 4479 w 4516"/>
                  <a:gd name="T35" fmla="*/ 1874 h 3947"/>
                  <a:gd name="T36" fmla="*/ 4479 w 4516"/>
                  <a:gd name="T37" fmla="*/ 2074 h 3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16" h="3947">
                    <a:moveTo>
                      <a:pt x="4479" y="2074"/>
                    </a:moveTo>
                    <a:lnTo>
                      <a:pt x="3967" y="2960"/>
                    </a:lnTo>
                    <a:lnTo>
                      <a:pt x="3455" y="3847"/>
                    </a:lnTo>
                    <a:cubicBezTo>
                      <a:pt x="3418" y="3911"/>
                      <a:pt x="3355" y="3947"/>
                      <a:pt x="3282" y="3947"/>
                    </a:cubicBezTo>
                    <a:lnTo>
                      <a:pt x="2258" y="3947"/>
                    </a:lnTo>
                    <a:lnTo>
                      <a:pt x="1234" y="3947"/>
                    </a:lnTo>
                    <a:cubicBezTo>
                      <a:pt x="1160" y="3947"/>
                      <a:pt x="1097" y="3911"/>
                      <a:pt x="1061" y="3847"/>
                    </a:cubicBezTo>
                    <a:lnTo>
                      <a:pt x="549" y="2960"/>
                    </a:lnTo>
                    <a:lnTo>
                      <a:pt x="37" y="2074"/>
                    </a:lnTo>
                    <a:cubicBezTo>
                      <a:pt x="0" y="2010"/>
                      <a:pt x="0" y="1937"/>
                      <a:pt x="37" y="1874"/>
                    </a:cubicBezTo>
                    <a:lnTo>
                      <a:pt x="549" y="987"/>
                    </a:lnTo>
                    <a:lnTo>
                      <a:pt x="1061" y="100"/>
                    </a:lnTo>
                    <a:cubicBezTo>
                      <a:pt x="1097" y="36"/>
                      <a:pt x="1160" y="0"/>
                      <a:pt x="1234" y="0"/>
                    </a:cubicBezTo>
                    <a:lnTo>
                      <a:pt x="2258" y="0"/>
                    </a:lnTo>
                    <a:lnTo>
                      <a:pt x="3282" y="0"/>
                    </a:lnTo>
                    <a:cubicBezTo>
                      <a:pt x="3355" y="0"/>
                      <a:pt x="3418" y="36"/>
                      <a:pt x="3455" y="100"/>
                    </a:cubicBezTo>
                    <a:lnTo>
                      <a:pt x="3967" y="987"/>
                    </a:lnTo>
                    <a:lnTo>
                      <a:pt x="4479" y="1874"/>
                    </a:lnTo>
                    <a:cubicBezTo>
                      <a:pt x="4516" y="1937"/>
                      <a:pt x="4516" y="2010"/>
                      <a:pt x="4479" y="2074"/>
                    </a:cubicBezTo>
                    <a:close/>
                  </a:path>
                </a:pathLst>
              </a:custGeom>
              <a:solidFill>
                <a:sysClr val="window" lastClr="FFFFFF"/>
              </a:solidFill>
              <a:ln w="7938" cap="flat">
                <a:noFill/>
                <a:prstDash val="solid"/>
                <a:miter lim="800000"/>
              </a:ln>
              <a:effectLst/>
            </p:spPr>
            <p:txBody>
              <a:bodyPr vert="horz" wrap="square" lIns="121920" tIns="60960" rIns="121920" bIns="60960" numCol="1" anchor="t" anchorCtr="0" compatLnSpc="1">
                <a:prstTxWarp prst="textNoShape">
                  <a:avLst/>
                </a:prstTxWarp>
              </a:bodyPr>
              <a:lstStyle/>
              <a:p>
                <a:pPr marL="0" marR="0" lvl="0" indent="0" algn="l"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black"/>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82" name="Freeform 6"/>
              <p:cNvSpPr/>
              <p:nvPr/>
            </p:nvSpPr>
            <p:spPr bwMode="auto">
              <a:xfrm>
                <a:off x="1524106" y="2431739"/>
                <a:ext cx="2602832" cy="2271469"/>
              </a:xfrm>
              <a:custGeom>
                <a:avLst/>
                <a:gdLst>
                  <a:gd name="T0" fmla="*/ 4479 w 4516"/>
                  <a:gd name="T1" fmla="*/ 2074 h 3947"/>
                  <a:gd name="T2" fmla="*/ 3967 w 4516"/>
                  <a:gd name="T3" fmla="*/ 2960 h 3947"/>
                  <a:gd name="T4" fmla="*/ 3455 w 4516"/>
                  <a:gd name="T5" fmla="*/ 3847 h 3947"/>
                  <a:gd name="T6" fmla="*/ 3282 w 4516"/>
                  <a:gd name="T7" fmla="*/ 3947 h 3947"/>
                  <a:gd name="T8" fmla="*/ 2258 w 4516"/>
                  <a:gd name="T9" fmla="*/ 3947 h 3947"/>
                  <a:gd name="T10" fmla="*/ 1234 w 4516"/>
                  <a:gd name="T11" fmla="*/ 3947 h 3947"/>
                  <a:gd name="T12" fmla="*/ 1061 w 4516"/>
                  <a:gd name="T13" fmla="*/ 3847 h 3947"/>
                  <a:gd name="T14" fmla="*/ 549 w 4516"/>
                  <a:gd name="T15" fmla="*/ 2960 h 3947"/>
                  <a:gd name="T16" fmla="*/ 37 w 4516"/>
                  <a:gd name="T17" fmla="*/ 2074 h 3947"/>
                  <a:gd name="T18" fmla="*/ 37 w 4516"/>
                  <a:gd name="T19" fmla="*/ 1874 h 3947"/>
                  <a:gd name="T20" fmla="*/ 549 w 4516"/>
                  <a:gd name="T21" fmla="*/ 987 h 3947"/>
                  <a:gd name="T22" fmla="*/ 1061 w 4516"/>
                  <a:gd name="T23" fmla="*/ 100 h 3947"/>
                  <a:gd name="T24" fmla="*/ 1234 w 4516"/>
                  <a:gd name="T25" fmla="*/ 0 h 3947"/>
                  <a:gd name="T26" fmla="*/ 2258 w 4516"/>
                  <a:gd name="T27" fmla="*/ 0 h 3947"/>
                  <a:gd name="T28" fmla="*/ 3282 w 4516"/>
                  <a:gd name="T29" fmla="*/ 0 h 3947"/>
                  <a:gd name="T30" fmla="*/ 3455 w 4516"/>
                  <a:gd name="T31" fmla="*/ 100 h 3947"/>
                  <a:gd name="T32" fmla="*/ 3967 w 4516"/>
                  <a:gd name="T33" fmla="*/ 987 h 3947"/>
                  <a:gd name="T34" fmla="*/ 4479 w 4516"/>
                  <a:gd name="T35" fmla="*/ 1874 h 3947"/>
                  <a:gd name="T36" fmla="*/ 4479 w 4516"/>
                  <a:gd name="T37" fmla="*/ 2074 h 3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16" h="3947">
                    <a:moveTo>
                      <a:pt x="4479" y="2074"/>
                    </a:moveTo>
                    <a:lnTo>
                      <a:pt x="3967" y="2960"/>
                    </a:lnTo>
                    <a:lnTo>
                      <a:pt x="3455" y="3847"/>
                    </a:lnTo>
                    <a:cubicBezTo>
                      <a:pt x="3418" y="3911"/>
                      <a:pt x="3355" y="3947"/>
                      <a:pt x="3282" y="3947"/>
                    </a:cubicBezTo>
                    <a:lnTo>
                      <a:pt x="2258" y="3947"/>
                    </a:lnTo>
                    <a:lnTo>
                      <a:pt x="1234" y="3947"/>
                    </a:lnTo>
                    <a:cubicBezTo>
                      <a:pt x="1160" y="3947"/>
                      <a:pt x="1097" y="3911"/>
                      <a:pt x="1061" y="3847"/>
                    </a:cubicBezTo>
                    <a:lnTo>
                      <a:pt x="549" y="2960"/>
                    </a:lnTo>
                    <a:lnTo>
                      <a:pt x="37" y="2074"/>
                    </a:lnTo>
                    <a:cubicBezTo>
                      <a:pt x="0" y="2010"/>
                      <a:pt x="0" y="1937"/>
                      <a:pt x="37" y="1874"/>
                    </a:cubicBezTo>
                    <a:lnTo>
                      <a:pt x="549" y="987"/>
                    </a:lnTo>
                    <a:lnTo>
                      <a:pt x="1061" y="100"/>
                    </a:lnTo>
                    <a:cubicBezTo>
                      <a:pt x="1097" y="36"/>
                      <a:pt x="1160" y="0"/>
                      <a:pt x="1234" y="0"/>
                    </a:cubicBezTo>
                    <a:lnTo>
                      <a:pt x="2258" y="0"/>
                    </a:lnTo>
                    <a:lnTo>
                      <a:pt x="3282" y="0"/>
                    </a:lnTo>
                    <a:cubicBezTo>
                      <a:pt x="3355" y="0"/>
                      <a:pt x="3418" y="36"/>
                      <a:pt x="3455" y="100"/>
                    </a:cubicBezTo>
                    <a:lnTo>
                      <a:pt x="3967" y="987"/>
                    </a:lnTo>
                    <a:lnTo>
                      <a:pt x="4479" y="1874"/>
                    </a:lnTo>
                    <a:cubicBezTo>
                      <a:pt x="4516" y="1937"/>
                      <a:pt x="4516" y="2010"/>
                      <a:pt x="4479" y="2074"/>
                    </a:cubicBezTo>
                    <a:close/>
                  </a:path>
                </a:pathLst>
              </a:custGeom>
              <a:gradFill>
                <a:gsLst>
                  <a:gs pos="0">
                    <a:sysClr val="window" lastClr="FFFFFF">
                      <a:lumMod val="82000"/>
                      <a:lumOff val="18000"/>
                    </a:sysClr>
                  </a:gs>
                  <a:gs pos="47000">
                    <a:srgbClr val="F5F5F5"/>
                  </a:gs>
                  <a:gs pos="100000">
                    <a:sysClr val="window" lastClr="FFFFFF">
                      <a:lumMod val="95000"/>
                      <a:lumOff val="5000"/>
                    </a:sysClr>
                  </a:gs>
                </a:gsLst>
                <a:lin ang="18900000" scaled="0"/>
              </a:gradFill>
              <a:ln w="7938" cap="flat">
                <a:noFill/>
                <a:prstDash val="solid"/>
                <a:miter lim="800000"/>
              </a:ln>
              <a:effectLst/>
            </p:spPr>
            <p:txBody>
              <a:bodyPr vert="horz" wrap="square" lIns="121920" tIns="60960" rIns="121920" bIns="60960" numCol="1" anchor="t" anchorCtr="0" compatLnSpc="1">
                <a:prstTxWarp prst="textNoShape">
                  <a:avLst/>
                </a:prstTxWarp>
              </a:bodyPr>
              <a:lstStyle/>
              <a:p>
                <a:pPr marL="0" marR="0" lvl="0" indent="0" algn="l"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black"/>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sp>
          <p:nvSpPr>
            <p:cNvPr id="79" name="Freeform 7"/>
            <p:cNvSpPr/>
            <p:nvPr/>
          </p:nvSpPr>
          <p:spPr bwMode="auto">
            <a:xfrm>
              <a:off x="4635357" y="3316519"/>
              <a:ext cx="1442061" cy="1252455"/>
            </a:xfrm>
            <a:custGeom>
              <a:avLst/>
              <a:gdLst>
                <a:gd name="T0" fmla="*/ 3404 w 3431"/>
                <a:gd name="T1" fmla="*/ 1576 h 2999"/>
                <a:gd name="T2" fmla="*/ 3015 w 3431"/>
                <a:gd name="T3" fmla="*/ 2249 h 2999"/>
                <a:gd name="T4" fmla="*/ 2625 w 3431"/>
                <a:gd name="T5" fmla="*/ 2923 h 2999"/>
                <a:gd name="T6" fmla="*/ 2494 w 3431"/>
                <a:gd name="T7" fmla="*/ 2999 h 2999"/>
                <a:gd name="T8" fmla="*/ 1716 w 3431"/>
                <a:gd name="T9" fmla="*/ 2999 h 2999"/>
                <a:gd name="T10" fmla="*/ 938 w 3431"/>
                <a:gd name="T11" fmla="*/ 2999 h 2999"/>
                <a:gd name="T12" fmla="*/ 806 w 3431"/>
                <a:gd name="T13" fmla="*/ 2923 h 2999"/>
                <a:gd name="T14" fmla="*/ 417 w 3431"/>
                <a:gd name="T15" fmla="*/ 2249 h 2999"/>
                <a:gd name="T16" fmla="*/ 28 w 3431"/>
                <a:gd name="T17" fmla="*/ 1576 h 2999"/>
                <a:gd name="T18" fmla="*/ 28 w 3431"/>
                <a:gd name="T19" fmla="*/ 1424 h 2999"/>
                <a:gd name="T20" fmla="*/ 417 w 3431"/>
                <a:gd name="T21" fmla="*/ 750 h 2999"/>
                <a:gd name="T22" fmla="*/ 806 w 3431"/>
                <a:gd name="T23" fmla="*/ 76 h 2999"/>
                <a:gd name="T24" fmla="*/ 938 w 3431"/>
                <a:gd name="T25" fmla="*/ 0 h 2999"/>
                <a:gd name="T26" fmla="*/ 1716 w 3431"/>
                <a:gd name="T27" fmla="*/ 0 h 2999"/>
                <a:gd name="T28" fmla="*/ 2494 w 3431"/>
                <a:gd name="T29" fmla="*/ 0 h 2999"/>
                <a:gd name="T30" fmla="*/ 2625 w 3431"/>
                <a:gd name="T31" fmla="*/ 76 h 2999"/>
                <a:gd name="T32" fmla="*/ 3015 w 3431"/>
                <a:gd name="T33" fmla="*/ 750 h 2999"/>
                <a:gd name="T34" fmla="*/ 3404 w 3431"/>
                <a:gd name="T35" fmla="*/ 1424 h 2999"/>
                <a:gd name="T36" fmla="*/ 3404 w 3431"/>
                <a:gd name="T37" fmla="*/ 1576 h 2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31" h="2999">
                  <a:moveTo>
                    <a:pt x="3404" y="1576"/>
                  </a:moveTo>
                  <a:lnTo>
                    <a:pt x="3015" y="2249"/>
                  </a:lnTo>
                  <a:lnTo>
                    <a:pt x="2625" y="2923"/>
                  </a:lnTo>
                  <a:cubicBezTo>
                    <a:pt x="2598" y="2972"/>
                    <a:pt x="2550" y="2999"/>
                    <a:pt x="2494" y="2999"/>
                  </a:cubicBezTo>
                  <a:lnTo>
                    <a:pt x="1716" y="2999"/>
                  </a:lnTo>
                  <a:lnTo>
                    <a:pt x="938" y="2999"/>
                  </a:lnTo>
                  <a:cubicBezTo>
                    <a:pt x="882" y="2999"/>
                    <a:pt x="834" y="2972"/>
                    <a:pt x="806" y="2923"/>
                  </a:cubicBezTo>
                  <a:lnTo>
                    <a:pt x="417" y="2249"/>
                  </a:lnTo>
                  <a:lnTo>
                    <a:pt x="28" y="1576"/>
                  </a:lnTo>
                  <a:cubicBezTo>
                    <a:pt x="0" y="1527"/>
                    <a:pt x="0" y="1472"/>
                    <a:pt x="28" y="1424"/>
                  </a:cubicBezTo>
                  <a:lnTo>
                    <a:pt x="417" y="750"/>
                  </a:lnTo>
                  <a:lnTo>
                    <a:pt x="806" y="76"/>
                  </a:lnTo>
                  <a:cubicBezTo>
                    <a:pt x="834" y="28"/>
                    <a:pt x="882" y="0"/>
                    <a:pt x="938" y="0"/>
                  </a:cubicBezTo>
                  <a:lnTo>
                    <a:pt x="1716" y="0"/>
                  </a:lnTo>
                  <a:lnTo>
                    <a:pt x="2494" y="0"/>
                  </a:lnTo>
                  <a:cubicBezTo>
                    <a:pt x="2550" y="0"/>
                    <a:pt x="2598" y="28"/>
                    <a:pt x="2625" y="76"/>
                  </a:cubicBezTo>
                  <a:lnTo>
                    <a:pt x="3015" y="750"/>
                  </a:lnTo>
                  <a:lnTo>
                    <a:pt x="3404" y="1424"/>
                  </a:lnTo>
                  <a:cubicBezTo>
                    <a:pt x="3431" y="1472"/>
                    <a:pt x="3431" y="1527"/>
                    <a:pt x="3404" y="1576"/>
                  </a:cubicBezTo>
                  <a:close/>
                </a:path>
              </a:pathLst>
            </a:custGeom>
            <a:solidFill>
              <a:schemeClr val="accent3"/>
            </a:solidFill>
            <a:ln w="7938" cap="flat">
              <a:noFill/>
              <a:prstDash val="solid"/>
              <a:miter lim="800000"/>
            </a:ln>
            <a:effectLst/>
          </p:spPr>
          <p:txBody>
            <a:bodyPr vert="horz" wrap="square" lIns="121920" tIns="60960" rIns="121920" bIns="60960" numCol="1" anchor="t" anchorCtr="0" compatLnSpc="1">
              <a:prstTxWarp prst="textNoShape">
                <a:avLst/>
              </a:prstTxWarp>
            </a:bodyPr>
            <a:lstStyle/>
            <a:p>
              <a:pPr marL="0" marR="0" lvl="0" indent="0" algn="l"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black"/>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80" name="TextBox 79"/>
            <p:cNvSpPr txBox="1"/>
            <p:nvPr/>
          </p:nvSpPr>
          <p:spPr>
            <a:xfrm>
              <a:off x="4891878" y="3730068"/>
              <a:ext cx="1185538" cy="402997"/>
            </a:xfrm>
            <a:prstGeom prst="rect">
              <a:avLst/>
            </a:prstGeom>
            <a:noFill/>
          </p:spPr>
          <p:txBody>
            <a:bodyPr wrap="square" rtlCol="0">
              <a:spAutoFit/>
            </a:bodyPr>
            <a:lstStyle/>
            <a:p>
              <a:pPr marL="0" marR="0" lvl="0" indent="0" algn="l" defTabSz="1219170" rtl="0" eaLnBrk="1" fontAlgn="base" latinLnBrk="0" hangingPunct="1">
                <a:lnSpc>
                  <a:spcPct val="100000"/>
                </a:lnSpc>
                <a:spcBef>
                  <a:spcPct val="0"/>
                </a:spcBef>
                <a:spcAft>
                  <a:spcPct val="0"/>
                </a:spcAft>
                <a:buClrTx/>
                <a:buSzTx/>
                <a:buFontTx/>
                <a:buNone/>
                <a:defRPr/>
              </a:pPr>
              <a:r>
                <a:rPr kumimoji="0" lang="zh-CN" altLang="en-US" sz="1733"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第三月</a:t>
              </a:r>
            </a:p>
          </p:txBody>
        </p:sp>
      </p:grpSp>
      <p:grpSp>
        <p:nvGrpSpPr>
          <p:cNvPr id="83" name="组合 82"/>
          <p:cNvGrpSpPr/>
          <p:nvPr/>
        </p:nvGrpSpPr>
        <p:grpSpPr>
          <a:xfrm>
            <a:off x="3900825" y="4409033"/>
            <a:ext cx="1737011" cy="1516247"/>
            <a:chOff x="4376494" y="4851074"/>
            <a:chExt cx="1948823" cy="1702026"/>
          </a:xfrm>
        </p:grpSpPr>
        <p:grpSp>
          <p:nvGrpSpPr>
            <p:cNvPr id="84" name="组合 83"/>
            <p:cNvGrpSpPr/>
            <p:nvPr/>
          </p:nvGrpSpPr>
          <p:grpSpPr>
            <a:xfrm>
              <a:off x="4376494" y="4851074"/>
              <a:ext cx="1948823" cy="1702026"/>
              <a:chOff x="1511944" y="2420246"/>
              <a:chExt cx="2627152" cy="2294453"/>
            </a:xfrm>
            <a:effectLst>
              <a:outerShdw blurRad="203200" dist="38100" dir="3780000" sx="103000" sy="103000" algn="t" rotWithShape="0">
                <a:prstClr val="black">
                  <a:alpha val="25000"/>
                </a:prstClr>
              </a:outerShdw>
            </a:effectLst>
          </p:grpSpPr>
          <p:sp>
            <p:nvSpPr>
              <p:cNvPr id="87" name="Freeform 6"/>
              <p:cNvSpPr/>
              <p:nvPr/>
            </p:nvSpPr>
            <p:spPr bwMode="auto">
              <a:xfrm>
                <a:off x="1511944" y="2420246"/>
                <a:ext cx="2627152" cy="2294453"/>
              </a:xfrm>
              <a:custGeom>
                <a:avLst/>
                <a:gdLst>
                  <a:gd name="T0" fmla="*/ 4479 w 4516"/>
                  <a:gd name="T1" fmla="*/ 2074 h 3947"/>
                  <a:gd name="T2" fmla="*/ 3967 w 4516"/>
                  <a:gd name="T3" fmla="*/ 2960 h 3947"/>
                  <a:gd name="T4" fmla="*/ 3455 w 4516"/>
                  <a:gd name="T5" fmla="*/ 3847 h 3947"/>
                  <a:gd name="T6" fmla="*/ 3282 w 4516"/>
                  <a:gd name="T7" fmla="*/ 3947 h 3947"/>
                  <a:gd name="T8" fmla="*/ 2258 w 4516"/>
                  <a:gd name="T9" fmla="*/ 3947 h 3947"/>
                  <a:gd name="T10" fmla="*/ 1234 w 4516"/>
                  <a:gd name="T11" fmla="*/ 3947 h 3947"/>
                  <a:gd name="T12" fmla="*/ 1061 w 4516"/>
                  <a:gd name="T13" fmla="*/ 3847 h 3947"/>
                  <a:gd name="T14" fmla="*/ 549 w 4516"/>
                  <a:gd name="T15" fmla="*/ 2960 h 3947"/>
                  <a:gd name="T16" fmla="*/ 37 w 4516"/>
                  <a:gd name="T17" fmla="*/ 2074 h 3947"/>
                  <a:gd name="T18" fmla="*/ 37 w 4516"/>
                  <a:gd name="T19" fmla="*/ 1874 h 3947"/>
                  <a:gd name="T20" fmla="*/ 549 w 4516"/>
                  <a:gd name="T21" fmla="*/ 987 h 3947"/>
                  <a:gd name="T22" fmla="*/ 1061 w 4516"/>
                  <a:gd name="T23" fmla="*/ 100 h 3947"/>
                  <a:gd name="T24" fmla="*/ 1234 w 4516"/>
                  <a:gd name="T25" fmla="*/ 0 h 3947"/>
                  <a:gd name="T26" fmla="*/ 2258 w 4516"/>
                  <a:gd name="T27" fmla="*/ 0 h 3947"/>
                  <a:gd name="T28" fmla="*/ 3282 w 4516"/>
                  <a:gd name="T29" fmla="*/ 0 h 3947"/>
                  <a:gd name="T30" fmla="*/ 3455 w 4516"/>
                  <a:gd name="T31" fmla="*/ 100 h 3947"/>
                  <a:gd name="T32" fmla="*/ 3967 w 4516"/>
                  <a:gd name="T33" fmla="*/ 987 h 3947"/>
                  <a:gd name="T34" fmla="*/ 4479 w 4516"/>
                  <a:gd name="T35" fmla="*/ 1874 h 3947"/>
                  <a:gd name="T36" fmla="*/ 4479 w 4516"/>
                  <a:gd name="T37" fmla="*/ 2074 h 3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16" h="3947">
                    <a:moveTo>
                      <a:pt x="4479" y="2074"/>
                    </a:moveTo>
                    <a:lnTo>
                      <a:pt x="3967" y="2960"/>
                    </a:lnTo>
                    <a:lnTo>
                      <a:pt x="3455" y="3847"/>
                    </a:lnTo>
                    <a:cubicBezTo>
                      <a:pt x="3418" y="3911"/>
                      <a:pt x="3355" y="3947"/>
                      <a:pt x="3282" y="3947"/>
                    </a:cubicBezTo>
                    <a:lnTo>
                      <a:pt x="2258" y="3947"/>
                    </a:lnTo>
                    <a:lnTo>
                      <a:pt x="1234" y="3947"/>
                    </a:lnTo>
                    <a:cubicBezTo>
                      <a:pt x="1160" y="3947"/>
                      <a:pt x="1097" y="3911"/>
                      <a:pt x="1061" y="3847"/>
                    </a:cubicBezTo>
                    <a:lnTo>
                      <a:pt x="549" y="2960"/>
                    </a:lnTo>
                    <a:lnTo>
                      <a:pt x="37" y="2074"/>
                    </a:lnTo>
                    <a:cubicBezTo>
                      <a:pt x="0" y="2010"/>
                      <a:pt x="0" y="1937"/>
                      <a:pt x="37" y="1874"/>
                    </a:cubicBezTo>
                    <a:lnTo>
                      <a:pt x="549" y="987"/>
                    </a:lnTo>
                    <a:lnTo>
                      <a:pt x="1061" y="100"/>
                    </a:lnTo>
                    <a:cubicBezTo>
                      <a:pt x="1097" y="36"/>
                      <a:pt x="1160" y="0"/>
                      <a:pt x="1234" y="0"/>
                    </a:cubicBezTo>
                    <a:lnTo>
                      <a:pt x="2258" y="0"/>
                    </a:lnTo>
                    <a:lnTo>
                      <a:pt x="3282" y="0"/>
                    </a:lnTo>
                    <a:cubicBezTo>
                      <a:pt x="3355" y="0"/>
                      <a:pt x="3418" y="36"/>
                      <a:pt x="3455" y="100"/>
                    </a:cubicBezTo>
                    <a:lnTo>
                      <a:pt x="3967" y="987"/>
                    </a:lnTo>
                    <a:lnTo>
                      <a:pt x="4479" y="1874"/>
                    </a:lnTo>
                    <a:cubicBezTo>
                      <a:pt x="4516" y="1937"/>
                      <a:pt x="4516" y="2010"/>
                      <a:pt x="4479" y="2074"/>
                    </a:cubicBezTo>
                    <a:close/>
                  </a:path>
                </a:pathLst>
              </a:custGeom>
              <a:solidFill>
                <a:sysClr val="window" lastClr="FFFFFF"/>
              </a:solidFill>
              <a:ln w="7938" cap="flat">
                <a:noFill/>
                <a:prstDash val="solid"/>
                <a:miter lim="800000"/>
              </a:ln>
              <a:effectLst/>
            </p:spPr>
            <p:txBody>
              <a:bodyPr vert="horz" wrap="square" lIns="121920" tIns="60960" rIns="121920" bIns="60960" numCol="1" anchor="t" anchorCtr="0" compatLnSpc="1">
                <a:prstTxWarp prst="textNoShape">
                  <a:avLst/>
                </a:prstTxWarp>
              </a:bodyPr>
              <a:lstStyle/>
              <a:p>
                <a:pPr marL="0" marR="0" lvl="0" indent="0" algn="l"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black"/>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88" name="Freeform 6"/>
              <p:cNvSpPr/>
              <p:nvPr/>
            </p:nvSpPr>
            <p:spPr bwMode="auto">
              <a:xfrm>
                <a:off x="1524106" y="2431739"/>
                <a:ext cx="2602832" cy="2271469"/>
              </a:xfrm>
              <a:custGeom>
                <a:avLst/>
                <a:gdLst>
                  <a:gd name="T0" fmla="*/ 4479 w 4516"/>
                  <a:gd name="T1" fmla="*/ 2074 h 3947"/>
                  <a:gd name="T2" fmla="*/ 3967 w 4516"/>
                  <a:gd name="T3" fmla="*/ 2960 h 3947"/>
                  <a:gd name="T4" fmla="*/ 3455 w 4516"/>
                  <a:gd name="T5" fmla="*/ 3847 h 3947"/>
                  <a:gd name="T6" fmla="*/ 3282 w 4516"/>
                  <a:gd name="T7" fmla="*/ 3947 h 3947"/>
                  <a:gd name="T8" fmla="*/ 2258 w 4516"/>
                  <a:gd name="T9" fmla="*/ 3947 h 3947"/>
                  <a:gd name="T10" fmla="*/ 1234 w 4516"/>
                  <a:gd name="T11" fmla="*/ 3947 h 3947"/>
                  <a:gd name="T12" fmla="*/ 1061 w 4516"/>
                  <a:gd name="T13" fmla="*/ 3847 h 3947"/>
                  <a:gd name="T14" fmla="*/ 549 w 4516"/>
                  <a:gd name="T15" fmla="*/ 2960 h 3947"/>
                  <a:gd name="T16" fmla="*/ 37 w 4516"/>
                  <a:gd name="T17" fmla="*/ 2074 h 3947"/>
                  <a:gd name="T18" fmla="*/ 37 w 4516"/>
                  <a:gd name="T19" fmla="*/ 1874 h 3947"/>
                  <a:gd name="T20" fmla="*/ 549 w 4516"/>
                  <a:gd name="T21" fmla="*/ 987 h 3947"/>
                  <a:gd name="T22" fmla="*/ 1061 w 4516"/>
                  <a:gd name="T23" fmla="*/ 100 h 3947"/>
                  <a:gd name="T24" fmla="*/ 1234 w 4516"/>
                  <a:gd name="T25" fmla="*/ 0 h 3947"/>
                  <a:gd name="T26" fmla="*/ 2258 w 4516"/>
                  <a:gd name="T27" fmla="*/ 0 h 3947"/>
                  <a:gd name="T28" fmla="*/ 3282 w 4516"/>
                  <a:gd name="T29" fmla="*/ 0 h 3947"/>
                  <a:gd name="T30" fmla="*/ 3455 w 4516"/>
                  <a:gd name="T31" fmla="*/ 100 h 3947"/>
                  <a:gd name="T32" fmla="*/ 3967 w 4516"/>
                  <a:gd name="T33" fmla="*/ 987 h 3947"/>
                  <a:gd name="T34" fmla="*/ 4479 w 4516"/>
                  <a:gd name="T35" fmla="*/ 1874 h 3947"/>
                  <a:gd name="T36" fmla="*/ 4479 w 4516"/>
                  <a:gd name="T37" fmla="*/ 2074 h 3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16" h="3947">
                    <a:moveTo>
                      <a:pt x="4479" y="2074"/>
                    </a:moveTo>
                    <a:lnTo>
                      <a:pt x="3967" y="2960"/>
                    </a:lnTo>
                    <a:lnTo>
                      <a:pt x="3455" y="3847"/>
                    </a:lnTo>
                    <a:cubicBezTo>
                      <a:pt x="3418" y="3911"/>
                      <a:pt x="3355" y="3947"/>
                      <a:pt x="3282" y="3947"/>
                    </a:cubicBezTo>
                    <a:lnTo>
                      <a:pt x="2258" y="3947"/>
                    </a:lnTo>
                    <a:lnTo>
                      <a:pt x="1234" y="3947"/>
                    </a:lnTo>
                    <a:cubicBezTo>
                      <a:pt x="1160" y="3947"/>
                      <a:pt x="1097" y="3911"/>
                      <a:pt x="1061" y="3847"/>
                    </a:cubicBezTo>
                    <a:lnTo>
                      <a:pt x="549" y="2960"/>
                    </a:lnTo>
                    <a:lnTo>
                      <a:pt x="37" y="2074"/>
                    </a:lnTo>
                    <a:cubicBezTo>
                      <a:pt x="0" y="2010"/>
                      <a:pt x="0" y="1937"/>
                      <a:pt x="37" y="1874"/>
                    </a:cubicBezTo>
                    <a:lnTo>
                      <a:pt x="549" y="987"/>
                    </a:lnTo>
                    <a:lnTo>
                      <a:pt x="1061" y="100"/>
                    </a:lnTo>
                    <a:cubicBezTo>
                      <a:pt x="1097" y="36"/>
                      <a:pt x="1160" y="0"/>
                      <a:pt x="1234" y="0"/>
                    </a:cubicBezTo>
                    <a:lnTo>
                      <a:pt x="2258" y="0"/>
                    </a:lnTo>
                    <a:lnTo>
                      <a:pt x="3282" y="0"/>
                    </a:lnTo>
                    <a:cubicBezTo>
                      <a:pt x="3355" y="0"/>
                      <a:pt x="3418" y="36"/>
                      <a:pt x="3455" y="100"/>
                    </a:cubicBezTo>
                    <a:lnTo>
                      <a:pt x="3967" y="987"/>
                    </a:lnTo>
                    <a:lnTo>
                      <a:pt x="4479" y="1874"/>
                    </a:lnTo>
                    <a:cubicBezTo>
                      <a:pt x="4516" y="1937"/>
                      <a:pt x="4516" y="2010"/>
                      <a:pt x="4479" y="2074"/>
                    </a:cubicBezTo>
                    <a:close/>
                  </a:path>
                </a:pathLst>
              </a:custGeom>
              <a:gradFill>
                <a:gsLst>
                  <a:gs pos="0">
                    <a:sysClr val="window" lastClr="FFFFFF">
                      <a:lumMod val="82000"/>
                      <a:lumOff val="18000"/>
                    </a:sysClr>
                  </a:gs>
                  <a:gs pos="47000">
                    <a:srgbClr val="F5F5F5"/>
                  </a:gs>
                  <a:gs pos="100000">
                    <a:sysClr val="window" lastClr="FFFFFF">
                      <a:lumMod val="95000"/>
                      <a:lumOff val="5000"/>
                    </a:sysClr>
                  </a:gs>
                </a:gsLst>
                <a:lin ang="18900000" scaled="0"/>
              </a:gradFill>
              <a:ln w="7938" cap="flat">
                <a:noFill/>
                <a:prstDash val="solid"/>
                <a:miter lim="800000"/>
              </a:ln>
              <a:effectLst/>
            </p:spPr>
            <p:txBody>
              <a:bodyPr vert="horz" wrap="square" lIns="121920" tIns="60960" rIns="121920" bIns="60960" numCol="1" anchor="t" anchorCtr="0" compatLnSpc="1">
                <a:prstTxWarp prst="textNoShape">
                  <a:avLst/>
                </a:prstTxWarp>
              </a:bodyPr>
              <a:lstStyle/>
              <a:p>
                <a:pPr marL="0" marR="0" lvl="0" indent="0" algn="l"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black"/>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grpSp>
        <p:sp>
          <p:nvSpPr>
            <p:cNvPr id="85" name="Freeform 7"/>
            <p:cNvSpPr/>
            <p:nvPr/>
          </p:nvSpPr>
          <p:spPr bwMode="auto">
            <a:xfrm>
              <a:off x="4629876" y="5049394"/>
              <a:ext cx="1442061" cy="1252455"/>
            </a:xfrm>
            <a:custGeom>
              <a:avLst/>
              <a:gdLst>
                <a:gd name="T0" fmla="*/ 3404 w 3431"/>
                <a:gd name="T1" fmla="*/ 1576 h 2999"/>
                <a:gd name="T2" fmla="*/ 3015 w 3431"/>
                <a:gd name="T3" fmla="*/ 2249 h 2999"/>
                <a:gd name="T4" fmla="*/ 2625 w 3431"/>
                <a:gd name="T5" fmla="*/ 2923 h 2999"/>
                <a:gd name="T6" fmla="*/ 2494 w 3431"/>
                <a:gd name="T7" fmla="*/ 2999 h 2999"/>
                <a:gd name="T8" fmla="*/ 1716 w 3431"/>
                <a:gd name="T9" fmla="*/ 2999 h 2999"/>
                <a:gd name="T10" fmla="*/ 938 w 3431"/>
                <a:gd name="T11" fmla="*/ 2999 h 2999"/>
                <a:gd name="T12" fmla="*/ 806 w 3431"/>
                <a:gd name="T13" fmla="*/ 2923 h 2999"/>
                <a:gd name="T14" fmla="*/ 417 w 3431"/>
                <a:gd name="T15" fmla="*/ 2249 h 2999"/>
                <a:gd name="T16" fmla="*/ 28 w 3431"/>
                <a:gd name="T17" fmla="*/ 1576 h 2999"/>
                <a:gd name="T18" fmla="*/ 28 w 3431"/>
                <a:gd name="T19" fmla="*/ 1424 h 2999"/>
                <a:gd name="T20" fmla="*/ 417 w 3431"/>
                <a:gd name="T21" fmla="*/ 750 h 2999"/>
                <a:gd name="T22" fmla="*/ 806 w 3431"/>
                <a:gd name="T23" fmla="*/ 76 h 2999"/>
                <a:gd name="T24" fmla="*/ 938 w 3431"/>
                <a:gd name="T25" fmla="*/ 0 h 2999"/>
                <a:gd name="T26" fmla="*/ 1716 w 3431"/>
                <a:gd name="T27" fmla="*/ 0 h 2999"/>
                <a:gd name="T28" fmla="*/ 2494 w 3431"/>
                <a:gd name="T29" fmla="*/ 0 h 2999"/>
                <a:gd name="T30" fmla="*/ 2625 w 3431"/>
                <a:gd name="T31" fmla="*/ 76 h 2999"/>
                <a:gd name="T32" fmla="*/ 3015 w 3431"/>
                <a:gd name="T33" fmla="*/ 750 h 2999"/>
                <a:gd name="T34" fmla="*/ 3404 w 3431"/>
                <a:gd name="T35" fmla="*/ 1424 h 2999"/>
                <a:gd name="T36" fmla="*/ 3404 w 3431"/>
                <a:gd name="T37" fmla="*/ 1576 h 2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31" h="2999">
                  <a:moveTo>
                    <a:pt x="3404" y="1576"/>
                  </a:moveTo>
                  <a:lnTo>
                    <a:pt x="3015" y="2249"/>
                  </a:lnTo>
                  <a:lnTo>
                    <a:pt x="2625" y="2923"/>
                  </a:lnTo>
                  <a:cubicBezTo>
                    <a:pt x="2598" y="2972"/>
                    <a:pt x="2550" y="2999"/>
                    <a:pt x="2494" y="2999"/>
                  </a:cubicBezTo>
                  <a:lnTo>
                    <a:pt x="1716" y="2999"/>
                  </a:lnTo>
                  <a:lnTo>
                    <a:pt x="938" y="2999"/>
                  </a:lnTo>
                  <a:cubicBezTo>
                    <a:pt x="882" y="2999"/>
                    <a:pt x="834" y="2972"/>
                    <a:pt x="806" y="2923"/>
                  </a:cubicBezTo>
                  <a:lnTo>
                    <a:pt x="417" y="2249"/>
                  </a:lnTo>
                  <a:lnTo>
                    <a:pt x="28" y="1576"/>
                  </a:lnTo>
                  <a:cubicBezTo>
                    <a:pt x="0" y="1527"/>
                    <a:pt x="0" y="1472"/>
                    <a:pt x="28" y="1424"/>
                  </a:cubicBezTo>
                  <a:lnTo>
                    <a:pt x="417" y="750"/>
                  </a:lnTo>
                  <a:lnTo>
                    <a:pt x="806" y="76"/>
                  </a:lnTo>
                  <a:cubicBezTo>
                    <a:pt x="834" y="28"/>
                    <a:pt x="882" y="0"/>
                    <a:pt x="938" y="0"/>
                  </a:cubicBezTo>
                  <a:lnTo>
                    <a:pt x="1716" y="0"/>
                  </a:lnTo>
                  <a:lnTo>
                    <a:pt x="2494" y="0"/>
                  </a:lnTo>
                  <a:cubicBezTo>
                    <a:pt x="2550" y="0"/>
                    <a:pt x="2598" y="28"/>
                    <a:pt x="2625" y="76"/>
                  </a:cubicBezTo>
                  <a:lnTo>
                    <a:pt x="3015" y="750"/>
                  </a:lnTo>
                  <a:lnTo>
                    <a:pt x="3404" y="1424"/>
                  </a:lnTo>
                  <a:cubicBezTo>
                    <a:pt x="3431" y="1472"/>
                    <a:pt x="3431" y="1527"/>
                    <a:pt x="3404" y="1576"/>
                  </a:cubicBezTo>
                  <a:close/>
                </a:path>
              </a:pathLst>
            </a:custGeom>
            <a:solidFill>
              <a:schemeClr val="accent4"/>
            </a:solidFill>
            <a:ln w="7938" cap="flat">
              <a:noFill/>
              <a:prstDash val="solid"/>
              <a:miter lim="800000"/>
            </a:ln>
            <a:effectLst/>
          </p:spPr>
          <p:txBody>
            <a:bodyPr vert="horz" wrap="square" lIns="121920" tIns="60960" rIns="121920" bIns="60960" numCol="1" anchor="t" anchorCtr="0" compatLnSpc="1">
              <a:prstTxWarp prst="textNoShape">
                <a:avLst/>
              </a:prstTxWarp>
            </a:bodyPr>
            <a:lstStyle/>
            <a:p>
              <a:pPr marL="0" marR="0" lvl="0" indent="0" algn="l" defTabSz="1219170" rtl="0" eaLnBrk="1" fontAlgn="base" latinLnBrk="0" hangingPunct="1">
                <a:lnSpc>
                  <a:spcPct val="100000"/>
                </a:lnSpc>
                <a:spcBef>
                  <a:spcPct val="0"/>
                </a:spcBef>
                <a:spcAft>
                  <a:spcPct val="0"/>
                </a:spcAft>
                <a:buClrTx/>
                <a:buSzTx/>
                <a:buFontTx/>
                <a:buNone/>
                <a:defRPr/>
              </a:pPr>
              <a:endParaRPr kumimoji="0" lang="zh-CN" altLang="en-US" sz="2400" b="0" i="0" u="none" strike="noStrike" kern="0" cap="none" spc="0" normalizeH="0" baseline="0" noProof="0">
                <a:ln>
                  <a:noFill/>
                </a:ln>
                <a:solidFill>
                  <a:prstClr val="black"/>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86" name="TextBox 85"/>
            <p:cNvSpPr txBox="1"/>
            <p:nvPr/>
          </p:nvSpPr>
          <p:spPr>
            <a:xfrm>
              <a:off x="4886398" y="5462945"/>
              <a:ext cx="1185538" cy="402997"/>
            </a:xfrm>
            <a:prstGeom prst="rect">
              <a:avLst/>
            </a:prstGeom>
            <a:noFill/>
          </p:spPr>
          <p:txBody>
            <a:bodyPr wrap="square" rtlCol="0">
              <a:spAutoFit/>
            </a:bodyPr>
            <a:lstStyle/>
            <a:p>
              <a:pPr marL="0" marR="0" lvl="0" indent="0" algn="l" defTabSz="1219170" rtl="0" eaLnBrk="1" fontAlgn="base" latinLnBrk="0" hangingPunct="1">
                <a:lnSpc>
                  <a:spcPct val="100000"/>
                </a:lnSpc>
                <a:spcBef>
                  <a:spcPct val="0"/>
                </a:spcBef>
                <a:spcAft>
                  <a:spcPct val="0"/>
                </a:spcAft>
                <a:buClrTx/>
                <a:buSzTx/>
                <a:buFontTx/>
                <a:buNone/>
                <a:defRPr/>
              </a:pPr>
              <a:r>
                <a:rPr kumimoji="0" lang="zh-CN" altLang="en-US" sz="1733" b="0" i="0" u="none" strike="noStrike" kern="0" cap="none" spc="0" normalizeH="0" baseline="0" noProof="0">
                  <a:ln>
                    <a:noFill/>
                  </a:ln>
                  <a:solidFill>
                    <a:prstClr val="white"/>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第四月</a:t>
              </a:r>
            </a:p>
          </p:txBody>
        </p:sp>
      </p:grpSp>
      <p:grpSp>
        <p:nvGrpSpPr>
          <p:cNvPr id="89" name="组合 88"/>
          <p:cNvGrpSpPr/>
          <p:nvPr/>
        </p:nvGrpSpPr>
        <p:grpSpPr>
          <a:xfrm>
            <a:off x="6275871" y="2885438"/>
            <a:ext cx="4875680" cy="2807388"/>
            <a:chOff x="7041153" y="3140803"/>
            <a:chExt cx="5470223" cy="3151364"/>
          </a:xfrm>
        </p:grpSpPr>
        <p:cxnSp>
          <p:nvCxnSpPr>
            <p:cNvPr id="90" name="直接箭头连接符 89"/>
            <p:cNvCxnSpPr/>
            <p:nvPr/>
          </p:nvCxnSpPr>
          <p:spPr>
            <a:xfrm>
              <a:off x="8039682" y="6292167"/>
              <a:ext cx="4471694" cy="0"/>
            </a:xfrm>
            <a:prstGeom prst="straightConnector1">
              <a:avLst/>
            </a:prstGeom>
            <a:noFill/>
            <a:ln w="9525" cap="flat" cmpd="sng" algn="ctr">
              <a:solidFill>
                <a:sysClr val="windowText" lastClr="000000">
                  <a:lumMod val="50000"/>
                  <a:lumOff val="50000"/>
                </a:sysClr>
              </a:solidFill>
              <a:prstDash val="solid"/>
              <a:tailEnd type="arrow"/>
            </a:ln>
            <a:effectLst/>
          </p:spPr>
        </p:cxnSp>
        <p:cxnSp>
          <p:nvCxnSpPr>
            <p:cNvPr id="91" name="直接箭头连接符 90"/>
            <p:cNvCxnSpPr/>
            <p:nvPr/>
          </p:nvCxnSpPr>
          <p:spPr>
            <a:xfrm flipH="1" flipV="1">
              <a:off x="8039039" y="3140803"/>
              <a:ext cx="0" cy="3130693"/>
            </a:xfrm>
            <a:prstGeom prst="straightConnector1">
              <a:avLst/>
            </a:prstGeom>
            <a:noFill/>
            <a:ln w="9525" cap="flat" cmpd="sng" algn="ctr">
              <a:solidFill>
                <a:sysClr val="windowText" lastClr="000000">
                  <a:lumMod val="50000"/>
                  <a:lumOff val="50000"/>
                </a:sysClr>
              </a:solidFill>
              <a:prstDash val="solid"/>
              <a:tailEnd type="arrow"/>
            </a:ln>
            <a:effectLst/>
          </p:spPr>
        </p:cxnSp>
        <p:sp>
          <p:nvSpPr>
            <p:cNvPr id="92" name="TextBox 91"/>
            <p:cNvSpPr txBox="1"/>
            <p:nvPr/>
          </p:nvSpPr>
          <p:spPr>
            <a:xfrm>
              <a:off x="7041153" y="3398595"/>
              <a:ext cx="997885" cy="380020"/>
            </a:xfrm>
            <a:prstGeom prst="rect">
              <a:avLst/>
            </a:prstGeom>
            <a:noFill/>
          </p:spPr>
          <p:txBody>
            <a:bodyPr wrap="square" lIns="121908" tIns="60953" rIns="121908" bIns="60953" rtlCol="0">
              <a:spAutoFit/>
            </a:bodyPr>
            <a:lstStyle/>
            <a:p>
              <a:pPr marL="0" marR="0" lvl="0" indent="0" algn="l" defTabSz="1219170" rtl="0" eaLnBrk="1" fontAlgn="base" latinLnBrk="0" hangingPunct="1">
                <a:lnSpc>
                  <a:spcPct val="100000"/>
                </a:lnSpc>
                <a:spcBef>
                  <a:spcPct val="0"/>
                </a:spcBef>
                <a:spcAft>
                  <a:spcPct val="0"/>
                </a:spcAft>
                <a:buClrTx/>
                <a:buSzTx/>
                <a:buFontTx/>
                <a:buNone/>
                <a:defRPr/>
              </a:pPr>
              <a:r>
                <a:rPr kumimoji="0" lang="zh-CN" altLang="en-US" sz="1400" b="0" i="0" u="none" strike="noStrike" kern="0" cap="none" spc="0" normalizeH="0" baseline="0" noProof="0">
                  <a:ln>
                    <a:noFill/>
                  </a:ln>
                  <a:solidFill>
                    <a:sysClr val="windowText" lastClr="000000"/>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第四月</a:t>
              </a:r>
            </a:p>
          </p:txBody>
        </p:sp>
        <p:sp>
          <p:nvSpPr>
            <p:cNvPr id="93" name="TextBox 92"/>
            <p:cNvSpPr txBox="1"/>
            <p:nvPr/>
          </p:nvSpPr>
          <p:spPr>
            <a:xfrm>
              <a:off x="7041153" y="4232255"/>
              <a:ext cx="997885" cy="380020"/>
            </a:xfrm>
            <a:prstGeom prst="rect">
              <a:avLst/>
            </a:prstGeom>
            <a:noFill/>
          </p:spPr>
          <p:txBody>
            <a:bodyPr wrap="square" lIns="121908" tIns="60953" rIns="121908" bIns="60953" rtlCol="0">
              <a:spAutoFit/>
            </a:bodyPr>
            <a:lstStyle/>
            <a:p>
              <a:pPr marL="0" marR="0" lvl="0" indent="0" algn="l" defTabSz="1219170" rtl="0" eaLnBrk="1" fontAlgn="base" latinLnBrk="0" hangingPunct="1">
                <a:lnSpc>
                  <a:spcPct val="100000"/>
                </a:lnSpc>
                <a:spcBef>
                  <a:spcPct val="0"/>
                </a:spcBef>
                <a:spcAft>
                  <a:spcPct val="0"/>
                </a:spcAft>
                <a:buClrTx/>
                <a:buSzTx/>
                <a:buFontTx/>
                <a:buNone/>
                <a:defRPr/>
              </a:pPr>
              <a:r>
                <a:rPr kumimoji="0" lang="zh-CN" altLang="en-US" sz="1400" b="0" i="0" u="none" strike="noStrike" kern="0" cap="none" spc="0" normalizeH="0" baseline="0" noProof="0">
                  <a:ln>
                    <a:noFill/>
                  </a:ln>
                  <a:solidFill>
                    <a:sysClr val="windowText" lastClr="000000"/>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第三月</a:t>
              </a:r>
            </a:p>
          </p:txBody>
        </p:sp>
        <p:sp>
          <p:nvSpPr>
            <p:cNvPr id="94" name="TextBox 93"/>
            <p:cNvSpPr txBox="1"/>
            <p:nvPr/>
          </p:nvSpPr>
          <p:spPr>
            <a:xfrm>
              <a:off x="7041153" y="5004668"/>
              <a:ext cx="997885" cy="380020"/>
            </a:xfrm>
            <a:prstGeom prst="rect">
              <a:avLst/>
            </a:prstGeom>
            <a:noFill/>
          </p:spPr>
          <p:txBody>
            <a:bodyPr wrap="square" lIns="121908" tIns="60953" rIns="121908" bIns="60953" rtlCol="0">
              <a:spAutoFit/>
            </a:bodyPr>
            <a:lstStyle/>
            <a:p>
              <a:pPr marL="0" marR="0" lvl="0" indent="0" algn="l" defTabSz="1219170" rtl="0" eaLnBrk="1" fontAlgn="base" latinLnBrk="0" hangingPunct="1">
                <a:lnSpc>
                  <a:spcPct val="100000"/>
                </a:lnSpc>
                <a:spcBef>
                  <a:spcPct val="0"/>
                </a:spcBef>
                <a:spcAft>
                  <a:spcPct val="0"/>
                </a:spcAft>
                <a:buClrTx/>
                <a:buSzTx/>
                <a:buFontTx/>
                <a:buNone/>
                <a:defRPr/>
              </a:pPr>
              <a:r>
                <a:rPr kumimoji="0" lang="zh-CN" altLang="en-US" sz="1400" b="0" i="0" u="none" strike="noStrike" kern="0" cap="none" spc="0" normalizeH="0" baseline="0" noProof="0">
                  <a:ln>
                    <a:noFill/>
                  </a:ln>
                  <a:solidFill>
                    <a:sysClr val="windowText" lastClr="000000"/>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第二月</a:t>
              </a:r>
            </a:p>
          </p:txBody>
        </p:sp>
        <p:sp>
          <p:nvSpPr>
            <p:cNvPr id="95" name="TextBox 94"/>
            <p:cNvSpPr txBox="1"/>
            <p:nvPr/>
          </p:nvSpPr>
          <p:spPr>
            <a:xfrm>
              <a:off x="7041153" y="5677403"/>
              <a:ext cx="997885" cy="380020"/>
            </a:xfrm>
            <a:prstGeom prst="rect">
              <a:avLst/>
            </a:prstGeom>
            <a:noFill/>
          </p:spPr>
          <p:txBody>
            <a:bodyPr wrap="square" lIns="121908" tIns="60953" rIns="121908" bIns="60953" rtlCol="0">
              <a:spAutoFit/>
            </a:bodyPr>
            <a:lstStyle/>
            <a:p>
              <a:pPr marL="0" marR="0" lvl="0" indent="0" algn="l" defTabSz="1219170" rtl="0" eaLnBrk="1" fontAlgn="base" latinLnBrk="0" hangingPunct="1">
                <a:lnSpc>
                  <a:spcPct val="100000"/>
                </a:lnSpc>
                <a:spcBef>
                  <a:spcPct val="0"/>
                </a:spcBef>
                <a:spcAft>
                  <a:spcPct val="0"/>
                </a:spcAft>
                <a:buClrTx/>
                <a:buSzTx/>
                <a:buFontTx/>
                <a:buNone/>
                <a:defRPr/>
              </a:pPr>
              <a:r>
                <a:rPr kumimoji="0" lang="zh-CN" altLang="en-US" sz="1400" b="0" i="0" u="none" strike="noStrike" kern="0" cap="none" spc="0" normalizeH="0" baseline="0" noProof="0">
                  <a:ln>
                    <a:noFill/>
                  </a:ln>
                  <a:solidFill>
                    <a:sysClr val="windowText" lastClr="000000"/>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XX月</a:t>
              </a:r>
            </a:p>
          </p:txBody>
        </p:sp>
      </p:grpSp>
      <p:grpSp>
        <p:nvGrpSpPr>
          <p:cNvPr id="96" name="组合 95"/>
          <p:cNvGrpSpPr/>
          <p:nvPr/>
        </p:nvGrpSpPr>
        <p:grpSpPr>
          <a:xfrm>
            <a:off x="1809354" y="1515729"/>
            <a:ext cx="3200796" cy="1262165"/>
            <a:chOff x="6084168" y="1128945"/>
            <a:chExt cx="2547028" cy="976219"/>
          </a:xfrm>
        </p:grpSpPr>
        <p:sp>
          <p:nvSpPr>
            <p:cNvPr id="97" name="TextBox 96"/>
            <p:cNvSpPr txBox="1"/>
            <p:nvPr/>
          </p:nvSpPr>
          <p:spPr>
            <a:xfrm>
              <a:off x="6084168" y="1514664"/>
              <a:ext cx="2317852" cy="590500"/>
            </a:xfrm>
            <a:prstGeom prst="rect">
              <a:avLst/>
            </a:prstGeom>
            <a:noFill/>
          </p:spPr>
          <p:txBody>
            <a:bodyPr wrap="square" lIns="121908" tIns="60953" rIns="121908" bIns="60953" rtlCol="0">
              <a:spAutoFit/>
            </a:bodyPr>
            <a:lstStyle/>
            <a:p>
              <a:pPr marL="0" marR="0" lvl="0" indent="0" algn="l" defTabSz="457200" rtl="0" eaLnBrk="1" fontAlgn="base" latinLnBrk="0" hangingPunct="1">
                <a:lnSpc>
                  <a:spcPct val="130000"/>
                </a:lnSpc>
                <a:spcBef>
                  <a:spcPct val="0"/>
                </a:spcBef>
                <a:spcAft>
                  <a:spcPct val="0"/>
                </a:spcAft>
                <a:buClrTx/>
                <a:buSzTx/>
                <a:buFontTx/>
                <a:buNone/>
                <a:defRPr/>
              </a:pPr>
              <a:r>
                <a:rPr kumimoji="0" lang="zh-CN" altLang="en-US" sz="1067" b="0" i="0" u="none" strike="noStrike" kern="1200" cap="none" spc="0" normalizeH="0" baseline="0" noProof="0">
                  <a:ln>
                    <a:noFill/>
                  </a:ln>
                  <a:solidFill>
                    <a:sysClr val="windowText" lastClr="000000"/>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同时组织管理人员对其他项目部在建工程进行参观学习，作到扬长避短，提高了项目部人员的质量争先意识</a:t>
              </a:r>
            </a:p>
          </p:txBody>
        </p:sp>
        <p:sp>
          <p:nvSpPr>
            <p:cNvPr id="98" name="TextBox 97"/>
            <p:cNvSpPr txBox="1"/>
            <p:nvPr/>
          </p:nvSpPr>
          <p:spPr>
            <a:xfrm>
              <a:off x="6109640" y="1128945"/>
              <a:ext cx="2521556" cy="333368"/>
            </a:xfrm>
            <a:prstGeom prst="rect">
              <a:avLst/>
            </a:prstGeom>
            <a:noFill/>
          </p:spPr>
          <p:txBody>
            <a:bodyPr wrap="square" lIns="121908" tIns="0" rIns="121908" bIns="0" rtlCol="0" anchor="t">
              <a:spAutoFit/>
            </a:bodyPr>
            <a:lstStyle/>
            <a:p>
              <a:pPr marL="0" marR="0" lvl="0" indent="0" algn="l" defTabSz="457200" rtl="0" eaLnBrk="1" fontAlgn="base" latinLnBrk="0" hangingPunct="1">
                <a:lnSpc>
                  <a:spcPct val="150000"/>
                </a:lnSpc>
                <a:spcBef>
                  <a:spcPct val="0"/>
                </a:spcBef>
                <a:spcAft>
                  <a:spcPct val="0"/>
                </a:spcAft>
                <a:buClrTx/>
                <a:buSzTx/>
                <a:buFontTx/>
                <a:buNone/>
                <a:defRPr/>
              </a:pPr>
              <a:r>
                <a:rPr kumimoji="0" lang="zh-CN" altLang="en-US" sz="1867" b="0" i="0" u="none" strike="noStrike" kern="1200" cap="none" spc="0" normalizeH="0" baseline="0" noProof="0">
                  <a:ln>
                    <a:noFill/>
                  </a:ln>
                  <a:solidFill>
                    <a:sysClr val="windowText" lastClr="000000"/>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质量目标和规范化</a:t>
              </a:r>
            </a:p>
          </p:txBody>
        </p:sp>
      </p:grpSp>
      <p:grpSp>
        <p:nvGrpSpPr>
          <p:cNvPr id="100" name="组合 99">
            <a:extLst>
              <a:ext uri="{FF2B5EF4-FFF2-40B4-BE49-F238E27FC236}">
                <a16:creationId xmlns:a16="http://schemas.microsoft.com/office/drawing/2014/main" id="{3EDA06BF-A20E-4160-A9EE-A04601622CC0}"/>
              </a:ext>
            </a:extLst>
          </p:cNvPr>
          <p:cNvGrpSpPr/>
          <p:nvPr/>
        </p:nvGrpSpPr>
        <p:grpSpPr>
          <a:xfrm>
            <a:off x="1622707" y="363109"/>
            <a:ext cx="3570339" cy="646331"/>
            <a:chOff x="1622706" y="363107"/>
            <a:chExt cx="3570339" cy="646331"/>
          </a:xfrm>
        </p:grpSpPr>
        <p:sp>
          <p:nvSpPr>
            <p:cNvPr id="101" name="文本框 100">
              <a:extLst>
                <a:ext uri="{FF2B5EF4-FFF2-40B4-BE49-F238E27FC236}">
                  <a16:creationId xmlns:a16="http://schemas.microsoft.com/office/drawing/2014/main" id="{F59F238B-4787-4A7B-97B0-A5B1E28D6EBF}"/>
                </a:ext>
              </a:extLst>
            </p:cNvPr>
            <p:cNvSpPr txBox="1"/>
            <p:nvPr userDrawn="1"/>
          </p:nvSpPr>
          <p:spPr>
            <a:xfrm>
              <a:off x="1622706" y="363107"/>
              <a:ext cx="357033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工作不足之处</a:t>
              </a:r>
            </a:p>
          </p:txBody>
        </p:sp>
        <p:sp>
          <p:nvSpPr>
            <p:cNvPr id="102" name="文本框 101">
              <a:extLst>
                <a:ext uri="{FF2B5EF4-FFF2-40B4-BE49-F238E27FC236}">
                  <a16:creationId xmlns:a16="http://schemas.microsoft.com/office/drawing/2014/main" id="{899232F7-D4CE-4298-A138-4213EFC2750F}"/>
                </a:ext>
              </a:extLst>
            </p:cNvPr>
            <p:cNvSpPr txBox="1"/>
            <p:nvPr userDrawn="1"/>
          </p:nvSpPr>
          <p:spPr>
            <a:xfrm>
              <a:off x="1622706" y="732439"/>
              <a:ext cx="357033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Use "Title Only" Layout</a:t>
              </a:r>
              <a:endParaRPr kumimoji="0" lang="zh-CN" altLang="en-US"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spTree>
    <p:extLst>
      <p:ext uri="{BB962C8B-B14F-4D97-AF65-F5344CB8AC3E}">
        <p14:creationId xmlns:p14="http://schemas.microsoft.com/office/powerpoint/2010/main" val="4276061904"/>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http://schemas.microsoft.com/office/powerpoint/2012/main" xmlns:a16="http://schemas.microsoft.com/office/drawing/2014/main" xmlns="">
      <p:transition spd="slow"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9" accel="55000" fill="hold" nodeType="afterEffect">
                                  <p:stCondLst>
                                    <p:cond delay="0"/>
                                  </p:stCondLst>
                                  <p:childTnLst>
                                    <p:set>
                                      <p:cBhvr>
                                        <p:cTn id="6" dur="1" fill="hold">
                                          <p:stCondLst>
                                            <p:cond delay="0"/>
                                          </p:stCondLst>
                                        </p:cTn>
                                        <p:tgtEl>
                                          <p:spTgt spid="65"/>
                                        </p:tgtEl>
                                        <p:attrNameLst>
                                          <p:attrName>style.visibility</p:attrName>
                                        </p:attrNameLst>
                                      </p:cBhvr>
                                      <p:to>
                                        <p:strVal val="visible"/>
                                      </p:to>
                                    </p:set>
                                    <p:anim calcmode="lin" valueType="num">
                                      <p:cBhvr additive="base">
                                        <p:cTn id="7" dur="1500" fill="hold"/>
                                        <p:tgtEl>
                                          <p:spTgt spid="65"/>
                                        </p:tgtEl>
                                        <p:attrNameLst>
                                          <p:attrName>ppt_x</p:attrName>
                                        </p:attrNameLst>
                                      </p:cBhvr>
                                      <p:tavLst>
                                        <p:tav tm="0">
                                          <p:val>
                                            <p:strVal val="0-#ppt_w/2"/>
                                          </p:val>
                                        </p:tav>
                                        <p:tav tm="100000">
                                          <p:val>
                                            <p:strVal val="#ppt_x"/>
                                          </p:val>
                                        </p:tav>
                                      </p:tavLst>
                                    </p:anim>
                                    <p:anim calcmode="lin" valueType="num">
                                      <p:cBhvr additive="base">
                                        <p:cTn id="8" dur="1500" fill="hold"/>
                                        <p:tgtEl>
                                          <p:spTgt spid="65"/>
                                        </p:tgtEl>
                                        <p:attrNameLst>
                                          <p:attrName>ppt_y</p:attrName>
                                        </p:attrNameLst>
                                      </p:cBhvr>
                                      <p:tavLst>
                                        <p:tav tm="0">
                                          <p:val>
                                            <p:strVal val="0-#ppt_h/2"/>
                                          </p:val>
                                        </p:tav>
                                        <p:tav tm="100000">
                                          <p:val>
                                            <p:strVal val="#ppt_y"/>
                                          </p:val>
                                        </p:tav>
                                      </p:tavLst>
                                    </p:anim>
                                  </p:childTnLst>
                                </p:cTn>
                              </p:par>
                              <p:par>
                                <p:cTn id="9" presetID="2" presetClass="entr" presetSubtype="12" accel="55000" fill="hold" nodeType="withEffect">
                                  <p:stCondLst>
                                    <p:cond delay="0"/>
                                  </p:stCondLst>
                                  <p:childTnLst>
                                    <p:set>
                                      <p:cBhvr>
                                        <p:cTn id="10" dur="1" fill="hold">
                                          <p:stCondLst>
                                            <p:cond delay="0"/>
                                          </p:stCondLst>
                                        </p:cTn>
                                        <p:tgtEl>
                                          <p:spTgt spid="71"/>
                                        </p:tgtEl>
                                        <p:attrNameLst>
                                          <p:attrName>style.visibility</p:attrName>
                                        </p:attrNameLst>
                                      </p:cBhvr>
                                      <p:to>
                                        <p:strVal val="visible"/>
                                      </p:to>
                                    </p:set>
                                    <p:anim calcmode="lin" valueType="num">
                                      <p:cBhvr additive="base">
                                        <p:cTn id="11" dur="1500" fill="hold"/>
                                        <p:tgtEl>
                                          <p:spTgt spid="71"/>
                                        </p:tgtEl>
                                        <p:attrNameLst>
                                          <p:attrName>ppt_x</p:attrName>
                                        </p:attrNameLst>
                                      </p:cBhvr>
                                      <p:tavLst>
                                        <p:tav tm="0">
                                          <p:val>
                                            <p:strVal val="0-#ppt_w/2"/>
                                          </p:val>
                                        </p:tav>
                                        <p:tav tm="100000">
                                          <p:val>
                                            <p:strVal val="#ppt_x"/>
                                          </p:val>
                                        </p:tav>
                                      </p:tavLst>
                                    </p:anim>
                                    <p:anim calcmode="lin" valueType="num">
                                      <p:cBhvr additive="base">
                                        <p:cTn id="12" dur="1500" fill="hold"/>
                                        <p:tgtEl>
                                          <p:spTgt spid="71"/>
                                        </p:tgtEl>
                                        <p:attrNameLst>
                                          <p:attrName>ppt_y</p:attrName>
                                        </p:attrNameLst>
                                      </p:cBhvr>
                                      <p:tavLst>
                                        <p:tav tm="0">
                                          <p:val>
                                            <p:strVal val="1+#ppt_h/2"/>
                                          </p:val>
                                        </p:tav>
                                        <p:tav tm="100000">
                                          <p:val>
                                            <p:strVal val="#ppt_y"/>
                                          </p:val>
                                        </p:tav>
                                      </p:tavLst>
                                    </p:anim>
                                  </p:childTnLst>
                                </p:cTn>
                              </p:par>
                              <p:par>
                                <p:cTn id="13" presetID="2" presetClass="entr" presetSubtype="3" accel="55000" fill="hold" nodeType="withEffect">
                                  <p:stCondLst>
                                    <p:cond delay="0"/>
                                  </p:stCondLst>
                                  <p:childTnLst>
                                    <p:set>
                                      <p:cBhvr>
                                        <p:cTn id="14" dur="1" fill="hold">
                                          <p:stCondLst>
                                            <p:cond delay="0"/>
                                          </p:stCondLst>
                                        </p:cTn>
                                        <p:tgtEl>
                                          <p:spTgt spid="77"/>
                                        </p:tgtEl>
                                        <p:attrNameLst>
                                          <p:attrName>style.visibility</p:attrName>
                                        </p:attrNameLst>
                                      </p:cBhvr>
                                      <p:to>
                                        <p:strVal val="visible"/>
                                      </p:to>
                                    </p:set>
                                    <p:anim calcmode="lin" valueType="num">
                                      <p:cBhvr additive="base">
                                        <p:cTn id="15" dur="1500" fill="hold"/>
                                        <p:tgtEl>
                                          <p:spTgt spid="77"/>
                                        </p:tgtEl>
                                        <p:attrNameLst>
                                          <p:attrName>ppt_x</p:attrName>
                                        </p:attrNameLst>
                                      </p:cBhvr>
                                      <p:tavLst>
                                        <p:tav tm="0">
                                          <p:val>
                                            <p:strVal val="1+#ppt_w/2"/>
                                          </p:val>
                                        </p:tav>
                                        <p:tav tm="100000">
                                          <p:val>
                                            <p:strVal val="#ppt_x"/>
                                          </p:val>
                                        </p:tav>
                                      </p:tavLst>
                                    </p:anim>
                                    <p:anim calcmode="lin" valueType="num">
                                      <p:cBhvr additive="base">
                                        <p:cTn id="16" dur="1500" fill="hold"/>
                                        <p:tgtEl>
                                          <p:spTgt spid="77"/>
                                        </p:tgtEl>
                                        <p:attrNameLst>
                                          <p:attrName>ppt_y</p:attrName>
                                        </p:attrNameLst>
                                      </p:cBhvr>
                                      <p:tavLst>
                                        <p:tav tm="0">
                                          <p:val>
                                            <p:strVal val="0-#ppt_h/2"/>
                                          </p:val>
                                        </p:tav>
                                        <p:tav tm="100000">
                                          <p:val>
                                            <p:strVal val="#ppt_y"/>
                                          </p:val>
                                        </p:tav>
                                      </p:tavLst>
                                    </p:anim>
                                  </p:childTnLst>
                                </p:cTn>
                              </p:par>
                              <p:par>
                                <p:cTn id="17" presetID="2" presetClass="entr" presetSubtype="6" accel="55000" fill="hold" nodeType="withEffect">
                                  <p:stCondLst>
                                    <p:cond delay="0"/>
                                  </p:stCondLst>
                                  <p:childTnLst>
                                    <p:set>
                                      <p:cBhvr>
                                        <p:cTn id="18" dur="1" fill="hold">
                                          <p:stCondLst>
                                            <p:cond delay="0"/>
                                          </p:stCondLst>
                                        </p:cTn>
                                        <p:tgtEl>
                                          <p:spTgt spid="83"/>
                                        </p:tgtEl>
                                        <p:attrNameLst>
                                          <p:attrName>style.visibility</p:attrName>
                                        </p:attrNameLst>
                                      </p:cBhvr>
                                      <p:to>
                                        <p:strVal val="visible"/>
                                      </p:to>
                                    </p:set>
                                    <p:anim calcmode="lin" valueType="num">
                                      <p:cBhvr additive="base">
                                        <p:cTn id="19" dur="1500" fill="hold"/>
                                        <p:tgtEl>
                                          <p:spTgt spid="83"/>
                                        </p:tgtEl>
                                        <p:attrNameLst>
                                          <p:attrName>ppt_x</p:attrName>
                                        </p:attrNameLst>
                                      </p:cBhvr>
                                      <p:tavLst>
                                        <p:tav tm="0">
                                          <p:val>
                                            <p:strVal val="1+#ppt_w/2"/>
                                          </p:val>
                                        </p:tav>
                                        <p:tav tm="100000">
                                          <p:val>
                                            <p:strVal val="#ppt_x"/>
                                          </p:val>
                                        </p:tav>
                                      </p:tavLst>
                                    </p:anim>
                                    <p:anim calcmode="lin" valueType="num">
                                      <p:cBhvr additive="base">
                                        <p:cTn id="20" dur="1500" fill="hold"/>
                                        <p:tgtEl>
                                          <p:spTgt spid="83"/>
                                        </p:tgtEl>
                                        <p:attrNameLst>
                                          <p:attrName>ppt_y</p:attrName>
                                        </p:attrNameLst>
                                      </p:cBhvr>
                                      <p:tavLst>
                                        <p:tav tm="0">
                                          <p:val>
                                            <p:strVal val="1+#ppt_h/2"/>
                                          </p:val>
                                        </p:tav>
                                        <p:tav tm="100000">
                                          <p:val>
                                            <p:strVal val="#ppt_y"/>
                                          </p:val>
                                        </p:tav>
                                      </p:tavLst>
                                    </p:anim>
                                  </p:childTnLst>
                                </p:cTn>
                              </p:par>
                            </p:childTnLst>
                          </p:cTn>
                        </p:par>
                        <p:par>
                          <p:cTn id="21" fill="hold" nodeType="afterGroup">
                            <p:stCondLst>
                              <p:cond delay="1500"/>
                            </p:stCondLst>
                            <p:childTnLst>
                              <p:par>
                                <p:cTn id="22" presetID="42" presetClass="entr" presetSubtype="0" fill="hold" nodeType="afterEffect">
                                  <p:stCondLst>
                                    <p:cond delay="0"/>
                                  </p:stCondLst>
                                  <p:childTnLst>
                                    <p:set>
                                      <p:cBhvr>
                                        <p:cTn id="23" dur="1" fill="hold">
                                          <p:stCondLst>
                                            <p:cond delay="0"/>
                                          </p:stCondLst>
                                        </p:cTn>
                                        <p:tgtEl>
                                          <p:spTgt spid="96"/>
                                        </p:tgtEl>
                                        <p:attrNameLst>
                                          <p:attrName>style.visibility</p:attrName>
                                        </p:attrNameLst>
                                      </p:cBhvr>
                                      <p:to>
                                        <p:strVal val="visible"/>
                                      </p:to>
                                    </p:set>
                                    <p:animEffect transition="in" filter="fade">
                                      <p:cBhvr>
                                        <p:cTn id="24" dur="1000"/>
                                        <p:tgtEl>
                                          <p:spTgt spid="96"/>
                                        </p:tgtEl>
                                      </p:cBhvr>
                                    </p:animEffect>
                                    <p:anim calcmode="lin" valueType="num">
                                      <p:cBhvr>
                                        <p:cTn id="25" dur="1000" fill="hold"/>
                                        <p:tgtEl>
                                          <p:spTgt spid="96"/>
                                        </p:tgtEl>
                                        <p:attrNameLst>
                                          <p:attrName>ppt_x</p:attrName>
                                        </p:attrNameLst>
                                      </p:cBhvr>
                                      <p:tavLst>
                                        <p:tav tm="0">
                                          <p:val>
                                            <p:strVal val="#ppt_x"/>
                                          </p:val>
                                        </p:tav>
                                        <p:tav tm="100000">
                                          <p:val>
                                            <p:strVal val="#ppt_x"/>
                                          </p:val>
                                        </p:tav>
                                      </p:tavLst>
                                    </p:anim>
                                    <p:anim calcmode="lin" valueType="num">
                                      <p:cBhvr>
                                        <p:cTn id="26" dur="1000" fill="hold"/>
                                        <p:tgtEl>
                                          <p:spTgt spid="96"/>
                                        </p:tgtEl>
                                        <p:attrNameLst>
                                          <p:attrName>ppt_y</p:attrName>
                                        </p:attrNameLst>
                                      </p:cBhvr>
                                      <p:tavLst>
                                        <p:tav tm="0">
                                          <p:val>
                                            <p:strVal val="#ppt_y+.1"/>
                                          </p:val>
                                        </p:tav>
                                        <p:tav tm="100000">
                                          <p:val>
                                            <p:strVal val="#ppt_y"/>
                                          </p:val>
                                        </p:tav>
                                      </p:tavLst>
                                    </p:anim>
                                  </p:childTnLst>
                                </p:cTn>
                              </p:par>
                            </p:childTnLst>
                          </p:cTn>
                        </p:par>
                        <p:par>
                          <p:cTn id="27" fill="hold" nodeType="afterGroup">
                            <p:stCondLst>
                              <p:cond delay="2500"/>
                            </p:stCondLst>
                            <p:childTnLst>
                              <p:par>
                                <p:cTn id="28" presetID="22" presetClass="entr" presetSubtype="8" fill="hold" nodeType="afterEffect">
                                  <p:stCondLst>
                                    <p:cond delay="0"/>
                                  </p:stCondLst>
                                  <p:childTnLst>
                                    <p:set>
                                      <p:cBhvr>
                                        <p:cTn id="29" dur="1" fill="hold">
                                          <p:stCondLst>
                                            <p:cond delay="0"/>
                                          </p:stCondLst>
                                        </p:cTn>
                                        <p:tgtEl>
                                          <p:spTgt spid="89"/>
                                        </p:tgtEl>
                                        <p:attrNameLst>
                                          <p:attrName>style.visibility</p:attrName>
                                        </p:attrNameLst>
                                      </p:cBhvr>
                                      <p:to>
                                        <p:strVal val="visible"/>
                                      </p:to>
                                    </p:set>
                                    <p:animEffect transition="in" filter="wipe(left)">
                                      <p:cBhvr>
                                        <p:cTn id="30" dur="500"/>
                                        <p:tgtEl>
                                          <p:spTgt spid="89"/>
                                        </p:tgtEl>
                                      </p:cBhvr>
                                    </p:animEffect>
                                  </p:childTnLst>
                                </p:cTn>
                              </p:par>
                            </p:childTnLst>
                          </p:cTn>
                        </p:par>
                        <p:par>
                          <p:cTn id="31" fill="hold" nodeType="afterGroup">
                            <p:stCondLst>
                              <p:cond delay="3000"/>
                            </p:stCondLst>
                            <p:childTnLst>
                              <p:par>
                                <p:cTn id="32" presetID="22" presetClass="entr" presetSubtype="4" fill="hold" nodeType="afterEffect">
                                  <p:stCondLst>
                                    <p:cond delay="0"/>
                                  </p:stCondLst>
                                  <p:childTnLst>
                                    <p:set>
                                      <p:cBhvr>
                                        <p:cTn id="33" dur="1" fill="hold">
                                          <p:stCondLst>
                                            <p:cond delay="0"/>
                                          </p:stCondLst>
                                        </p:cTn>
                                        <p:tgtEl>
                                          <p:spTgt spid="56"/>
                                        </p:tgtEl>
                                        <p:attrNameLst>
                                          <p:attrName>style.visibility</p:attrName>
                                        </p:attrNameLst>
                                      </p:cBhvr>
                                      <p:to>
                                        <p:strVal val="visible"/>
                                      </p:to>
                                    </p:set>
                                    <p:animEffect transition="in" filter="wipe(down)">
                                      <p:cBhvr>
                                        <p:cTn id="34" dur="500"/>
                                        <p:tgtEl>
                                          <p:spTgt spid="56"/>
                                        </p:tgtEl>
                                      </p:cBhvr>
                                    </p:animEffect>
                                  </p:childTnLst>
                                </p:cTn>
                              </p:par>
                            </p:childTnLst>
                          </p:cTn>
                        </p:par>
                        <p:par>
                          <p:cTn id="35" fill="hold" nodeType="afterGroup">
                            <p:stCondLst>
                              <p:cond delay="3500"/>
                            </p:stCondLst>
                            <p:childTnLst>
                              <p:par>
                                <p:cTn id="36" presetID="10" presetClass="entr" presetSubtype="0" fill="hold" grpId="0" nodeType="afterEffect">
                                  <p:stCondLst>
                                    <p:cond delay="0"/>
                                  </p:stCondLst>
                                  <p:childTnLst>
                                    <p:set>
                                      <p:cBhvr>
                                        <p:cTn id="37" dur="1" fill="hold">
                                          <p:stCondLst>
                                            <p:cond delay="0"/>
                                          </p:stCondLst>
                                        </p:cTn>
                                        <p:tgtEl>
                                          <p:spTgt spid="55"/>
                                        </p:tgtEl>
                                        <p:attrNameLst>
                                          <p:attrName>style.visibility</p:attrName>
                                        </p:attrNameLst>
                                      </p:cBhvr>
                                      <p:to>
                                        <p:strVal val="visible"/>
                                      </p:to>
                                    </p:set>
                                    <p:animEffect transition="in" filter="fade">
                                      <p:cBhvr>
                                        <p:cTn id="38" dur="200"/>
                                        <p:tgtEl>
                                          <p:spTgt spid="55"/>
                                        </p:tgtEl>
                                      </p:cBhvr>
                                    </p:animEffect>
                                  </p:childTnLst>
                                </p:cTn>
                              </p:par>
                            </p:childTnLst>
                          </p:cTn>
                        </p:par>
                        <p:par>
                          <p:cTn id="39" fill="hold" nodeType="afterGroup">
                            <p:stCondLst>
                              <p:cond delay="3700"/>
                            </p:stCondLst>
                            <p:childTnLst>
                              <p:par>
                                <p:cTn id="40" presetID="10" presetClass="entr" presetSubtype="0" fill="hold" grpId="0" nodeType="afterEffect">
                                  <p:stCondLst>
                                    <p:cond delay="0"/>
                                  </p:stCondLst>
                                  <p:childTnLst>
                                    <p:set>
                                      <p:cBhvr>
                                        <p:cTn id="41" dur="1" fill="hold">
                                          <p:stCondLst>
                                            <p:cond delay="0"/>
                                          </p:stCondLst>
                                        </p:cTn>
                                        <p:tgtEl>
                                          <p:spTgt spid="54"/>
                                        </p:tgtEl>
                                        <p:attrNameLst>
                                          <p:attrName>style.visibility</p:attrName>
                                        </p:attrNameLst>
                                      </p:cBhvr>
                                      <p:to>
                                        <p:strVal val="visible"/>
                                      </p:to>
                                    </p:set>
                                    <p:animEffect transition="in" filter="fade">
                                      <p:cBhvr>
                                        <p:cTn id="42" dur="200"/>
                                        <p:tgtEl>
                                          <p:spTgt spid="54"/>
                                        </p:tgtEl>
                                      </p:cBhvr>
                                    </p:animEffect>
                                  </p:childTnLst>
                                </p:cTn>
                              </p:par>
                            </p:childTnLst>
                          </p:cTn>
                        </p:par>
                        <p:par>
                          <p:cTn id="43" fill="hold" nodeType="afterGroup">
                            <p:stCondLst>
                              <p:cond delay="3900"/>
                            </p:stCondLst>
                            <p:childTnLst>
                              <p:par>
                                <p:cTn id="44" presetID="10" presetClass="entr" presetSubtype="0" fill="hold" grpId="0" nodeType="afterEffect">
                                  <p:stCondLst>
                                    <p:cond delay="0"/>
                                  </p:stCondLst>
                                  <p:childTnLst>
                                    <p:set>
                                      <p:cBhvr>
                                        <p:cTn id="45" dur="1" fill="hold">
                                          <p:stCondLst>
                                            <p:cond delay="0"/>
                                          </p:stCondLst>
                                        </p:cTn>
                                        <p:tgtEl>
                                          <p:spTgt spid="53"/>
                                        </p:tgtEl>
                                        <p:attrNameLst>
                                          <p:attrName>style.visibility</p:attrName>
                                        </p:attrNameLst>
                                      </p:cBhvr>
                                      <p:to>
                                        <p:strVal val="visible"/>
                                      </p:to>
                                    </p:set>
                                    <p:animEffect transition="in" filter="fade">
                                      <p:cBhvr>
                                        <p:cTn id="46" dur="200"/>
                                        <p:tgtEl>
                                          <p:spTgt spid="53"/>
                                        </p:tgtEl>
                                      </p:cBhvr>
                                    </p:animEffect>
                                  </p:childTnLst>
                                </p:cTn>
                              </p:par>
                            </p:childTnLst>
                          </p:cTn>
                        </p:par>
                        <p:par>
                          <p:cTn id="47" fill="hold" nodeType="afterGroup">
                            <p:stCondLst>
                              <p:cond delay="4100"/>
                            </p:stCondLst>
                            <p:childTnLst>
                              <p:par>
                                <p:cTn id="48" presetID="10" presetClass="entr" presetSubtype="0" fill="hold" grpId="0" nodeType="afterEffect">
                                  <p:stCondLst>
                                    <p:cond delay="0"/>
                                  </p:stCondLst>
                                  <p:childTnLst>
                                    <p:set>
                                      <p:cBhvr>
                                        <p:cTn id="49" dur="1" fill="hold">
                                          <p:stCondLst>
                                            <p:cond delay="0"/>
                                          </p:stCondLst>
                                        </p:cTn>
                                        <p:tgtEl>
                                          <p:spTgt spid="52"/>
                                        </p:tgtEl>
                                        <p:attrNameLst>
                                          <p:attrName>style.visibility</p:attrName>
                                        </p:attrNameLst>
                                      </p:cBhvr>
                                      <p:to>
                                        <p:strVal val="visible"/>
                                      </p:to>
                                    </p:set>
                                    <p:animEffect transition="in" filter="fade">
                                      <p:cBhvr>
                                        <p:cTn id="50" dur="2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3" grpId="0"/>
      <p:bldP spid="54" grpId="0"/>
      <p:bldP spid="5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59177E2D-60AA-41F8-81F5-C6EC3203E8B3}"/>
              </a:ext>
            </a:extLst>
          </p:cNvPr>
          <p:cNvSpPr/>
          <p:nvPr/>
        </p:nvSpPr>
        <p:spPr>
          <a:xfrm>
            <a:off x="4420289" y="2425396"/>
            <a:ext cx="2185790" cy="707886"/>
          </a:xfrm>
          <a:prstGeom prst="rect">
            <a:avLst/>
          </a:prstGeom>
        </p:spPr>
        <p:txBody>
          <a:bodyPr wrap="none">
            <a:spAutoFit/>
          </a:bodyPr>
          <a:lstStyle/>
          <a:p>
            <a:pPr marL="0" marR="0" lvl="0" indent="0" algn="ctr" defTabSz="457200" rtl="0" eaLnBrk="1" fontAlgn="auto" latinLnBrk="0" hangingPunct="1">
              <a:lnSpc>
                <a:spcPct val="100000"/>
              </a:lnSpc>
              <a:spcBef>
                <a:spcPct val="0"/>
              </a:spcBef>
              <a:spcAft>
                <a:spcPct val="0"/>
              </a:spcAft>
              <a:buClrTx/>
              <a:buSzTx/>
              <a:buFontTx/>
              <a:buNone/>
              <a:defRPr/>
            </a:pPr>
            <a:r>
              <a:rPr kumimoji="0" lang="en-US" altLang="zh-CN" sz="4000" b="0" i="0" u="none" strike="noStrike" kern="1200" cap="none" spc="0" normalizeH="0" baseline="0" noProof="0">
                <a:ln>
                  <a:noFill/>
                </a:ln>
                <a:solidFill>
                  <a:srgbClr val="28B56A"/>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PART 04</a:t>
            </a:r>
            <a:endParaRPr kumimoji="0" lang="zh-CN" altLang="en-US" sz="4000" b="0" i="0" u="none" strike="noStrike" kern="1200" cap="none" spc="0" normalizeH="0" baseline="0" noProof="0">
              <a:ln>
                <a:noFill/>
              </a:ln>
              <a:solidFill>
                <a:srgbClr val="28B56A"/>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5" name="矩形 4">
            <a:extLst>
              <a:ext uri="{FF2B5EF4-FFF2-40B4-BE49-F238E27FC236}">
                <a16:creationId xmlns:a16="http://schemas.microsoft.com/office/drawing/2014/main" id="{6DF5913B-CD92-4A1A-BB4E-8202BDD81EFB}"/>
              </a:ext>
            </a:extLst>
          </p:cNvPr>
          <p:cNvSpPr/>
          <p:nvPr/>
        </p:nvSpPr>
        <p:spPr>
          <a:xfrm>
            <a:off x="6096001" y="3370776"/>
            <a:ext cx="3262432" cy="707886"/>
          </a:xfrm>
          <a:prstGeom prst="rect">
            <a:avLst/>
          </a:prstGeom>
        </p:spPr>
        <p:txBody>
          <a:bodyPr wrap="none">
            <a:spAutoFit/>
          </a:bodyPr>
          <a:lstStyle/>
          <a:p>
            <a:pPr marL="0" marR="0" lvl="0" indent="0" algn="ctr" defTabSz="457200" rtl="0" eaLnBrk="1" fontAlgn="auto" latinLnBrk="0" hangingPunct="1">
              <a:lnSpc>
                <a:spcPct val="100000"/>
              </a:lnSpc>
              <a:spcBef>
                <a:spcPct val="0"/>
              </a:spcBef>
              <a:spcAft>
                <a:spcPct val="0"/>
              </a:spcAft>
              <a:buClrTx/>
              <a:buSzTx/>
              <a:buFontTx/>
              <a:buNone/>
              <a:defRPr/>
            </a:pPr>
            <a:r>
              <a:rPr kumimoji="0" lang="zh-CN" altLang="en-US" sz="4000" b="0" i="0" u="none" strike="noStrike" kern="1200" cap="none" spc="0" normalizeH="0" baseline="0" noProof="0">
                <a:ln>
                  <a:noFill/>
                </a:ln>
                <a:solidFill>
                  <a:srgbClr val="000000">
                    <a:lumMod val="75000"/>
                    <a:lumOff val="25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明年工作计划</a:t>
            </a:r>
          </a:p>
        </p:txBody>
      </p:sp>
    </p:spTree>
    <p:extLst>
      <p:ext uri="{BB962C8B-B14F-4D97-AF65-F5344CB8AC3E}">
        <p14:creationId xmlns:p14="http://schemas.microsoft.com/office/powerpoint/2010/main" val="3673371169"/>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p15="http://schemas.microsoft.com/office/powerpoint/2012/main" xmlns:a16="http://schemas.microsoft.com/office/drawing/2014/main"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Vertical)">
                                      <p:cBhvr>
                                        <p:cTn id="7" dur="500"/>
                                        <p:tgtEl>
                                          <p:spTgt spid="4"/>
                                        </p:tgtEl>
                                      </p:cBhvr>
                                    </p:animEffect>
                                  </p:childTnLst>
                                </p:cTn>
                              </p:par>
                            </p:childTnLst>
                          </p:cTn>
                        </p:par>
                        <p:par>
                          <p:cTn id="8" fill="hold" nodeType="afterGroup">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a:extLst>
              <a:ext uri="{FF2B5EF4-FFF2-40B4-BE49-F238E27FC236}">
                <a16:creationId xmlns:a16="http://schemas.microsoft.com/office/drawing/2014/main" id="{E2A4B64A-5610-44E4-BFD0-768576CFE75A}"/>
              </a:ext>
            </a:extLst>
          </p:cNvPr>
          <p:cNvGrpSpPr/>
          <p:nvPr/>
        </p:nvGrpSpPr>
        <p:grpSpPr>
          <a:xfrm>
            <a:off x="1622707" y="363109"/>
            <a:ext cx="3570339" cy="646331"/>
            <a:chOff x="1622706" y="363107"/>
            <a:chExt cx="3570339" cy="646331"/>
          </a:xfrm>
        </p:grpSpPr>
        <p:sp>
          <p:nvSpPr>
            <p:cNvPr id="26" name="文本框 25">
              <a:extLst>
                <a:ext uri="{FF2B5EF4-FFF2-40B4-BE49-F238E27FC236}">
                  <a16:creationId xmlns:a16="http://schemas.microsoft.com/office/drawing/2014/main" id="{C511488B-E2A6-4437-B22B-51EA4AD62587}"/>
                </a:ext>
              </a:extLst>
            </p:cNvPr>
            <p:cNvSpPr txBox="1"/>
            <p:nvPr userDrawn="1"/>
          </p:nvSpPr>
          <p:spPr>
            <a:xfrm>
              <a:off x="1622706" y="363107"/>
              <a:ext cx="357033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明年工作计划</a:t>
              </a:r>
            </a:p>
          </p:txBody>
        </p:sp>
        <p:sp>
          <p:nvSpPr>
            <p:cNvPr id="27" name="文本框 26">
              <a:extLst>
                <a:ext uri="{FF2B5EF4-FFF2-40B4-BE49-F238E27FC236}">
                  <a16:creationId xmlns:a16="http://schemas.microsoft.com/office/drawing/2014/main" id="{9583B899-0BB6-4CE9-87E2-833F987941EB}"/>
                </a:ext>
              </a:extLst>
            </p:cNvPr>
            <p:cNvSpPr txBox="1"/>
            <p:nvPr userDrawn="1"/>
          </p:nvSpPr>
          <p:spPr>
            <a:xfrm>
              <a:off x="1622706" y="732439"/>
              <a:ext cx="357033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Use "Title Only" Layout</a:t>
              </a:r>
              <a:endParaRPr kumimoji="0" lang="zh-CN" altLang="en-US"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grpSp>
        <p:nvGrpSpPr>
          <p:cNvPr id="18" name="组合 17">
            <a:extLst>
              <a:ext uri="{FF2B5EF4-FFF2-40B4-BE49-F238E27FC236}">
                <a16:creationId xmlns:a16="http://schemas.microsoft.com/office/drawing/2014/main" id="{5D76C847-902C-47B6-A142-251E8D2F94B1}"/>
              </a:ext>
            </a:extLst>
          </p:cNvPr>
          <p:cNvGrpSpPr/>
          <p:nvPr/>
        </p:nvGrpSpPr>
        <p:grpSpPr>
          <a:xfrm>
            <a:off x="1492251" y="1903732"/>
            <a:ext cx="9208135" cy="3755982"/>
            <a:chOff x="1858" y="3083"/>
            <a:chExt cx="15485" cy="6316"/>
          </a:xfrm>
        </p:grpSpPr>
        <p:sp>
          <p:nvSpPr>
            <p:cNvPr id="19" name="椭圆 18">
              <a:extLst>
                <a:ext uri="{FF2B5EF4-FFF2-40B4-BE49-F238E27FC236}">
                  <a16:creationId xmlns:a16="http://schemas.microsoft.com/office/drawing/2014/main" id="{54836A3E-4E3A-4789-9FE7-48505DB0ACA0}"/>
                </a:ext>
              </a:extLst>
            </p:cNvPr>
            <p:cNvSpPr/>
            <p:nvPr/>
          </p:nvSpPr>
          <p:spPr>
            <a:xfrm>
              <a:off x="15468" y="6587"/>
              <a:ext cx="938" cy="339"/>
            </a:xfrm>
            <a:prstGeom prst="ellipse">
              <a:avLst/>
            </a:prstGeom>
            <a:no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20" name="椭圆 19">
              <a:extLst>
                <a:ext uri="{FF2B5EF4-FFF2-40B4-BE49-F238E27FC236}">
                  <a16:creationId xmlns:a16="http://schemas.microsoft.com/office/drawing/2014/main" id="{812DC162-7DBE-468F-96EC-6A642DA2E1C9}"/>
                </a:ext>
              </a:extLst>
            </p:cNvPr>
            <p:cNvSpPr/>
            <p:nvPr/>
          </p:nvSpPr>
          <p:spPr>
            <a:xfrm>
              <a:off x="10769" y="5587"/>
              <a:ext cx="795" cy="287"/>
            </a:xfrm>
            <a:prstGeom prst="ellipse">
              <a:avLst/>
            </a:prstGeom>
            <a:no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21" name="椭圆 20">
              <a:extLst>
                <a:ext uri="{FF2B5EF4-FFF2-40B4-BE49-F238E27FC236}">
                  <a16:creationId xmlns:a16="http://schemas.microsoft.com/office/drawing/2014/main" id="{2B7BFC14-6E56-431A-ADB5-6C7DD0487D7D}"/>
                </a:ext>
              </a:extLst>
            </p:cNvPr>
            <p:cNvSpPr/>
            <p:nvPr/>
          </p:nvSpPr>
          <p:spPr>
            <a:xfrm>
              <a:off x="6586" y="6663"/>
              <a:ext cx="748" cy="270"/>
            </a:xfrm>
            <a:prstGeom prst="ellipse">
              <a:avLst/>
            </a:prstGeom>
            <a:no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22" name="椭圆 21">
              <a:extLst>
                <a:ext uri="{FF2B5EF4-FFF2-40B4-BE49-F238E27FC236}">
                  <a16:creationId xmlns:a16="http://schemas.microsoft.com/office/drawing/2014/main" id="{3C45995A-F625-4EBD-B9FC-6182F2BE16A1}"/>
                </a:ext>
              </a:extLst>
            </p:cNvPr>
            <p:cNvSpPr/>
            <p:nvPr/>
          </p:nvSpPr>
          <p:spPr>
            <a:xfrm>
              <a:off x="2919" y="5751"/>
              <a:ext cx="667" cy="241"/>
            </a:xfrm>
            <a:prstGeom prst="ellipse">
              <a:avLst/>
            </a:prstGeom>
            <a:no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23" name="泪滴形 22">
              <a:extLst>
                <a:ext uri="{FF2B5EF4-FFF2-40B4-BE49-F238E27FC236}">
                  <a16:creationId xmlns:a16="http://schemas.microsoft.com/office/drawing/2014/main" id="{9C09DB6B-27FD-44C5-A8EB-42F9D29F0946}"/>
                </a:ext>
              </a:extLst>
            </p:cNvPr>
            <p:cNvSpPr/>
            <p:nvPr/>
          </p:nvSpPr>
          <p:spPr>
            <a:xfrm rot="8100000">
              <a:off x="14518" y="3418"/>
              <a:ext cx="2825" cy="2826"/>
            </a:xfrm>
            <a:prstGeom prst="teardrop">
              <a:avLst/>
            </a:prstGeom>
            <a:solidFill>
              <a:srgbClr val="28B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24" name="泪滴形 23">
              <a:extLst>
                <a:ext uri="{FF2B5EF4-FFF2-40B4-BE49-F238E27FC236}">
                  <a16:creationId xmlns:a16="http://schemas.microsoft.com/office/drawing/2014/main" id="{14DF225A-80C1-4F70-8294-BFE72BFABB49}"/>
                </a:ext>
              </a:extLst>
            </p:cNvPr>
            <p:cNvSpPr/>
            <p:nvPr/>
          </p:nvSpPr>
          <p:spPr>
            <a:xfrm rot="8100000">
              <a:off x="10062" y="3083"/>
              <a:ext cx="2209" cy="2210"/>
            </a:xfrm>
            <a:prstGeom prst="teardrop">
              <a:avLst/>
            </a:prstGeom>
            <a:solidFill>
              <a:srgbClr val="50D8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28" name="泪滴形 27">
              <a:extLst>
                <a:ext uri="{FF2B5EF4-FFF2-40B4-BE49-F238E27FC236}">
                  <a16:creationId xmlns:a16="http://schemas.microsoft.com/office/drawing/2014/main" id="{BC88443B-A229-454F-BBA0-B53FDDA4A15B}"/>
                </a:ext>
              </a:extLst>
            </p:cNvPr>
            <p:cNvSpPr/>
            <p:nvPr/>
          </p:nvSpPr>
          <p:spPr>
            <a:xfrm rot="8100000">
              <a:off x="6110" y="4779"/>
              <a:ext cx="1699" cy="1698"/>
            </a:xfrm>
            <a:prstGeom prst="teardrop">
              <a:avLst/>
            </a:prstGeom>
            <a:solidFill>
              <a:srgbClr val="28B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29" name="泪滴形 28">
              <a:extLst>
                <a:ext uri="{FF2B5EF4-FFF2-40B4-BE49-F238E27FC236}">
                  <a16:creationId xmlns:a16="http://schemas.microsoft.com/office/drawing/2014/main" id="{FE3BDEBC-573C-4DCD-A158-94B754E49F3F}"/>
                </a:ext>
              </a:extLst>
            </p:cNvPr>
            <p:cNvSpPr/>
            <p:nvPr/>
          </p:nvSpPr>
          <p:spPr>
            <a:xfrm rot="8100000">
              <a:off x="2647" y="4438"/>
              <a:ext cx="1210" cy="1211"/>
            </a:xfrm>
            <a:prstGeom prst="teardrop">
              <a:avLst/>
            </a:prstGeom>
            <a:solidFill>
              <a:srgbClr val="50D8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cxnSp>
          <p:nvCxnSpPr>
            <p:cNvPr id="30" name="直接连接符 29">
              <a:extLst>
                <a:ext uri="{FF2B5EF4-FFF2-40B4-BE49-F238E27FC236}">
                  <a16:creationId xmlns:a16="http://schemas.microsoft.com/office/drawing/2014/main" id="{1F394CB5-C727-47DD-AC31-A0A1B2BFBC04}"/>
                </a:ext>
              </a:extLst>
            </p:cNvPr>
            <p:cNvCxnSpPr/>
            <p:nvPr/>
          </p:nvCxnSpPr>
          <p:spPr>
            <a:xfrm>
              <a:off x="3593" y="5932"/>
              <a:ext cx="2991" cy="841"/>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15C2995F-34A3-45CB-9BA0-0C83F6222205}"/>
                </a:ext>
              </a:extLst>
            </p:cNvPr>
            <p:cNvCxnSpPr>
              <a:stCxn id="20" idx="6"/>
              <a:endCxn id="19" idx="2"/>
            </p:cNvCxnSpPr>
            <p:nvPr/>
          </p:nvCxnSpPr>
          <p:spPr>
            <a:xfrm>
              <a:off x="11564" y="5731"/>
              <a:ext cx="3904" cy="1026"/>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8E413EF5-6B87-4737-9990-75EE065DA1AA}"/>
                </a:ext>
              </a:extLst>
            </p:cNvPr>
            <p:cNvCxnSpPr>
              <a:stCxn id="20" idx="2"/>
              <a:endCxn id="21" idx="6"/>
            </p:cNvCxnSpPr>
            <p:nvPr/>
          </p:nvCxnSpPr>
          <p:spPr>
            <a:xfrm flipH="1">
              <a:off x="7334" y="5731"/>
              <a:ext cx="3435" cy="1067"/>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3" name="Rectangle 60">
              <a:extLst>
                <a:ext uri="{FF2B5EF4-FFF2-40B4-BE49-F238E27FC236}">
                  <a16:creationId xmlns:a16="http://schemas.microsoft.com/office/drawing/2014/main" id="{C4FAB4A4-AC99-4CCF-91E4-2A0A4B7B2D3C}"/>
                </a:ext>
              </a:extLst>
            </p:cNvPr>
            <p:cNvSpPr/>
            <p:nvPr/>
          </p:nvSpPr>
          <p:spPr>
            <a:xfrm>
              <a:off x="1937" y="6587"/>
              <a:ext cx="2429" cy="466"/>
            </a:xfrm>
            <a:prstGeom prst="rect">
              <a:avLst/>
            </a:prstGeom>
          </p:spPr>
          <p:txBody>
            <a:bodyPr wrap="square" lIns="0" tIns="0" rIns="0" bIns="0">
              <a:spAutoFit/>
            </a:bodyPr>
            <a:lstStyle/>
            <a:p>
              <a:pPr algn="ctr"/>
              <a:r>
                <a:rPr lang="zh-CN" altLang="en-US">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34" name="TextBox 59">
              <a:extLst>
                <a:ext uri="{FF2B5EF4-FFF2-40B4-BE49-F238E27FC236}">
                  <a16:creationId xmlns:a16="http://schemas.microsoft.com/office/drawing/2014/main" id="{2E12A874-0509-4A84-81F5-195088C818B6}"/>
                </a:ext>
              </a:extLst>
            </p:cNvPr>
            <p:cNvSpPr txBox="1"/>
            <p:nvPr/>
          </p:nvSpPr>
          <p:spPr>
            <a:xfrm>
              <a:off x="1858" y="7132"/>
              <a:ext cx="2586" cy="1553"/>
            </a:xfrm>
            <a:prstGeom prst="rect">
              <a:avLst/>
            </a:prstGeom>
            <a:noFill/>
          </p:spPr>
          <p:txBody>
            <a:bodyPr wrap="square" lIns="0" tIns="0" rIns="0" bIns="0" rtlCol="0">
              <a:spAutoFit/>
            </a:bodyPr>
            <a:lstStyle/>
            <a:p>
              <a:pPr algn="ctr" defTabSz="1219200">
                <a:lnSpc>
                  <a:spcPct val="150000"/>
                </a:lnSpc>
                <a:spcBef>
                  <a:spcPts val="20"/>
                </a:spcBef>
                <a:spcAft>
                  <a:spcPct val="0"/>
                </a:spcAft>
                <a:defRPr/>
              </a:pPr>
              <a:r>
                <a:rPr 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a:t>
              </a:r>
              <a:endParaRPr lang="zh-CN" alt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35" name="Rectangle 60">
              <a:extLst>
                <a:ext uri="{FF2B5EF4-FFF2-40B4-BE49-F238E27FC236}">
                  <a16:creationId xmlns:a16="http://schemas.microsoft.com/office/drawing/2014/main" id="{E8E3CE0B-BBBF-4D91-86AA-44A8DB63785F}"/>
                </a:ext>
              </a:extLst>
            </p:cNvPr>
            <p:cNvSpPr/>
            <p:nvPr/>
          </p:nvSpPr>
          <p:spPr>
            <a:xfrm>
              <a:off x="5637" y="7301"/>
              <a:ext cx="2429" cy="466"/>
            </a:xfrm>
            <a:prstGeom prst="rect">
              <a:avLst/>
            </a:prstGeom>
          </p:spPr>
          <p:txBody>
            <a:bodyPr wrap="square" lIns="0" tIns="0" rIns="0" bIns="0">
              <a:spAutoFit/>
            </a:bodyPr>
            <a:lstStyle/>
            <a:p>
              <a:pPr algn="ctr"/>
              <a:r>
                <a:rPr lang="zh-CN" altLang="en-US">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36" name="TextBox 59">
              <a:extLst>
                <a:ext uri="{FF2B5EF4-FFF2-40B4-BE49-F238E27FC236}">
                  <a16:creationId xmlns:a16="http://schemas.microsoft.com/office/drawing/2014/main" id="{E8EB06A4-CFA1-4F3A-9972-CC05BFFC6FD1}"/>
                </a:ext>
              </a:extLst>
            </p:cNvPr>
            <p:cNvSpPr txBox="1"/>
            <p:nvPr/>
          </p:nvSpPr>
          <p:spPr>
            <a:xfrm>
              <a:off x="5558" y="7846"/>
              <a:ext cx="2586" cy="1553"/>
            </a:xfrm>
            <a:prstGeom prst="rect">
              <a:avLst/>
            </a:prstGeom>
            <a:noFill/>
          </p:spPr>
          <p:txBody>
            <a:bodyPr wrap="square" lIns="0" tIns="0" rIns="0" bIns="0" rtlCol="0">
              <a:spAutoFit/>
            </a:bodyPr>
            <a:lstStyle/>
            <a:p>
              <a:pPr algn="ctr" defTabSz="1219200">
                <a:lnSpc>
                  <a:spcPct val="150000"/>
                </a:lnSpc>
                <a:spcBef>
                  <a:spcPts val="20"/>
                </a:spcBef>
                <a:spcAft>
                  <a:spcPct val="0"/>
                </a:spcAft>
                <a:defRPr/>
              </a:pPr>
              <a:r>
                <a:rPr 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a:t>
              </a:r>
              <a:endParaRPr lang="zh-CN" alt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37" name="Rectangle 60">
              <a:extLst>
                <a:ext uri="{FF2B5EF4-FFF2-40B4-BE49-F238E27FC236}">
                  <a16:creationId xmlns:a16="http://schemas.microsoft.com/office/drawing/2014/main" id="{2C838857-459E-4725-A487-C2A11CF82DDA}"/>
                </a:ext>
              </a:extLst>
            </p:cNvPr>
            <p:cNvSpPr/>
            <p:nvPr/>
          </p:nvSpPr>
          <p:spPr>
            <a:xfrm>
              <a:off x="10037" y="6367"/>
              <a:ext cx="2429" cy="466"/>
            </a:xfrm>
            <a:prstGeom prst="rect">
              <a:avLst/>
            </a:prstGeom>
          </p:spPr>
          <p:txBody>
            <a:bodyPr wrap="square" lIns="0" tIns="0" rIns="0" bIns="0">
              <a:spAutoFit/>
            </a:bodyPr>
            <a:lstStyle/>
            <a:p>
              <a:pPr algn="ctr"/>
              <a:r>
                <a:rPr lang="zh-CN" altLang="en-US">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38" name="TextBox 59">
              <a:extLst>
                <a:ext uri="{FF2B5EF4-FFF2-40B4-BE49-F238E27FC236}">
                  <a16:creationId xmlns:a16="http://schemas.microsoft.com/office/drawing/2014/main" id="{3927298B-121C-4357-80F9-B7F7BCD4F8AF}"/>
                </a:ext>
              </a:extLst>
            </p:cNvPr>
            <p:cNvSpPr txBox="1"/>
            <p:nvPr/>
          </p:nvSpPr>
          <p:spPr>
            <a:xfrm>
              <a:off x="9958" y="6912"/>
              <a:ext cx="2586" cy="1553"/>
            </a:xfrm>
            <a:prstGeom prst="rect">
              <a:avLst/>
            </a:prstGeom>
            <a:noFill/>
          </p:spPr>
          <p:txBody>
            <a:bodyPr wrap="square" lIns="0" tIns="0" rIns="0" bIns="0" rtlCol="0">
              <a:spAutoFit/>
            </a:bodyPr>
            <a:lstStyle/>
            <a:p>
              <a:pPr algn="ctr" defTabSz="1219200">
                <a:lnSpc>
                  <a:spcPct val="150000"/>
                </a:lnSpc>
                <a:spcBef>
                  <a:spcPts val="20"/>
                </a:spcBef>
                <a:spcAft>
                  <a:spcPct val="0"/>
                </a:spcAft>
                <a:defRPr/>
              </a:pPr>
              <a:r>
                <a:rPr 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a:t>
              </a:r>
              <a:endParaRPr lang="zh-CN" alt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39" name="Rectangle 60">
              <a:extLst>
                <a:ext uri="{FF2B5EF4-FFF2-40B4-BE49-F238E27FC236}">
                  <a16:creationId xmlns:a16="http://schemas.microsoft.com/office/drawing/2014/main" id="{C7FF32AF-01B5-48B6-88AF-D607524E572F}"/>
                </a:ext>
              </a:extLst>
            </p:cNvPr>
            <p:cNvSpPr/>
            <p:nvPr/>
          </p:nvSpPr>
          <p:spPr>
            <a:xfrm>
              <a:off x="14717" y="7301"/>
              <a:ext cx="2429" cy="466"/>
            </a:xfrm>
            <a:prstGeom prst="rect">
              <a:avLst/>
            </a:prstGeom>
          </p:spPr>
          <p:txBody>
            <a:bodyPr wrap="square" lIns="0" tIns="0" rIns="0" bIns="0">
              <a:spAutoFit/>
            </a:bodyPr>
            <a:lstStyle/>
            <a:p>
              <a:pPr algn="ctr"/>
              <a:r>
                <a:rPr lang="zh-CN" altLang="en-US">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40" name="TextBox 59">
              <a:extLst>
                <a:ext uri="{FF2B5EF4-FFF2-40B4-BE49-F238E27FC236}">
                  <a16:creationId xmlns:a16="http://schemas.microsoft.com/office/drawing/2014/main" id="{C6EFEB3C-394C-4C4F-86B6-097B54542B8F}"/>
                </a:ext>
              </a:extLst>
            </p:cNvPr>
            <p:cNvSpPr txBox="1"/>
            <p:nvPr/>
          </p:nvSpPr>
          <p:spPr>
            <a:xfrm>
              <a:off x="14638" y="7846"/>
              <a:ext cx="2586" cy="1553"/>
            </a:xfrm>
            <a:prstGeom prst="rect">
              <a:avLst/>
            </a:prstGeom>
            <a:noFill/>
          </p:spPr>
          <p:txBody>
            <a:bodyPr wrap="square" lIns="0" tIns="0" rIns="0" bIns="0" rtlCol="0">
              <a:spAutoFit/>
            </a:bodyPr>
            <a:lstStyle/>
            <a:p>
              <a:pPr algn="ctr" defTabSz="1219200">
                <a:lnSpc>
                  <a:spcPct val="150000"/>
                </a:lnSpc>
                <a:spcBef>
                  <a:spcPts val="20"/>
                </a:spcBef>
                <a:spcAft>
                  <a:spcPct val="0"/>
                </a:spcAft>
                <a:defRPr/>
              </a:pPr>
              <a:r>
                <a:rPr 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a:t>
              </a:r>
              <a:endParaRPr lang="zh-CN" altLang="zh-CN" sz="100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41" name="Freeform 387">
              <a:extLst>
                <a:ext uri="{FF2B5EF4-FFF2-40B4-BE49-F238E27FC236}">
                  <a16:creationId xmlns:a16="http://schemas.microsoft.com/office/drawing/2014/main" id="{68BC47A1-D6ED-48D9-9D32-5F59DF17AC75}"/>
                </a:ext>
              </a:extLst>
            </p:cNvPr>
            <p:cNvSpPr>
              <a:spLocks noEditPoints="1"/>
            </p:cNvSpPr>
            <p:nvPr/>
          </p:nvSpPr>
          <p:spPr bwMode="auto">
            <a:xfrm>
              <a:off x="10827" y="3791"/>
              <a:ext cx="678" cy="796"/>
            </a:xfrm>
            <a:custGeom>
              <a:avLst/>
              <a:gdLst/>
              <a:ahLst/>
              <a:cxnLst>
                <a:cxn ang="0">
                  <a:pos x="88900" y="107950"/>
                </a:cxn>
                <a:cxn ang="0">
                  <a:pos x="44450" y="107950"/>
                </a:cxn>
                <a:cxn ang="0">
                  <a:pos x="31750" y="111125"/>
                </a:cxn>
                <a:cxn ang="0">
                  <a:pos x="12700" y="139700"/>
                </a:cxn>
                <a:cxn ang="0">
                  <a:pos x="12700" y="146050"/>
                </a:cxn>
                <a:cxn ang="0">
                  <a:pos x="120650" y="146050"/>
                </a:cxn>
                <a:cxn ang="0">
                  <a:pos x="120650" y="139700"/>
                </a:cxn>
                <a:cxn ang="0">
                  <a:pos x="104775" y="114300"/>
                </a:cxn>
                <a:cxn ang="0">
                  <a:pos x="101600" y="111125"/>
                </a:cxn>
                <a:cxn ang="0">
                  <a:pos x="95250" y="107950"/>
                </a:cxn>
                <a:cxn ang="0">
                  <a:pos x="88900" y="107950"/>
                </a:cxn>
                <a:cxn ang="0">
                  <a:pos x="92075" y="95250"/>
                </a:cxn>
                <a:cxn ang="0">
                  <a:pos x="92075" y="95250"/>
                </a:cxn>
                <a:cxn ang="0">
                  <a:pos x="98425" y="95250"/>
                </a:cxn>
                <a:cxn ang="0">
                  <a:pos x="104775" y="98425"/>
                </a:cxn>
                <a:cxn ang="0">
                  <a:pos x="133350" y="139700"/>
                </a:cxn>
                <a:cxn ang="0">
                  <a:pos x="133350" y="149225"/>
                </a:cxn>
                <a:cxn ang="0">
                  <a:pos x="127000" y="155575"/>
                </a:cxn>
                <a:cxn ang="0">
                  <a:pos x="127000" y="155575"/>
                </a:cxn>
                <a:cxn ang="0">
                  <a:pos x="6350" y="155575"/>
                </a:cxn>
                <a:cxn ang="0">
                  <a:pos x="0" y="149225"/>
                </a:cxn>
                <a:cxn ang="0">
                  <a:pos x="0" y="149225"/>
                </a:cxn>
                <a:cxn ang="0">
                  <a:pos x="0" y="139700"/>
                </a:cxn>
                <a:cxn ang="0">
                  <a:pos x="25400" y="98425"/>
                </a:cxn>
                <a:cxn ang="0">
                  <a:pos x="38100" y="95250"/>
                </a:cxn>
                <a:cxn ang="0">
                  <a:pos x="12700" y="50800"/>
                </a:cxn>
                <a:cxn ang="0">
                  <a:pos x="66675" y="0"/>
                </a:cxn>
                <a:cxn ang="0">
                  <a:pos x="117475" y="50800"/>
                </a:cxn>
                <a:cxn ang="0">
                  <a:pos x="92075" y="95250"/>
                </a:cxn>
                <a:cxn ang="0">
                  <a:pos x="66675" y="9525"/>
                </a:cxn>
                <a:cxn ang="0">
                  <a:pos x="66675" y="9525"/>
                </a:cxn>
                <a:cxn ang="0">
                  <a:pos x="28575" y="34925"/>
                </a:cxn>
                <a:cxn ang="0">
                  <a:pos x="25400" y="50800"/>
                </a:cxn>
                <a:cxn ang="0">
                  <a:pos x="50800" y="88900"/>
                </a:cxn>
                <a:cxn ang="0">
                  <a:pos x="82550" y="88900"/>
                </a:cxn>
                <a:cxn ang="0">
                  <a:pos x="104775" y="50800"/>
                </a:cxn>
                <a:cxn ang="0">
                  <a:pos x="66675" y="9525"/>
                </a:cxn>
              </a:cxnLst>
              <a:rect l="0" t="0" r="0" b="0"/>
              <a:pathLst>
                <a:path w="42" h="49">
                  <a:moveTo>
                    <a:pt x="28" y="34"/>
                  </a:moveTo>
                  <a:cubicBezTo>
                    <a:pt x="14" y="34"/>
                    <a:pt x="14" y="34"/>
                    <a:pt x="14" y="34"/>
                  </a:cubicBezTo>
                  <a:cubicBezTo>
                    <a:pt x="12" y="34"/>
                    <a:pt x="11" y="34"/>
                    <a:pt x="10" y="35"/>
                  </a:cubicBezTo>
                  <a:cubicBezTo>
                    <a:pt x="6" y="36"/>
                    <a:pt x="4" y="40"/>
                    <a:pt x="4" y="44"/>
                  </a:cubicBezTo>
                  <a:cubicBezTo>
                    <a:pt x="4" y="46"/>
                    <a:pt x="4" y="46"/>
                    <a:pt x="4" y="46"/>
                  </a:cubicBezTo>
                  <a:cubicBezTo>
                    <a:pt x="38" y="46"/>
                    <a:pt x="38" y="46"/>
                    <a:pt x="38" y="46"/>
                  </a:cubicBezTo>
                  <a:cubicBezTo>
                    <a:pt x="38" y="44"/>
                    <a:pt x="38" y="44"/>
                    <a:pt x="38" y="44"/>
                  </a:cubicBezTo>
                  <a:cubicBezTo>
                    <a:pt x="38" y="41"/>
                    <a:pt x="36" y="37"/>
                    <a:pt x="33" y="36"/>
                  </a:cubicBezTo>
                  <a:cubicBezTo>
                    <a:pt x="33" y="35"/>
                    <a:pt x="32" y="35"/>
                    <a:pt x="32" y="35"/>
                  </a:cubicBezTo>
                  <a:cubicBezTo>
                    <a:pt x="31" y="34"/>
                    <a:pt x="31" y="34"/>
                    <a:pt x="30" y="34"/>
                  </a:cubicBezTo>
                  <a:cubicBezTo>
                    <a:pt x="29" y="34"/>
                    <a:pt x="29" y="34"/>
                    <a:pt x="28" y="34"/>
                  </a:cubicBezTo>
                  <a:close/>
                  <a:moveTo>
                    <a:pt x="29" y="30"/>
                  </a:moveTo>
                  <a:cubicBezTo>
                    <a:pt x="29" y="30"/>
                    <a:pt x="29" y="30"/>
                    <a:pt x="29" y="30"/>
                  </a:cubicBezTo>
                  <a:cubicBezTo>
                    <a:pt x="30" y="30"/>
                    <a:pt x="30" y="30"/>
                    <a:pt x="31" y="30"/>
                  </a:cubicBezTo>
                  <a:cubicBezTo>
                    <a:pt x="32" y="31"/>
                    <a:pt x="32" y="31"/>
                    <a:pt x="33" y="31"/>
                  </a:cubicBezTo>
                  <a:cubicBezTo>
                    <a:pt x="38" y="33"/>
                    <a:pt x="42" y="38"/>
                    <a:pt x="42" y="44"/>
                  </a:cubicBezTo>
                  <a:cubicBezTo>
                    <a:pt x="42" y="47"/>
                    <a:pt x="42" y="47"/>
                    <a:pt x="42" y="47"/>
                  </a:cubicBezTo>
                  <a:cubicBezTo>
                    <a:pt x="42" y="48"/>
                    <a:pt x="41" y="49"/>
                    <a:pt x="40" y="49"/>
                  </a:cubicBezTo>
                  <a:cubicBezTo>
                    <a:pt x="40" y="49"/>
                    <a:pt x="40" y="49"/>
                    <a:pt x="40" y="49"/>
                  </a:cubicBezTo>
                  <a:cubicBezTo>
                    <a:pt x="2" y="49"/>
                    <a:pt x="2" y="49"/>
                    <a:pt x="2" y="49"/>
                  </a:cubicBezTo>
                  <a:cubicBezTo>
                    <a:pt x="1" y="49"/>
                    <a:pt x="0" y="48"/>
                    <a:pt x="0" y="47"/>
                  </a:cubicBezTo>
                  <a:cubicBezTo>
                    <a:pt x="0" y="47"/>
                    <a:pt x="0" y="47"/>
                    <a:pt x="0" y="47"/>
                  </a:cubicBezTo>
                  <a:cubicBezTo>
                    <a:pt x="0" y="44"/>
                    <a:pt x="0" y="44"/>
                    <a:pt x="0" y="44"/>
                  </a:cubicBezTo>
                  <a:cubicBezTo>
                    <a:pt x="0" y="38"/>
                    <a:pt x="3" y="33"/>
                    <a:pt x="8" y="31"/>
                  </a:cubicBezTo>
                  <a:cubicBezTo>
                    <a:pt x="10" y="31"/>
                    <a:pt x="11" y="30"/>
                    <a:pt x="12" y="30"/>
                  </a:cubicBezTo>
                  <a:cubicBezTo>
                    <a:pt x="7" y="27"/>
                    <a:pt x="4" y="22"/>
                    <a:pt x="4" y="16"/>
                  </a:cubicBezTo>
                  <a:cubicBezTo>
                    <a:pt x="4" y="7"/>
                    <a:pt x="12" y="0"/>
                    <a:pt x="21" y="0"/>
                  </a:cubicBezTo>
                  <a:cubicBezTo>
                    <a:pt x="30" y="0"/>
                    <a:pt x="37" y="7"/>
                    <a:pt x="37" y="16"/>
                  </a:cubicBezTo>
                  <a:cubicBezTo>
                    <a:pt x="37" y="22"/>
                    <a:pt x="34" y="27"/>
                    <a:pt x="29" y="30"/>
                  </a:cubicBezTo>
                  <a:close/>
                  <a:moveTo>
                    <a:pt x="21" y="3"/>
                  </a:moveTo>
                  <a:cubicBezTo>
                    <a:pt x="21" y="3"/>
                    <a:pt x="21" y="3"/>
                    <a:pt x="21" y="3"/>
                  </a:cubicBezTo>
                  <a:cubicBezTo>
                    <a:pt x="16" y="3"/>
                    <a:pt x="11" y="6"/>
                    <a:pt x="9" y="11"/>
                  </a:cubicBezTo>
                  <a:cubicBezTo>
                    <a:pt x="9" y="13"/>
                    <a:pt x="8" y="14"/>
                    <a:pt x="8" y="16"/>
                  </a:cubicBezTo>
                  <a:cubicBezTo>
                    <a:pt x="8" y="21"/>
                    <a:pt x="11" y="26"/>
                    <a:pt x="16" y="28"/>
                  </a:cubicBezTo>
                  <a:cubicBezTo>
                    <a:pt x="19" y="29"/>
                    <a:pt x="23" y="29"/>
                    <a:pt x="26" y="28"/>
                  </a:cubicBezTo>
                  <a:cubicBezTo>
                    <a:pt x="30" y="26"/>
                    <a:pt x="33" y="21"/>
                    <a:pt x="33" y="16"/>
                  </a:cubicBezTo>
                  <a:cubicBezTo>
                    <a:pt x="33" y="9"/>
                    <a:pt x="28" y="3"/>
                    <a:pt x="21" y="3"/>
                  </a:cubicBezTo>
                  <a:close/>
                </a:path>
              </a:pathLst>
            </a:custGeom>
            <a:solidFill>
              <a:schemeClr val="bg1"/>
            </a:solidFill>
            <a:ln>
              <a:noFill/>
            </a:ln>
            <a:effectLst/>
          </p:spPr>
          <p:txBody>
            <a:bodyPr wrap="square" lIns="19050" tIns="19050" rIns="19050" bIns="19050" anchor="ctr">
              <a:noAutofit/>
            </a:bodyPr>
            <a:lstStyle/>
            <a:p>
              <a:pPr lvl="0" algn="ctr" defTabSz="228600" fontAlgn="base" hangingPunct="0">
                <a:buClrTx/>
                <a:buSzTx/>
                <a:buFontTx/>
                <a:defRPr/>
              </a:pPr>
              <a:endParaRPr lang="en-US" sz="1600" noProof="0">
                <a:ln>
                  <a:noFill/>
                </a:ln>
                <a:solidFill>
                  <a:schemeClr val="tx1">
                    <a:lumMod val="85000"/>
                    <a:lumOff val="15000"/>
                  </a:schemeClr>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2" name="Freeform 17">
              <a:extLst>
                <a:ext uri="{FF2B5EF4-FFF2-40B4-BE49-F238E27FC236}">
                  <a16:creationId xmlns:a16="http://schemas.microsoft.com/office/drawing/2014/main" id="{7A9BED61-487B-4C00-8F15-CF00AA7F2751}"/>
                </a:ext>
              </a:extLst>
            </p:cNvPr>
            <p:cNvSpPr>
              <a:spLocks noEditPoints="1"/>
            </p:cNvSpPr>
            <p:nvPr/>
          </p:nvSpPr>
          <p:spPr bwMode="auto">
            <a:xfrm>
              <a:off x="6584" y="5310"/>
              <a:ext cx="746" cy="688"/>
            </a:xfrm>
            <a:custGeom>
              <a:avLst/>
              <a:gdLst>
                <a:gd name="T0" fmla="*/ 1120 w 2069"/>
                <a:gd name="T1" fmla="*/ 0 h 1899"/>
                <a:gd name="T2" fmla="*/ 189 w 2069"/>
                <a:gd name="T3" fmla="*/ 777 h 1899"/>
                <a:gd name="T4" fmla="*/ 0 w 2069"/>
                <a:gd name="T5" fmla="*/ 777 h 1899"/>
                <a:gd name="T6" fmla="*/ 259 w 2069"/>
                <a:gd name="T7" fmla="*/ 1122 h 1899"/>
                <a:gd name="T8" fmla="*/ 517 w 2069"/>
                <a:gd name="T9" fmla="*/ 777 h 1899"/>
                <a:gd name="T10" fmla="*/ 362 w 2069"/>
                <a:gd name="T11" fmla="*/ 777 h 1899"/>
                <a:gd name="T12" fmla="*/ 1120 w 2069"/>
                <a:gd name="T13" fmla="*/ 173 h 1899"/>
                <a:gd name="T14" fmla="*/ 1896 w 2069"/>
                <a:gd name="T15" fmla="*/ 950 h 1899"/>
                <a:gd name="T16" fmla="*/ 1120 w 2069"/>
                <a:gd name="T17" fmla="*/ 1727 h 1899"/>
                <a:gd name="T18" fmla="*/ 477 w 2069"/>
                <a:gd name="T19" fmla="*/ 1381 h 1899"/>
                <a:gd name="T20" fmla="*/ 276 w 2069"/>
                <a:gd name="T21" fmla="*/ 1381 h 1899"/>
                <a:gd name="T22" fmla="*/ 1120 w 2069"/>
                <a:gd name="T23" fmla="*/ 1899 h 1899"/>
                <a:gd name="T24" fmla="*/ 2069 w 2069"/>
                <a:gd name="T25" fmla="*/ 950 h 1899"/>
                <a:gd name="T26" fmla="*/ 1120 w 2069"/>
                <a:gd name="T27" fmla="*/ 0 h 1899"/>
                <a:gd name="T28" fmla="*/ 1080 w 2069"/>
                <a:gd name="T29" fmla="*/ 345 h 1899"/>
                <a:gd name="T30" fmla="*/ 1080 w 2069"/>
                <a:gd name="T31" fmla="*/ 978 h 1899"/>
                <a:gd name="T32" fmla="*/ 1528 w 2069"/>
                <a:gd name="T33" fmla="*/ 1243 h 1899"/>
                <a:gd name="T34" fmla="*/ 1569 w 2069"/>
                <a:gd name="T35" fmla="*/ 1168 h 1899"/>
                <a:gd name="T36" fmla="*/ 1166 w 2069"/>
                <a:gd name="T37" fmla="*/ 926 h 1899"/>
                <a:gd name="T38" fmla="*/ 1166 w 2069"/>
                <a:gd name="T39" fmla="*/ 345 h 1899"/>
                <a:gd name="T40" fmla="*/ 1080 w 2069"/>
                <a:gd name="T41" fmla="*/ 345 h 1899"/>
                <a:gd name="T42" fmla="*/ 1080 w 2069"/>
                <a:gd name="T43" fmla="*/ 345 h 1899"/>
                <a:gd name="T44" fmla="*/ 1080 w 2069"/>
                <a:gd name="T45" fmla="*/ 345 h 18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69" h="1899">
                  <a:moveTo>
                    <a:pt x="1120" y="0"/>
                  </a:moveTo>
                  <a:cubicBezTo>
                    <a:pt x="655" y="0"/>
                    <a:pt x="270" y="334"/>
                    <a:pt x="189" y="777"/>
                  </a:cubicBezTo>
                  <a:cubicBezTo>
                    <a:pt x="0" y="777"/>
                    <a:pt x="0" y="777"/>
                    <a:pt x="0" y="777"/>
                  </a:cubicBezTo>
                  <a:cubicBezTo>
                    <a:pt x="259" y="1122"/>
                    <a:pt x="259" y="1122"/>
                    <a:pt x="259" y="1122"/>
                  </a:cubicBezTo>
                  <a:cubicBezTo>
                    <a:pt x="517" y="777"/>
                    <a:pt x="517" y="777"/>
                    <a:pt x="517" y="777"/>
                  </a:cubicBezTo>
                  <a:cubicBezTo>
                    <a:pt x="362" y="777"/>
                    <a:pt x="362" y="777"/>
                    <a:pt x="362" y="777"/>
                  </a:cubicBezTo>
                  <a:cubicBezTo>
                    <a:pt x="442" y="432"/>
                    <a:pt x="747" y="173"/>
                    <a:pt x="1120" y="173"/>
                  </a:cubicBezTo>
                  <a:cubicBezTo>
                    <a:pt x="1552" y="173"/>
                    <a:pt x="1896" y="518"/>
                    <a:pt x="1896" y="950"/>
                  </a:cubicBezTo>
                  <a:cubicBezTo>
                    <a:pt x="1896" y="1381"/>
                    <a:pt x="1552" y="1727"/>
                    <a:pt x="1120" y="1727"/>
                  </a:cubicBezTo>
                  <a:cubicBezTo>
                    <a:pt x="850" y="1727"/>
                    <a:pt x="615" y="1588"/>
                    <a:pt x="477" y="1381"/>
                  </a:cubicBezTo>
                  <a:cubicBezTo>
                    <a:pt x="276" y="1381"/>
                    <a:pt x="276" y="1381"/>
                    <a:pt x="276" y="1381"/>
                  </a:cubicBezTo>
                  <a:cubicBezTo>
                    <a:pt x="431" y="1686"/>
                    <a:pt x="753" y="1899"/>
                    <a:pt x="1120" y="1899"/>
                  </a:cubicBezTo>
                  <a:cubicBezTo>
                    <a:pt x="1643" y="1899"/>
                    <a:pt x="2069" y="1473"/>
                    <a:pt x="2069" y="950"/>
                  </a:cubicBezTo>
                  <a:cubicBezTo>
                    <a:pt x="2069" y="426"/>
                    <a:pt x="1643" y="0"/>
                    <a:pt x="1120" y="0"/>
                  </a:cubicBezTo>
                  <a:close/>
                  <a:moveTo>
                    <a:pt x="1080" y="345"/>
                  </a:moveTo>
                  <a:cubicBezTo>
                    <a:pt x="1080" y="978"/>
                    <a:pt x="1080" y="978"/>
                    <a:pt x="1080" y="978"/>
                  </a:cubicBezTo>
                  <a:cubicBezTo>
                    <a:pt x="1528" y="1243"/>
                    <a:pt x="1528" y="1243"/>
                    <a:pt x="1528" y="1243"/>
                  </a:cubicBezTo>
                  <a:cubicBezTo>
                    <a:pt x="1569" y="1168"/>
                    <a:pt x="1569" y="1168"/>
                    <a:pt x="1569" y="1168"/>
                  </a:cubicBezTo>
                  <a:cubicBezTo>
                    <a:pt x="1166" y="926"/>
                    <a:pt x="1166" y="926"/>
                    <a:pt x="1166" y="926"/>
                  </a:cubicBezTo>
                  <a:cubicBezTo>
                    <a:pt x="1166" y="345"/>
                    <a:pt x="1166" y="345"/>
                    <a:pt x="1166" y="345"/>
                  </a:cubicBezTo>
                  <a:lnTo>
                    <a:pt x="1080" y="345"/>
                  </a:lnTo>
                  <a:close/>
                  <a:moveTo>
                    <a:pt x="1080" y="345"/>
                  </a:moveTo>
                  <a:cubicBezTo>
                    <a:pt x="1080" y="345"/>
                    <a:pt x="1080" y="345"/>
                    <a:pt x="1080" y="345"/>
                  </a:cubicBezTo>
                </a:path>
              </a:pathLst>
            </a:custGeom>
            <a:solidFill>
              <a:schemeClr val="bg1"/>
            </a:solidFill>
            <a:ln>
              <a:noFill/>
            </a:ln>
            <a:effectLst/>
          </p:spPr>
          <p:txBody>
            <a:bodyPr vert="horz" wrap="square" lIns="121920" tIns="60960" rIns="121920" bIns="60960" numCol="1" anchor="t" anchorCtr="0" compatLnSpc="1"/>
            <a:lstStyle/>
            <a:p>
              <a:pPr defTabSz="1219200" eaLnBrk="0" fontAlgn="base" hangingPunct="0">
                <a:spcBef>
                  <a:spcPct val="0"/>
                </a:spcBef>
                <a:spcAft>
                  <a:spcPct val="0"/>
                </a:spcAft>
              </a:pPr>
              <a:endParaRPr lang="zh-CN" altLang="en-US" sz="2800">
                <a:solidFill>
                  <a:schemeClr val="tx1">
                    <a:lumMod val="85000"/>
                    <a:lumOff val="15000"/>
                  </a:schemeClr>
                </a:solidFill>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43" name="Freeform 83">
              <a:extLst>
                <a:ext uri="{FF2B5EF4-FFF2-40B4-BE49-F238E27FC236}">
                  <a16:creationId xmlns:a16="http://schemas.microsoft.com/office/drawing/2014/main" id="{CD7971F0-D7FB-42E2-A9D7-5EC99FB447A8}"/>
                </a:ext>
              </a:extLst>
            </p:cNvPr>
            <p:cNvSpPr>
              <a:spLocks noEditPoints="1"/>
            </p:cNvSpPr>
            <p:nvPr/>
          </p:nvSpPr>
          <p:spPr bwMode="auto">
            <a:xfrm>
              <a:off x="2919" y="4734"/>
              <a:ext cx="644" cy="726"/>
            </a:xfrm>
            <a:custGeom>
              <a:avLst/>
              <a:gdLst/>
              <a:ahLst/>
              <a:cxnLst>
                <a:cxn ang="0">
                  <a:pos x="79375" y="0"/>
                </a:cxn>
                <a:cxn ang="0">
                  <a:pos x="127000" y="22225"/>
                </a:cxn>
                <a:cxn ang="0">
                  <a:pos x="136525" y="111125"/>
                </a:cxn>
                <a:cxn ang="0">
                  <a:pos x="104775" y="136525"/>
                </a:cxn>
                <a:cxn ang="0">
                  <a:pos x="82550" y="158750"/>
                </a:cxn>
                <a:cxn ang="0">
                  <a:pos x="73025" y="158750"/>
                </a:cxn>
                <a:cxn ang="0">
                  <a:pos x="73025" y="158750"/>
                </a:cxn>
                <a:cxn ang="0">
                  <a:pos x="73025" y="158750"/>
                </a:cxn>
                <a:cxn ang="0">
                  <a:pos x="50800" y="136525"/>
                </a:cxn>
                <a:cxn ang="0">
                  <a:pos x="19050" y="111125"/>
                </a:cxn>
                <a:cxn ang="0">
                  <a:pos x="28575" y="22225"/>
                </a:cxn>
                <a:cxn ang="0">
                  <a:pos x="79375" y="0"/>
                </a:cxn>
                <a:cxn ang="0">
                  <a:pos x="79375" y="34925"/>
                </a:cxn>
                <a:cxn ang="0">
                  <a:pos x="79375" y="34925"/>
                </a:cxn>
                <a:cxn ang="0">
                  <a:pos x="101600" y="44450"/>
                </a:cxn>
                <a:cxn ang="0">
                  <a:pos x="114300" y="69850"/>
                </a:cxn>
                <a:cxn ang="0">
                  <a:pos x="101600" y="95250"/>
                </a:cxn>
                <a:cxn ang="0">
                  <a:pos x="79375" y="104775"/>
                </a:cxn>
                <a:cxn ang="0">
                  <a:pos x="53975" y="95250"/>
                </a:cxn>
                <a:cxn ang="0">
                  <a:pos x="41275" y="69850"/>
                </a:cxn>
                <a:cxn ang="0">
                  <a:pos x="53975" y="44450"/>
                </a:cxn>
                <a:cxn ang="0">
                  <a:pos x="79375" y="34925"/>
                </a:cxn>
                <a:cxn ang="0">
                  <a:pos x="98425" y="50800"/>
                </a:cxn>
                <a:cxn ang="0">
                  <a:pos x="98425" y="50800"/>
                </a:cxn>
                <a:cxn ang="0">
                  <a:pos x="79375" y="41275"/>
                </a:cxn>
                <a:cxn ang="0">
                  <a:pos x="57150" y="50800"/>
                </a:cxn>
                <a:cxn ang="0">
                  <a:pos x="50800" y="69850"/>
                </a:cxn>
                <a:cxn ang="0">
                  <a:pos x="57150" y="88900"/>
                </a:cxn>
                <a:cxn ang="0">
                  <a:pos x="79375" y="98425"/>
                </a:cxn>
                <a:cxn ang="0">
                  <a:pos x="98425" y="88900"/>
                </a:cxn>
                <a:cxn ang="0">
                  <a:pos x="104775" y="69850"/>
                </a:cxn>
                <a:cxn ang="0">
                  <a:pos x="98425" y="50800"/>
                </a:cxn>
                <a:cxn ang="0">
                  <a:pos x="117475" y="28575"/>
                </a:cxn>
                <a:cxn ang="0">
                  <a:pos x="117475" y="28575"/>
                </a:cxn>
                <a:cxn ang="0">
                  <a:pos x="79375" y="12700"/>
                </a:cxn>
                <a:cxn ang="0">
                  <a:pos x="38100" y="28575"/>
                </a:cxn>
                <a:cxn ang="0">
                  <a:pos x="28575" y="104775"/>
                </a:cxn>
                <a:cxn ang="0">
                  <a:pos x="57150" y="123825"/>
                </a:cxn>
                <a:cxn ang="0">
                  <a:pos x="60325" y="127000"/>
                </a:cxn>
                <a:cxn ang="0">
                  <a:pos x="79375" y="146050"/>
                </a:cxn>
                <a:cxn ang="0">
                  <a:pos x="95250" y="127000"/>
                </a:cxn>
                <a:cxn ang="0">
                  <a:pos x="98425" y="123825"/>
                </a:cxn>
                <a:cxn ang="0">
                  <a:pos x="127000" y="104775"/>
                </a:cxn>
                <a:cxn ang="0">
                  <a:pos x="117475" y="28575"/>
                </a:cxn>
              </a:cxnLst>
              <a:rect l="0" t="0" r="0" b="0"/>
              <a:pathLst>
                <a:path w="49" h="51">
                  <a:moveTo>
                    <a:pt x="25" y="0"/>
                  </a:moveTo>
                  <a:cubicBezTo>
                    <a:pt x="31" y="0"/>
                    <a:pt x="36" y="3"/>
                    <a:pt x="40" y="7"/>
                  </a:cubicBezTo>
                  <a:cubicBezTo>
                    <a:pt x="48" y="14"/>
                    <a:pt x="49" y="26"/>
                    <a:pt x="43" y="35"/>
                  </a:cubicBezTo>
                  <a:cubicBezTo>
                    <a:pt x="40" y="38"/>
                    <a:pt x="37" y="41"/>
                    <a:pt x="33" y="43"/>
                  </a:cubicBezTo>
                  <a:cubicBezTo>
                    <a:pt x="26" y="50"/>
                    <a:pt x="26" y="50"/>
                    <a:pt x="26" y="50"/>
                  </a:cubicBezTo>
                  <a:cubicBezTo>
                    <a:pt x="25" y="51"/>
                    <a:pt x="24" y="51"/>
                    <a:pt x="23" y="50"/>
                  </a:cubicBezTo>
                  <a:cubicBezTo>
                    <a:pt x="23" y="50"/>
                    <a:pt x="23" y="50"/>
                    <a:pt x="23" y="50"/>
                  </a:cubicBezTo>
                  <a:cubicBezTo>
                    <a:pt x="23" y="50"/>
                    <a:pt x="23" y="50"/>
                    <a:pt x="23" y="50"/>
                  </a:cubicBezTo>
                  <a:cubicBezTo>
                    <a:pt x="16" y="43"/>
                    <a:pt x="16" y="43"/>
                    <a:pt x="16" y="43"/>
                  </a:cubicBezTo>
                  <a:cubicBezTo>
                    <a:pt x="12" y="41"/>
                    <a:pt x="9" y="38"/>
                    <a:pt x="6" y="35"/>
                  </a:cubicBezTo>
                  <a:cubicBezTo>
                    <a:pt x="0" y="26"/>
                    <a:pt x="1" y="14"/>
                    <a:pt x="9" y="7"/>
                  </a:cubicBezTo>
                  <a:cubicBezTo>
                    <a:pt x="13" y="3"/>
                    <a:pt x="18" y="0"/>
                    <a:pt x="25" y="0"/>
                  </a:cubicBezTo>
                  <a:close/>
                  <a:moveTo>
                    <a:pt x="25" y="11"/>
                  </a:moveTo>
                  <a:cubicBezTo>
                    <a:pt x="25" y="11"/>
                    <a:pt x="25" y="11"/>
                    <a:pt x="25" y="11"/>
                  </a:cubicBezTo>
                  <a:cubicBezTo>
                    <a:pt x="28" y="11"/>
                    <a:pt x="30" y="12"/>
                    <a:pt x="32" y="14"/>
                  </a:cubicBezTo>
                  <a:cubicBezTo>
                    <a:pt x="34" y="16"/>
                    <a:pt x="36" y="19"/>
                    <a:pt x="36" y="22"/>
                  </a:cubicBezTo>
                  <a:cubicBezTo>
                    <a:pt x="36" y="25"/>
                    <a:pt x="34" y="28"/>
                    <a:pt x="32" y="30"/>
                  </a:cubicBezTo>
                  <a:cubicBezTo>
                    <a:pt x="30" y="32"/>
                    <a:pt x="28" y="33"/>
                    <a:pt x="25" y="33"/>
                  </a:cubicBezTo>
                  <a:cubicBezTo>
                    <a:pt x="21" y="33"/>
                    <a:pt x="19" y="32"/>
                    <a:pt x="17" y="30"/>
                  </a:cubicBezTo>
                  <a:cubicBezTo>
                    <a:pt x="15" y="28"/>
                    <a:pt x="13" y="25"/>
                    <a:pt x="13" y="22"/>
                  </a:cubicBezTo>
                  <a:cubicBezTo>
                    <a:pt x="13" y="19"/>
                    <a:pt x="15" y="16"/>
                    <a:pt x="17" y="14"/>
                  </a:cubicBezTo>
                  <a:cubicBezTo>
                    <a:pt x="19" y="12"/>
                    <a:pt x="21" y="11"/>
                    <a:pt x="25" y="11"/>
                  </a:cubicBezTo>
                  <a:close/>
                  <a:moveTo>
                    <a:pt x="31" y="16"/>
                  </a:moveTo>
                  <a:cubicBezTo>
                    <a:pt x="31" y="16"/>
                    <a:pt x="31" y="16"/>
                    <a:pt x="31" y="16"/>
                  </a:cubicBezTo>
                  <a:cubicBezTo>
                    <a:pt x="29" y="14"/>
                    <a:pt x="27" y="13"/>
                    <a:pt x="25" y="13"/>
                  </a:cubicBezTo>
                  <a:cubicBezTo>
                    <a:pt x="22" y="13"/>
                    <a:pt x="20" y="14"/>
                    <a:pt x="18" y="16"/>
                  </a:cubicBezTo>
                  <a:cubicBezTo>
                    <a:pt x="17" y="18"/>
                    <a:pt x="16" y="20"/>
                    <a:pt x="16" y="22"/>
                  </a:cubicBezTo>
                  <a:cubicBezTo>
                    <a:pt x="16" y="25"/>
                    <a:pt x="17" y="27"/>
                    <a:pt x="18" y="28"/>
                  </a:cubicBezTo>
                  <a:cubicBezTo>
                    <a:pt x="20" y="30"/>
                    <a:pt x="22" y="31"/>
                    <a:pt x="25" y="31"/>
                  </a:cubicBezTo>
                  <a:cubicBezTo>
                    <a:pt x="27" y="31"/>
                    <a:pt x="29" y="30"/>
                    <a:pt x="31" y="28"/>
                  </a:cubicBezTo>
                  <a:cubicBezTo>
                    <a:pt x="32" y="27"/>
                    <a:pt x="33" y="25"/>
                    <a:pt x="33" y="22"/>
                  </a:cubicBezTo>
                  <a:cubicBezTo>
                    <a:pt x="33" y="20"/>
                    <a:pt x="32" y="18"/>
                    <a:pt x="31" y="16"/>
                  </a:cubicBezTo>
                  <a:close/>
                  <a:moveTo>
                    <a:pt x="37" y="9"/>
                  </a:moveTo>
                  <a:cubicBezTo>
                    <a:pt x="37" y="9"/>
                    <a:pt x="37" y="9"/>
                    <a:pt x="37" y="9"/>
                  </a:cubicBezTo>
                  <a:cubicBezTo>
                    <a:pt x="34" y="6"/>
                    <a:pt x="30" y="4"/>
                    <a:pt x="25" y="4"/>
                  </a:cubicBezTo>
                  <a:cubicBezTo>
                    <a:pt x="19" y="4"/>
                    <a:pt x="15" y="6"/>
                    <a:pt x="12" y="9"/>
                  </a:cubicBezTo>
                  <a:cubicBezTo>
                    <a:pt x="5" y="16"/>
                    <a:pt x="5" y="25"/>
                    <a:pt x="9" y="33"/>
                  </a:cubicBezTo>
                  <a:cubicBezTo>
                    <a:pt x="12" y="36"/>
                    <a:pt x="14" y="38"/>
                    <a:pt x="18" y="39"/>
                  </a:cubicBezTo>
                  <a:cubicBezTo>
                    <a:pt x="18" y="39"/>
                    <a:pt x="18" y="39"/>
                    <a:pt x="19" y="40"/>
                  </a:cubicBezTo>
                  <a:cubicBezTo>
                    <a:pt x="25" y="46"/>
                    <a:pt x="25" y="46"/>
                    <a:pt x="25" y="46"/>
                  </a:cubicBezTo>
                  <a:cubicBezTo>
                    <a:pt x="30" y="40"/>
                    <a:pt x="30" y="40"/>
                    <a:pt x="30" y="40"/>
                  </a:cubicBezTo>
                  <a:cubicBezTo>
                    <a:pt x="31" y="39"/>
                    <a:pt x="31" y="39"/>
                    <a:pt x="31" y="39"/>
                  </a:cubicBezTo>
                  <a:cubicBezTo>
                    <a:pt x="35" y="38"/>
                    <a:pt x="37" y="36"/>
                    <a:pt x="40" y="33"/>
                  </a:cubicBezTo>
                  <a:cubicBezTo>
                    <a:pt x="44" y="25"/>
                    <a:pt x="44" y="16"/>
                    <a:pt x="37" y="9"/>
                  </a:cubicBezTo>
                  <a:close/>
                </a:path>
              </a:pathLst>
            </a:custGeom>
            <a:solidFill>
              <a:schemeClr val="bg1"/>
            </a:solidFill>
            <a:ln>
              <a:noFill/>
            </a:ln>
            <a:effectLst/>
          </p:spPr>
          <p:txBody>
            <a:bodyPr wrap="square" lIns="19050" tIns="19050" rIns="19050" bIns="19050" anchor="ctr">
              <a:noAutofit/>
            </a:bodyPr>
            <a:lstStyle/>
            <a:p>
              <a:pPr lvl="0" algn="ctr" defTabSz="228600" fontAlgn="base" hangingPunct="0">
                <a:buClrTx/>
                <a:buSzTx/>
                <a:buFontTx/>
                <a:defRPr/>
              </a:pPr>
              <a:endParaRPr lang="en-US" sz="1600" noProof="0">
                <a:ln>
                  <a:noFill/>
                </a:ln>
                <a:solidFill>
                  <a:schemeClr val="tx1">
                    <a:lumMod val="85000"/>
                    <a:lumOff val="15000"/>
                  </a:schemeClr>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44" name="Freeform 160">
              <a:extLst>
                <a:ext uri="{FF2B5EF4-FFF2-40B4-BE49-F238E27FC236}">
                  <a16:creationId xmlns:a16="http://schemas.microsoft.com/office/drawing/2014/main" id="{7AB91AD6-DBA8-46E2-8759-DEBF1FDCA1F9}"/>
                </a:ext>
              </a:extLst>
            </p:cNvPr>
            <p:cNvSpPr>
              <a:spLocks noEditPoints="1"/>
            </p:cNvSpPr>
            <p:nvPr/>
          </p:nvSpPr>
          <p:spPr bwMode="auto">
            <a:xfrm>
              <a:off x="15468" y="4446"/>
              <a:ext cx="808" cy="934"/>
            </a:xfrm>
            <a:custGeom>
              <a:avLst/>
              <a:gdLst/>
              <a:ahLst/>
              <a:cxnLst>
                <a:cxn ang="0">
                  <a:pos x="121934" y="104775"/>
                </a:cxn>
                <a:cxn ang="0">
                  <a:pos x="141187" y="114300"/>
                </a:cxn>
                <a:cxn ang="0">
                  <a:pos x="141187" y="114300"/>
                </a:cxn>
                <a:cxn ang="0">
                  <a:pos x="150813" y="133350"/>
                </a:cxn>
                <a:cxn ang="0">
                  <a:pos x="121934" y="161925"/>
                </a:cxn>
                <a:cxn ang="0">
                  <a:pos x="93055" y="133350"/>
                </a:cxn>
                <a:cxn ang="0">
                  <a:pos x="96264" y="123825"/>
                </a:cxn>
                <a:cxn ang="0">
                  <a:pos x="67385" y="107950"/>
                </a:cxn>
                <a:cxn ang="0">
                  <a:pos x="64176" y="107950"/>
                </a:cxn>
                <a:cxn ang="0">
                  <a:pos x="64176" y="107950"/>
                </a:cxn>
                <a:cxn ang="0">
                  <a:pos x="38505" y="117475"/>
                </a:cxn>
                <a:cxn ang="0">
                  <a:pos x="0" y="82550"/>
                </a:cxn>
                <a:cxn ang="0">
                  <a:pos x="38505" y="44450"/>
                </a:cxn>
                <a:cxn ang="0">
                  <a:pos x="64176" y="53975"/>
                </a:cxn>
                <a:cxn ang="0">
                  <a:pos x="64176" y="53975"/>
                </a:cxn>
                <a:cxn ang="0">
                  <a:pos x="64176" y="53975"/>
                </a:cxn>
                <a:cxn ang="0">
                  <a:pos x="67385" y="57150"/>
                </a:cxn>
                <a:cxn ang="0">
                  <a:pos x="96264" y="38100"/>
                </a:cxn>
                <a:cxn ang="0">
                  <a:pos x="93055" y="28575"/>
                </a:cxn>
                <a:cxn ang="0">
                  <a:pos x="121934" y="0"/>
                </a:cxn>
                <a:cxn ang="0">
                  <a:pos x="150813" y="28575"/>
                </a:cxn>
                <a:cxn ang="0">
                  <a:pos x="121934" y="57150"/>
                </a:cxn>
                <a:cxn ang="0">
                  <a:pos x="102681" y="47625"/>
                </a:cxn>
                <a:cxn ang="0">
                  <a:pos x="102681" y="47625"/>
                </a:cxn>
                <a:cxn ang="0">
                  <a:pos x="73802" y="66675"/>
                </a:cxn>
                <a:cxn ang="0">
                  <a:pos x="77011" y="82550"/>
                </a:cxn>
                <a:cxn ang="0">
                  <a:pos x="73802" y="95250"/>
                </a:cxn>
                <a:cxn ang="0">
                  <a:pos x="102681" y="114300"/>
                </a:cxn>
                <a:cxn ang="0">
                  <a:pos x="102681" y="114300"/>
                </a:cxn>
                <a:cxn ang="0">
                  <a:pos x="102681" y="114300"/>
                </a:cxn>
                <a:cxn ang="0">
                  <a:pos x="102681" y="114300"/>
                </a:cxn>
                <a:cxn ang="0">
                  <a:pos x="121934" y="104775"/>
                </a:cxn>
                <a:cxn ang="0">
                  <a:pos x="134769" y="120650"/>
                </a:cxn>
                <a:cxn ang="0">
                  <a:pos x="134769" y="120650"/>
                </a:cxn>
                <a:cxn ang="0">
                  <a:pos x="121934" y="117475"/>
                </a:cxn>
                <a:cxn ang="0">
                  <a:pos x="112308" y="120650"/>
                </a:cxn>
                <a:cxn ang="0">
                  <a:pos x="112308" y="120650"/>
                </a:cxn>
                <a:cxn ang="0">
                  <a:pos x="105890" y="133350"/>
                </a:cxn>
                <a:cxn ang="0">
                  <a:pos x="121934" y="149225"/>
                </a:cxn>
                <a:cxn ang="0">
                  <a:pos x="137978" y="133350"/>
                </a:cxn>
                <a:cxn ang="0">
                  <a:pos x="134769" y="120650"/>
                </a:cxn>
                <a:cxn ang="0">
                  <a:pos x="134769" y="120650"/>
                </a:cxn>
                <a:cxn ang="0">
                  <a:pos x="54549" y="63500"/>
                </a:cxn>
                <a:cxn ang="0">
                  <a:pos x="54549" y="63500"/>
                </a:cxn>
                <a:cxn ang="0">
                  <a:pos x="38505" y="57150"/>
                </a:cxn>
                <a:cxn ang="0">
                  <a:pos x="12835" y="82550"/>
                </a:cxn>
                <a:cxn ang="0">
                  <a:pos x="38505" y="107950"/>
                </a:cxn>
                <a:cxn ang="0">
                  <a:pos x="54549" y="98425"/>
                </a:cxn>
                <a:cxn ang="0">
                  <a:pos x="54549" y="98425"/>
                </a:cxn>
                <a:cxn ang="0">
                  <a:pos x="64176" y="82550"/>
                </a:cxn>
                <a:cxn ang="0">
                  <a:pos x="54549" y="63500"/>
                </a:cxn>
                <a:cxn ang="0">
                  <a:pos x="54549" y="63500"/>
                </a:cxn>
                <a:cxn ang="0">
                  <a:pos x="121934" y="12700"/>
                </a:cxn>
                <a:cxn ang="0">
                  <a:pos x="121934" y="12700"/>
                </a:cxn>
                <a:cxn ang="0">
                  <a:pos x="105890" y="28575"/>
                </a:cxn>
                <a:cxn ang="0">
                  <a:pos x="109099" y="38100"/>
                </a:cxn>
                <a:cxn ang="0">
                  <a:pos x="109099" y="38100"/>
                </a:cxn>
                <a:cxn ang="0">
                  <a:pos x="112308" y="41275"/>
                </a:cxn>
                <a:cxn ang="0">
                  <a:pos x="112308" y="41275"/>
                </a:cxn>
                <a:cxn ang="0">
                  <a:pos x="121934" y="44450"/>
                </a:cxn>
                <a:cxn ang="0">
                  <a:pos x="137978" y="28575"/>
                </a:cxn>
                <a:cxn ang="0">
                  <a:pos x="121934" y="12700"/>
                </a:cxn>
              </a:cxnLst>
              <a:rect l="0" t="0" r="0" b="0"/>
              <a:pathLst>
                <a:path w="47" h="51">
                  <a:moveTo>
                    <a:pt x="38" y="33"/>
                  </a:moveTo>
                  <a:cubicBezTo>
                    <a:pt x="41" y="33"/>
                    <a:pt x="43" y="34"/>
                    <a:pt x="44" y="36"/>
                  </a:cubicBezTo>
                  <a:cubicBezTo>
                    <a:pt x="44" y="36"/>
                    <a:pt x="44" y="36"/>
                    <a:pt x="44" y="36"/>
                  </a:cubicBezTo>
                  <a:cubicBezTo>
                    <a:pt x="46" y="37"/>
                    <a:pt x="47" y="40"/>
                    <a:pt x="47" y="42"/>
                  </a:cubicBezTo>
                  <a:cubicBezTo>
                    <a:pt x="47" y="47"/>
                    <a:pt x="43" y="51"/>
                    <a:pt x="38" y="51"/>
                  </a:cubicBezTo>
                  <a:cubicBezTo>
                    <a:pt x="33" y="51"/>
                    <a:pt x="29" y="47"/>
                    <a:pt x="29" y="42"/>
                  </a:cubicBezTo>
                  <a:cubicBezTo>
                    <a:pt x="29" y="41"/>
                    <a:pt x="30" y="40"/>
                    <a:pt x="30" y="39"/>
                  </a:cubicBezTo>
                  <a:cubicBezTo>
                    <a:pt x="21" y="34"/>
                    <a:pt x="21" y="34"/>
                    <a:pt x="21" y="34"/>
                  </a:cubicBezTo>
                  <a:cubicBezTo>
                    <a:pt x="21" y="34"/>
                    <a:pt x="20" y="34"/>
                    <a:pt x="20" y="34"/>
                  </a:cubicBezTo>
                  <a:cubicBezTo>
                    <a:pt x="20" y="34"/>
                    <a:pt x="20" y="34"/>
                    <a:pt x="20" y="34"/>
                  </a:cubicBezTo>
                  <a:cubicBezTo>
                    <a:pt x="18" y="36"/>
                    <a:pt x="15" y="37"/>
                    <a:pt x="12" y="37"/>
                  </a:cubicBezTo>
                  <a:cubicBezTo>
                    <a:pt x="5" y="37"/>
                    <a:pt x="0" y="32"/>
                    <a:pt x="0" y="26"/>
                  </a:cubicBezTo>
                  <a:cubicBezTo>
                    <a:pt x="0" y="19"/>
                    <a:pt x="5" y="14"/>
                    <a:pt x="12" y="14"/>
                  </a:cubicBezTo>
                  <a:cubicBezTo>
                    <a:pt x="15" y="14"/>
                    <a:pt x="18" y="15"/>
                    <a:pt x="20" y="17"/>
                  </a:cubicBezTo>
                  <a:cubicBezTo>
                    <a:pt x="20" y="17"/>
                    <a:pt x="20" y="17"/>
                    <a:pt x="20" y="17"/>
                  </a:cubicBezTo>
                  <a:cubicBezTo>
                    <a:pt x="20" y="17"/>
                    <a:pt x="20" y="17"/>
                    <a:pt x="20" y="17"/>
                  </a:cubicBezTo>
                  <a:cubicBezTo>
                    <a:pt x="20" y="17"/>
                    <a:pt x="21" y="17"/>
                    <a:pt x="21" y="18"/>
                  </a:cubicBezTo>
                  <a:cubicBezTo>
                    <a:pt x="30" y="12"/>
                    <a:pt x="30" y="12"/>
                    <a:pt x="30" y="12"/>
                  </a:cubicBezTo>
                  <a:cubicBezTo>
                    <a:pt x="30" y="11"/>
                    <a:pt x="29" y="10"/>
                    <a:pt x="29" y="9"/>
                  </a:cubicBezTo>
                  <a:cubicBezTo>
                    <a:pt x="29" y="4"/>
                    <a:pt x="33" y="0"/>
                    <a:pt x="38" y="0"/>
                  </a:cubicBezTo>
                  <a:cubicBezTo>
                    <a:pt x="43" y="0"/>
                    <a:pt x="47" y="4"/>
                    <a:pt x="47" y="9"/>
                  </a:cubicBezTo>
                  <a:cubicBezTo>
                    <a:pt x="47" y="14"/>
                    <a:pt x="43" y="18"/>
                    <a:pt x="38" y="18"/>
                  </a:cubicBezTo>
                  <a:cubicBezTo>
                    <a:pt x="36" y="18"/>
                    <a:pt x="34" y="17"/>
                    <a:pt x="32" y="15"/>
                  </a:cubicBezTo>
                  <a:cubicBezTo>
                    <a:pt x="32" y="15"/>
                    <a:pt x="32" y="15"/>
                    <a:pt x="32" y="15"/>
                  </a:cubicBezTo>
                  <a:cubicBezTo>
                    <a:pt x="23" y="21"/>
                    <a:pt x="23" y="21"/>
                    <a:pt x="23" y="21"/>
                  </a:cubicBezTo>
                  <a:cubicBezTo>
                    <a:pt x="23" y="22"/>
                    <a:pt x="24" y="24"/>
                    <a:pt x="24" y="26"/>
                  </a:cubicBezTo>
                  <a:cubicBezTo>
                    <a:pt x="24" y="27"/>
                    <a:pt x="23" y="29"/>
                    <a:pt x="23" y="30"/>
                  </a:cubicBezTo>
                  <a:cubicBezTo>
                    <a:pt x="32" y="36"/>
                    <a:pt x="32" y="36"/>
                    <a:pt x="32" y="36"/>
                  </a:cubicBezTo>
                  <a:cubicBezTo>
                    <a:pt x="32" y="36"/>
                    <a:pt x="32" y="36"/>
                    <a:pt x="32" y="36"/>
                  </a:cubicBezTo>
                  <a:cubicBezTo>
                    <a:pt x="32" y="36"/>
                    <a:pt x="32" y="36"/>
                    <a:pt x="32" y="36"/>
                  </a:cubicBezTo>
                  <a:cubicBezTo>
                    <a:pt x="32" y="36"/>
                    <a:pt x="32" y="36"/>
                    <a:pt x="32" y="36"/>
                  </a:cubicBezTo>
                  <a:cubicBezTo>
                    <a:pt x="34" y="34"/>
                    <a:pt x="36" y="33"/>
                    <a:pt x="38" y="33"/>
                  </a:cubicBezTo>
                  <a:close/>
                  <a:moveTo>
                    <a:pt x="42" y="38"/>
                  </a:moveTo>
                  <a:cubicBezTo>
                    <a:pt x="42" y="38"/>
                    <a:pt x="42" y="38"/>
                    <a:pt x="42" y="38"/>
                  </a:cubicBezTo>
                  <a:cubicBezTo>
                    <a:pt x="41" y="38"/>
                    <a:pt x="40" y="37"/>
                    <a:pt x="38" y="37"/>
                  </a:cubicBezTo>
                  <a:cubicBezTo>
                    <a:pt x="37" y="37"/>
                    <a:pt x="36" y="38"/>
                    <a:pt x="35" y="38"/>
                  </a:cubicBezTo>
                  <a:cubicBezTo>
                    <a:pt x="35" y="38"/>
                    <a:pt x="35" y="38"/>
                    <a:pt x="35" y="38"/>
                  </a:cubicBezTo>
                  <a:cubicBezTo>
                    <a:pt x="34" y="39"/>
                    <a:pt x="33" y="41"/>
                    <a:pt x="33" y="42"/>
                  </a:cubicBezTo>
                  <a:cubicBezTo>
                    <a:pt x="33" y="45"/>
                    <a:pt x="36" y="47"/>
                    <a:pt x="38" y="47"/>
                  </a:cubicBezTo>
                  <a:cubicBezTo>
                    <a:pt x="41" y="47"/>
                    <a:pt x="43" y="45"/>
                    <a:pt x="43" y="42"/>
                  </a:cubicBezTo>
                  <a:cubicBezTo>
                    <a:pt x="43" y="41"/>
                    <a:pt x="43" y="39"/>
                    <a:pt x="42" y="38"/>
                  </a:cubicBezTo>
                  <a:cubicBezTo>
                    <a:pt x="42" y="38"/>
                    <a:pt x="42" y="38"/>
                    <a:pt x="42" y="38"/>
                  </a:cubicBezTo>
                  <a:close/>
                  <a:moveTo>
                    <a:pt x="17" y="20"/>
                  </a:moveTo>
                  <a:cubicBezTo>
                    <a:pt x="17" y="20"/>
                    <a:pt x="17" y="20"/>
                    <a:pt x="17" y="20"/>
                  </a:cubicBezTo>
                  <a:cubicBezTo>
                    <a:pt x="16" y="18"/>
                    <a:pt x="14" y="18"/>
                    <a:pt x="12" y="18"/>
                  </a:cubicBezTo>
                  <a:cubicBezTo>
                    <a:pt x="7" y="18"/>
                    <a:pt x="4" y="21"/>
                    <a:pt x="4" y="26"/>
                  </a:cubicBezTo>
                  <a:cubicBezTo>
                    <a:pt x="4" y="30"/>
                    <a:pt x="7" y="34"/>
                    <a:pt x="12" y="34"/>
                  </a:cubicBezTo>
                  <a:cubicBezTo>
                    <a:pt x="14" y="34"/>
                    <a:pt x="16" y="33"/>
                    <a:pt x="17" y="31"/>
                  </a:cubicBezTo>
                  <a:cubicBezTo>
                    <a:pt x="17" y="31"/>
                    <a:pt x="17" y="31"/>
                    <a:pt x="17" y="31"/>
                  </a:cubicBezTo>
                  <a:cubicBezTo>
                    <a:pt x="19" y="30"/>
                    <a:pt x="20" y="28"/>
                    <a:pt x="20" y="26"/>
                  </a:cubicBezTo>
                  <a:cubicBezTo>
                    <a:pt x="20" y="23"/>
                    <a:pt x="19" y="21"/>
                    <a:pt x="17" y="20"/>
                  </a:cubicBezTo>
                  <a:cubicBezTo>
                    <a:pt x="17" y="20"/>
                    <a:pt x="17" y="20"/>
                    <a:pt x="17" y="20"/>
                  </a:cubicBezTo>
                  <a:close/>
                  <a:moveTo>
                    <a:pt x="38" y="4"/>
                  </a:moveTo>
                  <a:cubicBezTo>
                    <a:pt x="38" y="4"/>
                    <a:pt x="38" y="4"/>
                    <a:pt x="38" y="4"/>
                  </a:cubicBezTo>
                  <a:cubicBezTo>
                    <a:pt x="36" y="4"/>
                    <a:pt x="33" y="7"/>
                    <a:pt x="33" y="9"/>
                  </a:cubicBezTo>
                  <a:cubicBezTo>
                    <a:pt x="33" y="10"/>
                    <a:pt x="34" y="11"/>
                    <a:pt x="34" y="12"/>
                  </a:cubicBezTo>
                  <a:cubicBezTo>
                    <a:pt x="34" y="12"/>
                    <a:pt x="34" y="12"/>
                    <a:pt x="34" y="12"/>
                  </a:cubicBezTo>
                  <a:cubicBezTo>
                    <a:pt x="34" y="12"/>
                    <a:pt x="34" y="12"/>
                    <a:pt x="35" y="13"/>
                  </a:cubicBezTo>
                  <a:cubicBezTo>
                    <a:pt x="35" y="13"/>
                    <a:pt x="35" y="13"/>
                    <a:pt x="35" y="13"/>
                  </a:cubicBezTo>
                  <a:cubicBezTo>
                    <a:pt x="36" y="14"/>
                    <a:pt x="37" y="14"/>
                    <a:pt x="38" y="14"/>
                  </a:cubicBezTo>
                  <a:cubicBezTo>
                    <a:pt x="41" y="14"/>
                    <a:pt x="43" y="12"/>
                    <a:pt x="43" y="9"/>
                  </a:cubicBezTo>
                  <a:cubicBezTo>
                    <a:pt x="43" y="7"/>
                    <a:pt x="41" y="4"/>
                    <a:pt x="38" y="4"/>
                  </a:cubicBezTo>
                  <a:close/>
                </a:path>
              </a:pathLst>
            </a:custGeom>
            <a:solidFill>
              <a:schemeClr val="bg1"/>
            </a:solidFill>
            <a:ln>
              <a:noFill/>
            </a:ln>
            <a:effectLst/>
          </p:spPr>
          <p:txBody>
            <a:bodyPr wrap="square" lIns="19050" tIns="19050" rIns="19050" bIns="19050" anchor="ctr">
              <a:noAutofit/>
            </a:bodyPr>
            <a:lstStyle/>
            <a:p>
              <a:pPr lvl="0" algn="ctr" defTabSz="228600" fontAlgn="base" hangingPunct="0">
                <a:buClrTx/>
                <a:buSzTx/>
                <a:buFontTx/>
                <a:defRPr/>
              </a:pPr>
              <a:endParaRPr lang="en-US" sz="1600" noProof="0">
                <a:ln>
                  <a:noFill/>
                </a:ln>
                <a:solidFill>
                  <a:schemeClr val="tx1">
                    <a:lumMod val="85000"/>
                    <a:lumOff val="15000"/>
                  </a:schemeClr>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p15="http://schemas.microsoft.com/office/powerpoint/2012/main" xmlns:a16="http://schemas.microsoft.com/office/drawing/2014/main" xmlns="">
      <p:transition spd="slow" advClick="0" advTm="3000">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5" name="组合 104">
            <a:extLst>
              <a:ext uri="{FF2B5EF4-FFF2-40B4-BE49-F238E27FC236}">
                <a16:creationId xmlns:a16="http://schemas.microsoft.com/office/drawing/2014/main" id="{8CD05959-0484-4C1F-9BDB-129F61142542}"/>
              </a:ext>
            </a:extLst>
          </p:cNvPr>
          <p:cNvGrpSpPr/>
          <p:nvPr/>
        </p:nvGrpSpPr>
        <p:grpSpPr>
          <a:xfrm>
            <a:off x="1622707" y="363109"/>
            <a:ext cx="3570339" cy="646331"/>
            <a:chOff x="1622706" y="363107"/>
            <a:chExt cx="3570339" cy="646331"/>
          </a:xfrm>
        </p:grpSpPr>
        <p:sp>
          <p:nvSpPr>
            <p:cNvPr id="106" name="文本框 105">
              <a:extLst>
                <a:ext uri="{FF2B5EF4-FFF2-40B4-BE49-F238E27FC236}">
                  <a16:creationId xmlns:a16="http://schemas.microsoft.com/office/drawing/2014/main" id="{8DB175C2-F99A-4804-8A89-3F51EF05FB66}"/>
                </a:ext>
              </a:extLst>
            </p:cNvPr>
            <p:cNvSpPr txBox="1"/>
            <p:nvPr userDrawn="1"/>
          </p:nvSpPr>
          <p:spPr>
            <a:xfrm>
              <a:off x="1622706" y="363107"/>
              <a:ext cx="357033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明年工作计划</a:t>
              </a:r>
            </a:p>
          </p:txBody>
        </p:sp>
        <p:sp>
          <p:nvSpPr>
            <p:cNvPr id="107" name="文本框 106">
              <a:extLst>
                <a:ext uri="{FF2B5EF4-FFF2-40B4-BE49-F238E27FC236}">
                  <a16:creationId xmlns:a16="http://schemas.microsoft.com/office/drawing/2014/main" id="{96E1E389-F1A8-4A8E-9932-DA677C314CED}"/>
                </a:ext>
              </a:extLst>
            </p:cNvPr>
            <p:cNvSpPr txBox="1"/>
            <p:nvPr userDrawn="1"/>
          </p:nvSpPr>
          <p:spPr>
            <a:xfrm>
              <a:off x="1622706" y="732439"/>
              <a:ext cx="3570339" cy="276999"/>
            </a:xfrm>
            <a:prstGeom prst="rect">
              <a:avLst/>
            </a:prstGeom>
            <a:noFill/>
          </p:spPr>
          <p:txBody>
            <a:bodyPr wrap="square" rtlCol="0">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Use "Title Only" Layout</a:t>
              </a:r>
              <a:endParaRPr kumimoji="0" lang="zh-CN" altLang="en-US" sz="1200" b="0" i="0" u="none" strike="noStrike" kern="1200" cap="none" spc="0" normalizeH="0" baseline="0" noProof="0">
                <a:ln>
                  <a:noFill/>
                </a:ln>
                <a:solidFill>
                  <a:srgbClr val="000000"/>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grpSp>
        <p:nvGrpSpPr>
          <p:cNvPr id="95" name="组合 94">
            <a:extLst>
              <a:ext uri="{FF2B5EF4-FFF2-40B4-BE49-F238E27FC236}">
                <a16:creationId xmlns:a16="http://schemas.microsoft.com/office/drawing/2014/main" id="{EBCAB2C9-0838-4B92-826F-A6B4810D13E9}"/>
              </a:ext>
            </a:extLst>
          </p:cNvPr>
          <p:cNvGrpSpPr/>
          <p:nvPr/>
        </p:nvGrpSpPr>
        <p:grpSpPr>
          <a:xfrm>
            <a:off x="1577975" y="1929765"/>
            <a:ext cx="9088120" cy="3961130"/>
            <a:chOff x="2485" y="2979"/>
            <a:chExt cx="14312" cy="6238"/>
          </a:xfrm>
        </p:grpSpPr>
        <p:sp>
          <p:nvSpPr>
            <p:cNvPr id="96" name="Rectangle 60">
              <a:extLst>
                <a:ext uri="{FF2B5EF4-FFF2-40B4-BE49-F238E27FC236}">
                  <a16:creationId xmlns:a16="http://schemas.microsoft.com/office/drawing/2014/main" id="{49D1F72E-AEA5-4AB9-BFFE-2011AAD79BFE}"/>
                </a:ext>
              </a:extLst>
            </p:cNvPr>
            <p:cNvSpPr/>
            <p:nvPr/>
          </p:nvSpPr>
          <p:spPr>
            <a:xfrm>
              <a:off x="14121" y="3777"/>
              <a:ext cx="2676" cy="485"/>
            </a:xfrm>
            <a:prstGeom prst="rect">
              <a:avLst/>
            </a:prstGeom>
          </p:spPr>
          <p:txBody>
            <a:bodyPr wrap="square" lIns="0" tIns="0" rIns="0" bIns="0">
              <a:spAutoFit/>
            </a:bodyPr>
            <a:lstStyle/>
            <a:p>
              <a:pPr algn="l"/>
              <a:r>
                <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97" name="TextBox 59">
              <a:extLst>
                <a:ext uri="{FF2B5EF4-FFF2-40B4-BE49-F238E27FC236}">
                  <a16:creationId xmlns:a16="http://schemas.microsoft.com/office/drawing/2014/main" id="{F74D38F7-21FC-421F-B278-F7E4BF9A40A3}"/>
                </a:ext>
              </a:extLst>
            </p:cNvPr>
            <p:cNvSpPr txBox="1"/>
            <p:nvPr/>
          </p:nvSpPr>
          <p:spPr>
            <a:xfrm>
              <a:off x="14121" y="4288"/>
              <a:ext cx="2477" cy="1527"/>
            </a:xfrm>
            <a:prstGeom prst="rect">
              <a:avLst/>
            </a:prstGeom>
            <a:noFill/>
          </p:spPr>
          <p:txBody>
            <a:bodyPr wrap="square" lIns="0" tIns="0" rIns="0" bIns="0" rtlCol="0">
              <a:spAutoFit/>
            </a:bodyPr>
            <a:lstStyle/>
            <a:p>
              <a:pPr algn="l" defTabSz="1219200">
                <a:lnSpc>
                  <a:spcPct val="150000"/>
                </a:lnSpc>
                <a:spcBef>
                  <a:spcPts val="20"/>
                </a:spcBef>
                <a:spcAft>
                  <a:spcPct val="0"/>
                </a:spcAft>
                <a:defRPr/>
              </a:pPr>
              <a:r>
                <a:rPr 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a:t>
              </a:r>
              <a:endParaRPr lang="zh-CN" alt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98" name="Rectangle 60">
              <a:extLst>
                <a:ext uri="{FF2B5EF4-FFF2-40B4-BE49-F238E27FC236}">
                  <a16:creationId xmlns:a16="http://schemas.microsoft.com/office/drawing/2014/main" id="{ED63B47C-5B7B-44B5-AC34-AB2095EA478A}"/>
                </a:ext>
              </a:extLst>
            </p:cNvPr>
            <p:cNvSpPr/>
            <p:nvPr/>
          </p:nvSpPr>
          <p:spPr>
            <a:xfrm>
              <a:off x="14121" y="6995"/>
              <a:ext cx="2676" cy="485"/>
            </a:xfrm>
            <a:prstGeom prst="rect">
              <a:avLst/>
            </a:prstGeom>
          </p:spPr>
          <p:txBody>
            <a:bodyPr wrap="square" lIns="0" tIns="0" rIns="0" bIns="0">
              <a:spAutoFit/>
            </a:bodyPr>
            <a:lstStyle/>
            <a:p>
              <a:pPr algn="l"/>
              <a:r>
                <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99" name="TextBox 59">
              <a:extLst>
                <a:ext uri="{FF2B5EF4-FFF2-40B4-BE49-F238E27FC236}">
                  <a16:creationId xmlns:a16="http://schemas.microsoft.com/office/drawing/2014/main" id="{30E91C30-C368-48F4-B323-2D6D782A58AE}"/>
                </a:ext>
              </a:extLst>
            </p:cNvPr>
            <p:cNvSpPr txBox="1"/>
            <p:nvPr/>
          </p:nvSpPr>
          <p:spPr>
            <a:xfrm>
              <a:off x="14121" y="7506"/>
              <a:ext cx="2477" cy="1527"/>
            </a:xfrm>
            <a:prstGeom prst="rect">
              <a:avLst/>
            </a:prstGeom>
            <a:noFill/>
          </p:spPr>
          <p:txBody>
            <a:bodyPr wrap="square" lIns="0" tIns="0" rIns="0" bIns="0" rtlCol="0">
              <a:spAutoFit/>
            </a:bodyPr>
            <a:lstStyle/>
            <a:p>
              <a:pPr algn="l" defTabSz="1219200">
                <a:lnSpc>
                  <a:spcPct val="150000"/>
                </a:lnSpc>
                <a:spcBef>
                  <a:spcPts val="20"/>
                </a:spcBef>
                <a:spcAft>
                  <a:spcPct val="0"/>
                </a:spcAft>
                <a:defRPr/>
              </a:pPr>
              <a:r>
                <a:rPr 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a:t>
              </a:r>
              <a:endParaRPr lang="zh-CN" alt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100" name="Rectangle 60">
              <a:extLst>
                <a:ext uri="{FF2B5EF4-FFF2-40B4-BE49-F238E27FC236}">
                  <a16:creationId xmlns:a16="http://schemas.microsoft.com/office/drawing/2014/main" id="{27FA4094-500A-4426-811F-21927D01B524}"/>
                </a:ext>
              </a:extLst>
            </p:cNvPr>
            <p:cNvSpPr/>
            <p:nvPr/>
          </p:nvSpPr>
          <p:spPr>
            <a:xfrm>
              <a:off x="2485" y="3777"/>
              <a:ext cx="2676" cy="485"/>
            </a:xfrm>
            <a:prstGeom prst="rect">
              <a:avLst/>
            </a:prstGeom>
          </p:spPr>
          <p:txBody>
            <a:bodyPr wrap="square" lIns="0" tIns="0" rIns="0" bIns="0">
              <a:spAutoFit/>
            </a:bodyPr>
            <a:lstStyle/>
            <a:p>
              <a:pPr algn="l"/>
              <a:r>
                <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101" name="TextBox 59">
              <a:extLst>
                <a:ext uri="{FF2B5EF4-FFF2-40B4-BE49-F238E27FC236}">
                  <a16:creationId xmlns:a16="http://schemas.microsoft.com/office/drawing/2014/main" id="{5BFB0475-FC5F-414A-8954-97C7EC4059AE}"/>
                </a:ext>
              </a:extLst>
            </p:cNvPr>
            <p:cNvSpPr txBox="1"/>
            <p:nvPr/>
          </p:nvSpPr>
          <p:spPr>
            <a:xfrm>
              <a:off x="2485" y="4288"/>
              <a:ext cx="2477" cy="1527"/>
            </a:xfrm>
            <a:prstGeom prst="rect">
              <a:avLst/>
            </a:prstGeom>
            <a:noFill/>
          </p:spPr>
          <p:txBody>
            <a:bodyPr wrap="square" lIns="0" tIns="0" rIns="0" bIns="0" rtlCol="0">
              <a:spAutoFit/>
            </a:bodyPr>
            <a:lstStyle/>
            <a:p>
              <a:pPr algn="l" defTabSz="1219200">
                <a:lnSpc>
                  <a:spcPct val="150000"/>
                </a:lnSpc>
                <a:spcBef>
                  <a:spcPts val="20"/>
                </a:spcBef>
                <a:spcAft>
                  <a:spcPct val="0"/>
                </a:spcAft>
                <a:defRPr/>
              </a:pPr>
              <a:r>
                <a:rPr 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a:t>
              </a:r>
              <a:endParaRPr lang="zh-CN" alt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sp>
          <p:nvSpPr>
            <p:cNvPr id="102" name="Rectangle 60">
              <a:extLst>
                <a:ext uri="{FF2B5EF4-FFF2-40B4-BE49-F238E27FC236}">
                  <a16:creationId xmlns:a16="http://schemas.microsoft.com/office/drawing/2014/main" id="{EB2FE113-A260-4791-BBFD-B1EE94B9FD31}"/>
                </a:ext>
              </a:extLst>
            </p:cNvPr>
            <p:cNvSpPr/>
            <p:nvPr/>
          </p:nvSpPr>
          <p:spPr>
            <a:xfrm>
              <a:off x="2485" y="6995"/>
              <a:ext cx="2676" cy="485"/>
            </a:xfrm>
            <a:prstGeom prst="rect">
              <a:avLst/>
            </a:prstGeom>
          </p:spPr>
          <p:txBody>
            <a:bodyPr wrap="square" lIns="0" tIns="0" rIns="0" bIns="0">
              <a:spAutoFit/>
            </a:bodyPr>
            <a:lstStyle/>
            <a:p>
              <a:pPr algn="l"/>
              <a:r>
                <a:rPr lang="zh-CN" altLang="en-US" sz="2000">
                  <a:solidFill>
                    <a:schemeClr val="tx1">
                      <a:lumMod val="85000"/>
                      <a:lumOff val="15000"/>
                    </a:schemeClr>
                  </a:solidFill>
                  <a:latin typeface="思源黑体 Light" panose="020B0300000000000000" pitchFamily="34" charset="-122"/>
                  <a:ea typeface="思源黑体 Light" panose="020B0300000000000000" pitchFamily="34" charset="-122"/>
                  <a:cs typeface="微软雅黑" panose="020B0503020204020204" charset="-122"/>
                  <a:sym typeface="思源黑体 Light" panose="020B0300000000000000" pitchFamily="34" charset="-122"/>
                </a:rPr>
                <a:t>输入标题文本</a:t>
              </a:r>
            </a:p>
          </p:txBody>
        </p:sp>
        <p:sp>
          <p:nvSpPr>
            <p:cNvPr id="103" name="TextBox 59">
              <a:extLst>
                <a:ext uri="{FF2B5EF4-FFF2-40B4-BE49-F238E27FC236}">
                  <a16:creationId xmlns:a16="http://schemas.microsoft.com/office/drawing/2014/main" id="{6F7E00B9-BEA9-48E7-84ED-B19767C0C4C8}"/>
                </a:ext>
              </a:extLst>
            </p:cNvPr>
            <p:cNvSpPr txBox="1"/>
            <p:nvPr/>
          </p:nvSpPr>
          <p:spPr>
            <a:xfrm>
              <a:off x="2485" y="7506"/>
              <a:ext cx="2477" cy="1527"/>
            </a:xfrm>
            <a:prstGeom prst="rect">
              <a:avLst/>
            </a:prstGeom>
            <a:noFill/>
          </p:spPr>
          <p:txBody>
            <a:bodyPr wrap="square" lIns="0" tIns="0" rIns="0" bIns="0" rtlCol="0">
              <a:spAutoFit/>
            </a:bodyPr>
            <a:lstStyle/>
            <a:p>
              <a:pPr algn="l" defTabSz="1219200">
                <a:lnSpc>
                  <a:spcPct val="150000"/>
                </a:lnSpc>
                <a:spcBef>
                  <a:spcPts val="20"/>
                </a:spcBef>
                <a:spcAft>
                  <a:spcPct val="0"/>
                </a:spcAft>
                <a:defRPr/>
              </a:pPr>
              <a:r>
                <a:rPr 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rPr>
                <a:t>请输入您的内容，文字可修改， 大X可调节。请输入您的内容，文字可修改，大X可调节。</a:t>
              </a:r>
              <a:endParaRPr lang="zh-CN" altLang="zh-CN" sz="1050">
                <a:solidFill>
                  <a:schemeClr val="tx1">
                    <a:lumMod val="85000"/>
                    <a:lumOff val="15000"/>
                  </a:schemeClr>
                </a:solidFill>
                <a:latin typeface="思源黑体 Light" panose="020B0300000000000000" pitchFamily="34" charset="-122"/>
                <a:ea typeface="思源黑体 Light" panose="020B0300000000000000" pitchFamily="34" charset="-122"/>
                <a:cs typeface="思源黑体 CN Light" panose="020B0300000000000000" charset="-122"/>
                <a:sym typeface="思源黑体 Light" panose="020B0300000000000000" pitchFamily="34" charset="-122"/>
              </a:endParaRPr>
            </a:p>
          </p:txBody>
        </p:sp>
        <p:grpSp>
          <p:nvGrpSpPr>
            <p:cNvPr id="104" name="组合 103">
              <a:extLst>
                <a:ext uri="{FF2B5EF4-FFF2-40B4-BE49-F238E27FC236}">
                  <a16:creationId xmlns:a16="http://schemas.microsoft.com/office/drawing/2014/main" id="{DB212FBE-C2A1-4ACD-B415-AEB6CD4D0750}"/>
                </a:ext>
              </a:extLst>
            </p:cNvPr>
            <p:cNvGrpSpPr/>
            <p:nvPr/>
          </p:nvGrpSpPr>
          <p:grpSpPr>
            <a:xfrm>
              <a:off x="6481" y="2979"/>
              <a:ext cx="6238" cy="6238"/>
              <a:chOff x="6481" y="2859"/>
              <a:chExt cx="6238" cy="6238"/>
            </a:xfrm>
          </p:grpSpPr>
          <p:grpSp>
            <p:nvGrpSpPr>
              <p:cNvPr id="108" name="组合 107">
                <a:extLst>
                  <a:ext uri="{FF2B5EF4-FFF2-40B4-BE49-F238E27FC236}">
                    <a16:creationId xmlns:a16="http://schemas.microsoft.com/office/drawing/2014/main" id="{13EE83A4-CA08-4040-90F2-277D161D913A}"/>
                  </a:ext>
                </a:extLst>
              </p:cNvPr>
              <p:cNvGrpSpPr/>
              <p:nvPr/>
            </p:nvGrpSpPr>
            <p:grpSpPr>
              <a:xfrm>
                <a:off x="7010" y="3379"/>
                <a:ext cx="5180" cy="5201"/>
                <a:chOff x="6652" y="3379"/>
                <a:chExt cx="5180" cy="5201"/>
              </a:xfrm>
            </p:grpSpPr>
            <p:sp>
              <p:nvSpPr>
                <p:cNvPr id="116" name="任意多边形 3">
                  <a:extLst>
                    <a:ext uri="{FF2B5EF4-FFF2-40B4-BE49-F238E27FC236}">
                      <a16:creationId xmlns:a16="http://schemas.microsoft.com/office/drawing/2014/main" id="{B37A3A0B-9AD2-44DE-B50B-499EE4588BFA}"/>
                    </a:ext>
                  </a:extLst>
                </p:cNvPr>
                <p:cNvSpPr/>
                <p:nvPr/>
              </p:nvSpPr>
              <p:spPr>
                <a:xfrm>
                  <a:off x="6652" y="3379"/>
                  <a:ext cx="2541" cy="2545"/>
                </a:xfrm>
                <a:custGeom>
                  <a:avLst/>
                  <a:gdLst/>
                  <a:ahLst/>
                  <a:cxnLst>
                    <a:cxn ang="3">
                      <a:pos x="hc" y="t"/>
                    </a:cxn>
                    <a:cxn ang="cd2">
                      <a:pos x="l" y="vc"/>
                    </a:cxn>
                    <a:cxn ang="cd4">
                      <a:pos x="hc" y="b"/>
                    </a:cxn>
                    <a:cxn ang="0">
                      <a:pos x="r" y="vc"/>
                    </a:cxn>
                  </a:cxnLst>
                  <a:rect l="l" t="t" r="r" b="b"/>
                  <a:pathLst>
                    <a:path w="2541" h="2545">
                      <a:moveTo>
                        <a:pt x="2541" y="0"/>
                      </a:moveTo>
                      <a:lnTo>
                        <a:pt x="2541" y="730"/>
                      </a:lnTo>
                      <a:lnTo>
                        <a:pt x="2498" y="731"/>
                      </a:lnTo>
                      <a:cubicBezTo>
                        <a:pt x="1517" y="755"/>
                        <a:pt x="730" y="1558"/>
                        <a:pt x="730" y="2545"/>
                      </a:cubicBezTo>
                      <a:lnTo>
                        <a:pt x="0" y="2545"/>
                      </a:lnTo>
                      <a:cubicBezTo>
                        <a:pt x="0" y="1150"/>
                        <a:pt x="1122" y="18"/>
                        <a:pt x="2512" y="0"/>
                      </a:cubicBezTo>
                      <a:lnTo>
                        <a:pt x="2541" y="0"/>
                      </a:lnTo>
                      <a:close/>
                    </a:path>
                  </a:pathLst>
                </a:custGeom>
                <a:solidFill>
                  <a:srgbClr val="28B5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17" name="任意多边形 7">
                  <a:extLst>
                    <a:ext uri="{FF2B5EF4-FFF2-40B4-BE49-F238E27FC236}">
                      <a16:creationId xmlns:a16="http://schemas.microsoft.com/office/drawing/2014/main" id="{F543A83A-8F0B-4B28-BCE8-2F9950AE512A}"/>
                    </a:ext>
                  </a:extLst>
                </p:cNvPr>
                <p:cNvSpPr/>
                <p:nvPr/>
              </p:nvSpPr>
              <p:spPr>
                <a:xfrm flipH="1">
                  <a:off x="9292" y="3380"/>
                  <a:ext cx="2541" cy="2545"/>
                </a:xfrm>
                <a:custGeom>
                  <a:avLst/>
                  <a:gdLst/>
                  <a:ahLst/>
                  <a:cxnLst>
                    <a:cxn ang="3">
                      <a:pos x="hc" y="t"/>
                    </a:cxn>
                    <a:cxn ang="cd2">
                      <a:pos x="l" y="vc"/>
                    </a:cxn>
                    <a:cxn ang="cd4">
                      <a:pos x="hc" y="b"/>
                    </a:cxn>
                    <a:cxn ang="0">
                      <a:pos x="r" y="vc"/>
                    </a:cxn>
                  </a:cxnLst>
                  <a:rect l="l" t="t" r="r" b="b"/>
                  <a:pathLst>
                    <a:path w="2541" h="2545">
                      <a:moveTo>
                        <a:pt x="2541" y="0"/>
                      </a:moveTo>
                      <a:lnTo>
                        <a:pt x="2541" y="730"/>
                      </a:lnTo>
                      <a:lnTo>
                        <a:pt x="2498" y="731"/>
                      </a:lnTo>
                      <a:cubicBezTo>
                        <a:pt x="1517" y="755"/>
                        <a:pt x="730" y="1558"/>
                        <a:pt x="730" y="2545"/>
                      </a:cubicBezTo>
                      <a:lnTo>
                        <a:pt x="0" y="2545"/>
                      </a:lnTo>
                      <a:cubicBezTo>
                        <a:pt x="0" y="1150"/>
                        <a:pt x="1122" y="18"/>
                        <a:pt x="2512" y="0"/>
                      </a:cubicBezTo>
                      <a:lnTo>
                        <a:pt x="2541" y="0"/>
                      </a:lnTo>
                      <a:close/>
                    </a:path>
                  </a:pathLst>
                </a:custGeom>
                <a:solidFill>
                  <a:srgbClr val="50D89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18" name="任意多边形 8">
                  <a:extLst>
                    <a:ext uri="{FF2B5EF4-FFF2-40B4-BE49-F238E27FC236}">
                      <a16:creationId xmlns:a16="http://schemas.microsoft.com/office/drawing/2014/main" id="{22D9A809-02DE-407E-A180-8D320A8E3C14}"/>
                    </a:ext>
                  </a:extLst>
                </p:cNvPr>
                <p:cNvSpPr/>
                <p:nvPr/>
              </p:nvSpPr>
              <p:spPr>
                <a:xfrm flipV="1">
                  <a:off x="6652" y="6035"/>
                  <a:ext cx="2541" cy="2545"/>
                </a:xfrm>
                <a:custGeom>
                  <a:avLst/>
                  <a:gdLst/>
                  <a:ahLst/>
                  <a:cxnLst>
                    <a:cxn ang="3">
                      <a:pos x="hc" y="t"/>
                    </a:cxn>
                    <a:cxn ang="cd2">
                      <a:pos x="l" y="vc"/>
                    </a:cxn>
                    <a:cxn ang="cd4">
                      <a:pos x="hc" y="b"/>
                    </a:cxn>
                    <a:cxn ang="0">
                      <a:pos x="r" y="vc"/>
                    </a:cxn>
                  </a:cxnLst>
                  <a:rect l="l" t="t" r="r" b="b"/>
                  <a:pathLst>
                    <a:path w="2541" h="2545">
                      <a:moveTo>
                        <a:pt x="2541" y="0"/>
                      </a:moveTo>
                      <a:lnTo>
                        <a:pt x="2541" y="730"/>
                      </a:lnTo>
                      <a:lnTo>
                        <a:pt x="2498" y="731"/>
                      </a:lnTo>
                      <a:cubicBezTo>
                        <a:pt x="1517" y="755"/>
                        <a:pt x="730" y="1558"/>
                        <a:pt x="730" y="2545"/>
                      </a:cubicBezTo>
                      <a:lnTo>
                        <a:pt x="0" y="2545"/>
                      </a:lnTo>
                      <a:cubicBezTo>
                        <a:pt x="0" y="1150"/>
                        <a:pt x="1122" y="18"/>
                        <a:pt x="2512" y="0"/>
                      </a:cubicBezTo>
                      <a:lnTo>
                        <a:pt x="2541" y="0"/>
                      </a:lnTo>
                      <a:close/>
                    </a:path>
                  </a:pathLst>
                </a:custGeom>
                <a:solidFill>
                  <a:srgbClr val="50D89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19" name="任意多边形 9">
                  <a:extLst>
                    <a:ext uri="{FF2B5EF4-FFF2-40B4-BE49-F238E27FC236}">
                      <a16:creationId xmlns:a16="http://schemas.microsoft.com/office/drawing/2014/main" id="{FC18AD36-FC1D-4A65-88B1-34C379651C8C}"/>
                    </a:ext>
                  </a:extLst>
                </p:cNvPr>
                <p:cNvSpPr/>
                <p:nvPr/>
              </p:nvSpPr>
              <p:spPr>
                <a:xfrm flipH="1" flipV="1">
                  <a:off x="9292" y="6036"/>
                  <a:ext cx="2541" cy="2545"/>
                </a:xfrm>
                <a:custGeom>
                  <a:avLst/>
                  <a:gdLst/>
                  <a:ahLst/>
                  <a:cxnLst>
                    <a:cxn ang="3">
                      <a:pos x="hc" y="t"/>
                    </a:cxn>
                    <a:cxn ang="cd2">
                      <a:pos x="l" y="vc"/>
                    </a:cxn>
                    <a:cxn ang="cd4">
                      <a:pos x="hc" y="b"/>
                    </a:cxn>
                    <a:cxn ang="0">
                      <a:pos x="r" y="vc"/>
                    </a:cxn>
                  </a:cxnLst>
                  <a:rect l="l" t="t" r="r" b="b"/>
                  <a:pathLst>
                    <a:path w="2541" h="2545">
                      <a:moveTo>
                        <a:pt x="2541" y="0"/>
                      </a:moveTo>
                      <a:lnTo>
                        <a:pt x="2541" y="730"/>
                      </a:lnTo>
                      <a:lnTo>
                        <a:pt x="2498" y="731"/>
                      </a:lnTo>
                      <a:cubicBezTo>
                        <a:pt x="1517" y="755"/>
                        <a:pt x="730" y="1558"/>
                        <a:pt x="730" y="2545"/>
                      </a:cubicBezTo>
                      <a:lnTo>
                        <a:pt x="0" y="2545"/>
                      </a:lnTo>
                      <a:cubicBezTo>
                        <a:pt x="0" y="1150"/>
                        <a:pt x="1122" y="18"/>
                        <a:pt x="2512" y="0"/>
                      </a:cubicBezTo>
                      <a:lnTo>
                        <a:pt x="2541" y="0"/>
                      </a:lnTo>
                      <a:close/>
                    </a:path>
                  </a:pathLst>
                </a:custGeom>
                <a:solidFill>
                  <a:srgbClr val="28B5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tx1">
                        <a:lumMod val="85000"/>
                        <a:lumOff val="15000"/>
                      </a:schemeClr>
                    </a:solidFill>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sp>
            <p:nvSpPr>
              <p:cNvPr id="109" name="Freeform 387">
                <a:extLst>
                  <a:ext uri="{FF2B5EF4-FFF2-40B4-BE49-F238E27FC236}">
                    <a16:creationId xmlns:a16="http://schemas.microsoft.com/office/drawing/2014/main" id="{E1558B29-54F4-4BBC-8BB2-305FF5AE3EE8}"/>
                  </a:ext>
                </a:extLst>
              </p:cNvPr>
              <p:cNvSpPr>
                <a:spLocks noEditPoints="1"/>
              </p:cNvSpPr>
              <p:nvPr/>
            </p:nvSpPr>
            <p:spPr bwMode="auto">
              <a:xfrm>
                <a:off x="10111" y="4737"/>
                <a:ext cx="583" cy="685"/>
              </a:xfrm>
              <a:custGeom>
                <a:avLst/>
                <a:gdLst/>
                <a:ahLst/>
                <a:cxnLst>
                  <a:cxn ang="0">
                    <a:pos x="88900" y="107950"/>
                  </a:cxn>
                  <a:cxn ang="0">
                    <a:pos x="44450" y="107950"/>
                  </a:cxn>
                  <a:cxn ang="0">
                    <a:pos x="31750" y="111125"/>
                  </a:cxn>
                  <a:cxn ang="0">
                    <a:pos x="12700" y="139700"/>
                  </a:cxn>
                  <a:cxn ang="0">
                    <a:pos x="12700" y="146050"/>
                  </a:cxn>
                  <a:cxn ang="0">
                    <a:pos x="120650" y="146050"/>
                  </a:cxn>
                  <a:cxn ang="0">
                    <a:pos x="120650" y="139700"/>
                  </a:cxn>
                  <a:cxn ang="0">
                    <a:pos x="104775" y="114300"/>
                  </a:cxn>
                  <a:cxn ang="0">
                    <a:pos x="101600" y="111125"/>
                  </a:cxn>
                  <a:cxn ang="0">
                    <a:pos x="95250" y="107950"/>
                  </a:cxn>
                  <a:cxn ang="0">
                    <a:pos x="88900" y="107950"/>
                  </a:cxn>
                  <a:cxn ang="0">
                    <a:pos x="92075" y="95250"/>
                  </a:cxn>
                  <a:cxn ang="0">
                    <a:pos x="92075" y="95250"/>
                  </a:cxn>
                  <a:cxn ang="0">
                    <a:pos x="98425" y="95250"/>
                  </a:cxn>
                  <a:cxn ang="0">
                    <a:pos x="104775" y="98425"/>
                  </a:cxn>
                  <a:cxn ang="0">
                    <a:pos x="133350" y="139700"/>
                  </a:cxn>
                  <a:cxn ang="0">
                    <a:pos x="133350" y="149225"/>
                  </a:cxn>
                  <a:cxn ang="0">
                    <a:pos x="127000" y="155575"/>
                  </a:cxn>
                  <a:cxn ang="0">
                    <a:pos x="127000" y="155575"/>
                  </a:cxn>
                  <a:cxn ang="0">
                    <a:pos x="6350" y="155575"/>
                  </a:cxn>
                  <a:cxn ang="0">
                    <a:pos x="0" y="149225"/>
                  </a:cxn>
                  <a:cxn ang="0">
                    <a:pos x="0" y="149225"/>
                  </a:cxn>
                  <a:cxn ang="0">
                    <a:pos x="0" y="139700"/>
                  </a:cxn>
                  <a:cxn ang="0">
                    <a:pos x="25400" y="98425"/>
                  </a:cxn>
                  <a:cxn ang="0">
                    <a:pos x="38100" y="95250"/>
                  </a:cxn>
                  <a:cxn ang="0">
                    <a:pos x="12700" y="50800"/>
                  </a:cxn>
                  <a:cxn ang="0">
                    <a:pos x="66675" y="0"/>
                  </a:cxn>
                  <a:cxn ang="0">
                    <a:pos x="117475" y="50800"/>
                  </a:cxn>
                  <a:cxn ang="0">
                    <a:pos x="92075" y="95250"/>
                  </a:cxn>
                  <a:cxn ang="0">
                    <a:pos x="66675" y="9525"/>
                  </a:cxn>
                  <a:cxn ang="0">
                    <a:pos x="66675" y="9525"/>
                  </a:cxn>
                  <a:cxn ang="0">
                    <a:pos x="28575" y="34925"/>
                  </a:cxn>
                  <a:cxn ang="0">
                    <a:pos x="25400" y="50800"/>
                  </a:cxn>
                  <a:cxn ang="0">
                    <a:pos x="50800" y="88900"/>
                  </a:cxn>
                  <a:cxn ang="0">
                    <a:pos x="82550" y="88900"/>
                  </a:cxn>
                  <a:cxn ang="0">
                    <a:pos x="104775" y="50800"/>
                  </a:cxn>
                  <a:cxn ang="0">
                    <a:pos x="66675" y="9525"/>
                  </a:cxn>
                </a:cxnLst>
                <a:rect l="0" t="0" r="0" b="0"/>
                <a:pathLst>
                  <a:path w="42" h="49">
                    <a:moveTo>
                      <a:pt x="28" y="34"/>
                    </a:moveTo>
                    <a:cubicBezTo>
                      <a:pt x="14" y="34"/>
                      <a:pt x="14" y="34"/>
                      <a:pt x="14" y="34"/>
                    </a:cubicBezTo>
                    <a:cubicBezTo>
                      <a:pt x="12" y="34"/>
                      <a:pt x="11" y="34"/>
                      <a:pt x="10" y="35"/>
                    </a:cubicBezTo>
                    <a:cubicBezTo>
                      <a:pt x="6" y="36"/>
                      <a:pt x="4" y="40"/>
                      <a:pt x="4" y="44"/>
                    </a:cubicBezTo>
                    <a:cubicBezTo>
                      <a:pt x="4" y="46"/>
                      <a:pt x="4" y="46"/>
                      <a:pt x="4" y="46"/>
                    </a:cubicBezTo>
                    <a:cubicBezTo>
                      <a:pt x="38" y="46"/>
                      <a:pt x="38" y="46"/>
                      <a:pt x="38" y="46"/>
                    </a:cubicBezTo>
                    <a:cubicBezTo>
                      <a:pt x="38" y="44"/>
                      <a:pt x="38" y="44"/>
                      <a:pt x="38" y="44"/>
                    </a:cubicBezTo>
                    <a:cubicBezTo>
                      <a:pt x="38" y="41"/>
                      <a:pt x="36" y="37"/>
                      <a:pt x="33" y="36"/>
                    </a:cubicBezTo>
                    <a:cubicBezTo>
                      <a:pt x="33" y="35"/>
                      <a:pt x="32" y="35"/>
                      <a:pt x="32" y="35"/>
                    </a:cubicBezTo>
                    <a:cubicBezTo>
                      <a:pt x="31" y="34"/>
                      <a:pt x="31" y="34"/>
                      <a:pt x="30" y="34"/>
                    </a:cubicBezTo>
                    <a:cubicBezTo>
                      <a:pt x="29" y="34"/>
                      <a:pt x="29" y="34"/>
                      <a:pt x="28" y="34"/>
                    </a:cubicBezTo>
                    <a:close/>
                    <a:moveTo>
                      <a:pt x="29" y="30"/>
                    </a:moveTo>
                    <a:cubicBezTo>
                      <a:pt x="29" y="30"/>
                      <a:pt x="29" y="30"/>
                      <a:pt x="29" y="30"/>
                    </a:cubicBezTo>
                    <a:cubicBezTo>
                      <a:pt x="30" y="30"/>
                      <a:pt x="30" y="30"/>
                      <a:pt x="31" y="30"/>
                    </a:cubicBezTo>
                    <a:cubicBezTo>
                      <a:pt x="32" y="31"/>
                      <a:pt x="32" y="31"/>
                      <a:pt x="33" y="31"/>
                    </a:cubicBezTo>
                    <a:cubicBezTo>
                      <a:pt x="38" y="33"/>
                      <a:pt x="42" y="38"/>
                      <a:pt x="42" y="44"/>
                    </a:cubicBezTo>
                    <a:cubicBezTo>
                      <a:pt x="42" y="47"/>
                      <a:pt x="42" y="47"/>
                      <a:pt x="42" y="47"/>
                    </a:cubicBezTo>
                    <a:cubicBezTo>
                      <a:pt x="42" y="48"/>
                      <a:pt x="41" y="49"/>
                      <a:pt x="40" y="49"/>
                    </a:cubicBezTo>
                    <a:cubicBezTo>
                      <a:pt x="40" y="49"/>
                      <a:pt x="40" y="49"/>
                      <a:pt x="40" y="49"/>
                    </a:cubicBezTo>
                    <a:cubicBezTo>
                      <a:pt x="2" y="49"/>
                      <a:pt x="2" y="49"/>
                      <a:pt x="2" y="49"/>
                    </a:cubicBezTo>
                    <a:cubicBezTo>
                      <a:pt x="1" y="49"/>
                      <a:pt x="0" y="48"/>
                      <a:pt x="0" y="47"/>
                    </a:cubicBezTo>
                    <a:cubicBezTo>
                      <a:pt x="0" y="47"/>
                      <a:pt x="0" y="47"/>
                      <a:pt x="0" y="47"/>
                    </a:cubicBezTo>
                    <a:cubicBezTo>
                      <a:pt x="0" y="44"/>
                      <a:pt x="0" y="44"/>
                      <a:pt x="0" y="44"/>
                    </a:cubicBezTo>
                    <a:cubicBezTo>
                      <a:pt x="0" y="38"/>
                      <a:pt x="3" y="33"/>
                      <a:pt x="8" y="31"/>
                    </a:cubicBezTo>
                    <a:cubicBezTo>
                      <a:pt x="10" y="31"/>
                      <a:pt x="11" y="30"/>
                      <a:pt x="12" y="30"/>
                    </a:cubicBezTo>
                    <a:cubicBezTo>
                      <a:pt x="7" y="27"/>
                      <a:pt x="4" y="22"/>
                      <a:pt x="4" y="16"/>
                    </a:cubicBezTo>
                    <a:cubicBezTo>
                      <a:pt x="4" y="7"/>
                      <a:pt x="12" y="0"/>
                      <a:pt x="21" y="0"/>
                    </a:cubicBezTo>
                    <a:cubicBezTo>
                      <a:pt x="30" y="0"/>
                      <a:pt x="37" y="7"/>
                      <a:pt x="37" y="16"/>
                    </a:cubicBezTo>
                    <a:cubicBezTo>
                      <a:pt x="37" y="22"/>
                      <a:pt x="34" y="27"/>
                      <a:pt x="29" y="30"/>
                    </a:cubicBezTo>
                    <a:close/>
                    <a:moveTo>
                      <a:pt x="21" y="3"/>
                    </a:moveTo>
                    <a:cubicBezTo>
                      <a:pt x="21" y="3"/>
                      <a:pt x="21" y="3"/>
                      <a:pt x="21" y="3"/>
                    </a:cubicBezTo>
                    <a:cubicBezTo>
                      <a:pt x="16" y="3"/>
                      <a:pt x="11" y="6"/>
                      <a:pt x="9" y="11"/>
                    </a:cubicBezTo>
                    <a:cubicBezTo>
                      <a:pt x="9" y="13"/>
                      <a:pt x="8" y="14"/>
                      <a:pt x="8" y="16"/>
                    </a:cubicBezTo>
                    <a:cubicBezTo>
                      <a:pt x="8" y="21"/>
                      <a:pt x="11" y="26"/>
                      <a:pt x="16" y="28"/>
                    </a:cubicBezTo>
                    <a:cubicBezTo>
                      <a:pt x="19" y="29"/>
                      <a:pt x="23" y="29"/>
                      <a:pt x="26" y="28"/>
                    </a:cubicBezTo>
                    <a:cubicBezTo>
                      <a:pt x="30" y="26"/>
                      <a:pt x="33" y="21"/>
                      <a:pt x="33" y="16"/>
                    </a:cubicBezTo>
                    <a:cubicBezTo>
                      <a:pt x="33" y="9"/>
                      <a:pt x="28" y="3"/>
                      <a:pt x="21" y="3"/>
                    </a:cubicBezTo>
                    <a:close/>
                  </a:path>
                </a:pathLst>
              </a:custGeom>
              <a:solidFill>
                <a:srgbClr val="50D890"/>
              </a:solidFill>
              <a:ln>
                <a:noFill/>
              </a:ln>
              <a:effectLst/>
            </p:spPr>
            <p:txBody>
              <a:bodyPr wrap="square" lIns="19050" tIns="19050" rIns="19050" bIns="19050" anchor="ctr">
                <a:noAutofit/>
              </a:bodyPr>
              <a:lstStyle/>
              <a:p>
                <a:pPr lvl="0" algn="ctr" defTabSz="228600" fontAlgn="base" hangingPunct="0">
                  <a:buClrTx/>
                  <a:buSzTx/>
                  <a:buFontTx/>
                  <a:defRPr/>
                </a:pPr>
                <a:endParaRPr lang="en-US" noProof="0">
                  <a:ln>
                    <a:noFill/>
                  </a:ln>
                  <a:solidFill>
                    <a:schemeClr val="tx1">
                      <a:lumMod val="85000"/>
                      <a:lumOff val="15000"/>
                    </a:schemeClr>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10" name="Freeform 17">
                <a:extLst>
                  <a:ext uri="{FF2B5EF4-FFF2-40B4-BE49-F238E27FC236}">
                    <a16:creationId xmlns:a16="http://schemas.microsoft.com/office/drawing/2014/main" id="{59362459-A3CC-40BB-A744-9F2E1BA20B78}"/>
                  </a:ext>
                </a:extLst>
              </p:cNvPr>
              <p:cNvSpPr>
                <a:spLocks noEditPoints="1"/>
              </p:cNvSpPr>
              <p:nvPr/>
            </p:nvSpPr>
            <p:spPr bwMode="auto">
              <a:xfrm>
                <a:off x="8424" y="4809"/>
                <a:ext cx="693" cy="641"/>
              </a:xfrm>
              <a:custGeom>
                <a:avLst/>
                <a:gdLst>
                  <a:gd name="T0" fmla="*/ 1120 w 2069"/>
                  <a:gd name="T1" fmla="*/ 0 h 1899"/>
                  <a:gd name="T2" fmla="*/ 189 w 2069"/>
                  <a:gd name="T3" fmla="*/ 777 h 1899"/>
                  <a:gd name="T4" fmla="*/ 0 w 2069"/>
                  <a:gd name="T5" fmla="*/ 777 h 1899"/>
                  <a:gd name="T6" fmla="*/ 259 w 2069"/>
                  <a:gd name="T7" fmla="*/ 1122 h 1899"/>
                  <a:gd name="T8" fmla="*/ 517 w 2069"/>
                  <a:gd name="T9" fmla="*/ 777 h 1899"/>
                  <a:gd name="T10" fmla="*/ 362 w 2069"/>
                  <a:gd name="T11" fmla="*/ 777 h 1899"/>
                  <a:gd name="T12" fmla="*/ 1120 w 2069"/>
                  <a:gd name="T13" fmla="*/ 173 h 1899"/>
                  <a:gd name="T14" fmla="*/ 1896 w 2069"/>
                  <a:gd name="T15" fmla="*/ 950 h 1899"/>
                  <a:gd name="T16" fmla="*/ 1120 w 2069"/>
                  <a:gd name="T17" fmla="*/ 1727 h 1899"/>
                  <a:gd name="T18" fmla="*/ 477 w 2069"/>
                  <a:gd name="T19" fmla="*/ 1381 h 1899"/>
                  <a:gd name="T20" fmla="*/ 276 w 2069"/>
                  <a:gd name="T21" fmla="*/ 1381 h 1899"/>
                  <a:gd name="T22" fmla="*/ 1120 w 2069"/>
                  <a:gd name="T23" fmla="*/ 1899 h 1899"/>
                  <a:gd name="T24" fmla="*/ 2069 w 2069"/>
                  <a:gd name="T25" fmla="*/ 950 h 1899"/>
                  <a:gd name="T26" fmla="*/ 1120 w 2069"/>
                  <a:gd name="T27" fmla="*/ 0 h 1899"/>
                  <a:gd name="T28" fmla="*/ 1080 w 2069"/>
                  <a:gd name="T29" fmla="*/ 345 h 1899"/>
                  <a:gd name="T30" fmla="*/ 1080 w 2069"/>
                  <a:gd name="T31" fmla="*/ 978 h 1899"/>
                  <a:gd name="T32" fmla="*/ 1528 w 2069"/>
                  <a:gd name="T33" fmla="*/ 1243 h 1899"/>
                  <a:gd name="T34" fmla="*/ 1569 w 2069"/>
                  <a:gd name="T35" fmla="*/ 1168 h 1899"/>
                  <a:gd name="T36" fmla="*/ 1166 w 2069"/>
                  <a:gd name="T37" fmla="*/ 926 h 1899"/>
                  <a:gd name="T38" fmla="*/ 1166 w 2069"/>
                  <a:gd name="T39" fmla="*/ 345 h 1899"/>
                  <a:gd name="T40" fmla="*/ 1080 w 2069"/>
                  <a:gd name="T41" fmla="*/ 345 h 1899"/>
                  <a:gd name="T42" fmla="*/ 1080 w 2069"/>
                  <a:gd name="T43" fmla="*/ 345 h 1899"/>
                  <a:gd name="T44" fmla="*/ 1080 w 2069"/>
                  <a:gd name="T45" fmla="*/ 345 h 18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69" h="1899">
                    <a:moveTo>
                      <a:pt x="1120" y="0"/>
                    </a:moveTo>
                    <a:cubicBezTo>
                      <a:pt x="655" y="0"/>
                      <a:pt x="270" y="334"/>
                      <a:pt x="189" y="777"/>
                    </a:cubicBezTo>
                    <a:cubicBezTo>
                      <a:pt x="0" y="777"/>
                      <a:pt x="0" y="777"/>
                      <a:pt x="0" y="777"/>
                    </a:cubicBezTo>
                    <a:cubicBezTo>
                      <a:pt x="259" y="1122"/>
                      <a:pt x="259" y="1122"/>
                      <a:pt x="259" y="1122"/>
                    </a:cubicBezTo>
                    <a:cubicBezTo>
                      <a:pt x="517" y="777"/>
                      <a:pt x="517" y="777"/>
                      <a:pt x="517" y="777"/>
                    </a:cubicBezTo>
                    <a:cubicBezTo>
                      <a:pt x="362" y="777"/>
                      <a:pt x="362" y="777"/>
                      <a:pt x="362" y="777"/>
                    </a:cubicBezTo>
                    <a:cubicBezTo>
                      <a:pt x="442" y="432"/>
                      <a:pt x="747" y="173"/>
                      <a:pt x="1120" y="173"/>
                    </a:cubicBezTo>
                    <a:cubicBezTo>
                      <a:pt x="1552" y="173"/>
                      <a:pt x="1896" y="518"/>
                      <a:pt x="1896" y="950"/>
                    </a:cubicBezTo>
                    <a:cubicBezTo>
                      <a:pt x="1896" y="1381"/>
                      <a:pt x="1552" y="1727"/>
                      <a:pt x="1120" y="1727"/>
                    </a:cubicBezTo>
                    <a:cubicBezTo>
                      <a:pt x="850" y="1727"/>
                      <a:pt x="615" y="1588"/>
                      <a:pt x="477" y="1381"/>
                    </a:cubicBezTo>
                    <a:cubicBezTo>
                      <a:pt x="276" y="1381"/>
                      <a:pt x="276" y="1381"/>
                      <a:pt x="276" y="1381"/>
                    </a:cubicBezTo>
                    <a:cubicBezTo>
                      <a:pt x="431" y="1686"/>
                      <a:pt x="753" y="1899"/>
                      <a:pt x="1120" y="1899"/>
                    </a:cubicBezTo>
                    <a:cubicBezTo>
                      <a:pt x="1643" y="1899"/>
                      <a:pt x="2069" y="1473"/>
                      <a:pt x="2069" y="950"/>
                    </a:cubicBezTo>
                    <a:cubicBezTo>
                      <a:pt x="2069" y="426"/>
                      <a:pt x="1643" y="0"/>
                      <a:pt x="1120" y="0"/>
                    </a:cubicBezTo>
                    <a:close/>
                    <a:moveTo>
                      <a:pt x="1080" y="345"/>
                    </a:moveTo>
                    <a:cubicBezTo>
                      <a:pt x="1080" y="978"/>
                      <a:pt x="1080" y="978"/>
                      <a:pt x="1080" y="978"/>
                    </a:cubicBezTo>
                    <a:cubicBezTo>
                      <a:pt x="1528" y="1243"/>
                      <a:pt x="1528" y="1243"/>
                      <a:pt x="1528" y="1243"/>
                    </a:cubicBezTo>
                    <a:cubicBezTo>
                      <a:pt x="1569" y="1168"/>
                      <a:pt x="1569" y="1168"/>
                      <a:pt x="1569" y="1168"/>
                    </a:cubicBezTo>
                    <a:cubicBezTo>
                      <a:pt x="1166" y="926"/>
                      <a:pt x="1166" y="926"/>
                      <a:pt x="1166" y="926"/>
                    </a:cubicBezTo>
                    <a:cubicBezTo>
                      <a:pt x="1166" y="345"/>
                      <a:pt x="1166" y="345"/>
                      <a:pt x="1166" y="345"/>
                    </a:cubicBezTo>
                    <a:lnTo>
                      <a:pt x="1080" y="345"/>
                    </a:lnTo>
                    <a:close/>
                    <a:moveTo>
                      <a:pt x="1080" y="345"/>
                    </a:moveTo>
                    <a:cubicBezTo>
                      <a:pt x="1080" y="345"/>
                      <a:pt x="1080" y="345"/>
                      <a:pt x="1080" y="345"/>
                    </a:cubicBezTo>
                  </a:path>
                </a:pathLst>
              </a:custGeom>
              <a:solidFill>
                <a:srgbClr val="28B56A"/>
              </a:solidFill>
              <a:ln>
                <a:noFill/>
              </a:ln>
              <a:effectLst/>
            </p:spPr>
            <p:txBody>
              <a:bodyPr vert="horz" wrap="square" lIns="121920" tIns="60960" rIns="121920" bIns="60960" numCol="1" anchor="t" anchorCtr="0" compatLnSpc="1"/>
              <a:lstStyle/>
              <a:p>
                <a:pPr defTabSz="1219200" eaLnBrk="0" fontAlgn="base" hangingPunct="0">
                  <a:spcBef>
                    <a:spcPct val="0"/>
                  </a:spcBef>
                  <a:spcAft>
                    <a:spcPct val="0"/>
                  </a:spcAft>
                </a:pPr>
                <a:endParaRPr lang="zh-CN" altLang="en-US" sz="3200">
                  <a:solidFill>
                    <a:schemeClr val="tx1">
                      <a:lumMod val="85000"/>
                      <a:lumOff val="15000"/>
                    </a:schemeClr>
                  </a:solidFill>
                  <a:latin typeface="思源黑体 Light" panose="020B0300000000000000" pitchFamily="34" charset="-122"/>
                  <a:ea typeface="思源黑体 Light" panose="020B0300000000000000" pitchFamily="34" charset="-122"/>
                  <a:cs typeface="+mn-ea"/>
                  <a:sym typeface="思源黑体 Light" panose="020B0300000000000000" pitchFamily="34" charset="-122"/>
                </a:endParaRPr>
              </a:p>
            </p:txBody>
          </p:sp>
          <p:sp>
            <p:nvSpPr>
              <p:cNvPr id="111" name="Freeform 83">
                <a:extLst>
                  <a:ext uri="{FF2B5EF4-FFF2-40B4-BE49-F238E27FC236}">
                    <a16:creationId xmlns:a16="http://schemas.microsoft.com/office/drawing/2014/main" id="{DF579458-4125-46FA-A6FA-243FF12AE329}"/>
                  </a:ext>
                </a:extLst>
              </p:cNvPr>
              <p:cNvSpPr>
                <a:spLocks noEditPoints="1"/>
              </p:cNvSpPr>
              <p:nvPr/>
            </p:nvSpPr>
            <p:spPr bwMode="auto">
              <a:xfrm>
                <a:off x="8469" y="6434"/>
                <a:ext cx="603" cy="680"/>
              </a:xfrm>
              <a:custGeom>
                <a:avLst/>
                <a:gdLst/>
                <a:ahLst/>
                <a:cxnLst>
                  <a:cxn ang="0">
                    <a:pos x="79375" y="0"/>
                  </a:cxn>
                  <a:cxn ang="0">
                    <a:pos x="127000" y="22225"/>
                  </a:cxn>
                  <a:cxn ang="0">
                    <a:pos x="136525" y="111125"/>
                  </a:cxn>
                  <a:cxn ang="0">
                    <a:pos x="104775" y="136525"/>
                  </a:cxn>
                  <a:cxn ang="0">
                    <a:pos x="82550" y="158750"/>
                  </a:cxn>
                  <a:cxn ang="0">
                    <a:pos x="73025" y="158750"/>
                  </a:cxn>
                  <a:cxn ang="0">
                    <a:pos x="73025" y="158750"/>
                  </a:cxn>
                  <a:cxn ang="0">
                    <a:pos x="73025" y="158750"/>
                  </a:cxn>
                  <a:cxn ang="0">
                    <a:pos x="50800" y="136525"/>
                  </a:cxn>
                  <a:cxn ang="0">
                    <a:pos x="19050" y="111125"/>
                  </a:cxn>
                  <a:cxn ang="0">
                    <a:pos x="28575" y="22225"/>
                  </a:cxn>
                  <a:cxn ang="0">
                    <a:pos x="79375" y="0"/>
                  </a:cxn>
                  <a:cxn ang="0">
                    <a:pos x="79375" y="34925"/>
                  </a:cxn>
                  <a:cxn ang="0">
                    <a:pos x="79375" y="34925"/>
                  </a:cxn>
                  <a:cxn ang="0">
                    <a:pos x="101600" y="44450"/>
                  </a:cxn>
                  <a:cxn ang="0">
                    <a:pos x="114300" y="69850"/>
                  </a:cxn>
                  <a:cxn ang="0">
                    <a:pos x="101600" y="95250"/>
                  </a:cxn>
                  <a:cxn ang="0">
                    <a:pos x="79375" y="104775"/>
                  </a:cxn>
                  <a:cxn ang="0">
                    <a:pos x="53975" y="95250"/>
                  </a:cxn>
                  <a:cxn ang="0">
                    <a:pos x="41275" y="69850"/>
                  </a:cxn>
                  <a:cxn ang="0">
                    <a:pos x="53975" y="44450"/>
                  </a:cxn>
                  <a:cxn ang="0">
                    <a:pos x="79375" y="34925"/>
                  </a:cxn>
                  <a:cxn ang="0">
                    <a:pos x="98425" y="50800"/>
                  </a:cxn>
                  <a:cxn ang="0">
                    <a:pos x="98425" y="50800"/>
                  </a:cxn>
                  <a:cxn ang="0">
                    <a:pos x="79375" y="41275"/>
                  </a:cxn>
                  <a:cxn ang="0">
                    <a:pos x="57150" y="50800"/>
                  </a:cxn>
                  <a:cxn ang="0">
                    <a:pos x="50800" y="69850"/>
                  </a:cxn>
                  <a:cxn ang="0">
                    <a:pos x="57150" y="88900"/>
                  </a:cxn>
                  <a:cxn ang="0">
                    <a:pos x="79375" y="98425"/>
                  </a:cxn>
                  <a:cxn ang="0">
                    <a:pos x="98425" y="88900"/>
                  </a:cxn>
                  <a:cxn ang="0">
                    <a:pos x="104775" y="69850"/>
                  </a:cxn>
                  <a:cxn ang="0">
                    <a:pos x="98425" y="50800"/>
                  </a:cxn>
                  <a:cxn ang="0">
                    <a:pos x="117475" y="28575"/>
                  </a:cxn>
                  <a:cxn ang="0">
                    <a:pos x="117475" y="28575"/>
                  </a:cxn>
                  <a:cxn ang="0">
                    <a:pos x="79375" y="12700"/>
                  </a:cxn>
                  <a:cxn ang="0">
                    <a:pos x="38100" y="28575"/>
                  </a:cxn>
                  <a:cxn ang="0">
                    <a:pos x="28575" y="104775"/>
                  </a:cxn>
                  <a:cxn ang="0">
                    <a:pos x="57150" y="123825"/>
                  </a:cxn>
                  <a:cxn ang="0">
                    <a:pos x="60325" y="127000"/>
                  </a:cxn>
                  <a:cxn ang="0">
                    <a:pos x="79375" y="146050"/>
                  </a:cxn>
                  <a:cxn ang="0">
                    <a:pos x="95250" y="127000"/>
                  </a:cxn>
                  <a:cxn ang="0">
                    <a:pos x="98425" y="123825"/>
                  </a:cxn>
                  <a:cxn ang="0">
                    <a:pos x="127000" y="104775"/>
                  </a:cxn>
                  <a:cxn ang="0">
                    <a:pos x="117475" y="28575"/>
                  </a:cxn>
                </a:cxnLst>
                <a:rect l="0" t="0" r="0" b="0"/>
                <a:pathLst>
                  <a:path w="49" h="51">
                    <a:moveTo>
                      <a:pt x="25" y="0"/>
                    </a:moveTo>
                    <a:cubicBezTo>
                      <a:pt x="31" y="0"/>
                      <a:pt x="36" y="3"/>
                      <a:pt x="40" y="7"/>
                    </a:cubicBezTo>
                    <a:cubicBezTo>
                      <a:pt x="48" y="14"/>
                      <a:pt x="49" y="26"/>
                      <a:pt x="43" y="35"/>
                    </a:cubicBezTo>
                    <a:cubicBezTo>
                      <a:pt x="40" y="38"/>
                      <a:pt x="37" y="41"/>
                      <a:pt x="33" y="43"/>
                    </a:cubicBezTo>
                    <a:cubicBezTo>
                      <a:pt x="26" y="50"/>
                      <a:pt x="26" y="50"/>
                      <a:pt x="26" y="50"/>
                    </a:cubicBezTo>
                    <a:cubicBezTo>
                      <a:pt x="25" y="51"/>
                      <a:pt x="24" y="51"/>
                      <a:pt x="23" y="50"/>
                    </a:cubicBezTo>
                    <a:cubicBezTo>
                      <a:pt x="23" y="50"/>
                      <a:pt x="23" y="50"/>
                      <a:pt x="23" y="50"/>
                    </a:cubicBezTo>
                    <a:cubicBezTo>
                      <a:pt x="23" y="50"/>
                      <a:pt x="23" y="50"/>
                      <a:pt x="23" y="50"/>
                    </a:cubicBezTo>
                    <a:cubicBezTo>
                      <a:pt x="16" y="43"/>
                      <a:pt x="16" y="43"/>
                      <a:pt x="16" y="43"/>
                    </a:cubicBezTo>
                    <a:cubicBezTo>
                      <a:pt x="12" y="41"/>
                      <a:pt x="9" y="38"/>
                      <a:pt x="6" y="35"/>
                    </a:cubicBezTo>
                    <a:cubicBezTo>
                      <a:pt x="0" y="26"/>
                      <a:pt x="1" y="14"/>
                      <a:pt x="9" y="7"/>
                    </a:cubicBezTo>
                    <a:cubicBezTo>
                      <a:pt x="13" y="3"/>
                      <a:pt x="18" y="0"/>
                      <a:pt x="25" y="0"/>
                    </a:cubicBezTo>
                    <a:close/>
                    <a:moveTo>
                      <a:pt x="25" y="11"/>
                    </a:moveTo>
                    <a:cubicBezTo>
                      <a:pt x="25" y="11"/>
                      <a:pt x="25" y="11"/>
                      <a:pt x="25" y="11"/>
                    </a:cubicBezTo>
                    <a:cubicBezTo>
                      <a:pt x="28" y="11"/>
                      <a:pt x="30" y="12"/>
                      <a:pt x="32" y="14"/>
                    </a:cubicBezTo>
                    <a:cubicBezTo>
                      <a:pt x="34" y="16"/>
                      <a:pt x="36" y="19"/>
                      <a:pt x="36" y="22"/>
                    </a:cubicBezTo>
                    <a:cubicBezTo>
                      <a:pt x="36" y="25"/>
                      <a:pt x="34" y="28"/>
                      <a:pt x="32" y="30"/>
                    </a:cubicBezTo>
                    <a:cubicBezTo>
                      <a:pt x="30" y="32"/>
                      <a:pt x="28" y="33"/>
                      <a:pt x="25" y="33"/>
                    </a:cubicBezTo>
                    <a:cubicBezTo>
                      <a:pt x="21" y="33"/>
                      <a:pt x="19" y="32"/>
                      <a:pt x="17" y="30"/>
                    </a:cubicBezTo>
                    <a:cubicBezTo>
                      <a:pt x="15" y="28"/>
                      <a:pt x="13" y="25"/>
                      <a:pt x="13" y="22"/>
                    </a:cubicBezTo>
                    <a:cubicBezTo>
                      <a:pt x="13" y="19"/>
                      <a:pt x="15" y="16"/>
                      <a:pt x="17" y="14"/>
                    </a:cubicBezTo>
                    <a:cubicBezTo>
                      <a:pt x="19" y="12"/>
                      <a:pt x="21" y="11"/>
                      <a:pt x="25" y="11"/>
                    </a:cubicBezTo>
                    <a:close/>
                    <a:moveTo>
                      <a:pt x="31" y="16"/>
                    </a:moveTo>
                    <a:cubicBezTo>
                      <a:pt x="31" y="16"/>
                      <a:pt x="31" y="16"/>
                      <a:pt x="31" y="16"/>
                    </a:cubicBezTo>
                    <a:cubicBezTo>
                      <a:pt x="29" y="14"/>
                      <a:pt x="27" y="13"/>
                      <a:pt x="25" y="13"/>
                    </a:cubicBezTo>
                    <a:cubicBezTo>
                      <a:pt x="22" y="13"/>
                      <a:pt x="20" y="14"/>
                      <a:pt x="18" y="16"/>
                    </a:cubicBezTo>
                    <a:cubicBezTo>
                      <a:pt x="17" y="18"/>
                      <a:pt x="16" y="20"/>
                      <a:pt x="16" y="22"/>
                    </a:cubicBezTo>
                    <a:cubicBezTo>
                      <a:pt x="16" y="25"/>
                      <a:pt x="17" y="27"/>
                      <a:pt x="18" y="28"/>
                    </a:cubicBezTo>
                    <a:cubicBezTo>
                      <a:pt x="20" y="30"/>
                      <a:pt x="22" y="31"/>
                      <a:pt x="25" y="31"/>
                    </a:cubicBezTo>
                    <a:cubicBezTo>
                      <a:pt x="27" y="31"/>
                      <a:pt x="29" y="30"/>
                      <a:pt x="31" y="28"/>
                    </a:cubicBezTo>
                    <a:cubicBezTo>
                      <a:pt x="32" y="27"/>
                      <a:pt x="33" y="25"/>
                      <a:pt x="33" y="22"/>
                    </a:cubicBezTo>
                    <a:cubicBezTo>
                      <a:pt x="33" y="20"/>
                      <a:pt x="32" y="18"/>
                      <a:pt x="31" y="16"/>
                    </a:cubicBezTo>
                    <a:close/>
                    <a:moveTo>
                      <a:pt x="37" y="9"/>
                    </a:moveTo>
                    <a:cubicBezTo>
                      <a:pt x="37" y="9"/>
                      <a:pt x="37" y="9"/>
                      <a:pt x="37" y="9"/>
                    </a:cubicBezTo>
                    <a:cubicBezTo>
                      <a:pt x="34" y="6"/>
                      <a:pt x="30" y="4"/>
                      <a:pt x="25" y="4"/>
                    </a:cubicBezTo>
                    <a:cubicBezTo>
                      <a:pt x="19" y="4"/>
                      <a:pt x="15" y="6"/>
                      <a:pt x="12" y="9"/>
                    </a:cubicBezTo>
                    <a:cubicBezTo>
                      <a:pt x="5" y="16"/>
                      <a:pt x="5" y="25"/>
                      <a:pt x="9" y="33"/>
                    </a:cubicBezTo>
                    <a:cubicBezTo>
                      <a:pt x="12" y="36"/>
                      <a:pt x="14" y="38"/>
                      <a:pt x="18" y="39"/>
                    </a:cubicBezTo>
                    <a:cubicBezTo>
                      <a:pt x="18" y="39"/>
                      <a:pt x="18" y="39"/>
                      <a:pt x="19" y="40"/>
                    </a:cubicBezTo>
                    <a:cubicBezTo>
                      <a:pt x="25" y="46"/>
                      <a:pt x="25" y="46"/>
                      <a:pt x="25" y="46"/>
                    </a:cubicBezTo>
                    <a:cubicBezTo>
                      <a:pt x="30" y="40"/>
                      <a:pt x="30" y="40"/>
                      <a:pt x="30" y="40"/>
                    </a:cubicBezTo>
                    <a:cubicBezTo>
                      <a:pt x="31" y="39"/>
                      <a:pt x="31" y="39"/>
                      <a:pt x="31" y="39"/>
                    </a:cubicBezTo>
                    <a:cubicBezTo>
                      <a:pt x="35" y="38"/>
                      <a:pt x="37" y="36"/>
                      <a:pt x="40" y="33"/>
                    </a:cubicBezTo>
                    <a:cubicBezTo>
                      <a:pt x="44" y="25"/>
                      <a:pt x="44" y="16"/>
                      <a:pt x="37" y="9"/>
                    </a:cubicBezTo>
                    <a:close/>
                  </a:path>
                </a:pathLst>
              </a:custGeom>
              <a:solidFill>
                <a:srgbClr val="50D890"/>
              </a:solidFill>
              <a:ln>
                <a:noFill/>
              </a:ln>
              <a:effectLst/>
            </p:spPr>
            <p:txBody>
              <a:bodyPr wrap="square" lIns="19050" tIns="19050" rIns="19050" bIns="19050" anchor="ctr">
                <a:noAutofit/>
              </a:bodyPr>
              <a:lstStyle/>
              <a:p>
                <a:pPr lvl="0" algn="ctr" defTabSz="228600" fontAlgn="base" hangingPunct="0">
                  <a:buClrTx/>
                  <a:buSzTx/>
                  <a:buFontTx/>
                  <a:defRPr/>
                </a:pPr>
                <a:endParaRPr lang="en-US" noProof="0">
                  <a:ln>
                    <a:noFill/>
                  </a:ln>
                  <a:solidFill>
                    <a:schemeClr val="tx1">
                      <a:lumMod val="85000"/>
                      <a:lumOff val="15000"/>
                    </a:schemeClr>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112" name="Freeform 160">
                <a:extLst>
                  <a:ext uri="{FF2B5EF4-FFF2-40B4-BE49-F238E27FC236}">
                    <a16:creationId xmlns:a16="http://schemas.microsoft.com/office/drawing/2014/main" id="{F610674D-0923-4A1A-8DD1-1096482E47AD}"/>
                  </a:ext>
                </a:extLst>
              </p:cNvPr>
              <p:cNvSpPr>
                <a:spLocks noEditPoints="1"/>
              </p:cNvSpPr>
              <p:nvPr/>
            </p:nvSpPr>
            <p:spPr bwMode="auto">
              <a:xfrm>
                <a:off x="10095" y="6361"/>
                <a:ext cx="615" cy="711"/>
              </a:xfrm>
              <a:custGeom>
                <a:avLst/>
                <a:gdLst/>
                <a:ahLst/>
                <a:cxnLst>
                  <a:cxn ang="0">
                    <a:pos x="121934" y="104775"/>
                  </a:cxn>
                  <a:cxn ang="0">
                    <a:pos x="141187" y="114300"/>
                  </a:cxn>
                  <a:cxn ang="0">
                    <a:pos x="141187" y="114300"/>
                  </a:cxn>
                  <a:cxn ang="0">
                    <a:pos x="150813" y="133350"/>
                  </a:cxn>
                  <a:cxn ang="0">
                    <a:pos x="121934" y="161925"/>
                  </a:cxn>
                  <a:cxn ang="0">
                    <a:pos x="93055" y="133350"/>
                  </a:cxn>
                  <a:cxn ang="0">
                    <a:pos x="96264" y="123825"/>
                  </a:cxn>
                  <a:cxn ang="0">
                    <a:pos x="67385" y="107950"/>
                  </a:cxn>
                  <a:cxn ang="0">
                    <a:pos x="64176" y="107950"/>
                  </a:cxn>
                  <a:cxn ang="0">
                    <a:pos x="64176" y="107950"/>
                  </a:cxn>
                  <a:cxn ang="0">
                    <a:pos x="38505" y="117475"/>
                  </a:cxn>
                  <a:cxn ang="0">
                    <a:pos x="0" y="82550"/>
                  </a:cxn>
                  <a:cxn ang="0">
                    <a:pos x="38505" y="44450"/>
                  </a:cxn>
                  <a:cxn ang="0">
                    <a:pos x="64176" y="53975"/>
                  </a:cxn>
                  <a:cxn ang="0">
                    <a:pos x="64176" y="53975"/>
                  </a:cxn>
                  <a:cxn ang="0">
                    <a:pos x="64176" y="53975"/>
                  </a:cxn>
                  <a:cxn ang="0">
                    <a:pos x="67385" y="57150"/>
                  </a:cxn>
                  <a:cxn ang="0">
                    <a:pos x="96264" y="38100"/>
                  </a:cxn>
                  <a:cxn ang="0">
                    <a:pos x="93055" y="28575"/>
                  </a:cxn>
                  <a:cxn ang="0">
                    <a:pos x="121934" y="0"/>
                  </a:cxn>
                  <a:cxn ang="0">
                    <a:pos x="150813" y="28575"/>
                  </a:cxn>
                  <a:cxn ang="0">
                    <a:pos x="121934" y="57150"/>
                  </a:cxn>
                  <a:cxn ang="0">
                    <a:pos x="102681" y="47625"/>
                  </a:cxn>
                  <a:cxn ang="0">
                    <a:pos x="102681" y="47625"/>
                  </a:cxn>
                  <a:cxn ang="0">
                    <a:pos x="73802" y="66675"/>
                  </a:cxn>
                  <a:cxn ang="0">
                    <a:pos x="77011" y="82550"/>
                  </a:cxn>
                  <a:cxn ang="0">
                    <a:pos x="73802" y="95250"/>
                  </a:cxn>
                  <a:cxn ang="0">
                    <a:pos x="102681" y="114300"/>
                  </a:cxn>
                  <a:cxn ang="0">
                    <a:pos x="102681" y="114300"/>
                  </a:cxn>
                  <a:cxn ang="0">
                    <a:pos x="102681" y="114300"/>
                  </a:cxn>
                  <a:cxn ang="0">
                    <a:pos x="102681" y="114300"/>
                  </a:cxn>
                  <a:cxn ang="0">
                    <a:pos x="121934" y="104775"/>
                  </a:cxn>
                  <a:cxn ang="0">
                    <a:pos x="134769" y="120650"/>
                  </a:cxn>
                  <a:cxn ang="0">
                    <a:pos x="134769" y="120650"/>
                  </a:cxn>
                  <a:cxn ang="0">
                    <a:pos x="121934" y="117475"/>
                  </a:cxn>
                  <a:cxn ang="0">
                    <a:pos x="112308" y="120650"/>
                  </a:cxn>
                  <a:cxn ang="0">
                    <a:pos x="112308" y="120650"/>
                  </a:cxn>
                  <a:cxn ang="0">
                    <a:pos x="105890" y="133350"/>
                  </a:cxn>
                  <a:cxn ang="0">
                    <a:pos x="121934" y="149225"/>
                  </a:cxn>
                  <a:cxn ang="0">
                    <a:pos x="137978" y="133350"/>
                  </a:cxn>
                  <a:cxn ang="0">
                    <a:pos x="134769" y="120650"/>
                  </a:cxn>
                  <a:cxn ang="0">
                    <a:pos x="134769" y="120650"/>
                  </a:cxn>
                  <a:cxn ang="0">
                    <a:pos x="54549" y="63500"/>
                  </a:cxn>
                  <a:cxn ang="0">
                    <a:pos x="54549" y="63500"/>
                  </a:cxn>
                  <a:cxn ang="0">
                    <a:pos x="38505" y="57150"/>
                  </a:cxn>
                  <a:cxn ang="0">
                    <a:pos x="12835" y="82550"/>
                  </a:cxn>
                  <a:cxn ang="0">
                    <a:pos x="38505" y="107950"/>
                  </a:cxn>
                  <a:cxn ang="0">
                    <a:pos x="54549" y="98425"/>
                  </a:cxn>
                  <a:cxn ang="0">
                    <a:pos x="54549" y="98425"/>
                  </a:cxn>
                  <a:cxn ang="0">
                    <a:pos x="64176" y="82550"/>
                  </a:cxn>
                  <a:cxn ang="0">
                    <a:pos x="54549" y="63500"/>
                  </a:cxn>
                  <a:cxn ang="0">
                    <a:pos x="54549" y="63500"/>
                  </a:cxn>
                  <a:cxn ang="0">
                    <a:pos x="121934" y="12700"/>
                  </a:cxn>
                  <a:cxn ang="0">
                    <a:pos x="121934" y="12700"/>
                  </a:cxn>
                  <a:cxn ang="0">
                    <a:pos x="105890" y="28575"/>
                  </a:cxn>
                  <a:cxn ang="0">
                    <a:pos x="109099" y="38100"/>
                  </a:cxn>
                  <a:cxn ang="0">
                    <a:pos x="109099" y="38100"/>
                  </a:cxn>
                  <a:cxn ang="0">
                    <a:pos x="112308" y="41275"/>
                  </a:cxn>
                  <a:cxn ang="0">
                    <a:pos x="112308" y="41275"/>
                  </a:cxn>
                  <a:cxn ang="0">
                    <a:pos x="121934" y="44450"/>
                  </a:cxn>
                  <a:cxn ang="0">
                    <a:pos x="137978" y="28575"/>
                  </a:cxn>
                  <a:cxn ang="0">
                    <a:pos x="121934" y="12700"/>
                  </a:cxn>
                </a:cxnLst>
                <a:rect l="0" t="0" r="0" b="0"/>
                <a:pathLst>
                  <a:path w="47" h="51">
                    <a:moveTo>
                      <a:pt x="38" y="33"/>
                    </a:moveTo>
                    <a:cubicBezTo>
                      <a:pt x="41" y="33"/>
                      <a:pt x="43" y="34"/>
                      <a:pt x="44" y="36"/>
                    </a:cubicBezTo>
                    <a:cubicBezTo>
                      <a:pt x="44" y="36"/>
                      <a:pt x="44" y="36"/>
                      <a:pt x="44" y="36"/>
                    </a:cubicBezTo>
                    <a:cubicBezTo>
                      <a:pt x="46" y="37"/>
                      <a:pt x="47" y="40"/>
                      <a:pt x="47" y="42"/>
                    </a:cubicBezTo>
                    <a:cubicBezTo>
                      <a:pt x="47" y="47"/>
                      <a:pt x="43" y="51"/>
                      <a:pt x="38" y="51"/>
                    </a:cubicBezTo>
                    <a:cubicBezTo>
                      <a:pt x="33" y="51"/>
                      <a:pt x="29" y="47"/>
                      <a:pt x="29" y="42"/>
                    </a:cubicBezTo>
                    <a:cubicBezTo>
                      <a:pt x="29" y="41"/>
                      <a:pt x="30" y="40"/>
                      <a:pt x="30" y="39"/>
                    </a:cubicBezTo>
                    <a:cubicBezTo>
                      <a:pt x="21" y="34"/>
                      <a:pt x="21" y="34"/>
                      <a:pt x="21" y="34"/>
                    </a:cubicBezTo>
                    <a:cubicBezTo>
                      <a:pt x="21" y="34"/>
                      <a:pt x="20" y="34"/>
                      <a:pt x="20" y="34"/>
                    </a:cubicBezTo>
                    <a:cubicBezTo>
                      <a:pt x="20" y="34"/>
                      <a:pt x="20" y="34"/>
                      <a:pt x="20" y="34"/>
                    </a:cubicBezTo>
                    <a:cubicBezTo>
                      <a:pt x="18" y="36"/>
                      <a:pt x="15" y="37"/>
                      <a:pt x="12" y="37"/>
                    </a:cubicBezTo>
                    <a:cubicBezTo>
                      <a:pt x="5" y="37"/>
                      <a:pt x="0" y="32"/>
                      <a:pt x="0" y="26"/>
                    </a:cubicBezTo>
                    <a:cubicBezTo>
                      <a:pt x="0" y="19"/>
                      <a:pt x="5" y="14"/>
                      <a:pt x="12" y="14"/>
                    </a:cubicBezTo>
                    <a:cubicBezTo>
                      <a:pt x="15" y="14"/>
                      <a:pt x="18" y="15"/>
                      <a:pt x="20" y="17"/>
                    </a:cubicBezTo>
                    <a:cubicBezTo>
                      <a:pt x="20" y="17"/>
                      <a:pt x="20" y="17"/>
                      <a:pt x="20" y="17"/>
                    </a:cubicBezTo>
                    <a:cubicBezTo>
                      <a:pt x="20" y="17"/>
                      <a:pt x="20" y="17"/>
                      <a:pt x="20" y="17"/>
                    </a:cubicBezTo>
                    <a:cubicBezTo>
                      <a:pt x="20" y="17"/>
                      <a:pt x="21" y="17"/>
                      <a:pt x="21" y="18"/>
                    </a:cubicBezTo>
                    <a:cubicBezTo>
                      <a:pt x="30" y="12"/>
                      <a:pt x="30" y="12"/>
                      <a:pt x="30" y="12"/>
                    </a:cubicBezTo>
                    <a:cubicBezTo>
                      <a:pt x="30" y="11"/>
                      <a:pt x="29" y="10"/>
                      <a:pt x="29" y="9"/>
                    </a:cubicBezTo>
                    <a:cubicBezTo>
                      <a:pt x="29" y="4"/>
                      <a:pt x="33" y="0"/>
                      <a:pt x="38" y="0"/>
                    </a:cubicBezTo>
                    <a:cubicBezTo>
                      <a:pt x="43" y="0"/>
                      <a:pt x="47" y="4"/>
                      <a:pt x="47" y="9"/>
                    </a:cubicBezTo>
                    <a:cubicBezTo>
                      <a:pt x="47" y="14"/>
                      <a:pt x="43" y="18"/>
                      <a:pt x="38" y="18"/>
                    </a:cubicBezTo>
                    <a:cubicBezTo>
                      <a:pt x="36" y="18"/>
                      <a:pt x="34" y="17"/>
                      <a:pt x="32" y="15"/>
                    </a:cubicBezTo>
                    <a:cubicBezTo>
                      <a:pt x="32" y="15"/>
                      <a:pt x="32" y="15"/>
                      <a:pt x="32" y="15"/>
                    </a:cubicBezTo>
                    <a:cubicBezTo>
                      <a:pt x="23" y="21"/>
                      <a:pt x="23" y="21"/>
                      <a:pt x="23" y="21"/>
                    </a:cubicBezTo>
                    <a:cubicBezTo>
                      <a:pt x="23" y="22"/>
                      <a:pt x="24" y="24"/>
                      <a:pt x="24" y="26"/>
                    </a:cubicBezTo>
                    <a:cubicBezTo>
                      <a:pt x="24" y="27"/>
                      <a:pt x="23" y="29"/>
                      <a:pt x="23" y="30"/>
                    </a:cubicBezTo>
                    <a:cubicBezTo>
                      <a:pt x="32" y="36"/>
                      <a:pt x="32" y="36"/>
                      <a:pt x="32" y="36"/>
                    </a:cubicBezTo>
                    <a:cubicBezTo>
                      <a:pt x="32" y="36"/>
                      <a:pt x="32" y="36"/>
                      <a:pt x="32" y="36"/>
                    </a:cubicBezTo>
                    <a:cubicBezTo>
                      <a:pt x="32" y="36"/>
                      <a:pt x="32" y="36"/>
                      <a:pt x="32" y="36"/>
                    </a:cubicBezTo>
                    <a:cubicBezTo>
                      <a:pt x="32" y="36"/>
                      <a:pt x="32" y="36"/>
                      <a:pt x="32" y="36"/>
                    </a:cubicBezTo>
                    <a:cubicBezTo>
                      <a:pt x="34" y="34"/>
                      <a:pt x="36" y="33"/>
                      <a:pt x="38" y="33"/>
                    </a:cubicBezTo>
                    <a:close/>
                    <a:moveTo>
                      <a:pt x="42" y="38"/>
                    </a:moveTo>
                    <a:cubicBezTo>
                      <a:pt x="42" y="38"/>
                      <a:pt x="42" y="38"/>
                      <a:pt x="42" y="38"/>
                    </a:cubicBezTo>
                    <a:cubicBezTo>
                      <a:pt x="41" y="38"/>
                      <a:pt x="40" y="37"/>
                      <a:pt x="38" y="37"/>
                    </a:cubicBezTo>
                    <a:cubicBezTo>
                      <a:pt x="37" y="37"/>
                      <a:pt x="36" y="38"/>
                      <a:pt x="35" y="38"/>
                    </a:cubicBezTo>
                    <a:cubicBezTo>
                      <a:pt x="35" y="38"/>
                      <a:pt x="35" y="38"/>
                      <a:pt x="35" y="38"/>
                    </a:cubicBezTo>
                    <a:cubicBezTo>
                      <a:pt x="34" y="39"/>
                      <a:pt x="33" y="41"/>
                      <a:pt x="33" y="42"/>
                    </a:cubicBezTo>
                    <a:cubicBezTo>
                      <a:pt x="33" y="45"/>
                      <a:pt x="36" y="47"/>
                      <a:pt x="38" y="47"/>
                    </a:cubicBezTo>
                    <a:cubicBezTo>
                      <a:pt x="41" y="47"/>
                      <a:pt x="43" y="45"/>
                      <a:pt x="43" y="42"/>
                    </a:cubicBezTo>
                    <a:cubicBezTo>
                      <a:pt x="43" y="41"/>
                      <a:pt x="43" y="39"/>
                      <a:pt x="42" y="38"/>
                    </a:cubicBezTo>
                    <a:cubicBezTo>
                      <a:pt x="42" y="38"/>
                      <a:pt x="42" y="38"/>
                      <a:pt x="42" y="38"/>
                    </a:cubicBezTo>
                    <a:close/>
                    <a:moveTo>
                      <a:pt x="17" y="20"/>
                    </a:moveTo>
                    <a:cubicBezTo>
                      <a:pt x="17" y="20"/>
                      <a:pt x="17" y="20"/>
                      <a:pt x="17" y="20"/>
                    </a:cubicBezTo>
                    <a:cubicBezTo>
                      <a:pt x="16" y="18"/>
                      <a:pt x="14" y="18"/>
                      <a:pt x="12" y="18"/>
                    </a:cubicBezTo>
                    <a:cubicBezTo>
                      <a:pt x="7" y="18"/>
                      <a:pt x="4" y="21"/>
                      <a:pt x="4" y="26"/>
                    </a:cubicBezTo>
                    <a:cubicBezTo>
                      <a:pt x="4" y="30"/>
                      <a:pt x="7" y="34"/>
                      <a:pt x="12" y="34"/>
                    </a:cubicBezTo>
                    <a:cubicBezTo>
                      <a:pt x="14" y="34"/>
                      <a:pt x="16" y="33"/>
                      <a:pt x="17" y="31"/>
                    </a:cubicBezTo>
                    <a:cubicBezTo>
                      <a:pt x="17" y="31"/>
                      <a:pt x="17" y="31"/>
                      <a:pt x="17" y="31"/>
                    </a:cubicBezTo>
                    <a:cubicBezTo>
                      <a:pt x="19" y="30"/>
                      <a:pt x="20" y="28"/>
                      <a:pt x="20" y="26"/>
                    </a:cubicBezTo>
                    <a:cubicBezTo>
                      <a:pt x="20" y="23"/>
                      <a:pt x="19" y="21"/>
                      <a:pt x="17" y="20"/>
                    </a:cubicBezTo>
                    <a:cubicBezTo>
                      <a:pt x="17" y="20"/>
                      <a:pt x="17" y="20"/>
                      <a:pt x="17" y="20"/>
                    </a:cubicBezTo>
                    <a:close/>
                    <a:moveTo>
                      <a:pt x="38" y="4"/>
                    </a:moveTo>
                    <a:cubicBezTo>
                      <a:pt x="38" y="4"/>
                      <a:pt x="38" y="4"/>
                      <a:pt x="38" y="4"/>
                    </a:cubicBezTo>
                    <a:cubicBezTo>
                      <a:pt x="36" y="4"/>
                      <a:pt x="33" y="7"/>
                      <a:pt x="33" y="9"/>
                    </a:cubicBezTo>
                    <a:cubicBezTo>
                      <a:pt x="33" y="10"/>
                      <a:pt x="34" y="11"/>
                      <a:pt x="34" y="12"/>
                    </a:cubicBezTo>
                    <a:cubicBezTo>
                      <a:pt x="34" y="12"/>
                      <a:pt x="34" y="12"/>
                      <a:pt x="34" y="12"/>
                    </a:cubicBezTo>
                    <a:cubicBezTo>
                      <a:pt x="34" y="12"/>
                      <a:pt x="34" y="12"/>
                      <a:pt x="35" y="13"/>
                    </a:cubicBezTo>
                    <a:cubicBezTo>
                      <a:pt x="35" y="13"/>
                      <a:pt x="35" y="13"/>
                      <a:pt x="35" y="13"/>
                    </a:cubicBezTo>
                    <a:cubicBezTo>
                      <a:pt x="36" y="14"/>
                      <a:pt x="37" y="14"/>
                      <a:pt x="38" y="14"/>
                    </a:cubicBezTo>
                    <a:cubicBezTo>
                      <a:pt x="41" y="14"/>
                      <a:pt x="43" y="12"/>
                      <a:pt x="43" y="9"/>
                    </a:cubicBezTo>
                    <a:cubicBezTo>
                      <a:pt x="43" y="7"/>
                      <a:pt x="41" y="4"/>
                      <a:pt x="38" y="4"/>
                    </a:cubicBezTo>
                    <a:close/>
                  </a:path>
                </a:pathLst>
              </a:custGeom>
              <a:solidFill>
                <a:srgbClr val="28B56A"/>
              </a:solidFill>
              <a:ln>
                <a:noFill/>
              </a:ln>
              <a:effectLst/>
            </p:spPr>
            <p:txBody>
              <a:bodyPr wrap="square" lIns="19050" tIns="19050" rIns="19050" bIns="19050" anchor="ctr">
                <a:noAutofit/>
              </a:bodyPr>
              <a:lstStyle/>
              <a:p>
                <a:pPr lvl="0" algn="ctr" defTabSz="228600" fontAlgn="base" hangingPunct="0">
                  <a:buClrTx/>
                  <a:buSzTx/>
                  <a:buFontTx/>
                  <a:defRPr/>
                </a:pPr>
                <a:endParaRPr lang="en-US" noProof="0">
                  <a:ln>
                    <a:noFill/>
                  </a:ln>
                  <a:solidFill>
                    <a:schemeClr val="tx1">
                      <a:lumMod val="85000"/>
                      <a:lumOff val="15000"/>
                    </a:schemeClr>
                  </a:solidFill>
                  <a:effectLst>
                    <a:outerShdw blurRad="38100" dist="38100" dir="2700000" algn="tl">
                      <a:srgbClr val="000000"/>
                    </a:outerShdw>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nvGrpSpPr>
              <p:cNvPr id="113" name="组合 112">
                <a:extLst>
                  <a:ext uri="{FF2B5EF4-FFF2-40B4-BE49-F238E27FC236}">
                    <a16:creationId xmlns:a16="http://schemas.microsoft.com/office/drawing/2014/main" id="{CEB9C0F3-9FC8-4D9F-9769-0BAAF0419E11}"/>
                  </a:ext>
                </a:extLst>
              </p:cNvPr>
              <p:cNvGrpSpPr/>
              <p:nvPr/>
            </p:nvGrpSpPr>
            <p:grpSpPr>
              <a:xfrm>
                <a:off x="6481" y="2859"/>
                <a:ext cx="6238" cy="6238"/>
                <a:chOff x="5826" y="1626"/>
                <a:chExt cx="7548" cy="7548"/>
              </a:xfrm>
            </p:grpSpPr>
            <p:cxnSp>
              <p:nvCxnSpPr>
                <p:cNvPr id="114" name="直接连接符 113">
                  <a:extLst>
                    <a:ext uri="{FF2B5EF4-FFF2-40B4-BE49-F238E27FC236}">
                      <a16:creationId xmlns:a16="http://schemas.microsoft.com/office/drawing/2014/main" id="{FAA403D7-D8C0-4D15-97BC-569E872B00A6}"/>
                    </a:ext>
                  </a:extLst>
                </p:cNvPr>
                <p:cNvCxnSpPr/>
                <p:nvPr/>
              </p:nvCxnSpPr>
              <p:spPr>
                <a:xfrm>
                  <a:off x="5826" y="5400"/>
                  <a:ext cx="7548"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7A73C139-FFEA-43F4-8257-FA1CF50C7656}"/>
                    </a:ext>
                  </a:extLst>
                </p:cNvPr>
                <p:cNvCxnSpPr/>
                <p:nvPr/>
              </p:nvCxnSpPr>
              <p:spPr>
                <a:xfrm rot="5400000">
                  <a:off x="5826" y="5400"/>
                  <a:ext cx="7548"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2086100499"/>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p15="http://schemas.microsoft.com/office/powerpoint/2012/main" xmlns:a16="http://schemas.microsoft.com/office/drawing/2014/main" xmlns="">
      <p:transition spd="slow" advTm="3000">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C240FD53-5955-444E-8F9B-0E17C0F1CEFC}"/>
              </a:ext>
            </a:extLst>
          </p:cNvPr>
          <p:cNvCxnSpPr/>
          <p:nvPr/>
        </p:nvCxnSpPr>
        <p:spPr>
          <a:xfrm>
            <a:off x="1482824" y="3692657"/>
            <a:ext cx="9361331" cy="0"/>
          </a:xfrm>
          <a:prstGeom prst="line">
            <a:avLst/>
          </a:prstGeom>
          <a:ln w="3175">
            <a:gradFill>
              <a:gsLst>
                <a:gs pos="46000">
                  <a:schemeClr val="accent1">
                    <a:lumMod val="5000"/>
                    <a:lumOff val="95000"/>
                  </a:schemeClr>
                </a:gs>
                <a:gs pos="53000">
                  <a:schemeClr val="accent2"/>
                </a:gs>
              </a:gsLst>
              <a:lin ang="4200000" scaled="0"/>
            </a:gradFill>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1298EEE1-5146-4F5E-A4C9-F3E2FCCC5B2B}"/>
              </a:ext>
            </a:extLst>
          </p:cNvPr>
          <p:cNvGrpSpPr/>
          <p:nvPr/>
        </p:nvGrpSpPr>
        <p:grpSpPr>
          <a:xfrm>
            <a:off x="3899089" y="3290885"/>
            <a:ext cx="4388568" cy="823759"/>
            <a:chOff x="3277179" y="3290883"/>
            <a:chExt cx="5632388" cy="823759"/>
          </a:xfrm>
        </p:grpSpPr>
        <p:sp>
          <p:nvSpPr>
            <p:cNvPr id="65" name="任意多边形: 形状 64">
              <a:extLst>
                <a:ext uri="{FF2B5EF4-FFF2-40B4-BE49-F238E27FC236}">
                  <a16:creationId xmlns:a16="http://schemas.microsoft.com/office/drawing/2014/main" id="{1E824207-1531-4A07-A1FD-402F955FEC21}"/>
                </a:ext>
              </a:extLst>
            </p:cNvPr>
            <p:cNvSpPr/>
            <p:nvPr/>
          </p:nvSpPr>
          <p:spPr>
            <a:xfrm>
              <a:off x="5643505" y="3290883"/>
              <a:ext cx="3266062" cy="823759"/>
            </a:xfrm>
            <a:custGeom>
              <a:avLst/>
              <a:gdLst>
                <a:gd name="connsiteX0" fmla="*/ 500502 w 3143693"/>
                <a:gd name="connsiteY0" fmla="*/ 0 h 792895"/>
                <a:gd name="connsiteX1" fmla="*/ 3143693 w 3143693"/>
                <a:gd name="connsiteY1" fmla="*/ 0 h 792895"/>
                <a:gd name="connsiteX2" fmla="*/ 3143693 w 3143693"/>
                <a:gd name="connsiteY2" fmla="*/ 792895 h 792895"/>
                <a:gd name="connsiteX3" fmla="*/ 0 w 3143693"/>
                <a:gd name="connsiteY3" fmla="*/ 792895 h 792895"/>
                <a:gd name="connsiteX4" fmla="*/ 500502 w 3143693"/>
                <a:gd name="connsiteY4" fmla="*/ 0 h 792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3693" h="792895">
                  <a:moveTo>
                    <a:pt x="500502" y="0"/>
                  </a:moveTo>
                  <a:lnTo>
                    <a:pt x="3143693" y="0"/>
                  </a:lnTo>
                  <a:lnTo>
                    <a:pt x="3143693" y="792895"/>
                  </a:lnTo>
                  <a:lnTo>
                    <a:pt x="0" y="792895"/>
                  </a:lnTo>
                  <a:lnTo>
                    <a:pt x="500502"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63" name="任意多边形: 形状 62">
              <a:extLst>
                <a:ext uri="{FF2B5EF4-FFF2-40B4-BE49-F238E27FC236}">
                  <a16:creationId xmlns:a16="http://schemas.microsoft.com/office/drawing/2014/main" id="{635B2BFE-C1C4-4149-9A8E-822D36333CB6}"/>
                </a:ext>
              </a:extLst>
            </p:cNvPr>
            <p:cNvSpPr/>
            <p:nvPr/>
          </p:nvSpPr>
          <p:spPr>
            <a:xfrm>
              <a:off x="3277179" y="3290883"/>
              <a:ext cx="2886310" cy="823759"/>
            </a:xfrm>
            <a:custGeom>
              <a:avLst/>
              <a:gdLst>
                <a:gd name="connsiteX0" fmla="*/ 0 w 2778169"/>
                <a:gd name="connsiteY0" fmla="*/ 0 h 792895"/>
                <a:gd name="connsiteX1" fmla="*/ 2778169 w 2778169"/>
                <a:gd name="connsiteY1" fmla="*/ 0 h 792895"/>
                <a:gd name="connsiteX2" fmla="*/ 2277667 w 2778169"/>
                <a:gd name="connsiteY2" fmla="*/ 792895 h 792895"/>
                <a:gd name="connsiteX3" fmla="*/ 0 w 2778169"/>
                <a:gd name="connsiteY3" fmla="*/ 792895 h 792895"/>
                <a:gd name="connsiteX4" fmla="*/ 0 w 2778169"/>
                <a:gd name="connsiteY4" fmla="*/ 0 h 792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8169" h="792895">
                  <a:moveTo>
                    <a:pt x="0" y="0"/>
                  </a:moveTo>
                  <a:lnTo>
                    <a:pt x="2778169" y="0"/>
                  </a:lnTo>
                  <a:lnTo>
                    <a:pt x="2277667" y="792895"/>
                  </a:lnTo>
                  <a:lnTo>
                    <a:pt x="0" y="792895"/>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grpSp>
      <p:sp>
        <p:nvSpPr>
          <p:cNvPr id="69" name="矩形 68">
            <a:extLst>
              <a:ext uri="{FF2B5EF4-FFF2-40B4-BE49-F238E27FC236}">
                <a16:creationId xmlns:a16="http://schemas.microsoft.com/office/drawing/2014/main" id="{89C5F6DE-1F74-48A0-9CAC-6B5B5614D4E6}"/>
              </a:ext>
            </a:extLst>
          </p:cNvPr>
          <p:cNvSpPr/>
          <p:nvPr/>
        </p:nvSpPr>
        <p:spPr>
          <a:xfrm>
            <a:off x="2828935" y="2018149"/>
            <a:ext cx="6534132" cy="1446550"/>
          </a:xfrm>
          <a:prstGeom prst="rect">
            <a:avLst/>
          </a:prstGeom>
          <a:noFill/>
        </p:spPr>
        <p:txBody>
          <a:bodyPr wrap="squar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8800" b="1" i="0" u="none" strike="noStrike" kern="1200" cap="none" spc="-150" normalizeH="0" baseline="0" noProof="0">
                <a:ln>
                  <a:noFill/>
                </a:ln>
                <a:solidFill>
                  <a:srgbClr val="000000">
                    <a:lumMod val="65000"/>
                    <a:lumOff val="35000"/>
                  </a:srgbClr>
                </a:solidFill>
                <a:effectLst/>
                <a:uLnTx/>
                <a:uFillTx/>
                <a:latin typeface="思源黑体 Medium" panose="020B0600000000000000" pitchFamily="34" charset="-122"/>
                <a:ea typeface="思源黑体 Medium" panose="020B0600000000000000" pitchFamily="34" charset="-122"/>
                <a:sym typeface="思源黑体 Light" panose="020B0300000000000000" pitchFamily="34" charset="-122"/>
              </a:rPr>
              <a:t>THANKS</a:t>
            </a:r>
            <a:endParaRPr kumimoji="0" lang="zh-CN" altLang="en-US" sz="8800" b="1" i="0" u="none" strike="noStrike" kern="1200" cap="none" spc="-150" normalizeH="0" baseline="0" noProof="0">
              <a:ln>
                <a:noFill/>
              </a:ln>
              <a:solidFill>
                <a:srgbClr val="000000">
                  <a:lumMod val="65000"/>
                  <a:lumOff val="35000"/>
                </a:srgbClr>
              </a:solidFill>
              <a:effectLst/>
              <a:uLnTx/>
              <a:uFillTx/>
              <a:latin typeface="思源黑体 Medium" panose="020B0600000000000000" pitchFamily="34" charset="-122"/>
              <a:ea typeface="思源黑体 Medium" panose="020B0600000000000000" pitchFamily="34" charset="-122"/>
              <a:sym typeface="思源黑体 Light" panose="020B0300000000000000" pitchFamily="34" charset="-122"/>
            </a:endParaRPr>
          </a:p>
        </p:txBody>
      </p:sp>
      <p:sp>
        <p:nvSpPr>
          <p:cNvPr id="70" name="矩形 69">
            <a:extLst>
              <a:ext uri="{FF2B5EF4-FFF2-40B4-BE49-F238E27FC236}">
                <a16:creationId xmlns:a16="http://schemas.microsoft.com/office/drawing/2014/main" id="{C25CD595-3075-4D44-A258-4DB47E36B182}"/>
              </a:ext>
            </a:extLst>
          </p:cNvPr>
          <p:cNvSpPr/>
          <p:nvPr/>
        </p:nvSpPr>
        <p:spPr>
          <a:xfrm>
            <a:off x="3908484" y="3471931"/>
            <a:ext cx="4248920" cy="461665"/>
          </a:xfrm>
          <a:prstGeom prst="rect">
            <a:avLst/>
          </a:prstGeom>
          <a:noFill/>
        </p:spPr>
        <p:txBody>
          <a:bodyPr wrap="square">
            <a:spAutoFit/>
          </a:body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STANDARD     TEMPLATE</a:t>
            </a:r>
            <a:endParaRPr kumimoji="0" lang="zh-CN" altLang="en-US" sz="2400" b="0" i="0" u="none" strike="noStrike" kern="1200" cap="none" spc="0" normalizeH="0" baseline="0" noProof="0">
              <a:ln>
                <a:noFill/>
              </a:ln>
              <a:solidFill>
                <a:srgbClr val="FFFFFF"/>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71" name="矩形 70">
            <a:extLst>
              <a:ext uri="{FF2B5EF4-FFF2-40B4-BE49-F238E27FC236}">
                <a16:creationId xmlns:a16="http://schemas.microsoft.com/office/drawing/2014/main" id="{D6DAB0BF-3B6A-415E-A07F-44A226DAF3F4}"/>
              </a:ext>
            </a:extLst>
          </p:cNvPr>
          <p:cNvSpPr/>
          <p:nvPr/>
        </p:nvSpPr>
        <p:spPr>
          <a:xfrm>
            <a:off x="4102538" y="4337323"/>
            <a:ext cx="3980577" cy="400110"/>
          </a:xfrm>
          <a:prstGeom prst="rect">
            <a:avLst/>
          </a:prstGeom>
        </p:spPr>
        <p:txBody>
          <a:bodyPr wrap="none">
            <a:spAutoFit/>
          </a:bodyPr>
          <a:lstStyle/>
          <a:p>
            <a:pPr marL="0" marR="0" lvl="0" indent="0" algn="r" defTabSz="45720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000000">
                    <a:lumMod val="65000"/>
                    <a:lumOff val="35000"/>
                  </a:srgb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通用型商业工作总结汇报</a:t>
            </a:r>
            <a:r>
              <a:rPr kumimoji="0" lang="en-US" altLang="zh-CN" sz="2000" b="0" i="0" u="none" strike="noStrike" kern="1200" cap="none" spc="0" normalizeH="0" baseline="0" noProof="0">
                <a:ln>
                  <a:noFill/>
                </a:ln>
                <a:solidFill>
                  <a:srgbClr val="000000">
                    <a:lumMod val="65000"/>
                    <a:lumOff val="35000"/>
                  </a:srgb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PPT</a:t>
            </a:r>
            <a:r>
              <a:rPr kumimoji="0" lang="zh-CN" altLang="en-US" sz="2000" b="0" i="0" u="none" strike="noStrike" kern="1200" cap="none" spc="0" normalizeH="0" baseline="0" noProof="0">
                <a:ln>
                  <a:noFill/>
                </a:ln>
                <a:solidFill>
                  <a:srgbClr val="000000">
                    <a:lumMod val="65000"/>
                    <a:lumOff val="35000"/>
                  </a:srgbClr>
                </a:solidFill>
                <a:effectLst/>
                <a:uLnTx/>
                <a:uFillTx/>
                <a:latin typeface="思源黑体 Light" panose="020B0300000000000000" pitchFamily="34" charset="-122"/>
                <a:ea typeface="思源黑体 Light" panose="020B0300000000000000" pitchFamily="34" charset="-122"/>
                <a:cs typeface="+mn-ea"/>
                <a:sym typeface="思源黑体 Light" panose="020B0300000000000000" pitchFamily="34" charset="-122"/>
              </a:rPr>
              <a:t>模板</a:t>
            </a:r>
          </a:p>
        </p:txBody>
      </p:sp>
      <p:sp>
        <p:nvSpPr>
          <p:cNvPr id="72" name="文本框 71">
            <a:extLst>
              <a:ext uri="{FF2B5EF4-FFF2-40B4-BE49-F238E27FC236}">
                <a16:creationId xmlns:a16="http://schemas.microsoft.com/office/drawing/2014/main" id="{87D15155-5814-4A46-A0BD-29C7F7CFE300}"/>
              </a:ext>
            </a:extLst>
          </p:cNvPr>
          <p:cNvSpPr txBox="1"/>
          <p:nvPr/>
        </p:nvSpPr>
        <p:spPr>
          <a:xfrm>
            <a:off x="10425861" y="526335"/>
            <a:ext cx="1337226" cy="369332"/>
          </a:xfrm>
          <a:prstGeom prst="rect">
            <a:avLst/>
          </a:prstGeom>
          <a:noFill/>
          <a:ln>
            <a:solidFill>
              <a:schemeClr val="accent2"/>
            </a:solidFill>
          </a:ln>
        </p:spPr>
        <p:txBody>
          <a:bodyPr wrap="none" rtlCol="0" anchor="b">
            <a:spAutoFit/>
          </a:bodyPr>
          <a:lstStyle/>
          <a:p>
            <a:pPr marL="0" marR="0" lvl="0" indent="0" algn="l" defTabSz="457200" rtl="0" eaLnBrk="1" fontAlgn="auto" latinLnBrk="0" hangingPunct="1">
              <a:lnSpc>
                <a:spcPct val="100000"/>
              </a:lnSpc>
              <a:spcBef>
                <a:spcPct val="0"/>
              </a:spcBef>
              <a:spcAft>
                <a:spcPct val="0"/>
              </a:spcAft>
              <a:buClrTx/>
              <a:buSzTx/>
              <a:buFontTx/>
              <a:buNone/>
              <a:defRPr/>
            </a:pPr>
            <a:r>
              <a:rPr kumimoji="0" lang="en-US" altLang="zh-CN" sz="1800" b="1" i="0" u="none" strike="noStrike" kern="1200" cap="none" spc="-150" normalizeH="0" baseline="0" noProof="0">
                <a:ln>
                  <a:noFill/>
                </a:ln>
                <a:solidFill>
                  <a:srgbClr val="000000">
                    <a:lumMod val="65000"/>
                    <a:lumOff val="35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LOGO</a:t>
            </a:r>
            <a:r>
              <a:rPr kumimoji="0" lang="en-US" altLang="zh-CN" sz="1800" b="0" i="0" u="none" strike="noStrike" kern="1200" cap="none" spc="-150" normalizeH="0" baseline="0" noProof="0">
                <a:ln>
                  <a:noFill/>
                </a:ln>
                <a:solidFill>
                  <a:srgbClr val="000000">
                    <a:lumMod val="65000"/>
                    <a:lumOff val="35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 HERE</a:t>
            </a:r>
            <a:endParaRPr kumimoji="0" lang="zh-CN" altLang="en-US" sz="1800" b="0" i="0" u="none" strike="noStrike" kern="1200" cap="none" spc="-150" normalizeH="0" baseline="0" noProof="0">
              <a:ln>
                <a:noFill/>
              </a:ln>
              <a:solidFill>
                <a:srgbClr val="000000">
                  <a:lumMod val="65000"/>
                  <a:lumOff val="35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endParaRPr>
          </a:p>
        </p:txBody>
      </p:sp>
      <p:sp>
        <p:nvSpPr>
          <p:cNvPr id="73" name="矩形 72">
            <a:extLst>
              <a:ext uri="{FF2B5EF4-FFF2-40B4-BE49-F238E27FC236}">
                <a16:creationId xmlns:a16="http://schemas.microsoft.com/office/drawing/2014/main" id="{001D3406-2131-4636-AA70-A81F3AEBD6A7}"/>
              </a:ext>
            </a:extLst>
          </p:cNvPr>
          <p:cNvSpPr/>
          <p:nvPr/>
        </p:nvSpPr>
        <p:spPr>
          <a:xfrm>
            <a:off x="3850776" y="5781556"/>
            <a:ext cx="3969356" cy="338554"/>
          </a:xfrm>
          <a:prstGeom prst="rect">
            <a:avLst/>
          </a:prstGeom>
        </p:spPr>
        <p:txBody>
          <a:bodyPr wrap="none">
            <a:spAutoFit/>
          </a:bodyPr>
          <a:lstStyle/>
          <a:p>
            <a:pPr marL="0" marR="0" lvl="0" indent="0" algn="ctr" defTabSz="457200"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汇报时间：</a:t>
            </a:r>
            <a:r>
              <a:rPr kumimoji="0" lang="en-US" altLang="zh-CN" sz="1600" b="0" i="0" u="none" strike="noStrike" kern="1200" cap="none" spc="0" normalizeH="0" baseline="0" noProof="0" err="1">
                <a:ln>
                  <a:noFill/>
                </a:ln>
                <a:solidFill>
                  <a:srgbClr val="000000">
                    <a:lumMod val="65000"/>
                    <a:lumOff val="35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xxxx</a:t>
            </a:r>
            <a:r>
              <a:rPr kumimoji="0" lang="zh-CN" altLang="en-US" sz="1600" b="0" i="0" u="none" strike="noStrike" kern="1200" cap="none" spc="0" normalizeH="0" baseline="0" noProof="0">
                <a:ln>
                  <a:noFill/>
                </a:ln>
                <a:solidFill>
                  <a:srgbClr val="000000">
                    <a:lumMod val="65000"/>
                    <a:lumOff val="35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年</a:t>
            </a:r>
            <a:r>
              <a:rPr kumimoji="0" lang="en-US" altLang="zh-CN" sz="1600" b="0" i="0" u="none" strike="noStrike" kern="1200" cap="none" spc="0" normalizeH="0" baseline="0" noProof="0">
                <a:ln>
                  <a:noFill/>
                </a:ln>
                <a:solidFill>
                  <a:srgbClr val="000000">
                    <a:lumMod val="65000"/>
                    <a:lumOff val="35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xxx</a:t>
            </a:r>
            <a:r>
              <a:rPr kumimoji="0" lang="zh-CN" altLang="en-US" sz="1600" b="0" i="0" u="none" strike="noStrike" kern="1200" cap="none" spc="0" normalizeH="0" baseline="0" noProof="0">
                <a:ln>
                  <a:noFill/>
                </a:ln>
                <a:solidFill>
                  <a:srgbClr val="000000">
                    <a:lumMod val="65000"/>
                    <a:lumOff val="35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月   汇报人：</a:t>
            </a:r>
            <a:r>
              <a:rPr lang="zh-CN" altLang="en-US" sz="1600" noProof="0">
                <a:solidFill>
                  <a:srgbClr val="000000">
                    <a:lumMod val="65000"/>
                    <a:lumOff val="35000"/>
                  </a:srgbClr>
                </a:solidFill>
                <a:latin typeface="思源黑体 Light" panose="020B0300000000000000" pitchFamily="34" charset="-122"/>
                <a:ea typeface="思源黑体 Light" panose="020B0300000000000000" pitchFamily="34" charset="-122"/>
                <a:sym typeface="思源黑体 Light" panose="020B0300000000000000" pitchFamily="34" charset="-122"/>
              </a:rPr>
              <a:t>XXX</a:t>
            </a:r>
            <a:r>
              <a:rPr kumimoji="0" lang="zh-CN" altLang="en-US" sz="1600" b="0" i="0" u="none" strike="noStrike" kern="1200" cap="none" spc="0" normalizeH="0" baseline="0" noProof="0">
                <a:ln>
                  <a:noFill/>
                </a:ln>
                <a:solidFill>
                  <a:srgbClr val="000000">
                    <a:lumMod val="65000"/>
                    <a:lumOff val="35000"/>
                  </a:srgbClr>
                </a:solidFill>
                <a:effectLst/>
                <a:uLnTx/>
                <a:uFillTx/>
                <a:latin typeface="思源黑体 Light" panose="020B0300000000000000" pitchFamily="34" charset="-122"/>
                <a:ea typeface="思源黑体 Light" panose="020B0300000000000000" pitchFamily="34" charset="-122"/>
                <a:sym typeface="思源黑体 Light" panose="020B0300000000000000" pitchFamily="34" charset="-122"/>
              </a:rPr>
              <a:t>X</a:t>
            </a:r>
          </a:p>
        </p:txBody>
      </p:sp>
    </p:spTree>
    <p:extLst>
      <p:ext uri="{BB962C8B-B14F-4D97-AF65-F5344CB8AC3E}">
        <p14:creationId xmlns:p14="http://schemas.microsoft.com/office/powerpoint/2010/main" val="2482490378"/>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p15="http://schemas.microsoft.com/office/powerpoint/2012/main" xmlns:a16="http://schemas.microsoft.com/office/drawing/2014/main"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6" presetClass="entr" presetSubtype="37"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outVertical)">
                                      <p:cBhvr>
                                        <p:cTn id="7" dur="500"/>
                                        <p:tgtEl>
                                          <p:spTgt spid="7"/>
                                        </p:tgtEl>
                                      </p:cBhvr>
                                    </p:animEffect>
                                  </p:childTnLst>
                                </p:cTn>
                              </p:par>
                            </p:childTnLst>
                          </p:cTn>
                        </p:par>
                        <p:par>
                          <p:cTn id="8" fill="hold" nodeType="afterGroup">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69"/>
                                        </p:tgtEl>
                                        <p:attrNameLst>
                                          <p:attrName>style.visibility</p:attrName>
                                        </p:attrNameLst>
                                      </p:cBhvr>
                                      <p:to>
                                        <p:strVal val="visible"/>
                                      </p:to>
                                    </p:set>
                                    <p:animEffect transition="in" filter="barn(outVertical)">
                                      <p:cBhvr>
                                        <p:cTn id="11" dur="500"/>
                                        <p:tgtEl>
                                          <p:spTgt spid="69"/>
                                        </p:tgtEl>
                                      </p:cBhvr>
                                    </p:animEffect>
                                  </p:childTnLst>
                                </p:cTn>
                              </p:par>
                            </p:childTnLst>
                          </p:cTn>
                        </p:par>
                        <p:par>
                          <p:cTn id="12" fill="hold" nodeType="afterGroup">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70"/>
                                        </p:tgtEl>
                                        <p:attrNameLst>
                                          <p:attrName>style.visibility</p:attrName>
                                        </p:attrNameLst>
                                      </p:cBhvr>
                                      <p:to>
                                        <p:strVal val="visible"/>
                                      </p:to>
                                    </p:set>
                                    <p:animEffect transition="in" filter="fade">
                                      <p:cBhvr>
                                        <p:cTn id="15" dur="500"/>
                                        <p:tgtEl>
                                          <p:spTgt spid="70"/>
                                        </p:tgtEl>
                                      </p:cBhvr>
                                    </p:animEffect>
                                  </p:childTnLst>
                                </p:cTn>
                              </p:par>
                            </p:childTnLst>
                          </p:cTn>
                        </p:par>
                        <p:par>
                          <p:cTn id="16" fill="hold" nodeType="afterGroup">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71"/>
                                        </p:tgtEl>
                                        <p:attrNameLst>
                                          <p:attrName>style.visibility</p:attrName>
                                        </p:attrNameLst>
                                      </p:cBhvr>
                                      <p:to>
                                        <p:strVal val="visible"/>
                                      </p:to>
                                    </p:set>
                                    <p:animEffect transition="in" filter="fade">
                                      <p:cBhvr>
                                        <p:cTn id="19" dur="500"/>
                                        <p:tgtEl>
                                          <p:spTgt spid="71"/>
                                        </p:tgtEl>
                                      </p:cBhvr>
                                    </p:animEffect>
                                  </p:childTnLst>
                                </p:cTn>
                              </p:par>
                            </p:childTnLst>
                          </p:cTn>
                        </p:par>
                        <p:par>
                          <p:cTn id="20" fill="hold" nodeType="afterGroup">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72"/>
                                        </p:tgtEl>
                                        <p:attrNameLst>
                                          <p:attrName>style.visibility</p:attrName>
                                        </p:attrNameLst>
                                      </p:cBhvr>
                                      <p:to>
                                        <p:strVal val="visible"/>
                                      </p:to>
                                    </p:set>
                                    <p:animEffect transition="in" filter="fade">
                                      <p:cBhvr>
                                        <p:cTn id="23" dur="500"/>
                                        <p:tgtEl>
                                          <p:spTgt spid="72"/>
                                        </p:tgtEl>
                                      </p:cBhvr>
                                    </p:animEffect>
                                  </p:childTnLst>
                                </p:cTn>
                              </p:par>
                            </p:childTnLst>
                          </p:cTn>
                        </p:par>
                        <p:par>
                          <p:cTn id="24" fill="hold" nodeType="afterGroup">
                            <p:stCondLst>
                              <p:cond delay="2500"/>
                            </p:stCondLst>
                            <p:childTnLst>
                              <p:par>
                                <p:cTn id="25" presetID="22" presetClass="entr" presetSubtype="2" fill="hold" grpId="0" nodeType="afterEffect">
                                  <p:stCondLst>
                                    <p:cond delay="0"/>
                                  </p:stCondLst>
                                  <p:childTnLst>
                                    <p:set>
                                      <p:cBhvr>
                                        <p:cTn id="26" dur="1" fill="hold">
                                          <p:stCondLst>
                                            <p:cond delay="0"/>
                                          </p:stCondLst>
                                        </p:cTn>
                                        <p:tgtEl>
                                          <p:spTgt spid="73"/>
                                        </p:tgtEl>
                                        <p:attrNameLst>
                                          <p:attrName>style.visibility</p:attrName>
                                        </p:attrNameLst>
                                      </p:cBhvr>
                                      <p:to>
                                        <p:strVal val="visible"/>
                                      </p:to>
                                    </p:set>
                                    <p:animEffect transition="in" filter="wipe(right)">
                                      <p:cBhvr>
                                        <p:cTn id="27"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70" grpId="0"/>
      <p:bldP spid="71" grpId="0"/>
      <p:bldP spid="72" grpId="0" animBg="1"/>
      <p:bldP spid="7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6" name="图片 5">
            <a:extLst>
              <a:ext uri="{FF2B5EF4-FFF2-40B4-BE49-F238E27FC236}">
                <a16:creationId xmlns:a16="http://schemas.microsoft.com/office/drawing/2014/main" id="{3FCE0580-9D1B-EF74-B2D6-3ABC2A2CB185}"/>
              </a:ext>
            </a:extLst>
          </p:cNvPr>
          <p:cNvPicPr>
            <a:picLocks noChangeAspect="1"/>
          </p:cNvPicPr>
          <p:nvPr/>
        </p:nvPicPr>
        <p:blipFill>
          <a:blip r:embed="R43d18b4731b94caf">
            <a:extLst>
              <a:ext uri="{28A0092B-C50C-407E-A947-70E740481C1C}">
                <a14:useLocalDpi xmlns:a14="http://schemas.microsoft.com/office/drawing/2010/main" val="0"/>
              </a:ext>
            </a:extLst>
          </a:blip>
          <a:srcRect/>
          <a:stretch/>
        </p:blipFill>
        <p:spPr>
          <a:xfrm>
            <a:off x="556078" y="373516"/>
            <a:ext cx="10863943" cy="6110967"/>
          </a:xfrm>
          <a:prstGeom prst="rect">
            <a:avLst/>
          </a:prstGeom>
        </p:spPr>
      </p:pic>
      <mc:AlternateContent xmlns:mc="http://schemas.openxmlformats.org/markup-compatibility/2006">
        <mc:Choice xmlns:p14="http://schemas.microsoft.com/office/powerpoint/2010/main" Requires="p14">
          <p:contentPart p14:bwMode="auto" r:id="R64b24f90a5164ffc">
            <p14:nvContentPartPr>
              <p14:cNvPr id="16" name="墨迹 15"/>
              <p14:cNvContentPartPr/>
              <p14:nvPr/>
            </p14:nvContentPartPr>
            <p14:xfrm>
              <a:off x="2093051" y="-286110"/>
              <a:ext cx="360" cy="360"/>
            </p14:xfrm>
          </p:contentPart>
        </mc:Choice>
        <mc:Fallback>
          <p:pic>
            <p:nvPicPr>
              <p:cNvPr id="16" name="墨迹 15"/>
              <p:cNvPicPr/>
              <p:nvPr/>
            </p:nvPicPr>
            <p:blipFill>
              <a:blip r:embed="R4b297af228fb4c2e"/>
              <a:stretch>
                <a:fillRect/>
              </a:stretch>
            </p:blipFill>
            <p:spPr>
              <a:xfrm>
                <a:off x="2057051" y="-32211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d3f47edf9cc34d6b">
            <p14:nvContentPartPr>
              <p14:cNvPr id="17" name="墨迹 16"/>
              <p14:cNvContentPartPr/>
              <p14:nvPr/>
            </p14:nvContentPartPr>
            <p14:xfrm>
              <a:off x="822971" y="-489150"/>
              <a:ext cx="360" cy="360"/>
            </p14:xfrm>
          </p:contentPart>
        </mc:Choice>
        <mc:Fallback>
          <p:pic>
            <p:nvPicPr>
              <p:cNvPr id="17" name="墨迹 16"/>
              <p:cNvPicPr/>
              <p:nvPr/>
            </p:nvPicPr>
            <p:blipFill>
              <a:blip r:embed="R4b297af228fb4c2e"/>
              <a:stretch>
                <a:fillRect/>
              </a:stretch>
            </p:blipFill>
            <p:spPr>
              <a:xfrm>
                <a:off x="786971" y="-525150"/>
                <a:ext cx="72000" cy="72000"/>
              </a:xfrm>
              <a:prstGeom prst="rect">
                <a:avLst/>
              </a:prstGeom>
            </p:spPr>
          </p:pic>
        </mc:Fallback>
      </mc:AlternateContent>
      <p:sp>
        <p:nvSpPr>
          <p:cNvPr id="5" name="文本框 4"/>
          <p:cNvSpPr txBox="1"/>
          <p:nvPr/>
        </p:nvSpPr>
        <p:spPr>
          <a:xfrm>
            <a:off x="995631" y="5853325"/>
            <a:ext cx="5218430" cy="353196"/>
          </a:xfrm>
          <a:prstGeom prst="roundRect">
            <a:avLst/>
          </a:prstGeom>
          <a:solidFill>
            <a:schemeClr val="bg1"/>
          </a:solidFill>
        </p:spPr>
        <p:txBody>
          <a:bodyPr wrap="square">
            <a:noAutofit/>
          </a:bodyPr>
          <a:lstStyle/>
          <a:p>
            <a:r>
              <a:rPr lang="en-US" altLang="zh-CN">
                <a:solidFill>
                  <a:schemeClr val="bg1"/>
                </a:solidFill>
                <a:hlinkClick r:id="R62e4fee752a64a2ea4b58f813ebaf450"/>
              </a:rPr>
              <a:t>https://www.pptsupermarket.com/customizes</a:t>
            </a:r>
            <a:endParaRPr lang="en-US" altLang="zh-CN">
              <a:solidFill>
                <a:schemeClr val="bg1"/>
              </a:solidFill>
            </a:endParaRPr>
          </a:p>
        </p:txBody>
      </p:sp>
      <p:pic>
        <p:nvPicPr>
          <p:cNvPr id="3" name="图片 2">
            <a:extLst>
              <a:ext uri="{FF2B5EF4-FFF2-40B4-BE49-F238E27FC236}">
                <a16:creationId xmlns:a16="http://schemas.microsoft.com/office/drawing/2014/main" id="{0C505DC9-B288-9E36-2E1C-FAB4AFFB11D1}"/>
              </a:ext>
            </a:extLst>
          </p:cNvPr>
          <p:cNvPicPr>
            <a:picLocks noChangeAspect="1"/>
          </p:cNvPicPr>
          <p:nvPr/>
        </p:nvPicPr>
        <p:blipFill>
          <a:blip r:embed="R18f9715a44bc4caa" cstate="print">
            <a:extLst>
              <a:ext uri="{28A0092B-C50C-407E-A947-70E740481C1C}">
                <a14:useLocalDpi xmlns:a14="http://schemas.microsoft.com/office/drawing/2010/main" val="0"/>
              </a:ext>
            </a:extLst>
          </a:blip>
          <a:stretch>
            <a:fillRect/>
          </a:stretch>
        </p:blipFill>
        <p:spPr>
          <a:xfrm>
            <a:off x="7861028" y="1584183"/>
            <a:ext cx="2669342" cy="2757368"/>
          </a:xfrm>
          <a:prstGeom prst="rect">
            <a:avLst/>
          </a:prstGeom>
        </p:spPr>
      </p:pic>
      <p:sp>
        <p:nvSpPr>
          <p:cNvPr id="2" name="文本框 1">
            <a:extLst>
              <a:ext uri="{FF2B5EF4-FFF2-40B4-BE49-F238E27FC236}">
                <a16:creationId xmlns:a16="http://schemas.microsoft.com/office/drawing/2014/main" id="{DB6278BE-3286-7688-C839-03607785B618}"/>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464B4C1-1D1A-E7BF-FF1D-C8DA501C10E2}"/>
              </a:ext>
            </a:extLst>
          </p:cNvPr>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p:cNvPicPr>
            <a:picLocks noChangeAspect="1"/>
          </p:cNvPicPr>
          <p:nvPr/>
        </p:nvPicPr>
        <p:blipFill>
          <a:blip r:embed="R7f9a24d08d61427a" cstate="screen">
            <a:extLst>
              <a:ext uri="{28A0092B-C50C-407E-A947-70E740481C1C}">
                <a14:useLocalDpi xmlns:a14="http://schemas.microsoft.com/office/drawing/2010/main"/>
              </a:ext>
            </a:extLst>
          </a:blip>
          <a:stretch>
            <a:fillRect/>
          </a:stretch>
        </p:blipFill>
        <p:spPr>
          <a:xfrm>
            <a:off x="4952144" y="1028495"/>
            <a:ext cx="6814466" cy="4801010"/>
          </a:xfrm>
          <a:prstGeom prst="rect">
            <a:avLst/>
          </a:prstGeom>
          <a:ln>
            <a:noFill/>
          </a:ln>
          <a:effectLst>
            <a:outerShdw blurRad="190500" algn="tl" rotWithShape="0">
              <a:srgbClr val="000000">
                <a:alpha val="70000"/>
              </a:srgbClr>
            </a:outerShdw>
          </a:effectLst>
        </p:spPr>
      </p:pic>
      <p:pic>
        <p:nvPicPr>
          <p:cNvPr id="10" name="图片 9"/>
          <p:cNvPicPr>
            <a:picLocks noChangeAspect="1"/>
          </p:cNvPicPr>
          <p:nvPr/>
        </p:nvPicPr>
        <p:blipFill>
          <a:blip r:embed="Rd4bc11ac52fb4e16" cstate="print">
            <a:extLst>
              <a:ext uri="{28A0092B-C50C-407E-A947-70E740481C1C}">
                <a14:useLocalDpi xmlns:a14="http://schemas.microsoft.com/office/drawing/2010/main" val="0"/>
              </a:ext>
            </a:extLst>
          </a:blip>
          <a:stretch>
            <a:fillRect/>
          </a:stretch>
        </p:blipFill>
        <p:spPr>
          <a:xfrm>
            <a:off x="699842" y="3904439"/>
            <a:ext cx="1690961" cy="1690961"/>
          </a:xfrm>
          <a:prstGeom prst="rect">
            <a:avLst/>
          </a:prstGeom>
        </p:spPr>
      </p:pic>
      <p:sp>
        <p:nvSpPr>
          <p:cNvPr id="13" name="文本框 12"/>
          <p:cNvSpPr txBox="1"/>
          <p:nvPr/>
        </p:nvSpPr>
        <p:spPr>
          <a:xfrm>
            <a:off x="587177" y="1095947"/>
            <a:ext cx="4154347" cy="2123658"/>
          </a:xfrm>
          <a:prstGeom prst="rect">
            <a:avLst/>
          </a:prstGeom>
          <a:noFill/>
        </p:spPr>
        <p:txBody>
          <a:bodyPr wrap="square">
            <a:spAutoFit/>
          </a:bodyPr>
          <a:lstStyle/>
          <a:p>
            <a:r>
              <a:rPr lang="en-US" altLang="zh-CN" sz="4400" b="1" i="0">
                <a:solidFill>
                  <a:schemeClr val="bg1"/>
                </a:solidFill>
                <a:effectLst/>
                <a:latin typeface="MiSans Medium" panose="00000600000000000000" pitchFamily="2" charset="-122"/>
                <a:ea typeface="MiSans Medium" panose="00000600000000000000" pitchFamily="2" charset="-122"/>
              </a:rPr>
              <a:t>PPT</a:t>
            </a:r>
            <a:r>
              <a:rPr lang="zh-CN" altLang="en-US" sz="4400" b="1" i="0">
                <a:solidFill>
                  <a:schemeClr val="bg1"/>
                </a:solidFill>
                <a:effectLst/>
                <a:latin typeface="MiSans Medium" panose="00000600000000000000" pitchFamily="2" charset="-122"/>
                <a:ea typeface="MiSans Medium" panose="00000600000000000000" pitchFamily="2" charset="-122"/>
              </a:rPr>
              <a:t>超级市场</a:t>
            </a:r>
            <a:r>
              <a:rPr lang="en-US" altLang="zh-CN" sz="4400" b="1" i="0">
                <a:solidFill>
                  <a:schemeClr val="bg1"/>
                </a:solidFill>
                <a:effectLst/>
                <a:latin typeface="MiSans Medium" panose="00000600000000000000" pitchFamily="2" charset="-122"/>
                <a:ea typeface="MiSans Medium" panose="00000600000000000000" pitchFamily="2" charset="-122"/>
              </a:rPr>
              <a:t>AI</a:t>
            </a:r>
          </a:p>
          <a:p>
            <a:r>
              <a:rPr lang="en-US" altLang="zh-CN" sz="4400" b="1" i="0">
                <a:solidFill>
                  <a:schemeClr val="bg1"/>
                </a:solidFill>
                <a:effectLst/>
                <a:latin typeface="MiSans Medium" panose="00000600000000000000" pitchFamily="2" charset="-122"/>
                <a:ea typeface="MiSans Medium" panose="00000600000000000000" pitchFamily="2" charset="-122"/>
              </a:rPr>
              <a:t>1</a:t>
            </a:r>
            <a:r>
              <a:rPr lang="zh-CN" altLang="en-US" sz="4400" b="1" i="0">
                <a:solidFill>
                  <a:schemeClr val="bg1"/>
                </a:solidFill>
                <a:effectLst/>
                <a:latin typeface="MiSans Medium" panose="00000600000000000000" pitchFamily="2" charset="-122"/>
                <a:ea typeface="MiSans Medium" panose="00000600000000000000" pitchFamily="2" charset="-122"/>
              </a:rPr>
              <a:t>分钟</a:t>
            </a:r>
            <a:r>
              <a:rPr lang="zh-CN" altLang="en-US" sz="4400" b="1">
                <a:solidFill>
                  <a:schemeClr val="bg1"/>
                </a:solidFill>
                <a:latin typeface="MiSans Medium" panose="00000600000000000000" pitchFamily="2" charset="-122"/>
                <a:ea typeface="MiSans Medium" panose="00000600000000000000" pitchFamily="2" charset="-122"/>
              </a:rPr>
              <a:t>免费</a:t>
            </a:r>
            <a:endParaRPr lang="en-US" altLang="zh-CN" sz="4400" b="1" i="0">
              <a:solidFill>
                <a:schemeClr val="bg1"/>
              </a:solidFill>
              <a:effectLst/>
              <a:latin typeface="MiSans Medium" panose="00000600000000000000" pitchFamily="2" charset="-122"/>
              <a:ea typeface="MiSans Medium" panose="00000600000000000000" pitchFamily="2" charset="-122"/>
            </a:endParaRPr>
          </a:p>
          <a:p>
            <a:r>
              <a:rPr lang="en-US" altLang="zh-CN" sz="4400" b="1" i="0">
                <a:solidFill>
                  <a:schemeClr val="bg1"/>
                </a:solidFill>
                <a:effectLst/>
                <a:latin typeface="MiSans Medium" panose="00000600000000000000" pitchFamily="2" charset="-122"/>
                <a:ea typeface="MiSans Medium" panose="00000600000000000000" pitchFamily="2" charset="-122"/>
              </a:rPr>
              <a:t>AI</a:t>
            </a:r>
            <a:r>
              <a:rPr lang="zh-CN" altLang="en-US" sz="4400" b="1" i="0">
                <a:solidFill>
                  <a:schemeClr val="bg1"/>
                </a:solidFill>
                <a:effectLst/>
                <a:latin typeface="MiSans Medium" panose="00000600000000000000" pitchFamily="2" charset="-122"/>
                <a:ea typeface="MiSans Medium" panose="00000600000000000000" pitchFamily="2" charset="-122"/>
              </a:rPr>
              <a:t>生成精美</a:t>
            </a:r>
            <a:r>
              <a:rPr lang="en-US" altLang="zh-CN" sz="4400" b="1" i="0">
                <a:solidFill>
                  <a:schemeClr val="bg1"/>
                </a:solidFill>
                <a:effectLst/>
                <a:latin typeface="MiSans Medium" panose="00000600000000000000" pitchFamily="2" charset="-122"/>
                <a:ea typeface="MiSans Medium" panose="00000600000000000000" pitchFamily="2" charset="-122"/>
              </a:rPr>
              <a:t>PPT</a:t>
            </a:r>
          </a:p>
        </p:txBody>
      </p:sp>
      <mc:AlternateContent xmlns:mc="http://schemas.openxmlformats.org/markup-compatibility/2006" xmlns:p14="http://schemas.microsoft.com/office/powerpoint/2010/main">
        <mc:Choice Requires="p14">
          <p:contentPart p14:bwMode="auto" r:id="R2599bcac8ff24ca7">
            <p14:nvContentPartPr>
              <p14:cNvPr id="15" name="墨迹 14"/>
              <p14:cNvContentPartPr/>
              <p14:nvPr/>
            </p14:nvContentPartPr>
            <p14:xfrm>
              <a:off x="5357445" y="1361610"/>
              <a:ext cx="1892160" cy="360"/>
            </p14:xfrm>
          </p:contentPart>
        </mc:Choice>
        <mc:Fallback xmlns="">
          <p:pic>
            <p:nvPicPr>
              <p:cNvPr id="15" name="墨迹 14"/>
            </p:nvPicPr>
            <p:blipFill>
              <a:blip r:embed="R4ac2430189ff421e"/>
            </p:blipFill>
            <p:spPr>
              <a:xfrm>
                <a:off x="5357445" y="1361610"/>
                <a:ext cx="1892160" cy="360"/>
              </a:xfrm>
              <a:prstGeom prst="rect"/>
            </p:spPr>
          </p:pic>
        </mc:Fallback>
      </mc:AlternateContent>
      <mc:AlternateContent xmlns:mc="http://schemas.openxmlformats.org/markup-compatibility/2006">
        <mc:Choice xmlns:p14="http://schemas.microsoft.com/office/powerpoint/2010/main" Requires="p14">
          <p:contentPart p14:bwMode="auto" r:id="R1b01d96592be4b29">
            <p14:nvContentPartPr>
              <p14:cNvPr id="16" name="墨迹 15"/>
              <p14:cNvContentPartPr/>
              <p14:nvPr/>
            </p14:nvContentPartPr>
            <p14:xfrm>
              <a:off x="1974990" y="-204574"/>
              <a:ext cx="360" cy="360"/>
            </p14:xfrm>
          </p:contentPart>
        </mc:Choice>
        <mc:Fallback>
          <p:pic>
            <p:nvPicPr>
              <p:cNvPr id="16" name="墨迹 15"/>
              <p:cNvPicPr/>
              <p:nvPr/>
            </p:nvPicPr>
            <p:blipFill>
              <a:blip r:embed="Rf8ae7be970014278"/>
              <a:stretch>
                <a:fillRect/>
              </a:stretch>
            </p:blipFill>
            <p:spPr>
              <a:xfrm>
                <a:off x="1938990" y="-2405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36bb2dca9ca94297">
            <p14:nvContentPartPr>
              <p14:cNvPr id="17" name="墨迹 16"/>
              <p14:cNvContentPartPr/>
              <p14:nvPr/>
            </p14:nvContentPartPr>
            <p14:xfrm>
              <a:off x="704910" y="-489150"/>
              <a:ext cx="360" cy="360"/>
            </p14:xfrm>
          </p:contentPart>
        </mc:Choice>
        <mc:Fallback xmlns="">
          <p:pic>
            <p:nvPicPr>
              <p:cNvPr id="17" name="墨迹 16"/>
            </p:nvPicPr>
            <p:blipFill>
              <a:blip r:embed="R68eba98ddd604878"/>
            </p:blipFill>
            <p:spPr>
              <a:xfrm>
                <a:off x="704910" y="-489150"/>
                <a:ext cx="360" cy="360"/>
              </a:xfrm>
              <a:prstGeom prst="rect"/>
            </p:spPr>
          </p:pic>
        </mc:Fallback>
      </mc:AlternateContent>
      <p:pic>
        <p:nvPicPr>
          <p:cNvPr id="19" name="图片 18"/>
          <p:cNvPicPr>
            <a:picLocks noChangeAspect="1"/>
          </p:cNvPicPr>
          <p:nvPr/>
        </p:nvPicPr>
        <p:blipFill>
          <a:blip r:embed="R4de1470776754a18">
            <a:extLst>
              <a:ext uri="{28A0092B-C50C-407E-A947-70E740481C1C}">
                <a14:useLocalDpi xmlns:a14="http://schemas.microsoft.com/office/drawing/2010/main" val="0"/>
              </a:ext>
            </a:extLst>
          </a:blip>
          <a:stretch>
            <a:fillRect/>
          </a:stretch>
        </p:blipFill>
        <p:spPr>
          <a:xfrm>
            <a:off x="693632" y="3902536"/>
            <a:ext cx="1690960" cy="1690960"/>
          </a:xfrm>
          <a:prstGeom prst="rect">
            <a:avLst/>
          </a:prstGeom>
        </p:spPr>
      </p:pic>
      <p:pic>
        <p:nvPicPr>
          <p:cNvPr id="21" name="图片 20"/>
          <p:cNvPicPr>
            <a:picLocks noChangeAspect="1"/>
          </p:cNvPicPr>
          <p:nvPr/>
        </p:nvPicPr>
        <p:blipFill>
          <a:blip r:embed="Rb691d6e43e654706" cstate="print">
            <a:extLst>
              <a:ext uri="{28A0092B-C50C-407E-A947-70E740481C1C}">
                <a14:useLocalDpi xmlns:a14="http://schemas.microsoft.com/office/drawing/2010/main" val="0"/>
              </a:ext>
            </a:extLst>
          </a:blip>
          <a:stretch>
            <a:fillRect/>
          </a:stretch>
        </p:blipFill>
        <p:spPr>
          <a:xfrm>
            <a:off x="2597770" y="3902536"/>
            <a:ext cx="1690960" cy="1690960"/>
          </a:xfrm>
          <a:prstGeom prst="rect">
            <a:avLst/>
          </a:prstGeom>
        </p:spPr>
      </p:pic>
      <p:sp>
        <p:nvSpPr>
          <p:cNvPr id="23" name="文本框 22"/>
          <p:cNvSpPr txBox="1"/>
          <p:nvPr/>
        </p:nvSpPr>
        <p:spPr>
          <a:xfrm>
            <a:off x="693632" y="3288809"/>
            <a:ext cx="3648020" cy="369332"/>
          </a:xfrm>
          <a:prstGeom prst="rect">
            <a:avLst/>
          </a:prstGeom>
          <a:solidFill>
            <a:schemeClr val="bg1"/>
          </a:solidFill>
        </p:spPr>
        <p:txBody>
          <a:bodyPr wrap="square">
            <a:spAutoFit/>
          </a:bodyPr>
          <a:lstStyle/>
          <a:p>
            <a:r>
              <a:rPr lang="en-US" altLang="zh-CN">
                <a:solidFill>
                  <a:schemeClr val="bg1"/>
                </a:solidFill>
                <a:hlinkClick r:id="Rb446f86f4fc14501af6659d884c50501"/>
              </a:rPr>
              <a:t>https://www.pptsupermarket.com</a:t>
            </a:r>
            <a:endParaRPr lang="zh-CN" altLang="en-US">
              <a:solidFill>
                <a:schemeClr val="bg1"/>
              </a:solidFill>
            </a:endParaRPr>
          </a:p>
        </p:txBody>
      </p:sp>
      <p:sp>
        <p:nvSpPr>
          <p:cNvPr id="3" name="文本框 2">
            <a:extLst>
              <a:ext uri="{FF2B5EF4-FFF2-40B4-BE49-F238E27FC236}">
                <a16:creationId xmlns:a16="http://schemas.microsoft.com/office/drawing/2014/main" id="{20A45F51-90AD-52ED-9B4B-9163368ABC90}"/>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rgbClr val="EA6C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ad2988dc0d69408d" cstate="print">
            <a:extLst>
              <a:ext uri="{28A0092B-C50C-407E-A947-70E740481C1C}">
                <a14:useLocalDpi xmlns:a14="http://schemas.microsoft.com/office/drawing/2010/main" val="0"/>
              </a:ext>
            </a:extLst>
          </a:blip>
          <a:stretch>
            <a:fillRect/>
          </a:stretch>
        </p:blipFill>
        <p:spPr>
          <a:xfrm>
            <a:off x="2820996" y="2078418"/>
            <a:ext cx="2674457" cy="2674457"/>
          </a:xfrm>
          <a:prstGeom prst="rect">
            <a:avLst/>
          </a:prstGeom>
        </p:spPr>
      </p:pic>
      <p:sp>
        <p:nvSpPr>
          <p:cNvPr id="2" name="文本框 1"/>
          <p:cNvSpPr txBox="1"/>
          <p:nvPr/>
        </p:nvSpPr>
        <p:spPr>
          <a:xfrm>
            <a:off x="762797" y="3051843"/>
            <a:ext cx="3096259" cy="646331"/>
          </a:xfrm>
          <a:prstGeom prst="rect">
            <a:avLst/>
          </a:prstGeom>
          <a:noFill/>
        </p:spPr>
        <p:txBody>
          <a:bodyPr wrap="square" rtlCol="0">
            <a:spAutoFit/>
          </a:bodyPr>
          <a:lstStyle/>
          <a:p>
            <a:r>
              <a:rPr lang="en-US" altLang="zh-CN" sz="3600" b="1" dirty="0">
                <a:solidFill>
                  <a:schemeClr val="bg1"/>
                </a:solidFill>
                <a:latin typeface="仓耳渔阳体 W01" panose="02020400000000000000" pitchFamily="18" charset="-122"/>
                <a:ea typeface="仓耳渔阳体 W01" panose="02020400000000000000" pitchFamily="18" charset="-122"/>
              </a:rPr>
              <a:t>Powered by</a:t>
            </a:r>
            <a:endParaRPr lang="zh-CN" altLang="en-US" sz="3600" b="1" dirty="0">
              <a:solidFill>
                <a:schemeClr val="bg1"/>
              </a:solidFill>
              <a:latin typeface="仓耳渔阳体 W01" panose="02020400000000000000" pitchFamily="18" charset="-122"/>
              <a:ea typeface="仓耳渔阳体 W01" panose="02020400000000000000" pitchFamily="18" charset="-122"/>
            </a:endParaRPr>
          </a:p>
        </p:txBody>
      </p:sp>
      <p:sp>
        <p:nvSpPr>
          <p:cNvPr id="9" name="文本框 8"/>
          <p:cNvSpPr txBox="1"/>
          <p:nvPr/>
        </p:nvSpPr>
        <p:spPr>
          <a:xfrm>
            <a:off x="6082502"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定制</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3" name="矩形 2"/>
          <p:cNvSpPr/>
          <p:nvPr/>
        </p:nvSpPr>
        <p:spPr>
          <a:xfrm>
            <a:off x="5080955" y="1864461"/>
            <a:ext cx="45719" cy="3102372"/>
          </a:xfrm>
          <a:prstGeom prst="rect">
            <a:avLst/>
          </a:prstGeom>
          <a:solidFill>
            <a:schemeClr val="bg1">
              <a:lumMod val="95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6eb4839abdf648e5">
            <a:extLst>
              <a:ext uri="{28A0092B-C50C-407E-A947-70E740481C1C}">
                <a14:useLocalDpi xmlns:a14="http://schemas.microsoft.com/office/drawing/2010/main" val="0"/>
              </a:ext>
            </a:extLst>
          </a:blip>
          <a:stretch>
            <a:fillRect/>
          </a:stretch>
        </p:blipFill>
        <p:spPr>
          <a:xfrm>
            <a:off x="5724696" y="2021301"/>
            <a:ext cx="2681263" cy="2674457"/>
          </a:xfrm>
          <a:prstGeom prst="rect">
            <a:avLst/>
          </a:prstGeom>
        </p:spPr>
      </p:pic>
      <p:pic>
        <p:nvPicPr>
          <p:cNvPr id="10" name="图片 9"/>
          <p:cNvPicPr>
            <a:picLocks noChangeAspect="1"/>
          </p:cNvPicPr>
          <p:nvPr/>
        </p:nvPicPr>
        <p:blipFill>
          <a:blip r:embed="R5a852e539a1948c5">
            <a:extLst>
              <a:ext uri="{28A0092B-C50C-407E-A947-70E740481C1C}">
                <a14:useLocalDpi xmlns:a14="http://schemas.microsoft.com/office/drawing/2010/main" val="0"/>
              </a:ext>
            </a:extLst>
          </a:blip>
          <a:stretch>
            <a:fillRect/>
          </a:stretch>
        </p:blipFill>
        <p:spPr>
          <a:xfrm>
            <a:off x="8610918" y="2021301"/>
            <a:ext cx="2674457" cy="2674457"/>
          </a:xfrm>
          <a:prstGeom prst="rect">
            <a:avLst/>
          </a:prstGeom>
        </p:spPr>
      </p:pic>
      <p:sp>
        <p:nvSpPr>
          <p:cNvPr id="11" name="文本框 10"/>
          <p:cNvSpPr txBox="1"/>
          <p:nvPr/>
        </p:nvSpPr>
        <p:spPr>
          <a:xfrm>
            <a:off x="8825793"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下载</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4" name="文本框 3"/>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mc:AlternateContent xmlns:mc="http://schemas.openxmlformats.org/markup-compatibility/2006" xmlns:p14="http://schemas.microsoft.com/office/powerpoint/2010/main">
        <mc:Choice Requires="p14">
          <p:contentPart p14:bwMode="auto" r:id="R5002465dee2049c0">
            <p14:nvContentPartPr>
              <p14:cNvPr id="8" name="墨迹 7"/>
              <p14:cNvContentPartPr/>
              <p14:nvPr/>
            </p14:nvContentPartPr>
            <p14:xfrm>
              <a:off x="907950" y="-825390"/>
              <a:ext cx="360" cy="360"/>
            </p14:xfrm>
          </p:contentPart>
        </mc:Choice>
        <mc:Fallback xmlns="">
          <p:pic>
            <p:nvPicPr>
              <p:cNvPr id="8" name="墨迹 7"/>
            </p:nvPicPr>
            <p:blipFill>
              <a:blip r:embed="R5725735b758f4171"/>
            </p:blipFill>
            <p:spPr>
              <a:xfrm>
                <a:off x="907950" y="-825390"/>
                <a:ext cx="360" cy="360"/>
              </a:xfrm>
              <a:prstGeom prst="rect"/>
            </p:spPr>
          </p:pic>
        </mc:Fallback>
      </mc:AlternateContent>
      <mc:AlternateContent xmlns:mc="http://schemas.openxmlformats.org/markup-compatibility/2006" xmlns:p14="http://schemas.microsoft.com/office/powerpoint/2010/main">
        <mc:Choice Requires="p14">
          <p:contentPart p14:bwMode="auto" r:id="Rfc1aa318f3e544d3">
            <p14:nvContentPartPr>
              <p14:cNvPr id="13" name="墨迹 12"/>
              <p14:cNvContentPartPr/>
              <p14:nvPr/>
            </p14:nvContentPartPr>
            <p14:xfrm>
              <a:off x="1130070" y="-939870"/>
              <a:ext cx="360" cy="360"/>
            </p14:xfrm>
          </p:contentPart>
        </mc:Choice>
        <mc:Fallback xmlns="">
          <p:pic>
            <p:nvPicPr>
              <p:cNvPr id="13" name="墨迹 12"/>
            </p:nvPicPr>
            <p:blipFill>
              <a:blip r:embed="R5725735b758f4171"/>
            </p:blipFill>
            <p:spPr>
              <a:xfrm>
                <a:off x="1130070" y="-939870"/>
                <a:ext cx="360" cy="360"/>
              </a:xfrm>
              <a:prstGeom prst="rect"/>
            </p:spPr>
          </p:pic>
        </mc:Fallback>
      </mc:AlternateContent>
      <mc:AlternateContent xmlns:mc="http://schemas.openxmlformats.org/markup-compatibility/2006" xmlns:p14="http://schemas.microsoft.com/office/powerpoint/2010/main">
        <mc:Choice Requires="p14">
          <p:contentPart p14:bwMode="auto" r:id="R9afe8e2b7ab64dbf">
            <p14:nvContentPartPr>
              <p14:cNvPr id="14" name="墨迹 13"/>
              <p14:cNvContentPartPr/>
              <p14:nvPr/>
            </p14:nvContentPartPr>
            <p14:xfrm>
              <a:off x="768270" y="-768510"/>
              <a:ext cx="360" cy="360"/>
            </p14:xfrm>
          </p:contentPart>
        </mc:Choice>
        <mc:Fallback xmlns="">
          <p:pic>
            <p:nvPicPr>
              <p:cNvPr id="14" name="墨迹 13"/>
            </p:nvPicPr>
            <p:blipFill>
              <a:blip r:embed="R5725735b758f4171"/>
            </p:blipFill>
            <p:spPr>
              <a:xfrm>
                <a:off x="768270" y="-768510"/>
                <a:ext cx="360" cy="360"/>
              </a:xfrm>
              <a:prstGeom prst="rect"/>
            </p:spPr>
          </p:pic>
        </mc:Fallback>
      </mc:AlternateContent>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2457408" y="1563181"/>
            <a:ext cx="8048861" cy="2355132"/>
          </a:xfrm>
          <a:prstGeom prst="rect">
            <a:avLst/>
          </a:prstGeom>
          <a:noFill/>
        </p:spPr>
        <p:txBody>
          <a:bodyPr wrap="square" rtlCol="0">
            <a:spAutoFit/>
          </a:bodyPr>
          <a:lstStyle/>
          <a:p>
            <a:r>
              <a:rPr lang="zh-CN" altLang="en-US" sz="2400" dirty="0">
                <a:latin typeface="思源黑体 CN Normal" panose="020B0400000000000000" pitchFamily="34" charset="-122"/>
                <a:ea typeface="思源黑体 CN Normal" panose="020B0400000000000000" pitchFamily="34" charset="-122"/>
              </a:rPr>
              <a:t>提示：</a:t>
            </a:r>
            <a:endParaRPr lang="en-US" altLang="zh-CN" sz="2400" dirty="0">
              <a:latin typeface="思源黑体 CN Normal" panose="020B0400000000000000" pitchFamily="34" charset="-122"/>
              <a:ea typeface="思源黑体 CN Normal" panose="020B0400000000000000" pitchFamily="34" charset="-122"/>
            </a:endParaRPr>
          </a:p>
          <a:p>
            <a:endParaRPr lang="en-US" altLang="zh-CN" dirty="0">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此文件仅供您在内部团队交流学习交流之用，</a:t>
            </a:r>
            <a:r>
              <a:rPr lang="zh-CN" altLang="en-US" dirty="0">
                <a:solidFill>
                  <a:srgbClr val="FF0000"/>
                </a:solidFill>
                <a:latin typeface="思源黑体 CN Normal" panose="020B0400000000000000" pitchFamily="34" charset="-122"/>
                <a:ea typeface="思源黑体 CN Normal" panose="020B0400000000000000" pitchFamily="34" charset="-122"/>
              </a:rPr>
              <a:t>严禁</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在其他公共领域传播或商用。如果因为您将本站资源用于其他用途而引起的纠纷，本站不负任何责任</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部分页面仅有一行过渡文字，如不需要请删除</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文档正文字体为：思源等宽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SourceHanMonoSC</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-Light)</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MiSans</a:t>
            </a:r>
            <a:r>
              <a:rPr lang="en-US" altLang="zh-CN" dirty="0">
                <a:solidFill>
                  <a:srgbClr val="212529"/>
                </a:solidFill>
                <a:latin typeface="Helvetica Neue"/>
              </a:rPr>
              <a:t>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Normal</a:t>
            </a:r>
          </a:p>
        </p:txBody>
      </p:sp>
      <p:sp>
        <p:nvSpPr>
          <p:cNvPr id="2" name="文本框 1"/>
          <p:cNvSpPr txBox="1"/>
          <p:nvPr/>
        </p:nvSpPr>
        <p:spPr>
          <a:xfrm>
            <a:off x="2457409" y="4417013"/>
            <a:ext cx="5277798" cy="369332"/>
          </a:xfrm>
          <a:prstGeom prst="rect">
            <a:avLst/>
          </a:prstGeom>
          <a:noFill/>
        </p:spPr>
        <p:txBody>
          <a:bodyPr wrap="square" rtlCol="0">
            <a:spAutoFit/>
          </a:bodyPr>
          <a:lstStyle/>
          <a:p>
            <a:r>
              <a:rPr lang="zh-CN" altLang="en-US" dirty="0">
                <a:hlinkClick r:id="R92618a3689cc4fbf897e7898aea7aa24"/>
              </a:rPr>
              <a:t>部分字体来源于</a:t>
            </a:r>
            <a:r>
              <a:rPr lang="en-US" altLang="zh-CN" dirty="0">
                <a:hlinkClick r:id="R92618a3689cc4fbf897e7898aea7aa24"/>
              </a:rPr>
              <a:t>100font.com  </a:t>
            </a:r>
            <a:r>
              <a:rPr lang="zh-CN" altLang="en-US" dirty="0">
                <a:hlinkClick r:id="R92618a3689cc4fbf897e7898aea7aa24"/>
              </a:rPr>
              <a:t>点击此链接下载字体</a:t>
            </a:r>
            <a:endParaRPr lang="zh-CN" altLang="en-US" dirty="0"/>
          </a:p>
        </p:txBody>
      </p:sp>
      <p:sp>
        <p:nvSpPr>
          <p:cNvPr id="6" name="文本框 5"/>
          <p:cNvSpPr txBox="1"/>
          <p:nvPr/>
        </p:nvSpPr>
        <p:spPr>
          <a:xfrm>
            <a:off x="2457409" y="4822886"/>
            <a:ext cx="7017821" cy="369332"/>
          </a:xfrm>
          <a:prstGeom prst="rect">
            <a:avLst/>
          </a:prstGeom>
          <a:noFill/>
        </p:spPr>
        <p:txBody>
          <a:bodyPr wrap="square" rtlCol="0">
            <a:spAutoFit/>
          </a:bodyPr>
          <a:lstStyle/>
          <a:p>
            <a:r>
              <a:rPr lang="zh-CN" altLang="en-US" dirty="0">
                <a:hlinkClick r:id="Ra4e1c165dab348a492e00121b62fd453"/>
              </a:rPr>
              <a:t>部分图标来源于</a:t>
            </a:r>
            <a:r>
              <a:rPr lang="en-US" altLang="zh-CN" dirty="0">
                <a:hlinkClick r:id="Ra4e1c165dab348a492e00121b62fd453"/>
              </a:rPr>
              <a:t>Storyset.com </a:t>
            </a:r>
            <a:r>
              <a:rPr lang="zh-CN" altLang="en-US" dirty="0">
                <a:hlinkClick r:id="Ra4e1c165dab348a492e00121b62fd453"/>
              </a:rPr>
              <a:t>点击此链接获取图标</a:t>
            </a:r>
            <a:endParaRPr lang="zh-CN" altLang="en-US" dirty="0"/>
          </a:p>
        </p:txBody>
      </p:sp>
      <p:sp>
        <p:nvSpPr>
          <p:cNvPr id="3" name="文本框 2">
            <a:extLst>
              <a:ext uri="{FF2B5EF4-FFF2-40B4-BE49-F238E27FC236}">
                <a16:creationId xmlns:a16="http://schemas.microsoft.com/office/drawing/2014/main" id="{DB88FEA3-84DD-A730-1816-8BF7FBF369D7}"/>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6" name="图片 5">
            <a:extLst>
              <a:ext uri="{FF2B5EF4-FFF2-40B4-BE49-F238E27FC236}">
                <a16:creationId xmlns:a16="http://schemas.microsoft.com/office/drawing/2014/main" id="{3FCE0580-9D1B-EF74-B2D6-3ABC2A2CB185}"/>
              </a:ext>
            </a:extLst>
          </p:cNvPr>
          <p:cNvPicPr>
            <a:picLocks noChangeAspect="1"/>
          </p:cNvPicPr>
          <p:nvPr/>
        </p:nvPicPr>
        <p:blipFill>
          <a:blip r:embed="R79cb6fbfb9bd4291">
            <a:extLst>
              <a:ext uri="{28A0092B-C50C-407E-A947-70E740481C1C}">
                <a14:useLocalDpi xmlns:a14="http://schemas.microsoft.com/office/drawing/2010/main" val="0"/>
              </a:ext>
            </a:extLst>
          </a:blip>
          <a:srcRect/>
          <a:stretch/>
        </p:blipFill>
        <p:spPr>
          <a:xfrm>
            <a:off x="556078" y="373516"/>
            <a:ext cx="10863943" cy="6110967"/>
          </a:xfrm>
          <a:prstGeom prst="rect">
            <a:avLst/>
          </a:prstGeom>
        </p:spPr>
      </p:pic>
      <mc:AlternateContent xmlns:mc="http://schemas.openxmlformats.org/markup-compatibility/2006">
        <mc:Choice xmlns:p14="http://schemas.microsoft.com/office/powerpoint/2010/main" Requires="p14">
          <p:contentPart p14:bwMode="auto" r:id="R497d5c11f5c848f8">
            <p14:nvContentPartPr>
              <p14:cNvPr id="16" name="墨迹 15"/>
              <p14:cNvContentPartPr/>
              <p14:nvPr/>
            </p14:nvContentPartPr>
            <p14:xfrm>
              <a:off x="2093051" y="-286110"/>
              <a:ext cx="360" cy="360"/>
            </p14:xfrm>
          </p:contentPart>
        </mc:Choice>
        <mc:Fallback>
          <p:pic>
            <p:nvPicPr>
              <p:cNvPr id="16" name="墨迹 15"/>
              <p:cNvPicPr/>
              <p:nvPr/>
            </p:nvPicPr>
            <p:blipFill>
              <a:blip r:embed="R2d392fa2f1794f99"/>
              <a:stretch>
                <a:fillRect/>
              </a:stretch>
            </p:blipFill>
            <p:spPr>
              <a:xfrm>
                <a:off x="2057051" y="-32211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4c9b3df759a34927">
            <p14:nvContentPartPr>
              <p14:cNvPr id="17" name="墨迹 16"/>
              <p14:cNvContentPartPr/>
              <p14:nvPr/>
            </p14:nvContentPartPr>
            <p14:xfrm>
              <a:off x="822971" y="-489150"/>
              <a:ext cx="360" cy="360"/>
            </p14:xfrm>
          </p:contentPart>
        </mc:Choice>
        <mc:Fallback>
          <p:pic>
            <p:nvPicPr>
              <p:cNvPr id="17" name="墨迹 16"/>
              <p:cNvPicPr/>
              <p:nvPr/>
            </p:nvPicPr>
            <p:blipFill>
              <a:blip r:embed="R2d392fa2f1794f99"/>
              <a:stretch>
                <a:fillRect/>
              </a:stretch>
            </p:blipFill>
            <p:spPr>
              <a:xfrm>
                <a:off x="786971" y="-525150"/>
                <a:ext cx="72000" cy="72000"/>
              </a:xfrm>
              <a:prstGeom prst="rect">
                <a:avLst/>
              </a:prstGeom>
            </p:spPr>
          </p:pic>
        </mc:Fallback>
      </mc:AlternateContent>
      <p:sp>
        <p:nvSpPr>
          <p:cNvPr id="5" name="文本框 4"/>
          <p:cNvSpPr txBox="1"/>
          <p:nvPr/>
        </p:nvSpPr>
        <p:spPr>
          <a:xfrm>
            <a:off x="995631" y="5853325"/>
            <a:ext cx="5218430" cy="353196"/>
          </a:xfrm>
          <a:prstGeom prst="roundRect">
            <a:avLst/>
          </a:prstGeom>
          <a:solidFill>
            <a:schemeClr val="bg1"/>
          </a:solidFill>
        </p:spPr>
        <p:txBody>
          <a:bodyPr wrap="square">
            <a:noAutofit/>
          </a:bodyPr>
          <a:lstStyle/>
          <a:p>
            <a:r>
              <a:rPr lang="en-US" altLang="zh-CN">
                <a:solidFill>
                  <a:schemeClr val="bg1"/>
                </a:solidFill>
                <a:hlinkClick r:id="Ra72b363c3c464448969a4cfdcde267bc"/>
              </a:rPr>
              <a:t>https://www.pptsupermarket.com/customizes</a:t>
            </a:r>
            <a:endParaRPr lang="en-US" altLang="zh-CN">
              <a:solidFill>
                <a:schemeClr val="bg1"/>
              </a:solidFill>
            </a:endParaRPr>
          </a:p>
        </p:txBody>
      </p:sp>
      <p:pic>
        <p:nvPicPr>
          <p:cNvPr id="3" name="图片 2">
            <a:extLst>
              <a:ext uri="{FF2B5EF4-FFF2-40B4-BE49-F238E27FC236}">
                <a16:creationId xmlns:a16="http://schemas.microsoft.com/office/drawing/2014/main" id="{0C505DC9-B288-9E36-2E1C-FAB4AFFB11D1}"/>
              </a:ext>
            </a:extLst>
          </p:cNvPr>
          <p:cNvPicPr>
            <a:picLocks noChangeAspect="1"/>
          </p:cNvPicPr>
          <p:nvPr/>
        </p:nvPicPr>
        <p:blipFill>
          <a:blip r:embed="R6e81a43982dd49a0" cstate="print">
            <a:extLst>
              <a:ext uri="{28A0092B-C50C-407E-A947-70E740481C1C}">
                <a14:useLocalDpi xmlns:a14="http://schemas.microsoft.com/office/drawing/2010/main" val="0"/>
              </a:ext>
            </a:extLst>
          </a:blip>
          <a:stretch>
            <a:fillRect/>
          </a:stretch>
        </p:blipFill>
        <p:spPr>
          <a:xfrm>
            <a:off x="7861028" y="1584183"/>
            <a:ext cx="2669342" cy="2757368"/>
          </a:xfrm>
          <a:prstGeom prst="rect">
            <a:avLst/>
          </a:prstGeom>
        </p:spPr>
      </p:pic>
      <p:sp>
        <p:nvSpPr>
          <p:cNvPr id="2" name="文本框 1">
            <a:extLst>
              <a:ext uri="{FF2B5EF4-FFF2-40B4-BE49-F238E27FC236}">
                <a16:creationId xmlns:a16="http://schemas.microsoft.com/office/drawing/2014/main" id="{DB6278BE-3286-7688-C839-03607785B618}"/>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464B4C1-1D1A-E7BF-FF1D-C8DA501C10E2}"/>
              </a:ext>
            </a:extLst>
          </p:cNvPr>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p:cNvPicPr>
            <a:picLocks noChangeAspect="1"/>
          </p:cNvPicPr>
          <p:nvPr/>
        </p:nvPicPr>
        <p:blipFill>
          <a:blip r:embed="Rc7fb084a01ff472b" cstate="screen">
            <a:extLst>
              <a:ext uri="{28A0092B-C50C-407E-A947-70E740481C1C}">
                <a14:useLocalDpi xmlns:a14="http://schemas.microsoft.com/office/drawing/2010/main"/>
              </a:ext>
            </a:extLst>
          </a:blip>
          <a:stretch>
            <a:fillRect/>
          </a:stretch>
        </p:blipFill>
        <p:spPr>
          <a:xfrm>
            <a:off x="4952144" y="1028495"/>
            <a:ext cx="6814466" cy="4801010"/>
          </a:xfrm>
          <a:prstGeom prst="rect">
            <a:avLst/>
          </a:prstGeom>
          <a:ln>
            <a:noFill/>
          </a:ln>
          <a:effectLst>
            <a:outerShdw blurRad="190500" algn="tl" rotWithShape="0">
              <a:srgbClr val="000000">
                <a:alpha val="70000"/>
              </a:srgbClr>
            </a:outerShdw>
          </a:effectLst>
        </p:spPr>
      </p:pic>
      <p:pic>
        <p:nvPicPr>
          <p:cNvPr id="10" name="图片 9"/>
          <p:cNvPicPr>
            <a:picLocks noChangeAspect="1"/>
          </p:cNvPicPr>
          <p:nvPr/>
        </p:nvPicPr>
        <p:blipFill>
          <a:blip r:embed="R68c012fa45d74046" cstate="print">
            <a:extLst>
              <a:ext uri="{28A0092B-C50C-407E-A947-70E740481C1C}">
                <a14:useLocalDpi xmlns:a14="http://schemas.microsoft.com/office/drawing/2010/main" val="0"/>
              </a:ext>
            </a:extLst>
          </a:blip>
          <a:stretch>
            <a:fillRect/>
          </a:stretch>
        </p:blipFill>
        <p:spPr>
          <a:xfrm>
            <a:off x="699842" y="3904439"/>
            <a:ext cx="1690961" cy="1690961"/>
          </a:xfrm>
          <a:prstGeom prst="rect">
            <a:avLst/>
          </a:prstGeom>
        </p:spPr>
      </p:pic>
      <p:sp>
        <p:nvSpPr>
          <p:cNvPr id="13" name="文本框 12"/>
          <p:cNvSpPr txBox="1"/>
          <p:nvPr/>
        </p:nvSpPr>
        <p:spPr>
          <a:xfrm>
            <a:off x="587177" y="1095947"/>
            <a:ext cx="4154347" cy="2123658"/>
          </a:xfrm>
          <a:prstGeom prst="rect">
            <a:avLst/>
          </a:prstGeom>
          <a:noFill/>
        </p:spPr>
        <p:txBody>
          <a:bodyPr wrap="square">
            <a:spAutoFit/>
          </a:bodyPr>
          <a:lstStyle/>
          <a:p>
            <a:r>
              <a:rPr lang="en-US" altLang="zh-CN" sz="4400" b="1" i="0">
                <a:solidFill>
                  <a:schemeClr val="bg1"/>
                </a:solidFill>
                <a:effectLst/>
                <a:latin typeface="MiSans Medium" panose="00000600000000000000" pitchFamily="2" charset="-122"/>
                <a:ea typeface="MiSans Medium" panose="00000600000000000000" pitchFamily="2" charset="-122"/>
              </a:rPr>
              <a:t>PPT</a:t>
            </a:r>
            <a:r>
              <a:rPr lang="zh-CN" altLang="en-US" sz="4400" b="1" i="0">
                <a:solidFill>
                  <a:schemeClr val="bg1"/>
                </a:solidFill>
                <a:effectLst/>
                <a:latin typeface="MiSans Medium" panose="00000600000000000000" pitchFamily="2" charset="-122"/>
                <a:ea typeface="MiSans Medium" panose="00000600000000000000" pitchFamily="2" charset="-122"/>
              </a:rPr>
              <a:t>超级市场</a:t>
            </a:r>
            <a:r>
              <a:rPr lang="en-US" altLang="zh-CN" sz="4400" b="1" i="0">
                <a:solidFill>
                  <a:schemeClr val="bg1"/>
                </a:solidFill>
                <a:effectLst/>
                <a:latin typeface="MiSans Medium" panose="00000600000000000000" pitchFamily="2" charset="-122"/>
                <a:ea typeface="MiSans Medium" panose="00000600000000000000" pitchFamily="2" charset="-122"/>
              </a:rPr>
              <a:t>AI</a:t>
            </a:r>
          </a:p>
          <a:p>
            <a:r>
              <a:rPr lang="en-US" altLang="zh-CN" sz="4400" b="1" i="0">
                <a:solidFill>
                  <a:schemeClr val="bg1"/>
                </a:solidFill>
                <a:effectLst/>
                <a:latin typeface="MiSans Medium" panose="00000600000000000000" pitchFamily="2" charset="-122"/>
                <a:ea typeface="MiSans Medium" panose="00000600000000000000" pitchFamily="2" charset="-122"/>
              </a:rPr>
              <a:t>1</a:t>
            </a:r>
            <a:r>
              <a:rPr lang="zh-CN" altLang="en-US" sz="4400" b="1" i="0">
                <a:solidFill>
                  <a:schemeClr val="bg1"/>
                </a:solidFill>
                <a:effectLst/>
                <a:latin typeface="MiSans Medium" panose="00000600000000000000" pitchFamily="2" charset="-122"/>
                <a:ea typeface="MiSans Medium" panose="00000600000000000000" pitchFamily="2" charset="-122"/>
              </a:rPr>
              <a:t>分钟</a:t>
            </a:r>
            <a:r>
              <a:rPr lang="zh-CN" altLang="en-US" sz="4400" b="1">
                <a:solidFill>
                  <a:schemeClr val="bg1"/>
                </a:solidFill>
                <a:latin typeface="MiSans Medium" panose="00000600000000000000" pitchFamily="2" charset="-122"/>
                <a:ea typeface="MiSans Medium" panose="00000600000000000000" pitchFamily="2" charset="-122"/>
              </a:rPr>
              <a:t>免费</a:t>
            </a:r>
            <a:endParaRPr lang="en-US" altLang="zh-CN" sz="4400" b="1" i="0">
              <a:solidFill>
                <a:schemeClr val="bg1"/>
              </a:solidFill>
              <a:effectLst/>
              <a:latin typeface="MiSans Medium" panose="00000600000000000000" pitchFamily="2" charset="-122"/>
              <a:ea typeface="MiSans Medium" panose="00000600000000000000" pitchFamily="2" charset="-122"/>
            </a:endParaRPr>
          </a:p>
          <a:p>
            <a:r>
              <a:rPr lang="en-US" altLang="zh-CN" sz="4400" b="1" i="0">
                <a:solidFill>
                  <a:schemeClr val="bg1"/>
                </a:solidFill>
                <a:effectLst/>
                <a:latin typeface="MiSans Medium" panose="00000600000000000000" pitchFamily="2" charset="-122"/>
                <a:ea typeface="MiSans Medium" panose="00000600000000000000" pitchFamily="2" charset="-122"/>
              </a:rPr>
              <a:t>AI</a:t>
            </a:r>
            <a:r>
              <a:rPr lang="zh-CN" altLang="en-US" sz="4400" b="1" i="0">
                <a:solidFill>
                  <a:schemeClr val="bg1"/>
                </a:solidFill>
                <a:effectLst/>
                <a:latin typeface="MiSans Medium" panose="00000600000000000000" pitchFamily="2" charset="-122"/>
                <a:ea typeface="MiSans Medium" panose="00000600000000000000" pitchFamily="2" charset="-122"/>
              </a:rPr>
              <a:t>生成精美</a:t>
            </a:r>
            <a:r>
              <a:rPr lang="en-US" altLang="zh-CN" sz="4400" b="1" i="0">
                <a:solidFill>
                  <a:schemeClr val="bg1"/>
                </a:solidFill>
                <a:effectLst/>
                <a:latin typeface="MiSans Medium" panose="00000600000000000000" pitchFamily="2" charset="-122"/>
                <a:ea typeface="MiSans Medium" panose="00000600000000000000" pitchFamily="2" charset="-122"/>
              </a:rPr>
              <a:t>PPT</a:t>
            </a:r>
          </a:p>
        </p:txBody>
      </p:sp>
      <mc:AlternateContent xmlns:mc="http://schemas.openxmlformats.org/markup-compatibility/2006" xmlns:p14="http://schemas.microsoft.com/office/powerpoint/2010/main">
        <mc:Choice Requires="p14">
          <p:contentPart p14:bwMode="auto" r:id="R9344e39e61c54151">
            <p14:nvContentPartPr>
              <p14:cNvPr id="15" name="墨迹 14"/>
              <p14:cNvContentPartPr/>
              <p14:nvPr/>
            </p14:nvContentPartPr>
            <p14:xfrm>
              <a:off x="5357445" y="1361610"/>
              <a:ext cx="1892160" cy="360"/>
            </p14:xfrm>
          </p:contentPart>
        </mc:Choice>
        <mc:Fallback xmlns="">
          <p:pic>
            <p:nvPicPr>
              <p:cNvPr id="15" name="墨迹 14"/>
            </p:nvPicPr>
            <p:blipFill>
              <a:blip r:embed="Rd5f3b66367154e5b"/>
            </p:blipFill>
            <p:spPr>
              <a:xfrm>
                <a:off x="5357445" y="1361610"/>
                <a:ext cx="1892160" cy="360"/>
              </a:xfrm>
              <a:prstGeom prst="rect"/>
            </p:spPr>
          </p:pic>
        </mc:Fallback>
      </mc:AlternateContent>
      <mc:AlternateContent xmlns:mc="http://schemas.openxmlformats.org/markup-compatibility/2006">
        <mc:Choice xmlns:p14="http://schemas.microsoft.com/office/powerpoint/2010/main" Requires="p14">
          <p:contentPart p14:bwMode="auto" r:id="R920d694a934c4c5c">
            <p14:nvContentPartPr>
              <p14:cNvPr id="16" name="墨迹 15"/>
              <p14:cNvContentPartPr/>
              <p14:nvPr/>
            </p14:nvContentPartPr>
            <p14:xfrm>
              <a:off x="1974990" y="-204574"/>
              <a:ext cx="360" cy="360"/>
            </p14:xfrm>
          </p:contentPart>
        </mc:Choice>
        <mc:Fallback>
          <p:pic>
            <p:nvPicPr>
              <p:cNvPr id="16" name="墨迹 15"/>
              <p:cNvPicPr/>
              <p:nvPr/>
            </p:nvPicPr>
            <p:blipFill>
              <a:blip r:embed="R7ab0fca271ef4d9c"/>
              <a:stretch>
                <a:fillRect/>
              </a:stretch>
            </p:blipFill>
            <p:spPr>
              <a:xfrm>
                <a:off x="1938990" y="-2405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79cfadab45a84ab6">
            <p14:nvContentPartPr>
              <p14:cNvPr id="17" name="墨迹 16"/>
              <p14:cNvContentPartPr/>
              <p14:nvPr/>
            </p14:nvContentPartPr>
            <p14:xfrm>
              <a:off x="704910" y="-489150"/>
              <a:ext cx="360" cy="360"/>
            </p14:xfrm>
          </p:contentPart>
        </mc:Choice>
        <mc:Fallback xmlns="">
          <p:pic>
            <p:nvPicPr>
              <p:cNvPr id="17" name="墨迹 16"/>
            </p:nvPicPr>
            <p:blipFill>
              <a:blip r:embed="R1ac64c9d2cb544f1"/>
            </p:blipFill>
            <p:spPr>
              <a:xfrm>
                <a:off x="704910" y="-489150"/>
                <a:ext cx="360" cy="360"/>
              </a:xfrm>
              <a:prstGeom prst="rect"/>
            </p:spPr>
          </p:pic>
        </mc:Fallback>
      </mc:AlternateContent>
      <p:pic>
        <p:nvPicPr>
          <p:cNvPr id="19" name="图片 18"/>
          <p:cNvPicPr>
            <a:picLocks noChangeAspect="1"/>
          </p:cNvPicPr>
          <p:nvPr/>
        </p:nvPicPr>
        <p:blipFill>
          <a:blip r:embed="R0d0d24642220460a">
            <a:extLst>
              <a:ext uri="{28A0092B-C50C-407E-A947-70E740481C1C}">
                <a14:useLocalDpi xmlns:a14="http://schemas.microsoft.com/office/drawing/2010/main" val="0"/>
              </a:ext>
            </a:extLst>
          </a:blip>
          <a:stretch>
            <a:fillRect/>
          </a:stretch>
        </p:blipFill>
        <p:spPr>
          <a:xfrm>
            <a:off x="693632" y="3902536"/>
            <a:ext cx="1690960" cy="1690960"/>
          </a:xfrm>
          <a:prstGeom prst="rect">
            <a:avLst/>
          </a:prstGeom>
        </p:spPr>
      </p:pic>
      <p:pic>
        <p:nvPicPr>
          <p:cNvPr id="21" name="图片 20"/>
          <p:cNvPicPr>
            <a:picLocks noChangeAspect="1"/>
          </p:cNvPicPr>
          <p:nvPr/>
        </p:nvPicPr>
        <p:blipFill>
          <a:blip r:embed="R4c6d63bab5a040ed" cstate="print">
            <a:extLst>
              <a:ext uri="{28A0092B-C50C-407E-A947-70E740481C1C}">
                <a14:useLocalDpi xmlns:a14="http://schemas.microsoft.com/office/drawing/2010/main" val="0"/>
              </a:ext>
            </a:extLst>
          </a:blip>
          <a:stretch>
            <a:fillRect/>
          </a:stretch>
        </p:blipFill>
        <p:spPr>
          <a:xfrm>
            <a:off x="2597770" y="3902536"/>
            <a:ext cx="1690960" cy="1690960"/>
          </a:xfrm>
          <a:prstGeom prst="rect">
            <a:avLst/>
          </a:prstGeom>
        </p:spPr>
      </p:pic>
      <p:sp>
        <p:nvSpPr>
          <p:cNvPr id="23" name="文本框 22"/>
          <p:cNvSpPr txBox="1"/>
          <p:nvPr/>
        </p:nvSpPr>
        <p:spPr>
          <a:xfrm>
            <a:off x="693632" y="3288809"/>
            <a:ext cx="3648020" cy="369332"/>
          </a:xfrm>
          <a:prstGeom prst="rect">
            <a:avLst/>
          </a:prstGeom>
          <a:solidFill>
            <a:schemeClr val="bg1"/>
          </a:solidFill>
        </p:spPr>
        <p:txBody>
          <a:bodyPr wrap="square">
            <a:spAutoFit/>
          </a:bodyPr>
          <a:lstStyle/>
          <a:p>
            <a:r>
              <a:rPr lang="en-US" altLang="zh-CN">
                <a:solidFill>
                  <a:schemeClr val="bg1"/>
                </a:solidFill>
                <a:hlinkClick r:id="Re720e12526ff4b51b051fa052319fd0b"/>
              </a:rPr>
              <a:t>https://www.pptsupermarket.com</a:t>
            </a:r>
            <a:endParaRPr lang="zh-CN" altLang="en-US">
              <a:solidFill>
                <a:schemeClr val="bg1"/>
              </a:solidFill>
            </a:endParaRPr>
          </a:p>
        </p:txBody>
      </p:sp>
      <p:sp>
        <p:nvSpPr>
          <p:cNvPr id="3" name="文本框 2">
            <a:extLst>
              <a:ext uri="{FF2B5EF4-FFF2-40B4-BE49-F238E27FC236}">
                <a16:creationId xmlns:a16="http://schemas.microsoft.com/office/drawing/2014/main" id="{20A45F51-90AD-52ED-9B4B-9163368ABC90}"/>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rgbClr val="EA6C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a9191794fb754f3b" cstate="print">
            <a:extLst>
              <a:ext uri="{28A0092B-C50C-407E-A947-70E740481C1C}">
                <a14:useLocalDpi xmlns:a14="http://schemas.microsoft.com/office/drawing/2010/main" val="0"/>
              </a:ext>
            </a:extLst>
          </a:blip>
          <a:stretch>
            <a:fillRect/>
          </a:stretch>
        </p:blipFill>
        <p:spPr>
          <a:xfrm>
            <a:off x="2820996" y="2078418"/>
            <a:ext cx="2674457" cy="2674457"/>
          </a:xfrm>
          <a:prstGeom prst="rect">
            <a:avLst/>
          </a:prstGeom>
        </p:spPr>
      </p:pic>
      <p:sp>
        <p:nvSpPr>
          <p:cNvPr id="2" name="文本框 1"/>
          <p:cNvSpPr txBox="1"/>
          <p:nvPr/>
        </p:nvSpPr>
        <p:spPr>
          <a:xfrm>
            <a:off x="762797" y="3051843"/>
            <a:ext cx="3096259" cy="646331"/>
          </a:xfrm>
          <a:prstGeom prst="rect">
            <a:avLst/>
          </a:prstGeom>
          <a:noFill/>
        </p:spPr>
        <p:txBody>
          <a:bodyPr wrap="square" rtlCol="0">
            <a:spAutoFit/>
          </a:bodyPr>
          <a:lstStyle/>
          <a:p>
            <a:r>
              <a:rPr lang="en-US" altLang="zh-CN" sz="3600" b="1" dirty="0">
                <a:solidFill>
                  <a:schemeClr val="bg1"/>
                </a:solidFill>
                <a:latin typeface="仓耳渔阳体 W01" panose="02020400000000000000" pitchFamily="18" charset="-122"/>
                <a:ea typeface="仓耳渔阳体 W01" panose="02020400000000000000" pitchFamily="18" charset="-122"/>
              </a:rPr>
              <a:t>Powered by</a:t>
            </a:r>
            <a:endParaRPr lang="zh-CN" altLang="en-US" sz="3600" b="1" dirty="0">
              <a:solidFill>
                <a:schemeClr val="bg1"/>
              </a:solidFill>
              <a:latin typeface="仓耳渔阳体 W01" panose="02020400000000000000" pitchFamily="18" charset="-122"/>
              <a:ea typeface="仓耳渔阳体 W01" panose="02020400000000000000" pitchFamily="18" charset="-122"/>
            </a:endParaRPr>
          </a:p>
        </p:txBody>
      </p:sp>
      <p:sp>
        <p:nvSpPr>
          <p:cNvPr id="9" name="文本框 8"/>
          <p:cNvSpPr txBox="1"/>
          <p:nvPr/>
        </p:nvSpPr>
        <p:spPr>
          <a:xfrm>
            <a:off x="6082502"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定制</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3" name="矩形 2"/>
          <p:cNvSpPr/>
          <p:nvPr/>
        </p:nvSpPr>
        <p:spPr>
          <a:xfrm>
            <a:off x="5080955" y="1864461"/>
            <a:ext cx="45719" cy="3102372"/>
          </a:xfrm>
          <a:prstGeom prst="rect">
            <a:avLst/>
          </a:prstGeom>
          <a:solidFill>
            <a:schemeClr val="bg1">
              <a:lumMod val="95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bbb10a12784d4652">
            <a:extLst>
              <a:ext uri="{28A0092B-C50C-407E-A947-70E740481C1C}">
                <a14:useLocalDpi xmlns:a14="http://schemas.microsoft.com/office/drawing/2010/main" val="0"/>
              </a:ext>
            </a:extLst>
          </a:blip>
          <a:stretch>
            <a:fillRect/>
          </a:stretch>
        </p:blipFill>
        <p:spPr>
          <a:xfrm>
            <a:off x="5724696" y="2021301"/>
            <a:ext cx="2681263" cy="2674457"/>
          </a:xfrm>
          <a:prstGeom prst="rect">
            <a:avLst/>
          </a:prstGeom>
        </p:spPr>
      </p:pic>
      <p:pic>
        <p:nvPicPr>
          <p:cNvPr id="10" name="图片 9"/>
          <p:cNvPicPr>
            <a:picLocks noChangeAspect="1"/>
          </p:cNvPicPr>
          <p:nvPr/>
        </p:nvPicPr>
        <p:blipFill>
          <a:blip r:embed="Rcabca3ae725e40c2">
            <a:extLst>
              <a:ext uri="{28A0092B-C50C-407E-A947-70E740481C1C}">
                <a14:useLocalDpi xmlns:a14="http://schemas.microsoft.com/office/drawing/2010/main" val="0"/>
              </a:ext>
            </a:extLst>
          </a:blip>
          <a:stretch>
            <a:fillRect/>
          </a:stretch>
        </p:blipFill>
        <p:spPr>
          <a:xfrm>
            <a:off x="8610918" y="2021301"/>
            <a:ext cx="2674457" cy="2674457"/>
          </a:xfrm>
          <a:prstGeom prst="rect">
            <a:avLst/>
          </a:prstGeom>
        </p:spPr>
      </p:pic>
      <p:sp>
        <p:nvSpPr>
          <p:cNvPr id="11" name="文本框 10"/>
          <p:cNvSpPr txBox="1"/>
          <p:nvPr/>
        </p:nvSpPr>
        <p:spPr>
          <a:xfrm>
            <a:off x="8825793"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下载</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4" name="文本框 3"/>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mc:AlternateContent xmlns:mc="http://schemas.openxmlformats.org/markup-compatibility/2006" xmlns:p14="http://schemas.microsoft.com/office/powerpoint/2010/main">
        <mc:Choice Requires="p14">
          <p:contentPart p14:bwMode="auto" r:id="R312fedaea0944c15">
            <p14:nvContentPartPr>
              <p14:cNvPr id="8" name="墨迹 7"/>
              <p14:cNvContentPartPr/>
              <p14:nvPr/>
            </p14:nvContentPartPr>
            <p14:xfrm>
              <a:off x="907950" y="-825390"/>
              <a:ext cx="360" cy="360"/>
            </p14:xfrm>
          </p:contentPart>
        </mc:Choice>
        <mc:Fallback xmlns="">
          <p:pic>
            <p:nvPicPr>
              <p:cNvPr id="8" name="墨迹 7"/>
            </p:nvPicPr>
            <p:blipFill>
              <a:blip r:embed="Re6752b887ebb47a1"/>
            </p:blipFill>
            <p:spPr>
              <a:xfrm>
                <a:off x="907950" y="-825390"/>
                <a:ext cx="360" cy="360"/>
              </a:xfrm>
              <a:prstGeom prst="rect"/>
            </p:spPr>
          </p:pic>
        </mc:Fallback>
      </mc:AlternateContent>
      <mc:AlternateContent xmlns:mc="http://schemas.openxmlformats.org/markup-compatibility/2006" xmlns:p14="http://schemas.microsoft.com/office/powerpoint/2010/main">
        <mc:Choice Requires="p14">
          <p:contentPart p14:bwMode="auto" r:id="R8ef1a2da238a4e0e">
            <p14:nvContentPartPr>
              <p14:cNvPr id="13" name="墨迹 12"/>
              <p14:cNvContentPartPr/>
              <p14:nvPr/>
            </p14:nvContentPartPr>
            <p14:xfrm>
              <a:off x="1130070" y="-939870"/>
              <a:ext cx="360" cy="360"/>
            </p14:xfrm>
          </p:contentPart>
        </mc:Choice>
        <mc:Fallback xmlns="">
          <p:pic>
            <p:nvPicPr>
              <p:cNvPr id="13" name="墨迹 12"/>
            </p:nvPicPr>
            <p:blipFill>
              <a:blip r:embed="Re6752b887ebb47a1"/>
            </p:blipFill>
            <p:spPr>
              <a:xfrm>
                <a:off x="1130070" y="-939870"/>
                <a:ext cx="360" cy="360"/>
              </a:xfrm>
              <a:prstGeom prst="rect"/>
            </p:spPr>
          </p:pic>
        </mc:Fallback>
      </mc:AlternateContent>
      <mc:AlternateContent xmlns:mc="http://schemas.openxmlformats.org/markup-compatibility/2006" xmlns:p14="http://schemas.microsoft.com/office/powerpoint/2010/main">
        <mc:Choice Requires="p14">
          <p:contentPart p14:bwMode="auto" r:id="Rae7314c5c85a4548">
            <p14:nvContentPartPr>
              <p14:cNvPr id="14" name="墨迹 13"/>
              <p14:cNvContentPartPr/>
              <p14:nvPr/>
            </p14:nvContentPartPr>
            <p14:xfrm>
              <a:off x="768270" y="-768510"/>
              <a:ext cx="360" cy="360"/>
            </p14:xfrm>
          </p:contentPart>
        </mc:Choice>
        <mc:Fallback xmlns="">
          <p:pic>
            <p:nvPicPr>
              <p:cNvPr id="14" name="墨迹 13"/>
            </p:nvPicPr>
            <p:blipFill>
              <a:blip r:embed="Re6752b887ebb47a1"/>
            </p:blipFill>
            <p:spPr>
              <a:xfrm>
                <a:off x="768270" y="-768510"/>
                <a:ext cx="360" cy="360"/>
              </a:xfrm>
              <a:prstGeom prst="rect"/>
            </p:spPr>
          </p:pic>
        </mc:Fallback>
      </mc:AlternateContent>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2457408" y="1563181"/>
            <a:ext cx="8048861" cy="2355132"/>
          </a:xfrm>
          <a:prstGeom prst="rect">
            <a:avLst/>
          </a:prstGeom>
          <a:noFill/>
        </p:spPr>
        <p:txBody>
          <a:bodyPr wrap="square" rtlCol="0">
            <a:spAutoFit/>
          </a:bodyPr>
          <a:lstStyle/>
          <a:p>
            <a:r>
              <a:rPr lang="zh-CN" altLang="en-US" sz="2400" dirty="0">
                <a:latin typeface="思源黑体 CN Normal" panose="020B0400000000000000" pitchFamily="34" charset="-122"/>
                <a:ea typeface="思源黑体 CN Normal" panose="020B0400000000000000" pitchFamily="34" charset="-122"/>
              </a:rPr>
              <a:t>提示：</a:t>
            </a:r>
            <a:endParaRPr lang="en-US" altLang="zh-CN" sz="2400" dirty="0">
              <a:latin typeface="思源黑体 CN Normal" panose="020B0400000000000000" pitchFamily="34" charset="-122"/>
              <a:ea typeface="思源黑体 CN Normal" panose="020B0400000000000000" pitchFamily="34" charset="-122"/>
            </a:endParaRPr>
          </a:p>
          <a:p>
            <a:endParaRPr lang="en-US" altLang="zh-CN" dirty="0">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此文件仅供您在内部团队交流学习交流之用，</a:t>
            </a:r>
            <a:r>
              <a:rPr lang="zh-CN" altLang="en-US" dirty="0">
                <a:solidFill>
                  <a:srgbClr val="FF0000"/>
                </a:solidFill>
                <a:latin typeface="思源黑体 CN Normal" panose="020B0400000000000000" pitchFamily="34" charset="-122"/>
                <a:ea typeface="思源黑体 CN Normal" panose="020B0400000000000000" pitchFamily="34" charset="-122"/>
              </a:rPr>
              <a:t>严禁</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在其他公共领域传播或商用。如果因为您将本站资源用于其他用途而引起的纠纷，本站不负任何责任</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部分页面仅有一行过渡文字，如不需要请删除</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文档正文字体为：思源等宽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SourceHanMonoSC</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-Light)</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MiSans</a:t>
            </a:r>
            <a:r>
              <a:rPr lang="en-US" altLang="zh-CN" dirty="0">
                <a:solidFill>
                  <a:srgbClr val="212529"/>
                </a:solidFill>
                <a:latin typeface="Helvetica Neue"/>
              </a:rPr>
              <a:t>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Normal</a:t>
            </a:r>
          </a:p>
        </p:txBody>
      </p:sp>
      <p:sp>
        <p:nvSpPr>
          <p:cNvPr id="2" name="文本框 1"/>
          <p:cNvSpPr txBox="1"/>
          <p:nvPr/>
        </p:nvSpPr>
        <p:spPr>
          <a:xfrm>
            <a:off x="2457409" y="4417013"/>
            <a:ext cx="5277798" cy="369332"/>
          </a:xfrm>
          <a:prstGeom prst="rect">
            <a:avLst/>
          </a:prstGeom>
          <a:noFill/>
        </p:spPr>
        <p:txBody>
          <a:bodyPr wrap="square" rtlCol="0">
            <a:spAutoFit/>
          </a:bodyPr>
          <a:lstStyle/>
          <a:p>
            <a:r>
              <a:rPr lang="zh-CN" altLang="en-US" dirty="0">
                <a:hlinkClick r:id="Rb2a3cd61d58148288dfa648a91595862"/>
              </a:rPr>
              <a:t>部分字体来源于</a:t>
            </a:r>
            <a:r>
              <a:rPr lang="en-US" altLang="zh-CN" dirty="0">
                <a:hlinkClick r:id="Rb2a3cd61d58148288dfa648a91595862"/>
              </a:rPr>
              <a:t>100font.com  </a:t>
            </a:r>
            <a:r>
              <a:rPr lang="zh-CN" altLang="en-US" dirty="0">
                <a:hlinkClick r:id="Rb2a3cd61d58148288dfa648a91595862"/>
              </a:rPr>
              <a:t>点击此链接下载字体</a:t>
            </a:r>
            <a:endParaRPr lang="zh-CN" altLang="en-US" dirty="0"/>
          </a:p>
        </p:txBody>
      </p:sp>
      <p:sp>
        <p:nvSpPr>
          <p:cNvPr id="6" name="文本框 5"/>
          <p:cNvSpPr txBox="1"/>
          <p:nvPr/>
        </p:nvSpPr>
        <p:spPr>
          <a:xfrm>
            <a:off x="2457409" y="4822886"/>
            <a:ext cx="7017821" cy="369332"/>
          </a:xfrm>
          <a:prstGeom prst="rect">
            <a:avLst/>
          </a:prstGeom>
          <a:noFill/>
        </p:spPr>
        <p:txBody>
          <a:bodyPr wrap="square" rtlCol="0">
            <a:spAutoFit/>
          </a:bodyPr>
          <a:lstStyle/>
          <a:p>
            <a:r>
              <a:rPr lang="zh-CN" altLang="en-US" dirty="0">
                <a:hlinkClick r:id="R5558d264bf5b444b8ddb622e6c42d971"/>
              </a:rPr>
              <a:t>部分图标来源于</a:t>
            </a:r>
            <a:r>
              <a:rPr lang="en-US" altLang="zh-CN" dirty="0">
                <a:hlinkClick r:id="R5558d264bf5b444b8ddb622e6c42d971"/>
              </a:rPr>
              <a:t>Storyset.com </a:t>
            </a:r>
            <a:r>
              <a:rPr lang="zh-CN" altLang="en-US" dirty="0">
                <a:hlinkClick r:id="R5558d264bf5b444b8ddb622e6c42d971"/>
              </a:rPr>
              <a:t>点击此链接获取图标</a:t>
            </a:r>
            <a:endParaRPr lang="zh-CN" altLang="en-US" dirty="0"/>
          </a:p>
        </p:txBody>
      </p:sp>
      <p:sp>
        <p:nvSpPr>
          <p:cNvPr id="3" name="文本框 2">
            <a:extLst>
              <a:ext uri="{FF2B5EF4-FFF2-40B4-BE49-F238E27FC236}">
                <a16:creationId xmlns:a16="http://schemas.microsoft.com/office/drawing/2014/main" id="{DB88FEA3-84DD-A730-1816-8BF7FBF369D7}"/>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docProps/app.xml><?xml version="1.0" encoding="utf-8"?>
<Properties xmlns="http://schemas.openxmlformats.org/officeDocument/2006/extended-properties" xmlns:vt="http://schemas.openxmlformats.org/officeDocument/2006/docPropsVTypes">
  <TotalTime>28</TotalTime>
  <Words>2346</Words>
  <Application>Microsoft Office PowerPoint</Application>
  <PresentationFormat>宽屏</PresentationFormat>
  <Paragraphs>240</Paragraphs>
  <Slides>24</Slides>
  <Notes>24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24</vt:i4>
      </vt:variant>
    </vt:vector>
  </HeadingPairs>
  <TitlesOfParts>
    <vt:vector size="33" baseType="lpstr">
      <vt:lpstr>等线</vt:lpstr>
      <vt:lpstr>思源黑体</vt:lpstr>
      <vt:lpstr>思源黑体 CN Normal</vt:lpstr>
      <vt:lpstr>思源黑体 Light</vt:lpstr>
      <vt:lpstr>思源黑体 Medium</vt:lpstr>
      <vt:lpstr>微软雅黑</vt:lpstr>
      <vt:lpstr>Arial</vt:lpstr>
      <vt:lpstr>Calibri</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第一PPT，www.1ppt.com</dc:creator>
  <cp:keywords>www.1ppt.com</cp:keywords>
  <dc:description>第一PPT</dc:description>
  <cp:lastModifiedBy>JP Liu</cp:lastModifiedBy>
  <cp:revision>4</cp:revision>
  <dcterms:created xsi:type="dcterms:W3CDTF">2021-06-19T15:34:03Z</dcterms:created>
  <dcterms:modified xsi:type="dcterms:W3CDTF">2025-04-28T04:05:27Z</dcterms:modified>
</cp:coreProperties>
</file>