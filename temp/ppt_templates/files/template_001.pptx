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jpeg"/>
  <Default Extension="wdp" ContentType="image/vnd.ms-photo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media/image5.bin" ContentType="image/png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media/image7.bin" ContentType="image/png"/>
  <Override PartName="/ppt/media/image8.bin" ContentType="image/png"/>
  <Override PartName="/ppt/customXML/item.xml" ContentType="application/inkml+xml"/>
  <Override PartName="/ppt/customXML/item2.xml" ContentType="application/inkml+xml"/>
  <Override PartName="/ppt/slides/slide28.xml" ContentType="application/vnd.openxmlformats-officedocument.presentationml.slide+xml"/>
  <Override PartName="/ppt/media/image11.bin" ContentType="image/png"/>
  <Override PartName="/ppt/media/image12.bin" ContentType="image/pn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9.xml" ContentType="application/vnd.openxmlformats-officedocument.presentationml.slide+xml"/>
  <Override PartName="/ppt/media/image14.bin" ContentType="image/png"/>
  <Override PartName="/ppt/media/image15.bin" ContentType="image/png"/>
  <Override PartName="/ppt/media/image16.bin" ContentType="image/png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3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35231980057437f" /><Relationship Type="http://schemas.openxmlformats.org/package/2006/relationships/metadata/core-properties" Target="/docProps/core.xml" Id="R752cf9c84187400f" /><Relationship Type="http://schemas.openxmlformats.org/officeDocument/2006/relationships/extended-properties" Target="/docProps/app.xml" Id="R767e3cbc64d54124" /><Relationship Type="http://schemas.openxmlformats.org/officeDocument/2006/relationships/custom-properties" Target="/docProps/custom.xml" Id="R7de38076dc4b421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a983fca96fbc406a"/>
  </p:sldMasterIdLst>
  <p:sldIdLst>
    <p:sldId id="256" r:id="R71422295920a4c7a"/>
    <p:sldId id="257" r:id="Rf47aa5c90beb4a9c"/>
    <p:sldId id="258" r:id="R86277113dc7a4d75"/>
    <p:sldId id="259" r:id="R0d1c7a6c71cd4f37"/>
    <p:sldId id="260" r:id="Rc7f3cd0e6c3b4ddd"/>
    <p:sldId id="261" r:id="Ra74e4cfe11b54cf0"/>
    <p:sldId id="262" r:id="R72ae5c0a9e704d1b"/>
    <p:sldId id="263" r:id="R5b5f166e60724936"/>
    <p:sldId id="264" r:id="R9c9cdada16854cc4"/>
    <p:sldId id="265" r:id="R2253d2e6cbde46d4"/>
    <p:sldId id="266" r:id="R81f03bba425246c1"/>
    <p:sldId id="267" r:id="Ra658f12674424738"/>
    <p:sldId id="268" r:id="R2159da884fef42c5"/>
    <p:sldId id="269" r:id="Rf9f25d08e5184347"/>
    <p:sldId id="270" r:id="Rfcf5cc99d76c4f38"/>
    <p:sldId id="271" r:id="Ra0d4d9bda7394bed"/>
    <p:sldId id="272" r:id="R01c072580c674c52"/>
    <p:sldId id="273" r:id="Rcf00b97cc90f40b6"/>
    <p:sldId id="274" r:id="R8c2a3960d0bd4a6f"/>
    <p:sldId id="275" r:id="R9721041b51c04f1a"/>
    <p:sldId id="276" r:id="R7cd36ce57704431a"/>
    <p:sldId id="277" r:id="Rd0da981a72524646"/>
    <p:sldId id="278" r:id="R9e3a2c9245bd4f5e"/>
    <p:sldId id="279" r:id="R5aeaee8770d84f75"/>
    <p:sldId id="280" r:id="Rb3afb0d6c06140c0"/>
    <p:sldId id="281" r:id="Rc983294d38ed4e71"/>
    <p:sldId id="282" r:id="R620a622a1aa84132"/>
    <p:sldId id="283" r:id="R057edccae4384fc8"/>
    <p:sldId id="284" r:id="Rcd0a7d919bdb46a3"/>
    <p:sldId id="285" r:id="R7b9f2c8a9ca240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82" d="100"/>
          <a:sy n="82" d="100"/>
        </p:scale>
        <p:origin x="66" y="543"/>
      </p:cViewPr>
      <p:guideLst>
        <p:guide orient="horz" pos="648"/>
        <p:guide orient="horz" pos="7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2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99c1b765a14243ef" /><Relationship Type="http://schemas.openxmlformats.org/officeDocument/2006/relationships/viewProps" Target="/ppt/viewProps.xml" Id="R6a5fc527b4914528" /><Relationship Type="http://schemas.openxmlformats.org/officeDocument/2006/relationships/slideMaster" Target="/ppt/slideMasters/slideMaster1.xml" Id="Ra983fca96fbc406a" /><Relationship Type="http://schemas.openxmlformats.org/officeDocument/2006/relationships/theme" Target="/ppt/slideMasters/theme/theme1.xml" Id="Rb9ac41d5e92c4c5e" /><Relationship Type="http://schemas.openxmlformats.org/officeDocument/2006/relationships/slide" Target="/ppt/slides/slide1.xml" Id="R71422295920a4c7a" /><Relationship Type="http://schemas.openxmlformats.org/officeDocument/2006/relationships/slide" Target="/ppt/slides/slide2.xml" Id="Rf47aa5c90beb4a9c" /><Relationship Type="http://schemas.openxmlformats.org/officeDocument/2006/relationships/slide" Target="/ppt/slides/slide3.xml" Id="R86277113dc7a4d75" /><Relationship Type="http://schemas.openxmlformats.org/officeDocument/2006/relationships/slide" Target="/ppt/slides/slide4.xml" Id="R0d1c7a6c71cd4f37" /><Relationship Type="http://schemas.openxmlformats.org/officeDocument/2006/relationships/slide" Target="/ppt/slides/slide5.xml" Id="Rc7f3cd0e6c3b4ddd" /><Relationship Type="http://schemas.openxmlformats.org/officeDocument/2006/relationships/slide" Target="/ppt/slides/slide6.xml" Id="Ra74e4cfe11b54cf0" /><Relationship Type="http://schemas.openxmlformats.org/officeDocument/2006/relationships/slide" Target="/ppt/slides/slide7.xml" Id="R72ae5c0a9e704d1b" /><Relationship Type="http://schemas.openxmlformats.org/officeDocument/2006/relationships/slide" Target="/ppt/slides/slide8.xml" Id="R5b5f166e60724936" /><Relationship Type="http://schemas.openxmlformats.org/officeDocument/2006/relationships/slide" Target="/ppt/slides/slide9.xml" Id="R9c9cdada16854cc4" /><Relationship Type="http://schemas.openxmlformats.org/officeDocument/2006/relationships/slide" Target="/ppt/slides/slide10.xml" Id="R2253d2e6cbde46d4" /><Relationship Type="http://schemas.openxmlformats.org/officeDocument/2006/relationships/slide" Target="/ppt/slides/slide11.xml" Id="R81f03bba425246c1" /><Relationship Type="http://schemas.openxmlformats.org/officeDocument/2006/relationships/slide" Target="/ppt/slides/slide12.xml" Id="Ra658f12674424738" /><Relationship Type="http://schemas.openxmlformats.org/officeDocument/2006/relationships/slide" Target="/ppt/slides/slide13.xml" Id="R2159da884fef42c5" /><Relationship Type="http://schemas.openxmlformats.org/officeDocument/2006/relationships/slide" Target="/ppt/slides/slide14.xml" Id="Rf9f25d08e5184347" /><Relationship Type="http://schemas.openxmlformats.org/officeDocument/2006/relationships/slide" Target="/ppt/slides/slide15.xml" Id="Rfcf5cc99d76c4f38" /><Relationship Type="http://schemas.openxmlformats.org/officeDocument/2006/relationships/slide" Target="/ppt/slides/slide16.xml" Id="Ra0d4d9bda7394bed" /><Relationship Type="http://schemas.openxmlformats.org/officeDocument/2006/relationships/slide" Target="/ppt/slides/slide17.xml" Id="R01c072580c674c52" /><Relationship Type="http://schemas.openxmlformats.org/officeDocument/2006/relationships/slide" Target="/ppt/slides/slide18.xml" Id="Rcf00b97cc90f40b6" /><Relationship Type="http://schemas.openxmlformats.org/officeDocument/2006/relationships/slide" Target="/ppt/slides/slide19.xml" Id="R8c2a3960d0bd4a6f" /><Relationship Type="http://schemas.openxmlformats.org/officeDocument/2006/relationships/slide" Target="/ppt/slides/slide20.xml" Id="R9721041b51c04f1a" /><Relationship Type="http://schemas.openxmlformats.org/officeDocument/2006/relationships/slide" Target="/ppt/slides/slide21.xml" Id="R7cd36ce57704431a" /><Relationship Type="http://schemas.openxmlformats.org/officeDocument/2006/relationships/slide" Target="/ppt/slides/slide22.xml" Id="Rd0da981a72524646" /><Relationship Type="http://schemas.openxmlformats.org/officeDocument/2006/relationships/slide" Target="/ppt/slides/slide23.xml" Id="R9e3a2c9245bd4f5e" /><Relationship Type="http://schemas.openxmlformats.org/officeDocument/2006/relationships/slide" Target="/ppt/slides/slide24.xml" Id="R5aeaee8770d84f75" /><Relationship Type="http://schemas.openxmlformats.org/officeDocument/2006/relationships/slide" Target="/ppt/slides/slide25.xml" Id="Rb3afb0d6c06140c0" /><Relationship Type="http://schemas.openxmlformats.org/officeDocument/2006/relationships/slide" Target="/ppt/slides/slide26.xml" Id="Rc983294d38ed4e71" /><Relationship Type="http://schemas.openxmlformats.org/officeDocument/2006/relationships/slide" Target="/ppt/slides/slide27.xml" Id="R620a622a1aa84132" /><Relationship Type="http://schemas.openxmlformats.org/officeDocument/2006/relationships/slide" Target="/ppt/slides/slide28.xml" Id="R057edccae4384fc8" /><Relationship Type="http://schemas.openxmlformats.org/officeDocument/2006/relationships/slide" Target="/ppt/slides/slide29.xml" Id="Rcd0a7d919bdb46a3" /><Relationship Type="http://schemas.openxmlformats.org/officeDocument/2006/relationships/slide" Target="/ppt/slides/slide30.xml" Id="R7b9f2c8a9ca24025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942a4a41649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.bin" Id="R7ed28d05d21d49c8" /><Relationship Type="http://schemas.microsoft.com/office/2007/relationships/hdphoto" Target="/ppt/slideLayouts/udata/data.wdp" Id="R3390604deaf34e46" /><Relationship Type="http://schemas.openxmlformats.org/officeDocument/2006/relationships/slideMaster" Target="/ppt/slideMasters/slideMaster1.xml" Id="R4a13ab356bb045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9013ab3da4a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image" Target="/ppt/media/image2.bin" Id="Rc7fc41a31eb94cbe" /><Relationship Type="http://schemas.openxmlformats.org/officeDocument/2006/relationships/slideMaster" Target="/ppt/slideMasters/slideMaster1.xml" Id="Rb39c7147564145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d72f210f04c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2180d0fe241b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image" Target="/ppt/media/image3.bin" Id="R91d2cf8e818e48cf" /><Relationship Type="http://schemas.openxmlformats.org/officeDocument/2006/relationships/slideMaster" Target="/ppt/slideMasters/slideMaster1.xml" Id="R5bf493b07d7c4ce0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c51defa9-57ea-48f4-9510-b24e7d6b4ea3"/>
          <p:cNvSpPr>
            <a:spLocks noGrp="1"/>
          </p:cNvSpPr>
          <p:nvPr>
            <p:ph type="title" hasCustomPrompt="1"/>
          </p:nvPr>
        </p:nvSpPr>
        <p:spPr>
          <a:xfrm>
            <a:off x="660399" y="1680189"/>
            <a:ext cx="2908302" cy="777873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Agenda</a:t>
            </a:r>
            <a:endParaRPr lang="en-US"/>
          </a:p>
        </p:txBody>
      </p:sp>
      <p:sp>
        <p:nvSpPr>
          <p:cNvPr id="3" name="内容占位符 2" descr="f96ad341-2fd0-4f54-8629-0b46a6468380"/>
          <p:cNvSpPr>
            <a:spLocks noGrp="1"/>
          </p:cNvSpPr>
          <p:nvPr>
            <p:ph sz="quarter" idx="1" hasCustomPrompt="1"/>
          </p:nvPr>
        </p:nvSpPr>
        <p:spPr>
          <a:xfrm>
            <a:off x="3898899" y="1680189"/>
            <a:ext cx="7619989" cy="4453911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5618f731-4cf2-4c82-9a2f-a60888418b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adcf6416-0b76-453a-84c5-dd5a8e1537c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29f42838-ae24-48c7-93e5-ab93e00d597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/>
              <a:t>‹#›</a:t>
            </a:fld>
            <a:endParaRPr lang="en-US"/>
          </a:p>
        </p:txBody>
      </p:sp>
      <p:cxnSp>
        <p:nvCxnSpPr>
          <p:cNvPr id="7" name="直接连接符 6" descr="49430880-f0ad-4a0b-bfc8-a7cca45f8489"/>
          <p:cNvCxnSpPr/>
          <p:nvPr/>
        </p:nvCxnSpPr>
        <p:spPr>
          <a:xfrm flipH="1">
            <a:off x="3724378" y="1680189"/>
            <a:ext cx="0" cy="4453911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82faa126-850a-4281-a406-bb79388f24b5"/>
          <p:cNvPicPr>
            <a:picLocks noChangeAspect="1"/>
          </p:cNvPicPr>
          <p:nvPr/>
        </p:nvPicPr>
        <p:blipFill>
          <a:blip r:embed="R7ed28d05d21d49c8">
            <a:extLst>
              <a:ext uri="{BEBA8EAE-BF5A-486C-A8C5-ECC9F3942E4B}">
                <a14:imgProps xmlns:a14="http://schemas.microsoft.com/office/drawing/2010/main">
                  <a14:imgLayer r:embed="R3390604deaf34e46">
                    <a14:imgEffect>
                      <a14:brightnessContrast brigh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616" t="9021" r="3393" b="902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标题 4" descr="0e315e3d-a011-4693-b034-9b528dc85f18"/>
          <p:cNvSpPr>
            <a:spLocks noGrp="1"/>
          </p:cNvSpPr>
          <p:nvPr>
            <p:ph type="title" hasCustomPrompt="1"/>
          </p:nvPr>
        </p:nvSpPr>
        <p:spPr>
          <a:xfrm>
            <a:off x="2500994" y="1089025"/>
            <a:ext cx="7177314" cy="2728232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ctr">
              <a:lnSpc>
                <a:spcPct val="100000"/>
              </a:lnSpc>
              <a:defRPr sz="72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4" name="文本占位符 3" descr="302daba2-893f-4ca3-a476-e997a8613439"/>
          <p:cNvSpPr>
            <a:spLocks noGrp="1"/>
          </p:cNvSpPr>
          <p:nvPr>
            <p:ph type="body" sz="quarter" idx="13" hasCustomPrompt="1"/>
          </p:nvPr>
        </p:nvSpPr>
        <p:spPr>
          <a:xfrm>
            <a:off x="2500992" y="5758240"/>
            <a:ext cx="7177315" cy="375860"/>
          </a:xfrm>
          <a:prstGeom prst="rect">
            <a:avLst/>
          </a:prstGeom>
          <a:noFill/>
        </p:spPr>
        <p:txBody>
          <a:bodyPr wrap="square" lIns="900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000fbf1c-dd24-4649-afd8-fd5958d4eb5d"/>
          <p:cNvSpPr>
            <a:spLocks noGrp="1"/>
          </p:cNvSpPr>
          <p:nvPr>
            <p:ph type="body" sz="quarter" idx="14" hasCustomPrompt="1"/>
          </p:nvPr>
        </p:nvSpPr>
        <p:spPr>
          <a:xfrm>
            <a:off x="2500992" y="5328719"/>
            <a:ext cx="7177315" cy="375860"/>
          </a:xfrm>
          <a:prstGeom prst="rect">
            <a:avLst/>
          </a:prstGeom>
          <a:noFill/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d667dbcf-e4be-4d31-b2b0-f8b29bc182cd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内容占位符 2" descr="b233b6b1-c2c8-4927-9e78-f0627871f8e0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4ba2e8c6-a301-4fa1-88d5-58e7617fefb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ab52bcf4-d93c-4459-9ef0-bf1d6f28a1f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e9492248-be74-4003-8566-776f54c42c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f59f7b99-66e0-412a-b789-ec4da6823625"/>
          <p:cNvPicPr>
            <a:picLocks noChangeAspect="1"/>
          </p:cNvPicPr>
          <p:nvPr/>
        </p:nvPicPr>
        <p:blipFill>
          <a:blip r:embed="Rc7fc41a31eb94cb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6" t="9021" r="3393" b="902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标题 4" descr="40ef3b1f-fac8-4826-aaae-4baf2b2888f3"/>
          <p:cNvSpPr>
            <a:spLocks noGrp="1"/>
          </p:cNvSpPr>
          <p:nvPr>
            <p:ph type="ctrTitle" hasCustomPrompt="1"/>
          </p:nvPr>
        </p:nvSpPr>
        <p:spPr>
          <a:xfrm>
            <a:off x="2864531" y="1245960"/>
            <a:ext cx="6450239" cy="2193471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9" name="副标题 8" descr="3d52063f-8df9-4337-aca1-6f3d93b79e70"/>
          <p:cNvSpPr>
            <a:spLocks noGrp="1"/>
          </p:cNvSpPr>
          <p:nvPr>
            <p:ph type="subTitle" sz="quarter" idx="1" hasCustomPrompt="1"/>
          </p:nvPr>
        </p:nvSpPr>
        <p:spPr>
          <a:xfrm>
            <a:off x="2864531" y="3599090"/>
            <a:ext cx="6450239" cy="93889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Click to add subtitle</a:t>
            </a:r>
            <a:endParaRPr lang="en-US"/>
          </a:p>
        </p:txBody>
      </p:sp>
      <p:sp>
        <p:nvSpPr>
          <p:cNvPr id="4" name="文本占位符 3" descr="5cdc9131-476d-48b0-8523-0d40355e1887"/>
          <p:cNvSpPr>
            <a:spLocks noGrp="1"/>
          </p:cNvSpPr>
          <p:nvPr>
            <p:ph type="body" sz="quarter" idx="13" hasCustomPrompt="1"/>
          </p:nvPr>
        </p:nvSpPr>
        <p:spPr>
          <a:xfrm>
            <a:off x="3183716" y="5462361"/>
            <a:ext cx="5824567" cy="299357"/>
          </a:xfrm>
          <a:prstGeom prst="rect">
            <a:avLst/>
          </a:prstGeom>
          <a:noFill/>
        </p:spPr>
        <p:txBody>
          <a:bodyPr wrap="square" lIns="90000"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5f176d03-81bc-489e-aed5-0e865a212811"/>
          <p:cNvSpPr>
            <a:spLocks noGrp="1"/>
          </p:cNvSpPr>
          <p:nvPr>
            <p:ph type="body" sz="quarter" idx="14" hasCustomPrompt="1"/>
          </p:nvPr>
        </p:nvSpPr>
        <p:spPr>
          <a:xfrm>
            <a:off x="3177367" y="5834743"/>
            <a:ext cx="5824567" cy="299357"/>
          </a:xfrm>
          <a:prstGeom prst="rect">
            <a:avLst/>
          </a:prstGeom>
          <a:noFill/>
        </p:spPr>
        <p:txBody>
          <a:bodyPr wrap="none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874596a8-ff13-4a48-83ea-e24d3128118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f389806f-0538-4de5-8391-c8066880c4f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6c3744e0-7a7d-4e67-854a-73c4d5e6e0e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日期占位符 2" descr="51626847-a18c-4697-b00e-cc8c1d3f0bd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52951559-efa2-465e-b0db-7b6993f80ff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fb072978-267b-4f8d-98bf-efe27235400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a0d0fba1-a7e7-4230-aa58-fcb72736281f"/>
          <p:cNvPicPr>
            <a:picLocks noChangeAspect="1"/>
          </p:cNvPicPr>
          <p:nvPr/>
        </p:nvPicPr>
        <p:blipFill>
          <a:blip r:embed="R91d2cf8e818e48c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8" t="4484" r="20966" b="2534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角 1" descr="ab676d27-8563-4781-a8bb-3e503b669cee"/>
          <p:cNvSpPr/>
          <p:nvPr/>
        </p:nvSpPr>
        <p:spPr>
          <a:xfrm>
            <a:off x="282575" y="1533070"/>
            <a:ext cx="11626850" cy="3118517"/>
          </a:xfrm>
          <a:prstGeom prst="roundRect">
            <a:avLst>
              <a:gd name="adj" fmla="val 6354"/>
            </a:avLst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 descr="9f9198ad-46ef-44fe-b808-3048209029d6"/>
          <p:cNvSpPr>
            <a:spLocks noGrp="1"/>
          </p:cNvSpPr>
          <p:nvPr>
            <p:ph type="title" hasCustomPrompt="1"/>
          </p:nvPr>
        </p:nvSpPr>
        <p:spPr>
          <a:xfrm>
            <a:off x="2047363" y="1889189"/>
            <a:ext cx="8097274" cy="146214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25" name="文本占位符 24" descr="8d2fb86b-9385-4f81-9215-cfa24f028e7a"/>
          <p:cNvSpPr>
            <a:spLocks noGrp="1"/>
          </p:cNvSpPr>
          <p:nvPr>
            <p:ph type="body" sz="quarter" idx="1" hasCustomPrompt="1"/>
          </p:nvPr>
        </p:nvSpPr>
        <p:spPr>
          <a:xfrm>
            <a:off x="2047363" y="3429000"/>
            <a:ext cx="8097274" cy="156911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</p:txBody>
      </p:sp>
      <p:sp>
        <p:nvSpPr>
          <p:cNvPr id="4" name="日期占位符 3" descr="737e6dc5-fca2-4902-b869-68cb49ccf85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/>
              <a:t>2025/4/29</a:t>
            </a:fld>
            <a:endParaRPr lang="en-US" altLang="zh-CN"/>
          </a:p>
        </p:txBody>
      </p:sp>
      <p:sp>
        <p:nvSpPr>
          <p:cNvPr id="6" name="页脚占位符 5" descr="b4cbf588-ec97-4c08-8c0c-cf5e51b5f96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灯片编号占位符 7" descr="1db6eec4-4e2c-4108-be1b-5b462a21857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4d8df9d91bb41a1" /><Relationship Type="http://schemas.openxmlformats.org/officeDocument/2006/relationships/slideLayout" Target="/ppt/slideLayouts/slideLayout1.xml" Id="R1f03a489dbc84a94" /><Relationship Type="http://schemas.openxmlformats.org/officeDocument/2006/relationships/slideLayout" Target="/ppt/slideLayouts/slideLayout2.xml" Id="Rf1982b22ff2042ab" /><Relationship Type="http://schemas.openxmlformats.org/officeDocument/2006/relationships/slideLayout" Target="/ppt/slideLayouts/slideLayout3.xml" Id="Re8f0e34b8ef54a73" /><Relationship Type="http://schemas.openxmlformats.org/officeDocument/2006/relationships/slideLayout" Target="/ppt/slideLayouts/slideLayout4.xml" Id="R3162c69154604b05" /><Relationship Type="http://schemas.openxmlformats.org/officeDocument/2006/relationships/slideLayout" Target="/ppt/slideLayouts/slideLayout5.xml" Id="R384991c2da1d4ba8" /><Relationship Type="http://schemas.openxmlformats.org/officeDocument/2006/relationships/slideLayout" Target="/ppt/slideLayouts/slideLayout6.xml" Id="R0fcb855c42404f56" /><Relationship Type="http://schemas.openxmlformats.org/officeDocument/2006/relationships/slideLayout" Target="/ppt/slideLayouts/slideLayout7.xml" Id="R2d29a595b635439d" /><Relationship Type="http://schemas.openxmlformats.org/officeDocument/2006/relationships/image" Target="/ppt/media/image2.bin" Id="R80de307cee694708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20000"/>
                <a:lumOff val="80000"/>
                <a:alpha val="23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80de307cee694708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6" t="9021" r="3393" b="902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3162c69154604b05"/>
    <p:sldLayoutId id="2147483651" r:id="Re8f0e34b8ef54a73"/>
    <p:sldLayoutId id="2147483649" r:id="R1f03a489dbc84a94"/>
    <p:sldLayoutId id="2147483655" r:id="R2d29a595b635439d"/>
    <p:sldLayoutId id="2147483654" r:id="R0fcb855c42404f56"/>
    <p:sldLayoutId id="2147483653" r:id="R384991c2da1d4ba8"/>
    <p:sldLayoutId id="2147483650" r:id="Rf1982b22ff2042ab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theme/theme1.xml><?xml version="1.0" encoding="utf-8"?>
<a:theme xmlns:a="http://schemas.openxmlformats.org/drawingml/2006/main" name="Slide Master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8EBD6E"/>
      </a:accent1>
      <a:accent2>
        <a:srgbClr val="5998B2"/>
      </a:accent2>
      <a:accent3>
        <a:srgbClr val="2E665C"/>
      </a:accent3>
      <a:accent4>
        <a:srgbClr val="A7B259"/>
      </a:accent4>
      <a:accent5>
        <a:srgbClr val="B29C59"/>
      </a:accent5>
      <a:accent6>
        <a:srgbClr val="B28836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dcdf95badd34c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4.bin" Id="R708e4de4cfaf4847" /><Relationship Type="http://schemas.openxmlformats.org/officeDocument/2006/relationships/slideLayout" Target="/ppt/slideLayouts/slideLayout6.xml" Id="R111fd98447bb4b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a465d1f51b4c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2306d8b2140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f9033149040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06d01d898b42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59e8d0cca4f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6b9fb921b48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66c49015a4c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df61eb973c46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f27ac7bb94e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3935002204e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b9f179cd940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d538466e3b4a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d037ada80b49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1ee02a5164b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722699834343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6cb45d0e7b41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39a8e92ed740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dc13994f848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7fc7112c2433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ad1e8c6c649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caa20252c04b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97603a6094c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5.bin" Id="R86a80837da764626" /><Relationship Type="http://schemas.openxmlformats.org/officeDocument/2006/relationships/slideLayout" Target="/ppt/slideLayouts/slideLayout6.xml" Id="Rfa841d4ca8cb4c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ec7943149e4d9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a407a16fed69452d9e16ad2d44938bba" /><Relationship Type="http://schemas.openxmlformats.org/officeDocument/2006/relationships/image" Target="/ppt/media/image6.bin" Id="Ra703062f980a4520" /><Relationship Type="http://schemas.openxmlformats.org/officeDocument/2006/relationships/image" Target="/ppt/media/image7.bin" Id="Rbdaca6627f4841e9" /><Relationship Type="http://schemas.openxmlformats.org/officeDocument/2006/relationships/image" Target="/ppt/media/image8.bin" Id="R84331359f4d34383" /><Relationship Type="http://schemas.openxmlformats.org/officeDocument/2006/relationships/customXml" Target="/ppt/customXML/item.xml" Id="R3c5468dcfb3b4702" /><Relationship Type="http://schemas.openxmlformats.org/officeDocument/2006/relationships/customXml" Target="/ppt/customXML/item2.xml" Id="R63a405f746e24524" /><Relationship Type="http://schemas.openxmlformats.org/officeDocument/2006/relationships/slideLayout" Target="/ppt/slideLayouts/slideLayout1.xml" Id="R57b512e32008442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0292bb9d3c1a4567864d612c6dd2508d" /><Relationship Type="http://schemas.openxmlformats.org/officeDocument/2006/relationships/image" Target="/ppt/media/image9.bin" Id="R5afbf15d4c014953" /><Relationship Type="http://schemas.openxmlformats.org/officeDocument/2006/relationships/image" Target="/ppt/media/image10.bin" Id="Rb7a362f427ac44b2" /><Relationship Type="http://schemas.openxmlformats.org/officeDocument/2006/relationships/image" Target="/ppt/media/image11.bin" Id="R5565c3e2982842e8" /><Relationship Type="http://schemas.openxmlformats.org/officeDocument/2006/relationships/image" Target="/ppt/media/image7.bin" Id="R0a32a0f0defa4f5f" /><Relationship Type="http://schemas.openxmlformats.org/officeDocument/2006/relationships/image" Target="/ppt/media/image12.bin" Id="R06b3c4d611ff4693" /><Relationship Type="http://schemas.openxmlformats.org/officeDocument/2006/relationships/image" Target="/ppt/media/image13.bin" Id="R4107da01e8794835" /><Relationship Type="http://schemas.openxmlformats.org/officeDocument/2006/relationships/image" Target="/ppt/media/image8.bin" Id="R0a8a94f529c74561" /><Relationship Type="http://schemas.openxmlformats.org/officeDocument/2006/relationships/customXml" Target="/ppt/customXML/item3.xml" Id="Re3922c33ed684bd8" /><Relationship Type="http://schemas.openxmlformats.org/officeDocument/2006/relationships/customXml" Target="/ppt/customXML/item4.xml" Id="Rac1a76b0552945f9" /><Relationship Type="http://schemas.openxmlformats.org/officeDocument/2006/relationships/customXml" Target="/ppt/customXML/item5.xml" Id="Rabd15a95ae75447f" /><Relationship Type="http://schemas.openxmlformats.org/officeDocument/2006/relationships/slideLayout" Target="/ppt/slideLayouts/slideLayout1.xml" Id="Rd062a347ad3245b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image" Target="/ppt/media/image14.bin" Id="R5579696737004fc7" /><Relationship Type="http://schemas.openxmlformats.org/officeDocument/2006/relationships/image" Target="/ppt/media/image15.bin" Id="R99076ed8c4094d5c" /><Relationship Type="http://schemas.openxmlformats.org/officeDocument/2006/relationships/image" Target="/ppt/media/image13.bin" Id="R539a19a29ff240a9" /><Relationship Type="http://schemas.openxmlformats.org/officeDocument/2006/relationships/image" Target="/ppt/media/image16.bin" Id="R34c18b124ca342b8" /><Relationship Type="http://schemas.openxmlformats.org/officeDocument/2006/relationships/customXml" Target="/ppt/customXML/item6.xml" Id="Rd861fdf477024635" /><Relationship Type="http://schemas.openxmlformats.org/officeDocument/2006/relationships/customXml" Target="/ppt/customXML/item7.xml" Id="Rf43e1e83c0d748f7" /><Relationship Type="http://schemas.openxmlformats.org/officeDocument/2006/relationships/customXml" Target="/ppt/customXML/item8.xml" Id="Re8d8cf65e9f149b1" /><Relationship Type="http://schemas.openxmlformats.org/officeDocument/2006/relationships/slideLayout" Target="/ppt/slideLayouts/slideLayout1.xml" Id="Raea1b4eb67d8438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ee1d3e685a9b4bd6a68c318c98e57063" /><Relationship Type="http://schemas.openxmlformats.org/officeDocument/2006/relationships/hyperlink" Target="https://storyset.com/" TargetMode="External" Id="R9513c58219864be588a36f9d639705ce" /><Relationship Type="http://schemas.openxmlformats.org/officeDocument/2006/relationships/slideLayout" Target="/ppt/slideLayouts/slideLayout1.xml" Id="R46fc7c8c147d45b0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40ef3b1f-fac8-4826-aaae-4baf2b2888f3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zh-CN" altLang="en-US" dirty="0"/>
              <a:t>《寻梦环游记》电影介绍</a:t>
            </a:r>
            <a:endParaRPr lang="en-US" dirty="0"/>
          </a:p>
        </p:txBody>
      </p:sp>
      <p:sp>
        <p:nvSpPr>
          <p:cNvPr id="9" name="副标题 8" descr="3d52063f-8df9-4337-aca1-6f3d93b79e70"/>
          <p:cNvSpPr>
            <a:spLocks noGrp="1"/>
          </p:cNvSpPr>
          <p:nvPr>
            <p:ph type="subTitle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探索墨西哥文化中的家庭与梦想之旅</a:t>
            </a:r>
            <a:endParaRPr lang="en-US" dirty="0"/>
          </a:p>
        </p:txBody>
      </p:sp>
      <p:sp>
        <p:nvSpPr>
          <p:cNvPr id="4" name="文本占位符 3" descr="5cdc9131-476d-48b0-8523-0d40355e1887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r>
              <a:rPr lang="zh-CN" altLang="en-US" dirty="0"/>
              <a:t>报告人名称</a:t>
            </a:r>
            <a:endParaRPr lang="en-US" dirty="0"/>
          </a:p>
        </p:txBody>
      </p:sp>
      <p:sp>
        <p:nvSpPr>
          <p:cNvPr id="7" name="文本占位符 6" descr="5f176d03-81bc-489e-aed5-0e865a212811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en-US" dirty="0"/>
          </a:p>
        </p:txBody>
      </p:sp>
      <p:grpSp>
        <p:nvGrpSpPr>
          <p:cNvPr id="73" name="339b94df-b4a9-4b48-94ee-d748c044265a.source.6.zh-Hans.pptx" descr="aa8ae2c2-cd33-468e-8cdf-ec0a989df896">
            <a:extLst>
              <a:ext uri="{FF2B5EF4-FFF2-40B4-BE49-F238E27FC236}">
                <a16:creationId xmlns:a16="http://schemas.microsoft.com/office/drawing/2014/main" id="{C16615A2-520F-2CDE-0019-C148E8410DCF}"/>
              </a:ext>
            </a:extLst>
          </p:cNvPr>
          <p:cNvGrpSpPr/>
          <p:nvPr/>
        </p:nvGrpSpPr>
        <p:grpSpPr>
          <a:xfrm>
            <a:off x="0" y="1130300"/>
            <a:ext cx="12192000" cy="5727699"/>
            <a:chOff x="0" y="1130300"/>
            <a:chExt cx="12192000" cy="5727699"/>
          </a:xfrm>
        </p:grpSpPr>
        <p:sp>
          <p:nvSpPr>
            <p:cNvPr id="3" name="PictureMisc" descr="4ec82a1b-7ab0-441d-86fa-c6c4b319190a">
              <a:extLst>
                <a:ext uri="{FF2B5EF4-FFF2-40B4-BE49-F238E27FC236}">
                  <a16:creationId xmlns:a16="http://schemas.microsoft.com/office/drawing/2014/main" id="{D78041E5-DF2F-43DE-B5D5-8DD267DD9083}"/>
                </a:ext>
              </a:extLst>
            </p:cNvPr>
            <p:cNvSpPr/>
            <p:nvPr/>
          </p:nvSpPr>
          <p:spPr>
            <a:xfrm>
              <a:off x="0" y="5940436"/>
              <a:ext cx="12192000" cy="917563"/>
            </a:xfrm>
            <a:prstGeom prst="rect">
              <a:avLst/>
            </a:prstGeom>
            <a:blipFill>
              <a:blip r:embed="R708e4de4cfaf4847"/>
              <a:srcRect/>
              <a:stretch>
                <a:fillRect t="-376089" b="-383497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5" name="iṧḷïḋé" descr="5df197ba-cb37-4e35-acb9-ed51c6319368">
              <a:extLst>
                <a:ext uri="{FF2B5EF4-FFF2-40B4-BE49-F238E27FC236}">
                  <a16:creationId xmlns:a16="http://schemas.microsoft.com/office/drawing/2014/main" id="{15EC8DB9-F725-4179-80AE-49FD0541FF60}"/>
                </a:ext>
              </a:extLst>
            </p:cNvPr>
            <p:cNvSpPr/>
            <p:nvPr/>
          </p:nvSpPr>
          <p:spPr>
            <a:xfrm>
              <a:off x="4504738" y="2734404"/>
              <a:ext cx="3190876" cy="3190874"/>
            </a:xfrm>
            <a:prstGeom prst="ellipse">
              <a:avLst/>
            </a:prstGeom>
            <a:noFill/>
            <a:ln>
              <a:solidFill>
                <a:schemeClr val="tx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ïsľíďé" descr="1e465cd2-3f03-4207-a734-c8f324cdabaf">
              <a:extLst>
                <a:ext uri="{FF2B5EF4-FFF2-40B4-BE49-F238E27FC236}">
                  <a16:creationId xmlns:a16="http://schemas.microsoft.com/office/drawing/2014/main" id="{80C30293-7EED-4637-B8B4-BE5399036F01}"/>
                </a:ext>
              </a:extLst>
            </p:cNvPr>
            <p:cNvSpPr/>
            <p:nvPr/>
          </p:nvSpPr>
          <p:spPr>
            <a:xfrm>
              <a:off x="5772560" y="4867991"/>
              <a:ext cx="628597" cy="31593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5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7" name="iṩlîḋé" descr="34ef3c0c-897b-49ed-ad75-0ff784c4a8e6">
              <a:extLst>
                <a:ext uri="{FF2B5EF4-FFF2-40B4-BE49-F238E27FC236}">
                  <a16:creationId xmlns:a16="http://schemas.microsoft.com/office/drawing/2014/main" id="{188D8754-438B-4C34-B323-0D269737D93F}"/>
                </a:ext>
              </a:extLst>
            </p:cNvPr>
            <p:cNvSpPr/>
            <p:nvPr/>
          </p:nvSpPr>
          <p:spPr>
            <a:xfrm>
              <a:off x="4774183" y="4365494"/>
              <a:ext cx="2633676" cy="1323695"/>
            </a:xfrm>
            <a:prstGeom prst="ellipse">
              <a:avLst/>
            </a:prstGeom>
            <a:noFill/>
            <a:ln w="12700">
              <a:solidFill>
                <a:schemeClr val="accent6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58" name="îšḷîḋe" descr="d24ed46c-461c-4437-8684-102cbc7b056d">
              <a:extLst>
                <a:ext uri="{FF2B5EF4-FFF2-40B4-BE49-F238E27FC236}">
                  <a16:creationId xmlns:a16="http://schemas.microsoft.com/office/drawing/2014/main" id="{5DF0DD9D-80C7-4CF7-A1CE-702B68818400}"/>
                </a:ext>
              </a:extLst>
            </p:cNvPr>
            <p:cNvSpPr/>
            <p:nvPr/>
          </p:nvSpPr>
          <p:spPr>
            <a:xfrm>
              <a:off x="4724156" y="4997837"/>
              <a:ext cx="109736" cy="6275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9" name="ïṣḻiḑè" descr="153754b3-7278-4e13-9d2d-0400fef8a4aa">
              <a:extLst>
                <a:ext uri="{FF2B5EF4-FFF2-40B4-BE49-F238E27FC236}">
                  <a16:creationId xmlns:a16="http://schemas.microsoft.com/office/drawing/2014/main" id="{C501A3C3-0B69-4746-8E75-C219BA9EEBE9}"/>
                </a:ext>
              </a:extLst>
            </p:cNvPr>
            <p:cNvSpPr/>
            <p:nvPr/>
          </p:nvSpPr>
          <p:spPr>
            <a:xfrm>
              <a:off x="7359077" y="4997837"/>
              <a:ext cx="109736" cy="6275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0" name="íṧľiḍè" descr="84c8c4f9-54b9-48b2-b80f-d8b0a583bf0e">
              <a:extLst>
                <a:ext uri="{FF2B5EF4-FFF2-40B4-BE49-F238E27FC236}">
                  <a16:creationId xmlns:a16="http://schemas.microsoft.com/office/drawing/2014/main" id="{CB69C62C-BB50-41EB-B380-7D769C739FB6}"/>
                </a:ext>
              </a:extLst>
            </p:cNvPr>
            <p:cNvSpPr/>
            <p:nvPr/>
          </p:nvSpPr>
          <p:spPr>
            <a:xfrm>
              <a:off x="6695186" y="4423152"/>
              <a:ext cx="109736" cy="6275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1" name="íṥľïdé" descr="34135e22-22cf-4ff2-8794-800f6e511b63">
              <a:extLst>
                <a:ext uri="{FF2B5EF4-FFF2-40B4-BE49-F238E27FC236}">
                  <a16:creationId xmlns:a16="http://schemas.microsoft.com/office/drawing/2014/main" id="{D4AFFFF3-5A50-41EE-BE40-1D33FD9B8C0F}"/>
                </a:ext>
              </a:extLst>
            </p:cNvPr>
            <p:cNvSpPr/>
            <p:nvPr/>
          </p:nvSpPr>
          <p:spPr>
            <a:xfrm>
              <a:off x="5388802" y="4423152"/>
              <a:ext cx="109736" cy="6275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2" name="îsḻiḋe" descr="5ac9584d-7bcf-4dc2-b3e8-063437b1fb8e">
              <a:extLst>
                <a:ext uri="{FF2B5EF4-FFF2-40B4-BE49-F238E27FC236}">
                  <a16:creationId xmlns:a16="http://schemas.microsoft.com/office/drawing/2014/main" id="{FA767C20-B091-48AE-A608-C6C45EDC955E}"/>
                </a:ext>
              </a:extLst>
            </p:cNvPr>
            <p:cNvSpPr/>
            <p:nvPr/>
          </p:nvSpPr>
          <p:spPr>
            <a:xfrm>
              <a:off x="6695186" y="5573370"/>
              <a:ext cx="109736" cy="6275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3" name="ï$1ïḑé" descr="84110b97-c4b6-4a60-8377-5b620904473c">
              <a:extLst>
                <a:ext uri="{FF2B5EF4-FFF2-40B4-BE49-F238E27FC236}">
                  <a16:creationId xmlns:a16="http://schemas.microsoft.com/office/drawing/2014/main" id="{22C75D8F-6C73-4AD7-8BBA-4B8346B21CA3}"/>
                </a:ext>
              </a:extLst>
            </p:cNvPr>
            <p:cNvSpPr/>
            <p:nvPr/>
          </p:nvSpPr>
          <p:spPr>
            <a:xfrm>
              <a:off x="5388802" y="5573370"/>
              <a:ext cx="109736" cy="6275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1" name="îsḻïḑe" descr="2a958d3a-33a2-490c-bc6b-b085e64a9061">
              <a:extLst>
                <a:ext uri="{FF2B5EF4-FFF2-40B4-BE49-F238E27FC236}">
                  <a16:creationId xmlns:a16="http://schemas.microsoft.com/office/drawing/2014/main" id="{71F9DE2B-5D6E-42A2-BF41-3EC9625414E4}"/>
                </a:ext>
              </a:extLst>
            </p:cNvPr>
            <p:cNvSpPr/>
            <p:nvPr/>
          </p:nvSpPr>
          <p:spPr>
            <a:xfrm>
              <a:off x="6005003" y="2970491"/>
              <a:ext cx="628268" cy="2221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2" h="21597" extrusionOk="0">
                  <a:moveTo>
                    <a:pt x="8563" y="0"/>
                  </a:moveTo>
                  <a:cubicBezTo>
                    <a:pt x="10027" y="-3"/>
                    <a:pt x="12311" y="423"/>
                    <a:pt x="12311" y="1065"/>
                  </a:cubicBezTo>
                  <a:cubicBezTo>
                    <a:pt x="12311" y="1707"/>
                    <a:pt x="12132" y="1985"/>
                    <a:pt x="11954" y="2193"/>
                  </a:cubicBezTo>
                  <a:cubicBezTo>
                    <a:pt x="11775" y="2401"/>
                    <a:pt x="11537" y="2367"/>
                    <a:pt x="11537" y="2367"/>
                  </a:cubicBezTo>
                  <a:cubicBezTo>
                    <a:pt x="11537" y="2367"/>
                    <a:pt x="11597" y="2801"/>
                    <a:pt x="11121" y="2905"/>
                  </a:cubicBezTo>
                  <a:cubicBezTo>
                    <a:pt x="10645" y="3009"/>
                    <a:pt x="10526" y="3043"/>
                    <a:pt x="10526" y="3182"/>
                  </a:cubicBezTo>
                  <a:cubicBezTo>
                    <a:pt x="10526" y="3321"/>
                    <a:pt x="10823" y="3425"/>
                    <a:pt x="11240" y="3564"/>
                  </a:cubicBezTo>
                  <a:cubicBezTo>
                    <a:pt x="11656" y="3703"/>
                    <a:pt x="13442" y="3859"/>
                    <a:pt x="14393" y="3963"/>
                  </a:cubicBezTo>
                  <a:cubicBezTo>
                    <a:pt x="15346" y="4067"/>
                    <a:pt x="16119" y="4241"/>
                    <a:pt x="16654" y="4588"/>
                  </a:cubicBezTo>
                  <a:cubicBezTo>
                    <a:pt x="17190" y="4935"/>
                    <a:pt x="17963" y="5369"/>
                    <a:pt x="18975" y="5664"/>
                  </a:cubicBezTo>
                  <a:cubicBezTo>
                    <a:pt x="19986" y="5959"/>
                    <a:pt x="21236" y="6427"/>
                    <a:pt x="20879" y="6878"/>
                  </a:cubicBezTo>
                  <a:cubicBezTo>
                    <a:pt x="20522" y="7329"/>
                    <a:pt x="18380" y="7676"/>
                    <a:pt x="17190" y="7486"/>
                  </a:cubicBezTo>
                  <a:cubicBezTo>
                    <a:pt x="16000" y="7295"/>
                    <a:pt x="15524" y="7277"/>
                    <a:pt x="15524" y="7277"/>
                  </a:cubicBezTo>
                  <a:cubicBezTo>
                    <a:pt x="15524" y="7277"/>
                    <a:pt x="16297" y="8266"/>
                    <a:pt x="16654" y="9255"/>
                  </a:cubicBezTo>
                  <a:cubicBezTo>
                    <a:pt x="17011" y="10245"/>
                    <a:pt x="17963" y="11199"/>
                    <a:pt x="17428" y="11286"/>
                  </a:cubicBezTo>
                  <a:cubicBezTo>
                    <a:pt x="16893" y="11372"/>
                    <a:pt x="16119" y="11477"/>
                    <a:pt x="16119" y="11477"/>
                  </a:cubicBezTo>
                  <a:cubicBezTo>
                    <a:pt x="16119" y="11477"/>
                    <a:pt x="15958" y="12874"/>
                    <a:pt x="15107" y="14083"/>
                  </a:cubicBezTo>
                  <a:cubicBezTo>
                    <a:pt x="14257" y="15292"/>
                    <a:pt x="13947" y="15840"/>
                    <a:pt x="13838" y="16560"/>
                  </a:cubicBezTo>
                  <a:cubicBezTo>
                    <a:pt x="13728" y="17279"/>
                    <a:pt x="13454" y="17807"/>
                    <a:pt x="13673" y="18111"/>
                  </a:cubicBezTo>
                  <a:cubicBezTo>
                    <a:pt x="13893" y="18415"/>
                    <a:pt x="15318" y="19006"/>
                    <a:pt x="16141" y="19118"/>
                  </a:cubicBezTo>
                  <a:cubicBezTo>
                    <a:pt x="16963" y="19230"/>
                    <a:pt x="18444" y="19230"/>
                    <a:pt x="19047" y="19310"/>
                  </a:cubicBezTo>
                  <a:cubicBezTo>
                    <a:pt x="19650" y="19390"/>
                    <a:pt x="20089" y="19614"/>
                    <a:pt x="18718" y="19678"/>
                  </a:cubicBezTo>
                  <a:cubicBezTo>
                    <a:pt x="17347" y="19742"/>
                    <a:pt x="14770" y="19630"/>
                    <a:pt x="14112" y="19566"/>
                  </a:cubicBezTo>
                  <a:cubicBezTo>
                    <a:pt x="13454" y="19502"/>
                    <a:pt x="12412" y="19358"/>
                    <a:pt x="12412" y="19358"/>
                  </a:cubicBezTo>
                  <a:cubicBezTo>
                    <a:pt x="12412" y="19358"/>
                    <a:pt x="12741" y="19598"/>
                    <a:pt x="11261" y="19598"/>
                  </a:cubicBezTo>
                  <a:cubicBezTo>
                    <a:pt x="9780" y="19598"/>
                    <a:pt x="9506" y="19566"/>
                    <a:pt x="9451" y="19294"/>
                  </a:cubicBezTo>
                  <a:cubicBezTo>
                    <a:pt x="9397" y="19022"/>
                    <a:pt x="9451" y="18655"/>
                    <a:pt x="9232" y="18463"/>
                  </a:cubicBezTo>
                  <a:cubicBezTo>
                    <a:pt x="9012" y="18271"/>
                    <a:pt x="10109" y="17775"/>
                    <a:pt x="9561" y="17503"/>
                  </a:cubicBezTo>
                  <a:cubicBezTo>
                    <a:pt x="9012" y="17231"/>
                    <a:pt x="8464" y="16528"/>
                    <a:pt x="8958" y="16112"/>
                  </a:cubicBezTo>
                  <a:cubicBezTo>
                    <a:pt x="9451" y="15696"/>
                    <a:pt x="8793" y="15281"/>
                    <a:pt x="8958" y="15009"/>
                  </a:cubicBezTo>
                  <a:cubicBezTo>
                    <a:pt x="9122" y="14737"/>
                    <a:pt x="9341" y="14369"/>
                    <a:pt x="9341" y="13953"/>
                  </a:cubicBezTo>
                  <a:cubicBezTo>
                    <a:pt x="9341" y="13538"/>
                    <a:pt x="9287" y="13234"/>
                    <a:pt x="9287" y="13234"/>
                  </a:cubicBezTo>
                  <a:cubicBezTo>
                    <a:pt x="9287" y="13234"/>
                    <a:pt x="8245" y="14801"/>
                    <a:pt x="7971" y="15217"/>
                  </a:cubicBezTo>
                  <a:cubicBezTo>
                    <a:pt x="7696" y="15632"/>
                    <a:pt x="7258" y="17119"/>
                    <a:pt x="7258" y="17567"/>
                  </a:cubicBezTo>
                  <a:cubicBezTo>
                    <a:pt x="7258" y="18015"/>
                    <a:pt x="6107" y="18623"/>
                    <a:pt x="6052" y="19022"/>
                  </a:cubicBezTo>
                  <a:cubicBezTo>
                    <a:pt x="5997" y="19422"/>
                    <a:pt x="5942" y="19662"/>
                    <a:pt x="5558" y="19662"/>
                  </a:cubicBezTo>
                  <a:cubicBezTo>
                    <a:pt x="5174" y="19662"/>
                    <a:pt x="5942" y="20110"/>
                    <a:pt x="6216" y="20462"/>
                  </a:cubicBezTo>
                  <a:cubicBezTo>
                    <a:pt x="6490" y="20813"/>
                    <a:pt x="7313" y="21597"/>
                    <a:pt x="5723" y="21597"/>
                  </a:cubicBezTo>
                  <a:cubicBezTo>
                    <a:pt x="4132" y="21597"/>
                    <a:pt x="2323" y="21405"/>
                    <a:pt x="2268" y="20909"/>
                  </a:cubicBezTo>
                  <a:cubicBezTo>
                    <a:pt x="2213" y="20414"/>
                    <a:pt x="2432" y="19982"/>
                    <a:pt x="1994" y="19790"/>
                  </a:cubicBezTo>
                  <a:cubicBezTo>
                    <a:pt x="1555" y="19598"/>
                    <a:pt x="1500" y="19182"/>
                    <a:pt x="1555" y="18927"/>
                  </a:cubicBezTo>
                  <a:cubicBezTo>
                    <a:pt x="1610" y="18671"/>
                    <a:pt x="1336" y="18239"/>
                    <a:pt x="1555" y="17695"/>
                  </a:cubicBezTo>
                  <a:cubicBezTo>
                    <a:pt x="1775" y="17152"/>
                    <a:pt x="1775" y="16240"/>
                    <a:pt x="2213" y="15552"/>
                  </a:cubicBezTo>
                  <a:cubicBezTo>
                    <a:pt x="2652" y="14865"/>
                    <a:pt x="2761" y="13809"/>
                    <a:pt x="2981" y="12978"/>
                  </a:cubicBezTo>
                  <a:cubicBezTo>
                    <a:pt x="3200" y="12146"/>
                    <a:pt x="3365" y="11730"/>
                    <a:pt x="3090" y="11603"/>
                  </a:cubicBezTo>
                  <a:cubicBezTo>
                    <a:pt x="2816" y="11475"/>
                    <a:pt x="1172" y="11363"/>
                    <a:pt x="733" y="11331"/>
                  </a:cubicBezTo>
                  <a:cubicBezTo>
                    <a:pt x="294" y="11299"/>
                    <a:pt x="1281" y="10435"/>
                    <a:pt x="1610" y="9716"/>
                  </a:cubicBezTo>
                  <a:cubicBezTo>
                    <a:pt x="1939" y="8996"/>
                    <a:pt x="2542" y="8564"/>
                    <a:pt x="2871" y="8053"/>
                  </a:cubicBezTo>
                  <a:cubicBezTo>
                    <a:pt x="3200" y="7541"/>
                    <a:pt x="3200" y="7301"/>
                    <a:pt x="2487" y="6933"/>
                  </a:cubicBezTo>
                  <a:cubicBezTo>
                    <a:pt x="1775" y="6565"/>
                    <a:pt x="897" y="6326"/>
                    <a:pt x="513" y="5494"/>
                  </a:cubicBezTo>
                  <a:cubicBezTo>
                    <a:pt x="130" y="4663"/>
                    <a:pt x="-364" y="4119"/>
                    <a:pt x="404" y="3911"/>
                  </a:cubicBezTo>
                  <a:cubicBezTo>
                    <a:pt x="1172" y="3703"/>
                    <a:pt x="2652" y="3815"/>
                    <a:pt x="3748" y="3559"/>
                  </a:cubicBezTo>
                  <a:cubicBezTo>
                    <a:pt x="4845" y="3303"/>
                    <a:pt x="5010" y="3015"/>
                    <a:pt x="5503" y="2983"/>
                  </a:cubicBezTo>
                  <a:cubicBezTo>
                    <a:pt x="5997" y="2951"/>
                    <a:pt x="6106" y="2920"/>
                    <a:pt x="6106" y="2744"/>
                  </a:cubicBezTo>
                  <a:cubicBezTo>
                    <a:pt x="6106" y="2568"/>
                    <a:pt x="5942" y="2392"/>
                    <a:pt x="5942" y="2392"/>
                  </a:cubicBezTo>
                  <a:cubicBezTo>
                    <a:pt x="5942" y="2392"/>
                    <a:pt x="5174" y="2248"/>
                    <a:pt x="5010" y="2024"/>
                  </a:cubicBezTo>
                  <a:cubicBezTo>
                    <a:pt x="4845" y="1800"/>
                    <a:pt x="4681" y="1240"/>
                    <a:pt x="4900" y="857"/>
                  </a:cubicBezTo>
                  <a:cubicBezTo>
                    <a:pt x="5119" y="473"/>
                    <a:pt x="6318" y="5"/>
                    <a:pt x="856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52" name="îšlïḓé" descr="39b2588c-2fcc-48e5-aa29-a1d7c9080213">
              <a:extLst>
                <a:ext uri="{FF2B5EF4-FFF2-40B4-BE49-F238E27FC236}">
                  <a16:creationId xmlns:a16="http://schemas.microsoft.com/office/drawing/2014/main" id="{04188C47-5B30-4C1C-A91A-558E6D05E5CC}"/>
                </a:ext>
              </a:extLst>
            </p:cNvPr>
            <p:cNvSpPr/>
            <p:nvPr/>
          </p:nvSpPr>
          <p:spPr>
            <a:xfrm>
              <a:off x="6173701" y="3255169"/>
              <a:ext cx="161980" cy="1251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143" y="9828"/>
                  </a:moveTo>
                  <a:cubicBezTo>
                    <a:pt x="20503" y="10692"/>
                    <a:pt x="21004" y="11543"/>
                    <a:pt x="21600" y="12462"/>
                  </a:cubicBezTo>
                  <a:cubicBezTo>
                    <a:pt x="20797" y="15394"/>
                    <a:pt x="20629" y="18810"/>
                    <a:pt x="20550" y="21600"/>
                  </a:cubicBezTo>
                  <a:cubicBezTo>
                    <a:pt x="17285" y="18886"/>
                    <a:pt x="18957" y="12766"/>
                    <a:pt x="16102" y="12414"/>
                  </a:cubicBezTo>
                  <a:cubicBezTo>
                    <a:pt x="13346" y="12074"/>
                    <a:pt x="12988" y="13608"/>
                    <a:pt x="12526" y="15998"/>
                  </a:cubicBezTo>
                  <a:cubicBezTo>
                    <a:pt x="12064" y="18387"/>
                    <a:pt x="11785" y="20178"/>
                    <a:pt x="11785" y="20178"/>
                  </a:cubicBezTo>
                  <a:cubicBezTo>
                    <a:pt x="11785" y="20178"/>
                    <a:pt x="2700" y="7597"/>
                    <a:pt x="0" y="3147"/>
                  </a:cubicBezTo>
                  <a:cubicBezTo>
                    <a:pt x="1311" y="2680"/>
                    <a:pt x="1742" y="2046"/>
                    <a:pt x="1827" y="0"/>
                  </a:cubicBezTo>
                  <a:cubicBezTo>
                    <a:pt x="4847" y="4160"/>
                    <a:pt x="12262" y="11667"/>
                    <a:pt x="15756" y="11667"/>
                  </a:cubicBezTo>
                  <a:cubicBezTo>
                    <a:pt x="17415" y="11667"/>
                    <a:pt x="18853" y="10951"/>
                    <a:pt x="20143" y="9828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3" name="ïşļiḍè" descr="11d05c0a-43e2-4aab-b4b5-47dbc5e655c3">
              <a:extLst>
                <a:ext uri="{FF2B5EF4-FFF2-40B4-BE49-F238E27FC236}">
                  <a16:creationId xmlns:a16="http://schemas.microsoft.com/office/drawing/2014/main" id="{773CA4A6-8EE6-4553-BB46-5BB7A3F771EC}"/>
                </a:ext>
              </a:extLst>
            </p:cNvPr>
            <p:cNvSpPr/>
            <p:nvPr/>
          </p:nvSpPr>
          <p:spPr>
            <a:xfrm>
              <a:off x="6342399" y="3592565"/>
              <a:ext cx="67653" cy="94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08" h="21600" extrusionOk="0">
                  <a:moveTo>
                    <a:pt x="11314" y="594"/>
                  </a:moveTo>
                  <a:lnTo>
                    <a:pt x="0" y="0"/>
                  </a:lnTo>
                  <a:cubicBezTo>
                    <a:pt x="0" y="0"/>
                    <a:pt x="10284" y="5549"/>
                    <a:pt x="10284" y="11495"/>
                  </a:cubicBezTo>
                  <a:cubicBezTo>
                    <a:pt x="10284" y="17438"/>
                    <a:pt x="9772" y="20013"/>
                    <a:pt x="9772" y="20013"/>
                  </a:cubicBezTo>
                  <a:lnTo>
                    <a:pt x="18772" y="21600"/>
                  </a:lnTo>
                  <a:cubicBezTo>
                    <a:pt x="18772" y="21600"/>
                    <a:pt x="21600" y="15655"/>
                    <a:pt x="19026" y="9907"/>
                  </a:cubicBezTo>
                  <a:cubicBezTo>
                    <a:pt x="16457" y="4162"/>
                    <a:pt x="13629" y="2575"/>
                    <a:pt x="11314" y="59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54" name="íŝlíḋé" descr="68cfc259-19e5-4899-aea2-e0b68e757259">
              <a:extLst>
                <a:ext uri="{FF2B5EF4-FFF2-40B4-BE49-F238E27FC236}">
                  <a16:creationId xmlns:a16="http://schemas.microsoft.com/office/drawing/2014/main" id="{D79DBF68-79F7-405B-9981-4EA423F92992}"/>
                </a:ext>
              </a:extLst>
            </p:cNvPr>
            <p:cNvSpPr/>
            <p:nvPr/>
          </p:nvSpPr>
          <p:spPr>
            <a:xfrm>
              <a:off x="6384573" y="3813981"/>
              <a:ext cx="29676" cy="81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479" y="0"/>
                  </a:moveTo>
                  <a:cubicBezTo>
                    <a:pt x="6479" y="0"/>
                    <a:pt x="2878" y="12381"/>
                    <a:pt x="1439" y="16334"/>
                  </a:cubicBezTo>
                  <a:cubicBezTo>
                    <a:pt x="0" y="20286"/>
                    <a:pt x="0" y="21600"/>
                    <a:pt x="0" y="21600"/>
                  </a:cubicBezTo>
                  <a:lnTo>
                    <a:pt x="21600" y="20286"/>
                  </a:lnTo>
                  <a:cubicBezTo>
                    <a:pt x="21600" y="20286"/>
                    <a:pt x="16556" y="10275"/>
                    <a:pt x="647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7" name="iṣļîḑé" descr="641ae7f1-50be-4424-b6be-45e7322c6feb">
              <a:extLst>
                <a:ext uri="{FF2B5EF4-FFF2-40B4-BE49-F238E27FC236}">
                  <a16:creationId xmlns:a16="http://schemas.microsoft.com/office/drawing/2014/main" id="{655FB4D0-07FF-4D18-80AE-86FE0E41D5F7}"/>
                </a:ext>
              </a:extLst>
            </p:cNvPr>
            <p:cNvSpPr/>
            <p:nvPr/>
          </p:nvSpPr>
          <p:spPr>
            <a:xfrm>
              <a:off x="5835631" y="3316994"/>
              <a:ext cx="134619" cy="190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393" h="16430" extrusionOk="0">
                  <a:moveTo>
                    <a:pt x="186" y="1062"/>
                  </a:moveTo>
                  <a:cubicBezTo>
                    <a:pt x="6551" y="2887"/>
                    <a:pt x="-497" y="5169"/>
                    <a:pt x="1549" y="7298"/>
                  </a:cubicBezTo>
                  <a:cubicBezTo>
                    <a:pt x="3596" y="9428"/>
                    <a:pt x="-951" y="10950"/>
                    <a:pt x="186" y="13839"/>
                  </a:cubicBezTo>
                  <a:cubicBezTo>
                    <a:pt x="1322" y="16729"/>
                    <a:pt x="11099" y="16577"/>
                    <a:pt x="15874" y="16273"/>
                  </a:cubicBezTo>
                  <a:cubicBezTo>
                    <a:pt x="20649" y="15969"/>
                    <a:pt x="13827" y="-4871"/>
                    <a:pt x="186" y="1062"/>
                  </a:cubicBezTo>
                  <a:close/>
                </a:path>
              </a:pathLst>
            </a:custGeom>
            <a:solidFill>
              <a:srgbClr val="F1F1F1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8" name="ïṣḻîďê" descr="b79e99c6-4b6b-40ef-9340-08dadf13f7ed">
              <a:extLst>
                <a:ext uri="{FF2B5EF4-FFF2-40B4-BE49-F238E27FC236}">
                  <a16:creationId xmlns:a16="http://schemas.microsoft.com/office/drawing/2014/main" id="{BECEABD3-E1BC-4A4E-90A4-4DE9097B9558}"/>
                </a:ext>
              </a:extLst>
            </p:cNvPr>
            <p:cNvSpPr/>
            <p:nvPr/>
          </p:nvSpPr>
          <p:spPr>
            <a:xfrm>
              <a:off x="5770321" y="3065085"/>
              <a:ext cx="298223" cy="434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339" h="19358" extrusionOk="0">
                  <a:moveTo>
                    <a:pt x="710" y="2062"/>
                  </a:moveTo>
                  <a:cubicBezTo>
                    <a:pt x="4444" y="-1631"/>
                    <a:pt x="14162" y="-123"/>
                    <a:pt x="14072" y="4672"/>
                  </a:cubicBezTo>
                  <a:cubicBezTo>
                    <a:pt x="13981" y="9467"/>
                    <a:pt x="18111" y="6414"/>
                    <a:pt x="16740" y="8825"/>
                  </a:cubicBezTo>
                  <a:cubicBezTo>
                    <a:pt x="15368" y="11235"/>
                    <a:pt x="19697" y="10962"/>
                    <a:pt x="17891" y="12944"/>
                  </a:cubicBezTo>
                  <a:cubicBezTo>
                    <a:pt x="16085" y="14926"/>
                    <a:pt x="20502" y="15370"/>
                    <a:pt x="16264" y="17670"/>
                  </a:cubicBezTo>
                  <a:cubicBezTo>
                    <a:pt x="12026" y="19969"/>
                    <a:pt x="9576" y="19252"/>
                    <a:pt x="9576" y="19252"/>
                  </a:cubicBezTo>
                  <a:cubicBezTo>
                    <a:pt x="9576" y="19252"/>
                    <a:pt x="10880" y="5804"/>
                    <a:pt x="3218" y="7372"/>
                  </a:cubicBezTo>
                  <a:cubicBezTo>
                    <a:pt x="842" y="7859"/>
                    <a:pt x="-1098" y="3848"/>
                    <a:pt x="710" y="206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49" name="ïśľïḓê" descr="595e6899-6be1-4f5d-8d0b-5226e182432f">
              <a:extLst>
                <a:ext uri="{FF2B5EF4-FFF2-40B4-BE49-F238E27FC236}">
                  <a16:creationId xmlns:a16="http://schemas.microsoft.com/office/drawing/2014/main" id="{0D00A3AC-5EDE-4EF7-8A3B-71FEFE434CB2}"/>
                </a:ext>
              </a:extLst>
            </p:cNvPr>
            <p:cNvSpPr/>
            <p:nvPr/>
          </p:nvSpPr>
          <p:spPr>
            <a:xfrm>
              <a:off x="5593050" y="3065085"/>
              <a:ext cx="604344" cy="20608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90" extrusionOk="0">
                  <a:moveTo>
                    <a:pt x="9729" y="0"/>
                  </a:moveTo>
                  <a:cubicBezTo>
                    <a:pt x="11263" y="-1"/>
                    <a:pt x="12626" y="216"/>
                    <a:pt x="13309" y="696"/>
                  </a:cubicBezTo>
                  <a:cubicBezTo>
                    <a:pt x="13991" y="1177"/>
                    <a:pt x="14104" y="1724"/>
                    <a:pt x="13877" y="2006"/>
                  </a:cubicBezTo>
                  <a:cubicBezTo>
                    <a:pt x="13685" y="2245"/>
                    <a:pt x="14425" y="2938"/>
                    <a:pt x="14755" y="3173"/>
                  </a:cubicBezTo>
                  <a:cubicBezTo>
                    <a:pt x="15167" y="3467"/>
                    <a:pt x="15809" y="3880"/>
                    <a:pt x="15809" y="3880"/>
                  </a:cubicBezTo>
                  <a:cubicBezTo>
                    <a:pt x="15809" y="3880"/>
                    <a:pt x="16491" y="4178"/>
                    <a:pt x="16491" y="4592"/>
                  </a:cubicBezTo>
                  <a:cubicBezTo>
                    <a:pt x="16491" y="5007"/>
                    <a:pt x="16434" y="5604"/>
                    <a:pt x="16945" y="6366"/>
                  </a:cubicBezTo>
                  <a:cubicBezTo>
                    <a:pt x="17457" y="7129"/>
                    <a:pt x="17400" y="7295"/>
                    <a:pt x="16945" y="7676"/>
                  </a:cubicBezTo>
                  <a:cubicBezTo>
                    <a:pt x="16491" y="8058"/>
                    <a:pt x="15013" y="8787"/>
                    <a:pt x="15013" y="8787"/>
                  </a:cubicBezTo>
                  <a:cubicBezTo>
                    <a:pt x="15013" y="8787"/>
                    <a:pt x="16434" y="8986"/>
                    <a:pt x="15923" y="9168"/>
                  </a:cubicBezTo>
                  <a:cubicBezTo>
                    <a:pt x="15411" y="9351"/>
                    <a:pt x="14957" y="9417"/>
                    <a:pt x="14957" y="9417"/>
                  </a:cubicBezTo>
                  <a:cubicBezTo>
                    <a:pt x="14957" y="9417"/>
                    <a:pt x="16491" y="10064"/>
                    <a:pt x="15695" y="10760"/>
                  </a:cubicBezTo>
                  <a:cubicBezTo>
                    <a:pt x="14900" y="11456"/>
                    <a:pt x="14750" y="11966"/>
                    <a:pt x="14841" y="12604"/>
                  </a:cubicBezTo>
                  <a:cubicBezTo>
                    <a:pt x="14932" y="13241"/>
                    <a:pt x="14932" y="13799"/>
                    <a:pt x="14932" y="13799"/>
                  </a:cubicBezTo>
                  <a:lnTo>
                    <a:pt x="14021" y="13852"/>
                  </a:lnTo>
                  <a:cubicBezTo>
                    <a:pt x="14021" y="13852"/>
                    <a:pt x="14021" y="14437"/>
                    <a:pt x="14932" y="14809"/>
                  </a:cubicBezTo>
                  <a:cubicBezTo>
                    <a:pt x="15843" y="15181"/>
                    <a:pt x="17300" y="15792"/>
                    <a:pt x="17573" y="16775"/>
                  </a:cubicBezTo>
                  <a:cubicBezTo>
                    <a:pt x="17846" y="17758"/>
                    <a:pt x="18574" y="18608"/>
                    <a:pt x="19576" y="18847"/>
                  </a:cubicBezTo>
                  <a:cubicBezTo>
                    <a:pt x="20578" y="19086"/>
                    <a:pt x="21600" y="19060"/>
                    <a:pt x="21600" y="19462"/>
                  </a:cubicBezTo>
                  <a:cubicBezTo>
                    <a:pt x="21600" y="19865"/>
                    <a:pt x="21334" y="20329"/>
                    <a:pt x="21334" y="20531"/>
                  </a:cubicBezTo>
                  <a:cubicBezTo>
                    <a:pt x="21334" y="20732"/>
                    <a:pt x="21334" y="21011"/>
                    <a:pt x="21334" y="21011"/>
                  </a:cubicBezTo>
                  <a:lnTo>
                    <a:pt x="20910" y="21042"/>
                  </a:lnTo>
                  <a:cubicBezTo>
                    <a:pt x="20910" y="21042"/>
                    <a:pt x="21016" y="20809"/>
                    <a:pt x="20910" y="20546"/>
                  </a:cubicBezTo>
                  <a:cubicBezTo>
                    <a:pt x="20804" y="20283"/>
                    <a:pt x="20538" y="19927"/>
                    <a:pt x="19955" y="20035"/>
                  </a:cubicBezTo>
                  <a:cubicBezTo>
                    <a:pt x="19371" y="20144"/>
                    <a:pt x="18469" y="20639"/>
                    <a:pt x="18044" y="20871"/>
                  </a:cubicBezTo>
                  <a:cubicBezTo>
                    <a:pt x="17620" y="21104"/>
                    <a:pt x="16770" y="21320"/>
                    <a:pt x="15072" y="21181"/>
                  </a:cubicBezTo>
                  <a:cubicBezTo>
                    <a:pt x="13374" y="21042"/>
                    <a:pt x="12790" y="20716"/>
                    <a:pt x="13692" y="20639"/>
                  </a:cubicBezTo>
                  <a:cubicBezTo>
                    <a:pt x="14595" y="20562"/>
                    <a:pt x="15709" y="20685"/>
                    <a:pt x="15921" y="20407"/>
                  </a:cubicBezTo>
                  <a:cubicBezTo>
                    <a:pt x="16134" y="20128"/>
                    <a:pt x="16505" y="19416"/>
                    <a:pt x="16134" y="19044"/>
                  </a:cubicBezTo>
                  <a:cubicBezTo>
                    <a:pt x="15762" y="18673"/>
                    <a:pt x="14435" y="17511"/>
                    <a:pt x="13905" y="17078"/>
                  </a:cubicBezTo>
                  <a:cubicBezTo>
                    <a:pt x="13374" y="16644"/>
                    <a:pt x="12631" y="16133"/>
                    <a:pt x="12631" y="16133"/>
                  </a:cubicBezTo>
                  <a:cubicBezTo>
                    <a:pt x="12631" y="16133"/>
                    <a:pt x="12684" y="16815"/>
                    <a:pt x="12206" y="17140"/>
                  </a:cubicBezTo>
                  <a:cubicBezTo>
                    <a:pt x="11729" y="17465"/>
                    <a:pt x="10083" y="18719"/>
                    <a:pt x="9765" y="18982"/>
                  </a:cubicBezTo>
                  <a:cubicBezTo>
                    <a:pt x="9447" y="19245"/>
                    <a:pt x="10030" y="19416"/>
                    <a:pt x="10508" y="19555"/>
                  </a:cubicBezTo>
                  <a:cubicBezTo>
                    <a:pt x="10986" y="19695"/>
                    <a:pt x="10720" y="20035"/>
                    <a:pt x="10349" y="20298"/>
                  </a:cubicBezTo>
                  <a:cubicBezTo>
                    <a:pt x="9977" y="20562"/>
                    <a:pt x="9818" y="20887"/>
                    <a:pt x="9818" y="21026"/>
                  </a:cubicBezTo>
                  <a:cubicBezTo>
                    <a:pt x="9818" y="21165"/>
                    <a:pt x="9818" y="21460"/>
                    <a:pt x="9818" y="21460"/>
                  </a:cubicBezTo>
                  <a:lnTo>
                    <a:pt x="9128" y="21460"/>
                  </a:lnTo>
                  <a:cubicBezTo>
                    <a:pt x="9128" y="21460"/>
                    <a:pt x="9341" y="21134"/>
                    <a:pt x="9341" y="20871"/>
                  </a:cubicBezTo>
                  <a:cubicBezTo>
                    <a:pt x="9341" y="20608"/>
                    <a:pt x="9500" y="20422"/>
                    <a:pt x="9181" y="20376"/>
                  </a:cubicBezTo>
                  <a:cubicBezTo>
                    <a:pt x="8863" y="20329"/>
                    <a:pt x="7430" y="20701"/>
                    <a:pt x="6846" y="20964"/>
                  </a:cubicBezTo>
                  <a:cubicBezTo>
                    <a:pt x="6262" y="21227"/>
                    <a:pt x="6156" y="21599"/>
                    <a:pt x="4246" y="21460"/>
                  </a:cubicBezTo>
                  <a:cubicBezTo>
                    <a:pt x="2335" y="21320"/>
                    <a:pt x="1062" y="21026"/>
                    <a:pt x="1539" y="20856"/>
                  </a:cubicBezTo>
                  <a:cubicBezTo>
                    <a:pt x="2017" y="20685"/>
                    <a:pt x="2972" y="20825"/>
                    <a:pt x="3556" y="20732"/>
                  </a:cubicBezTo>
                  <a:cubicBezTo>
                    <a:pt x="4140" y="20639"/>
                    <a:pt x="5254" y="19818"/>
                    <a:pt x="5944" y="19323"/>
                  </a:cubicBezTo>
                  <a:cubicBezTo>
                    <a:pt x="6634" y="18827"/>
                    <a:pt x="7430" y="17805"/>
                    <a:pt x="7642" y="17202"/>
                  </a:cubicBezTo>
                  <a:cubicBezTo>
                    <a:pt x="7855" y="16598"/>
                    <a:pt x="8173" y="16133"/>
                    <a:pt x="8226" y="15932"/>
                  </a:cubicBezTo>
                  <a:cubicBezTo>
                    <a:pt x="8279" y="15731"/>
                    <a:pt x="8279" y="15359"/>
                    <a:pt x="8279" y="15359"/>
                  </a:cubicBezTo>
                  <a:cubicBezTo>
                    <a:pt x="8279" y="15359"/>
                    <a:pt x="7642" y="14662"/>
                    <a:pt x="7430" y="14368"/>
                  </a:cubicBezTo>
                  <a:cubicBezTo>
                    <a:pt x="7218" y="14074"/>
                    <a:pt x="7218" y="13857"/>
                    <a:pt x="7218" y="13857"/>
                  </a:cubicBezTo>
                  <a:cubicBezTo>
                    <a:pt x="7218" y="13857"/>
                    <a:pt x="6103" y="13919"/>
                    <a:pt x="6103" y="13718"/>
                  </a:cubicBezTo>
                  <a:cubicBezTo>
                    <a:pt x="6103" y="13516"/>
                    <a:pt x="6475" y="12665"/>
                    <a:pt x="6368" y="12262"/>
                  </a:cubicBezTo>
                  <a:cubicBezTo>
                    <a:pt x="6262" y="11860"/>
                    <a:pt x="5785" y="11891"/>
                    <a:pt x="5785" y="11891"/>
                  </a:cubicBezTo>
                  <a:cubicBezTo>
                    <a:pt x="5785" y="11891"/>
                    <a:pt x="5679" y="12107"/>
                    <a:pt x="5679" y="12278"/>
                  </a:cubicBezTo>
                  <a:cubicBezTo>
                    <a:pt x="5679" y="12448"/>
                    <a:pt x="5254" y="12402"/>
                    <a:pt x="5095" y="12278"/>
                  </a:cubicBezTo>
                  <a:cubicBezTo>
                    <a:pt x="4936" y="12154"/>
                    <a:pt x="4352" y="12278"/>
                    <a:pt x="4352" y="12154"/>
                  </a:cubicBezTo>
                  <a:cubicBezTo>
                    <a:pt x="4352" y="12030"/>
                    <a:pt x="4086" y="11767"/>
                    <a:pt x="4193" y="11566"/>
                  </a:cubicBezTo>
                  <a:cubicBezTo>
                    <a:pt x="4299" y="11364"/>
                    <a:pt x="4776" y="10993"/>
                    <a:pt x="4776" y="10993"/>
                  </a:cubicBezTo>
                  <a:lnTo>
                    <a:pt x="0" y="10946"/>
                  </a:lnTo>
                  <a:lnTo>
                    <a:pt x="631" y="8118"/>
                  </a:lnTo>
                  <a:lnTo>
                    <a:pt x="5088" y="8135"/>
                  </a:lnTo>
                  <a:cubicBezTo>
                    <a:pt x="5088" y="8135"/>
                    <a:pt x="5323" y="7246"/>
                    <a:pt x="5323" y="6818"/>
                  </a:cubicBezTo>
                  <a:cubicBezTo>
                    <a:pt x="5323" y="6390"/>
                    <a:pt x="5147" y="5826"/>
                    <a:pt x="6143" y="5347"/>
                  </a:cubicBezTo>
                  <a:cubicBezTo>
                    <a:pt x="7140" y="4868"/>
                    <a:pt x="8430" y="4474"/>
                    <a:pt x="9251" y="4166"/>
                  </a:cubicBezTo>
                  <a:cubicBezTo>
                    <a:pt x="10072" y="3858"/>
                    <a:pt x="10190" y="3841"/>
                    <a:pt x="9955" y="3567"/>
                  </a:cubicBezTo>
                  <a:cubicBezTo>
                    <a:pt x="9721" y="3294"/>
                    <a:pt x="9721" y="2951"/>
                    <a:pt x="9134" y="2969"/>
                  </a:cubicBezTo>
                  <a:cubicBezTo>
                    <a:pt x="8548" y="2986"/>
                    <a:pt x="8020" y="2969"/>
                    <a:pt x="7727" y="2746"/>
                  </a:cubicBezTo>
                  <a:cubicBezTo>
                    <a:pt x="7433" y="2524"/>
                    <a:pt x="6730" y="2113"/>
                    <a:pt x="6671" y="1822"/>
                  </a:cubicBezTo>
                  <a:cubicBezTo>
                    <a:pt x="6613" y="1531"/>
                    <a:pt x="6840" y="1489"/>
                    <a:pt x="6697" y="1397"/>
                  </a:cubicBezTo>
                  <a:cubicBezTo>
                    <a:pt x="6554" y="1305"/>
                    <a:pt x="6755" y="1021"/>
                    <a:pt x="6783" y="788"/>
                  </a:cubicBezTo>
                  <a:cubicBezTo>
                    <a:pt x="6812" y="554"/>
                    <a:pt x="7842" y="2"/>
                    <a:pt x="9729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50" name="íṡ1îdè" descr="80f89ced-de07-4bc2-9bf4-b39d8dc9930b">
              <a:extLst>
                <a:ext uri="{FF2B5EF4-FFF2-40B4-BE49-F238E27FC236}">
                  <a16:creationId xmlns:a16="http://schemas.microsoft.com/office/drawing/2014/main" id="{B09AA076-5700-43F6-8412-185FC0412715}"/>
                </a:ext>
              </a:extLst>
            </p:cNvPr>
            <p:cNvSpPr/>
            <p:nvPr/>
          </p:nvSpPr>
          <p:spPr>
            <a:xfrm>
              <a:off x="5872951" y="3326325"/>
              <a:ext cx="125838" cy="1033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60" y="0"/>
                  </a:moveTo>
                  <a:cubicBezTo>
                    <a:pt x="20837" y="1583"/>
                    <a:pt x="21229" y="3095"/>
                    <a:pt x="21600" y="4439"/>
                  </a:cubicBezTo>
                  <a:cubicBezTo>
                    <a:pt x="10590" y="3782"/>
                    <a:pt x="4549" y="13958"/>
                    <a:pt x="0" y="21600"/>
                  </a:cubicBezTo>
                  <a:cubicBezTo>
                    <a:pt x="1704" y="18222"/>
                    <a:pt x="1487" y="13002"/>
                    <a:pt x="1393" y="10461"/>
                  </a:cubicBezTo>
                  <a:cubicBezTo>
                    <a:pt x="4070" y="7225"/>
                    <a:pt x="8060" y="3929"/>
                    <a:pt x="11634" y="2160"/>
                  </a:cubicBezTo>
                  <a:cubicBezTo>
                    <a:pt x="14683" y="649"/>
                    <a:pt x="18140" y="78"/>
                    <a:pt x="2046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64" name="Title" descr="eeb2207c-e10e-4083-8df8-2068be6caf50">
              <a:extLst>
                <a:ext uri="{FF2B5EF4-FFF2-40B4-BE49-F238E27FC236}">
                  <a16:creationId xmlns:a16="http://schemas.microsoft.com/office/drawing/2014/main" id="{3997FC68-CC72-3548-411A-911B81F62835}"/>
                </a:ext>
              </a:extLst>
            </p:cNvPr>
            <p:cNvSpPr txBox="1"/>
            <p:nvPr/>
          </p:nvSpPr>
          <p:spPr>
            <a:xfrm>
              <a:off x="675204" y="1130300"/>
              <a:ext cx="10841592" cy="906776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6" name="组合 65" descr="a21915bd-2121-4a93-872a-5852f40ad3b1">
              <a:extLst>
                <a:ext uri="{FF2B5EF4-FFF2-40B4-BE49-F238E27FC236}">
                  <a16:creationId xmlns:a16="http://schemas.microsoft.com/office/drawing/2014/main" id="{A6E7AF49-8A5A-0CFA-9FF7-3D1109721F7D}"/>
                </a:ext>
              </a:extLst>
            </p:cNvPr>
            <p:cNvGrpSpPr/>
            <p:nvPr/>
          </p:nvGrpSpPr>
          <p:grpSpPr>
            <a:xfrm>
              <a:off x="675204" y="2217150"/>
              <a:ext cx="3670104" cy="1186909"/>
              <a:chOff x="675204" y="2217150"/>
              <a:chExt cx="3670104" cy="1186909"/>
            </a:xfrm>
          </p:grpSpPr>
          <p:sp>
            <p:nvSpPr>
              <p:cNvPr id="41" name="IconBackground1" descr="49c0edac-1d55-4404-b88f-b7794f05b4b5">
                <a:extLst>
                  <a:ext uri="{FF2B5EF4-FFF2-40B4-BE49-F238E27FC236}">
                    <a16:creationId xmlns:a16="http://schemas.microsoft.com/office/drawing/2014/main" id="{74F0619B-A767-4876-9EFC-0D6A07001F8C}"/>
                  </a:ext>
                </a:extLst>
              </p:cNvPr>
              <p:cNvSpPr/>
              <p:nvPr/>
            </p:nvSpPr>
            <p:spPr>
              <a:xfrm>
                <a:off x="675204" y="2365840"/>
                <a:ext cx="658296" cy="658294"/>
              </a:xfrm>
              <a:prstGeom prst="ellipse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42" name="Icon1" descr="7afc5016-7c3b-4a24-9ca5-707242a6cd21">
                <a:extLst>
                  <a:ext uri="{FF2B5EF4-FFF2-40B4-BE49-F238E27FC236}">
                    <a16:creationId xmlns:a16="http://schemas.microsoft.com/office/drawing/2014/main" id="{D0C3A4C2-6960-419D-A8D9-1A5E6FB8F230}"/>
                  </a:ext>
                </a:extLst>
              </p:cNvPr>
              <p:cNvSpPr/>
              <p:nvPr/>
            </p:nvSpPr>
            <p:spPr bwMode="auto">
              <a:xfrm>
                <a:off x="843177" y="2534032"/>
                <a:ext cx="322350" cy="321909"/>
              </a:xfrm>
              <a:custGeom>
                <a:avLst/>
                <a:gdLst>
                  <a:gd name="connsiteX0" fmla="*/ 88489 w 606933"/>
                  <a:gd name="connsiteY0" fmla="*/ 530317 h 606104"/>
                  <a:gd name="connsiteX1" fmla="*/ 518444 w 606933"/>
                  <a:gd name="connsiteY1" fmla="*/ 530317 h 606104"/>
                  <a:gd name="connsiteX2" fmla="*/ 518444 w 606933"/>
                  <a:gd name="connsiteY2" fmla="*/ 573404 h 606104"/>
                  <a:gd name="connsiteX3" fmla="*/ 485697 w 606933"/>
                  <a:gd name="connsiteY3" fmla="*/ 606104 h 606104"/>
                  <a:gd name="connsiteX4" fmla="*/ 121236 w 606933"/>
                  <a:gd name="connsiteY4" fmla="*/ 606104 h 606104"/>
                  <a:gd name="connsiteX5" fmla="*/ 88489 w 606933"/>
                  <a:gd name="connsiteY5" fmla="*/ 573404 h 606104"/>
                  <a:gd name="connsiteX6" fmla="*/ 323402 w 606933"/>
                  <a:gd name="connsiteY6" fmla="*/ 364311 h 606104"/>
                  <a:gd name="connsiteX7" fmla="*/ 354991 w 606933"/>
                  <a:gd name="connsiteY7" fmla="*/ 480273 h 606104"/>
                  <a:gd name="connsiteX8" fmla="*/ 388314 w 606933"/>
                  <a:gd name="connsiteY8" fmla="*/ 447003 h 606104"/>
                  <a:gd name="connsiteX9" fmla="*/ 417398 w 606933"/>
                  <a:gd name="connsiteY9" fmla="*/ 476042 h 606104"/>
                  <a:gd name="connsiteX10" fmla="*/ 435215 w 606933"/>
                  <a:gd name="connsiteY10" fmla="*/ 458157 h 606104"/>
                  <a:gd name="connsiteX11" fmla="*/ 406227 w 606933"/>
                  <a:gd name="connsiteY11" fmla="*/ 429215 h 606104"/>
                  <a:gd name="connsiteX12" fmla="*/ 439453 w 606933"/>
                  <a:gd name="connsiteY12" fmla="*/ 395946 h 606104"/>
                  <a:gd name="connsiteX13" fmla="*/ 126453 w 606933"/>
                  <a:gd name="connsiteY13" fmla="*/ 290465 h 606104"/>
                  <a:gd name="connsiteX14" fmla="*/ 480480 w 606933"/>
                  <a:gd name="connsiteY14" fmla="*/ 290465 h 606104"/>
                  <a:gd name="connsiteX15" fmla="*/ 480480 w 606933"/>
                  <a:gd name="connsiteY15" fmla="*/ 504984 h 606104"/>
                  <a:gd name="connsiteX16" fmla="*/ 126453 w 606933"/>
                  <a:gd name="connsiteY16" fmla="*/ 504984 h 606104"/>
                  <a:gd name="connsiteX17" fmla="*/ 381572 w 606933"/>
                  <a:gd name="connsiteY17" fmla="*/ 5 h 606104"/>
                  <a:gd name="connsiteX18" fmla="*/ 527383 w 606933"/>
                  <a:gd name="connsiteY18" fmla="*/ 140810 h 606104"/>
                  <a:gd name="connsiteX19" fmla="*/ 520834 w 606933"/>
                  <a:gd name="connsiteY19" fmla="*/ 194862 h 606104"/>
                  <a:gd name="connsiteX20" fmla="*/ 606933 w 606933"/>
                  <a:gd name="connsiteY20" fmla="*/ 306621 h 606104"/>
                  <a:gd name="connsiteX21" fmla="*/ 505713 w 606933"/>
                  <a:gd name="connsiteY21" fmla="*/ 416071 h 606104"/>
                  <a:gd name="connsiteX22" fmla="*/ 505713 w 606933"/>
                  <a:gd name="connsiteY22" fmla="*/ 265168 h 606104"/>
                  <a:gd name="connsiteX23" fmla="*/ 101123 w 606933"/>
                  <a:gd name="connsiteY23" fmla="*/ 265168 h 606104"/>
                  <a:gd name="connsiteX24" fmla="*/ 101123 w 606933"/>
                  <a:gd name="connsiteY24" fmla="*/ 416071 h 606104"/>
                  <a:gd name="connsiteX25" fmla="*/ 0 w 606933"/>
                  <a:gd name="connsiteY25" fmla="*/ 306621 h 606104"/>
                  <a:gd name="connsiteX26" fmla="*/ 63949 w 606933"/>
                  <a:gd name="connsiteY26" fmla="*/ 203037 h 606104"/>
                  <a:gd name="connsiteX27" fmla="*/ 68764 w 606933"/>
                  <a:gd name="connsiteY27" fmla="*/ 146580 h 606104"/>
                  <a:gd name="connsiteX28" fmla="*/ 162086 w 606933"/>
                  <a:gd name="connsiteY28" fmla="*/ 71561 h 606104"/>
                  <a:gd name="connsiteX29" fmla="*/ 242985 w 606933"/>
                  <a:gd name="connsiteY29" fmla="*/ 96375 h 606104"/>
                  <a:gd name="connsiteX30" fmla="*/ 381572 w 606933"/>
                  <a:gd name="connsiteY30" fmla="*/ 5 h 606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6933" h="606104">
                    <a:moveTo>
                      <a:pt x="88489" y="530317"/>
                    </a:moveTo>
                    <a:lnTo>
                      <a:pt x="518444" y="530317"/>
                    </a:lnTo>
                    <a:lnTo>
                      <a:pt x="518444" y="573404"/>
                    </a:lnTo>
                    <a:lnTo>
                      <a:pt x="485697" y="606104"/>
                    </a:lnTo>
                    <a:lnTo>
                      <a:pt x="121236" y="606104"/>
                    </a:lnTo>
                    <a:lnTo>
                      <a:pt x="88489" y="573404"/>
                    </a:lnTo>
                    <a:close/>
                    <a:moveTo>
                      <a:pt x="323402" y="364311"/>
                    </a:moveTo>
                    <a:lnTo>
                      <a:pt x="354991" y="480273"/>
                    </a:lnTo>
                    <a:lnTo>
                      <a:pt x="388314" y="447003"/>
                    </a:lnTo>
                    <a:lnTo>
                      <a:pt x="417398" y="476042"/>
                    </a:lnTo>
                    <a:lnTo>
                      <a:pt x="435215" y="458157"/>
                    </a:lnTo>
                    <a:lnTo>
                      <a:pt x="406227" y="429215"/>
                    </a:lnTo>
                    <a:lnTo>
                      <a:pt x="439453" y="395946"/>
                    </a:lnTo>
                    <a:close/>
                    <a:moveTo>
                      <a:pt x="126453" y="290465"/>
                    </a:moveTo>
                    <a:lnTo>
                      <a:pt x="480480" y="290465"/>
                    </a:lnTo>
                    <a:lnTo>
                      <a:pt x="480480" y="504984"/>
                    </a:lnTo>
                    <a:lnTo>
                      <a:pt x="126453" y="504984"/>
                    </a:lnTo>
                    <a:close/>
                    <a:moveTo>
                      <a:pt x="381572" y="5"/>
                    </a:moveTo>
                    <a:cubicBezTo>
                      <a:pt x="457463" y="678"/>
                      <a:pt x="522856" y="63771"/>
                      <a:pt x="527383" y="140810"/>
                    </a:cubicBezTo>
                    <a:cubicBezTo>
                      <a:pt x="528346" y="159372"/>
                      <a:pt x="526227" y="177453"/>
                      <a:pt x="520834" y="194862"/>
                    </a:cubicBezTo>
                    <a:cubicBezTo>
                      <a:pt x="570818" y="207076"/>
                      <a:pt x="606933" y="252569"/>
                      <a:pt x="606933" y="306621"/>
                    </a:cubicBezTo>
                    <a:cubicBezTo>
                      <a:pt x="606933" y="366155"/>
                      <a:pt x="565039" y="410493"/>
                      <a:pt x="505713" y="416071"/>
                    </a:cubicBezTo>
                    <a:lnTo>
                      <a:pt x="505713" y="265168"/>
                    </a:lnTo>
                    <a:lnTo>
                      <a:pt x="101123" y="265168"/>
                    </a:lnTo>
                    <a:lnTo>
                      <a:pt x="101123" y="416071"/>
                    </a:lnTo>
                    <a:cubicBezTo>
                      <a:pt x="41894" y="410493"/>
                      <a:pt x="0" y="366155"/>
                      <a:pt x="0" y="306621"/>
                    </a:cubicBezTo>
                    <a:cubicBezTo>
                      <a:pt x="0" y="262379"/>
                      <a:pt x="25329" y="222080"/>
                      <a:pt x="63949" y="203037"/>
                    </a:cubicBezTo>
                    <a:cubicBezTo>
                      <a:pt x="60578" y="183994"/>
                      <a:pt x="62215" y="165047"/>
                      <a:pt x="68764" y="146580"/>
                    </a:cubicBezTo>
                    <a:cubicBezTo>
                      <a:pt x="83403" y="105224"/>
                      <a:pt x="120000" y="75793"/>
                      <a:pt x="162086" y="71561"/>
                    </a:cubicBezTo>
                    <a:cubicBezTo>
                      <a:pt x="191557" y="68676"/>
                      <a:pt x="220545" y="77813"/>
                      <a:pt x="242985" y="96375"/>
                    </a:cubicBezTo>
                    <a:cubicBezTo>
                      <a:pt x="264654" y="38861"/>
                      <a:pt x="319550" y="-476"/>
                      <a:pt x="381572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9" name="Text1" descr="d419ad5a-22ca-4a00-aba5-d81cb63b679a">
                <a:extLst>
                  <a:ext uri="{FF2B5EF4-FFF2-40B4-BE49-F238E27FC236}">
                    <a16:creationId xmlns:a16="http://schemas.microsoft.com/office/drawing/2014/main" id="{A87C40EB-0A99-42C6-826F-44178C774211}"/>
                  </a:ext>
                </a:extLst>
              </p:cNvPr>
              <p:cNvSpPr txBox="1"/>
              <p:nvPr/>
            </p:nvSpPr>
            <p:spPr>
              <a:xfrm>
                <a:off x="1372817" y="2745765"/>
                <a:ext cx="2972491" cy="65829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rtl="1">
                  <a:lnSpc>
                    <a:spcPct val="120000"/>
                  </a:lnSpc>
                </a:pPr>
                <a:endParaRPr lang="en-US" dirty="0"/>
              </a:p>
            </p:txBody>
          </p:sp>
          <p:sp>
            <p:nvSpPr>
              <p:cNvPr id="40" name="Bullet1" descr="b73ae768-d366-4181-979b-d5dea29dfa20">
                <a:extLst>
                  <a:ext uri="{FF2B5EF4-FFF2-40B4-BE49-F238E27FC236}">
                    <a16:creationId xmlns:a16="http://schemas.microsoft.com/office/drawing/2014/main" id="{DAEFFBB7-A620-4E1A-8970-EB646FB23D21}"/>
                  </a:ext>
                </a:extLst>
              </p:cNvPr>
              <p:cNvSpPr/>
              <p:nvPr/>
            </p:nvSpPr>
            <p:spPr>
              <a:xfrm>
                <a:off x="1372817" y="2217150"/>
                <a:ext cx="2972491" cy="467612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r>
                  <a:rPr lang="zh-CN" altLang="en-US" b="1" dirty="0"/>
                  <a:t>电影简介</a:t>
                </a:r>
                <a:endParaRPr lang="en-US" dirty="0"/>
              </a:p>
            </p:txBody>
          </p:sp>
        </p:grpSp>
        <p:grpSp>
          <p:nvGrpSpPr>
            <p:cNvPr id="67" name="组合 66" descr="ed1347e9-5e47-4803-9511-1b641931b964">
              <a:extLst>
                <a:ext uri="{FF2B5EF4-FFF2-40B4-BE49-F238E27FC236}">
                  <a16:creationId xmlns:a16="http://schemas.microsoft.com/office/drawing/2014/main" id="{2E7406F7-424B-BA25-0166-11CAC4445620}"/>
                </a:ext>
              </a:extLst>
            </p:cNvPr>
            <p:cNvGrpSpPr/>
            <p:nvPr/>
          </p:nvGrpSpPr>
          <p:grpSpPr>
            <a:xfrm>
              <a:off x="675204" y="3448521"/>
              <a:ext cx="3670104" cy="1186909"/>
              <a:chOff x="675204" y="3448521"/>
              <a:chExt cx="3670104" cy="1186909"/>
            </a:xfrm>
          </p:grpSpPr>
          <p:sp>
            <p:nvSpPr>
              <p:cNvPr id="36" name="IconBackground2" descr="5b064dee-c1b1-4ecd-a3c9-c1da09ee2759">
                <a:extLst>
                  <a:ext uri="{FF2B5EF4-FFF2-40B4-BE49-F238E27FC236}">
                    <a16:creationId xmlns:a16="http://schemas.microsoft.com/office/drawing/2014/main" id="{30E0BE5A-4114-40BE-B385-DF899C841F2D}"/>
                  </a:ext>
                </a:extLst>
              </p:cNvPr>
              <p:cNvSpPr/>
              <p:nvPr/>
            </p:nvSpPr>
            <p:spPr>
              <a:xfrm>
                <a:off x="675204" y="3597211"/>
                <a:ext cx="658296" cy="658294"/>
              </a:xfrm>
              <a:prstGeom prst="ellipse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7" name="Icon2" descr="bece701e-89fd-4071-af3b-05babf6bdfa4">
                <a:extLst>
                  <a:ext uri="{FF2B5EF4-FFF2-40B4-BE49-F238E27FC236}">
                    <a16:creationId xmlns:a16="http://schemas.microsoft.com/office/drawing/2014/main" id="{37DB43AD-1FF5-4A48-B813-9F1C73643294}"/>
                  </a:ext>
                </a:extLst>
              </p:cNvPr>
              <p:cNvSpPr/>
              <p:nvPr/>
            </p:nvSpPr>
            <p:spPr bwMode="auto">
              <a:xfrm>
                <a:off x="856423" y="3765182"/>
                <a:ext cx="295858" cy="322350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  <a:gd name="connsiteX41" fmla="*/ 373273 h 605239"/>
                  <a:gd name="connsiteY41" fmla="*/ 373273 h 605239"/>
                  <a:gd name="connsiteX42" fmla="*/ 373273 h 605239"/>
                  <a:gd name="connsiteY42" fmla="*/ 373273 h 605239"/>
                  <a:gd name="connsiteX43" fmla="*/ 373273 h 605239"/>
                  <a:gd name="connsiteY43" fmla="*/ 373273 h 605239"/>
                  <a:gd name="connsiteX44" fmla="*/ 373273 h 605239"/>
                  <a:gd name="connsiteY44" fmla="*/ 373273 h 605239"/>
                  <a:gd name="connsiteX45" fmla="*/ 373273 h 605239"/>
                  <a:gd name="connsiteY45" fmla="*/ 373273 h 605239"/>
                  <a:gd name="connsiteX46" fmla="*/ 373273 h 605239"/>
                  <a:gd name="connsiteY46" fmla="*/ 373273 h 605239"/>
                  <a:gd name="connsiteX47" fmla="*/ 373273 h 605239"/>
                  <a:gd name="connsiteY47" fmla="*/ 373273 h 605239"/>
                  <a:gd name="connsiteX48" fmla="*/ 373273 h 605239"/>
                  <a:gd name="connsiteY48" fmla="*/ 373273 h 605239"/>
                  <a:gd name="connsiteX49" fmla="*/ 373273 h 605239"/>
                  <a:gd name="connsiteY49" fmla="*/ 373273 h 605239"/>
                  <a:gd name="connsiteX50" fmla="*/ 373273 h 605239"/>
                  <a:gd name="connsiteY50" fmla="*/ 373273 h 605239"/>
                  <a:gd name="connsiteX51" fmla="*/ 373273 h 605239"/>
                  <a:gd name="connsiteY51" fmla="*/ 373273 h 605239"/>
                  <a:gd name="connsiteX52" fmla="*/ 373273 h 605239"/>
                  <a:gd name="connsiteY52" fmla="*/ 373273 h 605239"/>
                  <a:gd name="connsiteX53" fmla="*/ 373273 h 605239"/>
                  <a:gd name="connsiteY53" fmla="*/ 373273 h 605239"/>
                  <a:gd name="connsiteX54" fmla="*/ 373273 h 605239"/>
                  <a:gd name="connsiteY54" fmla="*/ 373273 h 605239"/>
                  <a:gd name="connsiteX55" fmla="*/ 373273 h 605239"/>
                  <a:gd name="connsiteY55" fmla="*/ 373273 h 605239"/>
                  <a:gd name="connsiteX56" fmla="*/ 373273 h 605239"/>
                  <a:gd name="connsiteY56" fmla="*/ 373273 h 605239"/>
                  <a:gd name="connsiteX57" fmla="*/ 373273 h 605239"/>
                  <a:gd name="connsiteY57" fmla="*/ 373273 h 605239"/>
                  <a:gd name="connsiteX58" fmla="*/ 373273 h 605239"/>
                  <a:gd name="connsiteY58" fmla="*/ 373273 h 605239"/>
                  <a:gd name="connsiteX59" fmla="*/ 373273 h 605239"/>
                  <a:gd name="connsiteY59" fmla="*/ 373273 h 605239"/>
                  <a:gd name="connsiteX60" fmla="*/ 373273 h 605239"/>
                  <a:gd name="connsiteY60" fmla="*/ 373273 h 605239"/>
                  <a:gd name="connsiteX61" fmla="*/ 373273 h 605239"/>
                  <a:gd name="connsiteY61" fmla="*/ 373273 h 605239"/>
                  <a:gd name="connsiteX62" fmla="*/ 373273 h 605239"/>
                  <a:gd name="connsiteY62" fmla="*/ 373273 h 605239"/>
                  <a:gd name="connsiteX63" fmla="*/ 373273 h 605239"/>
                  <a:gd name="connsiteY63" fmla="*/ 373273 h 605239"/>
                  <a:gd name="connsiteX64" fmla="*/ 373273 h 605239"/>
                  <a:gd name="connsiteY64" fmla="*/ 373273 h 605239"/>
                  <a:gd name="connsiteX65" fmla="*/ 373273 h 605239"/>
                  <a:gd name="connsiteY65" fmla="*/ 373273 h 605239"/>
                  <a:gd name="connsiteX66" fmla="*/ 373273 h 605239"/>
                  <a:gd name="connsiteY66" fmla="*/ 373273 h 605239"/>
                  <a:gd name="connsiteX67" fmla="*/ 373273 h 605239"/>
                  <a:gd name="connsiteY67" fmla="*/ 373273 h 605239"/>
                  <a:gd name="connsiteX68" fmla="*/ 373273 h 605239"/>
                  <a:gd name="connsiteY68" fmla="*/ 373273 h 605239"/>
                  <a:gd name="connsiteX69" fmla="*/ 373273 h 605239"/>
                  <a:gd name="connsiteY69" fmla="*/ 373273 h 605239"/>
                  <a:gd name="connsiteX70" fmla="*/ 373273 h 605239"/>
                  <a:gd name="connsiteY70" fmla="*/ 373273 h 605239"/>
                  <a:gd name="connsiteX71" fmla="*/ 373273 h 605239"/>
                  <a:gd name="connsiteY71" fmla="*/ 373273 h 605239"/>
                  <a:gd name="connsiteX72" fmla="*/ 373273 h 605239"/>
                  <a:gd name="connsiteY72" fmla="*/ 373273 h 605239"/>
                  <a:gd name="connsiteX73" fmla="*/ 373273 h 605239"/>
                  <a:gd name="connsiteY73" fmla="*/ 373273 h 605239"/>
                  <a:gd name="connsiteX74" fmla="*/ 373273 h 605239"/>
                  <a:gd name="connsiteY74" fmla="*/ 373273 h 605239"/>
                  <a:gd name="connsiteX75" fmla="*/ 373273 h 605239"/>
                  <a:gd name="connsiteY75" fmla="*/ 373273 h 605239"/>
                  <a:gd name="connsiteX76" fmla="*/ 373273 h 605239"/>
                  <a:gd name="connsiteY76" fmla="*/ 373273 h 605239"/>
                  <a:gd name="connsiteX77" fmla="*/ 373273 h 605239"/>
                  <a:gd name="connsiteY77" fmla="*/ 373273 h 605239"/>
                  <a:gd name="connsiteX78" fmla="*/ 373273 h 605239"/>
                  <a:gd name="connsiteY78" fmla="*/ 373273 h 605239"/>
                  <a:gd name="connsiteX79" fmla="*/ 373273 h 605239"/>
                  <a:gd name="connsiteY79" fmla="*/ 373273 h 605239"/>
                  <a:gd name="connsiteX80" fmla="*/ 373273 h 605239"/>
                  <a:gd name="connsiteY80" fmla="*/ 373273 h 605239"/>
                  <a:gd name="connsiteX81" fmla="*/ 373273 h 605239"/>
                  <a:gd name="connsiteY81" fmla="*/ 373273 h 605239"/>
                  <a:gd name="connsiteX82" fmla="*/ 373273 h 605239"/>
                  <a:gd name="connsiteY82" fmla="*/ 373273 h 605239"/>
                  <a:gd name="connsiteX83" fmla="*/ 373273 h 605239"/>
                  <a:gd name="connsiteY83" fmla="*/ 373273 h 605239"/>
                  <a:gd name="connsiteX84" fmla="*/ 373273 h 605239"/>
                  <a:gd name="connsiteY84" fmla="*/ 373273 h 605239"/>
                  <a:gd name="connsiteX85" fmla="*/ 373273 h 605239"/>
                  <a:gd name="connsiteY85" fmla="*/ 373273 h 605239"/>
                  <a:gd name="connsiteX86" fmla="*/ 373273 h 605239"/>
                  <a:gd name="connsiteY86" fmla="*/ 373273 h 605239"/>
                  <a:gd name="connsiteX87" fmla="*/ 373273 h 605239"/>
                  <a:gd name="connsiteY87" fmla="*/ 373273 h 605239"/>
                  <a:gd name="connsiteX88" fmla="*/ 373273 h 605239"/>
                  <a:gd name="connsiteY88" fmla="*/ 373273 h 605239"/>
                  <a:gd name="connsiteX89" fmla="*/ 373273 h 605239"/>
                  <a:gd name="connsiteY89" fmla="*/ 373273 h 605239"/>
                  <a:gd name="connsiteX90" fmla="*/ 373273 h 605239"/>
                  <a:gd name="connsiteY90" fmla="*/ 373273 h 605239"/>
                  <a:gd name="connsiteX91" fmla="*/ 373273 h 605239"/>
                  <a:gd name="connsiteY91" fmla="*/ 373273 h 605239"/>
                  <a:gd name="connsiteX92" fmla="*/ 373273 h 605239"/>
                  <a:gd name="connsiteY92" fmla="*/ 373273 h 605239"/>
                  <a:gd name="connsiteX93" fmla="*/ 373273 h 605239"/>
                  <a:gd name="connsiteY93" fmla="*/ 373273 h 605239"/>
                  <a:gd name="connsiteX94" fmla="*/ 373273 h 605239"/>
                  <a:gd name="connsiteY94" fmla="*/ 373273 h 605239"/>
                  <a:gd name="connsiteX95" fmla="*/ 373273 h 605239"/>
                  <a:gd name="connsiteY95" fmla="*/ 373273 h 605239"/>
                  <a:gd name="connsiteX96" fmla="*/ 373273 h 605239"/>
                  <a:gd name="connsiteY96" fmla="*/ 373273 h 605239"/>
                  <a:gd name="connsiteX97" fmla="*/ 373273 h 605239"/>
                  <a:gd name="connsiteY97" fmla="*/ 373273 h 605239"/>
                  <a:gd name="connsiteX98" fmla="*/ 373273 h 605239"/>
                  <a:gd name="connsiteY98" fmla="*/ 373273 h 605239"/>
                  <a:gd name="connsiteX99" fmla="*/ 373273 h 605239"/>
                  <a:gd name="connsiteY99" fmla="*/ 373273 h 605239"/>
                  <a:gd name="connsiteX100" fmla="*/ 373273 h 605239"/>
                  <a:gd name="connsiteY100" fmla="*/ 373273 h 605239"/>
                  <a:gd name="connsiteX101" fmla="*/ 373273 h 605239"/>
                  <a:gd name="connsiteY101" fmla="*/ 373273 h 605239"/>
                  <a:gd name="connsiteX102" fmla="*/ 373273 h 605239"/>
                  <a:gd name="connsiteY102" fmla="*/ 373273 h 605239"/>
                  <a:gd name="connsiteX103" fmla="*/ 373273 h 605239"/>
                  <a:gd name="connsiteY103" fmla="*/ 373273 h 605239"/>
                  <a:gd name="connsiteX104" fmla="*/ 373273 h 605239"/>
                  <a:gd name="connsiteY104" fmla="*/ 373273 h 605239"/>
                  <a:gd name="connsiteX105" fmla="*/ 373273 h 605239"/>
                  <a:gd name="connsiteY105" fmla="*/ 373273 h 605239"/>
                  <a:gd name="connsiteX106" fmla="*/ 373273 h 605239"/>
                  <a:gd name="connsiteY106" fmla="*/ 373273 h 605239"/>
                  <a:gd name="connsiteX107" fmla="*/ 373273 h 605239"/>
                  <a:gd name="connsiteY107" fmla="*/ 373273 h 605239"/>
                  <a:gd name="connsiteX108" fmla="*/ 373273 h 605239"/>
                  <a:gd name="connsiteY108" fmla="*/ 373273 h 605239"/>
                  <a:gd name="connsiteX109" fmla="*/ 373273 h 605239"/>
                  <a:gd name="connsiteY109" fmla="*/ 373273 h 605239"/>
                  <a:gd name="connsiteX110" fmla="*/ 373273 h 605239"/>
                  <a:gd name="connsiteY110" fmla="*/ 373273 h 605239"/>
                  <a:gd name="connsiteX111" fmla="*/ 373273 h 605239"/>
                  <a:gd name="connsiteY111" fmla="*/ 373273 h 605239"/>
                  <a:gd name="connsiteX112" fmla="*/ 373273 h 605239"/>
                  <a:gd name="connsiteY112" fmla="*/ 373273 h 605239"/>
                  <a:gd name="connsiteX113" fmla="*/ 373273 h 605239"/>
                  <a:gd name="connsiteY113" fmla="*/ 373273 h 605239"/>
                  <a:gd name="connsiteX114" fmla="*/ 373273 h 605239"/>
                  <a:gd name="connsiteY114" fmla="*/ 373273 h 605239"/>
                  <a:gd name="connsiteX115" fmla="*/ 373273 h 605239"/>
                  <a:gd name="connsiteY115" fmla="*/ 373273 h 605239"/>
                  <a:gd name="connsiteX116" fmla="*/ 373273 h 605239"/>
                  <a:gd name="connsiteY116" fmla="*/ 373273 h 605239"/>
                  <a:gd name="connsiteX117" fmla="*/ 373273 h 605239"/>
                  <a:gd name="connsiteY117" fmla="*/ 373273 h 605239"/>
                  <a:gd name="connsiteX118" fmla="*/ 373273 h 605239"/>
                  <a:gd name="connsiteY118" fmla="*/ 373273 h 605239"/>
                  <a:gd name="connsiteX119" fmla="*/ 373273 h 605239"/>
                  <a:gd name="connsiteY119" fmla="*/ 373273 h 605239"/>
                  <a:gd name="connsiteX120" fmla="*/ 373273 h 605239"/>
                  <a:gd name="connsiteY120" fmla="*/ 373273 h 605239"/>
                  <a:gd name="connsiteX121" fmla="*/ 373273 h 605239"/>
                  <a:gd name="connsiteY121" fmla="*/ 373273 h 605239"/>
                  <a:gd name="connsiteX122" fmla="*/ 373273 h 605239"/>
                  <a:gd name="connsiteY122" fmla="*/ 373273 h 605239"/>
                  <a:gd name="connsiteX123" fmla="*/ 373273 h 605239"/>
                  <a:gd name="connsiteY123" fmla="*/ 373273 h 605239"/>
                  <a:gd name="connsiteX124" fmla="*/ 373273 h 605239"/>
                  <a:gd name="connsiteY124" fmla="*/ 373273 h 605239"/>
                  <a:gd name="connsiteX125" fmla="*/ 373273 h 605239"/>
                  <a:gd name="connsiteY125" fmla="*/ 373273 h 605239"/>
                  <a:gd name="connsiteX126" fmla="*/ 373273 h 605239"/>
                  <a:gd name="connsiteY126" fmla="*/ 373273 h 605239"/>
                  <a:gd name="connsiteX127" fmla="*/ 373273 h 605239"/>
                  <a:gd name="connsiteY127" fmla="*/ 373273 h 605239"/>
                  <a:gd name="connsiteX128" fmla="*/ 373273 h 605239"/>
                  <a:gd name="connsiteY128" fmla="*/ 373273 h 605239"/>
                  <a:gd name="connsiteX129" fmla="*/ 373273 h 605239"/>
                  <a:gd name="connsiteY129" fmla="*/ 373273 h 605239"/>
                  <a:gd name="connsiteX130" fmla="*/ 373273 h 605239"/>
                  <a:gd name="connsiteY130" fmla="*/ 373273 h 605239"/>
                  <a:gd name="connsiteX131" fmla="*/ 373273 h 605239"/>
                  <a:gd name="connsiteY131" fmla="*/ 373273 h 605239"/>
                  <a:gd name="connsiteX132" fmla="*/ 373273 h 605239"/>
                  <a:gd name="connsiteY132" fmla="*/ 373273 h 605239"/>
                  <a:gd name="connsiteX133" fmla="*/ 373273 h 605239"/>
                  <a:gd name="connsiteY133" fmla="*/ 373273 h 605239"/>
                  <a:gd name="connsiteX134" fmla="*/ 373273 h 605239"/>
                  <a:gd name="connsiteY134" fmla="*/ 373273 h 605239"/>
                  <a:gd name="connsiteX135" fmla="*/ 373273 h 605239"/>
                  <a:gd name="connsiteY135" fmla="*/ 373273 h 605239"/>
                  <a:gd name="connsiteX136" fmla="*/ 373273 h 605239"/>
                  <a:gd name="connsiteY136" fmla="*/ 373273 h 605239"/>
                  <a:gd name="connsiteX137" fmla="*/ 373273 h 605239"/>
                  <a:gd name="connsiteY137" fmla="*/ 373273 h 605239"/>
                  <a:gd name="connsiteX138" fmla="*/ 373273 h 605239"/>
                  <a:gd name="connsiteY138" fmla="*/ 373273 h 605239"/>
                  <a:gd name="connsiteX139" fmla="*/ 373273 h 605239"/>
                  <a:gd name="connsiteY139" fmla="*/ 373273 h 605239"/>
                  <a:gd name="connsiteX140" fmla="*/ 373273 h 605239"/>
                  <a:gd name="connsiteY140" fmla="*/ 373273 h 605239"/>
                  <a:gd name="connsiteX141" fmla="*/ 373273 h 605239"/>
                  <a:gd name="connsiteY141" fmla="*/ 373273 h 605239"/>
                  <a:gd name="connsiteX142" fmla="*/ 373273 h 605239"/>
                  <a:gd name="connsiteY142" fmla="*/ 373273 h 605239"/>
                  <a:gd name="connsiteX143" fmla="*/ 373273 h 605239"/>
                  <a:gd name="connsiteY143" fmla="*/ 373273 h 605239"/>
                  <a:gd name="connsiteX144" fmla="*/ 373273 h 605239"/>
                  <a:gd name="connsiteY144" fmla="*/ 373273 h 605239"/>
                  <a:gd name="connsiteX145" fmla="*/ 373273 h 605239"/>
                  <a:gd name="connsiteY145" fmla="*/ 373273 h 605239"/>
                  <a:gd name="connsiteX146" fmla="*/ 373273 h 605239"/>
                  <a:gd name="connsiteY146" fmla="*/ 373273 h 605239"/>
                  <a:gd name="connsiteX147" fmla="*/ 373273 h 605239"/>
                  <a:gd name="connsiteY147" fmla="*/ 373273 h 605239"/>
                  <a:gd name="connsiteX148" fmla="*/ 373273 h 605239"/>
                  <a:gd name="connsiteY148" fmla="*/ 373273 h 605239"/>
                  <a:gd name="connsiteX149" fmla="*/ 373273 h 605239"/>
                  <a:gd name="connsiteY149" fmla="*/ 373273 h 605239"/>
                  <a:gd name="connsiteX150" fmla="*/ 373273 h 605239"/>
                  <a:gd name="connsiteY150" fmla="*/ 373273 h 605239"/>
                  <a:gd name="connsiteX151" fmla="*/ 373273 h 605239"/>
                  <a:gd name="connsiteY151" fmla="*/ 373273 h 605239"/>
                  <a:gd name="connsiteX152" fmla="*/ 373273 h 605239"/>
                  <a:gd name="connsiteY152" fmla="*/ 373273 h 605239"/>
                  <a:gd name="connsiteX153" fmla="*/ 373273 h 605239"/>
                  <a:gd name="connsiteY153" fmla="*/ 373273 h 605239"/>
                  <a:gd name="connsiteX154" fmla="*/ 373273 h 605239"/>
                  <a:gd name="connsiteY154" fmla="*/ 373273 h 605239"/>
                  <a:gd name="connsiteX155" fmla="*/ 373273 h 605239"/>
                  <a:gd name="connsiteY155" fmla="*/ 373273 h 605239"/>
                  <a:gd name="connsiteX156" fmla="*/ 373273 h 605239"/>
                  <a:gd name="connsiteY156" fmla="*/ 373273 h 605239"/>
                  <a:gd name="connsiteX157" fmla="*/ 373273 h 605239"/>
                  <a:gd name="connsiteY157" fmla="*/ 373273 h 605239"/>
                  <a:gd name="connsiteX158" fmla="*/ 373273 h 605239"/>
                  <a:gd name="connsiteY158" fmla="*/ 373273 h 605239"/>
                  <a:gd name="connsiteX159" fmla="*/ 373273 h 605239"/>
                  <a:gd name="connsiteY159" fmla="*/ 373273 h 605239"/>
                  <a:gd name="connsiteX160" fmla="*/ 373273 h 605239"/>
                  <a:gd name="connsiteY160" fmla="*/ 373273 h 605239"/>
                  <a:gd name="connsiteX161" fmla="*/ 373273 h 605239"/>
                  <a:gd name="connsiteY161" fmla="*/ 373273 h 605239"/>
                  <a:gd name="connsiteX162" fmla="*/ 373273 h 605239"/>
                  <a:gd name="connsiteY162" fmla="*/ 373273 h 605239"/>
                  <a:gd name="connsiteX163" fmla="*/ 373273 h 605239"/>
                  <a:gd name="connsiteY163" fmla="*/ 373273 h 605239"/>
                  <a:gd name="connsiteX164" fmla="*/ 373273 h 605239"/>
                  <a:gd name="connsiteY164" fmla="*/ 373273 h 605239"/>
                  <a:gd name="connsiteX165" fmla="*/ 373273 h 605239"/>
                  <a:gd name="connsiteY165" fmla="*/ 373273 h 605239"/>
                  <a:gd name="connsiteX166" fmla="*/ 373273 h 605239"/>
                  <a:gd name="connsiteY166" fmla="*/ 373273 h 605239"/>
                  <a:gd name="connsiteX167" fmla="*/ 373273 h 605239"/>
                  <a:gd name="connsiteY167" fmla="*/ 373273 h 605239"/>
                  <a:gd name="connsiteX168" fmla="*/ 373273 h 605239"/>
                  <a:gd name="connsiteY168" fmla="*/ 373273 h 605239"/>
                  <a:gd name="connsiteX169" fmla="*/ 373273 h 605239"/>
                  <a:gd name="connsiteY169" fmla="*/ 373273 h 605239"/>
                  <a:gd name="connsiteX170" fmla="*/ 373273 h 605239"/>
                  <a:gd name="connsiteY170" fmla="*/ 373273 h 605239"/>
                  <a:gd name="connsiteX171" fmla="*/ 373273 h 605239"/>
                  <a:gd name="connsiteY171" fmla="*/ 373273 h 605239"/>
                  <a:gd name="connsiteX172" fmla="*/ 373273 h 605239"/>
                  <a:gd name="connsiteY172" fmla="*/ 373273 h 605239"/>
                  <a:gd name="connsiteX173" fmla="*/ 373273 h 605239"/>
                  <a:gd name="connsiteY173" fmla="*/ 373273 h 605239"/>
                  <a:gd name="connsiteX174" fmla="*/ 373273 h 605239"/>
                  <a:gd name="connsiteY174" fmla="*/ 373273 h 605239"/>
                  <a:gd name="connsiteX175" fmla="*/ 373273 h 605239"/>
                  <a:gd name="connsiteY175" fmla="*/ 373273 h 605239"/>
                  <a:gd name="connsiteX176" fmla="*/ 373273 h 605239"/>
                  <a:gd name="connsiteY176" fmla="*/ 373273 h 605239"/>
                  <a:gd name="connsiteX177" fmla="*/ 373273 h 605239"/>
                  <a:gd name="connsiteY177" fmla="*/ 373273 h 605239"/>
                  <a:gd name="connsiteX178" fmla="*/ 373273 h 605239"/>
                  <a:gd name="connsiteY178" fmla="*/ 373273 h 605239"/>
                  <a:gd name="connsiteX179" fmla="*/ 373273 h 605239"/>
                  <a:gd name="connsiteY179" fmla="*/ 373273 h 605239"/>
                  <a:gd name="connsiteX180" fmla="*/ 373273 h 605239"/>
                  <a:gd name="connsiteY180" fmla="*/ 373273 h 605239"/>
                  <a:gd name="connsiteX181" fmla="*/ 373273 h 605239"/>
                  <a:gd name="connsiteY181" fmla="*/ 373273 h 605239"/>
                  <a:gd name="connsiteX182" fmla="*/ 373273 h 605239"/>
                  <a:gd name="connsiteY182" fmla="*/ 373273 h 605239"/>
                  <a:gd name="connsiteX183" fmla="*/ 373273 h 605239"/>
                  <a:gd name="connsiteY183" fmla="*/ 373273 h 605239"/>
                  <a:gd name="connsiteX184" fmla="*/ 373273 h 605239"/>
                  <a:gd name="connsiteY184" fmla="*/ 373273 h 605239"/>
                  <a:gd name="connsiteX185" fmla="*/ 373273 h 605239"/>
                  <a:gd name="connsiteY185" fmla="*/ 373273 h 605239"/>
                  <a:gd name="connsiteX186" fmla="*/ 373273 h 605239"/>
                  <a:gd name="connsiteY186" fmla="*/ 373273 h 605239"/>
                  <a:gd name="connsiteX187" fmla="*/ 373273 h 605239"/>
                  <a:gd name="connsiteY187" fmla="*/ 373273 h 605239"/>
                  <a:gd name="connsiteX188" fmla="*/ 373273 h 605239"/>
                  <a:gd name="connsiteY188" fmla="*/ 373273 h 605239"/>
                  <a:gd name="connsiteX189" fmla="*/ 373273 h 605239"/>
                  <a:gd name="connsiteY189" fmla="*/ 373273 h 605239"/>
                  <a:gd name="connsiteX190" fmla="*/ 373273 h 605239"/>
                  <a:gd name="connsiteY190" fmla="*/ 373273 h 605239"/>
                  <a:gd name="connsiteX191" fmla="*/ 373273 h 605239"/>
                  <a:gd name="connsiteY191" fmla="*/ 373273 h 605239"/>
                  <a:gd name="connsiteX192" fmla="*/ 373273 h 605239"/>
                  <a:gd name="connsiteY192" fmla="*/ 373273 h 605239"/>
                  <a:gd name="connsiteX193" fmla="*/ 373273 h 605239"/>
                  <a:gd name="connsiteY193" fmla="*/ 373273 h 605239"/>
                  <a:gd name="connsiteX194" fmla="*/ 373273 h 605239"/>
                  <a:gd name="connsiteY194" fmla="*/ 373273 h 605239"/>
                  <a:gd name="connsiteX195" fmla="*/ 373273 h 605239"/>
                  <a:gd name="connsiteY195" fmla="*/ 373273 h 605239"/>
                  <a:gd name="connsiteX196" fmla="*/ 373273 h 605239"/>
                  <a:gd name="connsiteY196" fmla="*/ 373273 h 605239"/>
                  <a:gd name="connsiteX197" fmla="*/ 373273 h 605239"/>
                  <a:gd name="connsiteY197" fmla="*/ 373273 h 605239"/>
                  <a:gd name="connsiteX198" fmla="*/ 373273 h 605239"/>
                  <a:gd name="connsiteY198" fmla="*/ 373273 h 605239"/>
                  <a:gd name="connsiteX199" fmla="*/ 373273 h 605239"/>
                  <a:gd name="connsiteY199" fmla="*/ 373273 h 605239"/>
                  <a:gd name="connsiteX200" fmla="*/ 373273 h 605239"/>
                  <a:gd name="connsiteY200" fmla="*/ 373273 h 605239"/>
                  <a:gd name="connsiteX201" fmla="*/ 373273 h 605239"/>
                  <a:gd name="connsiteY201" fmla="*/ 373273 h 605239"/>
                  <a:gd name="connsiteX202" fmla="*/ 373273 h 605239"/>
                  <a:gd name="connsiteY202" fmla="*/ 373273 h 605239"/>
                  <a:gd name="connsiteX203" fmla="*/ 373273 h 605239"/>
                  <a:gd name="connsiteY203" fmla="*/ 373273 h 605239"/>
                  <a:gd name="connsiteX204" fmla="*/ 373273 h 605239"/>
                  <a:gd name="connsiteY204" fmla="*/ 373273 h 605239"/>
                  <a:gd name="connsiteX205" fmla="*/ 373273 h 605239"/>
                  <a:gd name="connsiteY205" fmla="*/ 373273 h 605239"/>
                  <a:gd name="connsiteX206" fmla="*/ 373273 h 605239"/>
                  <a:gd name="connsiteY206" fmla="*/ 373273 h 605239"/>
                  <a:gd name="connsiteX207" fmla="*/ 373273 h 605239"/>
                  <a:gd name="connsiteY207" fmla="*/ 373273 h 605239"/>
                  <a:gd name="connsiteX208" fmla="*/ 373273 h 605239"/>
                  <a:gd name="connsiteY208" fmla="*/ 373273 h 605239"/>
                  <a:gd name="connsiteX209" fmla="*/ 373273 h 605239"/>
                  <a:gd name="connsiteY209" fmla="*/ 373273 h 605239"/>
                  <a:gd name="connsiteX210" fmla="*/ 373273 h 605239"/>
                  <a:gd name="connsiteY210" fmla="*/ 373273 h 605239"/>
                  <a:gd name="connsiteX211" fmla="*/ 373273 h 605239"/>
                  <a:gd name="connsiteY211" fmla="*/ 373273 h 605239"/>
                  <a:gd name="connsiteX212" fmla="*/ 373273 h 605239"/>
                  <a:gd name="connsiteY212" fmla="*/ 373273 h 605239"/>
                  <a:gd name="connsiteX213" fmla="*/ 373273 h 605239"/>
                  <a:gd name="connsiteY213" fmla="*/ 373273 h 605239"/>
                  <a:gd name="connsiteX214" fmla="*/ 373273 h 605239"/>
                  <a:gd name="connsiteY214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</a:cxnLst>
                <a:rect l="l" t="t" r="r" b="b"/>
                <a:pathLst>
                  <a:path w="556277" h="606087">
                    <a:moveTo>
                      <a:pt x="278159" y="172250"/>
                    </a:moveTo>
                    <a:lnTo>
                      <a:pt x="286828" y="180136"/>
                    </a:lnTo>
                    <a:cubicBezTo>
                      <a:pt x="286925" y="180424"/>
                      <a:pt x="316594" y="206774"/>
                      <a:pt x="394620" y="227257"/>
                    </a:cubicBezTo>
                    <a:lnTo>
                      <a:pt x="402904" y="229373"/>
                    </a:lnTo>
                    <a:lnTo>
                      <a:pt x="403964" y="238028"/>
                    </a:lnTo>
                    <a:cubicBezTo>
                      <a:pt x="404060" y="239374"/>
                      <a:pt x="418606" y="377084"/>
                      <a:pt x="282590" y="428340"/>
                    </a:cubicBezTo>
                    <a:lnTo>
                      <a:pt x="278159" y="430167"/>
                    </a:lnTo>
                    <a:lnTo>
                      <a:pt x="273728" y="428340"/>
                    </a:lnTo>
                    <a:cubicBezTo>
                      <a:pt x="137615" y="377084"/>
                      <a:pt x="152161" y="239374"/>
                      <a:pt x="152257" y="238028"/>
                    </a:cubicBezTo>
                    <a:lnTo>
                      <a:pt x="153317" y="229373"/>
                    </a:lnTo>
                    <a:lnTo>
                      <a:pt x="161601" y="227257"/>
                    </a:lnTo>
                    <a:cubicBezTo>
                      <a:pt x="239723" y="206774"/>
                      <a:pt x="269296" y="180424"/>
                      <a:pt x="269489" y="180136"/>
                    </a:cubicBezTo>
                    <a:close/>
                    <a:moveTo>
                      <a:pt x="230104" y="104060"/>
                    </a:moveTo>
                    <a:lnTo>
                      <a:pt x="122343" y="160995"/>
                    </a:lnTo>
                    <a:cubicBezTo>
                      <a:pt x="122632" y="161475"/>
                      <a:pt x="122632" y="162149"/>
                      <a:pt x="122824" y="162630"/>
                    </a:cubicBezTo>
                    <a:cubicBezTo>
                      <a:pt x="123210" y="163880"/>
                      <a:pt x="123787" y="165130"/>
                      <a:pt x="124173" y="166380"/>
                    </a:cubicBezTo>
                    <a:cubicBezTo>
                      <a:pt x="124365" y="167631"/>
                      <a:pt x="124654" y="168881"/>
                      <a:pt x="124847" y="170035"/>
                    </a:cubicBezTo>
                    <a:cubicBezTo>
                      <a:pt x="125232" y="171478"/>
                      <a:pt x="125521" y="172728"/>
                      <a:pt x="125810" y="173979"/>
                    </a:cubicBezTo>
                    <a:cubicBezTo>
                      <a:pt x="126002" y="175710"/>
                      <a:pt x="126195" y="177537"/>
                      <a:pt x="126291" y="179268"/>
                    </a:cubicBezTo>
                    <a:cubicBezTo>
                      <a:pt x="126291" y="180807"/>
                      <a:pt x="126387" y="182153"/>
                      <a:pt x="126291" y="183596"/>
                    </a:cubicBezTo>
                    <a:cubicBezTo>
                      <a:pt x="126291" y="185327"/>
                      <a:pt x="126291" y="187154"/>
                      <a:pt x="126195" y="188885"/>
                    </a:cubicBezTo>
                    <a:cubicBezTo>
                      <a:pt x="126002" y="189847"/>
                      <a:pt x="125906" y="190905"/>
                      <a:pt x="125617" y="191867"/>
                    </a:cubicBezTo>
                    <a:cubicBezTo>
                      <a:pt x="125521" y="193502"/>
                      <a:pt x="125136" y="195233"/>
                      <a:pt x="124847" y="196868"/>
                    </a:cubicBezTo>
                    <a:cubicBezTo>
                      <a:pt x="124654" y="197830"/>
                      <a:pt x="124365" y="198695"/>
                      <a:pt x="124173" y="199753"/>
                    </a:cubicBezTo>
                    <a:cubicBezTo>
                      <a:pt x="123595" y="201484"/>
                      <a:pt x="123113" y="203119"/>
                      <a:pt x="122535" y="204947"/>
                    </a:cubicBezTo>
                    <a:cubicBezTo>
                      <a:pt x="122150" y="205716"/>
                      <a:pt x="121861" y="206581"/>
                      <a:pt x="121476" y="207351"/>
                    </a:cubicBezTo>
                    <a:cubicBezTo>
                      <a:pt x="120513" y="209851"/>
                      <a:pt x="119357" y="212256"/>
                      <a:pt x="117913" y="214660"/>
                    </a:cubicBezTo>
                    <a:cubicBezTo>
                      <a:pt x="116565" y="216872"/>
                      <a:pt x="115024" y="219180"/>
                      <a:pt x="113387" y="221296"/>
                    </a:cubicBezTo>
                    <a:cubicBezTo>
                      <a:pt x="112905" y="222065"/>
                      <a:pt x="112135" y="222835"/>
                      <a:pt x="111653" y="223604"/>
                    </a:cubicBezTo>
                    <a:cubicBezTo>
                      <a:pt x="110498" y="224854"/>
                      <a:pt x="109342" y="226105"/>
                      <a:pt x="108187" y="227355"/>
                    </a:cubicBezTo>
                    <a:cubicBezTo>
                      <a:pt x="107416" y="228124"/>
                      <a:pt x="106549" y="228894"/>
                      <a:pt x="105683" y="229663"/>
                    </a:cubicBezTo>
                    <a:cubicBezTo>
                      <a:pt x="104623" y="230625"/>
                      <a:pt x="103564" y="231683"/>
                      <a:pt x="102408" y="232548"/>
                    </a:cubicBezTo>
                    <a:cubicBezTo>
                      <a:pt x="101349" y="233318"/>
                      <a:pt x="100386" y="233991"/>
                      <a:pt x="99519" y="234664"/>
                    </a:cubicBezTo>
                    <a:cubicBezTo>
                      <a:pt x="98364" y="235434"/>
                      <a:pt x="97112" y="236395"/>
                      <a:pt x="95956" y="237069"/>
                    </a:cubicBezTo>
                    <a:cubicBezTo>
                      <a:pt x="94801" y="237742"/>
                      <a:pt x="93838" y="238223"/>
                      <a:pt x="92778" y="238704"/>
                    </a:cubicBezTo>
                    <a:cubicBezTo>
                      <a:pt x="91526" y="239473"/>
                      <a:pt x="90274" y="240146"/>
                      <a:pt x="89023" y="240627"/>
                    </a:cubicBezTo>
                    <a:cubicBezTo>
                      <a:pt x="87867" y="241108"/>
                      <a:pt x="86711" y="241685"/>
                      <a:pt x="85556" y="242070"/>
                    </a:cubicBezTo>
                    <a:cubicBezTo>
                      <a:pt x="84304" y="242550"/>
                      <a:pt x="82956" y="243031"/>
                      <a:pt x="81607" y="243416"/>
                    </a:cubicBezTo>
                    <a:cubicBezTo>
                      <a:pt x="80548" y="243801"/>
                      <a:pt x="79296" y="244089"/>
                      <a:pt x="78140" y="244282"/>
                    </a:cubicBezTo>
                    <a:cubicBezTo>
                      <a:pt x="76696" y="244666"/>
                      <a:pt x="75348" y="244955"/>
                      <a:pt x="73903" y="245147"/>
                    </a:cubicBezTo>
                    <a:cubicBezTo>
                      <a:pt x="72844" y="245436"/>
                      <a:pt x="71496" y="245532"/>
                      <a:pt x="70436" y="245724"/>
                    </a:cubicBezTo>
                    <a:cubicBezTo>
                      <a:pt x="69859" y="245820"/>
                      <a:pt x="69377" y="245917"/>
                      <a:pt x="68992" y="245917"/>
                    </a:cubicBezTo>
                    <a:lnTo>
                      <a:pt x="68992" y="360075"/>
                    </a:lnTo>
                    <a:cubicBezTo>
                      <a:pt x="69859" y="360075"/>
                      <a:pt x="70822" y="360363"/>
                      <a:pt x="71785" y="360459"/>
                    </a:cubicBezTo>
                    <a:cubicBezTo>
                      <a:pt x="72651" y="360556"/>
                      <a:pt x="73711" y="360748"/>
                      <a:pt x="74674" y="360844"/>
                    </a:cubicBezTo>
                    <a:cubicBezTo>
                      <a:pt x="76696" y="361229"/>
                      <a:pt x="78718" y="361710"/>
                      <a:pt x="80644" y="362383"/>
                    </a:cubicBezTo>
                    <a:cubicBezTo>
                      <a:pt x="81415" y="362479"/>
                      <a:pt x="82185" y="362768"/>
                      <a:pt x="82956" y="362960"/>
                    </a:cubicBezTo>
                    <a:cubicBezTo>
                      <a:pt x="85556" y="363826"/>
                      <a:pt x="88252" y="364883"/>
                      <a:pt x="90756" y="366038"/>
                    </a:cubicBezTo>
                    <a:cubicBezTo>
                      <a:pt x="91237" y="366230"/>
                      <a:pt x="91623" y="366518"/>
                      <a:pt x="92104" y="366807"/>
                    </a:cubicBezTo>
                    <a:cubicBezTo>
                      <a:pt x="94126" y="367865"/>
                      <a:pt x="96149" y="369019"/>
                      <a:pt x="98075" y="370269"/>
                    </a:cubicBezTo>
                    <a:cubicBezTo>
                      <a:pt x="98845" y="370846"/>
                      <a:pt x="99712" y="371423"/>
                      <a:pt x="100482" y="372000"/>
                    </a:cubicBezTo>
                    <a:cubicBezTo>
                      <a:pt x="102023" y="373058"/>
                      <a:pt x="103371" y="374212"/>
                      <a:pt x="104912" y="375463"/>
                    </a:cubicBezTo>
                    <a:cubicBezTo>
                      <a:pt x="105683" y="376232"/>
                      <a:pt x="106453" y="376905"/>
                      <a:pt x="107224" y="377675"/>
                    </a:cubicBezTo>
                    <a:cubicBezTo>
                      <a:pt x="108572" y="379021"/>
                      <a:pt x="109824" y="380367"/>
                      <a:pt x="111268" y="381906"/>
                    </a:cubicBezTo>
                    <a:cubicBezTo>
                      <a:pt x="111750" y="382676"/>
                      <a:pt x="112424" y="383349"/>
                      <a:pt x="113002" y="384118"/>
                    </a:cubicBezTo>
                    <a:cubicBezTo>
                      <a:pt x="114735" y="386330"/>
                      <a:pt x="116468" y="388735"/>
                      <a:pt x="117913" y="391427"/>
                    </a:cubicBezTo>
                    <a:cubicBezTo>
                      <a:pt x="119357" y="393832"/>
                      <a:pt x="120513" y="396236"/>
                      <a:pt x="121476" y="398737"/>
                    </a:cubicBezTo>
                    <a:cubicBezTo>
                      <a:pt x="121861" y="399506"/>
                      <a:pt x="122150" y="400275"/>
                      <a:pt x="122343" y="400949"/>
                    </a:cubicBezTo>
                    <a:cubicBezTo>
                      <a:pt x="123017" y="402776"/>
                      <a:pt x="123595" y="404507"/>
                      <a:pt x="124173" y="406334"/>
                    </a:cubicBezTo>
                    <a:cubicBezTo>
                      <a:pt x="124365" y="407200"/>
                      <a:pt x="124558" y="408065"/>
                      <a:pt x="124750" y="408931"/>
                    </a:cubicBezTo>
                    <a:cubicBezTo>
                      <a:pt x="125136" y="410758"/>
                      <a:pt x="125521" y="412489"/>
                      <a:pt x="125810" y="414413"/>
                    </a:cubicBezTo>
                    <a:cubicBezTo>
                      <a:pt x="125906" y="415182"/>
                      <a:pt x="126002" y="416048"/>
                      <a:pt x="126002" y="416817"/>
                    </a:cubicBezTo>
                    <a:cubicBezTo>
                      <a:pt x="126291" y="419222"/>
                      <a:pt x="126387" y="421434"/>
                      <a:pt x="126387" y="423838"/>
                    </a:cubicBezTo>
                    <a:lnTo>
                      <a:pt x="126387" y="424607"/>
                    </a:lnTo>
                    <a:cubicBezTo>
                      <a:pt x="126291" y="427300"/>
                      <a:pt x="126002" y="429801"/>
                      <a:pt x="125617" y="432397"/>
                    </a:cubicBezTo>
                    <a:cubicBezTo>
                      <a:pt x="125521" y="433167"/>
                      <a:pt x="125424" y="433936"/>
                      <a:pt x="125136" y="434706"/>
                    </a:cubicBezTo>
                    <a:cubicBezTo>
                      <a:pt x="124847" y="436437"/>
                      <a:pt x="124365" y="438360"/>
                      <a:pt x="123884" y="440091"/>
                    </a:cubicBezTo>
                    <a:cubicBezTo>
                      <a:pt x="123595" y="441053"/>
                      <a:pt x="123402" y="441919"/>
                      <a:pt x="123113" y="442784"/>
                    </a:cubicBezTo>
                    <a:cubicBezTo>
                      <a:pt x="122824" y="443457"/>
                      <a:pt x="122632" y="444131"/>
                      <a:pt x="122343" y="444900"/>
                    </a:cubicBezTo>
                    <a:lnTo>
                      <a:pt x="230104" y="501835"/>
                    </a:lnTo>
                    <a:cubicBezTo>
                      <a:pt x="230682" y="501162"/>
                      <a:pt x="231452" y="500488"/>
                      <a:pt x="232127" y="499719"/>
                    </a:cubicBezTo>
                    <a:cubicBezTo>
                      <a:pt x="232608" y="499238"/>
                      <a:pt x="233090" y="498565"/>
                      <a:pt x="233764" y="498084"/>
                    </a:cubicBezTo>
                    <a:cubicBezTo>
                      <a:pt x="235112" y="496545"/>
                      <a:pt x="236749" y="495199"/>
                      <a:pt x="238386" y="493949"/>
                    </a:cubicBezTo>
                    <a:cubicBezTo>
                      <a:pt x="238771" y="493564"/>
                      <a:pt x="239060" y="493275"/>
                      <a:pt x="239542" y="492891"/>
                    </a:cubicBezTo>
                    <a:cubicBezTo>
                      <a:pt x="241564" y="491352"/>
                      <a:pt x="243683" y="489909"/>
                      <a:pt x="245898" y="488659"/>
                    </a:cubicBezTo>
                    <a:cubicBezTo>
                      <a:pt x="246379" y="488371"/>
                      <a:pt x="246764" y="488082"/>
                      <a:pt x="247150" y="487890"/>
                    </a:cubicBezTo>
                    <a:cubicBezTo>
                      <a:pt x="249076" y="486832"/>
                      <a:pt x="250809" y="485966"/>
                      <a:pt x="252735" y="485101"/>
                    </a:cubicBezTo>
                    <a:cubicBezTo>
                      <a:pt x="253505" y="484812"/>
                      <a:pt x="254372" y="484427"/>
                      <a:pt x="255143" y="484235"/>
                    </a:cubicBezTo>
                    <a:cubicBezTo>
                      <a:pt x="256780" y="483562"/>
                      <a:pt x="258417" y="482985"/>
                      <a:pt x="260054" y="482408"/>
                    </a:cubicBezTo>
                    <a:cubicBezTo>
                      <a:pt x="260921" y="482215"/>
                      <a:pt x="261787" y="481927"/>
                      <a:pt x="262654" y="481831"/>
                    </a:cubicBezTo>
                    <a:cubicBezTo>
                      <a:pt x="264291" y="481254"/>
                      <a:pt x="266121" y="480965"/>
                      <a:pt x="267854" y="480677"/>
                    </a:cubicBezTo>
                    <a:cubicBezTo>
                      <a:pt x="268625" y="480580"/>
                      <a:pt x="269492" y="480388"/>
                      <a:pt x="270262" y="480292"/>
                    </a:cubicBezTo>
                    <a:cubicBezTo>
                      <a:pt x="272958" y="479907"/>
                      <a:pt x="275462" y="479811"/>
                      <a:pt x="278159" y="479811"/>
                    </a:cubicBezTo>
                    <a:cubicBezTo>
                      <a:pt x="280759" y="479811"/>
                      <a:pt x="283263" y="479907"/>
                      <a:pt x="285959" y="480292"/>
                    </a:cubicBezTo>
                    <a:cubicBezTo>
                      <a:pt x="286729" y="480388"/>
                      <a:pt x="287596" y="480580"/>
                      <a:pt x="288367" y="480677"/>
                    </a:cubicBezTo>
                    <a:cubicBezTo>
                      <a:pt x="290100" y="480965"/>
                      <a:pt x="291930" y="481254"/>
                      <a:pt x="293567" y="481831"/>
                    </a:cubicBezTo>
                    <a:cubicBezTo>
                      <a:pt x="294434" y="481927"/>
                      <a:pt x="295300" y="482215"/>
                      <a:pt x="296167" y="482600"/>
                    </a:cubicBezTo>
                    <a:cubicBezTo>
                      <a:pt x="297804" y="482985"/>
                      <a:pt x="299441" y="483562"/>
                      <a:pt x="301175" y="484235"/>
                    </a:cubicBezTo>
                    <a:cubicBezTo>
                      <a:pt x="301849" y="484427"/>
                      <a:pt x="302812" y="484812"/>
                      <a:pt x="303486" y="485197"/>
                    </a:cubicBezTo>
                    <a:cubicBezTo>
                      <a:pt x="305412" y="485966"/>
                      <a:pt x="307242" y="486832"/>
                      <a:pt x="308975" y="487890"/>
                    </a:cubicBezTo>
                    <a:cubicBezTo>
                      <a:pt x="309360" y="488082"/>
                      <a:pt x="309842" y="488371"/>
                      <a:pt x="310323" y="488659"/>
                    </a:cubicBezTo>
                    <a:cubicBezTo>
                      <a:pt x="312538" y="489909"/>
                      <a:pt x="314657" y="491352"/>
                      <a:pt x="316679" y="492891"/>
                    </a:cubicBezTo>
                    <a:cubicBezTo>
                      <a:pt x="317161" y="493275"/>
                      <a:pt x="317546" y="493660"/>
                      <a:pt x="317931" y="494045"/>
                    </a:cubicBezTo>
                    <a:cubicBezTo>
                      <a:pt x="319568" y="495295"/>
                      <a:pt x="321109" y="496545"/>
                      <a:pt x="322457" y="498084"/>
                    </a:cubicBezTo>
                    <a:lnTo>
                      <a:pt x="324094" y="499719"/>
                    </a:lnTo>
                    <a:cubicBezTo>
                      <a:pt x="324769" y="500488"/>
                      <a:pt x="325539" y="501162"/>
                      <a:pt x="326117" y="501835"/>
                    </a:cubicBezTo>
                    <a:lnTo>
                      <a:pt x="433878" y="444900"/>
                    </a:lnTo>
                    <a:cubicBezTo>
                      <a:pt x="433589" y="444419"/>
                      <a:pt x="433493" y="443938"/>
                      <a:pt x="433397" y="443457"/>
                    </a:cubicBezTo>
                    <a:cubicBezTo>
                      <a:pt x="433011" y="442111"/>
                      <a:pt x="432530" y="440765"/>
                      <a:pt x="432145" y="439514"/>
                    </a:cubicBezTo>
                    <a:cubicBezTo>
                      <a:pt x="431856" y="438360"/>
                      <a:pt x="431567" y="437110"/>
                      <a:pt x="431182" y="435860"/>
                    </a:cubicBezTo>
                    <a:cubicBezTo>
                      <a:pt x="430989" y="434609"/>
                      <a:pt x="430700" y="433359"/>
                      <a:pt x="430508" y="432013"/>
                    </a:cubicBezTo>
                    <a:cubicBezTo>
                      <a:pt x="430219" y="430282"/>
                      <a:pt x="430122" y="428358"/>
                      <a:pt x="429930" y="426627"/>
                    </a:cubicBezTo>
                    <a:cubicBezTo>
                      <a:pt x="429930" y="425281"/>
                      <a:pt x="429834" y="423838"/>
                      <a:pt x="429930" y="422492"/>
                    </a:cubicBezTo>
                    <a:cubicBezTo>
                      <a:pt x="429930" y="420568"/>
                      <a:pt x="429930" y="418837"/>
                      <a:pt x="430122" y="417010"/>
                    </a:cubicBezTo>
                    <a:cubicBezTo>
                      <a:pt x="430219" y="416048"/>
                      <a:pt x="430315" y="414990"/>
                      <a:pt x="430604" y="414028"/>
                    </a:cubicBezTo>
                    <a:cubicBezTo>
                      <a:pt x="430700" y="412393"/>
                      <a:pt x="431085" y="410758"/>
                      <a:pt x="431374" y="409220"/>
                    </a:cubicBezTo>
                    <a:cubicBezTo>
                      <a:pt x="431567" y="408162"/>
                      <a:pt x="431856" y="407200"/>
                      <a:pt x="432145" y="406142"/>
                    </a:cubicBezTo>
                    <a:cubicBezTo>
                      <a:pt x="432626" y="404507"/>
                      <a:pt x="433108" y="402776"/>
                      <a:pt x="433782" y="401141"/>
                    </a:cubicBezTo>
                    <a:cubicBezTo>
                      <a:pt x="434167" y="400372"/>
                      <a:pt x="434360" y="399506"/>
                      <a:pt x="434745" y="398737"/>
                    </a:cubicBezTo>
                    <a:cubicBezTo>
                      <a:pt x="435804" y="396236"/>
                      <a:pt x="436960" y="393832"/>
                      <a:pt x="438308" y="391427"/>
                    </a:cubicBezTo>
                    <a:cubicBezTo>
                      <a:pt x="439656" y="388831"/>
                      <a:pt x="441486" y="386330"/>
                      <a:pt x="443219" y="384118"/>
                    </a:cubicBezTo>
                    <a:cubicBezTo>
                      <a:pt x="443701" y="383445"/>
                      <a:pt x="444375" y="382772"/>
                      <a:pt x="444857" y="382195"/>
                    </a:cubicBezTo>
                    <a:cubicBezTo>
                      <a:pt x="446301" y="380560"/>
                      <a:pt x="447649" y="379021"/>
                      <a:pt x="449190" y="377482"/>
                    </a:cubicBezTo>
                    <a:cubicBezTo>
                      <a:pt x="449768" y="376905"/>
                      <a:pt x="450442" y="376424"/>
                      <a:pt x="451212" y="375751"/>
                    </a:cubicBezTo>
                    <a:cubicBezTo>
                      <a:pt x="452850" y="374405"/>
                      <a:pt x="454487" y="372962"/>
                      <a:pt x="456220" y="371712"/>
                    </a:cubicBezTo>
                    <a:cubicBezTo>
                      <a:pt x="456798" y="371327"/>
                      <a:pt x="457376" y="370846"/>
                      <a:pt x="457857" y="370462"/>
                    </a:cubicBezTo>
                    <a:cubicBezTo>
                      <a:pt x="462865" y="367192"/>
                      <a:pt x="467969" y="364595"/>
                      <a:pt x="473554" y="362864"/>
                    </a:cubicBezTo>
                    <a:cubicBezTo>
                      <a:pt x="474036" y="362768"/>
                      <a:pt x="474614" y="362575"/>
                      <a:pt x="475095" y="362479"/>
                    </a:cubicBezTo>
                    <a:cubicBezTo>
                      <a:pt x="477406" y="361902"/>
                      <a:pt x="479525" y="361229"/>
                      <a:pt x="481836" y="360844"/>
                    </a:cubicBezTo>
                    <a:lnTo>
                      <a:pt x="484436" y="360459"/>
                    </a:lnTo>
                    <a:cubicBezTo>
                      <a:pt x="485303" y="360363"/>
                      <a:pt x="486362" y="360075"/>
                      <a:pt x="487229" y="360075"/>
                    </a:cubicBezTo>
                    <a:lnTo>
                      <a:pt x="487229" y="245917"/>
                    </a:lnTo>
                    <a:cubicBezTo>
                      <a:pt x="486844" y="245917"/>
                      <a:pt x="486362" y="245820"/>
                      <a:pt x="485881" y="245724"/>
                    </a:cubicBezTo>
                    <a:cubicBezTo>
                      <a:pt x="484725" y="245532"/>
                      <a:pt x="483473" y="245436"/>
                      <a:pt x="482318" y="245147"/>
                    </a:cubicBezTo>
                    <a:cubicBezTo>
                      <a:pt x="480873" y="244955"/>
                      <a:pt x="479525" y="244666"/>
                      <a:pt x="478081" y="244282"/>
                    </a:cubicBezTo>
                    <a:cubicBezTo>
                      <a:pt x="477021" y="244089"/>
                      <a:pt x="475769" y="243801"/>
                      <a:pt x="474614" y="243416"/>
                    </a:cubicBezTo>
                    <a:cubicBezTo>
                      <a:pt x="473362" y="243031"/>
                      <a:pt x="471917" y="242550"/>
                      <a:pt x="470665" y="242070"/>
                    </a:cubicBezTo>
                    <a:cubicBezTo>
                      <a:pt x="469510" y="241685"/>
                      <a:pt x="468354" y="241108"/>
                      <a:pt x="467295" y="240627"/>
                    </a:cubicBezTo>
                    <a:cubicBezTo>
                      <a:pt x="465947" y="240146"/>
                      <a:pt x="464695" y="239473"/>
                      <a:pt x="463443" y="238896"/>
                    </a:cubicBezTo>
                    <a:cubicBezTo>
                      <a:pt x="462480" y="238223"/>
                      <a:pt x="461420" y="237742"/>
                      <a:pt x="460265" y="237069"/>
                    </a:cubicBezTo>
                    <a:cubicBezTo>
                      <a:pt x="459205" y="236395"/>
                      <a:pt x="457857" y="235434"/>
                      <a:pt x="456798" y="234664"/>
                    </a:cubicBezTo>
                    <a:cubicBezTo>
                      <a:pt x="455835" y="234087"/>
                      <a:pt x="454872" y="233318"/>
                      <a:pt x="453813" y="232548"/>
                    </a:cubicBezTo>
                    <a:cubicBezTo>
                      <a:pt x="452753" y="231683"/>
                      <a:pt x="451598" y="230625"/>
                      <a:pt x="450538" y="229663"/>
                    </a:cubicBezTo>
                    <a:cubicBezTo>
                      <a:pt x="449672" y="228894"/>
                      <a:pt x="448805" y="228124"/>
                      <a:pt x="448034" y="227355"/>
                    </a:cubicBezTo>
                    <a:cubicBezTo>
                      <a:pt x="446879" y="226105"/>
                      <a:pt x="445723" y="224854"/>
                      <a:pt x="444664" y="223604"/>
                    </a:cubicBezTo>
                    <a:cubicBezTo>
                      <a:pt x="444086" y="222835"/>
                      <a:pt x="443316" y="222065"/>
                      <a:pt x="442834" y="221296"/>
                    </a:cubicBezTo>
                    <a:cubicBezTo>
                      <a:pt x="441197" y="219180"/>
                      <a:pt x="439656" y="217064"/>
                      <a:pt x="438308" y="214660"/>
                    </a:cubicBezTo>
                    <a:cubicBezTo>
                      <a:pt x="436960" y="212256"/>
                      <a:pt x="435804" y="209851"/>
                      <a:pt x="434745" y="207351"/>
                    </a:cubicBezTo>
                    <a:cubicBezTo>
                      <a:pt x="434360" y="206581"/>
                      <a:pt x="434167" y="205812"/>
                      <a:pt x="433878" y="205043"/>
                    </a:cubicBezTo>
                    <a:cubicBezTo>
                      <a:pt x="433204" y="203312"/>
                      <a:pt x="432626" y="201484"/>
                      <a:pt x="432145" y="199753"/>
                    </a:cubicBezTo>
                    <a:cubicBezTo>
                      <a:pt x="431856" y="198695"/>
                      <a:pt x="431567" y="197830"/>
                      <a:pt x="431471" y="196964"/>
                    </a:cubicBezTo>
                    <a:cubicBezTo>
                      <a:pt x="431085" y="195233"/>
                      <a:pt x="430700" y="193406"/>
                      <a:pt x="430508" y="191675"/>
                    </a:cubicBezTo>
                    <a:cubicBezTo>
                      <a:pt x="430315" y="190809"/>
                      <a:pt x="430219" y="190040"/>
                      <a:pt x="430219" y="189174"/>
                    </a:cubicBezTo>
                    <a:cubicBezTo>
                      <a:pt x="429930" y="186770"/>
                      <a:pt x="429834" y="184462"/>
                      <a:pt x="429834" y="182057"/>
                    </a:cubicBezTo>
                    <a:lnTo>
                      <a:pt x="429834" y="181288"/>
                    </a:lnTo>
                    <a:cubicBezTo>
                      <a:pt x="429930" y="178691"/>
                      <a:pt x="430219" y="176094"/>
                      <a:pt x="430604" y="173594"/>
                    </a:cubicBezTo>
                    <a:cubicBezTo>
                      <a:pt x="430700" y="172728"/>
                      <a:pt x="430989" y="171958"/>
                      <a:pt x="431085" y="171093"/>
                    </a:cubicBezTo>
                    <a:cubicBezTo>
                      <a:pt x="431471" y="169266"/>
                      <a:pt x="431856" y="167534"/>
                      <a:pt x="432337" y="165899"/>
                    </a:cubicBezTo>
                    <a:cubicBezTo>
                      <a:pt x="432626" y="164842"/>
                      <a:pt x="432915" y="163976"/>
                      <a:pt x="433204" y="163110"/>
                    </a:cubicBezTo>
                    <a:cubicBezTo>
                      <a:pt x="433493" y="162341"/>
                      <a:pt x="433589" y="161764"/>
                      <a:pt x="433878" y="160995"/>
                    </a:cubicBezTo>
                    <a:lnTo>
                      <a:pt x="326213" y="104060"/>
                    </a:lnTo>
                    <a:cubicBezTo>
                      <a:pt x="325539" y="104829"/>
                      <a:pt x="324865" y="105406"/>
                      <a:pt x="324287" y="106079"/>
                    </a:cubicBezTo>
                    <a:cubicBezTo>
                      <a:pt x="323613" y="106656"/>
                      <a:pt x="323131" y="107426"/>
                      <a:pt x="322457" y="108099"/>
                    </a:cubicBezTo>
                    <a:cubicBezTo>
                      <a:pt x="321109" y="109349"/>
                      <a:pt x="319568" y="110600"/>
                      <a:pt x="318220" y="111850"/>
                    </a:cubicBezTo>
                    <a:cubicBezTo>
                      <a:pt x="317739" y="112235"/>
                      <a:pt x="317161" y="112715"/>
                      <a:pt x="316679" y="113100"/>
                    </a:cubicBezTo>
                    <a:cubicBezTo>
                      <a:pt x="314657" y="114639"/>
                      <a:pt x="312538" y="115985"/>
                      <a:pt x="310323" y="117428"/>
                    </a:cubicBezTo>
                    <a:lnTo>
                      <a:pt x="308879" y="118197"/>
                    </a:lnTo>
                    <a:cubicBezTo>
                      <a:pt x="307049" y="119159"/>
                      <a:pt x="305316" y="120025"/>
                      <a:pt x="303582" y="120794"/>
                    </a:cubicBezTo>
                    <a:cubicBezTo>
                      <a:pt x="302812" y="121179"/>
                      <a:pt x="301849" y="121467"/>
                      <a:pt x="300982" y="121852"/>
                    </a:cubicBezTo>
                    <a:cubicBezTo>
                      <a:pt x="299441" y="122429"/>
                      <a:pt x="297804" y="123006"/>
                      <a:pt x="296360" y="123487"/>
                    </a:cubicBezTo>
                    <a:cubicBezTo>
                      <a:pt x="295397" y="123679"/>
                      <a:pt x="294434" y="123968"/>
                      <a:pt x="293567" y="124256"/>
                    </a:cubicBezTo>
                    <a:cubicBezTo>
                      <a:pt x="291930" y="124641"/>
                      <a:pt x="290100" y="125026"/>
                      <a:pt x="288367" y="125218"/>
                    </a:cubicBezTo>
                    <a:cubicBezTo>
                      <a:pt x="287596" y="125410"/>
                      <a:pt x="286729" y="125603"/>
                      <a:pt x="285959" y="125795"/>
                    </a:cubicBezTo>
                    <a:cubicBezTo>
                      <a:pt x="283263" y="125987"/>
                      <a:pt x="280759" y="126276"/>
                      <a:pt x="278159" y="126276"/>
                    </a:cubicBezTo>
                    <a:cubicBezTo>
                      <a:pt x="275462" y="126276"/>
                      <a:pt x="272958" y="125987"/>
                      <a:pt x="270262" y="125795"/>
                    </a:cubicBezTo>
                    <a:cubicBezTo>
                      <a:pt x="269492" y="125603"/>
                      <a:pt x="268625" y="125410"/>
                      <a:pt x="267854" y="125218"/>
                    </a:cubicBezTo>
                    <a:cubicBezTo>
                      <a:pt x="266121" y="125026"/>
                      <a:pt x="264388" y="124641"/>
                      <a:pt x="262654" y="124256"/>
                    </a:cubicBezTo>
                    <a:cubicBezTo>
                      <a:pt x="261787" y="123968"/>
                      <a:pt x="260824" y="123679"/>
                      <a:pt x="259958" y="123487"/>
                    </a:cubicBezTo>
                    <a:cubicBezTo>
                      <a:pt x="258417" y="123006"/>
                      <a:pt x="256780" y="122429"/>
                      <a:pt x="255239" y="121852"/>
                    </a:cubicBezTo>
                    <a:cubicBezTo>
                      <a:pt x="254372" y="121467"/>
                      <a:pt x="253505" y="121179"/>
                      <a:pt x="252735" y="120794"/>
                    </a:cubicBezTo>
                    <a:cubicBezTo>
                      <a:pt x="250905" y="120025"/>
                      <a:pt x="249172" y="119159"/>
                      <a:pt x="247535" y="118197"/>
                    </a:cubicBezTo>
                    <a:cubicBezTo>
                      <a:pt x="246861" y="117909"/>
                      <a:pt x="246379" y="117620"/>
                      <a:pt x="245898" y="117332"/>
                    </a:cubicBezTo>
                    <a:cubicBezTo>
                      <a:pt x="243779" y="115985"/>
                      <a:pt x="241564" y="114639"/>
                      <a:pt x="239542" y="113100"/>
                    </a:cubicBezTo>
                    <a:cubicBezTo>
                      <a:pt x="239060" y="112619"/>
                      <a:pt x="238579" y="112235"/>
                      <a:pt x="238001" y="111754"/>
                    </a:cubicBezTo>
                    <a:cubicBezTo>
                      <a:pt x="236556" y="110600"/>
                      <a:pt x="235112" y="109349"/>
                      <a:pt x="233860" y="108099"/>
                    </a:cubicBezTo>
                    <a:cubicBezTo>
                      <a:pt x="233282" y="107426"/>
                      <a:pt x="232608" y="106656"/>
                      <a:pt x="231934" y="106079"/>
                    </a:cubicBezTo>
                    <a:cubicBezTo>
                      <a:pt x="231356" y="105406"/>
                      <a:pt x="230586" y="104829"/>
                      <a:pt x="230104" y="104060"/>
                    </a:cubicBezTo>
                    <a:close/>
                    <a:moveTo>
                      <a:pt x="278159" y="0"/>
                    </a:moveTo>
                    <a:cubicBezTo>
                      <a:pt x="313020" y="0"/>
                      <a:pt x="341332" y="28275"/>
                      <a:pt x="341332" y="63090"/>
                    </a:cubicBezTo>
                    <a:cubicBezTo>
                      <a:pt x="341332" y="69533"/>
                      <a:pt x="340177" y="75881"/>
                      <a:pt x="338347" y="81940"/>
                    </a:cubicBezTo>
                    <a:lnTo>
                      <a:pt x="447264" y="139548"/>
                    </a:lnTo>
                    <a:cubicBezTo>
                      <a:pt x="451309" y="135316"/>
                      <a:pt x="456028" y="131565"/>
                      <a:pt x="461324" y="128392"/>
                    </a:cubicBezTo>
                    <a:cubicBezTo>
                      <a:pt x="491563" y="111080"/>
                      <a:pt x="530180" y="121371"/>
                      <a:pt x="547803" y="151473"/>
                    </a:cubicBezTo>
                    <a:cubicBezTo>
                      <a:pt x="556277" y="166188"/>
                      <a:pt x="558396" y="183211"/>
                      <a:pt x="553966" y="199465"/>
                    </a:cubicBezTo>
                    <a:cubicBezTo>
                      <a:pt x="549729" y="215814"/>
                      <a:pt x="539232" y="229278"/>
                      <a:pt x="524498" y="237646"/>
                    </a:cubicBezTo>
                    <a:cubicBezTo>
                      <a:pt x="520742" y="239858"/>
                      <a:pt x="516697" y="241493"/>
                      <a:pt x="512556" y="242935"/>
                    </a:cubicBezTo>
                    <a:lnTo>
                      <a:pt x="512556" y="362960"/>
                    </a:lnTo>
                    <a:cubicBezTo>
                      <a:pt x="516794" y="364403"/>
                      <a:pt x="520838" y="366134"/>
                      <a:pt x="524690" y="368442"/>
                    </a:cubicBezTo>
                    <a:cubicBezTo>
                      <a:pt x="539232" y="376617"/>
                      <a:pt x="549729" y="390273"/>
                      <a:pt x="553966" y="406527"/>
                    </a:cubicBezTo>
                    <a:cubicBezTo>
                      <a:pt x="555507" y="412105"/>
                      <a:pt x="556277" y="417683"/>
                      <a:pt x="556277" y="423261"/>
                    </a:cubicBezTo>
                    <a:cubicBezTo>
                      <a:pt x="556277" y="434032"/>
                      <a:pt x="553388" y="444804"/>
                      <a:pt x="547803" y="454517"/>
                    </a:cubicBezTo>
                    <a:cubicBezTo>
                      <a:pt x="536054" y="474714"/>
                      <a:pt x="514675" y="485966"/>
                      <a:pt x="492911" y="485966"/>
                    </a:cubicBezTo>
                    <a:cubicBezTo>
                      <a:pt x="482125" y="485966"/>
                      <a:pt x="471339" y="483273"/>
                      <a:pt x="461324" y="477503"/>
                    </a:cubicBezTo>
                    <a:cubicBezTo>
                      <a:pt x="456028" y="474522"/>
                      <a:pt x="451405" y="470675"/>
                      <a:pt x="447360" y="466443"/>
                    </a:cubicBezTo>
                    <a:lnTo>
                      <a:pt x="338251" y="524051"/>
                    </a:lnTo>
                    <a:cubicBezTo>
                      <a:pt x="340177" y="530110"/>
                      <a:pt x="341332" y="536457"/>
                      <a:pt x="341332" y="542901"/>
                    </a:cubicBezTo>
                    <a:cubicBezTo>
                      <a:pt x="341332" y="577620"/>
                      <a:pt x="313020" y="606087"/>
                      <a:pt x="278159" y="606087"/>
                    </a:cubicBezTo>
                    <a:cubicBezTo>
                      <a:pt x="243201" y="606087"/>
                      <a:pt x="214889" y="577620"/>
                      <a:pt x="214889" y="542901"/>
                    </a:cubicBezTo>
                    <a:cubicBezTo>
                      <a:pt x="214889" y="536457"/>
                      <a:pt x="216044" y="530110"/>
                      <a:pt x="217970" y="524051"/>
                    </a:cubicBezTo>
                    <a:lnTo>
                      <a:pt x="108861" y="466443"/>
                    </a:lnTo>
                    <a:cubicBezTo>
                      <a:pt x="104816" y="470675"/>
                      <a:pt x="100193" y="474522"/>
                      <a:pt x="94897" y="477503"/>
                    </a:cubicBezTo>
                    <a:cubicBezTo>
                      <a:pt x="84978" y="483273"/>
                      <a:pt x="74096" y="485966"/>
                      <a:pt x="63310" y="485966"/>
                    </a:cubicBezTo>
                    <a:cubicBezTo>
                      <a:pt x="41546" y="485966"/>
                      <a:pt x="20167" y="474714"/>
                      <a:pt x="8418" y="454517"/>
                    </a:cubicBezTo>
                    <a:cubicBezTo>
                      <a:pt x="-56" y="439899"/>
                      <a:pt x="-2175" y="422876"/>
                      <a:pt x="2255" y="406527"/>
                    </a:cubicBezTo>
                    <a:cubicBezTo>
                      <a:pt x="6588" y="390273"/>
                      <a:pt x="17085" y="376617"/>
                      <a:pt x="31723" y="368250"/>
                    </a:cubicBezTo>
                    <a:cubicBezTo>
                      <a:pt x="35479" y="366134"/>
                      <a:pt x="39524" y="364403"/>
                      <a:pt x="43761" y="362960"/>
                    </a:cubicBezTo>
                    <a:lnTo>
                      <a:pt x="43761" y="242935"/>
                    </a:lnTo>
                    <a:cubicBezTo>
                      <a:pt x="39427" y="241493"/>
                      <a:pt x="35383" y="239858"/>
                      <a:pt x="31627" y="237646"/>
                    </a:cubicBezTo>
                    <a:cubicBezTo>
                      <a:pt x="17085" y="229278"/>
                      <a:pt x="6588" y="215814"/>
                      <a:pt x="2255" y="199465"/>
                    </a:cubicBezTo>
                    <a:cubicBezTo>
                      <a:pt x="-2175" y="183211"/>
                      <a:pt x="-56" y="166188"/>
                      <a:pt x="8418" y="151473"/>
                    </a:cubicBezTo>
                    <a:cubicBezTo>
                      <a:pt x="26041" y="121371"/>
                      <a:pt x="64755" y="111080"/>
                      <a:pt x="94897" y="128392"/>
                    </a:cubicBezTo>
                    <a:cubicBezTo>
                      <a:pt x="100193" y="131565"/>
                      <a:pt x="104816" y="135316"/>
                      <a:pt x="108861" y="139548"/>
                    </a:cubicBezTo>
                    <a:lnTo>
                      <a:pt x="217970" y="81940"/>
                    </a:lnTo>
                    <a:cubicBezTo>
                      <a:pt x="216044" y="75881"/>
                      <a:pt x="214889" y="69533"/>
                      <a:pt x="214889" y="63090"/>
                    </a:cubicBezTo>
                    <a:cubicBezTo>
                      <a:pt x="214889" y="28275"/>
                      <a:pt x="243201" y="0"/>
                      <a:pt x="2781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4" name="Text2" descr="449cbb97-1f3a-475e-ae18-774b1bb39ca9">
                <a:extLst>
                  <a:ext uri="{FF2B5EF4-FFF2-40B4-BE49-F238E27FC236}">
                    <a16:creationId xmlns:a16="http://schemas.microsoft.com/office/drawing/2014/main" id="{DE6315F1-C789-43B3-BBDD-8AA7EB01272A}"/>
                  </a:ext>
                </a:extLst>
              </p:cNvPr>
              <p:cNvSpPr txBox="1"/>
              <p:nvPr/>
            </p:nvSpPr>
            <p:spPr>
              <a:xfrm>
                <a:off x="1372817" y="3977136"/>
                <a:ext cx="2972491" cy="65829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rtl="1">
                  <a:lnSpc>
                    <a:spcPct val="120000"/>
                  </a:lnSpc>
                </a:pPr>
                <a:endParaRPr lang="en-US" dirty="0"/>
              </a:p>
            </p:txBody>
          </p:sp>
          <p:sp>
            <p:nvSpPr>
              <p:cNvPr id="35" name="Bullet2" descr="209ae6ca-57fd-428b-bc7d-4346f0350e19">
                <a:extLst>
                  <a:ext uri="{FF2B5EF4-FFF2-40B4-BE49-F238E27FC236}">
                    <a16:creationId xmlns:a16="http://schemas.microsoft.com/office/drawing/2014/main" id="{AE0DA88B-E0CD-44A2-82F8-399B37E6852A}"/>
                  </a:ext>
                </a:extLst>
              </p:cNvPr>
              <p:cNvSpPr/>
              <p:nvPr/>
            </p:nvSpPr>
            <p:spPr>
              <a:xfrm>
                <a:off x="1372817" y="3448521"/>
                <a:ext cx="2972491" cy="467612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r>
                  <a:rPr lang="zh-CN" altLang="en-US" b="1" dirty="0"/>
                  <a:t>剧情梗概</a:t>
                </a:r>
                <a:endParaRPr lang="en-US" dirty="0"/>
              </a:p>
            </p:txBody>
          </p:sp>
        </p:grpSp>
        <p:grpSp>
          <p:nvGrpSpPr>
            <p:cNvPr id="68" name="组合 67" descr="8b21c21c-e556-4fef-9670-b964b5b6be73">
              <a:extLst>
                <a:ext uri="{FF2B5EF4-FFF2-40B4-BE49-F238E27FC236}">
                  <a16:creationId xmlns:a16="http://schemas.microsoft.com/office/drawing/2014/main" id="{A8BD43C6-9B83-D914-723B-FBFC8BB1B42B}"/>
                </a:ext>
              </a:extLst>
            </p:cNvPr>
            <p:cNvGrpSpPr/>
            <p:nvPr/>
          </p:nvGrpSpPr>
          <p:grpSpPr>
            <a:xfrm>
              <a:off x="675204" y="4679892"/>
              <a:ext cx="3670104" cy="1186909"/>
              <a:chOff x="675204" y="4679892"/>
              <a:chExt cx="3670104" cy="1186909"/>
            </a:xfrm>
          </p:grpSpPr>
          <p:sp>
            <p:nvSpPr>
              <p:cNvPr id="31" name="IconBackground3" descr="53d72b3c-a69d-4344-9b8f-6be7d8f6aac1">
                <a:extLst>
                  <a:ext uri="{FF2B5EF4-FFF2-40B4-BE49-F238E27FC236}">
                    <a16:creationId xmlns:a16="http://schemas.microsoft.com/office/drawing/2014/main" id="{6B249D7A-EE73-4088-8A22-C75DFD344CA6}"/>
                  </a:ext>
                </a:extLst>
              </p:cNvPr>
              <p:cNvSpPr/>
              <p:nvPr/>
            </p:nvSpPr>
            <p:spPr>
              <a:xfrm>
                <a:off x="675204" y="4828582"/>
                <a:ext cx="658296" cy="658294"/>
              </a:xfrm>
              <a:prstGeom prst="ellipse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2" name="Icon3" descr="48bfa529-08db-440a-b425-301a48c0e3f8">
                <a:extLst>
                  <a:ext uri="{FF2B5EF4-FFF2-40B4-BE49-F238E27FC236}">
                    <a16:creationId xmlns:a16="http://schemas.microsoft.com/office/drawing/2014/main" id="{665445A1-752F-4EAB-AEA0-9E20A07D7C87}"/>
                  </a:ext>
                </a:extLst>
              </p:cNvPr>
              <p:cNvSpPr/>
              <p:nvPr/>
            </p:nvSpPr>
            <p:spPr bwMode="auto">
              <a:xfrm>
                <a:off x="843177" y="5011885"/>
                <a:ext cx="322350" cy="291686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  <a:gd name="connsiteX41" fmla="*/ 373273 h 605239"/>
                  <a:gd name="connsiteY41" fmla="*/ 373273 h 605239"/>
                  <a:gd name="connsiteX42" fmla="*/ 373273 h 605239"/>
                  <a:gd name="connsiteY42" fmla="*/ 373273 h 605239"/>
                  <a:gd name="connsiteX43" fmla="*/ 373273 h 605239"/>
                  <a:gd name="connsiteY43" fmla="*/ 373273 h 605239"/>
                  <a:gd name="connsiteX44" fmla="*/ 373273 h 605239"/>
                  <a:gd name="connsiteY44" fmla="*/ 373273 h 605239"/>
                  <a:gd name="connsiteX45" fmla="*/ 373273 h 605239"/>
                  <a:gd name="connsiteY45" fmla="*/ 373273 h 605239"/>
                  <a:gd name="connsiteX46" fmla="*/ 373273 h 605239"/>
                  <a:gd name="connsiteY46" fmla="*/ 373273 h 605239"/>
                  <a:gd name="connsiteX47" fmla="*/ 373273 h 605239"/>
                  <a:gd name="connsiteY47" fmla="*/ 373273 h 605239"/>
                  <a:gd name="connsiteX48" fmla="*/ 373273 h 605239"/>
                  <a:gd name="connsiteY48" fmla="*/ 373273 h 605239"/>
                  <a:gd name="connsiteX49" fmla="*/ 373273 h 605239"/>
                  <a:gd name="connsiteY49" fmla="*/ 373273 h 605239"/>
                  <a:gd name="connsiteX50" fmla="*/ 373273 h 605239"/>
                  <a:gd name="connsiteY50" fmla="*/ 373273 h 605239"/>
                  <a:gd name="connsiteX51" fmla="*/ 373273 h 605239"/>
                  <a:gd name="connsiteY51" fmla="*/ 373273 h 605239"/>
                  <a:gd name="connsiteX52" fmla="*/ 373273 h 605239"/>
                  <a:gd name="connsiteY52" fmla="*/ 373273 h 605239"/>
                  <a:gd name="connsiteX53" fmla="*/ 373273 h 605239"/>
                  <a:gd name="connsiteY53" fmla="*/ 373273 h 605239"/>
                  <a:gd name="connsiteX54" fmla="*/ 373273 h 605239"/>
                  <a:gd name="connsiteY54" fmla="*/ 373273 h 605239"/>
                  <a:gd name="connsiteX55" fmla="*/ 373273 h 605239"/>
                  <a:gd name="connsiteY55" fmla="*/ 373273 h 605239"/>
                  <a:gd name="connsiteX56" fmla="*/ 373273 h 605239"/>
                  <a:gd name="connsiteY56" fmla="*/ 373273 h 605239"/>
                  <a:gd name="connsiteX57" fmla="*/ 373273 h 605239"/>
                  <a:gd name="connsiteY57" fmla="*/ 373273 h 605239"/>
                  <a:gd name="connsiteX58" fmla="*/ 373273 h 605239"/>
                  <a:gd name="connsiteY58" fmla="*/ 373273 h 605239"/>
                  <a:gd name="connsiteX59" fmla="*/ 373273 h 605239"/>
                  <a:gd name="connsiteY59" fmla="*/ 373273 h 605239"/>
                  <a:gd name="connsiteX60" fmla="*/ 373273 h 605239"/>
                  <a:gd name="connsiteY60" fmla="*/ 373273 h 605239"/>
                  <a:gd name="connsiteX61" fmla="*/ 373273 h 605239"/>
                  <a:gd name="connsiteY61" fmla="*/ 373273 h 605239"/>
                  <a:gd name="connsiteX62" fmla="*/ 373273 h 605239"/>
                  <a:gd name="connsiteY62" fmla="*/ 373273 h 605239"/>
                  <a:gd name="connsiteX63" fmla="*/ 373273 h 605239"/>
                  <a:gd name="connsiteY63" fmla="*/ 373273 h 605239"/>
                  <a:gd name="connsiteX64" fmla="*/ 373273 h 605239"/>
                  <a:gd name="connsiteY64" fmla="*/ 373273 h 605239"/>
                  <a:gd name="connsiteX65" fmla="*/ 373273 h 605239"/>
                  <a:gd name="connsiteY65" fmla="*/ 373273 h 605239"/>
                  <a:gd name="connsiteX66" fmla="*/ 373273 h 605239"/>
                  <a:gd name="connsiteY66" fmla="*/ 373273 h 605239"/>
                  <a:gd name="connsiteX67" fmla="*/ 373273 h 605239"/>
                  <a:gd name="connsiteY67" fmla="*/ 373273 h 605239"/>
                  <a:gd name="connsiteX68" fmla="*/ 373273 h 605239"/>
                  <a:gd name="connsiteY68" fmla="*/ 373273 h 605239"/>
                  <a:gd name="connsiteX69" fmla="*/ 373273 h 605239"/>
                  <a:gd name="connsiteY69" fmla="*/ 373273 h 605239"/>
                  <a:gd name="connsiteX70" fmla="*/ 373273 h 605239"/>
                  <a:gd name="connsiteY70" fmla="*/ 373273 h 605239"/>
                  <a:gd name="connsiteX71" fmla="*/ 373273 h 605239"/>
                  <a:gd name="connsiteY71" fmla="*/ 373273 h 605239"/>
                  <a:gd name="connsiteX72" fmla="*/ 373273 h 605239"/>
                  <a:gd name="connsiteY72" fmla="*/ 373273 h 605239"/>
                  <a:gd name="connsiteX73" fmla="*/ 373273 h 605239"/>
                  <a:gd name="connsiteY73" fmla="*/ 373273 h 605239"/>
                  <a:gd name="connsiteX74" fmla="*/ 373273 h 605239"/>
                  <a:gd name="connsiteY74" fmla="*/ 373273 h 605239"/>
                  <a:gd name="connsiteX75" fmla="*/ 373273 h 605239"/>
                  <a:gd name="connsiteY75" fmla="*/ 373273 h 605239"/>
                  <a:gd name="connsiteX76" fmla="*/ 373273 h 605239"/>
                  <a:gd name="connsiteY76" fmla="*/ 373273 h 605239"/>
                  <a:gd name="connsiteX77" fmla="*/ 373273 h 605239"/>
                  <a:gd name="connsiteY77" fmla="*/ 373273 h 605239"/>
                  <a:gd name="connsiteX78" fmla="*/ 373273 h 605239"/>
                  <a:gd name="connsiteY78" fmla="*/ 373273 h 605239"/>
                  <a:gd name="connsiteX79" fmla="*/ 373273 h 605239"/>
                  <a:gd name="connsiteY79" fmla="*/ 373273 h 605239"/>
                  <a:gd name="connsiteX80" fmla="*/ 373273 h 605239"/>
                  <a:gd name="connsiteY80" fmla="*/ 373273 h 605239"/>
                  <a:gd name="connsiteX81" fmla="*/ 373273 h 605239"/>
                  <a:gd name="connsiteY81" fmla="*/ 373273 h 605239"/>
                  <a:gd name="connsiteX82" fmla="*/ 373273 h 605239"/>
                  <a:gd name="connsiteY82" fmla="*/ 373273 h 605239"/>
                  <a:gd name="connsiteX83" fmla="*/ 373273 h 605239"/>
                  <a:gd name="connsiteY83" fmla="*/ 373273 h 605239"/>
                  <a:gd name="connsiteX84" fmla="*/ 373273 h 605239"/>
                  <a:gd name="connsiteY84" fmla="*/ 373273 h 605239"/>
                  <a:gd name="connsiteX85" fmla="*/ 373273 h 605239"/>
                  <a:gd name="connsiteY85" fmla="*/ 373273 h 605239"/>
                  <a:gd name="connsiteX86" fmla="*/ 373273 h 605239"/>
                  <a:gd name="connsiteY86" fmla="*/ 373273 h 605239"/>
                  <a:gd name="connsiteX87" fmla="*/ 373273 h 605239"/>
                  <a:gd name="connsiteY87" fmla="*/ 373273 h 605239"/>
                  <a:gd name="connsiteX88" fmla="*/ 373273 h 605239"/>
                  <a:gd name="connsiteY88" fmla="*/ 373273 h 605239"/>
                  <a:gd name="connsiteX89" fmla="*/ 373273 h 605239"/>
                  <a:gd name="connsiteY89" fmla="*/ 373273 h 605239"/>
                  <a:gd name="connsiteX90" fmla="*/ 373273 h 605239"/>
                  <a:gd name="connsiteY90" fmla="*/ 373273 h 605239"/>
                  <a:gd name="connsiteX91" fmla="*/ 373273 h 605239"/>
                  <a:gd name="connsiteY91" fmla="*/ 373273 h 605239"/>
                  <a:gd name="connsiteX92" fmla="*/ 373273 h 605239"/>
                  <a:gd name="connsiteY92" fmla="*/ 373273 h 605239"/>
                  <a:gd name="connsiteX93" fmla="*/ 373273 h 605239"/>
                  <a:gd name="connsiteY93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</a:cxnLst>
                <a:rect l="l" t="t" r="r" b="b"/>
                <a:pathLst>
                  <a:path w="608039" h="550199">
                    <a:moveTo>
                      <a:pt x="461128" y="431155"/>
                    </a:moveTo>
                    <a:lnTo>
                      <a:pt x="501529" y="431155"/>
                    </a:lnTo>
                    <a:lnTo>
                      <a:pt x="534583" y="431155"/>
                    </a:lnTo>
                    <a:lnTo>
                      <a:pt x="574984" y="431155"/>
                    </a:lnTo>
                    <a:cubicBezTo>
                      <a:pt x="593159" y="431155"/>
                      <a:pt x="608133" y="446024"/>
                      <a:pt x="608039" y="464280"/>
                    </a:cubicBezTo>
                    <a:lnTo>
                      <a:pt x="608039" y="517074"/>
                    </a:lnTo>
                    <a:cubicBezTo>
                      <a:pt x="608039" y="535236"/>
                      <a:pt x="593065" y="550199"/>
                      <a:pt x="574890" y="550199"/>
                    </a:cubicBezTo>
                    <a:lnTo>
                      <a:pt x="461128" y="550199"/>
                    </a:lnTo>
                    <a:cubicBezTo>
                      <a:pt x="442858" y="550199"/>
                      <a:pt x="427979" y="535236"/>
                      <a:pt x="427979" y="517074"/>
                    </a:cubicBezTo>
                    <a:lnTo>
                      <a:pt x="427979" y="464280"/>
                    </a:lnTo>
                    <a:cubicBezTo>
                      <a:pt x="427979" y="446024"/>
                      <a:pt x="442858" y="431155"/>
                      <a:pt x="461128" y="431155"/>
                    </a:cubicBezTo>
                    <a:close/>
                    <a:moveTo>
                      <a:pt x="247103" y="431155"/>
                    </a:moveTo>
                    <a:lnTo>
                      <a:pt x="287504" y="431155"/>
                    </a:lnTo>
                    <a:lnTo>
                      <a:pt x="320558" y="431155"/>
                    </a:lnTo>
                    <a:lnTo>
                      <a:pt x="360959" y="431155"/>
                    </a:lnTo>
                    <a:cubicBezTo>
                      <a:pt x="379134" y="431155"/>
                      <a:pt x="394108" y="446024"/>
                      <a:pt x="394014" y="464280"/>
                    </a:cubicBezTo>
                    <a:lnTo>
                      <a:pt x="394014" y="517074"/>
                    </a:lnTo>
                    <a:cubicBezTo>
                      <a:pt x="394014" y="535236"/>
                      <a:pt x="379040" y="550199"/>
                      <a:pt x="360865" y="550199"/>
                    </a:cubicBezTo>
                    <a:lnTo>
                      <a:pt x="247103" y="550199"/>
                    </a:lnTo>
                    <a:cubicBezTo>
                      <a:pt x="228833" y="550199"/>
                      <a:pt x="213954" y="535236"/>
                      <a:pt x="213954" y="517074"/>
                    </a:cubicBezTo>
                    <a:lnTo>
                      <a:pt x="213954" y="464280"/>
                    </a:lnTo>
                    <a:cubicBezTo>
                      <a:pt x="213954" y="446024"/>
                      <a:pt x="228833" y="431155"/>
                      <a:pt x="247103" y="431155"/>
                    </a:cubicBezTo>
                    <a:close/>
                    <a:moveTo>
                      <a:pt x="33162" y="431155"/>
                    </a:moveTo>
                    <a:lnTo>
                      <a:pt x="73578" y="431155"/>
                    </a:lnTo>
                    <a:lnTo>
                      <a:pt x="106646" y="431155"/>
                    </a:lnTo>
                    <a:lnTo>
                      <a:pt x="146968" y="431155"/>
                    </a:lnTo>
                    <a:cubicBezTo>
                      <a:pt x="165339" y="431155"/>
                      <a:pt x="180224" y="446024"/>
                      <a:pt x="180130" y="464280"/>
                    </a:cubicBezTo>
                    <a:lnTo>
                      <a:pt x="180130" y="517074"/>
                    </a:lnTo>
                    <a:cubicBezTo>
                      <a:pt x="180130" y="535236"/>
                      <a:pt x="165150" y="550199"/>
                      <a:pt x="146968" y="550199"/>
                    </a:cubicBezTo>
                    <a:lnTo>
                      <a:pt x="33162" y="550199"/>
                    </a:lnTo>
                    <a:cubicBezTo>
                      <a:pt x="14979" y="550199"/>
                      <a:pt x="0" y="535236"/>
                      <a:pt x="0" y="517074"/>
                    </a:cubicBezTo>
                    <a:lnTo>
                      <a:pt x="0" y="464280"/>
                    </a:lnTo>
                    <a:cubicBezTo>
                      <a:pt x="0" y="446024"/>
                      <a:pt x="14979" y="431155"/>
                      <a:pt x="33162" y="431155"/>
                    </a:cubicBezTo>
                    <a:close/>
                    <a:moveTo>
                      <a:pt x="163140" y="99327"/>
                    </a:moveTo>
                    <a:cubicBezTo>
                      <a:pt x="163046" y="101208"/>
                      <a:pt x="162857" y="102713"/>
                      <a:pt x="162857" y="104218"/>
                    </a:cubicBezTo>
                    <a:lnTo>
                      <a:pt x="162857" y="157362"/>
                    </a:lnTo>
                    <a:lnTo>
                      <a:pt x="162857" y="217184"/>
                    </a:lnTo>
                    <a:cubicBezTo>
                      <a:pt x="162857" y="234021"/>
                      <a:pt x="173220" y="244273"/>
                      <a:pt x="190176" y="244273"/>
                    </a:cubicBezTo>
                    <a:lnTo>
                      <a:pt x="249053" y="244273"/>
                    </a:lnTo>
                    <a:cubicBezTo>
                      <a:pt x="305480" y="244273"/>
                      <a:pt x="361813" y="244273"/>
                      <a:pt x="418146" y="244367"/>
                    </a:cubicBezTo>
                    <a:cubicBezTo>
                      <a:pt x="434443" y="244367"/>
                      <a:pt x="444994" y="233833"/>
                      <a:pt x="444994" y="217466"/>
                    </a:cubicBezTo>
                    <a:lnTo>
                      <a:pt x="444994" y="140525"/>
                    </a:lnTo>
                    <a:lnTo>
                      <a:pt x="444994" y="104971"/>
                    </a:lnTo>
                    <a:lnTo>
                      <a:pt x="444994" y="99327"/>
                    </a:lnTo>
                    <a:lnTo>
                      <a:pt x="248958" y="99327"/>
                    </a:lnTo>
                    <a:close/>
                    <a:moveTo>
                      <a:pt x="415226" y="33955"/>
                    </a:moveTo>
                    <a:cubicBezTo>
                      <a:pt x="406465" y="33955"/>
                      <a:pt x="399306" y="41104"/>
                      <a:pt x="399306" y="49852"/>
                    </a:cubicBezTo>
                    <a:cubicBezTo>
                      <a:pt x="399306" y="58693"/>
                      <a:pt x="406465" y="65842"/>
                      <a:pt x="415226" y="65842"/>
                    </a:cubicBezTo>
                    <a:cubicBezTo>
                      <a:pt x="423987" y="65842"/>
                      <a:pt x="431146" y="58693"/>
                      <a:pt x="431146" y="49852"/>
                    </a:cubicBezTo>
                    <a:cubicBezTo>
                      <a:pt x="431146" y="41104"/>
                      <a:pt x="423987" y="33955"/>
                      <a:pt x="415226" y="33955"/>
                    </a:cubicBezTo>
                    <a:close/>
                    <a:moveTo>
                      <a:pt x="360306" y="33955"/>
                    </a:moveTo>
                    <a:cubicBezTo>
                      <a:pt x="351545" y="33955"/>
                      <a:pt x="344386" y="41104"/>
                      <a:pt x="344386" y="49852"/>
                    </a:cubicBezTo>
                    <a:cubicBezTo>
                      <a:pt x="344386" y="58693"/>
                      <a:pt x="351545" y="65842"/>
                      <a:pt x="360306" y="65842"/>
                    </a:cubicBezTo>
                    <a:cubicBezTo>
                      <a:pt x="369161" y="65842"/>
                      <a:pt x="376320" y="58693"/>
                      <a:pt x="376320" y="49852"/>
                    </a:cubicBezTo>
                    <a:cubicBezTo>
                      <a:pt x="376320" y="41104"/>
                      <a:pt x="369161" y="33955"/>
                      <a:pt x="360306" y="33955"/>
                    </a:cubicBezTo>
                    <a:close/>
                    <a:moveTo>
                      <a:pt x="305480" y="33955"/>
                    </a:moveTo>
                    <a:cubicBezTo>
                      <a:pt x="296625" y="33955"/>
                      <a:pt x="289466" y="41104"/>
                      <a:pt x="289466" y="49852"/>
                    </a:cubicBezTo>
                    <a:cubicBezTo>
                      <a:pt x="289466" y="58693"/>
                      <a:pt x="296625" y="65842"/>
                      <a:pt x="305480" y="65842"/>
                    </a:cubicBezTo>
                    <a:cubicBezTo>
                      <a:pt x="314241" y="65842"/>
                      <a:pt x="321400" y="58693"/>
                      <a:pt x="321400" y="49852"/>
                    </a:cubicBezTo>
                    <a:cubicBezTo>
                      <a:pt x="321400" y="41104"/>
                      <a:pt x="314241" y="33955"/>
                      <a:pt x="305480" y="33955"/>
                    </a:cubicBezTo>
                    <a:close/>
                    <a:moveTo>
                      <a:pt x="189611" y="0"/>
                    </a:moveTo>
                    <a:lnTo>
                      <a:pt x="248958" y="0"/>
                    </a:lnTo>
                    <a:lnTo>
                      <a:pt x="417770" y="0"/>
                    </a:lnTo>
                    <a:cubicBezTo>
                      <a:pt x="452813" y="0"/>
                      <a:pt x="477871" y="25396"/>
                      <a:pt x="477871" y="60386"/>
                    </a:cubicBezTo>
                    <a:lnTo>
                      <a:pt x="477871" y="157456"/>
                    </a:lnTo>
                    <a:lnTo>
                      <a:pt x="477871" y="217560"/>
                    </a:lnTo>
                    <a:cubicBezTo>
                      <a:pt x="477871" y="242016"/>
                      <a:pt x="466755" y="260169"/>
                      <a:pt x="444712" y="271457"/>
                    </a:cubicBezTo>
                    <a:cubicBezTo>
                      <a:pt x="436045" y="275877"/>
                      <a:pt x="426625" y="277288"/>
                      <a:pt x="417016" y="277288"/>
                    </a:cubicBezTo>
                    <a:lnTo>
                      <a:pt x="320552" y="277288"/>
                    </a:lnTo>
                    <a:lnTo>
                      <a:pt x="320552" y="340685"/>
                    </a:lnTo>
                    <a:lnTo>
                      <a:pt x="518095" y="340685"/>
                    </a:lnTo>
                    <a:cubicBezTo>
                      <a:pt x="527233" y="340685"/>
                      <a:pt x="534675" y="348021"/>
                      <a:pt x="534675" y="357145"/>
                    </a:cubicBezTo>
                    <a:lnTo>
                      <a:pt x="534675" y="402294"/>
                    </a:lnTo>
                    <a:lnTo>
                      <a:pt x="501610" y="402294"/>
                    </a:lnTo>
                    <a:lnTo>
                      <a:pt x="501610" y="373606"/>
                    </a:lnTo>
                    <a:lnTo>
                      <a:pt x="320647" y="373606"/>
                    </a:lnTo>
                    <a:lnTo>
                      <a:pt x="320647" y="402294"/>
                    </a:lnTo>
                    <a:lnTo>
                      <a:pt x="287582" y="402294"/>
                    </a:lnTo>
                    <a:lnTo>
                      <a:pt x="287582" y="373606"/>
                    </a:lnTo>
                    <a:lnTo>
                      <a:pt x="106618" y="373606"/>
                    </a:lnTo>
                    <a:lnTo>
                      <a:pt x="106524" y="373606"/>
                    </a:lnTo>
                    <a:lnTo>
                      <a:pt x="106524" y="402294"/>
                    </a:lnTo>
                    <a:lnTo>
                      <a:pt x="73459" y="402294"/>
                    </a:lnTo>
                    <a:lnTo>
                      <a:pt x="73459" y="357145"/>
                    </a:lnTo>
                    <a:cubicBezTo>
                      <a:pt x="73459" y="348115"/>
                      <a:pt x="80901" y="340685"/>
                      <a:pt x="90039" y="340685"/>
                    </a:cubicBezTo>
                    <a:lnTo>
                      <a:pt x="287393" y="340685"/>
                    </a:lnTo>
                    <a:lnTo>
                      <a:pt x="287393" y="277288"/>
                    </a:lnTo>
                    <a:lnTo>
                      <a:pt x="248770" y="277288"/>
                    </a:lnTo>
                    <a:cubicBezTo>
                      <a:pt x="228328" y="277382"/>
                      <a:pt x="207980" y="277382"/>
                      <a:pt x="187633" y="277288"/>
                    </a:cubicBezTo>
                    <a:cubicBezTo>
                      <a:pt x="161727" y="277100"/>
                      <a:pt x="139778" y="260734"/>
                      <a:pt x="132524" y="236090"/>
                    </a:cubicBezTo>
                    <a:cubicBezTo>
                      <a:pt x="130828" y="230352"/>
                      <a:pt x="129981" y="224239"/>
                      <a:pt x="129981" y="218219"/>
                    </a:cubicBezTo>
                    <a:lnTo>
                      <a:pt x="129981" y="157456"/>
                    </a:lnTo>
                    <a:lnTo>
                      <a:pt x="129981" y="58881"/>
                    </a:lnTo>
                    <a:cubicBezTo>
                      <a:pt x="130075" y="25208"/>
                      <a:pt x="155698" y="0"/>
                      <a:pt x="1896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9" name="Text3" descr="dba1e3a2-e998-4c7c-aa22-9144f269abfd">
                <a:extLst>
                  <a:ext uri="{FF2B5EF4-FFF2-40B4-BE49-F238E27FC236}">
                    <a16:creationId xmlns:a16="http://schemas.microsoft.com/office/drawing/2014/main" id="{2136F09E-12E4-4FA6-BC15-E5D8BCB6EA6D}"/>
                  </a:ext>
                </a:extLst>
              </p:cNvPr>
              <p:cNvSpPr txBox="1"/>
              <p:nvPr/>
            </p:nvSpPr>
            <p:spPr>
              <a:xfrm>
                <a:off x="1372817" y="5208507"/>
                <a:ext cx="2972491" cy="65829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rtl="1">
                  <a:lnSpc>
                    <a:spcPct val="120000"/>
                  </a:lnSpc>
                </a:pPr>
                <a:endParaRPr lang="en-US" dirty="0"/>
              </a:p>
            </p:txBody>
          </p:sp>
          <p:sp>
            <p:nvSpPr>
              <p:cNvPr id="30" name="Bullet3" descr="90105c0a-f84f-412f-abe1-f314e0ddbb3f">
                <a:extLst>
                  <a:ext uri="{FF2B5EF4-FFF2-40B4-BE49-F238E27FC236}">
                    <a16:creationId xmlns:a16="http://schemas.microsoft.com/office/drawing/2014/main" id="{799201E4-3AB4-426D-BE02-5506C4853021}"/>
                  </a:ext>
                </a:extLst>
              </p:cNvPr>
              <p:cNvSpPr/>
              <p:nvPr/>
            </p:nvSpPr>
            <p:spPr>
              <a:xfrm>
                <a:off x="1372817" y="4679892"/>
                <a:ext cx="2972491" cy="467612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r>
                  <a:rPr lang="zh-CN" altLang="en-US" b="1" dirty="0"/>
                  <a:t>角色介绍</a:t>
                </a:r>
                <a:endParaRPr lang="en-US" dirty="0"/>
              </a:p>
            </p:txBody>
          </p:sp>
        </p:grpSp>
        <p:grpSp>
          <p:nvGrpSpPr>
            <p:cNvPr id="69" name="组合 68" descr="8d6f53cc-68c6-4dae-9b76-c6d8057f5f93">
              <a:extLst>
                <a:ext uri="{FF2B5EF4-FFF2-40B4-BE49-F238E27FC236}">
                  <a16:creationId xmlns:a16="http://schemas.microsoft.com/office/drawing/2014/main" id="{1A17208F-8BD4-B524-7AA3-14DACA9C4628}"/>
                </a:ext>
              </a:extLst>
            </p:cNvPr>
            <p:cNvGrpSpPr/>
            <p:nvPr/>
          </p:nvGrpSpPr>
          <p:grpSpPr>
            <a:xfrm>
              <a:off x="7860032" y="2217150"/>
              <a:ext cx="3670104" cy="1186909"/>
              <a:chOff x="7860032" y="2217150"/>
              <a:chExt cx="3670104" cy="1186909"/>
            </a:xfrm>
          </p:grpSpPr>
          <p:sp>
            <p:nvSpPr>
              <p:cNvPr id="26" name="IconBackground4" descr="a659b511-54d7-43c6-b2d4-13eb59d5e955">
                <a:extLst>
                  <a:ext uri="{FF2B5EF4-FFF2-40B4-BE49-F238E27FC236}">
                    <a16:creationId xmlns:a16="http://schemas.microsoft.com/office/drawing/2014/main" id="{AE78A632-3FC2-4814-BDAE-0A027B6A293E}"/>
                  </a:ext>
                </a:extLst>
              </p:cNvPr>
              <p:cNvSpPr/>
              <p:nvPr/>
            </p:nvSpPr>
            <p:spPr>
              <a:xfrm>
                <a:off x="7860032" y="2365840"/>
                <a:ext cx="658296" cy="658294"/>
              </a:xfrm>
              <a:prstGeom prst="ellipse">
                <a:avLst/>
              </a:prstGeom>
              <a:solidFill>
                <a:schemeClr val="tx2">
                  <a:alpha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7" name="Icon4" descr="2c4fd872-6cdf-4d0f-a4ae-b2ab0fb8e2f8">
                <a:extLst>
                  <a:ext uri="{FF2B5EF4-FFF2-40B4-BE49-F238E27FC236}">
                    <a16:creationId xmlns:a16="http://schemas.microsoft.com/office/drawing/2014/main" id="{E877C0A2-EB57-4DF5-8CE3-EBE557608A06}"/>
                  </a:ext>
                </a:extLst>
              </p:cNvPr>
              <p:cNvSpPr/>
              <p:nvPr/>
            </p:nvSpPr>
            <p:spPr bwMode="auto">
              <a:xfrm>
                <a:off x="8028005" y="2563670"/>
                <a:ext cx="322350" cy="262633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  <a:gd name="connsiteX41" fmla="*/ 373273 h 605239"/>
                  <a:gd name="connsiteY41" fmla="*/ 373273 h 605239"/>
                  <a:gd name="connsiteX42" fmla="*/ 373273 h 605239"/>
                  <a:gd name="connsiteY42" fmla="*/ 373273 h 605239"/>
                  <a:gd name="connsiteX43" fmla="*/ 373273 h 605239"/>
                  <a:gd name="connsiteY43" fmla="*/ 373273 h 605239"/>
                  <a:gd name="connsiteX44" fmla="*/ 373273 h 605239"/>
                  <a:gd name="connsiteY44" fmla="*/ 373273 h 605239"/>
                  <a:gd name="connsiteX45" fmla="*/ 373273 h 605239"/>
                  <a:gd name="connsiteY45" fmla="*/ 373273 h 605239"/>
                  <a:gd name="connsiteX46" fmla="*/ 373273 h 605239"/>
                  <a:gd name="connsiteY46" fmla="*/ 373273 h 605239"/>
                  <a:gd name="connsiteX47" fmla="*/ 373273 h 605239"/>
                  <a:gd name="connsiteY47" fmla="*/ 373273 h 605239"/>
                  <a:gd name="connsiteX48" fmla="*/ 373273 h 605239"/>
                  <a:gd name="connsiteY48" fmla="*/ 373273 h 605239"/>
                  <a:gd name="connsiteX49" fmla="*/ 373273 h 605239"/>
                  <a:gd name="connsiteY49" fmla="*/ 373273 h 605239"/>
                  <a:gd name="connsiteX50" fmla="*/ 373273 h 605239"/>
                  <a:gd name="connsiteY50" fmla="*/ 373273 h 605239"/>
                  <a:gd name="connsiteX51" fmla="*/ 373273 h 605239"/>
                  <a:gd name="connsiteY51" fmla="*/ 373273 h 605239"/>
                  <a:gd name="connsiteX52" fmla="*/ 373273 h 605239"/>
                  <a:gd name="connsiteY52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608697" h="495934">
                    <a:moveTo>
                      <a:pt x="274757" y="203328"/>
                    </a:moveTo>
                    <a:cubicBezTo>
                      <a:pt x="262375" y="203328"/>
                      <a:pt x="252305" y="213383"/>
                      <a:pt x="252305" y="225746"/>
                    </a:cubicBezTo>
                    <a:cubicBezTo>
                      <a:pt x="252305" y="238110"/>
                      <a:pt x="262375" y="248164"/>
                      <a:pt x="274757" y="248164"/>
                    </a:cubicBezTo>
                    <a:lnTo>
                      <a:pt x="505837" y="248164"/>
                    </a:lnTo>
                    <a:cubicBezTo>
                      <a:pt x="518219" y="248164"/>
                      <a:pt x="528289" y="238110"/>
                      <a:pt x="528289" y="225746"/>
                    </a:cubicBezTo>
                    <a:cubicBezTo>
                      <a:pt x="528289" y="213383"/>
                      <a:pt x="518219" y="203328"/>
                      <a:pt x="505837" y="203328"/>
                    </a:cubicBezTo>
                    <a:close/>
                    <a:moveTo>
                      <a:pt x="274757" y="85949"/>
                    </a:moveTo>
                    <a:cubicBezTo>
                      <a:pt x="262375" y="85949"/>
                      <a:pt x="252305" y="95929"/>
                      <a:pt x="252305" y="108293"/>
                    </a:cubicBezTo>
                    <a:cubicBezTo>
                      <a:pt x="252305" y="120656"/>
                      <a:pt x="262375" y="130711"/>
                      <a:pt x="274757" y="130711"/>
                    </a:cubicBezTo>
                    <a:lnTo>
                      <a:pt x="505837" y="130711"/>
                    </a:lnTo>
                    <a:cubicBezTo>
                      <a:pt x="518219" y="130711"/>
                      <a:pt x="528289" y="120656"/>
                      <a:pt x="528289" y="108293"/>
                    </a:cubicBezTo>
                    <a:cubicBezTo>
                      <a:pt x="528289" y="95929"/>
                      <a:pt x="518219" y="85949"/>
                      <a:pt x="505837" y="85949"/>
                    </a:cubicBezTo>
                    <a:close/>
                    <a:moveTo>
                      <a:pt x="36405" y="60757"/>
                    </a:moveTo>
                    <a:lnTo>
                      <a:pt x="135995" y="60757"/>
                    </a:lnTo>
                    <a:lnTo>
                      <a:pt x="135995" y="146720"/>
                    </a:lnTo>
                    <a:lnTo>
                      <a:pt x="102873" y="146720"/>
                    </a:lnTo>
                    <a:cubicBezTo>
                      <a:pt x="90490" y="146720"/>
                      <a:pt x="80419" y="156702"/>
                      <a:pt x="80419" y="169067"/>
                    </a:cubicBezTo>
                    <a:cubicBezTo>
                      <a:pt x="80419" y="181433"/>
                      <a:pt x="90490" y="191489"/>
                      <a:pt x="102873" y="191489"/>
                    </a:cubicBezTo>
                    <a:lnTo>
                      <a:pt x="135995" y="191489"/>
                    </a:lnTo>
                    <a:lnTo>
                      <a:pt x="135995" y="264118"/>
                    </a:lnTo>
                    <a:lnTo>
                      <a:pt x="102873" y="264118"/>
                    </a:lnTo>
                    <a:cubicBezTo>
                      <a:pt x="90490" y="264118"/>
                      <a:pt x="80419" y="274174"/>
                      <a:pt x="80419" y="286540"/>
                    </a:cubicBezTo>
                    <a:cubicBezTo>
                      <a:pt x="80419" y="298905"/>
                      <a:pt x="90490" y="308961"/>
                      <a:pt x="102873" y="308961"/>
                    </a:cubicBezTo>
                    <a:lnTo>
                      <a:pt x="136816" y="308961"/>
                    </a:lnTo>
                    <a:cubicBezTo>
                      <a:pt x="142262" y="343451"/>
                      <a:pt x="172176" y="369970"/>
                      <a:pt x="208208" y="369970"/>
                    </a:cubicBezTo>
                    <a:lnTo>
                      <a:pt x="430515" y="369970"/>
                    </a:lnTo>
                    <a:lnTo>
                      <a:pt x="433201" y="374439"/>
                    </a:lnTo>
                    <a:cubicBezTo>
                      <a:pt x="427308" y="386507"/>
                      <a:pt x="414924" y="394850"/>
                      <a:pt x="400526" y="394850"/>
                    </a:cubicBezTo>
                    <a:lnTo>
                      <a:pt x="157779" y="394850"/>
                    </a:lnTo>
                    <a:lnTo>
                      <a:pt x="103022" y="487144"/>
                    </a:lnTo>
                    <a:cubicBezTo>
                      <a:pt x="99665" y="492731"/>
                      <a:pt x="93772" y="495934"/>
                      <a:pt x="87580" y="495934"/>
                    </a:cubicBezTo>
                    <a:cubicBezTo>
                      <a:pt x="85939" y="495934"/>
                      <a:pt x="84372" y="495711"/>
                      <a:pt x="82806" y="495264"/>
                    </a:cubicBezTo>
                    <a:cubicBezTo>
                      <a:pt x="74973" y="493178"/>
                      <a:pt x="69602" y="486101"/>
                      <a:pt x="69602" y="477982"/>
                    </a:cubicBezTo>
                    <a:lnTo>
                      <a:pt x="69602" y="394850"/>
                    </a:lnTo>
                    <a:lnTo>
                      <a:pt x="36405" y="394850"/>
                    </a:lnTo>
                    <a:cubicBezTo>
                      <a:pt x="16263" y="394850"/>
                      <a:pt x="0" y="378611"/>
                      <a:pt x="0" y="358572"/>
                    </a:cubicBezTo>
                    <a:lnTo>
                      <a:pt x="0" y="97034"/>
                    </a:lnTo>
                    <a:cubicBezTo>
                      <a:pt x="0" y="76996"/>
                      <a:pt x="16263" y="60757"/>
                      <a:pt x="36405" y="60757"/>
                    </a:cubicBezTo>
                    <a:close/>
                    <a:moveTo>
                      <a:pt x="208222" y="0"/>
                    </a:moveTo>
                    <a:lnTo>
                      <a:pt x="572297" y="0"/>
                    </a:lnTo>
                    <a:cubicBezTo>
                      <a:pt x="592436" y="0"/>
                      <a:pt x="608697" y="16236"/>
                      <a:pt x="608697" y="36346"/>
                    </a:cubicBezTo>
                    <a:lnTo>
                      <a:pt x="608697" y="297768"/>
                    </a:lnTo>
                    <a:cubicBezTo>
                      <a:pt x="608697" y="317802"/>
                      <a:pt x="592436" y="334039"/>
                      <a:pt x="572297" y="334039"/>
                    </a:cubicBezTo>
                    <a:lnTo>
                      <a:pt x="539104" y="334039"/>
                    </a:lnTo>
                    <a:lnTo>
                      <a:pt x="539104" y="417232"/>
                    </a:lnTo>
                    <a:cubicBezTo>
                      <a:pt x="539104" y="425276"/>
                      <a:pt x="533734" y="432351"/>
                      <a:pt x="525902" y="434511"/>
                    </a:cubicBezTo>
                    <a:cubicBezTo>
                      <a:pt x="524336" y="434884"/>
                      <a:pt x="522769" y="435107"/>
                      <a:pt x="521203" y="435107"/>
                    </a:cubicBezTo>
                    <a:cubicBezTo>
                      <a:pt x="514937" y="435107"/>
                      <a:pt x="509045" y="431904"/>
                      <a:pt x="505763" y="426318"/>
                    </a:cubicBezTo>
                    <a:lnTo>
                      <a:pt x="450939" y="334039"/>
                    </a:lnTo>
                    <a:lnTo>
                      <a:pt x="208222" y="334039"/>
                    </a:lnTo>
                    <a:cubicBezTo>
                      <a:pt x="188158" y="334039"/>
                      <a:pt x="171897" y="317802"/>
                      <a:pt x="171897" y="297768"/>
                    </a:cubicBezTo>
                    <a:lnTo>
                      <a:pt x="171897" y="36346"/>
                    </a:lnTo>
                    <a:cubicBezTo>
                      <a:pt x="171897" y="16236"/>
                      <a:pt x="188158" y="0"/>
                      <a:pt x="2082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4" name="Text4" descr="cb2e9bcb-aa6d-4e55-a990-68a7776b2547">
                <a:extLst>
                  <a:ext uri="{FF2B5EF4-FFF2-40B4-BE49-F238E27FC236}">
                    <a16:creationId xmlns:a16="http://schemas.microsoft.com/office/drawing/2014/main" id="{F07AE112-03E7-4A25-92D2-CE8C38B48955}"/>
                  </a:ext>
                </a:extLst>
              </p:cNvPr>
              <p:cNvSpPr txBox="1"/>
              <p:nvPr/>
            </p:nvSpPr>
            <p:spPr>
              <a:xfrm>
                <a:off x="8557645" y="2745765"/>
                <a:ext cx="2972491" cy="65829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rtl="1">
                  <a:lnSpc>
                    <a:spcPct val="120000"/>
                  </a:lnSpc>
                </a:pPr>
                <a:endParaRPr lang="en-US" dirty="0"/>
              </a:p>
            </p:txBody>
          </p:sp>
          <p:sp>
            <p:nvSpPr>
              <p:cNvPr id="25" name="Bullet4" descr="6001524e-ef94-4e14-95c5-aab4b9cddc3a">
                <a:extLst>
                  <a:ext uri="{FF2B5EF4-FFF2-40B4-BE49-F238E27FC236}">
                    <a16:creationId xmlns:a16="http://schemas.microsoft.com/office/drawing/2014/main" id="{332EF476-90E6-42F5-B2A3-A00BD23504D5}"/>
                  </a:ext>
                </a:extLst>
              </p:cNvPr>
              <p:cNvSpPr/>
              <p:nvPr/>
            </p:nvSpPr>
            <p:spPr>
              <a:xfrm>
                <a:off x="8557645" y="2217150"/>
                <a:ext cx="2972491" cy="467612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r>
                  <a:rPr lang="zh-CN" altLang="en-US" b="1" dirty="0"/>
                  <a:t>文化元素</a:t>
                </a:r>
                <a:endParaRPr lang="en-US" dirty="0"/>
              </a:p>
            </p:txBody>
          </p:sp>
        </p:grpSp>
        <p:grpSp>
          <p:nvGrpSpPr>
            <p:cNvPr id="70" name="组合 69" descr="e60076b1-9586-4f4c-a6f5-00cb7dabd2ff">
              <a:extLst>
                <a:ext uri="{FF2B5EF4-FFF2-40B4-BE49-F238E27FC236}">
                  <a16:creationId xmlns:a16="http://schemas.microsoft.com/office/drawing/2014/main" id="{0054299F-0B0E-8678-4CDB-CA7737504611}"/>
                </a:ext>
              </a:extLst>
            </p:cNvPr>
            <p:cNvGrpSpPr/>
            <p:nvPr/>
          </p:nvGrpSpPr>
          <p:grpSpPr>
            <a:xfrm>
              <a:off x="7860032" y="3448521"/>
              <a:ext cx="3670104" cy="1186909"/>
              <a:chOff x="7860032" y="3448521"/>
              <a:chExt cx="3670104" cy="1186909"/>
            </a:xfrm>
          </p:grpSpPr>
          <p:sp>
            <p:nvSpPr>
              <p:cNvPr id="21" name="IconBackground5" descr="dbbbab69-0e1d-4d34-b5b1-7ceafa280546">
                <a:extLst>
                  <a:ext uri="{FF2B5EF4-FFF2-40B4-BE49-F238E27FC236}">
                    <a16:creationId xmlns:a16="http://schemas.microsoft.com/office/drawing/2014/main" id="{68BC452B-D224-4ACD-87FB-7054CAF2D5F0}"/>
                  </a:ext>
                </a:extLst>
              </p:cNvPr>
              <p:cNvSpPr/>
              <p:nvPr/>
            </p:nvSpPr>
            <p:spPr>
              <a:xfrm>
                <a:off x="7860032" y="3597211"/>
                <a:ext cx="658296" cy="658294"/>
              </a:xfrm>
              <a:prstGeom prst="ellipse">
                <a:avLst/>
              </a:prstGeom>
              <a:solidFill>
                <a:schemeClr val="tx2">
                  <a:alpha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2" name="Icon5" descr="e4938943-d654-49d7-afaf-5eb2feef754f">
                <a:extLst>
                  <a:ext uri="{FF2B5EF4-FFF2-40B4-BE49-F238E27FC236}">
                    <a16:creationId xmlns:a16="http://schemas.microsoft.com/office/drawing/2014/main" id="{635C8A9F-348C-4481-AE20-E4D5542B3F34}"/>
                  </a:ext>
                </a:extLst>
              </p:cNvPr>
              <p:cNvSpPr/>
              <p:nvPr/>
            </p:nvSpPr>
            <p:spPr bwMode="auto">
              <a:xfrm>
                <a:off x="8028005" y="3765408"/>
                <a:ext cx="322350" cy="321900"/>
              </a:xfrm>
              <a:custGeom>
                <a:avLst/>
                <a:gdLst>
                  <a:gd name="T0" fmla="*/ 472622 w 604011"/>
                  <a:gd name="T1" fmla="*/ 472622 w 604011"/>
                  <a:gd name="T2" fmla="*/ 472622 w 604011"/>
                  <a:gd name="T3" fmla="*/ 472622 w 604011"/>
                  <a:gd name="T4" fmla="*/ 472622 w 604011"/>
                  <a:gd name="T5" fmla="*/ 472622 w 604011"/>
                  <a:gd name="T6" fmla="*/ 472622 w 604011"/>
                  <a:gd name="T7" fmla="*/ 472622 w 604011"/>
                  <a:gd name="T8" fmla="*/ 472622 w 604011"/>
                  <a:gd name="T9" fmla="*/ 472622 w 604011"/>
                  <a:gd name="T10" fmla="*/ 472622 w 604011"/>
                  <a:gd name="T11" fmla="*/ 472622 w 604011"/>
                  <a:gd name="T12" fmla="*/ 472622 w 604011"/>
                  <a:gd name="T13" fmla="*/ 472622 w 604011"/>
                  <a:gd name="T14" fmla="*/ 472622 w 604011"/>
                  <a:gd name="T15" fmla="*/ 472622 w 604011"/>
                  <a:gd name="T16" fmla="*/ 472622 w 604011"/>
                  <a:gd name="T17" fmla="*/ 472622 w 604011"/>
                  <a:gd name="T18" fmla="*/ 472622 w 604011"/>
                  <a:gd name="T19" fmla="*/ 472622 w 604011"/>
                  <a:gd name="T20" fmla="*/ 472622 w 604011"/>
                  <a:gd name="T21" fmla="*/ 472622 w 604011"/>
                  <a:gd name="T22" fmla="*/ 472622 w 604011"/>
                  <a:gd name="T23" fmla="*/ 472622 w 604011"/>
                  <a:gd name="T24" fmla="*/ 472622 w 604011"/>
                  <a:gd name="T25" fmla="*/ 472622 w 604011"/>
                  <a:gd name="T26" fmla="*/ 472622 w 604011"/>
                  <a:gd name="T27" fmla="*/ 472622 w 604011"/>
                  <a:gd name="T28" fmla="*/ 472622 w 604011"/>
                  <a:gd name="T29" fmla="*/ 472622 w 604011"/>
                  <a:gd name="T30" fmla="*/ 472622 w 604011"/>
                  <a:gd name="T31" fmla="*/ 472622 w 604011"/>
                  <a:gd name="T32" fmla="*/ 472622 w 604011"/>
                  <a:gd name="T33" fmla="*/ 472622 w 604011"/>
                  <a:gd name="T34" fmla="*/ 472622 w 604011"/>
                  <a:gd name="T35" fmla="*/ 472622 w 604011"/>
                  <a:gd name="T36" fmla="*/ 472622 w 604011"/>
                  <a:gd name="T37" fmla="*/ 472622 w 604011"/>
                  <a:gd name="T38" fmla="*/ 472622 w 604011"/>
                  <a:gd name="T39" fmla="*/ 472622 w 604011"/>
                  <a:gd name="T40" fmla="*/ 472622 w 604011"/>
                  <a:gd name="T41" fmla="*/ 472622 w 604011"/>
                  <a:gd name="T42" fmla="*/ 472622 w 604011"/>
                  <a:gd name="T43" fmla="*/ 472622 w 604011"/>
                  <a:gd name="T44" fmla="*/ 472622 w 604011"/>
                  <a:gd name="T45" fmla="*/ 472622 w 604011"/>
                  <a:gd name="T46" fmla="*/ 472622 w 604011"/>
                  <a:gd name="T47" fmla="*/ 472622 w 604011"/>
                  <a:gd name="T48" fmla="*/ 472622 w 604011"/>
                  <a:gd name="T49" fmla="*/ 472622 w 604011"/>
                  <a:gd name="T50" fmla="*/ 472622 w 604011"/>
                  <a:gd name="T51" fmla="*/ 472622 w 604011"/>
                  <a:gd name="T52" fmla="*/ 472622 w 604011"/>
                  <a:gd name="T53" fmla="*/ 472622 w 604011"/>
                  <a:gd name="T54" fmla="*/ 472622 w 604011"/>
                  <a:gd name="T55" fmla="*/ 472622 w 604011"/>
                  <a:gd name="T56" fmla="*/ 472622 w 604011"/>
                  <a:gd name="T57" fmla="*/ 472622 w 604011"/>
                  <a:gd name="T58" fmla="*/ 472622 w 604011"/>
                  <a:gd name="T59" fmla="*/ 472622 w 604011"/>
                  <a:gd name="T60" fmla="*/ 472622 w 604011"/>
                  <a:gd name="T61" fmla="*/ 472622 w 604011"/>
                  <a:gd name="T62" fmla="*/ 472622 w 604011"/>
                  <a:gd name="T63" fmla="*/ 472622 w 604011"/>
                  <a:gd name="T64" fmla="*/ 472622 w 604011"/>
                  <a:gd name="T65" fmla="*/ 472622 w 604011"/>
                  <a:gd name="T66" fmla="*/ 472622 w 604011"/>
                  <a:gd name="T67" fmla="*/ 472622 w 604011"/>
                  <a:gd name="T68" fmla="*/ 472622 w 604011"/>
                  <a:gd name="T69" fmla="*/ 472622 w 604011"/>
                  <a:gd name="T70" fmla="*/ 472622 w 604011"/>
                  <a:gd name="T71" fmla="*/ 472622 w 604011"/>
                  <a:gd name="T72" fmla="*/ 472622 w 604011"/>
                  <a:gd name="T73" fmla="*/ 472622 w 604011"/>
                  <a:gd name="T74" fmla="*/ 472622 w 604011"/>
                  <a:gd name="T75" fmla="*/ 472622 w 604011"/>
                  <a:gd name="T76" fmla="*/ 472622 w 604011"/>
                  <a:gd name="T77" fmla="*/ 472622 w 604011"/>
                  <a:gd name="T78" fmla="*/ 472622 w 604011"/>
                  <a:gd name="T79" fmla="*/ 472622 w 604011"/>
                  <a:gd name="T80" fmla="*/ 472622 w 604011"/>
                  <a:gd name="T81" fmla="*/ 472622 w 604011"/>
                  <a:gd name="T82" fmla="*/ 472622 w 604011"/>
                  <a:gd name="T83" fmla="*/ 472622 w 604011"/>
                  <a:gd name="T84" fmla="*/ 472622 w 604011"/>
                  <a:gd name="T85" fmla="*/ 472622 w 604011"/>
                  <a:gd name="T86" fmla="*/ 472622 w 604011"/>
                  <a:gd name="T87" fmla="*/ 472622 w 604011"/>
                  <a:gd name="T88" fmla="*/ 472622 w 604011"/>
                  <a:gd name="T89" fmla="*/ 472622 w 604011"/>
                  <a:gd name="T90" fmla="*/ 472622 w 604011"/>
                  <a:gd name="T91" fmla="*/ 472622 w 604011"/>
                  <a:gd name="T92" fmla="*/ 472622 w 604011"/>
                  <a:gd name="T93" fmla="*/ 472622 w 604011"/>
                  <a:gd name="T94" fmla="*/ 472622 w 604011"/>
                  <a:gd name="T95" fmla="*/ 472622 w 604011"/>
                  <a:gd name="T96" fmla="*/ 472622 w 604011"/>
                  <a:gd name="T97" fmla="*/ 472622 w 604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302" h="6302">
                    <a:moveTo>
                      <a:pt x="6302" y="5776"/>
                    </a:moveTo>
                    <a:lnTo>
                      <a:pt x="6302" y="4201"/>
                    </a:lnTo>
                    <a:lnTo>
                      <a:pt x="4201" y="4201"/>
                    </a:lnTo>
                    <a:lnTo>
                      <a:pt x="4201" y="4857"/>
                    </a:lnTo>
                    <a:lnTo>
                      <a:pt x="3676" y="4857"/>
                    </a:lnTo>
                    <a:lnTo>
                      <a:pt x="3676" y="3732"/>
                    </a:lnTo>
                    <a:lnTo>
                      <a:pt x="4548" y="3732"/>
                    </a:lnTo>
                    <a:cubicBezTo>
                      <a:pt x="5259" y="3732"/>
                      <a:pt x="5776" y="3266"/>
                      <a:pt x="5776" y="2626"/>
                    </a:cubicBezTo>
                    <a:cubicBezTo>
                      <a:pt x="5776" y="2158"/>
                      <a:pt x="5478" y="1743"/>
                      <a:pt x="5050" y="1586"/>
                    </a:cubicBezTo>
                    <a:cubicBezTo>
                      <a:pt x="5088" y="1456"/>
                      <a:pt x="5103" y="1321"/>
                      <a:pt x="5094" y="1171"/>
                    </a:cubicBezTo>
                    <a:cubicBezTo>
                      <a:pt x="5054" y="530"/>
                      <a:pt x="4483" y="5"/>
                      <a:pt x="3822" y="0"/>
                    </a:cubicBezTo>
                    <a:lnTo>
                      <a:pt x="3811" y="0"/>
                    </a:lnTo>
                    <a:cubicBezTo>
                      <a:pt x="3287" y="0"/>
                      <a:pt x="2819" y="312"/>
                      <a:pt x="2623" y="772"/>
                    </a:cubicBezTo>
                    <a:cubicBezTo>
                      <a:pt x="2430" y="628"/>
                      <a:pt x="2185" y="558"/>
                      <a:pt x="1936" y="582"/>
                    </a:cubicBezTo>
                    <a:cubicBezTo>
                      <a:pt x="1578" y="616"/>
                      <a:pt x="1264" y="853"/>
                      <a:pt x="1119" y="1204"/>
                    </a:cubicBezTo>
                    <a:cubicBezTo>
                      <a:pt x="1049" y="1371"/>
                      <a:pt x="1058" y="1556"/>
                      <a:pt x="1074" y="1669"/>
                    </a:cubicBezTo>
                    <a:cubicBezTo>
                      <a:pt x="738" y="1866"/>
                      <a:pt x="525" y="2230"/>
                      <a:pt x="525" y="2626"/>
                    </a:cubicBezTo>
                    <a:cubicBezTo>
                      <a:pt x="525" y="3257"/>
                      <a:pt x="1053" y="3732"/>
                      <a:pt x="1754" y="3732"/>
                    </a:cubicBezTo>
                    <a:lnTo>
                      <a:pt x="2626" y="3732"/>
                    </a:lnTo>
                    <a:lnTo>
                      <a:pt x="2626" y="4857"/>
                    </a:lnTo>
                    <a:lnTo>
                      <a:pt x="2100" y="4857"/>
                    </a:lnTo>
                    <a:lnTo>
                      <a:pt x="2100" y="4201"/>
                    </a:lnTo>
                    <a:lnTo>
                      <a:pt x="0" y="4201"/>
                    </a:lnTo>
                    <a:lnTo>
                      <a:pt x="0" y="5776"/>
                    </a:lnTo>
                    <a:lnTo>
                      <a:pt x="919" y="5776"/>
                    </a:lnTo>
                    <a:lnTo>
                      <a:pt x="919" y="6039"/>
                    </a:lnTo>
                    <a:lnTo>
                      <a:pt x="394" y="6039"/>
                    </a:lnTo>
                    <a:lnTo>
                      <a:pt x="394" y="6302"/>
                    </a:lnTo>
                    <a:lnTo>
                      <a:pt x="1707" y="6302"/>
                    </a:lnTo>
                    <a:lnTo>
                      <a:pt x="1707" y="6039"/>
                    </a:lnTo>
                    <a:lnTo>
                      <a:pt x="1182" y="6039"/>
                    </a:lnTo>
                    <a:lnTo>
                      <a:pt x="1182" y="5776"/>
                    </a:lnTo>
                    <a:lnTo>
                      <a:pt x="2101" y="5776"/>
                    </a:lnTo>
                    <a:lnTo>
                      <a:pt x="2101" y="5120"/>
                    </a:lnTo>
                    <a:lnTo>
                      <a:pt x="2888" y="5120"/>
                    </a:lnTo>
                    <a:lnTo>
                      <a:pt x="2888" y="3732"/>
                    </a:lnTo>
                    <a:lnTo>
                      <a:pt x="3413" y="3732"/>
                    </a:lnTo>
                    <a:lnTo>
                      <a:pt x="3413" y="5120"/>
                    </a:lnTo>
                    <a:lnTo>
                      <a:pt x="4201" y="5120"/>
                    </a:lnTo>
                    <a:lnTo>
                      <a:pt x="4201" y="5776"/>
                    </a:lnTo>
                    <a:lnTo>
                      <a:pt x="5120" y="5776"/>
                    </a:lnTo>
                    <a:lnTo>
                      <a:pt x="5120" y="6039"/>
                    </a:lnTo>
                    <a:lnTo>
                      <a:pt x="4595" y="6039"/>
                    </a:lnTo>
                    <a:lnTo>
                      <a:pt x="4595" y="6302"/>
                    </a:lnTo>
                    <a:lnTo>
                      <a:pt x="5908" y="6302"/>
                    </a:lnTo>
                    <a:lnTo>
                      <a:pt x="5908" y="6039"/>
                    </a:lnTo>
                    <a:lnTo>
                      <a:pt x="5383" y="6039"/>
                    </a:lnTo>
                    <a:lnTo>
                      <a:pt x="5383" y="5776"/>
                    </a:lnTo>
                    <a:lnTo>
                      <a:pt x="6302" y="57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9" name="Text5" descr="7a319862-704d-4c45-91d5-7b00741d077e">
                <a:extLst>
                  <a:ext uri="{FF2B5EF4-FFF2-40B4-BE49-F238E27FC236}">
                    <a16:creationId xmlns:a16="http://schemas.microsoft.com/office/drawing/2014/main" id="{03417A3C-B7F9-41C4-A07A-72509A7F98E7}"/>
                  </a:ext>
                </a:extLst>
              </p:cNvPr>
              <p:cNvSpPr txBox="1"/>
              <p:nvPr/>
            </p:nvSpPr>
            <p:spPr>
              <a:xfrm>
                <a:off x="8557645" y="3977136"/>
                <a:ext cx="2972491" cy="65829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rtl="1">
                  <a:lnSpc>
                    <a:spcPct val="120000"/>
                  </a:lnSpc>
                </a:pPr>
                <a:endParaRPr lang="en-US" dirty="0"/>
              </a:p>
            </p:txBody>
          </p:sp>
          <p:sp>
            <p:nvSpPr>
              <p:cNvPr id="20" name="Bullet5" descr="d3a0eb96-10a8-4a74-b4ce-7ba78d712f31">
                <a:extLst>
                  <a:ext uri="{FF2B5EF4-FFF2-40B4-BE49-F238E27FC236}">
                    <a16:creationId xmlns:a16="http://schemas.microsoft.com/office/drawing/2014/main" id="{916F7CF2-9419-4843-ACA1-3B33F10E5BBA}"/>
                  </a:ext>
                </a:extLst>
              </p:cNvPr>
              <p:cNvSpPr/>
              <p:nvPr/>
            </p:nvSpPr>
            <p:spPr>
              <a:xfrm>
                <a:off x="8557645" y="3448521"/>
                <a:ext cx="2972491" cy="467612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r>
                  <a:rPr lang="zh-CN" altLang="en-US" b="1" dirty="0"/>
                  <a:t>制作团队</a:t>
                </a:r>
                <a:endParaRPr lang="en-US" dirty="0"/>
              </a:p>
            </p:txBody>
          </p:sp>
        </p:grpSp>
        <p:grpSp>
          <p:nvGrpSpPr>
            <p:cNvPr id="71" name="组合 70" descr="102646bb-dffa-4f92-80d3-f1b7e0e523a4">
              <a:extLst>
                <a:ext uri="{FF2B5EF4-FFF2-40B4-BE49-F238E27FC236}">
                  <a16:creationId xmlns:a16="http://schemas.microsoft.com/office/drawing/2014/main" id="{355AE0B1-3FE9-237A-6213-34133FA5B30C}"/>
                </a:ext>
              </a:extLst>
            </p:cNvPr>
            <p:cNvGrpSpPr/>
            <p:nvPr/>
          </p:nvGrpSpPr>
          <p:grpSpPr>
            <a:xfrm>
              <a:off x="7860032" y="4679892"/>
              <a:ext cx="3670104" cy="1186909"/>
              <a:chOff x="7860032" y="4679892"/>
              <a:chExt cx="3670104" cy="1186909"/>
            </a:xfrm>
          </p:grpSpPr>
          <p:sp>
            <p:nvSpPr>
              <p:cNvPr id="16" name="IconBackground6" descr="cb61128c-fde2-4a64-9be0-52a8b43af14d">
                <a:extLst>
                  <a:ext uri="{FF2B5EF4-FFF2-40B4-BE49-F238E27FC236}">
                    <a16:creationId xmlns:a16="http://schemas.microsoft.com/office/drawing/2014/main" id="{1D1C6239-29FA-4B54-A4B1-BC32879A48DA}"/>
                  </a:ext>
                </a:extLst>
              </p:cNvPr>
              <p:cNvSpPr/>
              <p:nvPr/>
            </p:nvSpPr>
            <p:spPr>
              <a:xfrm>
                <a:off x="7860032" y="4828582"/>
                <a:ext cx="658296" cy="658294"/>
              </a:xfrm>
              <a:prstGeom prst="ellipse">
                <a:avLst/>
              </a:prstGeom>
              <a:solidFill>
                <a:schemeClr val="tx2">
                  <a:alpha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7" name="Icon6" descr="423296a8-254d-45ec-8ab5-dbc0a467437b">
                <a:extLst>
                  <a:ext uri="{FF2B5EF4-FFF2-40B4-BE49-F238E27FC236}">
                    <a16:creationId xmlns:a16="http://schemas.microsoft.com/office/drawing/2014/main" id="{3800EC67-517A-49A8-9533-BEB9F1BF6F41}"/>
                  </a:ext>
                </a:extLst>
              </p:cNvPr>
              <p:cNvSpPr/>
              <p:nvPr/>
            </p:nvSpPr>
            <p:spPr bwMode="auto">
              <a:xfrm>
                <a:off x="8028005" y="4996779"/>
                <a:ext cx="322350" cy="321900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  <a:gd name="connsiteX41" fmla="*/ 373273 h 605239"/>
                  <a:gd name="connsiteY41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606933" h="606087">
                    <a:moveTo>
                      <a:pt x="252903" y="492408"/>
                    </a:moveTo>
                    <a:lnTo>
                      <a:pt x="252903" y="517606"/>
                    </a:lnTo>
                    <a:lnTo>
                      <a:pt x="354056" y="517606"/>
                    </a:lnTo>
                    <a:lnTo>
                      <a:pt x="354056" y="492408"/>
                    </a:lnTo>
                    <a:close/>
                    <a:moveTo>
                      <a:pt x="252903" y="441820"/>
                    </a:moveTo>
                    <a:lnTo>
                      <a:pt x="252903" y="467114"/>
                    </a:lnTo>
                    <a:lnTo>
                      <a:pt x="354056" y="467114"/>
                    </a:lnTo>
                    <a:lnTo>
                      <a:pt x="354056" y="441820"/>
                    </a:lnTo>
                    <a:close/>
                    <a:moveTo>
                      <a:pt x="252903" y="391328"/>
                    </a:moveTo>
                    <a:lnTo>
                      <a:pt x="252903" y="416622"/>
                    </a:lnTo>
                    <a:lnTo>
                      <a:pt x="354056" y="416622"/>
                    </a:lnTo>
                    <a:lnTo>
                      <a:pt x="354056" y="391328"/>
                    </a:lnTo>
                    <a:close/>
                    <a:moveTo>
                      <a:pt x="240186" y="239852"/>
                    </a:moveTo>
                    <a:lnTo>
                      <a:pt x="366676" y="239852"/>
                    </a:lnTo>
                    <a:lnTo>
                      <a:pt x="366676" y="328237"/>
                    </a:lnTo>
                    <a:lnTo>
                      <a:pt x="417253" y="328237"/>
                    </a:lnTo>
                    <a:lnTo>
                      <a:pt x="417253" y="492408"/>
                    </a:lnTo>
                    <a:cubicBezTo>
                      <a:pt x="417253" y="555018"/>
                      <a:pt x="366195" y="606087"/>
                      <a:pt x="303479" y="606087"/>
                    </a:cubicBezTo>
                    <a:cubicBezTo>
                      <a:pt x="240764" y="606087"/>
                      <a:pt x="189609" y="555018"/>
                      <a:pt x="189609" y="492408"/>
                    </a:cubicBezTo>
                    <a:lnTo>
                      <a:pt x="189609" y="328237"/>
                    </a:lnTo>
                    <a:lnTo>
                      <a:pt x="240186" y="328237"/>
                    </a:lnTo>
                    <a:close/>
                    <a:moveTo>
                      <a:pt x="380417" y="0"/>
                    </a:moveTo>
                    <a:lnTo>
                      <a:pt x="381573" y="0"/>
                    </a:lnTo>
                    <a:cubicBezTo>
                      <a:pt x="457463" y="481"/>
                      <a:pt x="522856" y="61737"/>
                      <a:pt x="527383" y="136263"/>
                    </a:cubicBezTo>
                    <a:cubicBezTo>
                      <a:pt x="528346" y="153861"/>
                      <a:pt x="526227" y="171363"/>
                      <a:pt x="520930" y="187999"/>
                    </a:cubicBezTo>
                    <a:cubicBezTo>
                      <a:pt x="571010" y="199827"/>
                      <a:pt x="606933" y="243774"/>
                      <a:pt x="606933" y="296087"/>
                    </a:cubicBezTo>
                    <a:cubicBezTo>
                      <a:pt x="606933" y="327436"/>
                      <a:pt x="587672" y="373691"/>
                      <a:pt x="545585" y="400809"/>
                    </a:cubicBezTo>
                    <a:cubicBezTo>
                      <a:pt x="523434" y="415137"/>
                      <a:pt x="489052" y="427446"/>
                      <a:pt x="442535" y="417637"/>
                    </a:cubicBezTo>
                    <a:lnTo>
                      <a:pt x="442535" y="303010"/>
                    </a:lnTo>
                    <a:lnTo>
                      <a:pt x="391974" y="303010"/>
                    </a:lnTo>
                    <a:lnTo>
                      <a:pt x="391974" y="214636"/>
                    </a:lnTo>
                    <a:lnTo>
                      <a:pt x="214960" y="214636"/>
                    </a:lnTo>
                    <a:lnTo>
                      <a:pt x="214960" y="303010"/>
                    </a:lnTo>
                    <a:lnTo>
                      <a:pt x="164398" y="303010"/>
                    </a:lnTo>
                    <a:lnTo>
                      <a:pt x="164398" y="435812"/>
                    </a:lnTo>
                    <a:cubicBezTo>
                      <a:pt x="145811" y="432927"/>
                      <a:pt x="121445" y="423022"/>
                      <a:pt x="108347" y="402636"/>
                    </a:cubicBezTo>
                    <a:cubicBezTo>
                      <a:pt x="45265" y="400232"/>
                      <a:pt x="0" y="356093"/>
                      <a:pt x="0" y="296087"/>
                    </a:cubicBezTo>
                    <a:cubicBezTo>
                      <a:pt x="0" y="253294"/>
                      <a:pt x="25329" y="214348"/>
                      <a:pt x="63852" y="195885"/>
                    </a:cubicBezTo>
                    <a:cubicBezTo>
                      <a:pt x="60674" y="177517"/>
                      <a:pt x="62312" y="159343"/>
                      <a:pt x="68764" y="141552"/>
                    </a:cubicBezTo>
                    <a:cubicBezTo>
                      <a:pt x="83403" y="101548"/>
                      <a:pt x="120096" y="72988"/>
                      <a:pt x="162087" y="69045"/>
                    </a:cubicBezTo>
                    <a:cubicBezTo>
                      <a:pt x="191653" y="66160"/>
                      <a:pt x="220642" y="75007"/>
                      <a:pt x="242985" y="93086"/>
                    </a:cubicBezTo>
                    <a:cubicBezTo>
                      <a:pt x="264655" y="37888"/>
                      <a:pt x="319261" y="0"/>
                      <a:pt x="3804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4" name="Text6" descr="10988a55-d2c8-471e-adb6-b2b87e176b9e">
                <a:extLst>
                  <a:ext uri="{FF2B5EF4-FFF2-40B4-BE49-F238E27FC236}">
                    <a16:creationId xmlns:a16="http://schemas.microsoft.com/office/drawing/2014/main" id="{A0ABC5CB-15A5-45A3-B325-BE057D572E1D}"/>
                  </a:ext>
                </a:extLst>
              </p:cNvPr>
              <p:cNvSpPr txBox="1"/>
              <p:nvPr/>
            </p:nvSpPr>
            <p:spPr>
              <a:xfrm>
                <a:off x="8557645" y="5208507"/>
                <a:ext cx="2972491" cy="65829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rtl="1">
                  <a:lnSpc>
                    <a:spcPct val="120000"/>
                  </a:lnSpc>
                </a:pPr>
                <a:endParaRPr lang="en-US" dirty="0"/>
              </a:p>
            </p:txBody>
          </p:sp>
          <p:sp>
            <p:nvSpPr>
              <p:cNvPr id="15" name="Bullet6" descr="979bc9e1-0342-4cd0-b7c8-c330bc23ba3c">
                <a:extLst>
                  <a:ext uri="{FF2B5EF4-FFF2-40B4-BE49-F238E27FC236}">
                    <a16:creationId xmlns:a16="http://schemas.microsoft.com/office/drawing/2014/main" id="{AD35B038-26D9-4501-911D-4EA7AE533099}"/>
                  </a:ext>
                </a:extLst>
              </p:cNvPr>
              <p:cNvSpPr/>
              <p:nvPr/>
            </p:nvSpPr>
            <p:spPr>
              <a:xfrm>
                <a:off x="8557645" y="4679892"/>
                <a:ext cx="2972491" cy="467612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r>
                  <a:rPr lang="zh-CN" altLang="en-US" b="1" dirty="0"/>
                  <a:t>获奖情况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f9198ad-46ef-44fe-b808-3048209029d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电影简介</a:t>
            </a:r>
            <a:endParaRPr lang="en-US" dirty="0"/>
          </a:p>
        </p:txBody>
      </p:sp>
      <p:sp>
        <p:nvSpPr>
          <p:cNvPr id="25" name="文本占位符 24" descr="8d2fb86b-9385-4f81-9215-cfa24f028e7a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了解电影《寻梦环游记》的基本信息和核心主题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基本信息</a:t>
            </a:r>
            <a:endParaRPr lang="en-US" dirty="0"/>
          </a:p>
        </p:txBody>
      </p:sp>
      <p:grpSp>
        <p:nvGrpSpPr>
          <p:cNvPr id="125" name="c0c9f994-ab33-4806-a62e-dca94c11c79d.source.6.zh-Hans.pptx" descr="4a754f8b-2bea-4083-86f6-9c7d89073bfc">
            <a:extLst>
              <a:ext uri="{FF2B5EF4-FFF2-40B4-BE49-F238E27FC236}">
                <a16:creationId xmlns:a16="http://schemas.microsoft.com/office/drawing/2014/main" id="{92351BEF-B7CB-0936-C7B7-EA4DC1331C2E}"/>
              </a:ext>
            </a:extLst>
          </p:cNvPr>
          <p:cNvGrpSpPr/>
          <p:nvPr/>
        </p:nvGrpSpPr>
        <p:grpSpPr>
          <a:xfrm>
            <a:off x="660400" y="1130300"/>
            <a:ext cx="11210525" cy="5255237"/>
            <a:chOff x="660400" y="1130300"/>
            <a:chExt cx="11210525" cy="5255237"/>
          </a:xfrm>
        </p:grpSpPr>
        <p:sp>
          <p:nvSpPr>
            <p:cNvPr id="39" name="Title" descr="b46f7678-9148-4375-8d70-0014ef53f85c">
              <a:extLst>
                <a:ext uri="{FF2B5EF4-FFF2-40B4-BE49-F238E27FC236}">
                  <a16:creationId xmlns:a16="http://schemas.microsoft.com/office/drawing/2014/main" id="{A9B4DD15-73D7-6F18-25EE-FB84FF9FF6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130300"/>
              <a:ext cx="10858500" cy="7827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电影的基本概况</a:t>
              </a:r>
              <a:endParaRPr lang="en-US" dirty="0"/>
            </a:p>
          </p:txBody>
        </p:sp>
        <p:grpSp>
          <p:nvGrpSpPr>
            <p:cNvPr id="119" name="组合 118" descr="58ce86f4-2730-4a0f-86af-688d4bff3ac9">
              <a:extLst>
                <a:ext uri="{FF2B5EF4-FFF2-40B4-BE49-F238E27FC236}">
                  <a16:creationId xmlns:a16="http://schemas.microsoft.com/office/drawing/2014/main" id="{D469639A-9F01-4F68-9F53-639B239808EB}"/>
                </a:ext>
              </a:extLst>
            </p:cNvPr>
            <p:cNvGrpSpPr/>
            <p:nvPr/>
          </p:nvGrpSpPr>
          <p:grpSpPr>
            <a:xfrm>
              <a:off x="660400" y="2011678"/>
              <a:ext cx="3518493" cy="2028525"/>
              <a:chOff x="660400" y="2011678"/>
              <a:chExt cx="3518493" cy="2028525"/>
            </a:xfrm>
          </p:grpSpPr>
          <p:sp>
            <p:nvSpPr>
              <p:cNvPr id="34" name="Shape1" descr="47ad88a4-c17f-4574-949b-80c935a070b4">
                <a:extLst>
                  <a:ext uri="{FF2B5EF4-FFF2-40B4-BE49-F238E27FC236}">
                    <a16:creationId xmlns:a16="http://schemas.microsoft.com/office/drawing/2014/main" id="{E70FF248-28F5-2869-0F1E-ABF7EB32FF94}"/>
                  </a:ext>
                </a:extLst>
              </p:cNvPr>
              <p:cNvSpPr/>
              <p:nvPr/>
            </p:nvSpPr>
            <p:spPr>
              <a:xfrm>
                <a:off x="660400" y="2011678"/>
                <a:ext cx="3518493" cy="2028525"/>
              </a:xfrm>
              <a:custGeom>
                <a:avLst/>
                <a:gdLst>
                  <a:gd name="connsiteX0" fmla="*/ 108567 w 11893179"/>
                  <a:gd name="connsiteY0" fmla="*/ 5390271 h 6856802"/>
                  <a:gd name="connsiteX1" fmla="*/ 135625 w 11893179"/>
                  <a:gd name="connsiteY1" fmla="*/ 5400179 h 6856802"/>
                  <a:gd name="connsiteX2" fmla="*/ 401832 w 11893179"/>
                  <a:gd name="connsiteY2" fmla="*/ 5545787 h 6856802"/>
                  <a:gd name="connsiteX3" fmla="*/ 382936 w 11893179"/>
                  <a:gd name="connsiteY3" fmla="*/ 5615812 h 6856802"/>
                  <a:gd name="connsiteX4" fmla="*/ 84496 w 11893179"/>
                  <a:gd name="connsiteY4" fmla="*/ 5451309 h 6856802"/>
                  <a:gd name="connsiteX5" fmla="*/ 108567 w 11893179"/>
                  <a:gd name="connsiteY5" fmla="*/ 5390271 h 6856802"/>
                  <a:gd name="connsiteX6" fmla="*/ 45177 w 11893179"/>
                  <a:gd name="connsiteY6" fmla="*/ 5027582 h 6856802"/>
                  <a:gd name="connsiteX7" fmla="*/ 66157 w 11893179"/>
                  <a:gd name="connsiteY7" fmla="*/ 5045609 h 6856802"/>
                  <a:gd name="connsiteX8" fmla="*/ 675818 w 11893179"/>
                  <a:gd name="connsiteY8" fmla="*/ 5493546 h 6856802"/>
                  <a:gd name="connsiteX9" fmla="*/ 700828 w 11893179"/>
                  <a:gd name="connsiteY9" fmla="*/ 5538562 h 6856802"/>
                  <a:gd name="connsiteX10" fmla="*/ 656368 w 11893179"/>
                  <a:gd name="connsiteY10" fmla="*/ 5563571 h 6856802"/>
                  <a:gd name="connsiteX11" fmla="*/ 3912 w 11893179"/>
                  <a:gd name="connsiteY11" fmla="*/ 5082289 h 6856802"/>
                  <a:gd name="connsiteX12" fmla="*/ 45177 w 11893179"/>
                  <a:gd name="connsiteY12" fmla="*/ 5027582 h 6856802"/>
                  <a:gd name="connsiteX13" fmla="*/ 11856609 w 11893179"/>
                  <a:gd name="connsiteY13" fmla="*/ 3028223 h 6856802"/>
                  <a:gd name="connsiteX14" fmla="*/ 11893150 w 11893179"/>
                  <a:gd name="connsiteY14" fmla="*/ 3063236 h 6856802"/>
                  <a:gd name="connsiteX15" fmla="*/ 11703637 w 11893179"/>
                  <a:gd name="connsiteY15" fmla="*/ 3615655 h 6856802"/>
                  <a:gd name="connsiteX16" fmla="*/ 11652508 w 11893179"/>
                  <a:gd name="connsiteY16" fmla="*/ 3564525 h 6856802"/>
                  <a:gd name="connsiteX17" fmla="*/ 11820902 w 11893179"/>
                  <a:gd name="connsiteY17" fmla="*/ 3063236 h 6856802"/>
                  <a:gd name="connsiteX18" fmla="*/ 11856609 w 11893179"/>
                  <a:gd name="connsiteY18" fmla="*/ 3028223 h 6856802"/>
                  <a:gd name="connsiteX19" fmla="*/ 11611799 w 11893179"/>
                  <a:gd name="connsiteY19" fmla="*/ 2272467 h 6856802"/>
                  <a:gd name="connsiteX20" fmla="*/ 11633613 w 11893179"/>
                  <a:gd name="connsiteY20" fmla="*/ 2289071 h 6856802"/>
                  <a:gd name="connsiteX21" fmla="*/ 11718087 w 11893179"/>
                  <a:gd name="connsiteY21" fmla="*/ 2567503 h 6856802"/>
                  <a:gd name="connsiteX22" fmla="*/ 11538023 w 11893179"/>
                  <a:gd name="connsiteY22" fmla="*/ 3547297 h 6856802"/>
                  <a:gd name="connsiteX23" fmla="*/ 11475778 w 11893179"/>
                  <a:gd name="connsiteY23" fmla="*/ 3510617 h 6856802"/>
                  <a:gd name="connsiteX24" fmla="*/ 11594154 w 11893179"/>
                  <a:gd name="connsiteY24" fmla="*/ 3265530 h 6856802"/>
                  <a:gd name="connsiteX25" fmla="*/ 11571369 w 11893179"/>
                  <a:gd name="connsiteY25" fmla="*/ 2325750 h 6856802"/>
                  <a:gd name="connsiteX26" fmla="*/ 11584150 w 11893179"/>
                  <a:gd name="connsiteY26" fmla="*/ 2276288 h 6856802"/>
                  <a:gd name="connsiteX27" fmla="*/ 11611799 w 11893179"/>
                  <a:gd name="connsiteY27" fmla="*/ 2272467 h 6856802"/>
                  <a:gd name="connsiteX28" fmla="*/ 11139547 w 11893179"/>
                  <a:gd name="connsiteY28" fmla="*/ 1068636 h 6856802"/>
                  <a:gd name="connsiteX29" fmla="*/ 11140103 w 11893179"/>
                  <a:gd name="connsiteY29" fmla="*/ 1081418 h 6856802"/>
                  <a:gd name="connsiteX30" fmla="*/ 11140659 w 11893179"/>
                  <a:gd name="connsiteY30" fmla="*/ 1078639 h 6856802"/>
                  <a:gd name="connsiteX31" fmla="*/ 11139547 w 11893179"/>
                  <a:gd name="connsiteY31" fmla="*/ 1068636 h 6856802"/>
                  <a:gd name="connsiteX32" fmla="*/ 3219224 w 11893179"/>
                  <a:gd name="connsiteY32" fmla="*/ 338 h 6856802"/>
                  <a:gd name="connsiteX33" fmla="*/ 3551287 w 11893179"/>
                  <a:gd name="connsiteY33" fmla="*/ 33822 h 6856802"/>
                  <a:gd name="connsiteX34" fmla="*/ 4034237 w 11893179"/>
                  <a:gd name="connsiteY34" fmla="*/ 321703 h 6856802"/>
                  <a:gd name="connsiteX35" fmla="*/ 4092035 w 11893179"/>
                  <a:gd name="connsiteY35" fmla="*/ 397285 h 6856802"/>
                  <a:gd name="connsiteX36" fmla="*/ 4422153 w 11893179"/>
                  <a:gd name="connsiteY36" fmla="*/ 468978 h 6856802"/>
                  <a:gd name="connsiteX37" fmla="*/ 4867868 w 11893179"/>
                  <a:gd name="connsiteY37" fmla="*/ 290581 h 6856802"/>
                  <a:gd name="connsiteX38" fmla="*/ 5730953 w 11893179"/>
                  <a:gd name="connsiteY38" fmla="*/ 635148 h 6856802"/>
                  <a:gd name="connsiteX39" fmla="*/ 7516034 w 11893179"/>
                  <a:gd name="connsiteY39" fmla="*/ 413958 h 6856802"/>
                  <a:gd name="connsiteX40" fmla="*/ 7886721 w 11893179"/>
                  <a:gd name="connsiteY40" fmla="*/ 449526 h 6856802"/>
                  <a:gd name="connsiteX41" fmla="*/ 9147171 w 11893179"/>
                  <a:gd name="connsiteY41" fmla="*/ 416737 h 6856802"/>
                  <a:gd name="connsiteX42" fmla="*/ 9334459 w 11893179"/>
                  <a:gd name="connsiteY42" fmla="*/ 651821 h 6856802"/>
                  <a:gd name="connsiteX43" fmla="*/ 9450612 w 11893179"/>
                  <a:gd name="connsiteY43" fmla="*/ 680720 h 6856802"/>
                  <a:gd name="connsiteX44" fmla="*/ 11229579 w 11893179"/>
                  <a:gd name="connsiteY44" fmla="*/ 1103092 h 6856802"/>
                  <a:gd name="connsiteX45" fmla="*/ 11145105 w 11893179"/>
                  <a:gd name="connsiteY45" fmla="*/ 1884482 h 6856802"/>
                  <a:gd name="connsiteX46" fmla="*/ 11270149 w 11893179"/>
                  <a:gd name="connsiteY46" fmla="*/ 2197927 h 6856802"/>
                  <a:gd name="connsiteX47" fmla="*/ 11566366 w 11893179"/>
                  <a:gd name="connsiteY47" fmla="*/ 2921519 h 6856802"/>
                  <a:gd name="connsiteX48" fmla="*/ 11389081 w 11893179"/>
                  <a:gd name="connsiteY48" fmla="*/ 3470047 h 6856802"/>
                  <a:gd name="connsiteX49" fmla="*/ 11339063 w 11893179"/>
                  <a:gd name="connsiteY49" fmla="*/ 3895755 h 6856802"/>
                  <a:gd name="connsiteX50" fmla="*/ 11331282 w 11893179"/>
                  <a:gd name="connsiteY50" fmla="*/ 4703821 h 6856802"/>
                  <a:gd name="connsiteX51" fmla="*/ 10990605 w 11893179"/>
                  <a:gd name="connsiteY51" fmla="*/ 5179546 h 6856802"/>
                  <a:gd name="connsiteX52" fmla="*/ 10754965 w 11893179"/>
                  <a:gd name="connsiteY52" fmla="*/ 5465759 h 6856802"/>
                  <a:gd name="connsiteX53" fmla="*/ 10764969 w 11893179"/>
                  <a:gd name="connsiteY53" fmla="*/ 5581355 h 6856802"/>
                  <a:gd name="connsiteX54" fmla="*/ 10716063 w 11893179"/>
                  <a:gd name="connsiteY54" fmla="*/ 5939817 h 6856802"/>
                  <a:gd name="connsiteX55" fmla="*/ 10653263 w 11893179"/>
                  <a:gd name="connsiteY55" fmla="*/ 6110433 h 6856802"/>
                  <a:gd name="connsiteX56" fmla="*/ 10423736 w 11893179"/>
                  <a:gd name="connsiteY56" fmla="*/ 6494459 h 6856802"/>
                  <a:gd name="connsiteX57" fmla="*/ 9794068 w 11893179"/>
                  <a:gd name="connsiteY57" fmla="*/ 6837359 h 6856802"/>
                  <a:gd name="connsiteX58" fmla="*/ 8700900 w 11893179"/>
                  <a:gd name="connsiteY58" fmla="*/ 6440551 h 6856802"/>
                  <a:gd name="connsiteX59" fmla="*/ 8324655 w 11893179"/>
                  <a:gd name="connsiteY59" fmla="*/ 6515022 h 6856802"/>
                  <a:gd name="connsiteX60" fmla="*/ 7882831 w 11893179"/>
                  <a:gd name="connsiteY60" fmla="*/ 6580045 h 6856802"/>
                  <a:gd name="connsiteX61" fmla="*/ 7667199 w 11893179"/>
                  <a:gd name="connsiteY61" fmla="*/ 6508908 h 6856802"/>
                  <a:gd name="connsiteX62" fmla="*/ 7422667 w 11893179"/>
                  <a:gd name="connsiteY62" fmla="*/ 6441662 h 6856802"/>
                  <a:gd name="connsiteX63" fmla="*/ 6960836 w 11893179"/>
                  <a:gd name="connsiteY63" fmla="*/ 6678413 h 6856802"/>
                  <a:gd name="connsiteX64" fmla="*/ 6136097 w 11893179"/>
                  <a:gd name="connsiteY64" fmla="*/ 6796789 h 6856802"/>
                  <a:gd name="connsiteX65" fmla="*/ 6069962 w 11893179"/>
                  <a:gd name="connsiteY65" fmla="*/ 6792342 h 6856802"/>
                  <a:gd name="connsiteX66" fmla="*/ 4960678 w 11893179"/>
                  <a:gd name="connsiteY66" fmla="*/ 6154893 h 6856802"/>
                  <a:gd name="connsiteX67" fmla="*/ 4533860 w 11893179"/>
                  <a:gd name="connsiteY67" fmla="*/ 6352741 h 6856802"/>
                  <a:gd name="connsiteX68" fmla="*/ 3572406 w 11893179"/>
                  <a:gd name="connsiteY68" fmla="*/ 6553925 h 6856802"/>
                  <a:gd name="connsiteX69" fmla="*/ 3147254 w 11893179"/>
                  <a:gd name="connsiteY69" fmla="*/ 6329400 h 6856802"/>
                  <a:gd name="connsiteX70" fmla="*/ 2905501 w 11893179"/>
                  <a:gd name="connsiteY70" fmla="*/ 6104875 h 6856802"/>
                  <a:gd name="connsiteX71" fmla="*/ 2686534 w 11893179"/>
                  <a:gd name="connsiteY71" fmla="*/ 6183237 h 6856802"/>
                  <a:gd name="connsiteX72" fmla="*/ 2268052 w 11893179"/>
                  <a:gd name="connsiteY72" fmla="*/ 6387199 h 6856802"/>
                  <a:gd name="connsiteX73" fmla="*/ 1222123 w 11893179"/>
                  <a:gd name="connsiteY73" fmla="*/ 6147668 h 6856802"/>
                  <a:gd name="connsiteX74" fmla="*/ 928686 w 11893179"/>
                  <a:gd name="connsiteY74" fmla="*/ 5647490 h 6856802"/>
                  <a:gd name="connsiteX75" fmla="*/ 834763 w 11893179"/>
                  <a:gd name="connsiteY75" fmla="*/ 5336268 h 6856802"/>
                  <a:gd name="connsiteX76" fmla="*/ 202871 w 11893179"/>
                  <a:gd name="connsiteY76" fmla="*/ 4537095 h 6856802"/>
                  <a:gd name="connsiteX77" fmla="*/ 715832 w 11893179"/>
                  <a:gd name="connsiteY77" fmla="*/ 3857407 h 6856802"/>
                  <a:gd name="connsiteX78" fmla="*/ 220100 w 11893179"/>
                  <a:gd name="connsiteY78" fmla="*/ 3113809 h 6856802"/>
                  <a:gd name="connsiteX79" fmla="*/ 669704 w 11893179"/>
                  <a:gd name="connsiteY79" fmla="*/ 2276844 h 6856802"/>
                  <a:gd name="connsiteX80" fmla="*/ 1109861 w 11893179"/>
                  <a:gd name="connsiteY80" fmla="*/ 2100670 h 6856802"/>
                  <a:gd name="connsiteX81" fmla="*/ 1148208 w 11893179"/>
                  <a:gd name="connsiteY81" fmla="*/ 2072327 h 6856802"/>
                  <a:gd name="connsiteX82" fmla="*/ 1119309 w 11893179"/>
                  <a:gd name="connsiteY82" fmla="*/ 1761661 h 6856802"/>
                  <a:gd name="connsiteX83" fmla="*/ 1497777 w 11893179"/>
                  <a:gd name="connsiteY83" fmla="*/ 1257592 h 6856802"/>
                  <a:gd name="connsiteX84" fmla="*/ 1491664 w 11893179"/>
                  <a:gd name="connsiteY84" fmla="*/ 1235362 h 6856802"/>
                  <a:gd name="connsiteX85" fmla="*/ 1628379 w 11893179"/>
                  <a:gd name="connsiteY85" fmla="*/ 602914 h 6856802"/>
                  <a:gd name="connsiteX86" fmla="*/ 2885494 w 11893179"/>
                  <a:gd name="connsiteY86" fmla="*/ 17706 h 6856802"/>
                  <a:gd name="connsiteX87" fmla="*/ 3219224 w 11893179"/>
                  <a:gd name="connsiteY87" fmla="*/ 338 h 6856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11893179" h="6856802">
                    <a:moveTo>
                      <a:pt x="108567" y="5390271"/>
                    </a:moveTo>
                    <a:cubicBezTo>
                      <a:pt x="117598" y="5389481"/>
                      <a:pt x="127150" y="5392260"/>
                      <a:pt x="135625" y="5400179"/>
                    </a:cubicBezTo>
                    <a:cubicBezTo>
                      <a:pt x="210653" y="5470760"/>
                      <a:pt x="301797" y="5520222"/>
                      <a:pt x="401832" y="5545787"/>
                    </a:cubicBezTo>
                    <a:cubicBezTo>
                      <a:pt x="446847" y="5556902"/>
                      <a:pt x="427397" y="5626927"/>
                      <a:pt x="382936" y="5615812"/>
                    </a:cubicBezTo>
                    <a:cubicBezTo>
                      <a:pt x="270674" y="5587468"/>
                      <a:pt x="168416" y="5530781"/>
                      <a:pt x="84496" y="5451309"/>
                    </a:cubicBezTo>
                    <a:cubicBezTo>
                      <a:pt x="59071" y="5427134"/>
                      <a:pt x="81474" y="5392642"/>
                      <a:pt x="108567" y="5390271"/>
                    </a:cubicBezTo>
                    <a:close/>
                    <a:moveTo>
                      <a:pt x="45177" y="5027582"/>
                    </a:moveTo>
                    <a:cubicBezTo>
                      <a:pt x="53514" y="5029423"/>
                      <a:pt x="61155" y="5035050"/>
                      <a:pt x="66157" y="5045609"/>
                    </a:cubicBezTo>
                    <a:cubicBezTo>
                      <a:pt x="180087" y="5286250"/>
                      <a:pt x="412392" y="5456867"/>
                      <a:pt x="675818" y="5493546"/>
                    </a:cubicBezTo>
                    <a:cubicBezTo>
                      <a:pt x="695271" y="5496325"/>
                      <a:pt x="705830" y="5520779"/>
                      <a:pt x="700828" y="5538562"/>
                    </a:cubicBezTo>
                    <a:cubicBezTo>
                      <a:pt x="694715" y="5558570"/>
                      <a:pt x="675818" y="5566350"/>
                      <a:pt x="656368" y="5563571"/>
                    </a:cubicBezTo>
                    <a:cubicBezTo>
                      <a:pt x="376824" y="5524113"/>
                      <a:pt x="124511" y="5337380"/>
                      <a:pt x="3912" y="5082289"/>
                    </a:cubicBezTo>
                    <a:cubicBezTo>
                      <a:pt x="-11093" y="5050611"/>
                      <a:pt x="20168" y="5022059"/>
                      <a:pt x="45177" y="5027582"/>
                    </a:cubicBezTo>
                    <a:close/>
                    <a:moveTo>
                      <a:pt x="11856609" y="3028223"/>
                    </a:moveTo>
                    <a:cubicBezTo>
                      <a:pt x="11874671" y="3028223"/>
                      <a:pt x="11892872" y="3039894"/>
                      <a:pt x="11893150" y="3063236"/>
                    </a:cubicBezTo>
                    <a:cubicBezTo>
                      <a:pt x="11894817" y="3263863"/>
                      <a:pt x="11826459" y="3457821"/>
                      <a:pt x="11703637" y="3615655"/>
                    </a:cubicBezTo>
                    <a:cubicBezTo>
                      <a:pt x="11675295" y="3652334"/>
                      <a:pt x="11624166" y="3600649"/>
                      <a:pt x="11652508" y="3564525"/>
                    </a:cubicBezTo>
                    <a:cubicBezTo>
                      <a:pt x="11763104" y="3422252"/>
                      <a:pt x="11822013" y="3243300"/>
                      <a:pt x="11820902" y="3063236"/>
                    </a:cubicBezTo>
                    <a:cubicBezTo>
                      <a:pt x="11820624" y="3039894"/>
                      <a:pt x="11838547" y="3028223"/>
                      <a:pt x="11856609" y="3028223"/>
                    </a:cubicBezTo>
                    <a:close/>
                    <a:moveTo>
                      <a:pt x="11611799" y="2272467"/>
                    </a:moveTo>
                    <a:cubicBezTo>
                      <a:pt x="11621246" y="2274482"/>
                      <a:pt x="11629722" y="2279901"/>
                      <a:pt x="11633613" y="2289071"/>
                    </a:cubicBezTo>
                    <a:cubicBezTo>
                      <a:pt x="11671404" y="2379103"/>
                      <a:pt x="11700303" y="2471358"/>
                      <a:pt x="11718087" y="2567503"/>
                    </a:cubicBezTo>
                    <a:cubicBezTo>
                      <a:pt x="11780331" y="2902623"/>
                      <a:pt x="11718087" y="3257749"/>
                      <a:pt x="11538023" y="3547297"/>
                    </a:cubicBezTo>
                    <a:cubicBezTo>
                      <a:pt x="11513569" y="3586756"/>
                      <a:pt x="11451325" y="3550076"/>
                      <a:pt x="11475778" y="3510617"/>
                    </a:cubicBezTo>
                    <a:cubicBezTo>
                      <a:pt x="11523573" y="3433367"/>
                      <a:pt x="11563587" y="3351671"/>
                      <a:pt x="11594154" y="3265530"/>
                    </a:cubicBezTo>
                    <a:cubicBezTo>
                      <a:pt x="11700858" y="2963755"/>
                      <a:pt x="11696413" y="2621411"/>
                      <a:pt x="11571369" y="2325750"/>
                    </a:cubicBezTo>
                    <a:cubicBezTo>
                      <a:pt x="11563587" y="2307966"/>
                      <a:pt x="11565255" y="2286848"/>
                      <a:pt x="11584150" y="2276288"/>
                    </a:cubicBezTo>
                    <a:cubicBezTo>
                      <a:pt x="11591930" y="2271842"/>
                      <a:pt x="11602351" y="2270453"/>
                      <a:pt x="11611799" y="2272467"/>
                    </a:cubicBezTo>
                    <a:close/>
                    <a:moveTo>
                      <a:pt x="11139547" y="1068636"/>
                    </a:moveTo>
                    <a:cubicBezTo>
                      <a:pt x="11140103" y="1073082"/>
                      <a:pt x="11140103" y="1076972"/>
                      <a:pt x="11140103" y="1081418"/>
                    </a:cubicBezTo>
                    <a:cubicBezTo>
                      <a:pt x="11140659" y="1080307"/>
                      <a:pt x="11140659" y="1079751"/>
                      <a:pt x="11140659" y="1078639"/>
                    </a:cubicBezTo>
                    <a:cubicBezTo>
                      <a:pt x="11141214" y="1075305"/>
                      <a:pt x="11140659" y="1071415"/>
                      <a:pt x="11139547" y="1068636"/>
                    </a:cubicBezTo>
                    <a:close/>
                    <a:moveTo>
                      <a:pt x="3219224" y="338"/>
                    </a:moveTo>
                    <a:cubicBezTo>
                      <a:pt x="3330653" y="2283"/>
                      <a:pt x="3441804" y="12703"/>
                      <a:pt x="3551287" y="33822"/>
                    </a:cubicBezTo>
                    <a:cubicBezTo>
                      <a:pt x="3745245" y="70502"/>
                      <a:pt x="3906969" y="170538"/>
                      <a:pt x="4034237" y="321703"/>
                    </a:cubicBezTo>
                    <a:cubicBezTo>
                      <a:pt x="4054244" y="346156"/>
                      <a:pt x="4073695" y="371165"/>
                      <a:pt x="4092035" y="397285"/>
                    </a:cubicBezTo>
                    <a:cubicBezTo>
                      <a:pt x="4223193" y="625700"/>
                      <a:pt x="4201519" y="582907"/>
                      <a:pt x="4422153" y="468978"/>
                    </a:cubicBezTo>
                    <a:cubicBezTo>
                      <a:pt x="4563870" y="395618"/>
                      <a:pt x="4707810" y="315590"/>
                      <a:pt x="4867868" y="290581"/>
                    </a:cubicBezTo>
                    <a:cubicBezTo>
                      <a:pt x="5189093" y="246676"/>
                      <a:pt x="5567006" y="332818"/>
                      <a:pt x="5730953" y="635148"/>
                    </a:cubicBezTo>
                    <a:cubicBezTo>
                      <a:pt x="6413418" y="310032"/>
                      <a:pt x="6759097" y="-38981"/>
                      <a:pt x="7516034" y="413958"/>
                    </a:cubicBezTo>
                    <a:cubicBezTo>
                      <a:pt x="7692763" y="555675"/>
                      <a:pt x="7685539" y="513994"/>
                      <a:pt x="7886721" y="449526"/>
                    </a:cubicBezTo>
                    <a:cubicBezTo>
                      <a:pt x="8279083" y="317813"/>
                      <a:pt x="8769258" y="180541"/>
                      <a:pt x="9147171" y="416737"/>
                    </a:cubicBezTo>
                    <a:cubicBezTo>
                      <a:pt x="9241649" y="473979"/>
                      <a:pt x="9293333" y="582907"/>
                      <a:pt x="9334459" y="651821"/>
                    </a:cubicBezTo>
                    <a:cubicBezTo>
                      <a:pt x="9372806" y="661824"/>
                      <a:pt x="9411709" y="671272"/>
                      <a:pt x="9450612" y="680720"/>
                    </a:cubicBezTo>
                    <a:cubicBezTo>
                      <a:pt x="10133078" y="148308"/>
                      <a:pt x="11174004" y="-53987"/>
                      <a:pt x="11229579" y="1103092"/>
                    </a:cubicBezTo>
                    <a:cubicBezTo>
                      <a:pt x="11243473" y="1366520"/>
                      <a:pt x="11202347" y="1628280"/>
                      <a:pt x="11145105" y="1884482"/>
                    </a:cubicBezTo>
                    <a:cubicBezTo>
                      <a:pt x="11092864" y="2094557"/>
                      <a:pt x="11081193" y="2087888"/>
                      <a:pt x="11270149" y="2197927"/>
                    </a:cubicBezTo>
                    <a:cubicBezTo>
                      <a:pt x="11496897" y="2361319"/>
                      <a:pt x="11595821" y="2651422"/>
                      <a:pt x="11566366" y="2921519"/>
                    </a:cubicBezTo>
                    <a:cubicBezTo>
                      <a:pt x="11549138" y="3114365"/>
                      <a:pt x="11476334" y="3297764"/>
                      <a:pt x="11389081" y="3470047"/>
                    </a:cubicBezTo>
                    <a:cubicBezTo>
                      <a:pt x="11290712" y="3676788"/>
                      <a:pt x="11209017" y="3672342"/>
                      <a:pt x="11339063" y="3895755"/>
                    </a:cubicBezTo>
                    <a:cubicBezTo>
                      <a:pt x="11446324" y="4152513"/>
                      <a:pt x="11441877" y="4449285"/>
                      <a:pt x="11331282" y="4703821"/>
                    </a:cubicBezTo>
                    <a:cubicBezTo>
                      <a:pt x="11254032" y="4884441"/>
                      <a:pt x="11127320" y="5039496"/>
                      <a:pt x="10990605" y="5179546"/>
                    </a:cubicBezTo>
                    <a:cubicBezTo>
                      <a:pt x="10926138" y="5264020"/>
                      <a:pt x="10753854" y="5365723"/>
                      <a:pt x="10754965" y="5465759"/>
                    </a:cubicBezTo>
                    <a:cubicBezTo>
                      <a:pt x="10757744" y="5504106"/>
                      <a:pt x="10761635" y="5542453"/>
                      <a:pt x="10764969" y="5581355"/>
                    </a:cubicBezTo>
                    <a:cubicBezTo>
                      <a:pt x="10774973" y="5703065"/>
                      <a:pt x="10758300" y="5825331"/>
                      <a:pt x="10716063" y="5939817"/>
                    </a:cubicBezTo>
                    <a:lnTo>
                      <a:pt x="10653263" y="6110433"/>
                    </a:lnTo>
                    <a:cubicBezTo>
                      <a:pt x="10601578" y="6251595"/>
                      <a:pt x="10524328" y="6382197"/>
                      <a:pt x="10423736" y="6494459"/>
                    </a:cubicBezTo>
                    <a:cubicBezTo>
                      <a:pt x="10259233" y="6677302"/>
                      <a:pt x="10048603" y="6811238"/>
                      <a:pt x="9794068" y="6837359"/>
                    </a:cubicBezTo>
                    <a:cubicBezTo>
                      <a:pt x="9301670" y="6913497"/>
                      <a:pt x="9043800" y="6762888"/>
                      <a:pt x="8700900" y="6440551"/>
                    </a:cubicBezTo>
                    <a:cubicBezTo>
                      <a:pt x="8571966" y="6430547"/>
                      <a:pt x="8448588" y="6472784"/>
                      <a:pt x="8324655" y="6515022"/>
                    </a:cubicBezTo>
                    <a:cubicBezTo>
                      <a:pt x="8180715" y="6564483"/>
                      <a:pt x="8036219" y="6613390"/>
                      <a:pt x="7882831" y="6580045"/>
                    </a:cubicBezTo>
                    <a:cubicBezTo>
                      <a:pt x="7811139" y="6576710"/>
                      <a:pt x="7737780" y="6542810"/>
                      <a:pt x="7667199" y="6508908"/>
                    </a:cubicBezTo>
                    <a:cubicBezTo>
                      <a:pt x="7579946" y="6466671"/>
                      <a:pt x="7496027" y="6424989"/>
                      <a:pt x="7422667" y="6441662"/>
                    </a:cubicBezTo>
                    <a:cubicBezTo>
                      <a:pt x="7257053" y="6501684"/>
                      <a:pt x="7125339" y="6617836"/>
                      <a:pt x="6960836" y="6678413"/>
                    </a:cubicBezTo>
                    <a:cubicBezTo>
                      <a:pt x="6702410" y="6786229"/>
                      <a:pt x="6415086" y="6812906"/>
                      <a:pt x="6136097" y="6796789"/>
                    </a:cubicBezTo>
                    <a:cubicBezTo>
                      <a:pt x="6113867" y="6795678"/>
                      <a:pt x="6092193" y="6794010"/>
                      <a:pt x="6069962" y="6792342"/>
                    </a:cubicBezTo>
                    <a:cubicBezTo>
                      <a:pt x="5601463" y="6744548"/>
                      <a:pt x="5244113" y="6518912"/>
                      <a:pt x="4960678" y="6154893"/>
                    </a:cubicBezTo>
                    <a:cubicBezTo>
                      <a:pt x="4899545" y="6083201"/>
                      <a:pt x="4621113" y="6324398"/>
                      <a:pt x="4533860" y="6352741"/>
                    </a:cubicBezTo>
                    <a:cubicBezTo>
                      <a:pt x="4243756" y="6506686"/>
                      <a:pt x="3904191" y="6637843"/>
                      <a:pt x="3572406" y="6553925"/>
                    </a:cubicBezTo>
                    <a:cubicBezTo>
                      <a:pt x="3415683" y="6513354"/>
                      <a:pt x="3269520" y="6434993"/>
                      <a:pt x="3147254" y="6329400"/>
                    </a:cubicBezTo>
                    <a:cubicBezTo>
                      <a:pt x="3059445" y="6263821"/>
                      <a:pt x="3002203" y="6156005"/>
                      <a:pt x="2905501" y="6104875"/>
                    </a:cubicBezTo>
                    <a:cubicBezTo>
                      <a:pt x="2824917" y="6093760"/>
                      <a:pt x="2753781" y="6147668"/>
                      <a:pt x="2686534" y="6183237"/>
                    </a:cubicBezTo>
                    <a:cubicBezTo>
                      <a:pt x="2553709" y="6263821"/>
                      <a:pt x="2416438" y="6338848"/>
                      <a:pt x="2268052" y="6387199"/>
                    </a:cubicBezTo>
                    <a:cubicBezTo>
                      <a:pt x="1912370" y="6512799"/>
                      <a:pt x="1492220" y="6402204"/>
                      <a:pt x="1222123" y="6147668"/>
                    </a:cubicBezTo>
                    <a:cubicBezTo>
                      <a:pt x="1086520" y="6007619"/>
                      <a:pt x="987595" y="5832001"/>
                      <a:pt x="928686" y="5647490"/>
                    </a:cubicBezTo>
                    <a:cubicBezTo>
                      <a:pt x="892006" y="5583023"/>
                      <a:pt x="896452" y="5345160"/>
                      <a:pt x="834763" y="5336268"/>
                    </a:cubicBezTo>
                    <a:cubicBezTo>
                      <a:pt x="345144" y="5399068"/>
                      <a:pt x="86163" y="4976140"/>
                      <a:pt x="202871" y="4537095"/>
                    </a:cubicBezTo>
                    <a:cubicBezTo>
                      <a:pt x="269562" y="4248658"/>
                      <a:pt x="515761" y="4058035"/>
                      <a:pt x="715832" y="3857407"/>
                    </a:cubicBezTo>
                    <a:cubicBezTo>
                      <a:pt x="396829" y="3725694"/>
                      <a:pt x="256779" y="3440037"/>
                      <a:pt x="220100" y="3113809"/>
                    </a:cubicBezTo>
                    <a:cubicBezTo>
                      <a:pt x="165636" y="2773132"/>
                      <a:pt x="406833" y="2467468"/>
                      <a:pt x="669704" y="2276844"/>
                    </a:cubicBezTo>
                    <a:cubicBezTo>
                      <a:pt x="799751" y="2177364"/>
                      <a:pt x="955917" y="2141240"/>
                      <a:pt x="1109861" y="2100670"/>
                    </a:cubicBezTo>
                    <a:cubicBezTo>
                      <a:pt x="1123755" y="2090111"/>
                      <a:pt x="1137093" y="2080663"/>
                      <a:pt x="1148208" y="2072327"/>
                    </a:cubicBezTo>
                    <a:cubicBezTo>
                      <a:pt x="1168215" y="1997856"/>
                      <a:pt x="1099302" y="1848358"/>
                      <a:pt x="1119309" y="1761661"/>
                    </a:cubicBezTo>
                    <a:cubicBezTo>
                      <a:pt x="1143762" y="1548251"/>
                      <a:pt x="1286591" y="1326505"/>
                      <a:pt x="1497777" y="1257592"/>
                    </a:cubicBezTo>
                    <a:cubicBezTo>
                      <a:pt x="1495554" y="1249811"/>
                      <a:pt x="1493887" y="1242587"/>
                      <a:pt x="1491664" y="1235362"/>
                    </a:cubicBezTo>
                    <a:cubicBezTo>
                      <a:pt x="1447759" y="1015839"/>
                      <a:pt x="1500000" y="785757"/>
                      <a:pt x="1628379" y="602914"/>
                    </a:cubicBezTo>
                    <a:cubicBezTo>
                      <a:pt x="1914037" y="218888"/>
                      <a:pt x="2426442" y="69391"/>
                      <a:pt x="2885494" y="17706"/>
                    </a:cubicBezTo>
                    <a:cubicBezTo>
                      <a:pt x="2996089" y="4923"/>
                      <a:pt x="3107796" y="-1607"/>
                      <a:pt x="3219224" y="338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55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Bullet1" descr="f24c32d5-6597-4811-abba-0c8e6dd9a26b">
                <a:extLst>
                  <a:ext uri="{FF2B5EF4-FFF2-40B4-BE49-F238E27FC236}">
                    <a16:creationId xmlns:a16="http://schemas.microsoft.com/office/drawing/2014/main" id="{D556B3E5-18A0-7263-868A-56648B007F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12425" y="2263115"/>
                <a:ext cx="2814443" cy="66897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电影名称</a:t>
                </a:r>
                <a:endParaRPr lang="en-US" dirty="0"/>
              </a:p>
            </p:txBody>
          </p:sp>
          <p:sp>
            <p:nvSpPr>
              <p:cNvPr id="38" name="Text1" descr="705a40b0-8715-446c-90d0-b9f730ea7a13">
                <a:extLst>
                  <a:ext uri="{FF2B5EF4-FFF2-40B4-BE49-F238E27FC236}">
                    <a16:creationId xmlns:a16="http://schemas.microsoft.com/office/drawing/2014/main" id="{3B406262-13E2-D453-08F4-B33B727138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2425" y="2932090"/>
                <a:ext cx="2814443" cy="85667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《寻梦环游记》（Coco）是一部由皮克斯动画工作室制作、华特·迪士尼电影工作室发行的动画电影。</a:t>
                </a:r>
                <a:endParaRPr lang="en-US" dirty="0"/>
              </a:p>
            </p:txBody>
          </p:sp>
        </p:grpSp>
        <p:grpSp>
          <p:nvGrpSpPr>
            <p:cNvPr id="120" name="组合 119" descr="329e9169-8db7-4e0d-b173-033cdcf0741b">
              <a:extLst>
                <a:ext uri="{FF2B5EF4-FFF2-40B4-BE49-F238E27FC236}">
                  <a16:creationId xmlns:a16="http://schemas.microsoft.com/office/drawing/2014/main" id="{6978F571-C4C0-40CE-EB60-6C66AF081806}"/>
                </a:ext>
              </a:extLst>
            </p:cNvPr>
            <p:cNvGrpSpPr/>
            <p:nvPr/>
          </p:nvGrpSpPr>
          <p:grpSpPr>
            <a:xfrm>
              <a:off x="4330404" y="2011678"/>
              <a:ext cx="3518493" cy="2028525"/>
              <a:chOff x="4330404" y="2011678"/>
              <a:chExt cx="3518493" cy="2028525"/>
            </a:xfrm>
          </p:grpSpPr>
          <p:sp>
            <p:nvSpPr>
              <p:cNvPr id="44" name="Shape2" descr="e580a785-3112-4c99-be28-0b1fe1ca679c">
                <a:extLst>
                  <a:ext uri="{FF2B5EF4-FFF2-40B4-BE49-F238E27FC236}">
                    <a16:creationId xmlns:a16="http://schemas.microsoft.com/office/drawing/2014/main" id="{944AAF36-45F0-C1B2-DF4C-D0B0CE976DF7}"/>
                  </a:ext>
                </a:extLst>
              </p:cNvPr>
              <p:cNvSpPr/>
              <p:nvPr/>
            </p:nvSpPr>
            <p:spPr>
              <a:xfrm>
                <a:off x="4330404" y="2011678"/>
                <a:ext cx="3518493" cy="2028525"/>
              </a:xfrm>
              <a:custGeom>
                <a:avLst/>
                <a:gdLst>
                  <a:gd name="connsiteX0" fmla="*/ 108567 w 11893179"/>
                  <a:gd name="connsiteY0" fmla="*/ 5390271 h 6856802"/>
                  <a:gd name="connsiteX1" fmla="*/ 135625 w 11893179"/>
                  <a:gd name="connsiteY1" fmla="*/ 5400179 h 6856802"/>
                  <a:gd name="connsiteX2" fmla="*/ 401832 w 11893179"/>
                  <a:gd name="connsiteY2" fmla="*/ 5545787 h 6856802"/>
                  <a:gd name="connsiteX3" fmla="*/ 382936 w 11893179"/>
                  <a:gd name="connsiteY3" fmla="*/ 5615812 h 6856802"/>
                  <a:gd name="connsiteX4" fmla="*/ 84496 w 11893179"/>
                  <a:gd name="connsiteY4" fmla="*/ 5451309 h 6856802"/>
                  <a:gd name="connsiteX5" fmla="*/ 108567 w 11893179"/>
                  <a:gd name="connsiteY5" fmla="*/ 5390271 h 6856802"/>
                  <a:gd name="connsiteX6" fmla="*/ 45177 w 11893179"/>
                  <a:gd name="connsiteY6" fmla="*/ 5027582 h 6856802"/>
                  <a:gd name="connsiteX7" fmla="*/ 66157 w 11893179"/>
                  <a:gd name="connsiteY7" fmla="*/ 5045609 h 6856802"/>
                  <a:gd name="connsiteX8" fmla="*/ 675818 w 11893179"/>
                  <a:gd name="connsiteY8" fmla="*/ 5493546 h 6856802"/>
                  <a:gd name="connsiteX9" fmla="*/ 700828 w 11893179"/>
                  <a:gd name="connsiteY9" fmla="*/ 5538562 h 6856802"/>
                  <a:gd name="connsiteX10" fmla="*/ 656368 w 11893179"/>
                  <a:gd name="connsiteY10" fmla="*/ 5563571 h 6856802"/>
                  <a:gd name="connsiteX11" fmla="*/ 3912 w 11893179"/>
                  <a:gd name="connsiteY11" fmla="*/ 5082289 h 6856802"/>
                  <a:gd name="connsiteX12" fmla="*/ 45177 w 11893179"/>
                  <a:gd name="connsiteY12" fmla="*/ 5027582 h 6856802"/>
                  <a:gd name="connsiteX13" fmla="*/ 11856609 w 11893179"/>
                  <a:gd name="connsiteY13" fmla="*/ 3028223 h 6856802"/>
                  <a:gd name="connsiteX14" fmla="*/ 11893150 w 11893179"/>
                  <a:gd name="connsiteY14" fmla="*/ 3063236 h 6856802"/>
                  <a:gd name="connsiteX15" fmla="*/ 11703637 w 11893179"/>
                  <a:gd name="connsiteY15" fmla="*/ 3615655 h 6856802"/>
                  <a:gd name="connsiteX16" fmla="*/ 11652508 w 11893179"/>
                  <a:gd name="connsiteY16" fmla="*/ 3564525 h 6856802"/>
                  <a:gd name="connsiteX17" fmla="*/ 11820902 w 11893179"/>
                  <a:gd name="connsiteY17" fmla="*/ 3063236 h 6856802"/>
                  <a:gd name="connsiteX18" fmla="*/ 11856609 w 11893179"/>
                  <a:gd name="connsiteY18" fmla="*/ 3028223 h 6856802"/>
                  <a:gd name="connsiteX19" fmla="*/ 11611799 w 11893179"/>
                  <a:gd name="connsiteY19" fmla="*/ 2272467 h 6856802"/>
                  <a:gd name="connsiteX20" fmla="*/ 11633613 w 11893179"/>
                  <a:gd name="connsiteY20" fmla="*/ 2289071 h 6856802"/>
                  <a:gd name="connsiteX21" fmla="*/ 11718087 w 11893179"/>
                  <a:gd name="connsiteY21" fmla="*/ 2567503 h 6856802"/>
                  <a:gd name="connsiteX22" fmla="*/ 11538023 w 11893179"/>
                  <a:gd name="connsiteY22" fmla="*/ 3547297 h 6856802"/>
                  <a:gd name="connsiteX23" fmla="*/ 11475778 w 11893179"/>
                  <a:gd name="connsiteY23" fmla="*/ 3510617 h 6856802"/>
                  <a:gd name="connsiteX24" fmla="*/ 11594154 w 11893179"/>
                  <a:gd name="connsiteY24" fmla="*/ 3265530 h 6856802"/>
                  <a:gd name="connsiteX25" fmla="*/ 11571369 w 11893179"/>
                  <a:gd name="connsiteY25" fmla="*/ 2325750 h 6856802"/>
                  <a:gd name="connsiteX26" fmla="*/ 11584150 w 11893179"/>
                  <a:gd name="connsiteY26" fmla="*/ 2276288 h 6856802"/>
                  <a:gd name="connsiteX27" fmla="*/ 11611799 w 11893179"/>
                  <a:gd name="connsiteY27" fmla="*/ 2272467 h 6856802"/>
                  <a:gd name="connsiteX28" fmla="*/ 11139547 w 11893179"/>
                  <a:gd name="connsiteY28" fmla="*/ 1068636 h 6856802"/>
                  <a:gd name="connsiteX29" fmla="*/ 11140103 w 11893179"/>
                  <a:gd name="connsiteY29" fmla="*/ 1081418 h 6856802"/>
                  <a:gd name="connsiteX30" fmla="*/ 11140659 w 11893179"/>
                  <a:gd name="connsiteY30" fmla="*/ 1078639 h 6856802"/>
                  <a:gd name="connsiteX31" fmla="*/ 11139547 w 11893179"/>
                  <a:gd name="connsiteY31" fmla="*/ 1068636 h 6856802"/>
                  <a:gd name="connsiteX32" fmla="*/ 3219224 w 11893179"/>
                  <a:gd name="connsiteY32" fmla="*/ 338 h 6856802"/>
                  <a:gd name="connsiteX33" fmla="*/ 3551287 w 11893179"/>
                  <a:gd name="connsiteY33" fmla="*/ 33822 h 6856802"/>
                  <a:gd name="connsiteX34" fmla="*/ 4034237 w 11893179"/>
                  <a:gd name="connsiteY34" fmla="*/ 321703 h 6856802"/>
                  <a:gd name="connsiteX35" fmla="*/ 4092035 w 11893179"/>
                  <a:gd name="connsiteY35" fmla="*/ 397285 h 6856802"/>
                  <a:gd name="connsiteX36" fmla="*/ 4422153 w 11893179"/>
                  <a:gd name="connsiteY36" fmla="*/ 468978 h 6856802"/>
                  <a:gd name="connsiteX37" fmla="*/ 4867868 w 11893179"/>
                  <a:gd name="connsiteY37" fmla="*/ 290581 h 6856802"/>
                  <a:gd name="connsiteX38" fmla="*/ 5730953 w 11893179"/>
                  <a:gd name="connsiteY38" fmla="*/ 635148 h 6856802"/>
                  <a:gd name="connsiteX39" fmla="*/ 7516034 w 11893179"/>
                  <a:gd name="connsiteY39" fmla="*/ 413958 h 6856802"/>
                  <a:gd name="connsiteX40" fmla="*/ 7886721 w 11893179"/>
                  <a:gd name="connsiteY40" fmla="*/ 449526 h 6856802"/>
                  <a:gd name="connsiteX41" fmla="*/ 9147171 w 11893179"/>
                  <a:gd name="connsiteY41" fmla="*/ 416737 h 6856802"/>
                  <a:gd name="connsiteX42" fmla="*/ 9334459 w 11893179"/>
                  <a:gd name="connsiteY42" fmla="*/ 651821 h 6856802"/>
                  <a:gd name="connsiteX43" fmla="*/ 9450612 w 11893179"/>
                  <a:gd name="connsiteY43" fmla="*/ 680720 h 6856802"/>
                  <a:gd name="connsiteX44" fmla="*/ 11229579 w 11893179"/>
                  <a:gd name="connsiteY44" fmla="*/ 1103092 h 6856802"/>
                  <a:gd name="connsiteX45" fmla="*/ 11145105 w 11893179"/>
                  <a:gd name="connsiteY45" fmla="*/ 1884482 h 6856802"/>
                  <a:gd name="connsiteX46" fmla="*/ 11270149 w 11893179"/>
                  <a:gd name="connsiteY46" fmla="*/ 2197927 h 6856802"/>
                  <a:gd name="connsiteX47" fmla="*/ 11566366 w 11893179"/>
                  <a:gd name="connsiteY47" fmla="*/ 2921519 h 6856802"/>
                  <a:gd name="connsiteX48" fmla="*/ 11389081 w 11893179"/>
                  <a:gd name="connsiteY48" fmla="*/ 3470047 h 6856802"/>
                  <a:gd name="connsiteX49" fmla="*/ 11339063 w 11893179"/>
                  <a:gd name="connsiteY49" fmla="*/ 3895755 h 6856802"/>
                  <a:gd name="connsiteX50" fmla="*/ 11331282 w 11893179"/>
                  <a:gd name="connsiteY50" fmla="*/ 4703821 h 6856802"/>
                  <a:gd name="connsiteX51" fmla="*/ 10990605 w 11893179"/>
                  <a:gd name="connsiteY51" fmla="*/ 5179546 h 6856802"/>
                  <a:gd name="connsiteX52" fmla="*/ 10754965 w 11893179"/>
                  <a:gd name="connsiteY52" fmla="*/ 5465759 h 6856802"/>
                  <a:gd name="connsiteX53" fmla="*/ 10764969 w 11893179"/>
                  <a:gd name="connsiteY53" fmla="*/ 5581355 h 6856802"/>
                  <a:gd name="connsiteX54" fmla="*/ 10716063 w 11893179"/>
                  <a:gd name="connsiteY54" fmla="*/ 5939817 h 6856802"/>
                  <a:gd name="connsiteX55" fmla="*/ 10653263 w 11893179"/>
                  <a:gd name="connsiteY55" fmla="*/ 6110433 h 6856802"/>
                  <a:gd name="connsiteX56" fmla="*/ 10423736 w 11893179"/>
                  <a:gd name="connsiteY56" fmla="*/ 6494459 h 6856802"/>
                  <a:gd name="connsiteX57" fmla="*/ 9794068 w 11893179"/>
                  <a:gd name="connsiteY57" fmla="*/ 6837359 h 6856802"/>
                  <a:gd name="connsiteX58" fmla="*/ 8700900 w 11893179"/>
                  <a:gd name="connsiteY58" fmla="*/ 6440551 h 6856802"/>
                  <a:gd name="connsiteX59" fmla="*/ 8324655 w 11893179"/>
                  <a:gd name="connsiteY59" fmla="*/ 6515022 h 6856802"/>
                  <a:gd name="connsiteX60" fmla="*/ 7882831 w 11893179"/>
                  <a:gd name="connsiteY60" fmla="*/ 6580045 h 6856802"/>
                  <a:gd name="connsiteX61" fmla="*/ 7667199 w 11893179"/>
                  <a:gd name="connsiteY61" fmla="*/ 6508908 h 6856802"/>
                  <a:gd name="connsiteX62" fmla="*/ 7422667 w 11893179"/>
                  <a:gd name="connsiteY62" fmla="*/ 6441662 h 6856802"/>
                  <a:gd name="connsiteX63" fmla="*/ 6960836 w 11893179"/>
                  <a:gd name="connsiteY63" fmla="*/ 6678413 h 6856802"/>
                  <a:gd name="connsiteX64" fmla="*/ 6136097 w 11893179"/>
                  <a:gd name="connsiteY64" fmla="*/ 6796789 h 6856802"/>
                  <a:gd name="connsiteX65" fmla="*/ 6069962 w 11893179"/>
                  <a:gd name="connsiteY65" fmla="*/ 6792342 h 6856802"/>
                  <a:gd name="connsiteX66" fmla="*/ 4960678 w 11893179"/>
                  <a:gd name="connsiteY66" fmla="*/ 6154893 h 6856802"/>
                  <a:gd name="connsiteX67" fmla="*/ 4533860 w 11893179"/>
                  <a:gd name="connsiteY67" fmla="*/ 6352741 h 6856802"/>
                  <a:gd name="connsiteX68" fmla="*/ 3572406 w 11893179"/>
                  <a:gd name="connsiteY68" fmla="*/ 6553925 h 6856802"/>
                  <a:gd name="connsiteX69" fmla="*/ 3147254 w 11893179"/>
                  <a:gd name="connsiteY69" fmla="*/ 6329400 h 6856802"/>
                  <a:gd name="connsiteX70" fmla="*/ 2905501 w 11893179"/>
                  <a:gd name="connsiteY70" fmla="*/ 6104875 h 6856802"/>
                  <a:gd name="connsiteX71" fmla="*/ 2686534 w 11893179"/>
                  <a:gd name="connsiteY71" fmla="*/ 6183237 h 6856802"/>
                  <a:gd name="connsiteX72" fmla="*/ 2268052 w 11893179"/>
                  <a:gd name="connsiteY72" fmla="*/ 6387199 h 6856802"/>
                  <a:gd name="connsiteX73" fmla="*/ 1222123 w 11893179"/>
                  <a:gd name="connsiteY73" fmla="*/ 6147668 h 6856802"/>
                  <a:gd name="connsiteX74" fmla="*/ 928686 w 11893179"/>
                  <a:gd name="connsiteY74" fmla="*/ 5647490 h 6856802"/>
                  <a:gd name="connsiteX75" fmla="*/ 834763 w 11893179"/>
                  <a:gd name="connsiteY75" fmla="*/ 5336268 h 6856802"/>
                  <a:gd name="connsiteX76" fmla="*/ 202871 w 11893179"/>
                  <a:gd name="connsiteY76" fmla="*/ 4537095 h 6856802"/>
                  <a:gd name="connsiteX77" fmla="*/ 715832 w 11893179"/>
                  <a:gd name="connsiteY77" fmla="*/ 3857407 h 6856802"/>
                  <a:gd name="connsiteX78" fmla="*/ 220100 w 11893179"/>
                  <a:gd name="connsiteY78" fmla="*/ 3113809 h 6856802"/>
                  <a:gd name="connsiteX79" fmla="*/ 669704 w 11893179"/>
                  <a:gd name="connsiteY79" fmla="*/ 2276844 h 6856802"/>
                  <a:gd name="connsiteX80" fmla="*/ 1109861 w 11893179"/>
                  <a:gd name="connsiteY80" fmla="*/ 2100670 h 6856802"/>
                  <a:gd name="connsiteX81" fmla="*/ 1148208 w 11893179"/>
                  <a:gd name="connsiteY81" fmla="*/ 2072327 h 6856802"/>
                  <a:gd name="connsiteX82" fmla="*/ 1119309 w 11893179"/>
                  <a:gd name="connsiteY82" fmla="*/ 1761661 h 6856802"/>
                  <a:gd name="connsiteX83" fmla="*/ 1497777 w 11893179"/>
                  <a:gd name="connsiteY83" fmla="*/ 1257592 h 6856802"/>
                  <a:gd name="connsiteX84" fmla="*/ 1491664 w 11893179"/>
                  <a:gd name="connsiteY84" fmla="*/ 1235362 h 6856802"/>
                  <a:gd name="connsiteX85" fmla="*/ 1628379 w 11893179"/>
                  <a:gd name="connsiteY85" fmla="*/ 602914 h 6856802"/>
                  <a:gd name="connsiteX86" fmla="*/ 2885494 w 11893179"/>
                  <a:gd name="connsiteY86" fmla="*/ 17706 h 6856802"/>
                  <a:gd name="connsiteX87" fmla="*/ 3219224 w 11893179"/>
                  <a:gd name="connsiteY87" fmla="*/ 338 h 6856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11893179" h="6856802">
                    <a:moveTo>
                      <a:pt x="108567" y="5390271"/>
                    </a:moveTo>
                    <a:cubicBezTo>
                      <a:pt x="117598" y="5389481"/>
                      <a:pt x="127150" y="5392260"/>
                      <a:pt x="135625" y="5400179"/>
                    </a:cubicBezTo>
                    <a:cubicBezTo>
                      <a:pt x="210653" y="5470760"/>
                      <a:pt x="301797" y="5520222"/>
                      <a:pt x="401832" y="5545787"/>
                    </a:cubicBezTo>
                    <a:cubicBezTo>
                      <a:pt x="446847" y="5556902"/>
                      <a:pt x="427397" y="5626927"/>
                      <a:pt x="382936" y="5615812"/>
                    </a:cubicBezTo>
                    <a:cubicBezTo>
                      <a:pt x="270674" y="5587468"/>
                      <a:pt x="168416" y="5530781"/>
                      <a:pt x="84496" y="5451309"/>
                    </a:cubicBezTo>
                    <a:cubicBezTo>
                      <a:pt x="59071" y="5427134"/>
                      <a:pt x="81474" y="5392642"/>
                      <a:pt x="108567" y="5390271"/>
                    </a:cubicBezTo>
                    <a:close/>
                    <a:moveTo>
                      <a:pt x="45177" y="5027582"/>
                    </a:moveTo>
                    <a:cubicBezTo>
                      <a:pt x="53514" y="5029423"/>
                      <a:pt x="61155" y="5035050"/>
                      <a:pt x="66157" y="5045609"/>
                    </a:cubicBezTo>
                    <a:cubicBezTo>
                      <a:pt x="180087" y="5286250"/>
                      <a:pt x="412392" y="5456867"/>
                      <a:pt x="675818" y="5493546"/>
                    </a:cubicBezTo>
                    <a:cubicBezTo>
                      <a:pt x="695271" y="5496325"/>
                      <a:pt x="705830" y="5520779"/>
                      <a:pt x="700828" y="5538562"/>
                    </a:cubicBezTo>
                    <a:cubicBezTo>
                      <a:pt x="694715" y="5558570"/>
                      <a:pt x="675818" y="5566350"/>
                      <a:pt x="656368" y="5563571"/>
                    </a:cubicBezTo>
                    <a:cubicBezTo>
                      <a:pt x="376824" y="5524113"/>
                      <a:pt x="124511" y="5337380"/>
                      <a:pt x="3912" y="5082289"/>
                    </a:cubicBezTo>
                    <a:cubicBezTo>
                      <a:pt x="-11093" y="5050611"/>
                      <a:pt x="20168" y="5022059"/>
                      <a:pt x="45177" y="5027582"/>
                    </a:cubicBezTo>
                    <a:close/>
                    <a:moveTo>
                      <a:pt x="11856609" y="3028223"/>
                    </a:moveTo>
                    <a:cubicBezTo>
                      <a:pt x="11874671" y="3028223"/>
                      <a:pt x="11892872" y="3039894"/>
                      <a:pt x="11893150" y="3063236"/>
                    </a:cubicBezTo>
                    <a:cubicBezTo>
                      <a:pt x="11894817" y="3263863"/>
                      <a:pt x="11826459" y="3457821"/>
                      <a:pt x="11703637" y="3615655"/>
                    </a:cubicBezTo>
                    <a:cubicBezTo>
                      <a:pt x="11675295" y="3652334"/>
                      <a:pt x="11624166" y="3600649"/>
                      <a:pt x="11652508" y="3564525"/>
                    </a:cubicBezTo>
                    <a:cubicBezTo>
                      <a:pt x="11763104" y="3422252"/>
                      <a:pt x="11822013" y="3243300"/>
                      <a:pt x="11820902" y="3063236"/>
                    </a:cubicBezTo>
                    <a:cubicBezTo>
                      <a:pt x="11820624" y="3039894"/>
                      <a:pt x="11838547" y="3028223"/>
                      <a:pt x="11856609" y="3028223"/>
                    </a:cubicBezTo>
                    <a:close/>
                    <a:moveTo>
                      <a:pt x="11611799" y="2272467"/>
                    </a:moveTo>
                    <a:cubicBezTo>
                      <a:pt x="11621246" y="2274482"/>
                      <a:pt x="11629722" y="2279901"/>
                      <a:pt x="11633613" y="2289071"/>
                    </a:cubicBezTo>
                    <a:cubicBezTo>
                      <a:pt x="11671404" y="2379103"/>
                      <a:pt x="11700303" y="2471358"/>
                      <a:pt x="11718087" y="2567503"/>
                    </a:cubicBezTo>
                    <a:cubicBezTo>
                      <a:pt x="11780331" y="2902623"/>
                      <a:pt x="11718087" y="3257749"/>
                      <a:pt x="11538023" y="3547297"/>
                    </a:cubicBezTo>
                    <a:cubicBezTo>
                      <a:pt x="11513569" y="3586756"/>
                      <a:pt x="11451325" y="3550076"/>
                      <a:pt x="11475778" y="3510617"/>
                    </a:cubicBezTo>
                    <a:cubicBezTo>
                      <a:pt x="11523573" y="3433367"/>
                      <a:pt x="11563587" y="3351671"/>
                      <a:pt x="11594154" y="3265530"/>
                    </a:cubicBezTo>
                    <a:cubicBezTo>
                      <a:pt x="11700858" y="2963755"/>
                      <a:pt x="11696413" y="2621411"/>
                      <a:pt x="11571369" y="2325750"/>
                    </a:cubicBezTo>
                    <a:cubicBezTo>
                      <a:pt x="11563587" y="2307966"/>
                      <a:pt x="11565255" y="2286848"/>
                      <a:pt x="11584150" y="2276288"/>
                    </a:cubicBezTo>
                    <a:cubicBezTo>
                      <a:pt x="11591930" y="2271842"/>
                      <a:pt x="11602351" y="2270453"/>
                      <a:pt x="11611799" y="2272467"/>
                    </a:cubicBezTo>
                    <a:close/>
                    <a:moveTo>
                      <a:pt x="11139547" y="1068636"/>
                    </a:moveTo>
                    <a:cubicBezTo>
                      <a:pt x="11140103" y="1073082"/>
                      <a:pt x="11140103" y="1076972"/>
                      <a:pt x="11140103" y="1081418"/>
                    </a:cubicBezTo>
                    <a:cubicBezTo>
                      <a:pt x="11140659" y="1080307"/>
                      <a:pt x="11140659" y="1079751"/>
                      <a:pt x="11140659" y="1078639"/>
                    </a:cubicBezTo>
                    <a:cubicBezTo>
                      <a:pt x="11141214" y="1075305"/>
                      <a:pt x="11140659" y="1071415"/>
                      <a:pt x="11139547" y="1068636"/>
                    </a:cubicBezTo>
                    <a:close/>
                    <a:moveTo>
                      <a:pt x="3219224" y="338"/>
                    </a:moveTo>
                    <a:cubicBezTo>
                      <a:pt x="3330653" y="2283"/>
                      <a:pt x="3441804" y="12703"/>
                      <a:pt x="3551287" y="33822"/>
                    </a:cubicBezTo>
                    <a:cubicBezTo>
                      <a:pt x="3745245" y="70502"/>
                      <a:pt x="3906969" y="170538"/>
                      <a:pt x="4034237" y="321703"/>
                    </a:cubicBezTo>
                    <a:cubicBezTo>
                      <a:pt x="4054244" y="346156"/>
                      <a:pt x="4073695" y="371165"/>
                      <a:pt x="4092035" y="397285"/>
                    </a:cubicBezTo>
                    <a:cubicBezTo>
                      <a:pt x="4223193" y="625700"/>
                      <a:pt x="4201519" y="582907"/>
                      <a:pt x="4422153" y="468978"/>
                    </a:cubicBezTo>
                    <a:cubicBezTo>
                      <a:pt x="4563870" y="395618"/>
                      <a:pt x="4707810" y="315590"/>
                      <a:pt x="4867868" y="290581"/>
                    </a:cubicBezTo>
                    <a:cubicBezTo>
                      <a:pt x="5189093" y="246676"/>
                      <a:pt x="5567006" y="332818"/>
                      <a:pt x="5730953" y="635148"/>
                    </a:cubicBezTo>
                    <a:cubicBezTo>
                      <a:pt x="6413418" y="310032"/>
                      <a:pt x="6759097" y="-38981"/>
                      <a:pt x="7516034" y="413958"/>
                    </a:cubicBezTo>
                    <a:cubicBezTo>
                      <a:pt x="7692763" y="555675"/>
                      <a:pt x="7685539" y="513994"/>
                      <a:pt x="7886721" y="449526"/>
                    </a:cubicBezTo>
                    <a:cubicBezTo>
                      <a:pt x="8279083" y="317813"/>
                      <a:pt x="8769258" y="180541"/>
                      <a:pt x="9147171" y="416737"/>
                    </a:cubicBezTo>
                    <a:cubicBezTo>
                      <a:pt x="9241649" y="473979"/>
                      <a:pt x="9293333" y="582907"/>
                      <a:pt x="9334459" y="651821"/>
                    </a:cubicBezTo>
                    <a:cubicBezTo>
                      <a:pt x="9372806" y="661824"/>
                      <a:pt x="9411709" y="671272"/>
                      <a:pt x="9450612" y="680720"/>
                    </a:cubicBezTo>
                    <a:cubicBezTo>
                      <a:pt x="10133078" y="148308"/>
                      <a:pt x="11174004" y="-53987"/>
                      <a:pt x="11229579" y="1103092"/>
                    </a:cubicBezTo>
                    <a:cubicBezTo>
                      <a:pt x="11243473" y="1366520"/>
                      <a:pt x="11202347" y="1628280"/>
                      <a:pt x="11145105" y="1884482"/>
                    </a:cubicBezTo>
                    <a:cubicBezTo>
                      <a:pt x="11092864" y="2094557"/>
                      <a:pt x="11081193" y="2087888"/>
                      <a:pt x="11270149" y="2197927"/>
                    </a:cubicBezTo>
                    <a:cubicBezTo>
                      <a:pt x="11496897" y="2361319"/>
                      <a:pt x="11595821" y="2651422"/>
                      <a:pt x="11566366" y="2921519"/>
                    </a:cubicBezTo>
                    <a:cubicBezTo>
                      <a:pt x="11549138" y="3114365"/>
                      <a:pt x="11476334" y="3297764"/>
                      <a:pt x="11389081" y="3470047"/>
                    </a:cubicBezTo>
                    <a:cubicBezTo>
                      <a:pt x="11290712" y="3676788"/>
                      <a:pt x="11209017" y="3672342"/>
                      <a:pt x="11339063" y="3895755"/>
                    </a:cubicBezTo>
                    <a:cubicBezTo>
                      <a:pt x="11446324" y="4152513"/>
                      <a:pt x="11441877" y="4449285"/>
                      <a:pt x="11331282" y="4703821"/>
                    </a:cubicBezTo>
                    <a:cubicBezTo>
                      <a:pt x="11254032" y="4884441"/>
                      <a:pt x="11127320" y="5039496"/>
                      <a:pt x="10990605" y="5179546"/>
                    </a:cubicBezTo>
                    <a:cubicBezTo>
                      <a:pt x="10926138" y="5264020"/>
                      <a:pt x="10753854" y="5365723"/>
                      <a:pt x="10754965" y="5465759"/>
                    </a:cubicBezTo>
                    <a:cubicBezTo>
                      <a:pt x="10757744" y="5504106"/>
                      <a:pt x="10761635" y="5542453"/>
                      <a:pt x="10764969" y="5581355"/>
                    </a:cubicBezTo>
                    <a:cubicBezTo>
                      <a:pt x="10774973" y="5703065"/>
                      <a:pt x="10758300" y="5825331"/>
                      <a:pt x="10716063" y="5939817"/>
                    </a:cubicBezTo>
                    <a:lnTo>
                      <a:pt x="10653263" y="6110433"/>
                    </a:lnTo>
                    <a:cubicBezTo>
                      <a:pt x="10601578" y="6251595"/>
                      <a:pt x="10524328" y="6382197"/>
                      <a:pt x="10423736" y="6494459"/>
                    </a:cubicBezTo>
                    <a:cubicBezTo>
                      <a:pt x="10259233" y="6677302"/>
                      <a:pt x="10048603" y="6811238"/>
                      <a:pt x="9794068" y="6837359"/>
                    </a:cubicBezTo>
                    <a:cubicBezTo>
                      <a:pt x="9301670" y="6913497"/>
                      <a:pt x="9043800" y="6762888"/>
                      <a:pt x="8700900" y="6440551"/>
                    </a:cubicBezTo>
                    <a:cubicBezTo>
                      <a:pt x="8571966" y="6430547"/>
                      <a:pt x="8448588" y="6472784"/>
                      <a:pt x="8324655" y="6515022"/>
                    </a:cubicBezTo>
                    <a:cubicBezTo>
                      <a:pt x="8180715" y="6564483"/>
                      <a:pt x="8036219" y="6613390"/>
                      <a:pt x="7882831" y="6580045"/>
                    </a:cubicBezTo>
                    <a:cubicBezTo>
                      <a:pt x="7811139" y="6576710"/>
                      <a:pt x="7737780" y="6542810"/>
                      <a:pt x="7667199" y="6508908"/>
                    </a:cubicBezTo>
                    <a:cubicBezTo>
                      <a:pt x="7579946" y="6466671"/>
                      <a:pt x="7496027" y="6424989"/>
                      <a:pt x="7422667" y="6441662"/>
                    </a:cubicBezTo>
                    <a:cubicBezTo>
                      <a:pt x="7257053" y="6501684"/>
                      <a:pt x="7125339" y="6617836"/>
                      <a:pt x="6960836" y="6678413"/>
                    </a:cubicBezTo>
                    <a:cubicBezTo>
                      <a:pt x="6702410" y="6786229"/>
                      <a:pt x="6415086" y="6812906"/>
                      <a:pt x="6136097" y="6796789"/>
                    </a:cubicBezTo>
                    <a:cubicBezTo>
                      <a:pt x="6113867" y="6795678"/>
                      <a:pt x="6092193" y="6794010"/>
                      <a:pt x="6069962" y="6792342"/>
                    </a:cubicBezTo>
                    <a:cubicBezTo>
                      <a:pt x="5601463" y="6744548"/>
                      <a:pt x="5244113" y="6518912"/>
                      <a:pt x="4960678" y="6154893"/>
                    </a:cubicBezTo>
                    <a:cubicBezTo>
                      <a:pt x="4899545" y="6083201"/>
                      <a:pt x="4621113" y="6324398"/>
                      <a:pt x="4533860" y="6352741"/>
                    </a:cubicBezTo>
                    <a:cubicBezTo>
                      <a:pt x="4243756" y="6506686"/>
                      <a:pt x="3904191" y="6637843"/>
                      <a:pt x="3572406" y="6553925"/>
                    </a:cubicBezTo>
                    <a:cubicBezTo>
                      <a:pt x="3415683" y="6513354"/>
                      <a:pt x="3269520" y="6434993"/>
                      <a:pt x="3147254" y="6329400"/>
                    </a:cubicBezTo>
                    <a:cubicBezTo>
                      <a:pt x="3059445" y="6263821"/>
                      <a:pt x="3002203" y="6156005"/>
                      <a:pt x="2905501" y="6104875"/>
                    </a:cubicBezTo>
                    <a:cubicBezTo>
                      <a:pt x="2824917" y="6093760"/>
                      <a:pt x="2753781" y="6147668"/>
                      <a:pt x="2686534" y="6183237"/>
                    </a:cubicBezTo>
                    <a:cubicBezTo>
                      <a:pt x="2553709" y="6263821"/>
                      <a:pt x="2416438" y="6338848"/>
                      <a:pt x="2268052" y="6387199"/>
                    </a:cubicBezTo>
                    <a:cubicBezTo>
                      <a:pt x="1912370" y="6512799"/>
                      <a:pt x="1492220" y="6402204"/>
                      <a:pt x="1222123" y="6147668"/>
                    </a:cubicBezTo>
                    <a:cubicBezTo>
                      <a:pt x="1086520" y="6007619"/>
                      <a:pt x="987595" y="5832001"/>
                      <a:pt x="928686" y="5647490"/>
                    </a:cubicBezTo>
                    <a:cubicBezTo>
                      <a:pt x="892006" y="5583023"/>
                      <a:pt x="896452" y="5345160"/>
                      <a:pt x="834763" y="5336268"/>
                    </a:cubicBezTo>
                    <a:cubicBezTo>
                      <a:pt x="345144" y="5399068"/>
                      <a:pt x="86163" y="4976140"/>
                      <a:pt x="202871" y="4537095"/>
                    </a:cubicBezTo>
                    <a:cubicBezTo>
                      <a:pt x="269562" y="4248658"/>
                      <a:pt x="515761" y="4058035"/>
                      <a:pt x="715832" y="3857407"/>
                    </a:cubicBezTo>
                    <a:cubicBezTo>
                      <a:pt x="396829" y="3725694"/>
                      <a:pt x="256779" y="3440037"/>
                      <a:pt x="220100" y="3113809"/>
                    </a:cubicBezTo>
                    <a:cubicBezTo>
                      <a:pt x="165636" y="2773132"/>
                      <a:pt x="406833" y="2467468"/>
                      <a:pt x="669704" y="2276844"/>
                    </a:cubicBezTo>
                    <a:cubicBezTo>
                      <a:pt x="799751" y="2177364"/>
                      <a:pt x="955917" y="2141240"/>
                      <a:pt x="1109861" y="2100670"/>
                    </a:cubicBezTo>
                    <a:cubicBezTo>
                      <a:pt x="1123755" y="2090111"/>
                      <a:pt x="1137093" y="2080663"/>
                      <a:pt x="1148208" y="2072327"/>
                    </a:cubicBezTo>
                    <a:cubicBezTo>
                      <a:pt x="1168215" y="1997856"/>
                      <a:pt x="1099302" y="1848358"/>
                      <a:pt x="1119309" y="1761661"/>
                    </a:cubicBezTo>
                    <a:cubicBezTo>
                      <a:pt x="1143762" y="1548251"/>
                      <a:pt x="1286591" y="1326505"/>
                      <a:pt x="1497777" y="1257592"/>
                    </a:cubicBezTo>
                    <a:cubicBezTo>
                      <a:pt x="1495554" y="1249811"/>
                      <a:pt x="1493887" y="1242587"/>
                      <a:pt x="1491664" y="1235362"/>
                    </a:cubicBezTo>
                    <a:cubicBezTo>
                      <a:pt x="1447759" y="1015839"/>
                      <a:pt x="1500000" y="785757"/>
                      <a:pt x="1628379" y="602914"/>
                    </a:cubicBezTo>
                    <a:cubicBezTo>
                      <a:pt x="1914037" y="218888"/>
                      <a:pt x="2426442" y="69391"/>
                      <a:pt x="2885494" y="17706"/>
                    </a:cubicBezTo>
                    <a:cubicBezTo>
                      <a:pt x="2996089" y="4923"/>
                      <a:pt x="3107796" y="-1607"/>
                      <a:pt x="3219224" y="338"/>
                    </a:cubicBez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 w="55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Bullet2" descr="9ca233fd-14b6-4475-9172-6e649d790794">
                <a:extLst>
                  <a:ext uri="{FF2B5EF4-FFF2-40B4-BE49-F238E27FC236}">
                    <a16:creationId xmlns:a16="http://schemas.microsoft.com/office/drawing/2014/main" id="{7FD871B2-FAEB-1C8A-6CA1-7F49E48605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2429" y="2263115"/>
                <a:ext cx="2814443" cy="66897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导演</a:t>
                </a:r>
                <a:endParaRPr lang="en-US" dirty="0"/>
              </a:p>
            </p:txBody>
          </p:sp>
          <p:sp>
            <p:nvSpPr>
              <p:cNvPr id="46" name="Text2" descr="bbde2891-dbb1-4e14-a587-3046158ea968">
                <a:extLst>
                  <a:ext uri="{FF2B5EF4-FFF2-40B4-BE49-F238E27FC236}">
                    <a16:creationId xmlns:a16="http://schemas.microsoft.com/office/drawing/2014/main" id="{7B4B5B8D-9FFF-C31D-844E-1B9CC8A81C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82429" y="2932090"/>
                <a:ext cx="2814443" cy="85667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本片由李·昂克里奇和艾德里安·莫利纳共同执导，他们凭借细腻的情感和出色的视觉效果赢得了观众喜爱。</a:t>
                </a:r>
                <a:endParaRPr lang="en-US" dirty="0"/>
              </a:p>
            </p:txBody>
          </p:sp>
        </p:grpSp>
        <p:grpSp>
          <p:nvGrpSpPr>
            <p:cNvPr id="121" name="组合 120" descr="3d40da86-912e-4a11-ae71-ca37519f6b7a">
              <a:extLst>
                <a:ext uri="{FF2B5EF4-FFF2-40B4-BE49-F238E27FC236}">
                  <a16:creationId xmlns:a16="http://schemas.microsoft.com/office/drawing/2014/main" id="{C4F0E01A-6B1F-06BE-D8D3-06DAE8E56C6A}"/>
                </a:ext>
              </a:extLst>
            </p:cNvPr>
            <p:cNvGrpSpPr/>
            <p:nvPr/>
          </p:nvGrpSpPr>
          <p:grpSpPr>
            <a:xfrm>
              <a:off x="8000407" y="2011678"/>
              <a:ext cx="3518493" cy="2028525"/>
              <a:chOff x="8000407" y="2011678"/>
              <a:chExt cx="3518493" cy="2028525"/>
            </a:xfrm>
          </p:grpSpPr>
          <p:sp>
            <p:nvSpPr>
              <p:cNvPr id="49" name="Shape3" descr="a20eded5-83a8-40d6-84d4-dcc6cf5725e1">
                <a:extLst>
                  <a:ext uri="{FF2B5EF4-FFF2-40B4-BE49-F238E27FC236}">
                    <a16:creationId xmlns:a16="http://schemas.microsoft.com/office/drawing/2014/main" id="{6ACFB04C-B066-0A10-D0B2-031790B5831F}"/>
                  </a:ext>
                </a:extLst>
              </p:cNvPr>
              <p:cNvSpPr/>
              <p:nvPr/>
            </p:nvSpPr>
            <p:spPr>
              <a:xfrm>
                <a:off x="8000407" y="2011678"/>
                <a:ext cx="3518493" cy="2028525"/>
              </a:xfrm>
              <a:custGeom>
                <a:avLst/>
                <a:gdLst>
                  <a:gd name="connsiteX0" fmla="*/ 108567 w 11893179"/>
                  <a:gd name="connsiteY0" fmla="*/ 5390271 h 6856802"/>
                  <a:gd name="connsiteX1" fmla="*/ 135625 w 11893179"/>
                  <a:gd name="connsiteY1" fmla="*/ 5400179 h 6856802"/>
                  <a:gd name="connsiteX2" fmla="*/ 401832 w 11893179"/>
                  <a:gd name="connsiteY2" fmla="*/ 5545787 h 6856802"/>
                  <a:gd name="connsiteX3" fmla="*/ 382936 w 11893179"/>
                  <a:gd name="connsiteY3" fmla="*/ 5615812 h 6856802"/>
                  <a:gd name="connsiteX4" fmla="*/ 84496 w 11893179"/>
                  <a:gd name="connsiteY4" fmla="*/ 5451309 h 6856802"/>
                  <a:gd name="connsiteX5" fmla="*/ 108567 w 11893179"/>
                  <a:gd name="connsiteY5" fmla="*/ 5390271 h 6856802"/>
                  <a:gd name="connsiteX6" fmla="*/ 45177 w 11893179"/>
                  <a:gd name="connsiteY6" fmla="*/ 5027582 h 6856802"/>
                  <a:gd name="connsiteX7" fmla="*/ 66157 w 11893179"/>
                  <a:gd name="connsiteY7" fmla="*/ 5045609 h 6856802"/>
                  <a:gd name="connsiteX8" fmla="*/ 675818 w 11893179"/>
                  <a:gd name="connsiteY8" fmla="*/ 5493546 h 6856802"/>
                  <a:gd name="connsiteX9" fmla="*/ 700828 w 11893179"/>
                  <a:gd name="connsiteY9" fmla="*/ 5538562 h 6856802"/>
                  <a:gd name="connsiteX10" fmla="*/ 656368 w 11893179"/>
                  <a:gd name="connsiteY10" fmla="*/ 5563571 h 6856802"/>
                  <a:gd name="connsiteX11" fmla="*/ 3912 w 11893179"/>
                  <a:gd name="connsiteY11" fmla="*/ 5082289 h 6856802"/>
                  <a:gd name="connsiteX12" fmla="*/ 45177 w 11893179"/>
                  <a:gd name="connsiteY12" fmla="*/ 5027582 h 6856802"/>
                  <a:gd name="connsiteX13" fmla="*/ 11856609 w 11893179"/>
                  <a:gd name="connsiteY13" fmla="*/ 3028223 h 6856802"/>
                  <a:gd name="connsiteX14" fmla="*/ 11893150 w 11893179"/>
                  <a:gd name="connsiteY14" fmla="*/ 3063236 h 6856802"/>
                  <a:gd name="connsiteX15" fmla="*/ 11703637 w 11893179"/>
                  <a:gd name="connsiteY15" fmla="*/ 3615655 h 6856802"/>
                  <a:gd name="connsiteX16" fmla="*/ 11652508 w 11893179"/>
                  <a:gd name="connsiteY16" fmla="*/ 3564525 h 6856802"/>
                  <a:gd name="connsiteX17" fmla="*/ 11820902 w 11893179"/>
                  <a:gd name="connsiteY17" fmla="*/ 3063236 h 6856802"/>
                  <a:gd name="connsiteX18" fmla="*/ 11856609 w 11893179"/>
                  <a:gd name="connsiteY18" fmla="*/ 3028223 h 6856802"/>
                  <a:gd name="connsiteX19" fmla="*/ 11611799 w 11893179"/>
                  <a:gd name="connsiteY19" fmla="*/ 2272467 h 6856802"/>
                  <a:gd name="connsiteX20" fmla="*/ 11633613 w 11893179"/>
                  <a:gd name="connsiteY20" fmla="*/ 2289071 h 6856802"/>
                  <a:gd name="connsiteX21" fmla="*/ 11718087 w 11893179"/>
                  <a:gd name="connsiteY21" fmla="*/ 2567503 h 6856802"/>
                  <a:gd name="connsiteX22" fmla="*/ 11538023 w 11893179"/>
                  <a:gd name="connsiteY22" fmla="*/ 3547297 h 6856802"/>
                  <a:gd name="connsiteX23" fmla="*/ 11475778 w 11893179"/>
                  <a:gd name="connsiteY23" fmla="*/ 3510617 h 6856802"/>
                  <a:gd name="connsiteX24" fmla="*/ 11594154 w 11893179"/>
                  <a:gd name="connsiteY24" fmla="*/ 3265530 h 6856802"/>
                  <a:gd name="connsiteX25" fmla="*/ 11571369 w 11893179"/>
                  <a:gd name="connsiteY25" fmla="*/ 2325750 h 6856802"/>
                  <a:gd name="connsiteX26" fmla="*/ 11584150 w 11893179"/>
                  <a:gd name="connsiteY26" fmla="*/ 2276288 h 6856802"/>
                  <a:gd name="connsiteX27" fmla="*/ 11611799 w 11893179"/>
                  <a:gd name="connsiteY27" fmla="*/ 2272467 h 6856802"/>
                  <a:gd name="connsiteX28" fmla="*/ 11139547 w 11893179"/>
                  <a:gd name="connsiteY28" fmla="*/ 1068636 h 6856802"/>
                  <a:gd name="connsiteX29" fmla="*/ 11140103 w 11893179"/>
                  <a:gd name="connsiteY29" fmla="*/ 1081418 h 6856802"/>
                  <a:gd name="connsiteX30" fmla="*/ 11140659 w 11893179"/>
                  <a:gd name="connsiteY30" fmla="*/ 1078639 h 6856802"/>
                  <a:gd name="connsiteX31" fmla="*/ 11139547 w 11893179"/>
                  <a:gd name="connsiteY31" fmla="*/ 1068636 h 6856802"/>
                  <a:gd name="connsiteX32" fmla="*/ 3219224 w 11893179"/>
                  <a:gd name="connsiteY32" fmla="*/ 338 h 6856802"/>
                  <a:gd name="connsiteX33" fmla="*/ 3551287 w 11893179"/>
                  <a:gd name="connsiteY33" fmla="*/ 33822 h 6856802"/>
                  <a:gd name="connsiteX34" fmla="*/ 4034237 w 11893179"/>
                  <a:gd name="connsiteY34" fmla="*/ 321703 h 6856802"/>
                  <a:gd name="connsiteX35" fmla="*/ 4092035 w 11893179"/>
                  <a:gd name="connsiteY35" fmla="*/ 397285 h 6856802"/>
                  <a:gd name="connsiteX36" fmla="*/ 4422153 w 11893179"/>
                  <a:gd name="connsiteY36" fmla="*/ 468978 h 6856802"/>
                  <a:gd name="connsiteX37" fmla="*/ 4867868 w 11893179"/>
                  <a:gd name="connsiteY37" fmla="*/ 290581 h 6856802"/>
                  <a:gd name="connsiteX38" fmla="*/ 5730953 w 11893179"/>
                  <a:gd name="connsiteY38" fmla="*/ 635148 h 6856802"/>
                  <a:gd name="connsiteX39" fmla="*/ 7516034 w 11893179"/>
                  <a:gd name="connsiteY39" fmla="*/ 413958 h 6856802"/>
                  <a:gd name="connsiteX40" fmla="*/ 7886721 w 11893179"/>
                  <a:gd name="connsiteY40" fmla="*/ 449526 h 6856802"/>
                  <a:gd name="connsiteX41" fmla="*/ 9147171 w 11893179"/>
                  <a:gd name="connsiteY41" fmla="*/ 416737 h 6856802"/>
                  <a:gd name="connsiteX42" fmla="*/ 9334459 w 11893179"/>
                  <a:gd name="connsiteY42" fmla="*/ 651821 h 6856802"/>
                  <a:gd name="connsiteX43" fmla="*/ 9450612 w 11893179"/>
                  <a:gd name="connsiteY43" fmla="*/ 680720 h 6856802"/>
                  <a:gd name="connsiteX44" fmla="*/ 11229579 w 11893179"/>
                  <a:gd name="connsiteY44" fmla="*/ 1103092 h 6856802"/>
                  <a:gd name="connsiteX45" fmla="*/ 11145105 w 11893179"/>
                  <a:gd name="connsiteY45" fmla="*/ 1884482 h 6856802"/>
                  <a:gd name="connsiteX46" fmla="*/ 11270149 w 11893179"/>
                  <a:gd name="connsiteY46" fmla="*/ 2197927 h 6856802"/>
                  <a:gd name="connsiteX47" fmla="*/ 11566366 w 11893179"/>
                  <a:gd name="connsiteY47" fmla="*/ 2921519 h 6856802"/>
                  <a:gd name="connsiteX48" fmla="*/ 11389081 w 11893179"/>
                  <a:gd name="connsiteY48" fmla="*/ 3470047 h 6856802"/>
                  <a:gd name="connsiteX49" fmla="*/ 11339063 w 11893179"/>
                  <a:gd name="connsiteY49" fmla="*/ 3895755 h 6856802"/>
                  <a:gd name="connsiteX50" fmla="*/ 11331282 w 11893179"/>
                  <a:gd name="connsiteY50" fmla="*/ 4703821 h 6856802"/>
                  <a:gd name="connsiteX51" fmla="*/ 10990605 w 11893179"/>
                  <a:gd name="connsiteY51" fmla="*/ 5179546 h 6856802"/>
                  <a:gd name="connsiteX52" fmla="*/ 10754965 w 11893179"/>
                  <a:gd name="connsiteY52" fmla="*/ 5465759 h 6856802"/>
                  <a:gd name="connsiteX53" fmla="*/ 10764969 w 11893179"/>
                  <a:gd name="connsiteY53" fmla="*/ 5581355 h 6856802"/>
                  <a:gd name="connsiteX54" fmla="*/ 10716063 w 11893179"/>
                  <a:gd name="connsiteY54" fmla="*/ 5939817 h 6856802"/>
                  <a:gd name="connsiteX55" fmla="*/ 10653263 w 11893179"/>
                  <a:gd name="connsiteY55" fmla="*/ 6110433 h 6856802"/>
                  <a:gd name="connsiteX56" fmla="*/ 10423736 w 11893179"/>
                  <a:gd name="connsiteY56" fmla="*/ 6494459 h 6856802"/>
                  <a:gd name="connsiteX57" fmla="*/ 9794068 w 11893179"/>
                  <a:gd name="connsiteY57" fmla="*/ 6837359 h 6856802"/>
                  <a:gd name="connsiteX58" fmla="*/ 8700900 w 11893179"/>
                  <a:gd name="connsiteY58" fmla="*/ 6440551 h 6856802"/>
                  <a:gd name="connsiteX59" fmla="*/ 8324655 w 11893179"/>
                  <a:gd name="connsiteY59" fmla="*/ 6515022 h 6856802"/>
                  <a:gd name="connsiteX60" fmla="*/ 7882831 w 11893179"/>
                  <a:gd name="connsiteY60" fmla="*/ 6580045 h 6856802"/>
                  <a:gd name="connsiteX61" fmla="*/ 7667199 w 11893179"/>
                  <a:gd name="connsiteY61" fmla="*/ 6508908 h 6856802"/>
                  <a:gd name="connsiteX62" fmla="*/ 7422667 w 11893179"/>
                  <a:gd name="connsiteY62" fmla="*/ 6441662 h 6856802"/>
                  <a:gd name="connsiteX63" fmla="*/ 6960836 w 11893179"/>
                  <a:gd name="connsiteY63" fmla="*/ 6678413 h 6856802"/>
                  <a:gd name="connsiteX64" fmla="*/ 6136097 w 11893179"/>
                  <a:gd name="connsiteY64" fmla="*/ 6796789 h 6856802"/>
                  <a:gd name="connsiteX65" fmla="*/ 6069962 w 11893179"/>
                  <a:gd name="connsiteY65" fmla="*/ 6792342 h 6856802"/>
                  <a:gd name="connsiteX66" fmla="*/ 4960678 w 11893179"/>
                  <a:gd name="connsiteY66" fmla="*/ 6154893 h 6856802"/>
                  <a:gd name="connsiteX67" fmla="*/ 4533860 w 11893179"/>
                  <a:gd name="connsiteY67" fmla="*/ 6352741 h 6856802"/>
                  <a:gd name="connsiteX68" fmla="*/ 3572406 w 11893179"/>
                  <a:gd name="connsiteY68" fmla="*/ 6553925 h 6856802"/>
                  <a:gd name="connsiteX69" fmla="*/ 3147254 w 11893179"/>
                  <a:gd name="connsiteY69" fmla="*/ 6329400 h 6856802"/>
                  <a:gd name="connsiteX70" fmla="*/ 2905501 w 11893179"/>
                  <a:gd name="connsiteY70" fmla="*/ 6104875 h 6856802"/>
                  <a:gd name="connsiteX71" fmla="*/ 2686534 w 11893179"/>
                  <a:gd name="connsiteY71" fmla="*/ 6183237 h 6856802"/>
                  <a:gd name="connsiteX72" fmla="*/ 2268052 w 11893179"/>
                  <a:gd name="connsiteY72" fmla="*/ 6387199 h 6856802"/>
                  <a:gd name="connsiteX73" fmla="*/ 1222123 w 11893179"/>
                  <a:gd name="connsiteY73" fmla="*/ 6147668 h 6856802"/>
                  <a:gd name="connsiteX74" fmla="*/ 928686 w 11893179"/>
                  <a:gd name="connsiteY74" fmla="*/ 5647490 h 6856802"/>
                  <a:gd name="connsiteX75" fmla="*/ 834763 w 11893179"/>
                  <a:gd name="connsiteY75" fmla="*/ 5336268 h 6856802"/>
                  <a:gd name="connsiteX76" fmla="*/ 202871 w 11893179"/>
                  <a:gd name="connsiteY76" fmla="*/ 4537095 h 6856802"/>
                  <a:gd name="connsiteX77" fmla="*/ 715832 w 11893179"/>
                  <a:gd name="connsiteY77" fmla="*/ 3857407 h 6856802"/>
                  <a:gd name="connsiteX78" fmla="*/ 220100 w 11893179"/>
                  <a:gd name="connsiteY78" fmla="*/ 3113809 h 6856802"/>
                  <a:gd name="connsiteX79" fmla="*/ 669704 w 11893179"/>
                  <a:gd name="connsiteY79" fmla="*/ 2276844 h 6856802"/>
                  <a:gd name="connsiteX80" fmla="*/ 1109861 w 11893179"/>
                  <a:gd name="connsiteY80" fmla="*/ 2100670 h 6856802"/>
                  <a:gd name="connsiteX81" fmla="*/ 1148208 w 11893179"/>
                  <a:gd name="connsiteY81" fmla="*/ 2072327 h 6856802"/>
                  <a:gd name="connsiteX82" fmla="*/ 1119309 w 11893179"/>
                  <a:gd name="connsiteY82" fmla="*/ 1761661 h 6856802"/>
                  <a:gd name="connsiteX83" fmla="*/ 1497777 w 11893179"/>
                  <a:gd name="connsiteY83" fmla="*/ 1257592 h 6856802"/>
                  <a:gd name="connsiteX84" fmla="*/ 1491664 w 11893179"/>
                  <a:gd name="connsiteY84" fmla="*/ 1235362 h 6856802"/>
                  <a:gd name="connsiteX85" fmla="*/ 1628379 w 11893179"/>
                  <a:gd name="connsiteY85" fmla="*/ 602914 h 6856802"/>
                  <a:gd name="connsiteX86" fmla="*/ 2885494 w 11893179"/>
                  <a:gd name="connsiteY86" fmla="*/ 17706 h 6856802"/>
                  <a:gd name="connsiteX87" fmla="*/ 3219224 w 11893179"/>
                  <a:gd name="connsiteY87" fmla="*/ 338 h 6856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11893179" h="6856802">
                    <a:moveTo>
                      <a:pt x="108567" y="5390271"/>
                    </a:moveTo>
                    <a:cubicBezTo>
                      <a:pt x="117598" y="5389481"/>
                      <a:pt x="127150" y="5392260"/>
                      <a:pt x="135625" y="5400179"/>
                    </a:cubicBezTo>
                    <a:cubicBezTo>
                      <a:pt x="210653" y="5470760"/>
                      <a:pt x="301797" y="5520222"/>
                      <a:pt x="401832" y="5545787"/>
                    </a:cubicBezTo>
                    <a:cubicBezTo>
                      <a:pt x="446847" y="5556902"/>
                      <a:pt x="427397" y="5626927"/>
                      <a:pt x="382936" y="5615812"/>
                    </a:cubicBezTo>
                    <a:cubicBezTo>
                      <a:pt x="270674" y="5587468"/>
                      <a:pt x="168416" y="5530781"/>
                      <a:pt x="84496" y="5451309"/>
                    </a:cubicBezTo>
                    <a:cubicBezTo>
                      <a:pt x="59071" y="5427134"/>
                      <a:pt x="81474" y="5392642"/>
                      <a:pt x="108567" y="5390271"/>
                    </a:cubicBezTo>
                    <a:close/>
                    <a:moveTo>
                      <a:pt x="45177" y="5027582"/>
                    </a:moveTo>
                    <a:cubicBezTo>
                      <a:pt x="53514" y="5029423"/>
                      <a:pt x="61155" y="5035050"/>
                      <a:pt x="66157" y="5045609"/>
                    </a:cubicBezTo>
                    <a:cubicBezTo>
                      <a:pt x="180087" y="5286250"/>
                      <a:pt x="412392" y="5456867"/>
                      <a:pt x="675818" y="5493546"/>
                    </a:cubicBezTo>
                    <a:cubicBezTo>
                      <a:pt x="695271" y="5496325"/>
                      <a:pt x="705830" y="5520779"/>
                      <a:pt x="700828" y="5538562"/>
                    </a:cubicBezTo>
                    <a:cubicBezTo>
                      <a:pt x="694715" y="5558570"/>
                      <a:pt x="675818" y="5566350"/>
                      <a:pt x="656368" y="5563571"/>
                    </a:cubicBezTo>
                    <a:cubicBezTo>
                      <a:pt x="376824" y="5524113"/>
                      <a:pt x="124511" y="5337380"/>
                      <a:pt x="3912" y="5082289"/>
                    </a:cubicBezTo>
                    <a:cubicBezTo>
                      <a:pt x="-11093" y="5050611"/>
                      <a:pt x="20168" y="5022059"/>
                      <a:pt x="45177" y="5027582"/>
                    </a:cubicBezTo>
                    <a:close/>
                    <a:moveTo>
                      <a:pt x="11856609" y="3028223"/>
                    </a:moveTo>
                    <a:cubicBezTo>
                      <a:pt x="11874671" y="3028223"/>
                      <a:pt x="11892872" y="3039894"/>
                      <a:pt x="11893150" y="3063236"/>
                    </a:cubicBezTo>
                    <a:cubicBezTo>
                      <a:pt x="11894817" y="3263863"/>
                      <a:pt x="11826459" y="3457821"/>
                      <a:pt x="11703637" y="3615655"/>
                    </a:cubicBezTo>
                    <a:cubicBezTo>
                      <a:pt x="11675295" y="3652334"/>
                      <a:pt x="11624166" y="3600649"/>
                      <a:pt x="11652508" y="3564525"/>
                    </a:cubicBezTo>
                    <a:cubicBezTo>
                      <a:pt x="11763104" y="3422252"/>
                      <a:pt x="11822013" y="3243300"/>
                      <a:pt x="11820902" y="3063236"/>
                    </a:cubicBezTo>
                    <a:cubicBezTo>
                      <a:pt x="11820624" y="3039894"/>
                      <a:pt x="11838547" y="3028223"/>
                      <a:pt x="11856609" y="3028223"/>
                    </a:cubicBezTo>
                    <a:close/>
                    <a:moveTo>
                      <a:pt x="11611799" y="2272467"/>
                    </a:moveTo>
                    <a:cubicBezTo>
                      <a:pt x="11621246" y="2274482"/>
                      <a:pt x="11629722" y="2279901"/>
                      <a:pt x="11633613" y="2289071"/>
                    </a:cubicBezTo>
                    <a:cubicBezTo>
                      <a:pt x="11671404" y="2379103"/>
                      <a:pt x="11700303" y="2471358"/>
                      <a:pt x="11718087" y="2567503"/>
                    </a:cubicBezTo>
                    <a:cubicBezTo>
                      <a:pt x="11780331" y="2902623"/>
                      <a:pt x="11718087" y="3257749"/>
                      <a:pt x="11538023" y="3547297"/>
                    </a:cubicBezTo>
                    <a:cubicBezTo>
                      <a:pt x="11513569" y="3586756"/>
                      <a:pt x="11451325" y="3550076"/>
                      <a:pt x="11475778" y="3510617"/>
                    </a:cubicBezTo>
                    <a:cubicBezTo>
                      <a:pt x="11523573" y="3433367"/>
                      <a:pt x="11563587" y="3351671"/>
                      <a:pt x="11594154" y="3265530"/>
                    </a:cubicBezTo>
                    <a:cubicBezTo>
                      <a:pt x="11700858" y="2963755"/>
                      <a:pt x="11696413" y="2621411"/>
                      <a:pt x="11571369" y="2325750"/>
                    </a:cubicBezTo>
                    <a:cubicBezTo>
                      <a:pt x="11563587" y="2307966"/>
                      <a:pt x="11565255" y="2286848"/>
                      <a:pt x="11584150" y="2276288"/>
                    </a:cubicBezTo>
                    <a:cubicBezTo>
                      <a:pt x="11591930" y="2271842"/>
                      <a:pt x="11602351" y="2270453"/>
                      <a:pt x="11611799" y="2272467"/>
                    </a:cubicBezTo>
                    <a:close/>
                    <a:moveTo>
                      <a:pt x="11139547" y="1068636"/>
                    </a:moveTo>
                    <a:cubicBezTo>
                      <a:pt x="11140103" y="1073082"/>
                      <a:pt x="11140103" y="1076972"/>
                      <a:pt x="11140103" y="1081418"/>
                    </a:cubicBezTo>
                    <a:cubicBezTo>
                      <a:pt x="11140659" y="1080307"/>
                      <a:pt x="11140659" y="1079751"/>
                      <a:pt x="11140659" y="1078639"/>
                    </a:cubicBezTo>
                    <a:cubicBezTo>
                      <a:pt x="11141214" y="1075305"/>
                      <a:pt x="11140659" y="1071415"/>
                      <a:pt x="11139547" y="1068636"/>
                    </a:cubicBezTo>
                    <a:close/>
                    <a:moveTo>
                      <a:pt x="3219224" y="338"/>
                    </a:moveTo>
                    <a:cubicBezTo>
                      <a:pt x="3330653" y="2283"/>
                      <a:pt x="3441804" y="12703"/>
                      <a:pt x="3551287" y="33822"/>
                    </a:cubicBezTo>
                    <a:cubicBezTo>
                      <a:pt x="3745245" y="70502"/>
                      <a:pt x="3906969" y="170538"/>
                      <a:pt x="4034237" y="321703"/>
                    </a:cubicBezTo>
                    <a:cubicBezTo>
                      <a:pt x="4054244" y="346156"/>
                      <a:pt x="4073695" y="371165"/>
                      <a:pt x="4092035" y="397285"/>
                    </a:cubicBezTo>
                    <a:cubicBezTo>
                      <a:pt x="4223193" y="625700"/>
                      <a:pt x="4201519" y="582907"/>
                      <a:pt x="4422153" y="468978"/>
                    </a:cubicBezTo>
                    <a:cubicBezTo>
                      <a:pt x="4563870" y="395618"/>
                      <a:pt x="4707810" y="315590"/>
                      <a:pt x="4867868" y="290581"/>
                    </a:cubicBezTo>
                    <a:cubicBezTo>
                      <a:pt x="5189093" y="246676"/>
                      <a:pt x="5567006" y="332818"/>
                      <a:pt x="5730953" y="635148"/>
                    </a:cubicBezTo>
                    <a:cubicBezTo>
                      <a:pt x="6413418" y="310032"/>
                      <a:pt x="6759097" y="-38981"/>
                      <a:pt x="7516034" y="413958"/>
                    </a:cubicBezTo>
                    <a:cubicBezTo>
                      <a:pt x="7692763" y="555675"/>
                      <a:pt x="7685539" y="513994"/>
                      <a:pt x="7886721" y="449526"/>
                    </a:cubicBezTo>
                    <a:cubicBezTo>
                      <a:pt x="8279083" y="317813"/>
                      <a:pt x="8769258" y="180541"/>
                      <a:pt x="9147171" y="416737"/>
                    </a:cubicBezTo>
                    <a:cubicBezTo>
                      <a:pt x="9241649" y="473979"/>
                      <a:pt x="9293333" y="582907"/>
                      <a:pt x="9334459" y="651821"/>
                    </a:cubicBezTo>
                    <a:cubicBezTo>
                      <a:pt x="9372806" y="661824"/>
                      <a:pt x="9411709" y="671272"/>
                      <a:pt x="9450612" y="680720"/>
                    </a:cubicBezTo>
                    <a:cubicBezTo>
                      <a:pt x="10133078" y="148308"/>
                      <a:pt x="11174004" y="-53987"/>
                      <a:pt x="11229579" y="1103092"/>
                    </a:cubicBezTo>
                    <a:cubicBezTo>
                      <a:pt x="11243473" y="1366520"/>
                      <a:pt x="11202347" y="1628280"/>
                      <a:pt x="11145105" y="1884482"/>
                    </a:cubicBezTo>
                    <a:cubicBezTo>
                      <a:pt x="11092864" y="2094557"/>
                      <a:pt x="11081193" y="2087888"/>
                      <a:pt x="11270149" y="2197927"/>
                    </a:cubicBezTo>
                    <a:cubicBezTo>
                      <a:pt x="11496897" y="2361319"/>
                      <a:pt x="11595821" y="2651422"/>
                      <a:pt x="11566366" y="2921519"/>
                    </a:cubicBezTo>
                    <a:cubicBezTo>
                      <a:pt x="11549138" y="3114365"/>
                      <a:pt x="11476334" y="3297764"/>
                      <a:pt x="11389081" y="3470047"/>
                    </a:cubicBezTo>
                    <a:cubicBezTo>
                      <a:pt x="11290712" y="3676788"/>
                      <a:pt x="11209017" y="3672342"/>
                      <a:pt x="11339063" y="3895755"/>
                    </a:cubicBezTo>
                    <a:cubicBezTo>
                      <a:pt x="11446324" y="4152513"/>
                      <a:pt x="11441877" y="4449285"/>
                      <a:pt x="11331282" y="4703821"/>
                    </a:cubicBezTo>
                    <a:cubicBezTo>
                      <a:pt x="11254032" y="4884441"/>
                      <a:pt x="11127320" y="5039496"/>
                      <a:pt x="10990605" y="5179546"/>
                    </a:cubicBezTo>
                    <a:cubicBezTo>
                      <a:pt x="10926138" y="5264020"/>
                      <a:pt x="10753854" y="5365723"/>
                      <a:pt x="10754965" y="5465759"/>
                    </a:cubicBezTo>
                    <a:cubicBezTo>
                      <a:pt x="10757744" y="5504106"/>
                      <a:pt x="10761635" y="5542453"/>
                      <a:pt x="10764969" y="5581355"/>
                    </a:cubicBezTo>
                    <a:cubicBezTo>
                      <a:pt x="10774973" y="5703065"/>
                      <a:pt x="10758300" y="5825331"/>
                      <a:pt x="10716063" y="5939817"/>
                    </a:cubicBezTo>
                    <a:lnTo>
                      <a:pt x="10653263" y="6110433"/>
                    </a:lnTo>
                    <a:cubicBezTo>
                      <a:pt x="10601578" y="6251595"/>
                      <a:pt x="10524328" y="6382197"/>
                      <a:pt x="10423736" y="6494459"/>
                    </a:cubicBezTo>
                    <a:cubicBezTo>
                      <a:pt x="10259233" y="6677302"/>
                      <a:pt x="10048603" y="6811238"/>
                      <a:pt x="9794068" y="6837359"/>
                    </a:cubicBezTo>
                    <a:cubicBezTo>
                      <a:pt x="9301670" y="6913497"/>
                      <a:pt x="9043800" y="6762888"/>
                      <a:pt x="8700900" y="6440551"/>
                    </a:cubicBezTo>
                    <a:cubicBezTo>
                      <a:pt x="8571966" y="6430547"/>
                      <a:pt x="8448588" y="6472784"/>
                      <a:pt x="8324655" y="6515022"/>
                    </a:cubicBezTo>
                    <a:cubicBezTo>
                      <a:pt x="8180715" y="6564483"/>
                      <a:pt x="8036219" y="6613390"/>
                      <a:pt x="7882831" y="6580045"/>
                    </a:cubicBezTo>
                    <a:cubicBezTo>
                      <a:pt x="7811139" y="6576710"/>
                      <a:pt x="7737780" y="6542810"/>
                      <a:pt x="7667199" y="6508908"/>
                    </a:cubicBezTo>
                    <a:cubicBezTo>
                      <a:pt x="7579946" y="6466671"/>
                      <a:pt x="7496027" y="6424989"/>
                      <a:pt x="7422667" y="6441662"/>
                    </a:cubicBezTo>
                    <a:cubicBezTo>
                      <a:pt x="7257053" y="6501684"/>
                      <a:pt x="7125339" y="6617836"/>
                      <a:pt x="6960836" y="6678413"/>
                    </a:cubicBezTo>
                    <a:cubicBezTo>
                      <a:pt x="6702410" y="6786229"/>
                      <a:pt x="6415086" y="6812906"/>
                      <a:pt x="6136097" y="6796789"/>
                    </a:cubicBezTo>
                    <a:cubicBezTo>
                      <a:pt x="6113867" y="6795678"/>
                      <a:pt x="6092193" y="6794010"/>
                      <a:pt x="6069962" y="6792342"/>
                    </a:cubicBezTo>
                    <a:cubicBezTo>
                      <a:pt x="5601463" y="6744548"/>
                      <a:pt x="5244113" y="6518912"/>
                      <a:pt x="4960678" y="6154893"/>
                    </a:cubicBezTo>
                    <a:cubicBezTo>
                      <a:pt x="4899545" y="6083201"/>
                      <a:pt x="4621113" y="6324398"/>
                      <a:pt x="4533860" y="6352741"/>
                    </a:cubicBezTo>
                    <a:cubicBezTo>
                      <a:pt x="4243756" y="6506686"/>
                      <a:pt x="3904191" y="6637843"/>
                      <a:pt x="3572406" y="6553925"/>
                    </a:cubicBezTo>
                    <a:cubicBezTo>
                      <a:pt x="3415683" y="6513354"/>
                      <a:pt x="3269520" y="6434993"/>
                      <a:pt x="3147254" y="6329400"/>
                    </a:cubicBezTo>
                    <a:cubicBezTo>
                      <a:pt x="3059445" y="6263821"/>
                      <a:pt x="3002203" y="6156005"/>
                      <a:pt x="2905501" y="6104875"/>
                    </a:cubicBezTo>
                    <a:cubicBezTo>
                      <a:pt x="2824917" y="6093760"/>
                      <a:pt x="2753781" y="6147668"/>
                      <a:pt x="2686534" y="6183237"/>
                    </a:cubicBezTo>
                    <a:cubicBezTo>
                      <a:pt x="2553709" y="6263821"/>
                      <a:pt x="2416438" y="6338848"/>
                      <a:pt x="2268052" y="6387199"/>
                    </a:cubicBezTo>
                    <a:cubicBezTo>
                      <a:pt x="1912370" y="6512799"/>
                      <a:pt x="1492220" y="6402204"/>
                      <a:pt x="1222123" y="6147668"/>
                    </a:cubicBezTo>
                    <a:cubicBezTo>
                      <a:pt x="1086520" y="6007619"/>
                      <a:pt x="987595" y="5832001"/>
                      <a:pt x="928686" y="5647490"/>
                    </a:cubicBezTo>
                    <a:cubicBezTo>
                      <a:pt x="892006" y="5583023"/>
                      <a:pt x="896452" y="5345160"/>
                      <a:pt x="834763" y="5336268"/>
                    </a:cubicBezTo>
                    <a:cubicBezTo>
                      <a:pt x="345144" y="5399068"/>
                      <a:pt x="86163" y="4976140"/>
                      <a:pt x="202871" y="4537095"/>
                    </a:cubicBezTo>
                    <a:cubicBezTo>
                      <a:pt x="269562" y="4248658"/>
                      <a:pt x="515761" y="4058035"/>
                      <a:pt x="715832" y="3857407"/>
                    </a:cubicBezTo>
                    <a:cubicBezTo>
                      <a:pt x="396829" y="3725694"/>
                      <a:pt x="256779" y="3440037"/>
                      <a:pt x="220100" y="3113809"/>
                    </a:cubicBezTo>
                    <a:cubicBezTo>
                      <a:pt x="165636" y="2773132"/>
                      <a:pt x="406833" y="2467468"/>
                      <a:pt x="669704" y="2276844"/>
                    </a:cubicBezTo>
                    <a:cubicBezTo>
                      <a:pt x="799751" y="2177364"/>
                      <a:pt x="955917" y="2141240"/>
                      <a:pt x="1109861" y="2100670"/>
                    </a:cubicBezTo>
                    <a:cubicBezTo>
                      <a:pt x="1123755" y="2090111"/>
                      <a:pt x="1137093" y="2080663"/>
                      <a:pt x="1148208" y="2072327"/>
                    </a:cubicBezTo>
                    <a:cubicBezTo>
                      <a:pt x="1168215" y="1997856"/>
                      <a:pt x="1099302" y="1848358"/>
                      <a:pt x="1119309" y="1761661"/>
                    </a:cubicBezTo>
                    <a:cubicBezTo>
                      <a:pt x="1143762" y="1548251"/>
                      <a:pt x="1286591" y="1326505"/>
                      <a:pt x="1497777" y="1257592"/>
                    </a:cubicBezTo>
                    <a:cubicBezTo>
                      <a:pt x="1495554" y="1249811"/>
                      <a:pt x="1493887" y="1242587"/>
                      <a:pt x="1491664" y="1235362"/>
                    </a:cubicBezTo>
                    <a:cubicBezTo>
                      <a:pt x="1447759" y="1015839"/>
                      <a:pt x="1500000" y="785757"/>
                      <a:pt x="1628379" y="602914"/>
                    </a:cubicBezTo>
                    <a:cubicBezTo>
                      <a:pt x="1914037" y="218888"/>
                      <a:pt x="2426442" y="69391"/>
                      <a:pt x="2885494" y="17706"/>
                    </a:cubicBezTo>
                    <a:cubicBezTo>
                      <a:pt x="2996089" y="4923"/>
                      <a:pt x="3107796" y="-1607"/>
                      <a:pt x="3219224" y="338"/>
                    </a:cubicBezTo>
                    <a:close/>
                  </a:path>
                </a:pathLst>
              </a:custGeom>
              <a:solidFill>
                <a:schemeClr val="accent3">
                  <a:alpha val="15000"/>
                </a:schemeClr>
              </a:solidFill>
              <a:ln w="55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Bullet3" descr="97c8b8f3-b2bc-4b3b-8843-7659bde816bd">
                <a:extLst>
                  <a:ext uri="{FF2B5EF4-FFF2-40B4-BE49-F238E27FC236}">
                    <a16:creationId xmlns:a16="http://schemas.microsoft.com/office/drawing/2014/main" id="{E7BBC054-F648-5621-03BC-FBCA01CFB5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52432" y="2263115"/>
                <a:ext cx="2814443" cy="66897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上映时间</a:t>
                </a:r>
                <a:endParaRPr lang="en-US" dirty="0"/>
              </a:p>
            </p:txBody>
          </p:sp>
          <p:sp>
            <p:nvSpPr>
              <p:cNvPr id="51" name="Text3" descr="e2ad4a22-61ce-4ed5-8e84-1315c42ffe1b">
                <a:extLst>
                  <a:ext uri="{FF2B5EF4-FFF2-40B4-BE49-F238E27FC236}">
                    <a16:creationId xmlns:a16="http://schemas.microsoft.com/office/drawing/2014/main" id="{5603ADD8-A9DA-802F-9C16-DAA1F864B9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52432" y="2932090"/>
                <a:ext cx="2814443" cy="85667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电影于XXX年11月22日在美国上映，随后在全球多个国家和地区陆续上映，引发观影热潮。</a:t>
                </a:r>
                <a:endParaRPr lang="en-US" dirty="0"/>
              </a:p>
            </p:txBody>
          </p:sp>
        </p:grpSp>
        <p:grpSp>
          <p:nvGrpSpPr>
            <p:cNvPr id="122" name="组合 121" descr="931005ce-ab4c-4da6-b01f-0e40aa561280">
              <a:extLst>
                <a:ext uri="{FF2B5EF4-FFF2-40B4-BE49-F238E27FC236}">
                  <a16:creationId xmlns:a16="http://schemas.microsoft.com/office/drawing/2014/main" id="{5B684823-E6F1-3817-DEDC-0A927EF3A03B}"/>
                </a:ext>
              </a:extLst>
            </p:cNvPr>
            <p:cNvGrpSpPr/>
            <p:nvPr/>
          </p:nvGrpSpPr>
          <p:grpSpPr>
            <a:xfrm>
              <a:off x="660400" y="4105575"/>
              <a:ext cx="3518493" cy="2028525"/>
              <a:chOff x="660400" y="4105575"/>
              <a:chExt cx="3518493" cy="2028525"/>
            </a:xfrm>
          </p:grpSpPr>
          <p:sp>
            <p:nvSpPr>
              <p:cNvPr id="53" name="Shape4" descr="b9f640d9-931c-4669-96d1-7f698949f1da">
                <a:extLst>
                  <a:ext uri="{FF2B5EF4-FFF2-40B4-BE49-F238E27FC236}">
                    <a16:creationId xmlns:a16="http://schemas.microsoft.com/office/drawing/2014/main" id="{E66C10C8-DFE1-0331-A6F7-56A4B292E8DE}"/>
                  </a:ext>
                </a:extLst>
              </p:cNvPr>
              <p:cNvSpPr/>
              <p:nvPr/>
            </p:nvSpPr>
            <p:spPr>
              <a:xfrm>
                <a:off x="660400" y="4105575"/>
                <a:ext cx="3518493" cy="2028525"/>
              </a:xfrm>
              <a:custGeom>
                <a:avLst/>
                <a:gdLst>
                  <a:gd name="connsiteX0" fmla="*/ 108567 w 11893179"/>
                  <a:gd name="connsiteY0" fmla="*/ 5390271 h 6856802"/>
                  <a:gd name="connsiteX1" fmla="*/ 135625 w 11893179"/>
                  <a:gd name="connsiteY1" fmla="*/ 5400179 h 6856802"/>
                  <a:gd name="connsiteX2" fmla="*/ 401832 w 11893179"/>
                  <a:gd name="connsiteY2" fmla="*/ 5545787 h 6856802"/>
                  <a:gd name="connsiteX3" fmla="*/ 382936 w 11893179"/>
                  <a:gd name="connsiteY3" fmla="*/ 5615812 h 6856802"/>
                  <a:gd name="connsiteX4" fmla="*/ 84496 w 11893179"/>
                  <a:gd name="connsiteY4" fmla="*/ 5451309 h 6856802"/>
                  <a:gd name="connsiteX5" fmla="*/ 108567 w 11893179"/>
                  <a:gd name="connsiteY5" fmla="*/ 5390271 h 6856802"/>
                  <a:gd name="connsiteX6" fmla="*/ 45177 w 11893179"/>
                  <a:gd name="connsiteY6" fmla="*/ 5027582 h 6856802"/>
                  <a:gd name="connsiteX7" fmla="*/ 66157 w 11893179"/>
                  <a:gd name="connsiteY7" fmla="*/ 5045609 h 6856802"/>
                  <a:gd name="connsiteX8" fmla="*/ 675818 w 11893179"/>
                  <a:gd name="connsiteY8" fmla="*/ 5493546 h 6856802"/>
                  <a:gd name="connsiteX9" fmla="*/ 700828 w 11893179"/>
                  <a:gd name="connsiteY9" fmla="*/ 5538562 h 6856802"/>
                  <a:gd name="connsiteX10" fmla="*/ 656368 w 11893179"/>
                  <a:gd name="connsiteY10" fmla="*/ 5563571 h 6856802"/>
                  <a:gd name="connsiteX11" fmla="*/ 3912 w 11893179"/>
                  <a:gd name="connsiteY11" fmla="*/ 5082289 h 6856802"/>
                  <a:gd name="connsiteX12" fmla="*/ 45177 w 11893179"/>
                  <a:gd name="connsiteY12" fmla="*/ 5027582 h 6856802"/>
                  <a:gd name="connsiteX13" fmla="*/ 11856609 w 11893179"/>
                  <a:gd name="connsiteY13" fmla="*/ 3028223 h 6856802"/>
                  <a:gd name="connsiteX14" fmla="*/ 11893150 w 11893179"/>
                  <a:gd name="connsiteY14" fmla="*/ 3063236 h 6856802"/>
                  <a:gd name="connsiteX15" fmla="*/ 11703637 w 11893179"/>
                  <a:gd name="connsiteY15" fmla="*/ 3615655 h 6856802"/>
                  <a:gd name="connsiteX16" fmla="*/ 11652508 w 11893179"/>
                  <a:gd name="connsiteY16" fmla="*/ 3564525 h 6856802"/>
                  <a:gd name="connsiteX17" fmla="*/ 11820902 w 11893179"/>
                  <a:gd name="connsiteY17" fmla="*/ 3063236 h 6856802"/>
                  <a:gd name="connsiteX18" fmla="*/ 11856609 w 11893179"/>
                  <a:gd name="connsiteY18" fmla="*/ 3028223 h 6856802"/>
                  <a:gd name="connsiteX19" fmla="*/ 11611799 w 11893179"/>
                  <a:gd name="connsiteY19" fmla="*/ 2272467 h 6856802"/>
                  <a:gd name="connsiteX20" fmla="*/ 11633613 w 11893179"/>
                  <a:gd name="connsiteY20" fmla="*/ 2289071 h 6856802"/>
                  <a:gd name="connsiteX21" fmla="*/ 11718087 w 11893179"/>
                  <a:gd name="connsiteY21" fmla="*/ 2567503 h 6856802"/>
                  <a:gd name="connsiteX22" fmla="*/ 11538023 w 11893179"/>
                  <a:gd name="connsiteY22" fmla="*/ 3547297 h 6856802"/>
                  <a:gd name="connsiteX23" fmla="*/ 11475778 w 11893179"/>
                  <a:gd name="connsiteY23" fmla="*/ 3510617 h 6856802"/>
                  <a:gd name="connsiteX24" fmla="*/ 11594154 w 11893179"/>
                  <a:gd name="connsiteY24" fmla="*/ 3265530 h 6856802"/>
                  <a:gd name="connsiteX25" fmla="*/ 11571369 w 11893179"/>
                  <a:gd name="connsiteY25" fmla="*/ 2325750 h 6856802"/>
                  <a:gd name="connsiteX26" fmla="*/ 11584150 w 11893179"/>
                  <a:gd name="connsiteY26" fmla="*/ 2276288 h 6856802"/>
                  <a:gd name="connsiteX27" fmla="*/ 11611799 w 11893179"/>
                  <a:gd name="connsiteY27" fmla="*/ 2272467 h 6856802"/>
                  <a:gd name="connsiteX28" fmla="*/ 11139547 w 11893179"/>
                  <a:gd name="connsiteY28" fmla="*/ 1068636 h 6856802"/>
                  <a:gd name="connsiteX29" fmla="*/ 11140103 w 11893179"/>
                  <a:gd name="connsiteY29" fmla="*/ 1081418 h 6856802"/>
                  <a:gd name="connsiteX30" fmla="*/ 11140659 w 11893179"/>
                  <a:gd name="connsiteY30" fmla="*/ 1078639 h 6856802"/>
                  <a:gd name="connsiteX31" fmla="*/ 11139547 w 11893179"/>
                  <a:gd name="connsiteY31" fmla="*/ 1068636 h 6856802"/>
                  <a:gd name="connsiteX32" fmla="*/ 3219224 w 11893179"/>
                  <a:gd name="connsiteY32" fmla="*/ 338 h 6856802"/>
                  <a:gd name="connsiteX33" fmla="*/ 3551287 w 11893179"/>
                  <a:gd name="connsiteY33" fmla="*/ 33822 h 6856802"/>
                  <a:gd name="connsiteX34" fmla="*/ 4034237 w 11893179"/>
                  <a:gd name="connsiteY34" fmla="*/ 321703 h 6856802"/>
                  <a:gd name="connsiteX35" fmla="*/ 4092035 w 11893179"/>
                  <a:gd name="connsiteY35" fmla="*/ 397285 h 6856802"/>
                  <a:gd name="connsiteX36" fmla="*/ 4422153 w 11893179"/>
                  <a:gd name="connsiteY36" fmla="*/ 468978 h 6856802"/>
                  <a:gd name="connsiteX37" fmla="*/ 4867868 w 11893179"/>
                  <a:gd name="connsiteY37" fmla="*/ 290581 h 6856802"/>
                  <a:gd name="connsiteX38" fmla="*/ 5730953 w 11893179"/>
                  <a:gd name="connsiteY38" fmla="*/ 635148 h 6856802"/>
                  <a:gd name="connsiteX39" fmla="*/ 7516034 w 11893179"/>
                  <a:gd name="connsiteY39" fmla="*/ 413958 h 6856802"/>
                  <a:gd name="connsiteX40" fmla="*/ 7886721 w 11893179"/>
                  <a:gd name="connsiteY40" fmla="*/ 449526 h 6856802"/>
                  <a:gd name="connsiteX41" fmla="*/ 9147171 w 11893179"/>
                  <a:gd name="connsiteY41" fmla="*/ 416737 h 6856802"/>
                  <a:gd name="connsiteX42" fmla="*/ 9334459 w 11893179"/>
                  <a:gd name="connsiteY42" fmla="*/ 651821 h 6856802"/>
                  <a:gd name="connsiteX43" fmla="*/ 9450612 w 11893179"/>
                  <a:gd name="connsiteY43" fmla="*/ 680720 h 6856802"/>
                  <a:gd name="connsiteX44" fmla="*/ 11229579 w 11893179"/>
                  <a:gd name="connsiteY44" fmla="*/ 1103092 h 6856802"/>
                  <a:gd name="connsiteX45" fmla="*/ 11145105 w 11893179"/>
                  <a:gd name="connsiteY45" fmla="*/ 1884482 h 6856802"/>
                  <a:gd name="connsiteX46" fmla="*/ 11270149 w 11893179"/>
                  <a:gd name="connsiteY46" fmla="*/ 2197927 h 6856802"/>
                  <a:gd name="connsiteX47" fmla="*/ 11566366 w 11893179"/>
                  <a:gd name="connsiteY47" fmla="*/ 2921519 h 6856802"/>
                  <a:gd name="connsiteX48" fmla="*/ 11389081 w 11893179"/>
                  <a:gd name="connsiteY48" fmla="*/ 3470047 h 6856802"/>
                  <a:gd name="connsiteX49" fmla="*/ 11339063 w 11893179"/>
                  <a:gd name="connsiteY49" fmla="*/ 3895755 h 6856802"/>
                  <a:gd name="connsiteX50" fmla="*/ 11331282 w 11893179"/>
                  <a:gd name="connsiteY50" fmla="*/ 4703821 h 6856802"/>
                  <a:gd name="connsiteX51" fmla="*/ 10990605 w 11893179"/>
                  <a:gd name="connsiteY51" fmla="*/ 5179546 h 6856802"/>
                  <a:gd name="connsiteX52" fmla="*/ 10754965 w 11893179"/>
                  <a:gd name="connsiteY52" fmla="*/ 5465759 h 6856802"/>
                  <a:gd name="connsiteX53" fmla="*/ 10764969 w 11893179"/>
                  <a:gd name="connsiteY53" fmla="*/ 5581355 h 6856802"/>
                  <a:gd name="connsiteX54" fmla="*/ 10716063 w 11893179"/>
                  <a:gd name="connsiteY54" fmla="*/ 5939817 h 6856802"/>
                  <a:gd name="connsiteX55" fmla="*/ 10653263 w 11893179"/>
                  <a:gd name="connsiteY55" fmla="*/ 6110433 h 6856802"/>
                  <a:gd name="connsiteX56" fmla="*/ 10423736 w 11893179"/>
                  <a:gd name="connsiteY56" fmla="*/ 6494459 h 6856802"/>
                  <a:gd name="connsiteX57" fmla="*/ 9794068 w 11893179"/>
                  <a:gd name="connsiteY57" fmla="*/ 6837359 h 6856802"/>
                  <a:gd name="connsiteX58" fmla="*/ 8700900 w 11893179"/>
                  <a:gd name="connsiteY58" fmla="*/ 6440551 h 6856802"/>
                  <a:gd name="connsiteX59" fmla="*/ 8324655 w 11893179"/>
                  <a:gd name="connsiteY59" fmla="*/ 6515022 h 6856802"/>
                  <a:gd name="connsiteX60" fmla="*/ 7882831 w 11893179"/>
                  <a:gd name="connsiteY60" fmla="*/ 6580045 h 6856802"/>
                  <a:gd name="connsiteX61" fmla="*/ 7667199 w 11893179"/>
                  <a:gd name="connsiteY61" fmla="*/ 6508908 h 6856802"/>
                  <a:gd name="connsiteX62" fmla="*/ 7422667 w 11893179"/>
                  <a:gd name="connsiteY62" fmla="*/ 6441662 h 6856802"/>
                  <a:gd name="connsiteX63" fmla="*/ 6960836 w 11893179"/>
                  <a:gd name="connsiteY63" fmla="*/ 6678413 h 6856802"/>
                  <a:gd name="connsiteX64" fmla="*/ 6136097 w 11893179"/>
                  <a:gd name="connsiteY64" fmla="*/ 6796789 h 6856802"/>
                  <a:gd name="connsiteX65" fmla="*/ 6069962 w 11893179"/>
                  <a:gd name="connsiteY65" fmla="*/ 6792342 h 6856802"/>
                  <a:gd name="connsiteX66" fmla="*/ 4960678 w 11893179"/>
                  <a:gd name="connsiteY66" fmla="*/ 6154893 h 6856802"/>
                  <a:gd name="connsiteX67" fmla="*/ 4533860 w 11893179"/>
                  <a:gd name="connsiteY67" fmla="*/ 6352741 h 6856802"/>
                  <a:gd name="connsiteX68" fmla="*/ 3572406 w 11893179"/>
                  <a:gd name="connsiteY68" fmla="*/ 6553925 h 6856802"/>
                  <a:gd name="connsiteX69" fmla="*/ 3147254 w 11893179"/>
                  <a:gd name="connsiteY69" fmla="*/ 6329400 h 6856802"/>
                  <a:gd name="connsiteX70" fmla="*/ 2905501 w 11893179"/>
                  <a:gd name="connsiteY70" fmla="*/ 6104875 h 6856802"/>
                  <a:gd name="connsiteX71" fmla="*/ 2686534 w 11893179"/>
                  <a:gd name="connsiteY71" fmla="*/ 6183237 h 6856802"/>
                  <a:gd name="connsiteX72" fmla="*/ 2268052 w 11893179"/>
                  <a:gd name="connsiteY72" fmla="*/ 6387199 h 6856802"/>
                  <a:gd name="connsiteX73" fmla="*/ 1222123 w 11893179"/>
                  <a:gd name="connsiteY73" fmla="*/ 6147668 h 6856802"/>
                  <a:gd name="connsiteX74" fmla="*/ 928686 w 11893179"/>
                  <a:gd name="connsiteY74" fmla="*/ 5647490 h 6856802"/>
                  <a:gd name="connsiteX75" fmla="*/ 834763 w 11893179"/>
                  <a:gd name="connsiteY75" fmla="*/ 5336268 h 6856802"/>
                  <a:gd name="connsiteX76" fmla="*/ 202871 w 11893179"/>
                  <a:gd name="connsiteY76" fmla="*/ 4537095 h 6856802"/>
                  <a:gd name="connsiteX77" fmla="*/ 715832 w 11893179"/>
                  <a:gd name="connsiteY77" fmla="*/ 3857407 h 6856802"/>
                  <a:gd name="connsiteX78" fmla="*/ 220100 w 11893179"/>
                  <a:gd name="connsiteY78" fmla="*/ 3113809 h 6856802"/>
                  <a:gd name="connsiteX79" fmla="*/ 669704 w 11893179"/>
                  <a:gd name="connsiteY79" fmla="*/ 2276844 h 6856802"/>
                  <a:gd name="connsiteX80" fmla="*/ 1109861 w 11893179"/>
                  <a:gd name="connsiteY80" fmla="*/ 2100670 h 6856802"/>
                  <a:gd name="connsiteX81" fmla="*/ 1148208 w 11893179"/>
                  <a:gd name="connsiteY81" fmla="*/ 2072327 h 6856802"/>
                  <a:gd name="connsiteX82" fmla="*/ 1119309 w 11893179"/>
                  <a:gd name="connsiteY82" fmla="*/ 1761661 h 6856802"/>
                  <a:gd name="connsiteX83" fmla="*/ 1497777 w 11893179"/>
                  <a:gd name="connsiteY83" fmla="*/ 1257592 h 6856802"/>
                  <a:gd name="connsiteX84" fmla="*/ 1491664 w 11893179"/>
                  <a:gd name="connsiteY84" fmla="*/ 1235362 h 6856802"/>
                  <a:gd name="connsiteX85" fmla="*/ 1628379 w 11893179"/>
                  <a:gd name="connsiteY85" fmla="*/ 602914 h 6856802"/>
                  <a:gd name="connsiteX86" fmla="*/ 2885494 w 11893179"/>
                  <a:gd name="connsiteY86" fmla="*/ 17706 h 6856802"/>
                  <a:gd name="connsiteX87" fmla="*/ 3219224 w 11893179"/>
                  <a:gd name="connsiteY87" fmla="*/ 338 h 6856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11893179" h="6856802">
                    <a:moveTo>
                      <a:pt x="108567" y="5390271"/>
                    </a:moveTo>
                    <a:cubicBezTo>
                      <a:pt x="117598" y="5389481"/>
                      <a:pt x="127150" y="5392260"/>
                      <a:pt x="135625" y="5400179"/>
                    </a:cubicBezTo>
                    <a:cubicBezTo>
                      <a:pt x="210653" y="5470760"/>
                      <a:pt x="301797" y="5520222"/>
                      <a:pt x="401832" y="5545787"/>
                    </a:cubicBezTo>
                    <a:cubicBezTo>
                      <a:pt x="446847" y="5556902"/>
                      <a:pt x="427397" y="5626927"/>
                      <a:pt x="382936" y="5615812"/>
                    </a:cubicBezTo>
                    <a:cubicBezTo>
                      <a:pt x="270674" y="5587468"/>
                      <a:pt x="168416" y="5530781"/>
                      <a:pt x="84496" y="5451309"/>
                    </a:cubicBezTo>
                    <a:cubicBezTo>
                      <a:pt x="59071" y="5427134"/>
                      <a:pt x="81474" y="5392642"/>
                      <a:pt x="108567" y="5390271"/>
                    </a:cubicBezTo>
                    <a:close/>
                    <a:moveTo>
                      <a:pt x="45177" y="5027582"/>
                    </a:moveTo>
                    <a:cubicBezTo>
                      <a:pt x="53514" y="5029423"/>
                      <a:pt x="61155" y="5035050"/>
                      <a:pt x="66157" y="5045609"/>
                    </a:cubicBezTo>
                    <a:cubicBezTo>
                      <a:pt x="180087" y="5286250"/>
                      <a:pt x="412392" y="5456867"/>
                      <a:pt x="675818" y="5493546"/>
                    </a:cubicBezTo>
                    <a:cubicBezTo>
                      <a:pt x="695271" y="5496325"/>
                      <a:pt x="705830" y="5520779"/>
                      <a:pt x="700828" y="5538562"/>
                    </a:cubicBezTo>
                    <a:cubicBezTo>
                      <a:pt x="694715" y="5558570"/>
                      <a:pt x="675818" y="5566350"/>
                      <a:pt x="656368" y="5563571"/>
                    </a:cubicBezTo>
                    <a:cubicBezTo>
                      <a:pt x="376824" y="5524113"/>
                      <a:pt x="124511" y="5337380"/>
                      <a:pt x="3912" y="5082289"/>
                    </a:cubicBezTo>
                    <a:cubicBezTo>
                      <a:pt x="-11093" y="5050611"/>
                      <a:pt x="20168" y="5022059"/>
                      <a:pt x="45177" y="5027582"/>
                    </a:cubicBezTo>
                    <a:close/>
                    <a:moveTo>
                      <a:pt x="11856609" y="3028223"/>
                    </a:moveTo>
                    <a:cubicBezTo>
                      <a:pt x="11874671" y="3028223"/>
                      <a:pt x="11892872" y="3039894"/>
                      <a:pt x="11893150" y="3063236"/>
                    </a:cubicBezTo>
                    <a:cubicBezTo>
                      <a:pt x="11894817" y="3263863"/>
                      <a:pt x="11826459" y="3457821"/>
                      <a:pt x="11703637" y="3615655"/>
                    </a:cubicBezTo>
                    <a:cubicBezTo>
                      <a:pt x="11675295" y="3652334"/>
                      <a:pt x="11624166" y="3600649"/>
                      <a:pt x="11652508" y="3564525"/>
                    </a:cubicBezTo>
                    <a:cubicBezTo>
                      <a:pt x="11763104" y="3422252"/>
                      <a:pt x="11822013" y="3243300"/>
                      <a:pt x="11820902" y="3063236"/>
                    </a:cubicBezTo>
                    <a:cubicBezTo>
                      <a:pt x="11820624" y="3039894"/>
                      <a:pt x="11838547" y="3028223"/>
                      <a:pt x="11856609" y="3028223"/>
                    </a:cubicBezTo>
                    <a:close/>
                    <a:moveTo>
                      <a:pt x="11611799" y="2272467"/>
                    </a:moveTo>
                    <a:cubicBezTo>
                      <a:pt x="11621246" y="2274482"/>
                      <a:pt x="11629722" y="2279901"/>
                      <a:pt x="11633613" y="2289071"/>
                    </a:cubicBezTo>
                    <a:cubicBezTo>
                      <a:pt x="11671404" y="2379103"/>
                      <a:pt x="11700303" y="2471358"/>
                      <a:pt x="11718087" y="2567503"/>
                    </a:cubicBezTo>
                    <a:cubicBezTo>
                      <a:pt x="11780331" y="2902623"/>
                      <a:pt x="11718087" y="3257749"/>
                      <a:pt x="11538023" y="3547297"/>
                    </a:cubicBezTo>
                    <a:cubicBezTo>
                      <a:pt x="11513569" y="3586756"/>
                      <a:pt x="11451325" y="3550076"/>
                      <a:pt x="11475778" y="3510617"/>
                    </a:cubicBezTo>
                    <a:cubicBezTo>
                      <a:pt x="11523573" y="3433367"/>
                      <a:pt x="11563587" y="3351671"/>
                      <a:pt x="11594154" y="3265530"/>
                    </a:cubicBezTo>
                    <a:cubicBezTo>
                      <a:pt x="11700858" y="2963755"/>
                      <a:pt x="11696413" y="2621411"/>
                      <a:pt x="11571369" y="2325750"/>
                    </a:cubicBezTo>
                    <a:cubicBezTo>
                      <a:pt x="11563587" y="2307966"/>
                      <a:pt x="11565255" y="2286848"/>
                      <a:pt x="11584150" y="2276288"/>
                    </a:cubicBezTo>
                    <a:cubicBezTo>
                      <a:pt x="11591930" y="2271842"/>
                      <a:pt x="11602351" y="2270453"/>
                      <a:pt x="11611799" y="2272467"/>
                    </a:cubicBezTo>
                    <a:close/>
                    <a:moveTo>
                      <a:pt x="11139547" y="1068636"/>
                    </a:moveTo>
                    <a:cubicBezTo>
                      <a:pt x="11140103" y="1073082"/>
                      <a:pt x="11140103" y="1076972"/>
                      <a:pt x="11140103" y="1081418"/>
                    </a:cubicBezTo>
                    <a:cubicBezTo>
                      <a:pt x="11140659" y="1080307"/>
                      <a:pt x="11140659" y="1079751"/>
                      <a:pt x="11140659" y="1078639"/>
                    </a:cubicBezTo>
                    <a:cubicBezTo>
                      <a:pt x="11141214" y="1075305"/>
                      <a:pt x="11140659" y="1071415"/>
                      <a:pt x="11139547" y="1068636"/>
                    </a:cubicBezTo>
                    <a:close/>
                    <a:moveTo>
                      <a:pt x="3219224" y="338"/>
                    </a:moveTo>
                    <a:cubicBezTo>
                      <a:pt x="3330653" y="2283"/>
                      <a:pt x="3441804" y="12703"/>
                      <a:pt x="3551287" y="33822"/>
                    </a:cubicBezTo>
                    <a:cubicBezTo>
                      <a:pt x="3745245" y="70502"/>
                      <a:pt x="3906969" y="170538"/>
                      <a:pt x="4034237" y="321703"/>
                    </a:cubicBezTo>
                    <a:cubicBezTo>
                      <a:pt x="4054244" y="346156"/>
                      <a:pt x="4073695" y="371165"/>
                      <a:pt x="4092035" y="397285"/>
                    </a:cubicBezTo>
                    <a:cubicBezTo>
                      <a:pt x="4223193" y="625700"/>
                      <a:pt x="4201519" y="582907"/>
                      <a:pt x="4422153" y="468978"/>
                    </a:cubicBezTo>
                    <a:cubicBezTo>
                      <a:pt x="4563870" y="395618"/>
                      <a:pt x="4707810" y="315590"/>
                      <a:pt x="4867868" y="290581"/>
                    </a:cubicBezTo>
                    <a:cubicBezTo>
                      <a:pt x="5189093" y="246676"/>
                      <a:pt x="5567006" y="332818"/>
                      <a:pt x="5730953" y="635148"/>
                    </a:cubicBezTo>
                    <a:cubicBezTo>
                      <a:pt x="6413418" y="310032"/>
                      <a:pt x="6759097" y="-38981"/>
                      <a:pt x="7516034" y="413958"/>
                    </a:cubicBezTo>
                    <a:cubicBezTo>
                      <a:pt x="7692763" y="555675"/>
                      <a:pt x="7685539" y="513994"/>
                      <a:pt x="7886721" y="449526"/>
                    </a:cubicBezTo>
                    <a:cubicBezTo>
                      <a:pt x="8279083" y="317813"/>
                      <a:pt x="8769258" y="180541"/>
                      <a:pt x="9147171" y="416737"/>
                    </a:cubicBezTo>
                    <a:cubicBezTo>
                      <a:pt x="9241649" y="473979"/>
                      <a:pt x="9293333" y="582907"/>
                      <a:pt x="9334459" y="651821"/>
                    </a:cubicBezTo>
                    <a:cubicBezTo>
                      <a:pt x="9372806" y="661824"/>
                      <a:pt x="9411709" y="671272"/>
                      <a:pt x="9450612" y="680720"/>
                    </a:cubicBezTo>
                    <a:cubicBezTo>
                      <a:pt x="10133078" y="148308"/>
                      <a:pt x="11174004" y="-53987"/>
                      <a:pt x="11229579" y="1103092"/>
                    </a:cubicBezTo>
                    <a:cubicBezTo>
                      <a:pt x="11243473" y="1366520"/>
                      <a:pt x="11202347" y="1628280"/>
                      <a:pt x="11145105" y="1884482"/>
                    </a:cubicBezTo>
                    <a:cubicBezTo>
                      <a:pt x="11092864" y="2094557"/>
                      <a:pt x="11081193" y="2087888"/>
                      <a:pt x="11270149" y="2197927"/>
                    </a:cubicBezTo>
                    <a:cubicBezTo>
                      <a:pt x="11496897" y="2361319"/>
                      <a:pt x="11595821" y="2651422"/>
                      <a:pt x="11566366" y="2921519"/>
                    </a:cubicBezTo>
                    <a:cubicBezTo>
                      <a:pt x="11549138" y="3114365"/>
                      <a:pt x="11476334" y="3297764"/>
                      <a:pt x="11389081" y="3470047"/>
                    </a:cubicBezTo>
                    <a:cubicBezTo>
                      <a:pt x="11290712" y="3676788"/>
                      <a:pt x="11209017" y="3672342"/>
                      <a:pt x="11339063" y="3895755"/>
                    </a:cubicBezTo>
                    <a:cubicBezTo>
                      <a:pt x="11446324" y="4152513"/>
                      <a:pt x="11441877" y="4449285"/>
                      <a:pt x="11331282" y="4703821"/>
                    </a:cubicBezTo>
                    <a:cubicBezTo>
                      <a:pt x="11254032" y="4884441"/>
                      <a:pt x="11127320" y="5039496"/>
                      <a:pt x="10990605" y="5179546"/>
                    </a:cubicBezTo>
                    <a:cubicBezTo>
                      <a:pt x="10926138" y="5264020"/>
                      <a:pt x="10753854" y="5365723"/>
                      <a:pt x="10754965" y="5465759"/>
                    </a:cubicBezTo>
                    <a:cubicBezTo>
                      <a:pt x="10757744" y="5504106"/>
                      <a:pt x="10761635" y="5542453"/>
                      <a:pt x="10764969" y="5581355"/>
                    </a:cubicBezTo>
                    <a:cubicBezTo>
                      <a:pt x="10774973" y="5703065"/>
                      <a:pt x="10758300" y="5825331"/>
                      <a:pt x="10716063" y="5939817"/>
                    </a:cubicBezTo>
                    <a:lnTo>
                      <a:pt x="10653263" y="6110433"/>
                    </a:lnTo>
                    <a:cubicBezTo>
                      <a:pt x="10601578" y="6251595"/>
                      <a:pt x="10524328" y="6382197"/>
                      <a:pt x="10423736" y="6494459"/>
                    </a:cubicBezTo>
                    <a:cubicBezTo>
                      <a:pt x="10259233" y="6677302"/>
                      <a:pt x="10048603" y="6811238"/>
                      <a:pt x="9794068" y="6837359"/>
                    </a:cubicBezTo>
                    <a:cubicBezTo>
                      <a:pt x="9301670" y="6913497"/>
                      <a:pt x="9043800" y="6762888"/>
                      <a:pt x="8700900" y="6440551"/>
                    </a:cubicBezTo>
                    <a:cubicBezTo>
                      <a:pt x="8571966" y="6430547"/>
                      <a:pt x="8448588" y="6472784"/>
                      <a:pt x="8324655" y="6515022"/>
                    </a:cubicBezTo>
                    <a:cubicBezTo>
                      <a:pt x="8180715" y="6564483"/>
                      <a:pt x="8036219" y="6613390"/>
                      <a:pt x="7882831" y="6580045"/>
                    </a:cubicBezTo>
                    <a:cubicBezTo>
                      <a:pt x="7811139" y="6576710"/>
                      <a:pt x="7737780" y="6542810"/>
                      <a:pt x="7667199" y="6508908"/>
                    </a:cubicBezTo>
                    <a:cubicBezTo>
                      <a:pt x="7579946" y="6466671"/>
                      <a:pt x="7496027" y="6424989"/>
                      <a:pt x="7422667" y="6441662"/>
                    </a:cubicBezTo>
                    <a:cubicBezTo>
                      <a:pt x="7257053" y="6501684"/>
                      <a:pt x="7125339" y="6617836"/>
                      <a:pt x="6960836" y="6678413"/>
                    </a:cubicBezTo>
                    <a:cubicBezTo>
                      <a:pt x="6702410" y="6786229"/>
                      <a:pt x="6415086" y="6812906"/>
                      <a:pt x="6136097" y="6796789"/>
                    </a:cubicBezTo>
                    <a:cubicBezTo>
                      <a:pt x="6113867" y="6795678"/>
                      <a:pt x="6092193" y="6794010"/>
                      <a:pt x="6069962" y="6792342"/>
                    </a:cubicBezTo>
                    <a:cubicBezTo>
                      <a:pt x="5601463" y="6744548"/>
                      <a:pt x="5244113" y="6518912"/>
                      <a:pt x="4960678" y="6154893"/>
                    </a:cubicBezTo>
                    <a:cubicBezTo>
                      <a:pt x="4899545" y="6083201"/>
                      <a:pt x="4621113" y="6324398"/>
                      <a:pt x="4533860" y="6352741"/>
                    </a:cubicBezTo>
                    <a:cubicBezTo>
                      <a:pt x="4243756" y="6506686"/>
                      <a:pt x="3904191" y="6637843"/>
                      <a:pt x="3572406" y="6553925"/>
                    </a:cubicBezTo>
                    <a:cubicBezTo>
                      <a:pt x="3415683" y="6513354"/>
                      <a:pt x="3269520" y="6434993"/>
                      <a:pt x="3147254" y="6329400"/>
                    </a:cubicBezTo>
                    <a:cubicBezTo>
                      <a:pt x="3059445" y="6263821"/>
                      <a:pt x="3002203" y="6156005"/>
                      <a:pt x="2905501" y="6104875"/>
                    </a:cubicBezTo>
                    <a:cubicBezTo>
                      <a:pt x="2824917" y="6093760"/>
                      <a:pt x="2753781" y="6147668"/>
                      <a:pt x="2686534" y="6183237"/>
                    </a:cubicBezTo>
                    <a:cubicBezTo>
                      <a:pt x="2553709" y="6263821"/>
                      <a:pt x="2416438" y="6338848"/>
                      <a:pt x="2268052" y="6387199"/>
                    </a:cubicBezTo>
                    <a:cubicBezTo>
                      <a:pt x="1912370" y="6512799"/>
                      <a:pt x="1492220" y="6402204"/>
                      <a:pt x="1222123" y="6147668"/>
                    </a:cubicBezTo>
                    <a:cubicBezTo>
                      <a:pt x="1086520" y="6007619"/>
                      <a:pt x="987595" y="5832001"/>
                      <a:pt x="928686" y="5647490"/>
                    </a:cubicBezTo>
                    <a:cubicBezTo>
                      <a:pt x="892006" y="5583023"/>
                      <a:pt x="896452" y="5345160"/>
                      <a:pt x="834763" y="5336268"/>
                    </a:cubicBezTo>
                    <a:cubicBezTo>
                      <a:pt x="345144" y="5399068"/>
                      <a:pt x="86163" y="4976140"/>
                      <a:pt x="202871" y="4537095"/>
                    </a:cubicBezTo>
                    <a:cubicBezTo>
                      <a:pt x="269562" y="4248658"/>
                      <a:pt x="515761" y="4058035"/>
                      <a:pt x="715832" y="3857407"/>
                    </a:cubicBezTo>
                    <a:cubicBezTo>
                      <a:pt x="396829" y="3725694"/>
                      <a:pt x="256779" y="3440037"/>
                      <a:pt x="220100" y="3113809"/>
                    </a:cubicBezTo>
                    <a:cubicBezTo>
                      <a:pt x="165636" y="2773132"/>
                      <a:pt x="406833" y="2467468"/>
                      <a:pt x="669704" y="2276844"/>
                    </a:cubicBezTo>
                    <a:cubicBezTo>
                      <a:pt x="799751" y="2177364"/>
                      <a:pt x="955917" y="2141240"/>
                      <a:pt x="1109861" y="2100670"/>
                    </a:cubicBezTo>
                    <a:cubicBezTo>
                      <a:pt x="1123755" y="2090111"/>
                      <a:pt x="1137093" y="2080663"/>
                      <a:pt x="1148208" y="2072327"/>
                    </a:cubicBezTo>
                    <a:cubicBezTo>
                      <a:pt x="1168215" y="1997856"/>
                      <a:pt x="1099302" y="1848358"/>
                      <a:pt x="1119309" y="1761661"/>
                    </a:cubicBezTo>
                    <a:cubicBezTo>
                      <a:pt x="1143762" y="1548251"/>
                      <a:pt x="1286591" y="1326505"/>
                      <a:pt x="1497777" y="1257592"/>
                    </a:cubicBezTo>
                    <a:cubicBezTo>
                      <a:pt x="1495554" y="1249811"/>
                      <a:pt x="1493887" y="1242587"/>
                      <a:pt x="1491664" y="1235362"/>
                    </a:cubicBezTo>
                    <a:cubicBezTo>
                      <a:pt x="1447759" y="1015839"/>
                      <a:pt x="1500000" y="785757"/>
                      <a:pt x="1628379" y="602914"/>
                    </a:cubicBezTo>
                    <a:cubicBezTo>
                      <a:pt x="1914037" y="218888"/>
                      <a:pt x="2426442" y="69391"/>
                      <a:pt x="2885494" y="17706"/>
                    </a:cubicBezTo>
                    <a:cubicBezTo>
                      <a:pt x="2996089" y="4923"/>
                      <a:pt x="3107796" y="-1607"/>
                      <a:pt x="3219224" y="338"/>
                    </a:cubicBezTo>
                    <a:close/>
                  </a:path>
                </a:pathLst>
              </a:custGeom>
              <a:solidFill>
                <a:schemeClr val="accent4">
                  <a:alpha val="15000"/>
                </a:schemeClr>
              </a:solidFill>
              <a:ln w="55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Bullet4" descr="f4e121d6-05f8-493e-b994-c3cd8f60422a">
                <a:extLst>
                  <a:ext uri="{FF2B5EF4-FFF2-40B4-BE49-F238E27FC236}">
                    <a16:creationId xmlns:a16="http://schemas.microsoft.com/office/drawing/2014/main" id="{1A974CDD-F7FF-2E7E-ACEB-4A287DFE9F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12425" y="4357012"/>
                <a:ext cx="2814443" cy="66897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主要配音演员</a:t>
                </a:r>
                <a:endParaRPr lang="en-US" dirty="0"/>
              </a:p>
            </p:txBody>
          </p:sp>
          <p:sp>
            <p:nvSpPr>
              <p:cNvPr id="55" name="Text4" descr="f309582c-0f65-43c5-a89e-37719436cda9">
                <a:extLst>
                  <a:ext uri="{FF2B5EF4-FFF2-40B4-BE49-F238E27FC236}">
                    <a16:creationId xmlns:a16="http://schemas.microsoft.com/office/drawing/2014/main" id="{8842B53F-76D6-A87A-2465-4F47674DBA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2425" y="5025987"/>
                <a:ext cx="2814443" cy="85667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主要配音演员包括安东尼·冈萨雷斯、本杰明·布拉特等，他们为角色赋予了生动的声音和灵魂。</a:t>
                </a:r>
                <a:endParaRPr lang="en-US" dirty="0"/>
              </a:p>
            </p:txBody>
          </p:sp>
        </p:grpSp>
        <p:grpSp>
          <p:nvGrpSpPr>
            <p:cNvPr id="123" name="组合 122" descr="6daa6adb-5416-46c0-b61d-0726d3395cff">
              <a:extLst>
                <a:ext uri="{FF2B5EF4-FFF2-40B4-BE49-F238E27FC236}">
                  <a16:creationId xmlns:a16="http://schemas.microsoft.com/office/drawing/2014/main" id="{05EF40C8-BB16-F3E0-F512-E1B324CFBF39}"/>
                </a:ext>
              </a:extLst>
            </p:cNvPr>
            <p:cNvGrpSpPr/>
            <p:nvPr/>
          </p:nvGrpSpPr>
          <p:grpSpPr>
            <a:xfrm>
              <a:off x="4330404" y="4105575"/>
              <a:ext cx="3518493" cy="2028525"/>
              <a:chOff x="4330404" y="4105575"/>
              <a:chExt cx="3518493" cy="2028525"/>
            </a:xfrm>
          </p:grpSpPr>
          <p:sp>
            <p:nvSpPr>
              <p:cNvPr id="57" name="Shape5" descr="cedd0065-fb0b-4a6c-b6e8-6a44e2a27242">
                <a:extLst>
                  <a:ext uri="{FF2B5EF4-FFF2-40B4-BE49-F238E27FC236}">
                    <a16:creationId xmlns:a16="http://schemas.microsoft.com/office/drawing/2014/main" id="{91BFAD23-659C-731F-465B-6A40B06D2637}"/>
                  </a:ext>
                </a:extLst>
              </p:cNvPr>
              <p:cNvSpPr/>
              <p:nvPr/>
            </p:nvSpPr>
            <p:spPr>
              <a:xfrm>
                <a:off x="4330404" y="4105575"/>
                <a:ext cx="3518493" cy="2028525"/>
              </a:xfrm>
              <a:custGeom>
                <a:avLst/>
                <a:gdLst>
                  <a:gd name="connsiteX0" fmla="*/ 108567 w 11893179"/>
                  <a:gd name="connsiteY0" fmla="*/ 5390271 h 6856802"/>
                  <a:gd name="connsiteX1" fmla="*/ 135625 w 11893179"/>
                  <a:gd name="connsiteY1" fmla="*/ 5400179 h 6856802"/>
                  <a:gd name="connsiteX2" fmla="*/ 401832 w 11893179"/>
                  <a:gd name="connsiteY2" fmla="*/ 5545787 h 6856802"/>
                  <a:gd name="connsiteX3" fmla="*/ 382936 w 11893179"/>
                  <a:gd name="connsiteY3" fmla="*/ 5615812 h 6856802"/>
                  <a:gd name="connsiteX4" fmla="*/ 84496 w 11893179"/>
                  <a:gd name="connsiteY4" fmla="*/ 5451309 h 6856802"/>
                  <a:gd name="connsiteX5" fmla="*/ 108567 w 11893179"/>
                  <a:gd name="connsiteY5" fmla="*/ 5390271 h 6856802"/>
                  <a:gd name="connsiteX6" fmla="*/ 45177 w 11893179"/>
                  <a:gd name="connsiteY6" fmla="*/ 5027582 h 6856802"/>
                  <a:gd name="connsiteX7" fmla="*/ 66157 w 11893179"/>
                  <a:gd name="connsiteY7" fmla="*/ 5045609 h 6856802"/>
                  <a:gd name="connsiteX8" fmla="*/ 675818 w 11893179"/>
                  <a:gd name="connsiteY8" fmla="*/ 5493546 h 6856802"/>
                  <a:gd name="connsiteX9" fmla="*/ 700828 w 11893179"/>
                  <a:gd name="connsiteY9" fmla="*/ 5538562 h 6856802"/>
                  <a:gd name="connsiteX10" fmla="*/ 656368 w 11893179"/>
                  <a:gd name="connsiteY10" fmla="*/ 5563571 h 6856802"/>
                  <a:gd name="connsiteX11" fmla="*/ 3912 w 11893179"/>
                  <a:gd name="connsiteY11" fmla="*/ 5082289 h 6856802"/>
                  <a:gd name="connsiteX12" fmla="*/ 45177 w 11893179"/>
                  <a:gd name="connsiteY12" fmla="*/ 5027582 h 6856802"/>
                  <a:gd name="connsiteX13" fmla="*/ 11856609 w 11893179"/>
                  <a:gd name="connsiteY13" fmla="*/ 3028223 h 6856802"/>
                  <a:gd name="connsiteX14" fmla="*/ 11893150 w 11893179"/>
                  <a:gd name="connsiteY14" fmla="*/ 3063236 h 6856802"/>
                  <a:gd name="connsiteX15" fmla="*/ 11703637 w 11893179"/>
                  <a:gd name="connsiteY15" fmla="*/ 3615655 h 6856802"/>
                  <a:gd name="connsiteX16" fmla="*/ 11652508 w 11893179"/>
                  <a:gd name="connsiteY16" fmla="*/ 3564525 h 6856802"/>
                  <a:gd name="connsiteX17" fmla="*/ 11820902 w 11893179"/>
                  <a:gd name="connsiteY17" fmla="*/ 3063236 h 6856802"/>
                  <a:gd name="connsiteX18" fmla="*/ 11856609 w 11893179"/>
                  <a:gd name="connsiteY18" fmla="*/ 3028223 h 6856802"/>
                  <a:gd name="connsiteX19" fmla="*/ 11611799 w 11893179"/>
                  <a:gd name="connsiteY19" fmla="*/ 2272467 h 6856802"/>
                  <a:gd name="connsiteX20" fmla="*/ 11633613 w 11893179"/>
                  <a:gd name="connsiteY20" fmla="*/ 2289071 h 6856802"/>
                  <a:gd name="connsiteX21" fmla="*/ 11718087 w 11893179"/>
                  <a:gd name="connsiteY21" fmla="*/ 2567503 h 6856802"/>
                  <a:gd name="connsiteX22" fmla="*/ 11538023 w 11893179"/>
                  <a:gd name="connsiteY22" fmla="*/ 3547297 h 6856802"/>
                  <a:gd name="connsiteX23" fmla="*/ 11475778 w 11893179"/>
                  <a:gd name="connsiteY23" fmla="*/ 3510617 h 6856802"/>
                  <a:gd name="connsiteX24" fmla="*/ 11594154 w 11893179"/>
                  <a:gd name="connsiteY24" fmla="*/ 3265530 h 6856802"/>
                  <a:gd name="connsiteX25" fmla="*/ 11571369 w 11893179"/>
                  <a:gd name="connsiteY25" fmla="*/ 2325750 h 6856802"/>
                  <a:gd name="connsiteX26" fmla="*/ 11584150 w 11893179"/>
                  <a:gd name="connsiteY26" fmla="*/ 2276288 h 6856802"/>
                  <a:gd name="connsiteX27" fmla="*/ 11611799 w 11893179"/>
                  <a:gd name="connsiteY27" fmla="*/ 2272467 h 6856802"/>
                  <a:gd name="connsiteX28" fmla="*/ 11139547 w 11893179"/>
                  <a:gd name="connsiteY28" fmla="*/ 1068636 h 6856802"/>
                  <a:gd name="connsiteX29" fmla="*/ 11140103 w 11893179"/>
                  <a:gd name="connsiteY29" fmla="*/ 1081418 h 6856802"/>
                  <a:gd name="connsiteX30" fmla="*/ 11140659 w 11893179"/>
                  <a:gd name="connsiteY30" fmla="*/ 1078639 h 6856802"/>
                  <a:gd name="connsiteX31" fmla="*/ 11139547 w 11893179"/>
                  <a:gd name="connsiteY31" fmla="*/ 1068636 h 6856802"/>
                  <a:gd name="connsiteX32" fmla="*/ 3219224 w 11893179"/>
                  <a:gd name="connsiteY32" fmla="*/ 338 h 6856802"/>
                  <a:gd name="connsiteX33" fmla="*/ 3551287 w 11893179"/>
                  <a:gd name="connsiteY33" fmla="*/ 33822 h 6856802"/>
                  <a:gd name="connsiteX34" fmla="*/ 4034237 w 11893179"/>
                  <a:gd name="connsiteY34" fmla="*/ 321703 h 6856802"/>
                  <a:gd name="connsiteX35" fmla="*/ 4092035 w 11893179"/>
                  <a:gd name="connsiteY35" fmla="*/ 397285 h 6856802"/>
                  <a:gd name="connsiteX36" fmla="*/ 4422153 w 11893179"/>
                  <a:gd name="connsiteY36" fmla="*/ 468978 h 6856802"/>
                  <a:gd name="connsiteX37" fmla="*/ 4867868 w 11893179"/>
                  <a:gd name="connsiteY37" fmla="*/ 290581 h 6856802"/>
                  <a:gd name="connsiteX38" fmla="*/ 5730953 w 11893179"/>
                  <a:gd name="connsiteY38" fmla="*/ 635148 h 6856802"/>
                  <a:gd name="connsiteX39" fmla="*/ 7516034 w 11893179"/>
                  <a:gd name="connsiteY39" fmla="*/ 413958 h 6856802"/>
                  <a:gd name="connsiteX40" fmla="*/ 7886721 w 11893179"/>
                  <a:gd name="connsiteY40" fmla="*/ 449526 h 6856802"/>
                  <a:gd name="connsiteX41" fmla="*/ 9147171 w 11893179"/>
                  <a:gd name="connsiteY41" fmla="*/ 416737 h 6856802"/>
                  <a:gd name="connsiteX42" fmla="*/ 9334459 w 11893179"/>
                  <a:gd name="connsiteY42" fmla="*/ 651821 h 6856802"/>
                  <a:gd name="connsiteX43" fmla="*/ 9450612 w 11893179"/>
                  <a:gd name="connsiteY43" fmla="*/ 680720 h 6856802"/>
                  <a:gd name="connsiteX44" fmla="*/ 11229579 w 11893179"/>
                  <a:gd name="connsiteY44" fmla="*/ 1103092 h 6856802"/>
                  <a:gd name="connsiteX45" fmla="*/ 11145105 w 11893179"/>
                  <a:gd name="connsiteY45" fmla="*/ 1884482 h 6856802"/>
                  <a:gd name="connsiteX46" fmla="*/ 11270149 w 11893179"/>
                  <a:gd name="connsiteY46" fmla="*/ 2197927 h 6856802"/>
                  <a:gd name="connsiteX47" fmla="*/ 11566366 w 11893179"/>
                  <a:gd name="connsiteY47" fmla="*/ 2921519 h 6856802"/>
                  <a:gd name="connsiteX48" fmla="*/ 11389081 w 11893179"/>
                  <a:gd name="connsiteY48" fmla="*/ 3470047 h 6856802"/>
                  <a:gd name="connsiteX49" fmla="*/ 11339063 w 11893179"/>
                  <a:gd name="connsiteY49" fmla="*/ 3895755 h 6856802"/>
                  <a:gd name="connsiteX50" fmla="*/ 11331282 w 11893179"/>
                  <a:gd name="connsiteY50" fmla="*/ 4703821 h 6856802"/>
                  <a:gd name="connsiteX51" fmla="*/ 10990605 w 11893179"/>
                  <a:gd name="connsiteY51" fmla="*/ 5179546 h 6856802"/>
                  <a:gd name="connsiteX52" fmla="*/ 10754965 w 11893179"/>
                  <a:gd name="connsiteY52" fmla="*/ 5465759 h 6856802"/>
                  <a:gd name="connsiteX53" fmla="*/ 10764969 w 11893179"/>
                  <a:gd name="connsiteY53" fmla="*/ 5581355 h 6856802"/>
                  <a:gd name="connsiteX54" fmla="*/ 10716063 w 11893179"/>
                  <a:gd name="connsiteY54" fmla="*/ 5939817 h 6856802"/>
                  <a:gd name="connsiteX55" fmla="*/ 10653263 w 11893179"/>
                  <a:gd name="connsiteY55" fmla="*/ 6110433 h 6856802"/>
                  <a:gd name="connsiteX56" fmla="*/ 10423736 w 11893179"/>
                  <a:gd name="connsiteY56" fmla="*/ 6494459 h 6856802"/>
                  <a:gd name="connsiteX57" fmla="*/ 9794068 w 11893179"/>
                  <a:gd name="connsiteY57" fmla="*/ 6837359 h 6856802"/>
                  <a:gd name="connsiteX58" fmla="*/ 8700900 w 11893179"/>
                  <a:gd name="connsiteY58" fmla="*/ 6440551 h 6856802"/>
                  <a:gd name="connsiteX59" fmla="*/ 8324655 w 11893179"/>
                  <a:gd name="connsiteY59" fmla="*/ 6515022 h 6856802"/>
                  <a:gd name="connsiteX60" fmla="*/ 7882831 w 11893179"/>
                  <a:gd name="connsiteY60" fmla="*/ 6580045 h 6856802"/>
                  <a:gd name="connsiteX61" fmla="*/ 7667199 w 11893179"/>
                  <a:gd name="connsiteY61" fmla="*/ 6508908 h 6856802"/>
                  <a:gd name="connsiteX62" fmla="*/ 7422667 w 11893179"/>
                  <a:gd name="connsiteY62" fmla="*/ 6441662 h 6856802"/>
                  <a:gd name="connsiteX63" fmla="*/ 6960836 w 11893179"/>
                  <a:gd name="connsiteY63" fmla="*/ 6678413 h 6856802"/>
                  <a:gd name="connsiteX64" fmla="*/ 6136097 w 11893179"/>
                  <a:gd name="connsiteY64" fmla="*/ 6796789 h 6856802"/>
                  <a:gd name="connsiteX65" fmla="*/ 6069962 w 11893179"/>
                  <a:gd name="connsiteY65" fmla="*/ 6792342 h 6856802"/>
                  <a:gd name="connsiteX66" fmla="*/ 4960678 w 11893179"/>
                  <a:gd name="connsiteY66" fmla="*/ 6154893 h 6856802"/>
                  <a:gd name="connsiteX67" fmla="*/ 4533860 w 11893179"/>
                  <a:gd name="connsiteY67" fmla="*/ 6352741 h 6856802"/>
                  <a:gd name="connsiteX68" fmla="*/ 3572406 w 11893179"/>
                  <a:gd name="connsiteY68" fmla="*/ 6553925 h 6856802"/>
                  <a:gd name="connsiteX69" fmla="*/ 3147254 w 11893179"/>
                  <a:gd name="connsiteY69" fmla="*/ 6329400 h 6856802"/>
                  <a:gd name="connsiteX70" fmla="*/ 2905501 w 11893179"/>
                  <a:gd name="connsiteY70" fmla="*/ 6104875 h 6856802"/>
                  <a:gd name="connsiteX71" fmla="*/ 2686534 w 11893179"/>
                  <a:gd name="connsiteY71" fmla="*/ 6183237 h 6856802"/>
                  <a:gd name="connsiteX72" fmla="*/ 2268052 w 11893179"/>
                  <a:gd name="connsiteY72" fmla="*/ 6387199 h 6856802"/>
                  <a:gd name="connsiteX73" fmla="*/ 1222123 w 11893179"/>
                  <a:gd name="connsiteY73" fmla="*/ 6147668 h 6856802"/>
                  <a:gd name="connsiteX74" fmla="*/ 928686 w 11893179"/>
                  <a:gd name="connsiteY74" fmla="*/ 5647490 h 6856802"/>
                  <a:gd name="connsiteX75" fmla="*/ 834763 w 11893179"/>
                  <a:gd name="connsiteY75" fmla="*/ 5336268 h 6856802"/>
                  <a:gd name="connsiteX76" fmla="*/ 202871 w 11893179"/>
                  <a:gd name="connsiteY76" fmla="*/ 4537095 h 6856802"/>
                  <a:gd name="connsiteX77" fmla="*/ 715832 w 11893179"/>
                  <a:gd name="connsiteY77" fmla="*/ 3857407 h 6856802"/>
                  <a:gd name="connsiteX78" fmla="*/ 220100 w 11893179"/>
                  <a:gd name="connsiteY78" fmla="*/ 3113809 h 6856802"/>
                  <a:gd name="connsiteX79" fmla="*/ 669704 w 11893179"/>
                  <a:gd name="connsiteY79" fmla="*/ 2276844 h 6856802"/>
                  <a:gd name="connsiteX80" fmla="*/ 1109861 w 11893179"/>
                  <a:gd name="connsiteY80" fmla="*/ 2100670 h 6856802"/>
                  <a:gd name="connsiteX81" fmla="*/ 1148208 w 11893179"/>
                  <a:gd name="connsiteY81" fmla="*/ 2072327 h 6856802"/>
                  <a:gd name="connsiteX82" fmla="*/ 1119309 w 11893179"/>
                  <a:gd name="connsiteY82" fmla="*/ 1761661 h 6856802"/>
                  <a:gd name="connsiteX83" fmla="*/ 1497777 w 11893179"/>
                  <a:gd name="connsiteY83" fmla="*/ 1257592 h 6856802"/>
                  <a:gd name="connsiteX84" fmla="*/ 1491664 w 11893179"/>
                  <a:gd name="connsiteY84" fmla="*/ 1235362 h 6856802"/>
                  <a:gd name="connsiteX85" fmla="*/ 1628379 w 11893179"/>
                  <a:gd name="connsiteY85" fmla="*/ 602914 h 6856802"/>
                  <a:gd name="connsiteX86" fmla="*/ 2885494 w 11893179"/>
                  <a:gd name="connsiteY86" fmla="*/ 17706 h 6856802"/>
                  <a:gd name="connsiteX87" fmla="*/ 3219224 w 11893179"/>
                  <a:gd name="connsiteY87" fmla="*/ 338 h 6856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11893179" h="6856802">
                    <a:moveTo>
                      <a:pt x="108567" y="5390271"/>
                    </a:moveTo>
                    <a:cubicBezTo>
                      <a:pt x="117598" y="5389481"/>
                      <a:pt x="127150" y="5392260"/>
                      <a:pt x="135625" y="5400179"/>
                    </a:cubicBezTo>
                    <a:cubicBezTo>
                      <a:pt x="210653" y="5470760"/>
                      <a:pt x="301797" y="5520222"/>
                      <a:pt x="401832" y="5545787"/>
                    </a:cubicBezTo>
                    <a:cubicBezTo>
                      <a:pt x="446847" y="5556902"/>
                      <a:pt x="427397" y="5626927"/>
                      <a:pt x="382936" y="5615812"/>
                    </a:cubicBezTo>
                    <a:cubicBezTo>
                      <a:pt x="270674" y="5587468"/>
                      <a:pt x="168416" y="5530781"/>
                      <a:pt x="84496" y="5451309"/>
                    </a:cubicBezTo>
                    <a:cubicBezTo>
                      <a:pt x="59071" y="5427134"/>
                      <a:pt x="81474" y="5392642"/>
                      <a:pt x="108567" y="5390271"/>
                    </a:cubicBezTo>
                    <a:close/>
                    <a:moveTo>
                      <a:pt x="45177" y="5027582"/>
                    </a:moveTo>
                    <a:cubicBezTo>
                      <a:pt x="53514" y="5029423"/>
                      <a:pt x="61155" y="5035050"/>
                      <a:pt x="66157" y="5045609"/>
                    </a:cubicBezTo>
                    <a:cubicBezTo>
                      <a:pt x="180087" y="5286250"/>
                      <a:pt x="412392" y="5456867"/>
                      <a:pt x="675818" y="5493546"/>
                    </a:cubicBezTo>
                    <a:cubicBezTo>
                      <a:pt x="695271" y="5496325"/>
                      <a:pt x="705830" y="5520779"/>
                      <a:pt x="700828" y="5538562"/>
                    </a:cubicBezTo>
                    <a:cubicBezTo>
                      <a:pt x="694715" y="5558570"/>
                      <a:pt x="675818" y="5566350"/>
                      <a:pt x="656368" y="5563571"/>
                    </a:cubicBezTo>
                    <a:cubicBezTo>
                      <a:pt x="376824" y="5524113"/>
                      <a:pt x="124511" y="5337380"/>
                      <a:pt x="3912" y="5082289"/>
                    </a:cubicBezTo>
                    <a:cubicBezTo>
                      <a:pt x="-11093" y="5050611"/>
                      <a:pt x="20168" y="5022059"/>
                      <a:pt x="45177" y="5027582"/>
                    </a:cubicBezTo>
                    <a:close/>
                    <a:moveTo>
                      <a:pt x="11856609" y="3028223"/>
                    </a:moveTo>
                    <a:cubicBezTo>
                      <a:pt x="11874671" y="3028223"/>
                      <a:pt x="11892872" y="3039894"/>
                      <a:pt x="11893150" y="3063236"/>
                    </a:cubicBezTo>
                    <a:cubicBezTo>
                      <a:pt x="11894817" y="3263863"/>
                      <a:pt x="11826459" y="3457821"/>
                      <a:pt x="11703637" y="3615655"/>
                    </a:cubicBezTo>
                    <a:cubicBezTo>
                      <a:pt x="11675295" y="3652334"/>
                      <a:pt x="11624166" y="3600649"/>
                      <a:pt x="11652508" y="3564525"/>
                    </a:cubicBezTo>
                    <a:cubicBezTo>
                      <a:pt x="11763104" y="3422252"/>
                      <a:pt x="11822013" y="3243300"/>
                      <a:pt x="11820902" y="3063236"/>
                    </a:cubicBezTo>
                    <a:cubicBezTo>
                      <a:pt x="11820624" y="3039894"/>
                      <a:pt x="11838547" y="3028223"/>
                      <a:pt x="11856609" y="3028223"/>
                    </a:cubicBezTo>
                    <a:close/>
                    <a:moveTo>
                      <a:pt x="11611799" y="2272467"/>
                    </a:moveTo>
                    <a:cubicBezTo>
                      <a:pt x="11621246" y="2274482"/>
                      <a:pt x="11629722" y="2279901"/>
                      <a:pt x="11633613" y="2289071"/>
                    </a:cubicBezTo>
                    <a:cubicBezTo>
                      <a:pt x="11671404" y="2379103"/>
                      <a:pt x="11700303" y="2471358"/>
                      <a:pt x="11718087" y="2567503"/>
                    </a:cubicBezTo>
                    <a:cubicBezTo>
                      <a:pt x="11780331" y="2902623"/>
                      <a:pt x="11718087" y="3257749"/>
                      <a:pt x="11538023" y="3547297"/>
                    </a:cubicBezTo>
                    <a:cubicBezTo>
                      <a:pt x="11513569" y="3586756"/>
                      <a:pt x="11451325" y="3550076"/>
                      <a:pt x="11475778" y="3510617"/>
                    </a:cubicBezTo>
                    <a:cubicBezTo>
                      <a:pt x="11523573" y="3433367"/>
                      <a:pt x="11563587" y="3351671"/>
                      <a:pt x="11594154" y="3265530"/>
                    </a:cubicBezTo>
                    <a:cubicBezTo>
                      <a:pt x="11700858" y="2963755"/>
                      <a:pt x="11696413" y="2621411"/>
                      <a:pt x="11571369" y="2325750"/>
                    </a:cubicBezTo>
                    <a:cubicBezTo>
                      <a:pt x="11563587" y="2307966"/>
                      <a:pt x="11565255" y="2286848"/>
                      <a:pt x="11584150" y="2276288"/>
                    </a:cubicBezTo>
                    <a:cubicBezTo>
                      <a:pt x="11591930" y="2271842"/>
                      <a:pt x="11602351" y="2270453"/>
                      <a:pt x="11611799" y="2272467"/>
                    </a:cubicBezTo>
                    <a:close/>
                    <a:moveTo>
                      <a:pt x="11139547" y="1068636"/>
                    </a:moveTo>
                    <a:cubicBezTo>
                      <a:pt x="11140103" y="1073082"/>
                      <a:pt x="11140103" y="1076972"/>
                      <a:pt x="11140103" y="1081418"/>
                    </a:cubicBezTo>
                    <a:cubicBezTo>
                      <a:pt x="11140659" y="1080307"/>
                      <a:pt x="11140659" y="1079751"/>
                      <a:pt x="11140659" y="1078639"/>
                    </a:cubicBezTo>
                    <a:cubicBezTo>
                      <a:pt x="11141214" y="1075305"/>
                      <a:pt x="11140659" y="1071415"/>
                      <a:pt x="11139547" y="1068636"/>
                    </a:cubicBezTo>
                    <a:close/>
                    <a:moveTo>
                      <a:pt x="3219224" y="338"/>
                    </a:moveTo>
                    <a:cubicBezTo>
                      <a:pt x="3330653" y="2283"/>
                      <a:pt x="3441804" y="12703"/>
                      <a:pt x="3551287" y="33822"/>
                    </a:cubicBezTo>
                    <a:cubicBezTo>
                      <a:pt x="3745245" y="70502"/>
                      <a:pt x="3906969" y="170538"/>
                      <a:pt x="4034237" y="321703"/>
                    </a:cubicBezTo>
                    <a:cubicBezTo>
                      <a:pt x="4054244" y="346156"/>
                      <a:pt x="4073695" y="371165"/>
                      <a:pt x="4092035" y="397285"/>
                    </a:cubicBezTo>
                    <a:cubicBezTo>
                      <a:pt x="4223193" y="625700"/>
                      <a:pt x="4201519" y="582907"/>
                      <a:pt x="4422153" y="468978"/>
                    </a:cubicBezTo>
                    <a:cubicBezTo>
                      <a:pt x="4563870" y="395618"/>
                      <a:pt x="4707810" y="315590"/>
                      <a:pt x="4867868" y="290581"/>
                    </a:cubicBezTo>
                    <a:cubicBezTo>
                      <a:pt x="5189093" y="246676"/>
                      <a:pt x="5567006" y="332818"/>
                      <a:pt x="5730953" y="635148"/>
                    </a:cubicBezTo>
                    <a:cubicBezTo>
                      <a:pt x="6413418" y="310032"/>
                      <a:pt x="6759097" y="-38981"/>
                      <a:pt x="7516034" y="413958"/>
                    </a:cubicBezTo>
                    <a:cubicBezTo>
                      <a:pt x="7692763" y="555675"/>
                      <a:pt x="7685539" y="513994"/>
                      <a:pt x="7886721" y="449526"/>
                    </a:cubicBezTo>
                    <a:cubicBezTo>
                      <a:pt x="8279083" y="317813"/>
                      <a:pt x="8769258" y="180541"/>
                      <a:pt x="9147171" y="416737"/>
                    </a:cubicBezTo>
                    <a:cubicBezTo>
                      <a:pt x="9241649" y="473979"/>
                      <a:pt x="9293333" y="582907"/>
                      <a:pt x="9334459" y="651821"/>
                    </a:cubicBezTo>
                    <a:cubicBezTo>
                      <a:pt x="9372806" y="661824"/>
                      <a:pt x="9411709" y="671272"/>
                      <a:pt x="9450612" y="680720"/>
                    </a:cubicBezTo>
                    <a:cubicBezTo>
                      <a:pt x="10133078" y="148308"/>
                      <a:pt x="11174004" y="-53987"/>
                      <a:pt x="11229579" y="1103092"/>
                    </a:cubicBezTo>
                    <a:cubicBezTo>
                      <a:pt x="11243473" y="1366520"/>
                      <a:pt x="11202347" y="1628280"/>
                      <a:pt x="11145105" y="1884482"/>
                    </a:cubicBezTo>
                    <a:cubicBezTo>
                      <a:pt x="11092864" y="2094557"/>
                      <a:pt x="11081193" y="2087888"/>
                      <a:pt x="11270149" y="2197927"/>
                    </a:cubicBezTo>
                    <a:cubicBezTo>
                      <a:pt x="11496897" y="2361319"/>
                      <a:pt x="11595821" y="2651422"/>
                      <a:pt x="11566366" y="2921519"/>
                    </a:cubicBezTo>
                    <a:cubicBezTo>
                      <a:pt x="11549138" y="3114365"/>
                      <a:pt x="11476334" y="3297764"/>
                      <a:pt x="11389081" y="3470047"/>
                    </a:cubicBezTo>
                    <a:cubicBezTo>
                      <a:pt x="11290712" y="3676788"/>
                      <a:pt x="11209017" y="3672342"/>
                      <a:pt x="11339063" y="3895755"/>
                    </a:cubicBezTo>
                    <a:cubicBezTo>
                      <a:pt x="11446324" y="4152513"/>
                      <a:pt x="11441877" y="4449285"/>
                      <a:pt x="11331282" y="4703821"/>
                    </a:cubicBezTo>
                    <a:cubicBezTo>
                      <a:pt x="11254032" y="4884441"/>
                      <a:pt x="11127320" y="5039496"/>
                      <a:pt x="10990605" y="5179546"/>
                    </a:cubicBezTo>
                    <a:cubicBezTo>
                      <a:pt x="10926138" y="5264020"/>
                      <a:pt x="10753854" y="5365723"/>
                      <a:pt x="10754965" y="5465759"/>
                    </a:cubicBezTo>
                    <a:cubicBezTo>
                      <a:pt x="10757744" y="5504106"/>
                      <a:pt x="10761635" y="5542453"/>
                      <a:pt x="10764969" y="5581355"/>
                    </a:cubicBezTo>
                    <a:cubicBezTo>
                      <a:pt x="10774973" y="5703065"/>
                      <a:pt x="10758300" y="5825331"/>
                      <a:pt x="10716063" y="5939817"/>
                    </a:cubicBezTo>
                    <a:lnTo>
                      <a:pt x="10653263" y="6110433"/>
                    </a:lnTo>
                    <a:cubicBezTo>
                      <a:pt x="10601578" y="6251595"/>
                      <a:pt x="10524328" y="6382197"/>
                      <a:pt x="10423736" y="6494459"/>
                    </a:cubicBezTo>
                    <a:cubicBezTo>
                      <a:pt x="10259233" y="6677302"/>
                      <a:pt x="10048603" y="6811238"/>
                      <a:pt x="9794068" y="6837359"/>
                    </a:cubicBezTo>
                    <a:cubicBezTo>
                      <a:pt x="9301670" y="6913497"/>
                      <a:pt x="9043800" y="6762888"/>
                      <a:pt x="8700900" y="6440551"/>
                    </a:cubicBezTo>
                    <a:cubicBezTo>
                      <a:pt x="8571966" y="6430547"/>
                      <a:pt x="8448588" y="6472784"/>
                      <a:pt x="8324655" y="6515022"/>
                    </a:cubicBezTo>
                    <a:cubicBezTo>
                      <a:pt x="8180715" y="6564483"/>
                      <a:pt x="8036219" y="6613390"/>
                      <a:pt x="7882831" y="6580045"/>
                    </a:cubicBezTo>
                    <a:cubicBezTo>
                      <a:pt x="7811139" y="6576710"/>
                      <a:pt x="7737780" y="6542810"/>
                      <a:pt x="7667199" y="6508908"/>
                    </a:cubicBezTo>
                    <a:cubicBezTo>
                      <a:pt x="7579946" y="6466671"/>
                      <a:pt x="7496027" y="6424989"/>
                      <a:pt x="7422667" y="6441662"/>
                    </a:cubicBezTo>
                    <a:cubicBezTo>
                      <a:pt x="7257053" y="6501684"/>
                      <a:pt x="7125339" y="6617836"/>
                      <a:pt x="6960836" y="6678413"/>
                    </a:cubicBezTo>
                    <a:cubicBezTo>
                      <a:pt x="6702410" y="6786229"/>
                      <a:pt x="6415086" y="6812906"/>
                      <a:pt x="6136097" y="6796789"/>
                    </a:cubicBezTo>
                    <a:cubicBezTo>
                      <a:pt x="6113867" y="6795678"/>
                      <a:pt x="6092193" y="6794010"/>
                      <a:pt x="6069962" y="6792342"/>
                    </a:cubicBezTo>
                    <a:cubicBezTo>
                      <a:pt x="5601463" y="6744548"/>
                      <a:pt x="5244113" y="6518912"/>
                      <a:pt x="4960678" y="6154893"/>
                    </a:cubicBezTo>
                    <a:cubicBezTo>
                      <a:pt x="4899545" y="6083201"/>
                      <a:pt x="4621113" y="6324398"/>
                      <a:pt x="4533860" y="6352741"/>
                    </a:cubicBezTo>
                    <a:cubicBezTo>
                      <a:pt x="4243756" y="6506686"/>
                      <a:pt x="3904191" y="6637843"/>
                      <a:pt x="3572406" y="6553925"/>
                    </a:cubicBezTo>
                    <a:cubicBezTo>
                      <a:pt x="3415683" y="6513354"/>
                      <a:pt x="3269520" y="6434993"/>
                      <a:pt x="3147254" y="6329400"/>
                    </a:cubicBezTo>
                    <a:cubicBezTo>
                      <a:pt x="3059445" y="6263821"/>
                      <a:pt x="3002203" y="6156005"/>
                      <a:pt x="2905501" y="6104875"/>
                    </a:cubicBezTo>
                    <a:cubicBezTo>
                      <a:pt x="2824917" y="6093760"/>
                      <a:pt x="2753781" y="6147668"/>
                      <a:pt x="2686534" y="6183237"/>
                    </a:cubicBezTo>
                    <a:cubicBezTo>
                      <a:pt x="2553709" y="6263821"/>
                      <a:pt x="2416438" y="6338848"/>
                      <a:pt x="2268052" y="6387199"/>
                    </a:cubicBezTo>
                    <a:cubicBezTo>
                      <a:pt x="1912370" y="6512799"/>
                      <a:pt x="1492220" y="6402204"/>
                      <a:pt x="1222123" y="6147668"/>
                    </a:cubicBezTo>
                    <a:cubicBezTo>
                      <a:pt x="1086520" y="6007619"/>
                      <a:pt x="987595" y="5832001"/>
                      <a:pt x="928686" y="5647490"/>
                    </a:cubicBezTo>
                    <a:cubicBezTo>
                      <a:pt x="892006" y="5583023"/>
                      <a:pt x="896452" y="5345160"/>
                      <a:pt x="834763" y="5336268"/>
                    </a:cubicBezTo>
                    <a:cubicBezTo>
                      <a:pt x="345144" y="5399068"/>
                      <a:pt x="86163" y="4976140"/>
                      <a:pt x="202871" y="4537095"/>
                    </a:cubicBezTo>
                    <a:cubicBezTo>
                      <a:pt x="269562" y="4248658"/>
                      <a:pt x="515761" y="4058035"/>
                      <a:pt x="715832" y="3857407"/>
                    </a:cubicBezTo>
                    <a:cubicBezTo>
                      <a:pt x="396829" y="3725694"/>
                      <a:pt x="256779" y="3440037"/>
                      <a:pt x="220100" y="3113809"/>
                    </a:cubicBezTo>
                    <a:cubicBezTo>
                      <a:pt x="165636" y="2773132"/>
                      <a:pt x="406833" y="2467468"/>
                      <a:pt x="669704" y="2276844"/>
                    </a:cubicBezTo>
                    <a:cubicBezTo>
                      <a:pt x="799751" y="2177364"/>
                      <a:pt x="955917" y="2141240"/>
                      <a:pt x="1109861" y="2100670"/>
                    </a:cubicBezTo>
                    <a:cubicBezTo>
                      <a:pt x="1123755" y="2090111"/>
                      <a:pt x="1137093" y="2080663"/>
                      <a:pt x="1148208" y="2072327"/>
                    </a:cubicBezTo>
                    <a:cubicBezTo>
                      <a:pt x="1168215" y="1997856"/>
                      <a:pt x="1099302" y="1848358"/>
                      <a:pt x="1119309" y="1761661"/>
                    </a:cubicBezTo>
                    <a:cubicBezTo>
                      <a:pt x="1143762" y="1548251"/>
                      <a:pt x="1286591" y="1326505"/>
                      <a:pt x="1497777" y="1257592"/>
                    </a:cubicBezTo>
                    <a:cubicBezTo>
                      <a:pt x="1495554" y="1249811"/>
                      <a:pt x="1493887" y="1242587"/>
                      <a:pt x="1491664" y="1235362"/>
                    </a:cubicBezTo>
                    <a:cubicBezTo>
                      <a:pt x="1447759" y="1015839"/>
                      <a:pt x="1500000" y="785757"/>
                      <a:pt x="1628379" y="602914"/>
                    </a:cubicBezTo>
                    <a:cubicBezTo>
                      <a:pt x="1914037" y="218888"/>
                      <a:pt x="2426442" y="69391"/>
                      <a:pt x="2885494" y="17706"/>
                    </a:cubicBezTo>
                    <a:cubicBezTo>
                      <a:pt x="2996089" y="4923"/>
                      <a:pt x="3107796" y="-1607"/>
                      <a:pt x="3219224" y="338"/>
                    </a:cubicBezTo>
                    <a:close/>
                  </a:path>
                </a:pathLst>
              </a:custGeom>
              <a:solidFill>
                <a:schemeClr val="accent5">
                  <a:alpha val="15000"/>
                </a:schemeClr>
              </a:solidFill>
              <a:ln w="55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Bullet5" descr="b488b601-54aa-484e-82f3-8a212c70103c">
                <a:extLst>
                  <a:ext uri="{FF2B5EF4-FFF2-40B4-BE49-F238E27FC236}">
                    <a16:creationId xmlns:a16="http://schemas.microsoft.com/office/drawing/2014/main" id="{2996F94F-3F48-E2FC-F6BF-D931049E62F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2429" y="4357012"/>
                <a:ext cx="2814443" cy="66897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制作公司</a:t>
                </a:r>
                <a:endParaRPr lang="en-US" dirty="0"/>
              </a:p>
            </p:txBody>
          </p:sp>
          <p:sp>
            <p:nvSpPr>
              <p:cNvPr id="59" name="Text5" descr="9352199f-dc21-40c7-8188-82ed3632d30e">
                <a:extLst>
                  <a:ext uri="{FF2B5EF4-FFF2-40B4-BE49-F238E27FC236}">
                    <a16:creationId xmlns:a16="http://schemas.microsoft.com/office/drawing/2014/main" id="{680E3A74-80F2-EFC5-E4AD-922D4A6B09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82429" y="5025987"/>
                <a:ext cx="2814443" cy="85667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由皮克斯动画工作室精心制作，该工作室以高品质的动画作品闻名，为观众带来了无数经典之作。</a:t>
                </a:r>
                <a:endParaRPr lang="en-US" dirty="0"/>
              </a:p>
            </p:txBody>
          </p:sp>
        </p:grpSp>
        <p:grpSp>
          <p:nvGrpSpPr>
            <p:cNvPr id="124" name="组合 123" descr="e6dda3d1-1d1f-4f32-9e75-5307cfdf68a4">
              <a:extLst>
                <a:ext uri="{FF2B5EF4-FFF2-40B4-BE49-F238E27FC236}">
                  <a16:creationId xmlns:a16="http://schemas.microsoft.com/office/drawing/2014/main" id="{DF1DFEFC-838F-1419-8A2B-CE3D84DDA410}"/>
                </a:ext>
              </a:extLst>
            </p:cNvPr>
            <p:cNvGrpSpPr/>
            <p:nvPr/>
          </p:nvGrpSpPr>
          <p:grpSpPr>
            <a:xfrm>
              <a:off x="8000407" y="4105575"/>
              <a:ext cx="3518493" cy="2028525"/>
              <a:chOff x="8000407" y="4105575"/>
              <a:chExt cx="3518493" cy="2028525"/>
            </a:xfrm>
          </p:grpSpPr>
          <p:sp>
            <p:nvSpPr>
              <p:cNvPr id="62" name="Shape6" descr="9b8fc7bd-eaef-4412-8ea7-d3ec6966ac0f">
                <a:extLst>
                  <a:ext uri="{FF2B5EF4-FFF2-40B4-BE49-F238E27FC236}">
                    <a16:creationId xmlns:a16="http://schemas.microsoft.com/office/drawing/2014/main" id="{3A5B62AA-FDE9-7C18-F011-A56F134E0258}"/>
                  </a:ext>
                </a:extLst>
              </p:cNvPr>
              <p:cNvSpPr/>
              <p:nvPr/>
            </p:nvSpPr>
            <p:spPr>
              <a:xfrm>
                <a:off x="8000407" y="4105575"/>
                <a:ext cx="3518493" cy="2028525"/>
              </a:xfrm>
              <a:custGeom>
                <a:avLst/>
                <a:gdLst>
                  <a:gd name="connsiteX0" fmla="*/ 108567 w 11893179"/>
                  <a:gd name="connsiteY0" fmla="*/ 5390271 h 6856802"/>
                  <a:gd name="connsiteX1" fmla="*/ 135625 w 11893179"/>
                  <a:gd name="connsiteY1" fmla="*/ 5400179 h 6856802"/>
                  <a:gd name="connsiteX2" fmla="*/ 401832 w 11893179"/>
                  <a:gd name="connsiteY2" fmla="*/ 5545787 h 6856802"/>
                  <a:gd name="connsiteX3" fmla="*/ 382936 w 11893179"/>
                  <a:gd name="connsiteY3" fmla="*/ 5615812 h 6856802"/>
                  <a:gd name="connsiteX4" fmla="*/ 84496 w 11893179"/>
                  <a:gd name="connsiteY4" fmla="*/ 5451309 h 6856802"/>
                  <a:gd name="connsiteX5" fmla="*/ 108567 w 11893179"/>
                  <a:gd name="connsiteY5" fmla="*/ 5390271 h 6856802"/>
                  <a:gd name="connsiteX6" fmla="*/ 45177 w 11893179"/>
                  <a:gd name="connsiteY6" fmla="*/ 5027582 h 6856802"/>
                  <a:gd name="connsiteX7" fmla="*/ 66157 w 11893179"/>
                  <a:gd name="connsiteY7" fmla="*/ 5045609 h 6856802"/>
                  <a:gd name="connsiteX8" fmla="*/ 675818 w 11893179"/>
                  <a:gd name="connsiteY8" fmla="*/ 5493546 h 6856802"/>
                  <a:gd name="connsiteX9" fmla="*/ 700828 w 11893179"/>
                  <a:gd name="connsiteY9" fmla="*/ 5538562 h 6856802"/>
                  <a:gd name="connsiteX10" fmla="*/ 656368 w 11893179"/>
                  <a:gd name="connsiteY10" fmla="*/ 5563571 h 6856802"/>
                  <a:gd name="connsiteX11" fmla="*/ 3912 w 11893179"/>
                  <a:gd name="connsiteY11" fmla="*/ 5082289 h 6856802"/>
                  <a:gd name="connsiteX12" fmla="*/ 45177 w 11893179"/>
                  <a:gd name="connsiteY12" fmla="*/ 5027582 h 6856802"/>
                  <a:gd name="connsiteX13" fmla="*/ 11856609 w 11893179"/>
                  <a:gd name="connsiteY13" fmla="*/ 3028223 h 6856802"/>
                  <a:gd name="connsiteX14" fmla="*/ 11893150 w 11893179"/>
                  <a:gd name="connsiteY14" fmla="*/ 3063236 h 6856802"/>
                  <a:gd name="connsiteX15" fmla="*/ 11703637 w 11893179"/>
                  <a:gd name="connsiteY15" fmla="*/ 3615655 h 6856802"/>
                  <a:gd name="connsiteX16" fmla="*/ 11652508 w 11893179"/>
                  <a:gd name="connsiteY16" fmla="*/ 3564525 h 6856802"/>
                  <a:gd name="connsiteX17" fmla="*/ 11820902 w 11893179"/>
                  <a:gd name="connsiteY17" fmla="*/ 3063236 h 6856802"/>
                  <a:gd name="connsiteX18" fmla="*/ 11856609 w 11893179"/>
                  <a:gd name="connsiteY18" fmla="*/ 3028223 h 6856802"/>
                  <a:gd name="connsiteX19" fmla="*/ 11611799 w 11893179"/>
                  <a:gd name="connsiteY19" fmla="*/ 2272467 h 6856802"/>
                  <a:gd name="connsiteX20" fmla="*/ 11633613 w 11893179"/>
                  <a:gd name="connsiteY20" fmla="*/ 2289071 h 6856802"/>
                  <a:gd name="connsiteX21" fmla="*/ 11718087 w 11893179"/>
                  <a:gd name="connsiteY21" fmla="*/ 2567503 h 6856802"/>
                  <a:gd name="connsiteX22" fmla="*/ 11538023 w 11893179"/>
                  <a:gd name="connsiteY22" fmla="*/ 3547297 h 6856802"/>
                  <a:gd name="connsiteX23" fmla="*/ 11475778 w 11893179"/>
                  <a:gd name="connsiteY23" fmla="*/ 3510617 h 6856802"/>
                  <a:gd name="connsiteX24" fmla="*/ 11594154 w 11893179"/>
                  <a:gd name="connsiteY24" fmla="*/ 3265530 h 6856802"/>
                  <a:gd name="connsiteX25" fmla="*/ 11571369 w 11893179"/>
                  <a:gd name="connsiteY25" fmla="*/ 2325750 h 6856802"/>
                  <a:gd name="connsiteX26" fmla="*/ 11584150 w 11893179"/>
                  <a:gd name="connsiteY26" fmla="*/ 2276288 h 6856802"/>
                  <a:gd name="connsiteX27" fmla="*/ 11611799 w 11893179"/>
                  <a:gd name="connsiteY27" fmla="*/ 2272467 h 6856802"/>
                  <a:gd name="connsiteX28" fmla="*/ 11139547 w 11893179"/>
                  <a:gd name="connsiteY28" fmla="*/ 1068636 h 6856802"/>
                  <a:gd name="connsiteX29" fmla="*/ 11140103 w 11893179"/>
                  <a:gd name="connsiteY29" fmla="*/ 1081418 h 6856802"/>
                  <a:gd name="connsiteX30" fmla="*/ 11140659 w 11893179"/>
                  <a:gd name="connsiteY30" fmla="*/ 1078639 h 6856802"/>
                  <a:gd name="connsiteX31" fmla="*/ 11139547 w 11893179"/>
                  <a:gd name="connsiteY31" fmla="*/ 1068636 h 6856802"/>
                  <a:gd name="connsiteX32" fmla="*/ 3219224 w 11893179"/>
                  <a:gd name="connsiteY32" fmla="*/ 338 h 6856802"/>
                  <a:gd name="connsiteX33" fmla="*/ 3551287 w 11893179"/>
                  <a:gd name="connsiteY33" fmla="*/ 33822 h 6856802"/>
                  <a:gd name="connsiteX34" fmla="*/ 4034237 w 11893179"/>
                  <a:gd name="connsiteY34" fmla="*/ 321703 h 6856802"/>
                  <a:gd name="connsiteX35" fmla="*/ 4092035 w 11893179"/>
                  <a:gd name="connsiteY35" fmla="*/ 397285 h 6856802"/>
                  <a:gd name="connsiteX36" fmla="*/ 4422153 w 11893179"/>
                  <a:gd name="connsiteY36" fmla="*/ 468978 h 6856802"/>
                  <a:gd name="connsiteX37" fmla="*/ 4867868 w 11893179"/>
                  <a:gd name="connsiteY37" fmla="*/ 290581 h 6856802"/>
                  <a:gd name="connsiteX38" fmla="*/ 5730953 w 11893179"/>
                  <a:gd name="connsiteY38" fmla="*/ 635148 h 6856802"/>
                  <a:gd name="connsiteX39" fmla="*/ 7516034 w 11893179"/>
                  <a:gd name="connsiteY39" fmla="*/ 413958 h 6856802"/>
                  <a:gd name="connsiteX40" fmla="*/ 7886721 w 11893179"/>
                  <a:gd name="connsiteY40" fmla="*/ 449526 h 6856802"/>
                  <a:gd name="connsiteX41" fmla="*/ 9147171 w 11893179"/>
                  <a:gd name="connsiteY41" fmla="*/ 416737 h 6856802"/>
                  <a:gd name="connsiteX42" fmla="*/ 9334459 w 11893179"/>
                  <a:gd name="connsiteY42" fmla="*/ 651821 h 6856802"/>
                  <a:gd name="connsiteX43" fmla="*/ 9450612 w 11893179"/>
                  <a:gd name="connsiteY43" fmla="*/ 680720 h 6856802"/>
                  <a:gd name="connsiteX44" fmla="*/ 11229579 w 11893179"/>
                  <a:gd name="connsiteY44" fmla="*/ 1103092 h 6856802"/>
                  <a:gd name="connsiteX45" fmla="*/ 11145105 w 11893179"/>
                  <a:gd name="connsiteY45" fmla="*/ 1884482 h 6856802"/>
                  <a:gd name="connsiteX46" fmla="*/ 11270149 w 11893179"/>
                  <a:gd name="connsiteY46" fmla="*/ 2197927 h 6856802"/>
                  <a:gd name="connsiteX47" fmla="*/ 11566366 w 11893179"/>
                  <a:gd name="connsiteY47" fmla="*/ 2921519 h 6856802"/>
                  <a:gd name="connsiteX48" fmla="*/ 11389081 w 11893179"/>
                  <a:gd name="connsiteY48" fmla="*/ 3470047 h 6856802"/>
                  <a:gd name="connsiteX49" fmla="*/ 11339063 w 11893179"/>
                  <a:gd name="connsiteY49" fmla="*/ 3895755 h 6856802"/>
                  <a:gd name="connsiteX50" fmla="*/ 11331282 w 11893179"/>
                  <a:gd name="connsiteY50" fmla="*/ 4703821 h 6856802"/>
                  <a:gd name="connsiteX51" fmla="*/ 10990605 w 11893179"/>
                  <a:gd name="connsiteY51" fmla="*/ 5179546 h 6856802"/>
                  <a:gd name="connsiteX52" fmla="*/ 10754965 w 11893179"/>
                  <a:gd name="connsiteY52" fmla="*/ 5465759 h 6856802"/>
                  <a:gd name="connsiteX53" fmla="*/ 10764969 w 11893179"/>
                  <a:gd name="connsiteY53" fmla="*/ 5581355 h 6856802"/>
                  <a:gd name="connsiteX54" fmla="*/ 10716063 w 11893179"/>
                  <a:gd name="connsiteY54" fmla="*/ 5939817 h 6856802"/>
                  <a:gd name="connsiteX55" fmla="*/ 10653263 w 11893179"/>
                  <a:gd name="connsiteY55" fmla="*/ 6110433 h 6856802"/>
                  <a:gd name="connsiteX56" fmla="*/ 10423736 w 11893179"/>
                  <a:gd name="connsiteY56" fmla="*/ 6494459 h 6856802"/>
                  <a:gd name="connsiteX57" fmla="*/ 9794068 w 11893179"/>
                  <a:gd name="connsiteY57" fmla="*/ 6837359 h 6856802"/>
                  <a:gd name="connsiteX58" fmla="*/ 8700900 w 11893179"/>
                  <a:gd name="connsiteY58" fmla="*/ 6440551 h 6856802"/>
                  <a:gd name="connsiteX59" fmla="*/ 8324655 w 11893179"/>
                  <a:gd name="connsiteY59" fmla="*/ 6515022 h 6856802"/>
                  <a:gd name="connsiteX60" fmla="*/ 7882831 w 11893179"/>
                  <a:gd name="connsiteY60" fmla="*/ 6580045 h 6856802"/>
                  <a:gd name="connsiteX61" fmla="*/ 7667199 w 11893179"/>
                  <a:gd name="connsiteY61" fmla="*/ 6508908 h 6856802"/>
                  <a:gd name="connsiteX62" fmla="*/ 7422667 w 11893179"/>
                  <a:gd name="connsiteY62" fmla="*/ 6441662 h 6856802"/>
                  <a:gd name="connsiteX63" fmla="*/ 6960836 w 11893179"/>
                  <a:gd name="connsiteY63" fmla="*/ 6678413 h 6856802"/>
                  <a:gd name="connsiteX64" fmla="*/ 6136097 w 11893179"/>
                  <a:gd name="connsiteY64" fmla="*/ 6796789 h 6856802"/>
                  <a:gd name="connsiteX65" fmla="*/ 6069962 w 11893179"/>
                  <a:gd name="connsiteY65" fmla="*/ 6792342 h 6856802"/>
                  <a:gd name="connsiteX66" fmla="*/ 4960678 w 11893179"/>
                  <a:gd name="connsiteY66" fmla="*/ 6154893 h 6856802"/>
                  <a:gd name="connsiteX67" fmla="*/ 4533860 w 11893179"/>
                  <a:gd name="connsiteY67" fmla="*/ 6352741 h 6856802"/>
                  <a:gd name="connsiteX68" fmla="*/ 3572406 w 11893179"/>
                  <a:gd name="connsiteY68" fmla="*/ 6553925 h 6856802"/>
                  <a:gd name="connsiteX69" fmla="*/ 3147254 w 11893179"/>
                  <a:gd name="connsiteY69" fmla="*/ 6329400 h 6856802"/>
                  <a:gd name="connsiteX70" fmla="*/ 2905501 w 11893179"/>
                  <a:gd name="connsiteY70" fmla="*/ 6104875 h 6856802"/>
                  <a:gd name="connsiteX71" fmla="*/ 2686534 w 11893179"/>
                  <a:gd name="connsiteY71" fmla="*/ 6183237 h 6856802"/>
                  <a:gd name="connsiteX72" fmla="*/ 2268052 w 11893179"/>
                  <a:gd name="connsiteY72" fmla="*/ 6387199 h 6856802"/>
                  <a:gd name="connsiteX73" fmla="*/ 1222123 w 11893179"/>
                  <a:gd name="connsiteY73" fmla="*/ 6147668 h 6856802"/>
                  <a:gd name="connsiteX74" fmla="*/ 928686 w 11893179"/>
                  <a:gd name="connsiteY74" fmla="*/ 5647490 h 6856802"/>
                  <a:gd name="connsiteX75" fmla="*/ 834763 w 11893179"/>
                  <a:gd name="connsiteY75" fmla="*/ 5336268 h 6856802"/>
                  <a:gd name="connsiteX76" fmla="*/ 202871 w 11893179"/>
                  <a:gd name="connsiteY76" fmla="*/ 4537095 h 6856802"/>
                  <a:gd name="connsiteX77" fmla="*/ 715832 w 11893179"/>
                  <a:gd name="connsiteY77" fmla="*/ 3857407 h 6856802"/>
                  <a:gd name="connsiteX78" fmla="*/ 220100 w 11893179"/>
                  <a:gd name="connsiteY78" fmla="*/ 3113809 h 6856802"/>
                  <a:gd name="connsiteX79" fmla="*/ 669704 w 11893179"/>
                  <a:gd name="connsiteY79" fmla="*/ 2276844 h 6856802"/>
                  <a:gd name="connsiteX80" fmla="*/ 1109861 w 11893179"/>
                  <a:gd name="connsiteY80" fmla="*/ 2100670 h 6856802"/>
                  <a:gd name="connsiteX81" fmla="*/ 1148208 w 11893179"/>
                  <a:gd name="connsiteY81" fmla="*/ 2072327 h 6856802"/>
                  <a:gd name="connsiteX82" fmla="*/ 1119309 w 11893179"/>
                  <a:gd name="connsiteY82" fmla="*/ 1761661 h 6856802"/>
                  <a:gd name="connsiteX83" fmla="*/ 1497777 w 11893179"/>
                  <a:gd name="connsiteY83" fmla="*/ 1257592 h 6856802"/>
                  <a:gd name="connsiteX84" fmla="*/ 1491664 w 11893179"/>
                  <a:gd name="connsiteY84" fmla="*/ 1235362 h 6856802"/>
                  <a:gd name="connsiteX85" fmla="*/ 1628379 w 11893179"/>
                  <a:gd name="connsiteY85" fmla="*/ 602914 h 6856802"/>
                  <a:gd name="connsiteX86" fmla="*/ 2885494 w 11893179"/>
                  <a:gd name="connsiteY86" fmla="*/ 17706 h 6856802"/>
                  <a:gd name="connsiteX87" fmla="*/ 3219224 w 11893179"/>
                  <a:gd name="connsiteY87" fmla="*/ 338 h 6856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11893179" h="6856802">
                    <a:moveTo>
                      <a:pt x="108567" y="5390271"/>
                    </a:moveTo>
                    <a:cubicBezTo>
                      <a:pt x="117598" y="5389481"/>
                      <a:pt x="127150" y="5392260"/>
                      <a:pt x="135625" y="5400179"/>
                    </a:cubicBezTo>
                    <a:cubicBezTo>
                      <a:pt x="210653" y="5470760"/>
                      <a:pt x="301797" y="5520222"/>
                      <a:pt x="401832" y="5545787"/>
                    </a:cubicBezTo>
                    <a:cubicBezTo>
                      <a:pt x="446847" y="5556902"/>
                      <a:pt x="427397" y="5626927"/>
                      <a:pt x="382936" y="5615812"/>
                    </a:cubicBezTo>
                    <a:cubicBezTo>
                      <a:pt x="270674" y="5587468"/>
                      <a:pt x="168416" y="5530781"/>
                      <a:pt x="84496" y="5451309"/>
                    </a:cubicBezTo>
                    <a:cubicBezTo>
                      <a:pt x="59071" y="5427134"/>
                      <a:pt x="81474" y="5392642"/>
                      <a:pt x="108567" y="5390271"/>
                    </a:cubicBezTo>
                    <a:close/>
                    <a:moveTo>
                      <a:pt x="45177" y="5027582"/>
                    </a:moveTo>
                    <a:cubicBezTo>
                      <a:pt x="53514" y="5029423"/>
                      <a:pt x="61155" y="5035050"/>
                      <a:pt x="66157" y="5045609"/>
                    </a:cubicBezTo>
                    <a:cubicBezTo>
                      <a:pt x="180087" y="5286250"/>
                      <a:pt x="412392" y="5456867"/>
                      <a:pt x="675818" y="5493546"/>
                    </a:cubicBezTo>
                    <a:cubicBezTo>
                      <a:pt x="695271" y="5496325"/>
                      <a:pt x="705830" y="5520779"/>
                      <a:pt x="700828" y="5538562"/>
                    </a:cubicBezTo>
                    <a:cubicBezTo>
                      <a:pt x="694715" y="5558570"/>
                      <a:pt x="675818" y="5566350"/>
                      <a:pt x="656368" y="5563571"/>
                    </a:cubicBezTo>
                    <a:cubicBezTo>
                      <a:pt x="376824" y="5524113"/>
                      <a:pt x="124511" y="5337380"/>
                      <a:pt x="3912" y="5082289"/>
                    </a:cubicBezTo>
                    <a:cubicBezTo>
                      <a:pt x="-11093" y="5050611"/>
                      <a:pt x="20168" y="5022059"/>
                      <a:pt x="45177" y="5027582"/>
                    </a:cubicBezTo>
                    <a:close/>
                    <a:moveTo>
                      <a:pt x="11856609" y="3028223"/>
                    </a:moveTo>
                    <a:cubicBezTo>
                      <a:pt x="11874671" y="3028223"/>
                      <a:pt x="11892872" y="3039894"/>
                      <a:pt x="11893150" y="3063236"/>
                    </a:cubicBezTo>
                    <a:cubicBezTo>
                      <a:pt x="11894817" y="3263863"/>
                      <a:pt x="11826459" y="3457821"/>
                      <a:pt x="11703637" y="3615655"/>
                    </a:cubicBezTo>
                    <a:cubicBezTo>
                      <a:pt x="11675295" y="3652334"/>
                      <a:pt x="11624166" y="3600649"/>
                      <a:pt x="11652508" y="3564525"/>
                    </a:cubicBezTo>
                    <a:cubicBezTo>
                      <a:pt x="11763104" y="3422252"/>
                      <a:pt x="11822013" y="3243300"/>
                      <a:pt x="11820902" y="3063236"/>
                    </a:cubicBezTo>
                    <a:cubicBezTo>
                      <a:pt x="11820624" y="3039894"/>
                      <a:pt x="11838547" y="3028223"/>
                      <a:pt x="11856609" y="3028223"/>
                    </a:cubicBezTo>
                    <a:close/>
                    <a:moveTo>
                      <a:pt x="11611799" y="2272467"/>
                    </a:moveTo>
                    <a:cubicBezTo>
                      <a:pt x="11621246" y="2274482"/>
                      <a:pt x="11629722" y="2279901"/>
                      <a:pt x="11633613" y="2289071"/>
                    </a:cubicBezTo>
                    <a:cubicBezTo>
                      <a:pt x="11671404" y="2379103"/>
                      <a:pt x="11700303" y="2471358"/>
                      <a:pt x="11718087" y="2567503"/>
                    </a:cubicBezTo>
                    <a:cubicBezTo>
                      <a:pt x="11780331" y="2902623"/>
                      <a:pt x="11718087" y="3257749"/>
                      <a:pt x="11538023" y="3547297"/>
                    </a:cubicBezTo>
                    <a:cubicBezTo>
                      <a:pt x="11513569" y="3586756"/>
                      <a:pt x="11451325" y="3550076"/>
                      <a:pt x="11475778" y="3510617"/>
                    </a:cubicBezTo>
                    <a:cubicBezTo>
                      <a:pt x="11523573" y="3433367"/>
                      <a:pt x="11563587" y="3351671"/>
                      <a:pt x="11594154" y="3265530"/>
                    </a:cubicBezTo>
                    <a:cubicBezTo>
                      <a:pt x="11700858" y="2963755"/>
                      <a:pt x="11696413" y="2621411"/>
                      <a:pt x="11571369" y="2325750"/>
                    </a:cubicBezTo>
                    <a:cubicBezTo>
                      <a:pt x="11563587" y="2307966"/>
                      <a:pt x="11565255" y="2286848"/>
                      <a:pt x="11584150" y="2276288"/>
                    </a:cubicBezTo>
                    <a:cubicBezTo>
                      <a:pt x="11591930" y="2271842"/>
                      <a:pt x="11602351" y="2270453"/>
                      <a:pt x="11611799" y="2272467"/>
                    </a:cubicBezTo>
                    <a:close/>
                    <a:moveTo>
                      <a:pt x="11139547" y="1068636"/>
                    </a:moveTo>
                    <a:cubicBezTo>
                      <a:pt x="11140103" y="1073082"/>
                      <a:pt x="11140103" y="1076972"/>
                      <a:pt x="11140103" y="1081418"/>
                    </a:cubicBezTo>
                    <a:cubicBezTo>
                      <a:pt x="11140659" y="1080307"/>
                      <a:pt x="11140659" y="1079751"/>
                      <a:pt x="11140659" y="1078639"/>
                    </a:cubicBezTo>
                    <a:cubicBezTo>
                      <a:pt x="11141214" y="1075305"/>
                      <a:pt x="11140659" y="1071415"/>
                      <a:pt x="11139547" y="1068636"/>
                    </a:cubicBezTo>
                    <a:close/>
                    <a:moveTo>
                      <a:pt x="3219224" y="338"/>
                    </a:moveTo>
                    <a:cubicBezTo>
                      <a:pt x="3330653" y="2283"/>
                      <a:pt x="3441804" y="12703"/>
                      <a:pt x="3551287" y="33822"/>
                    </a:cubicBezTo>
                    <a:cubicBezTo>
                      <a:pt x="3745245" y="70502"/>
                      <a:pt x="3906969" y="170538"/>
                      <a:pt x="4034237" y="321703"/>
                    </a:cubicBezTo>
                    <a:cubicBezTo>
                      <a:pt x="4054244" y="346156"/>
                      <a:pt x="4073695" y="371165"/>
                      <a:pt x="4092035" y="397285"/>
                    </a:cubicBezTo>
                    <a:cubicBezTo>
                      <a:pt x="4223193" y="625700"/>
                      <a:pt x="4201519" y="582907"/>
                      <a:pt x="4422153" y="468978"/>
                    </a:cubicBezTo>
                    <a:cubicBezTo>
                      <a:pt x="4563870" y="395618"/>
                      <a:pt x="4707810" y="315590"/>
                      <a:pt x="4867868" y="290581"/>
                    </a:cubicBezTo>
                    <a:cubicBezTo>
                      <a:pt x="5189093" y="246676"/>
                      <a:pt x="5567006" y="332818"/>
                      <a:pt x="5730953" y="635148"/>
                    </a:cubicBezTo>
                    <a:cubicBezTo>
                      <a:pt x="6413418" y="310032"/>
                      <a:pt x="6759097" y="-38981"/>
                      <a:pt x="7516034" y="413958"/>
                    </a:cubicBezTo>
                    <a:cubicBezTo>
                      <a:pt x="7692763" y="555675"/>
                      <a:pt x="7685539" y="513994"/>
                      <a:pt x="7886721" y="449526"/>
                    </a:cubicBezTo>
                    <a:cubicBezTo>
                      <a:pt x="8279083" y="317813"/>
                      <a:pt x="8769258" y="180541"/>
                      <a:pt x="9147171" y="416737"/>
                    </a:cubicBezTo>
                    <a:cubicBezTo>
                      <a:pt x="9241649" y="473979"/>
                      <a:pt x="9293333" y="582907"/>
                      <a:pt x="9334459" y="651821"/>
                    </a:cubicBezTo>
                    <a:cubicBezTo>
                      <a:pt x="9372806" y="661824"/>
                      <a:pt x="9411709" y="671272"/>
                      <a:pt x="9450612" y="680720"/>
                    </a:cubicBezTo>
                    <a:cubicBezTo>
                      <a:pt x="10133078" y="148308"/>
                      <a:pt x="11174004" y="-53987"/>
                      <a:pt x="11229579" y="1103092"/>
                    </a:cubicBezTo>
                    <a:cubicBezTo>
                      <a:pt x="11243473" y="1366520"/>
                      <a:pt x="11202347" y="1628280"/>
                      <a:pt x="11145105" y="1884482"/>
                    </a:cubicBezTo>
                    <a:cubicBezTo>
                      <a:pt x="11092864" y="2094557"/>
                      <a:pt x="11081193" y="2087888"/>
                      <a:pt x="11270149" y="2197927"/>
                    </a:cubicBezTo>
                    <a:cubicBezTo>
                      <a:pt x="11496897" y="2361319"/>
                      <a:pt x="11595821" y="2651422"/>
                      <a:pt x="11566366" y="2921519"/>
                    </a:cubicBezTo>
                    <a:cubicBezTo>
                      <a:pt x="11549138" y="3114365"/>
                      <a:pt x="11476334" y="3297764"/>
                      <a:pt x="11389081" y="3470047"/>
                    </a:cubicBezTo>
                    <a:cubicBezTo>
                      <a:pt x="11290712" y="3676788"/>
                      <a:pt x="11209017" y="3672342"/>
                      <a:pt x="11339063" y="3895755"/>
                    </a:cubicBezTo>
                    <a:cubicBezTo>
                      <a:pt x="11446324" y="4152513"/>
                      <a:pt x="11441877" y="4449285"/>
                      <a:pt x="11331282" y="4703821"/>
                    </a:cubicBezTo>
                    <a:cubicBezTo>
                      <a:pt x="11254032" y="4884441"/>
                      <a:pt x="11127320" y="5039496"/>
                      <a:pt x="10990605" y="5179546"/>
                    </a:cubicBezTo>
                    <a:cubicBezTo>
                      <a:pt x="10926138" y="5264020"/>
                      <a:pt x="10753854" y="5365723"/>
                      <a:pt x="10754965" y="5465759"/>
                    </a:cubicBezTo>
                    <a:cubicBezTo>
                      <a:pt x="10757744" y="5504106"/>
                      <a:pt x="10761635" y="5542453"/>
                      <a:pt x="10764969" y="5581355"/>
                    </a:cubicBezTo>
                    <a:cubicBezTo>
                      <a:pt x="10774973" y="5703065"/>
                      <a:pt x="10758300" y="5825331"/>
                      <a:pt x="10716063" y="5939817"/>
                    </a:cubicBezTo>
                    <a:lnTo>
                      <a:pt x="10653263" y="6110433"/>
                    </a:lnTo>
                    <a:cubicBezTo>
                      <a:pt x="10601578" y="6251595"/>
                      <a:pt x="10524328" y="6382197"/>
                      <a:pt x="10423736" y="6494459"/>
                    </a:cubicBezTo>
                    <a:cubicBezTo>
                      <a:pt x="10259233" y="6677302"/>
                      <a:pt x="10048603" y="6811238"/>
                      <a:pt x="9794068" y="6837359"/>
                    </a:cubicBezTo>
                    <a:cubicBezTo>
                      <a:pt x="9301670" y="6913497"/>
                      <a:pt x="9043800" y="6762888"/>
                      <a:pt x="8700900" y="6440551"/>
                    </a:cubicBezTo>
                    <a:cubicBezTo>
                      <a:pt x="8571966" y="6430547"/>
                      <a:pt x="8448588" y="6472784"/>
                      <a:pt x="8324655" y="6515022"/>
                    </a:cubicBezTo>
                    <a:cubicBezTo>
                      <a:pt x="8180715" y="6564483"/>
                      <a:pt x="8036219" y="6613390"/>
                      <a:pt x="7882831" y="6580045"/>
                    </a:cubicBezTo>
                    <a:cubicBezTo>
                      <a:pt x="7811139" y="6576710"/>
                      <a:pt x="7737780" y="6542810"/>
                      <a:pt x="7667199" y="6508908"/>
                    </a:cubicBezTo>
                    <a:cubicBezTo>
                      <a:pt x="7579946" y="6466671"/>
                      <a:pt x="7496027" y="6424989"/>
                      <a:pt x="7422667" y="6441662"/>
                    </a:cubicBezTo>
                    <a:cubicBezTo>
                      <a:pt x="7257053" y="6501684"/>
                      <a:pt x="7125339" y="6617836"/>
                      <a:pt x="6960836" y="6678413"/>
                    </a:cubicBezTo>
                    <a:cubicBezTo>
                      <a:pt x="6702410" y="6786229"/>
                      <a:pt x="6415086" y="6812906"/>
                      <a:pt x="6136097" y="6796789"/>
                    </a:cubicBezTo>
                    <a:cubicBezTo>
                      <a:pt x="6113867" y="6795678"/>
                      <a:pt x="6092193" y="6794010"/>
                      <a:pt x="6069962" y="6792342"/>
                    </a:cubicBezTo>
                    <a:cubicBezTo>
                      <a:pt x="5601463" y="6744548"/>
                      <a:pt x="5244113" y="6518912"/>
                      <a:pt x="4960678" y="6154893"/>
                    </a:cubicBezTo>
                    <a:cubicBezTo>
                      <a:pt x="4899545" y="6083201"/>
                      <a:pt x="4621113" y="6324398"/>
                      <a:pt x="4533860" y="6352741"/>
                    </a:cubicBezTo>
                    <a:cubicBezTo>
                      <a:pt x="4243756" y="6506686"/>
                      <a:pt x="3904191" y="6637843"/>
                      <a:pt x="3572406" y="6553925"/>
                    </a:cubicBezTo>
                    <a:cubicBezTo>
                      <a:pt x="3415683" y="6513354"/>
                      <a:pt x="3269520" y="6434993"/>
                      <a:pt x="3147254" y="6329400"/>
                    </a:cubicBezTo>
                    <a:cubicBezTo>
                      <a:pt x="3059445" y="6263821"/>
                      <a:pt x="3002203" y="6156005"/>
                      <a:pt x="2905501" y="6104875"/>
                    </a:cubicBezTo>
                    <a:cubicBezTo>
                      <a:pt x="2824917" y="6093760"/>
                      <a:pt x="2753781" y="6147668"/>
                      <a:pt x="2686534" y="6183237"/>
                    </a:cubicBezTo>
                    <a:cubicBezTo>
                      <a:pt x="2553709" y="6263821"/>
                      <a:pt x="2416438" y="6338848"/>
                      <a:pt x="2268052" y="6387199"/>
                    </a:cubicBezTo>
                    <a:cubicBezTo>
                      <a:pt x="1912370" y="6512799"/>
                      <a:pt x="1492220" y="6402204"/>
                      <a:pt x="1222123" y="6147668"/>
                    </a:cubicBezTo>
                    <a:cubicBezTo>
                      <a:pt x="1086520" y="6007619"/>
                      <a:pt x="987595" y="5832001"/>
                      <a:pt x="928686" y="5647490"/>
                    </a:cubicBezTo>
                    <a:cubicBezTo>
                      <a:pt x="892006" y="5583023"/>
                      <a:pt x="896452" y="5345160"/>
                      <a:pt x="834763" y="5336268"/>
                    </a:cubicBezTo>
                    <a:cubicBezTo>
                      <a:pt x="345144" y="5399068"/>
                      <a:pt x="86163" y="4976140"/>
                      <a:pt x="202871" y="4537095"/>
                    </a:cubicBezTo>
                    <a:cubicBezTo>
                      <a:pt x="269562" y="4248658"/>
                      <a:pt x="515761" y="4058035"/>
                      <a:pt x="715832" y="3857407"/>
                    </a:cubicBezTo>
                    <a:cubicBezTo>
                      <a:pt x="396829" y="3725694"/>
                      <a:pt x="256779" y="3440037"/>
                      <a:pt x="220100" y="3113809"/>
                    </a:cubicBezTo>
                    <a:cubicBezTo>
                      <a:pt x="165636" y="2773132"/>
                      <a:pt x="406833" y="2467468"/>
                      <a:pt x="669704" y="2276844"/>
                    </a:cubicBezTo>
                    <a:cubicBezTo>
                      <a:pt x="799751" y="2177364"/>
                      <a:pt x="955917" y="2141240"/>
                      <a:pt x="1109861" y="2100670"/>
                    </a:cubicBezTo>
                    <a:cubicBezTo>
                      <a:pt x="1123755" y="2090111"/>
                      <a:pt x="1137093" y="2080663"/>
                      <a:pt x="1148208" y="2072327"/>
                    </a:cubicBezTo>
                    <a:cubicBezTo>
                      <a:pt x="1168215" y="1997856"/>
                      <a:pt x="1099302" y="1848358"/>
                      <a:pt x="1119309" y="1761661"/>
                    </a:cubicBezTo>
                    <a:cubicBezTo>
                      <a:pt x="1143762" y="1548251"/>
                      <a:pt x="1286591" y="1326505"/>
                      <a:pt x="1497777" y="1257592"/>
                    </a:cubicBezTo>
                    <a:cubicBezTo>
                      <a:pt x="1495554" y="1249811"/>
                      <a:pt x="1493887" y="1242587"/>
                      <a:pt x="1491664" y="1235362"/>
                    </a:cubicBezTo>
                    <a:cubicBezTo>
                      <a:pt x="1447759" y="1015839"/>
                      <a:pt x="1500000" y="785757"/>
                      <a:pt x="1628379" y="602914"/>
                    </a:cubicBezTo>
                    <a:cubicBezTo>
                      <a:pt x="1914037" y="218888"/>
                      <a:pt x="2426442" y="69391"/>
                      <a:pt x="2885494" y="17706"/>
                    </a:cubicBezTo>
                    <a:cubicBezTo>
                      <a:pt x="2996089" y="4923"/>
                      <a:pt x="3107796" y="-1607"/>
                      <a:pt x="3219224" y="338"/>
                    </a:cubicBezTo>
                    <a:close/>
                  </a:path>
                </a:pathLst>
              </a:custGeom>
              <a:solidFill>
                <a:schemeClr val="accent6">
                  <a:alpha val="15000"/>
                </a:schemeClr>
              </a:solidFill>
              <a:ln w="55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Bullet6" descr="29392635-0702-4621-a6be-0db5f4bb3122">
                <a:extLst>
                  <a:ext uri="{FF2B5EF4-FFF2-40B4-BE49-F238E27FC236}">
                    <a16:creationId xmlns:a16="http://schemas.microsoft.com/office/drawing/2014/main" id="{8BAB54D4-35F5-62E0-C0B2-B617E346CF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52432" y="4357012"/>
                <a:ext cx="2814443" cy="66897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发行公司</a:t>
                </a:r>
                <a:endParaRPr lang="en-US" dirty="0"/>
              </a:p>
            </p:txBody>
          </p:sp>
          <p:sp>
            <p:nvSpPr>
              <p:cNvPr id="68" name="Text6" descr="da343022-9dd0-4e26-b0a4-85dcf3e79522">
                <a:extLst>
                  <a:ext uri="{FF2B5EF4-FFF2-40B4-BE49-F238E27FC236}">
                    <a16:creationId xmlns:a16="http://schemas.microsoft.com/office/drawing/2014/main" id="{CFE90C64-C09E-C284-2CC6-4DABCBA4AB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52432" y="5025987"/>
                <a:ext cx="2814443" cy="85667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华特·迪士尼电影工作室负责发行，凭借其强大的发行网络，让电影在全球范围内得到了广泛传播。</a:t>
                </a:r>
                <a:endParaRPr lang="en-US" dirty="0"/>
              </a:p>
            </p:txBody>
          </p:sp>
        </p:grpSp>
        <p:sp>
          <p:nvSpPr>
            <p:cNvPr id="90" name="Freeform 22" descr="e816095b-1112-440a-8351-6df9ed2a1772">
              <a:extLst>
                <a:ext uri="{FF2B5EF4-FFF2-40B4-BE49-F238E27FC236}">
                  <a16:creationId xmlns:a16="http://schemas.microsoft.com/office/drawing/2014/main" id="{2F53DDFC-5B1A-5B71-1DF8-96060961C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392" y="5984127"/>
              <a:ext cx="381627" cy="393991"/>
            </a:xfrm>
            <a:custGeom>
              <a:avLst/>
              <a:gdLst>
                <a:gd name="T0" fmla="*/ 191 w 195"/>
                <a:gd name="T1" fmla="*/ 35 h 201"/>
                <a:gd name="T2" fmla="*/ 193 w 195"/>
                <a:gd name="T3" fmla="*/ 44 h 201"/>
                <a:gd name="T4" fmla="*/ 177 w 195"/>
                <a:gd name="T5" fmla="*/ 104 h 201"/>
                <a:gd name="T6" fmla="*/ 110 w 195"/>
                <a:gd name="T7" fmla="*/ 143 h 201"/>
                <a:gd name="T8" fmla="*/ 108 w 195"/>
                <a:gd name="T9" fmla="*/ 142 h 201"/>
                <a:gd name="T10" fmla="*/ 117 w 195"/>
                <a:gd name="T11" fmla="*/ 128 h 201"/>
                <a:gd name="T12" fmla="*/ 122 w 195"/>
                <a:gd name="T13" fmla="*/ 105 h 201"/>
                <a:gd name="T14" fmla="*/ 122 w 195"/>
                <a:gd name="T15" fmla="*/ 104 h 201"/>
                <a:gd name="T16" fmla="*/ 95 w 195"/>
                <a:gd name="T17" fmla="*/ 123 h 201"/>
                <a:gd name="T18" fmla="*/ 59 w 195"/>
                <a:gd name="T19" fmla="*/ 192 h 201"/>
                <a:gd name="T20" fmla="*/ 57 w 195"/>
                <a:gd name="T21" fmla="*/ 200 h 201"/>
                <a:gd name="T22" fmla="*/ 49 w 195"/>
                <a:gd name="T23" fmla="*/ 198 h 201"/>
                <a:gd name="T24" fmla="*/ 39 w 195"/>
                <a:gd name="T25" fmla="*/ 188 h 201"/>
                <a:gd name="T26" fmla="*/ 14 w 195"/>
                <a:gd name="T27" fmla="*/ 80 h 201"/>
                <a:gd name="T28" fmla="*/ 47 w 195"/>
                <a:gd name="T29" fmla="*/ 33 h 201"/>
                <a:gd name="T30" fmla="*/ 133 w 195"/>
                <a:gd name="T31" fmla="*/ 0 h 201"/>
                <a:gd name="T32" fmla="*/ 157 w 195"/>
                <a:gd name="T33" fmla="*/ 3 h 201"/>
                <a:gd name="T34" fmla="*/ 174 w 195"/>
                <a:gd name="T35" fmla="*/ 11 h 201"/>
                <a:gd name="T36" fmla="*/ 191 w 195"/>
                <a:gd name="T37" fmla="*/ 35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5" h="201">
                  <a:moveTo>
                    <a:pt x="191" y="35"/>
                  </a:moveTo>
                  <a:cubicBezTo>
                    <a:pt x="192" y="38"/>
                    <a:pt x="193" y="41"/>
                    <a:pt x="193" y="44"/>
                  </a:cubicBezTo>
                  <a:cubicBezTo>
                    <a:pt x="195" y="67"/>
                    <a:pt x="188" y="88"/>
                    <a:pt x="177" y="104"/>
                  </a:cubicBezTo>
                  <a:cubicBezTo>
                    <a:pt x="157" y="135"/>
                    <a:pt x="124" y="152"/>
                    <a:pt x="110" y="143"/>
                  </a:cubicBezTo>
                  <a:cubicBezTo>
                    <a:pt x="109" y="143"/>
                    <a:pt x="108" y="142"/>
                    <a:pt x="108" y="142"/>
                  </a:cubicBezTo>
                  <a:cubicBezTo>
                    <a:pt x="111" y="137"/>
                    <a:pt x="115" y="133"/>
                    <a:pt x="117" y="128"/>
                  </a:cubicBezTo>
                  <a:cubicBezTo>
                    <a:pt x="121" y="121"/>
                    <a:pt x="123" y="114"/>
                    <a:pt x="122" y="105"/>
                  </a:cubicBezTo>
                  <a:cubicBezTo>
                    <a:pt x="122" y="104"/>
                    <a:pt x="122" y="104"/>
                    <a:pt x="122" y="104"/>
                  </a:cubicBezTo>
                  <a:cubicBezTo>
                    <a:pt x="113" y="110"/>
                    <a:pt x="103" y="116"/>
                    <a:pt x="95" y="123"/>
                  </a:cubicBezTo>
                  <a:cubicBezTo>
                    <a:pt x="75" y="140"/>
                    <a:pt x="59" y="161"/>
                    <a:pt x="59" y="192"/>
                  </a:cubicBezTo>
                  <a:cubicBezTo>
                    <a:pt x="59" y="196"/>
                    <a:pt x="58" y="198"/>
                    <a:pt x="57" y="200"/>
                  </a:cubicBezTo>
                  <a:cubicBezTo>
                    <a:pt x="55" y="201"/>
                    <a:pt x="53" y="201"/>
                    <a:pt x="49" y="198"/>
                  </a:cubicBezTo>
                  <a:cubicBezTo>
                    <a:pt x="45" y="195"/>
                    <a:pt x="42" y="192"/>
                    <a:pt x="39" y="188"/>
                  </a:cubicBezTo>
                  <a:cubicBezTo>
                    <a:pt x="10" y="153"/>
                    <a:pt x="0" y="116"/>
                    <a:pt x="14" y="80"/>
                  </a:cubicBezTo>
                  <a:cubicBezTo>
                    <a:pt x="21" y="61"/>
                    <a:pt x="33" y="45"/>
                    <a:pt x="47" y="33"/>
                  </a:cubicBezTo>
                  <a:cubicBezTo>
                    <a:pt x="72" y="11"/>
                    <a:pt x="105" y="0"/>
                    <a:pt x="133" y="0"/>
                  </a:cubicBezTo>
                  <a:cubicBezTo>
                    <a:pt x="141" y="0"/>
                    <a:pt x="150" y="1"/>
                    <a:pt x="157" y="3"/>
                  </a:cubicBezTo>
                  <a:cubicBezTo>
                    <a:pt x="163" y="5"/>
                    <a:pt x="169" y="7"/>
                    <a:pt x="174" y="11"/>
                  </a:cubicBezTo>
                  <a:cubicBezTo>
                    <a:pt x="182" y="16"/>
                    <a:pt x="188" y="24"/>
                    <a:pt x="191" y="3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23" descr="b520e28f-430a-4f34-afa5-ad03d8c8d99b">
              <a:extLst>
                <a:ext uri="{FF2B5EF4-FFF2-40B4-BE49-F238E27FC236}">
                  <a16:creationId xmlns:a16="http://schemas.microsoft.com/office/drawing/2014/main" id="{7FD4092C-C25E-BFE3-00EB-C47B1208F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836" y="5173066"/>
              <a:ext cx="965195" cy="879474"/>
            </a:xfrm>
            <a:custGeom>
              <a:avLst/>
              <a:gdLst>
                <a:gd name="T0" fmla="*/ 493 w 493"/>
                <a:gd name="T1" fmla="*/ 20 h 449"/>
                <a:gd name="T2" fmla="*/ 488 w 493"/>
                <a:gd name="T3" fmla="*/ 35 h 449"/>
                <a:gd name="T4" fmla="*/ 442 w 493"/>
                <a:gd name="T5" fmla="*/ 110 h 449"/>
                <a:gd name="T6" fmla="*/ 213 w 493"/>
                <a:gd name="T7" fmla="*/ 336 h 449"/>
                <a:gd name="T8" fmla="*/ 116 w 493"/>
                <a:gd name="T9" fmla="*/ 403 h 449"/>
                <a:gd name="T10" fmla="*/ 106 w 493"/>
                <a:gd name="T11" fmla="*/ 409 h 449"/>
                <a:gd name="T12" fmla="*/ 100 w 493"/>
                <a:gd name="T13" fmla="*/ 413 h 449"/>
                <a:gd name="T14" fmla="*/ 98 w 493"/>
                <a:gd name="T15" fmla="*/ 414 h 449"/>
                <a:gd name="T16" fmla="*/ 92 w 493"/>
                <a:gd name="T17" fmla="*/ 417 h 449"/>
                <a:gd name="T18" fmla="*/ 85 w 493"/>
                <a:gd name="T19" fmla="*/ 421 h 449"/>
                <a:gd name="T20" fmla="*/ 75 w 493"/>
                <a:gd name="T21" fmla="*/ 427 h 449"/>
                <a:gd name="T22" fmla="*/ 67 w 493"/>
                <a:gd name="T23" fmla="*/ 431 h 449"/>
                <a:gd name="T24" fmla="*/ 34 w 493"/>
                <a:gd name="T25" fmla="*/ 449 h 449"/>
                <a:gd name="T26" fmla="*/ 17 w 493"/>
                <a:gd name="T27" fmla="*/ 425 h 449"/>
                <a:gd name="T28" fmla="*/ 0 w 493"/>
                <a:gd name="T29" fmla="*/ 417 h 449"/>
                <a:gd name="T30" fmla="*/ 3 w 493"/>
                <a:gd name="T31" fmla="*/ 412 h 449"/>
                <a:gd name="T32" fmla="*/ 11 w 493"/>
                <a:gd name="T33" fmla="*/ 400 h 449"/>
                <a:gd name="T34" fmla="*/ 14 w 493"/>
                <a:gd name="T35" fmla="*/ 395 h 449"/>
                <a:gd name="T36" fmla="*/ 17 w 493"/>
                <a:gd name="T37" fmla="*/ 391 h 449"/>
                <a:gd name="T38" fmla="*/ 52 w 493"/>
                <a:gd name="T39" fmla="*/ 343 h 449"/>
                <a:gd name="T40" fmla="*/ 57 w 493"/>
                <a:gd name="T41" fmla="*/ 336 h 449"/>
                <a:gd name="T42" fmla="*/ 167 w 493"/>
                <a:gd name="T43" fmla="*/ 212 h 449"/>
                <a:gd name="T44" fmla="*/ 380 w 493"/>
                <a:gd name="T45" fmla="*/ 42 h 449"/>
                <a:gd name="T46" fmla="*/ 381 w 493"/>
                <a:gd name="T47" fmla="*/ 42 h 449"/>
                <a:gd name="T48" fmla="*/ 384 w 493"/>
                <a:gd name="T49" fmla="*/ 40 h 449"/>
                <a:gd name="T50" fmla="*/ 386 w 493"/>
                <a:gd name="T51" fmla="*/ 39 h 449"/>
                <a:gd name="T52" fmla="*/ 387 w 493"/>
                <a:gd name="T53" fmla="*/ 38 h 449"/>
                <a:gd name="T54" fmla="*/ 392 w 493"/>
                <a:gd name="T55" fmla="*/ 35 h 449"/>
                <a:gd name="T56" fmla="*/ 400 w 493"/>
                <a:gd name="T57" fmla="*/ 31 h 449"/>
                <a:gd name="T58" fmla="*/ 406 w 493"/>
                <a:gd name="T59" fmla="*/ 27 h 449"/>
                <a:gd name="T60" fmla="*/ 409 w 493"/>
                <a:gd name="T61" fmla="*/ 26 h 449"/>
                <a:gd name="T62" fmla="*/ 410 w 493"/>
                <a:gd name="T63" fmla="*/ 25 h 449"/>
                <a:gd name="T64" fmla="*/ 413 w 493"/>
                <a:gd name="T65" fmla="*/ 24 h 449"/>
                <a:gd name="T66" fmla="*/ 418 w 493"/>
                <a:gd name="T67" fmla="*/ 21 h 449"/>
                <a:gd name="T68" fmla="*/ 427 w 493"/>
                <a:gd name="T69" fmla="*/ 17 h 449"/>
                <a:gd name="T70" fmla="*/ 432 w 493"/>
                <a:gd name="T71" fmla="*/ 15 h 449"/>
                <a:gd name="T72" fmla="*/ 475 w 493"/>
                <a:gd name="T73" fmla="*/ 1 h 449"/>
                <a:gd name="T74" fmla="*/ 493 w 493"/>
                <a:gd name="T75" fmla="*/ 20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93" h="449">
                  <a:moveTo>
                    <a:pt x="493" y="20"/>
                  </a:moveTo>
                  <a:cubicBezTo>
                    <a:pt x="492" y="26"/>
                    <a:pt x="490" y="31"/>
                    <a:pt x="488" y="35"/>
                  </a:cubicBezTo>
                  <a:cubicBezTo>
                    <a:pt x="476" y="60"/>
                    <a:pt x="461" y="85"/>
                    <a:pt x="442" y="110"/>
                  </a:cubicBezTo>
                  <a:cubicBezTo>
                    <a:pt x="379" y="196"/>
                    <a:pt x="285" y="280"/>
                    <a:pt x="213" y="336"/>
                  </a:cubicBezTo>
                  <a:cubicBezTo>
                    <a:pt x="177" y="363"/>
                    <a:pt x="146" y="384"/>
                    <a:pt x="116" y="403"/>
                  </a:cubicBezTo>
                  <a:cubicBezTo>
                    <a:pt x="113" y="405"/>
                    <a:pt x="109" y="407"/>
                    <a:pt x="106" y="409"/>
                  </a:cubicBezTo>
                  <a:cubicBezTo>
                    <a:pt x="104" y="410"/>
                    <a:pt x="102" y="412"/>
                    <a:pt x="100" y="413"/>
                  </a:cubicBezTo>
                  <a:cubicBezTo>
                    <a:pt x="99" y="413"/>
                    <a:pt x="98" y="414"/>
                    <a:pt x="98" y="414"/>
                  </a:cubicBezTo>
                  <a:cubicBezTo>
                    <a:pt x="96" y="415"/>
                    <a:pt x="94" y="416"/>
                    <a:pt x="92" y="417"/>
                  </a:cubicBezTo>
                  <a:cubicBezTo>
                    <a:pt x="90" y="419"/>
                    <a:pt x="87" y="420"/>
                    <a:pt x="85" y="421"/>
                  </a:cubicBezTo>
                  <a:cubicBezTo>
                    <a:pt x="82" y="423"/>
                    <a:pt x="79" y="425"/>
                    <a:pt x="75" y="427"/>
                  </a:cubicBezTo>
                  <a:cubicBezTo>
                    <a:pt x="73" y="428"/>
                    <a:pt x="70" y="430"/>
                    <a:pt x="67" y="431"/>
                  </a:cubicBezTo>
                  <a:cubicBezTo>
                    <a:pt x="56" y="437"/>
                    <a:pt x="45" y="443"/>
                    <a:pt x="34" y="449"/>
                  </a:cubicBezTo>
                  <a:cubicBezTo>
                    <a:pt x="31" y="438"/>
                    <a:pt x="25" y="430"/>
                    <a:pt x="17" y="425"/>
                  </a:cubicBezTo>
                  <a:cubicBezTo>
                    <a:pt x="12" y="421"/>
                    <a:pt x="6" y="419"/>
                    <a:pt x="0" y="417"/>
                  </a:cubicBezTo>
                  <a:cubicBezTo>
                    <a:pt x="1" y="415"/>
                    <a:pt x="2" y="413"/>
                    <a:pt x="3" y="412"/>
                  </a:cubicBezTo>
                  <a:cubicBezTo>
                    <a:pt x="5" y="408"/>
                    <a:pt x="8" y="404"/>
                    <a:pt x="11" y="400"/>
                  </a:cubicBezTo>
                  <a:cubicBezTo>
                    <a:pt x="12" y="398"/>
                    <a:pt x="13" y="397"/>
                    <a:pt x="14" y="395"/>
                  </a:cubicBezTo>
                  <a:cubicBezTo>
                    <a:pt x="15" y="394"/>
                    <a:pt x="16" y="392"/>
                    <a:pt x="17" y="391"/>
                  </a:cubicBezTo>
                  <a:cubicBezTo>
                    <a:pt x="26" y="377"/>
                    <a:pt x="38" y="361"/>
                    <a:pt x="52" y="343"/>
                  </a:cubicBezTo>
                  <a:cubicBezTo>
                    <a:pt x="53" y="340"/>
                    <a:pt x="55" y="338"/>
                    <a:pt x="57" y="336"/>
                  </a:cubicBezTo>
                  <a:cubicBezTo>
                    <a:pt x="86" y="299"/>
                    <a:pt x="123" y="255"/>
                    <a:pt x="167" y="212"/>
                  </a:cubicBezTo>
                  <a:cubicBezTo>
                    <a:pt x="232" y="148"/>
                    <a:pt x="301" y="89"/>
                    <a:pt x="380" y="42"/>
                  </a:cubicBezTo>
                  <a:cubicBezTo>
                    <a:pt x="381" y="42"/>
                    <a:pt x="381" y="42"/>
                    <a:pt x="381" y="42"/>
                  </a:cubicBezTo>
                  <a:cubicBezTo>
                    <a:pt x="382" y="41"/>
                    <a:pt x="383" y="40"/>
                    <a:pt x="384" y="40"/>
                  </a:cubicBezTo>
                  <a:cubicBezTo>
                    <a:pt x="384" y="39"/>
                    <a:pt x="385" y="39"/>
                    <a:pt x="386" y="39"/>
                  </a:cubicBezTo>
                  <a:cubicBezTo>
                    <a:pt x="387" y="38"/>
                    <a:pt x="387" y="38"/>
                    <a:pt x="387" y="38"/>
                  </a:cubicBezTo>
                  <a:cubicBezTo>
                    <a:pt x="388" y="37"/>
                    <a:pt x="390" y="36"/>
                    <a:pt x="392" y="35"/>
                  </a:cubicBezTo>
                  <a:cubicBezTo>
                    <a:pt x="394" y="34"/>
                    <a:pt x="397" y="32"/>
                    <a:pt x="400" y="31"/>
                  </a:cubicBezTo>
                  <a:cubicBezTo>
                    <a:pt x="402" y="30"/>
                    <a:pt x="404" y="28"/>
                    <a:pt x="406" y="27"/>
                  </a:cubicBezTo>
                  <a:cubicBezTo>
                    <a:pt x="407" y="27"/>
                    <a:pt x="408" y="27"/>
                    <a:pt x="409" y="26"/>
                  </a:cubicBezTo>
                  <a:cubicBezTo>
                    <a:pt x="409" y="26"/>
                    <a:pt x="410" y="26"/>
                    <a:pt x="410" y="25"/>
                  </a:cubicBezTo>
                  <a:cubicBezTo>
                    <a:pt x="411" y="25"/>
                    <a:pt x="412" y="25"/>
                    <a:pt x="413" y="24"/>
                  </a:cubicBezTo>
                  <a:cubicBezTo>
                    <a:pt x="414" y="23"/>
                    <a:pt x="416" y="22"/>
                    <a:pt x="418" y="21"/>
                  </a:cubicBezTo>
                  <a:cubicBezTo>
                    <a:pt x="421" y="20"/>
                    <a:pt x="424" y="18"/>
                    <a:pt x="427" y="17"/>
                  </a:cubicBezTo>
                  <a:cubicBezTo>
                    <a:pt x="429" y="16"/>
                    <a:pt x="430" y="15"/>
                    <a:pt x="432" y="15"/>
                  </a:cubicBezTo>
                  <a:cubicBezTo>
                    <a:pt x="449" y="7"/>
                    <a:pt x="466" y="0"/>
                    <a:pt x="475" y="1"/>
                  </a:cubicBezTo>
                  <a:cubicBezTo>
                    <a:pt x="485" y="1"/>
                    <a:pt x="493" y="10"/>
                    <a:pt x="493" y="20"/>
                  </a:cubicBez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24" descr="11b8eb5f-7f76-4fa7-8fe4-83504ddcea65">
              <a:extLst>
                <a:ext uri="{FF2B5EF4-FFF2-40B4-BE49-F238E27FC236}">
                  <a16:creationId xmlns:a16="http://schemas.microsoft.com/office/drawing/2014/main" id="{D375C971-501C-8374-DD20-B562828425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95836" y="5831641"/>
              <a:ext cx="226669" cy="173917"/>
            </a:xfrm>
            <a:custGeom>
              <a:avLst/>
              <a:gdLst>
                <a:gd name="T0" fmla="*/ 17 w 116"/>
                <a:gd name="T1" fmla="*/ 89 h 89"/>
                <a:gd name="T2" fmla="*/ 17 w 116"/>
                <a:gd name="T3" fmla="*/ 89 h 89"/>
                <a:gd name="T4" fmla="*/ 17 w 116"/>
                <a:gd name="T5" fmla="*/ 89 h 89"/>
                <a:gd name="T6" fmla="*/ 9 w 116"/>
                <a:gd name="T7" fmla="*/ 84 h 89"/>
                <a:gd name="T8" fmla="*/ 7 w 116"/>
                <a:gd name="T9" fmla="*/ 83 h 89"/>
                <a:gd name="T10" fmla="*/ 7 w 116"/>
                <a:gd name="T11" fmla="*/ 83 h 89"/>
                <a:gd name="T12" fmla="*/ 7 w 116"/>
                <a:gd name="T13" fmla="*/ 83 h 89"/>
                <a:gd name="T14" fmla="*/ 0 w 116"/>
                <a:gd name="T15" fmla="*/ 81 h 89"/>
                <a:gd name="T16" fmla="*/ 0 w 116"/>
                <a:gd name="T17" fmla="*/ 81 h 89"/>
                <a:gd name="T18" fmla="*/ 3 w 116"/>
                <a:gd name="T19" fmla="*/ 76 h 89"/>
                <a:gd name="T20" fmla="*/ 11 w 116"/>
                <a:gd name="T21" fmla="*/ 64 h 89"/>
                <a:gd name="T22" fmla="*/ 14 w 116"/>
                <a:gd name="T23" fmla="*/ 59 h 89"/>
                <a:gd name="T24" fmla="*/ 17 w 116"/>
                <a:gd name="T25" fmla="*/ 55 h 89"/>
                <a:gd name="T26" fmla="*/ 52 w 116"/>
                <a:gd name="T27" fmla="*/ 7 h 89"/>
                <a:gd name="T28" fmla="*/ 57 w 116"/>
                <a:gd name="T29" fmla="*/ 0 h 89"/>
                <a:gd name="T30" fmla="*/ 89 w 116"/>
                <a:gd name="T31" fmla="*/ 33 h 89"/>
                <a:gd name="T32" fmla="*/ 89 w 116"/>
                <a:gd name="T33" fmla="*/ 33 h 89"/>
                <a:gd name="T34" fmla="*/ 89 w 116"/>
                <a:gd name="T35" fmla="*/ 33 h 89"/>
                <a:gd name="T36" fmla="*/ 17 w 116"/>
                <a:gd name="T37" fmla="*/ 89 h 89"/>
                <a:gd name="T38" fmla="*/ 112 w 116"/>
                <a:gd name="T39" fmla="*/ 70 h 89"/>
                <a:gd name="T40" fmla="*/ 116 w 116"/>
                <a:gd name="T41" fmla="*/ 67 h 89"/>
                <a:gd name="T42" fmla="*/ 112 w 116"/>
                <a:gd name="T43" fmla="*/ 7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6" h="89">
                  <a:moveTo>
                    <a:pt x="17" y="89"/>
                  </a:moveTo>
                  <a:cubicBezTo>
                    <a:pt x="17" y="89"/>
                    <a:pt x="17" y="89"/>
                    <a:pt x="17" y="89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4" y="87"/>
                    <a:pt x="12" y="85"/>
                    <a:pt x="9" y="84"/>
                  </a:cubicBezTo>
                  <a:cubicBezTo>
                    <a:pt x="8" y="84"/>
                    <a:pt x="8" y="84"/>
                    <a:pt x="7" y="83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5" y="82"/>
                    <a:pt x="2" y="81"/>
                    <a:pt x="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1" y="79"/>
                    <a:pt x="2" y="77"/>
                    <a:pt x="3" y="76"/>
                  </a:cubicBezTo>
                  <a:cubicBezTo>
                    <a:pt x="5" y="72"/>
                    <a:pt x="8" y="68"/>
                    <a:pt x="11" y="64"/>
                  </a:cubicBezTo>
                  <a:cubicBezTo>
                    <a:pt x="12" y="62"/>
                    <a:pt x="13" y="61"/>
                    <a:pt x="14" y="59"/>
                  </a:cubicBezTo>
                  <a:cubicBezTo>
                    <a:pt x="15" y="58"/>
                    <a:pt x="16" y="56"/>
                    <a:pt x="17" y="55"/>
                  </a:cubicBezTo>
                  <a:cubicBezTo>
                    <a:pt x="26" y="41"/>
                    <a:pt x="38" y="25"/>
                    <a:pt x="52" y="7"/>
                  </a:cubicBezTo>
                  <a:cubicBezTo>
                    <a:pt x="53" y="4"/>
                    <a:pt x="55" y="2"/>
                    <a:pt x="57" y="0"/>
                  </a:cubicBezTo>
                  <a:cubicBezTo>
                    <a:pt x="68" y="11"/>
                    <a:pt x="79" y="22"/>
                    <a:pt x="89" y="33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69" y="46"/>
                    <a:pt x="45" y="62"/>
                    <a:pt x="17" y="89"/>
                  </a:cubicBezTo>
                  <a:moveTo>
                    <a:pt x="112" y="70"/>
                  </a:moveTo>
                  <a:cubicBezTo>
                    <a:pt x="113" y="69"/>
                    <a:pt x="115" y="68"/>
                    <a:pt x="116" y="67"/>
                  </a:cubicBezTo>
                  <a:cubicBezTo>
                    <a:pt x="115" y="68"/>
                    <a:pt x="113" y="69"/>
                    <a:pt x="112" y="70"/>
                  </a:cubicBez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25" descr="22596ab6-a0f6-4c2e-bc39-61d6479c8d97">
              <a:extLst>
                <a:ext uri="{FF2B5EF4-FFF2-40B4-BE49-F238E27FC236}">
                  <a16:creationId xmlns:a16="http://schemas.microsoft.com/office/drawing/2014/main" id="{4DE5112F-2EB3-348B-F93B-C9E33D50AE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641782" y="5174714"/>
              <a:ext cx="216778" cy="80776"/>
            </a:xfrm>
            <a:custGeom>
              <a:avLst/>
              <a:gdLst>
                <a:gd name="T0" fmla="*/ 0 w 111"/>
                <a:gd name="T1" fmla="*/ 41 h 41"/>
                <a:gd name="T2" fmla="*/ 0 w 111"/>
                <a:gd name="T3" fmla="*/ 41 h 41"/>
                <a:gd name="T4" fmla="*/ 3 w 111"/>
                <a:gd name="T5" fmla="*/ 39 h 41"/>
                <a:gd name="T6" fmla="*/ 3 w 111"/>
                <a:gd name="T7" fmla="*/ 39 h 41"/>
                <a:gd name="T8" fmla="*/ 0 w 111"/>
                <a:gd name="T9" fmla="*/ 41 h 41"/>
                <a:gd name="T10" fmla="*/ 111 w 111"/>
                <a:gd name="T11" fmla="*/ 15 h 41"/>
                <a:gd name="T12" fmla="*/ 97 w 111"/>
                <a:gd name="T13" fmla="*/ 0 h 41"/>
                <a:gd name="T14" fmla="*/ 111 w 111"/>
                <a:gd name="T15" fmla="*/ 15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1" h="41">
                  <a:moveTo>
                    <a:pt x="0" y="41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1" y="40"/>
                    <a:pt x="2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9"/>
                    <a:pt x="1" y="40"/>
                    <a:pt x="0" y="41"/>
                  </a:cubicBezTo>
                  <a:moveTo>
                    <a:pt x="111" y="15"/>
                  </a:moveTo>
                  <a:cubicBezTo>
                    <a:pt x="110" y="7"/>
                    <a:pt x="104" y="1"/>
                    <a:pt x="97" y="0"/>
                  </a:cubicBezTo>
                  <a:cubicBezTo>
                    <a:pt x="104" y="1"/>
                    <a:pt x="110" y="7"/>
                    <a:pt x="111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任意多边形: 形状 116" descr="91a05658-3a09-444b-b9d8-9646a95fa8d2">
              <a:extLst>
                <a:ext uri="{FF2B5EF4-FFF2-40B4-BE49-F238E27FC236}">
                  <a16:creationId xmlns:a16="http://schemas.microsoft.com/office/drawing/2014/main" id="{2BC57B10-6E2C-6554-DD9E-880AC1B60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7682" y="5687429"/>
              <a:ext cx="85170" cy="82138"/>
            </a:xfrm>
            <a:custGeom>
              <a:avLst/>
              <a:gdLst>
                <a:gd name="connsiteX0" fmla="*/ 102345 w 164037"/>
                <a:gd name="connsiteY0" fmla="*/ 1749 h 158198"/>
                <a:gd name="connsiteX1" fmla="*/ 163646 w 164037"/>
                <a:gd name="connsiteY1" fmla="*/ 52755 h 158198"/>
                <a:gd name="connsiteX2" fmla="*/ 150638 w 164037"/>
                <a:gd name="connsiteY2" fmla="*/ 85388 h 158198"/>
                <a:gd name="connsiteX3" fmla="*/ 155575 w 164037"/>
                <a:gd name="connsiteY3" fmla="*/ 80902 h 158198"/>
                <a:gd name="connsiteX4" fmla="*/ 147983 w 164037"/>
                <a:gd name="connsiteY4" fmla="*/ 92332 h 158198"/>
                <a:gd name="connsiteX5" fmla="*/ 110970 w 164037"/>
                <a:gd name="connsiteY5" fmla="*/ 134718 h 158198"/>
                <a:gd name="connsiteX6" fmla="*/ 104086 w 164037"/>
                <a:gd name="connsiteY6" fmla="*/ 138326 h 158198"/>
                <a:gd name="connsiteX7" fmla="*/ 103945 w 164037"/>
                <a:gd name="connsiteY7" fmla="*/ 138475 h 158198"/>
                <a:gd name="connsiteX8" fmla="*/ 103371 w 164037"/>
                <a:gd name="connsiteY8" fmla="*/ 138701 h 158198"/>
                <a:gd name="connsiteX9" fmla="*/ 68262 w 164037"/>
                <a:gd name="connsiteY9" fmla="*/ 157102 h 158198"/>
                <a:gd name="connsiteX10" fmla="*/ 78615 w 164037"/>
                <a:gd name="connsiteY10" fmla="*/ 148463 h 158198"/>
                <a:gd name="connsiteX11" fmla="*/ 55437 w 164037"/>
                <a:gd name="connsiteY11" fmla="*/ 157602 h 158198"/>
                <a:gd name="connsiteX12" fmla="*/ 0 w 164037"/>
                <a:gd name="connsiteY12" fmla="*/ 115097 h 158198"/>
                <a:gd name="connsiteX13" fmla="*/ 102345 w 164037"/>
                <a:gd name="connsiteY13" fmla="*/ 1749 h 158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037" h="158198">
                  <a:moveTo>
                    <a:pt x="102345" y="1749"/>
                  </a:moveTo>
                  <a:cubicBezTo>
                    <a:pt x="139304" y="-6752"/>
                    <a:pt x="167733" y="16626"/>
                    <a:pt x="163646" y="52755"/>
                  </a:cubicBezTo>
                  <a:lnTo>
                    <a:pt x="150638" y="85388"/>
                  </a:lnTo>
                  <a:lnTo>
                    <a:pt x="155575" y="80902"/>
                  </a:lnTo>
                  <a:cubicBezTo>
                    <a:pt x="151779" y="84712"/>
                    <a:pt x="151779" y="88522"/>
                    <a:pt x="147983" y="92332"/>
                  </a:cubicBezTo>
                  <a:cubicBezTo>
                    <a:pt x="138492" y="109477"/>
                    <a:pt x="125205" y="123765"/>
                    <a:pt x="110970" y="134718"/>
                  </a:cubicBezTo>
                  <a:lnTo>
                    <a:pt x="104086" y="138326"/>
                  </a:lnTo>
                  <a:lnTo>
                    <a:pt x="103945" y="138475"/>
                  </a:lnTo>
                  <a:lnTo>
                    <a:pt x="103371" y="138701"/>
                  </a:lnTo>
                  <a:lnTo>
                    <a:pt x="68262" y="157102"/>
                  </a:lnTo>
                  <a:lnTo>
                    <a:pt x="78615" y="148463"/>
                  </a:lnTo>
                  <a:lnTo>
                    <a:pt x="55437" y="157602"/>
                  </a:lnTo>
                  <a:cubicBezTo>
                    <a:pt x="24639" y="161381"/>
                    <a:pt x="0" y="147212"/>
                    <a:pt x="0" y="115097"/>
                  </a:cubicBezTo>
                  <a:cubicBezTo>
                    <a:pt x="0" y="62201"/>
                    <a:pt x="53068" y="13084"/>
                    <a:pt x="102345" y="17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6" name="任意多边形: 形状 115" descr="b16b188c-e6da-496e-8346-430010de9a40">
              <a:extLst>
                <a:ext uri="{FF2B5EF4-FFF2-40B4-BE49-F238E27FC236}">
                  <a16:creationId xmlns:a16="http://schemas.microsoft.com/office/drawing/2014/main" id="{58EDB8E8-C555-780E-5144-644027685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273" y="5533479"/>
              <a:ext cx="85193" cy="80560"/>
            </a:xfrm>
            <a:custGeom>
              <a:avLst/>
              <a:gdLst>
                <a:gd name="connsiteX0" fmla="*/ 127497 w 164081"/>
                <a:gd name="connsiteY0" fmla="*/ 774 h 155158"/>
                <a:gd name="connsiteX1" fmla="*/ 147635 w 164081"/>
                <a:gd name="connsiteY1" fmla="*/ 7549 h 155158"/>
                <a:gd name="connsiteX2" fmla="*/ 152435 w 164081"/>
                <a:gd name="connsiteY2" fmla="*/ 12708 h 155158"/>
                <a:gd name="connsiteX3" fmla="*/ 154035 w 164081"/>
                <a:gd name="connsiteY3" fmla="*/ 10695 h 155158"/>
                <a:gd name="connsiteX4" fmla="*/ 156056 w 164081"/>
                <a:gd name="connsiteY4" fmla="*/ 16599 h 155158"/>
                <a:gd name="connsiteX5" fmla="*/ 160188 w 164081"/>
                <a:gd name="connsiteY5" fmla="*/ 21039 h 155158"/>
                <a:gd name="connsiteX6" fmla="*/ 160937 w 164081"/>
                <a:gd name="connsiteY6" fmla="*/ 30855 h 155158"/>
                <a:gd name="connsiteX7" fmla="*/ 164081 w 164081"/>
                <a:gd name="connsiteY7" fmla="*/ 40039 h 155158"/>
                <a:gd name="connsiteX8" fmla="*/ 162242 w 164081"/>
                <a:gd name="connsiteY8" fmla="*/ 47958 h 155158"/>
                <a:gd name="connsiteX9" fmla="*/ 163245 w 164081"/>
                <a:gd name="connsiteY9" fmla="*/ 61099 h 155158"/>
                <a:gd name="connsiteX10" fmla="*/ 156231 w 164081"/>
                <a:gd name="connsiteY10" fmla="*/ 73841 h 155158"/>
                <a:gd name="connsiteX11" fmla="*/ 155445 w 164081"/>
                <a:gd name="connsiteY11" fmla="*/ 77224 h 155158"/>
                <a:gd name="connsiteX12" fmla="*/ 150562 w 164081"/>
                <a:gd name="connsiteY12" fmla="*/ 84139 h 155158"/>
                <a:gd name="connsiteX13" fmla="*/ 138080 w 164081"/>
                <a:gd name="connsiteY13" fmla="*/ 106814 h 155158"/>
                <a:gd name="connsiteX14" fmla="*/ 130933 w 164081"/>
                <a:gd name="connsiteY14" fmla="*/ 111933 h 155158"/>
                <a:gd name="connsiteX15" fmla="*/ 129184 w 164081"/>
                <a:gd name="connsiteY15" fmla="*/ 114409 h 155158"/>
                <a:gd name="connsiteX16" fmla="*/ 89928 w 164081"/>
                <a:gd name="connsiteY16" fmla="*/ 141307 h 155158"/>
                <a:gd name="connsiteX17" fmla="*/ 86104 w 164081"/>
                <a:gd name="connsiteY17" fmla="*/ 144046 h 155158"/>
                <a:gd name="connsiteX18" fmla="*/ 80246 w 164081"/>
                <a:gd name="connsiteY18" fmla="*/ 145607 h 155158"/>
                <a:gd name="connsiteX19" fmla="*/ 48759 w 164081"/>
                <a:gd name="connsiteY19" fmla="*/ 155158 h 155158"/>
                <a:gd name="connsiteX20" fmla="*/ 37479 w 164081"/>
                <a:gd name="connsiteY20" fmla="*/ 155158 h 155158"/>
                <a:gd name="connsiteX21" fmla="*/ 39398 w 164081"/>
                <a:gd name="connsiteY21" fmla="*/ 152818 h 155158"/>
                <a:gd name="connsiteX22" fmla="*/ 16489 w 164081"/>
                <a:gd name="connsiteY22" fmla="*/ 145460 h 155158"/>
                <a:gd name="connsiteX23" fmla="*/ 3319 w 164081"/>
                <a:gd name="connsiteY23" fmla="*/ 87491 h 155158"/>
                <a:gd name="connsiteX24" fmla="*/ 127497 w 164081"/>
                <a:gd name="connsiteY24" fmla="*/ 774 h 155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081" h="155158">
                  <a:moveTo>
                    <a:pt x="127497" y="774"/>
                  </a:moveTo>
                  <a:cubicBezTo>
                    <a:pt x="135493" y="1716"/>
                    <a:pt x="142196" y="4073"/>
                    <a:pt x="147635" y="7549"/>
                  </a:cubicBezTo>
                  <a:lnTo>
                    <a:pt x="152435" y="12708"/>
                  </a:lnTo>
                  <a:lnTo>
                    <a:pt x="154035" y="10695"/>
                  </a:lnTo>
                  <a:lnTo>
                    <a:pt x="156056" y="16599"/>
                  </a:lnTo>
                  <a:lnTo>
                    <a:pt x="160188" y="21039"/>
                  </a:lnTo>
                  <a:lnTo>
                    <a:pt x="160937" y="30855"/>
                  </a:lnTo>
                  <a:lnTo>
                    <a:pt x="164081" y="40039"/>
                  </a:lnTo>
                  <a:lnTo>
                    <a:pt x="162242" y="47958"/>
                  </a:lnTo>
                  <a:lnTo>
                    <a:pt x="163245" y="61099"/>
                  </a:lnTo>
                  <a:lnTo>
                    <a:pt x="156231" y="73841"/>
                  </a:lnTo>
                  <a:lnTo>
                    <a:pt x="155445" y="77224"/>
                  </a:lnTo>
                  <a:lnTo>
                    <a:pt x="150562" y="84139"/>
                  </a:lnTo>
                  <a:lnTo>
                    <a:pt x="138080" y="106814"/>
                  </a:lnTo>
                  <a:lnTo>
                    <a:pt x="130933" y="111933"/>
                  </a:lnTo>
                  <a:lnTo>
                    <a:pt x="129184" y="114409"/>
                  </a:lnTo>
                  <a:lnTo>
                    <a:pt x="89928" y="141307"/>
                  </a:lnTo>
                  <a:lnTo>
                    <a:pt x="86104" y="144046"/>
                  </a:lnTo>
                  <a:lnTo>
                    <a:pt x="80246" y="145607"/>
                  </a:lnTo>
                  <a:lnTo>
                    <a:pt x="48759" y="155158"/>
                  </a:lnTo>
                  <a:cubicBezTo>
                    <a:pt x="44999" y="155158"/>
                    <a:pt x="41239" y="155158"/>
                    <a:pt x="37479" y="155158"/>
                  </a:cubicBezTo>
                  <a:lnTo>
                    <a:pt x="39398" y="152818"/>
                  </a:lnTo>
                  <a:lnTo>
                    <a:pt x="16489" y="145460"/>
                  </a:lnTo>
                  <a:cubicBezTo>
                    <a:pt x="1438" y="133678"/>
                    <a:pt x="-4207" y="111998"/>
                    <a:pt x="3319" y="87491"/>
                  </a:cubicBezTo>
                  <a:cubicBezTo>
                    <a:pt x="18371" y="42247"/>
                    <a:pt x="74815" y="-6767"/>
                    <a:pt x="127497" y="7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" name="Freeform 30" descr="643904bb-9f82-4dd9-a5ff-2fe8dd03b3dd">
              <a:extLst>
                <a:ext uri="{FF2B5EF4-FFF2-40B4-BE49-F238E27FC236}">
                  <a16:creationId xmlns:a16="http://schemas.microsoft.com/office/drawing/2014/main" id="{BCD6C193-23AA-10AC-F1D3-D7D5F885F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2601" y="5968466"/>
              <a:ext cx="152486" cy="84073"/>
            </a:xfrm>
            <a:custGeom>
              <a:avLst/>
              <a:gdLst>
                <a:gd name="T0" fmla="*/ 0 w 78"/>
                <a:gd name="T1" fmla="*/ 43 h 43"/>
                <a:gd name="T2" fmla="*/ 0 w 78"/>
                <a:gd name="T3" fmla="*/ 43 h 43"/>
                <a:gd name="T4" fmla="*/ 33 w 78"/>
                <a:gd name="T5" fmla="*/ 25 h 43"/>
                <a:gd name="T6" fmla="*/ 41 w 78"/>
                <a:gd name="T7" fmla="*/ 21 h 43"/>
                <a:gd name="T8" fmla="*/ 51 w 78"/>
                <a:gd name="T9" fmla="*/ 15 h 43"/>
                <a:gd name="T10" fmla="*/ 58 w 78"/>
                <a:gd name="T11" fmla="*/ 11 h 43"/>
                <a:gd name="T12" fmla="*/ 64 w 78"/>
                <a:gd name="T13" fmla="*/ 8 h 43"/>
                <a:gd name="T14" fmla="*/ 66 w 78"/>
                <a:gd name="T15" fmla="*/ 7 h 43"/>
                <a:gd name="T16" fmla="*/ 72 w 78"/>
                <a:gd name="T17" fmla="*/ 3 h 43"/>
                <a:gd name="T18" fmla="*/ 78 w 78"/>
                <a:gd name="T19" fmla="*/ 0 h 43"/>
                <a:gd name="T20" fmla="*/ 0 w 78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43">
                  <a:moveTo>
                    <a:pt x="0" y="43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11" y="37"/>
                    <a:pt x="22" y="31"/>
                    <a:pt x="33" y="25"/>
                  </a:cubicBezTo>
                  <a:cubicBezTo>
                    <a:pt x="36" y="24"/>
                    <a:pt x="39" y="22"/>
                    <a:pt x="41" y="21"/>
                  </a:cubicBezTo>
                  <a:cubicBezTo>
                    <a:pt x="45" y="19"/>
                    <a:pt x="48" y="17"/>
                    <a:pt x="51" y="15"/>
                  </a:cubicBezTo>
                  <a:cubicBezTo>
                    <a:pt x="53" y="14"/>
                    <a:pt x="56" y="13"/>
                    <a:pt x="58" y="11"/>
                  </a:cubicBezTo>
                  <a:cubicBezTo>
                    <a:pt x="60" y="10"/>
                    <a:pt x="62" y="9"/>
                    <a:pt x="64" y="8"/>
                  </a:cubicBezTo>
                  <a:cubicBezTo>
                    <a:pt x="64" y="8"/>
                    <a:pt x="65" y="7"/>
                    <a:pt x="66" y="7"/>
                  </a:cubicBezTo>
                  <a:cubicBezTo>
                    <a:pt x="68" y="6"/>
                    <a:pt x="70" y="4"/>
                    <a:pt x="72" y="3"/>
                  </a:cubicBezTo>
                  <a:cubicBezTo>
                    <a:pt x="74" y="2"/>
                    <a:pt x="76" y="1"/>
                    <a:pt x="78" y="0"/>
                  </a:cubicBezTo>
                  <a:cubicBezTo>
                    <a:pt x="51" y="16"/>
                    <a:pt x="26" y="29"/>
                    <a:pt x="0" y="43"/>
                  </a:cubicBezTo>
                </a:path>
              </a:pathLst>
            </a:custGeom>
            <a:solidFill>
              <a:srgbClr val="1C2A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31" descr="32e18481-a455-48da-9673-bd1b53548994">
              <a:extLst>
                <a:ext uri="{FF2B5EF4-FFF2-40B4-BE49-F238E27FC236}">
                  <a16:creationId xmlns:a16="http://schemas.microsoft.com/office/drawing/2014/main" id="{13882164-F25C-0912-770C-B42C8A040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1843" y="5211806"/>
              <a:ext cx="8242" cy="4122"/>
            </a:xfrm>
            <a:custGeom>
              <a:avLst/>
              <a:gdLst>
                <a:gd name="T0" fmla="*/ 0 w 4"/>
                <a:gd name="T1" fmla="*/ 2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cubicBezTo>
                    <a:pt x="1" y="1"/>
                    <a:pt x="2" y="1"/>
                    <a:pt x="4" y="0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1" y="2"/>
                    <a:pt x="1" y="2"/>
                    <a:pt x="0" y="2"/>
                  </a:cubicBezTo>
                </a:path>
              </a:pathLst>
            </a:custGeom>
            <a:solidFill>
              <a:srgbClr val="C2C8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32" descr="f8ab0cd3-4412-4be2-ae32-7c8a83e9c4da">
              <a:extLst>
                <a:ext uri="{FF2B5EF4-FFF2-40B4-BE49-F238E27FC236}">
                  <a16:creationId xmlns:a16="http://schemas.microsoft.com/office/drawing/2014/main" id="{10234BB1-D33A-D6E1-77E8-70CB670054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69753" y="5174714"/>
              <a:ext cx="791279" cy="787982"/>
            </a:xfrm>
            <a:custGeom>
              <a:avLst/>
              <a:gdLst>
                <a:gd name="T0" fmla="*/ 27 w 404"/>
                <a:gd name="T1" fmla="*/ 402 h 402"/>
                <a:gd name="T2" fmla="*/ 0 w 404"/>
                <a:gd name="T3" fmla="*/ 368 h 402"/>
                <a:gd name="T4" fmla="*/ 114 w 404"/>
                <a:gd name="T5" fmla="*/ 303 h 402"/>
                <a:gd name="T6" fmla="*/ 135 w 404"/>
                <a:gd name="T7" fmla="*/ 286 h 402"/>
                <a:gd name="T8" fmla="*/ 137 w 404"/>
                <a:gd name="T9" fmla="*/ 283 h 402"/>
                <a:gd name="T10" fmla="*/ 194 w 404"/>
                <a:gd name="T11" fmla="*/ 224 h 402"/>
                <a:gd name="T12" fmla="*/ 197 w 404"/>
                <a:gd name="T13" fmla="*/ 224 h 402"/>
                <a:gd name="T14" fmla="*/ 207 w 404"/>
                <a:gd name="T15" fmla="*/ 221 h 402"/>
                <a:gd name="T16" fmla="*/ 225 w 404"/>
                <a:gd name="T17" fmla="*/ 186 h 402"/>
                <a:gd name="T18" fmla="*/ 239 w 404"/>
                <a:gd name="T19" fmla="*/ 169 h 402"/>
                <a:gd name="T20" fmla="*/ 299 w 404"/>
                <a:gd name="T21" fmla="*/ 78 h 402"/>
                <a:gd name="T22" fmla="*/ 310 w 404"/>
                <a:gd name="T23" fmla="*/ 58 h 402"/>
                <a:gd name="T24" fmla="*/ 353 w 404"/>
                <a:gd name="T25" fmla="*/ 109 h 402"/>
                <a:gd name="T26" fmla="*/ 399 w 404"/>
                <a:gd name="T27" fmla="*/ 34 h 402"/>
                <a:gd name="T28" fmla="*/ 404 w 404"/>
                <a:gd name="T29" fmla="*/ 19 h 402"/>
                <a:gd name="T30" fmla="*/ 403 w 404"/>
                <a:gd name="T31" fmla="*/ 15 h 402"/>
                <a:gd name="T32" fmla="*/ 404 w 404"/>
                <a:gd name="T33" fmla="*/ 18 h 402"/>
                <a:gd name="T34" fmla="*/ 404 w 404"/>
                <a:gd name="T35" fmla="*/ 19 h 402"/>
                <a:gd name="T36" fmla="*/ 399 w 404"/>
                <a:gd name="T37" fmla="*/ 34 h 402"/>
                <a:gd name="T38" fmla="*/ 353 w 404"/>
                <a:gd name="T39" fmla="*/ 109 h 402"/>
                <a:gd name="T40" fmla="*/ 166 w 404"/>
                <a:gd name="T41" fmla="*/ 302 h 402"/>
                <a:gd name="T42" fmla="*/ 158 w 404"/>
                <a:gd name="T43" fmla="*/ 308 h 402"/>
                <a:gd name="T44" fmla="*/ 124 w 404"/>
                <a:gd name="T45" fmla="*/ 335 h 402"/>
                <a:gd name="T46" fmla="*/ 27 w 404"/>
                <a:gd name="T47" fmla="*/ 402 h 402"/>
                <a:gd name="T48" fmla="*/ 27 w 404"/>
                <a:gd name="T49" fmla="*/ 402 h 402"/>
                <a:gd name="T50" fmla="*/ 324 w 404"/>
                <a:gd name="T51" fmla="*/ 23 h 402"/>
                <a:gd name="T52" fmla="*/ 324 w 404"/>
                <a:gd name="T53" fmla="*/ 23 h 402"/>
                <a:gd name="T54" fmla="*/ 328 w 404"/>
                <a:gd name="T55" fmla="*/ 21 h 402"/>
                <a:gd name="T56" fmla="*/ 329 w 404"/>
                <a:gd name="T57" fmla="*/ 20 h 402"/>
                <a:gd name="T58" fmla="*/ 332 w 404"/>
                <a:gd name="T59" fmla="*/ 19 h 402"/>
                <a:gd name="T60" fmla="*/ 385 w 404"/>
                <a:gd name="T61" fmla="*/ 0 h 402"/>
                <a:gd name="T62" fmla="*/ 386 w 404"/>
                <a:gd name="T63" fmla="*/ 0 h 402"/>
                <a:gd name="T64" fmla="*/ 389 w 404"/>
                <a:gd name="T65" fmla="*/ 0 h 402"/>
                <a:gd name="T66" fmla="*/ 386 w 404"/>
                <a:gd name="T67" fmla="*/ 0 h 402"/>
                <a:gd name="T68" fmla="*/ 385 w 404"/>
                <a:gd name="T69" fmla="*/ 0 h 402"/>
                <a:gd name="T70" fmla="*/ 324 w 404"/>
                <a:gd name="T71" fmla="*/ 23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04" h="402">
                  <a:moveTo>
                    <a:pt x="27" y="402"/>
                  </a:moveTo>
                  <a:cubicBezTo>
                    <a:pt x="19" y="390"/>
                    <a:pt x="10" y="379"/>
                    <a:pt x="0" y="368"/>
                  </a:cubicBezTo>
                  <a:cubicBezTo>
                    <a:pt x="40" y="345"/>
                    <a:pt x="71" y="336"/>
                    <a:pt x="114" y="303"/>
                  </a:cubicBezTo>
                  <a:cubicBezTo>
                    <a:pt x="121" y="301"/>
                    <a:pt x="130" y="295"/>
                    <a:pt x="135" y="286"/>
                  </a:cubicBezTo>
                  <a:cubicBezTo>
                    <a:pt x="136" y="285"/>
                    <a:pt x="136" y="284"/>
                    <a:pt x="137" y="283"/>
                  </a:cubicBezTo>
                  <a:cubicBezTo>
                    <a:pt x="154" y="268"/>
                    <a:pt x="173" y="249"/>
                    <a:pt x="194" y="224"/>
                  </a:cubicBezTo>
                  <a:cubicBezTo>
                    <a:pt x="195" y="224"/>
                    <a:pt x="196" y="224"/>
                    <a:pt x="197" y="224"/>
                  </a:cubicBezTo>
                  <a:cubicBezTo>
                    <a:pt x="200" y="224"/>
                    <a:pt x="204" y="223"/>
                    <a:pt x="207" y="221"/>
                  </a:cubicBezTo>
                  <a:cubicBezTo>
                    <a:pt x="225" y="213"/>
                    <a:pt x="232" y="194"/>
                    <a:pt x="225" y="186"/>
                  </a:cubicBezTo>
                  <a:cubicBezTo>
                    <a:pt x="230" y="181"/>
                    <a:pt x="234" y="175"/>
                    <a:pt x="239" y="169"/>
                  </a:cubicBezTo>
                  <a:cubicBezTo>
                    <a:pt x="261" y="141"/>
                    <a:pt x="281" y="111"/>
                    <a:pt x="299" y="78"/>
                  </a:cubicBezTo>
                  <a:cubicBezTo>
                    <a:pt x="303" y="72"/>
                    <a:pt x="307" y="65"/>
                    <a:pt x="310" y="58"/>
                  </a:cubicBezTo>
                  <a:cubicBezTo>
                    <a:pt x="326" y="74"/>
                    <a:pt x="340" y="91"/>
                    <a:pt x="353" y="109"/>
                  </a:cubicBezTo>
                  <a:cubicBezTo>
                    <a:pt x="372" y="84"/>
                    <a:pt x="387" y="59"/>
                    <a:pt x="399" y="34"/>
                  </a:cubicBezTo>
                  <a:cubicBezTo>
                    <a:pt x="401" y="30"/>
                    <a:pt x="403" y="25"/>
                    <a:pt x="404" y="19"/>
                  </a:cubicBezTo>
                  <a:cubicBezTo>
                    <a:pt x="404" y="18"/>
                    <a:pt x="404" y="16"/>
                    <a:pt x="403" y="15"/>
                  </a:cubicBezTo>
                  <a:cubicBezTo>
                    <a:pt x="404" y="16"/>
                    <a:pt x="404" y="17"/>
                    <a:pt x="404" y="18"/>
                  </a:cubicBezTo>
                  <a:cubicBezTo>
                    <a:pt x="404" y="18"/>
                    <a:pt x="404" y="19"/>
                    <a:pt x="404" y="19"/>
                  </a:cubicBezTo>
                  <a:cubicBezTo>
                    <a:pt x="403" y="25"/>
                    <a:pt x="401" y="30"/>
                    <a:pt x="399" y="34"/>
                  </a:cubicBezTo>
                  <a:cubicBezTo>
                    <a:pt x="387" y="59"/>
                    <a:pt x="372" y="84"/>
                    <a:pt x="353" y="109"/>
                  </a:cubicBezTo>
                  <a:cubicBezTo>
                    <a:pt x="302" y="179"/>
                    <a:pt x="229" y="249"/>
                    <a:pt x="166" y="302"/>
                  </a:cubicBezTo>
                  <a:cubicBezTo>
                    <a:pt x="163" y="304"/>
                    <a:pt x="161" y="306"/>
                    <a:pt x="158" y="308"/>
                  </a:cubicBezTo>
                  <a:cubicBezTo>
                    <a:pt x="146" y="317"/>
                    <a:pt x="135" y="326"/>
                    <a:pt x="124" y="335"/>
                  </a:cubicBezTo>
                  <a:cubicBezTo>
                    <a:pt x="88" y="362"/>
                    <a:pt x="57" y="383"/>
                    <a:pt x="27" y="402"/>
                  </a:cubicBezTo>
                  <a:cubicBezTo>
                    <a:pt x="27" y="402"/>
                    <a:pt x="27" y="402"/>
                    <a:pt x="27" y="402"/>
                  </a:cubicBezTo>
                  <a:moveTo>
                    <a:pt x="324" y="23"/>
                  </a:moveTo>
                  <a:cubicBezTo>
                    <a:pt x="324" y="23"/>
                    <a:pt x="324" y="23"/>
                    <a:pt x="324" y="23"/>
                  </a:cubicBezTo>
                  <a:cubicBezTo>
                    <a:pt x="325" y="22"/>
                    <a:pt x="327" y="21"/>
                    <a:pt x="328" y="21"/>
                  </a:cubicBezTo>
                  <a:cubicBezTo>
                    <a:pt x="329" y="21"/>
                    <a:pt x="329" y="21"/>
                    <a:pt x="329" y="20"/>
                  </a:cubicBezTo>
                  <a:cubicBezTo>
                    <a:pt x="330" y="20"/>
                    <a:pt x="331" y="20"/>
                    <a:pt x="332" y="19"/>
                  </a:cubicBezTo>
                  <a:cubicBezTo>
                    <a:pt x="352" y="9"/>
                    <a:pt x="374" y="0"/>
                    <a:pt x="385" y="0"/>
                  </a:cubicBezTo>
                  <a:cubicBezTo>
                    <a:pt x="386" y="0"/>
                    <a:pt x="386" y="0"/>
                    <a:pt x="386" y="0"/>
                  </a:cubicBezTo>
                  <a:cubicBezTo>
                    <a:pt x="387" y="0"/>
                    <a:pt x="388" y="0"/>
                    <a:pt x="389" y="0"/>
                  </a:cubicBezTo>
                  <a:cubicBezTo>
                    <a:pt x="388" y="0"/>
                    <a:pt x="387" y="0"/>
                    <a:pt x="386" y="0"/>
                  </a:cubicBezTo>
                  <a:cubicBezTo>
                    <a:pt x="386" y="0"/>
                    <a:pt x="386" y="0"/>
                    <a:pt x="385" y="0"/>
                  </a:cubicBezTo>
                  <a:cubicBezTo>
                    <a:pt x="373" y="0"/>
                    <a:pt x="346" y="12"/>
                    <a:pt x="324" y="2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33" descr="8dc5907a-f0dc-4d22-9328-6e393760e364">
              <a:extLst>
                <a:ext uri="{FF2B5EF4-FFF2-40B4-BE49-F238E27FC236}">
                  <a16:creationId xmlns:a16="http://schemas.microsoft.com/office/drawing/2014/main" id="{FD19DD1C-AF5C-7BD1-0F81-F95428F6B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8806" y="5895932"/>
              <a:ext cx="193699" cy="156607"/>
            </a:xfrm>
            <a:custGeom>
              <a:avLst/>
              <a:gdLst>
                <a:gd name="T0" fmla="*/ 17 w 99"/>
                <a:gd name="T1" fmla="*/ 80 h 80"/>
                <a:gd name="T2" fmla="*/ 16 w 99"/>
                <a:gd name="T3" fmla="*/ 77 h 80"/>
                <a:gd name="T4" fmla="*/ 16 w 99"/>
                <a:gd name="T5" fmla="*/ 77 h 80"/>
                <a:gd name="T6" fmla="*/ 16 w 99"/>
                <a:gd name="T7" fmla="*/ 75 h 80"/>
                <a:gd name="T8" fmla="*/ 14 w 99"/>
                <a:gd name="T9" fmla="*/ 73 h 80"/>
                <a:gd name="T10" fmla="*/ 9 w 99"/>
                <a:gd name="T11" fmla="*/ 64 h 80"/>
                <a:gd name="T12" fmla="*/ 6 w 99"/>
                <a:gd name="T13" fmla="*/ 60 h 80"/>
                <a:gd name="T14" fmla="*/ 4 w 99"/>
                <a:gd name="T15" fmla="*/ 59 h 80"/>
                <a:gd name="T16" fmla="*/ 3 w 99"/>
                <a:gd name="T17" fmla="*/ 58 h 80"/>
                <a:gd name="T18" fmla="*/ 0 w 99"/>
                <a:gd name="T19" fmla="*/ 56 h 80"/>
                <a:gd name="T20" fmla="*/ 72 w 99"/>
                <a:gd name="T21" fmla="*/ 0 h 80"/>
                <a:gd name="T22" fmla="*/ 72 w 99"/>
                <a:gd name="T23" fmla="*/ 0 h 80"/>
                <a:gd name="T24" fmla="*/ 99 w 99"/>
                <a:gd name="T25" fmla="*/ 34 h 80"/>
                <a:gd name="T26" fmla="*/ 99 w 99"/>
                <a:gd name="T27" fmla="*/ 34 h 80"/>
                <a:gd name="T28" fmla="*/ 95 w 99"/>
                <a:gd name="T29" fmla="*/ 37 h 80"/>
                <a:gd name="T30" fmla="*/ 89 w 99"/>
                <a:gd name="T31" fmla="*/ 40 h 80"/>
                <a:gd name="T32" fmla="*/ 83 w 99"/>
                <a:gd name="T33" fmla="*/ 44 h 80"/>
                <a:gd name="T34" fmla="*/ 81 w 99"/>
                <a:gd name="T35" fmla="*/ 45 h 80"/>
                <a:gd name="T36" fmla="*/ 75 w 99"/>
                <a:gd name="T37" fmla="*/ 48 h 80"/>
                <a:gd name="T38" fmla="*/ 68 w 99"/>
                <a:gd name="T39" fmla="*/ 52 h 80"/>
                <a:gd name="T40" fmla="*/ 58 w 99"/>
                <a:gd name="T41" fmla="*/ 58 h 80"/>
                <a:gd name="T42" fmla="*/ 50 w 99"/>
                <a:gd name="T43" fmla="*/ 62 h 80"/>
                <a:gd name="T44" fmla="*/ 17 w 99"/>
                <a:gd name="T45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9" h="80">
                  <a:moveTo>
                    <a:pt x="17" y="80"/>
                  </a:moveTo>
                  <a:cubicBezTo>
                    <a:pt x="17" y="79"/>
                    <a:pt x="17" y="78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6" y="76"/>
                    <a:pt x="16" y="76"/>
                    <a:pt x="16" y="75"/>
                  </a:cubicBezTo>
                  <a:cubicBezTo>
                    <a:pt x="15" y="74"/>
                    <a:pt x="15" y="73"/>
                    <a:pt x="14" y="73"/>
                  </a:cubicBezTo>
                  <a:cubicBezTo>
                    <a:pt x="13" y="69"/>
                    <a:pt x="11" y="66"/>
                    <a:pt x="9" y="64"/>
                  </a:cubicBezTo>
                  <a:cubicBezTo>
                    <a:pt x="8" y="62"/>
                    <a:pt x="7" y="61"/>
                    <a:pt x="6" y="60"/>
                  </a:cubicBezTo>
                  <a:cubicBezTo>
                    <a:pt x="5" y="60"/>
                    <a:pt x="5" y="60"/>
                    <a:pt x="4" y="59"/>
                  </a:cubicBezTo>
                  <a:cubicBezTo>
                    <a:pt x="4" y="59"/>
                    <a:pt x="4" y="58"/>
                    <a:pt x="3" y="58"/>
                  </a:cubicBezTo>
                  <a:cubicBezTo>
                    <a:pt x="2" y="57"/>
                    <a:pt x="1" y="56"/>
                    <a:pt x="0" y="56"/>
                  </a:cubicBezTo>
                  <a:cubicBezTo>
                    <a:pt x="28" y="29"/>
                    <a:pt x="52" y="13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82" y="11"/>
                    <a:pt x="91" y="22"/>
                    <a:pt x="99" y="34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8" y="35"/>
                    <a:pt x="96" y="36"/>
                    <a:pt x="95" y="37"/>
                  </a:cubicBezTo>
                  <a:cubicBezTo>
                    <a:pt x="93" y="38"/>
                    <a:pt x="91" y="39"/>
                    <a:pt x="89" y="40"/>
                  </a:cubicBezTo>
                  <a:cubicBezTo>
                    <a:pt x="87" y="41"/>
                    <a:pt x="85" y="43"/>
                    <a:pt x="83" y="44"/>
                  </a:cubicBezTo>
                  <a:cubicBezTo>
                    <a:pt x="82" y="44"/>
                    <a:pt x="81" y="45"/>
                    <a:pt x="81" y="45"/>
                  </a:cubicBezTo>
                  <a:cubicBezTo>
                    <a:pt x="79" y="46"/>
                    <a:pt x="77" y="47"/>
                    <a:pt x="75" y="48"/>
                  </a:cubicBezTo>
                  <a:cubicBezTo>
                    <a:pt x="73" y="50"/>
                    <a:pt x="70" y="51"/>
                    <a:pt x="68" y="52"/>
                  </a:cubicBezTo>
                  <a:cubicBezTo>
                    <a:pt x="65" y="54"/>
                    <a:pt x="62" y="56"/>
                    <a:pt x="58" y="58"/>
                  </a:cubicBezTo>
                  <a:cubicBezTo>
                    <a:pt x="56" y="59"/>
                    <a:pt x="53" y="61"/>
                    <a:pt x="50" y="62"/>
                  </a:cubicBezTo>
                  <a:cubicBezTo>
                    <a:pt x="39" y="68"/>
                    <a:pt x="28" y="74"/>
                    <a:pt x="17" y="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34" descr="dfb0f68d-1a6a-4fb7-8932-8370a60f45b9">
              <a:extLst>
                <a:ext uri="{FF2B5EF4-FFF2-40B4-BE49-F238E27FC236}">
                  <a16:creationId xmlns:a16="http://schemas.microsoft.com/office/drawing/2014/main" id="{808BA46A-419A-63CF-0F91-2560A5D07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7224" y="5174714"/>
              <a:ext cx="183808" cy="213481"/>
            </a:xfrm>
            <a:custGeom>
              <a:avLst/>
              <a:gdLst>
                <a:gd name="T0" fmla="*/ 43 w 94"/>
                <a:gd name="T1" fmla="*/ 109 h 109"/>
                <a:gd name="T2" fmla="*/ 0 w 94"/>
                <a:gd name="T3" fmla="*/ 58 h 109"/>
                <a:gd name="T4" fmla="*/ 14 w 94"/>
                <a:gd name="T5" fmla="*/ 23 h 109"/>
                <a:gd name="T6" fmla="*/ 75 w 94"/>
                <a:gd name="T7" fmla="*/ 0 h 109"/>
                <a:gd name="T8" fmla="*/ 76 w 94"/>
                <a:gd name="T9" fmla="*/ 0 h 109"/>
                <a:gd name="T10" fmla="*/ 79 w 94"/>
                <a:gd name="T11" fmla="*/ 0 h 109"/>
                <a:gd name="T12" fmla="*/ 93 w 94"/>
                <a:gd name="T13" fmla="*/ 15 h 109"/>
                <a:gd name="T14" fmla="*/ 94 w 94"/>
                <a:gd name="T15" fmla="*/ 19 h 109"/>
                <a:gd name="T16" fmla="*/ 89 w 94"/>
                <a:gd name="T17" fmla="*/ 34 h 109"/>
                <a:gd name="T18" fmla="*/ 43 w 94"/>
                <a:gd name="T1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" h="109">
                  <a:moveTo>
                    <a:pt x="43" y="109"/>
                  </a:moveTo>
                  <a:cubicBezTo>
                    <a:pt x="30" y="91"/>
                    <a:pt x="16" y="74"/>
                    <a:pt x="0" y="58"/>
                  </a:cubicBezTo>
                  <a:cubicBezTo>
                    <a:pt x="6" y="47"/>
                    <a:pt x="11" y="36"/>
                    <a:pt x="14" y="23"/>
                  </a:cubicBezTo>
                  <a:cubicBezTo>
                    <a:pt x="36" y="12"/>
                    <a:pt x="63" y="0"/>
                    <a:pt x="75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7" y="0"/>
                    <a:pt x="78" y="0"/>
                    <a:pt x="79" y="0"/>
                  </a:cubicBezTo>
                  <a:cubicBezTo>
                    <a:pt x="86" y="1"/>
                    <a:pt x="92" y="7"/>
                    <a:pt x="93" y="15"/>
                  </a:cubicBezTo>
                  <a:cubicBezTo>
                    <a:pt x="94" y="16"/>
                    <a:pt x="94" y="18"/>
                    <a:pt x="94" y="19"/>
                  </a:cubicBezTo>
                  <a:cubicBezTo>
                    <a:pt x="93" y="25"/>
                    <a:pt x="91" y="30"/>
                    <a:pt x="89" y="34"/>
                  </a:cubicBezTo>
                  <a:cubicBezTo>
                    <a:pt x="77" y="59"/>
                    <a:pt x="62" y="84"/>
                    <a:pt x="43" y="10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37" descr="c1ad22da-8a1d-4827-b695-4d173638baaf">
              <a:extLst>
                <a:ext uri="{FF2B5EF4-FFF2-40B4-BE49-F238E27FC236}">
                  <a16:creationId xmlns:a16="http://schemas.microsoft.com/office/drawing/2014/main" id="{08701EC9-6C40-927A-9F72-E0CB8F2178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03787" y="6341027"/>
              <a:ext cx="2473" cy="28849"/>
            </a:xfrm>
            <a:custGeom>
              <a:avLst/>
              <a:gdLst>
                <a:gd name="T0" fmla="*/ 0 w 1"/>
                <a:gd name="T1" fmla="*/ 15 h 15"/>
                <a:gd name="T2" fmla="*/ 0 w 1"/>
                <a:gd name="T3" fmla="*/ 12 h 15"/>
                <a:gd name="T4" fmla="*/ 0 w 1"/>
                <a:gd name="T5" fmla="*/ 15 h 15"/>
                <a:gd name="T6" fmla="*/ 0 w 1"/>
                <a:gd name="T7" fmla="*/ 15 h 15"/>
                <a:gd name="T8" fmla="*/ 0 w 1"/>
                <a:gd name="T9" fmla="*/ 11 h 15"/>
                <a:gd name="T10" fmla="*/ 0 w 1"/>
                <a:gd name="T11" fmla="*/ 10 h 15"/>
                <a:gd name="T12" fmla="*/ 0 w 1"/>
                <a:gd name="T13" fmla="*/ 10 h 15"/>
                <a:gd name="T14" fmla="*/ 1 w 1"/>
                <a:gd name="T15" fmla="*/ 0 h 15"/>
                <a:gd name="T16" fmla="*/ 0 w 1"/>
                <a:gd name="T17" fmla="*/ 10 h 15"/>
                <a:gd name="T18" fmla="*/ 0 w 1"/>
                <a:gd name="T1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5">
                  <a:moveTo>
                    <a:pt x="0" y="15"/>
                  </a:moveTo>
                  <a:cubicBezTo>
                    <a:pt x="0" y="14"/>
                    <a:pt x="0" y="13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moveTo>
                    <a:pt x="0" y="11"/>
                  </a:moveTo>
                  <a:cubicBezTo>
                    <a:pt x="0" y="11"/>
                    <a:pt x="0" y="11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6"/>
                    <a:pt x="0" y="3"/>
                    <a:pt x="1" y="0"/>
                  </a:cubicBezTo>
                  <a:cubicBezTo>
                    <a:pt x="0" y="3"/>
                    <a:pt x="0" y="7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1B25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38" descr="9b2606f4-36c4-4c4c-8116-3d8671eeb411">
              <a:extLst>
                <a:ext uri="{FF2B5EF4-FFF2-40B4-BE49-F238E27FC236}">
                  <a16:creationId xmlns:a16="http://schemas.microsoft.com/office/drawing/2014/main" id="{9789B13A-9C51-CCD3-3FA0-0651B29DC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2138" y="6359984"/>
              <a:ext cx="1648" cy="12364"/>
            </a:xfrm>
            <a:custGeom>
              <a:avLst/>
              <a:gdLst>
                <a:gd name="T0" fmla="*/ 0 w 1"/>
                <a:gd name="T1" fmla="*/ 6 h 6"/>
                <a:gd name="T2" fmla="*/ 0 w 1"/>
                <a:gd name="T3" fmla="*/ 6 h 6"/>
                <a:gd name="T4" fmla="*/ 1 w 1"/>
                <a:gd name="T5" fmla="*/ 3 h 6"/>
                <a:gd name="T6" fmla="*/ 1 w 1"/>
                <a:gd name="T7" fmla="*/ 0 h 6"/>
                <a:gd name="T8" fmla="*/ 1 w 1"/>
                <a:gd name="T9" fmla="*/ 0 h 6"/>
                <a:gd name="T10" fmla="*/ 1 w 1"/>
                <a:gd name="T11" fmla="*/ 0 h 6"/>
                <a:gd name="T12" fmla="*/ 1 w 1"/>
                <a:gd name="T13" fmla="*/ 1 h 6"/>
                <a:gd name="T14" fmla="*/ 1 w 1"/>
                <a:gd name="T15" fmla="*/ 2 h 6"/>
                <a:gd name="T16" fmla="*/ 1 w 1"/>
                <a:gd name="T17" fmla="*/ 5 h 6"/>
                <a:gd name="T18" fmla="*/ 0 w 1"/>
                <a:gd name="T19" fmla="*/ 6 h 6"/>
                <a:gd name="T20" fmla="*/ 0 w 1"/>
                <a:gd name="T2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" h="6"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1" y="2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</a:path>
              </a:pathLst>
            </a:custGeom>
            <a:solidFill>
              <a:srgbClr val="D4A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39" descr="8af10520-c20b-4dc7-86aa-8e55d5954c1b">
              <a:extLst>
                <a:ext uri="{FF2B5EF4-FFF2-40B4-BE49-F238E27FC236}">
                  <a16:creationId xmlns:a16="http://schemas.microsoft.com/office/drawing/2014/main" id="{196960D9-4BE8-EE1D-A47A-5A6587F9F7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00224" y="6228929"/>
              <a:ext cx="65940" cy="39564"/>
            </a:xfrm>
            <a:custGeom>
              <a:avLst/>
              <a:gdLst>
                <a:gd name="T0" fmla="*/ 11 w 34"/>
                <a:gd name="T1" fmla="*/ 20 h 20"/>
                <a:gd name="T2" fmla="*/ 2 w 34"/>
                <a:gd name="T3" fmla="*/ 18 h 20"/>
                <a:gd name="T4" fmla="*/ 0 w 34"/>
                <a:gd name="T5" fmla="*/ 17 h 20"/>
                <a:gd name="T6" fmla="*/ 0 w 34"/>
                <a:gd name="T7" fmla="*/ 17 h 20"/>
                <a:gd name="T8" fmla="*/ 2 w 34"/>
                <a:gd name="T9" fmla="*/ 18 h 20"/>
                <a:gd name="T10" fmla="*/ 11 w 34"/>
                <a:gd name="T11" fmla="*/ 20 h 20"/>
                <a:gd name="T12" fmla="*/ 34 w 34"/>
                <a:gd name="T13" fmla="*/ 13 h 20"/>
                <a:gd name="T14" fmla="*/ 11 w 34"/>
                <a:gd name="T15" fmla="*/ 20 h 20"/>
                <a:gd name="T16" fmla="*/ 8 w 34"/>
                <a:gd name="T17" fmla="*/ 5 h 20"/>
                <a:gd name="T18" fmla="*/ 9 w 34"/>
                <a:gd name="T19" fmla="*/ 3 h 20"/>
                <a:gd name="T20" fmla="*/ 11 w 34"/>
                <a:gd name="T21" fmla="*/ 0 h 20"/>
                <a:gd name="T22" fmla="*/ 9 w 34"/>
                <a:gd name="T23" fmla="*/ 3 h 20"/>
                <a:gd name="T24" fmla="*/ 8 w 34"/>
                <a:gd name="T2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20">
                  <a:moveTo>
                    <a:pt x="11" y="20"/>
                  </a:moveTo>
                  <a:cubicBezTo>
                    <a:pt x="7" y="20"/>
                    <a:pt x="4" y="20"/>
                    <a:pt x="2" y="18"/>
                  </a:cubicBezTo>
                  <a:cubicBezTo>
                    <a:pt x="1" y="18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4" y="20"/>
                    <a:pt x="7" y="20"/>
                    <a:pt x="11" y="20"/>
                  </a:cubicBezTo>
                  <a:cubicBezTo>
                    <a:pt x="18" y="20"/>
                    <a:pt x="26" y="18"/>
                    <a:pt x="34" y="13"/>
                  </a:cubicBezTo>
                  <a:cubicBezTo>
                    <a:pt x="26" y="18"/>
                    <a:pt x="18" y="20"/>
                    <a:pt x="11" y="20"/>
                  </a:cubicBezTo>
                  <a:moveTo>
                    <a:pt x="8" y="5"/>
                  </a:moveTo>
                  <a:cubicBezTo>
                    <a:pt x="9" y="4"/>
                    <a:pt x="9" y="4"/>
                    <a:pt x="9" y="3"/>
                  </a:cubicBezTo>
                  <a:cubicBezTo>
                    <a:pt x="10" y="2"/>
                    <a:pt x="10" y="1"/>
                    <a:pt x="11" y="0"/>
                  </a:cubicBezTo>
                  <a:cubicBezTo>
                    <a:pt x="10" y="1"/>
                    <a:pt x="10" y="2"/>
                    <a:pt x="9" y="3"/>
                  </a:cubicBezTo>
                  <a:cubicBezTo>
                    <a:pt x="9" y="4"/>
                    <a:pt x="9" y="4"/>
                    <a:pt x="8" y="5"/>
                  </a:cubicBezTo>
                </a:path>
              </a:pathLst>
            </a:custGeom>
            <a:solidFill>
              <a:srgbClr val="1C2A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40" descr="cedeb41f-a05d-46ab-b4d5-8b1cd3482f49">
              <a:extLst>
                <a:ext uri="{FF2B5EF4-FFF2-40B4-BE49-F238E27FC236}">
                  <a16:creationId xmlns:a16="http://schemas.microsoft.com/office/drawing/2014/main" id="{A455D585-4FC0-CB61-7F21-6EB5F6EB5F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62308" y="6187716"/>
              <a:ext cx="65116" cy="49455"/>
            </a:xfrm>
            <a:custGeom>
              <a:avLst/>
              <a:gdLst>
                <a:gd name="T0" fmla="*/ 0 w 33"/>
                <a:gd name="T1" fmla="*/ 25 h 25"/>
                <a:gd name="T2" fmla="*/ 6 w 33"/>
                <a:gd name="T3" fmla="*/ 19 h 25"/>
                <a:gd name="T4" fmla="*/ 8 w 33"/>
                <a:gd name="T5" fmla="*/ 18 h 25"/>
                <a:gd name="T6" fmla="*/ 6 w 33"/>
                <a:gd name="T7" fmla="*/ 19 h 25"/>
                <a:gd name="T8" fmla="*/ 0 w 33"/>
                <a:gd name="T9" fmla="*/ 25 h 25"/>
                <a:gd name="T10" fmla="*/ 28 w 33"/>
                <a:gd name="T11" fmla="*/ 3 h 25"/>
                <a:gd name="T12" fmla="*/ 33 w 33"/>
                <a:gd name="T13" fmla="*/ 0 h 25"/>
                <a:gd name="T14" fmla="*/ 33 w 33"/>
                <a:gd name="T15" fmla="*/ 0 h 25"/>
                <a:gd name="T16" fmla="*/ 28 w 33"/>
                <a:gd name="T17" fmla="*/ 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25">
                  <a:moveTo>
                    <a:pt x="0" y="25"/>
                  </a:moveTo>
                  <a:cubicBezTo>
                    <a:pt x="2" y="23"/>
                    <a:pt x="4" y="21"/>
                    <a:pt x="6" y="19"/>
                  </a:cubicBezTo>
                  <a:cubicBezTo>
                    <a:pt x="7" y="18"/>
                    <a:pt x="7" y="18"/>
                    <a:pt x="8" y="18"/>
                  </a:cubicBezTo>
                  <a:cubicBezTo>
                    <a:pt x="7" y="18"/>
                    <a:pt x="7" y="18"/>
                    <a:pt x="6" y="19"/>
                  </a:cubicBezTo>
                  <a:cubicBezTo>
                    <a:pt x="4" y="21"/>
                    <a:pt x="2" y="23"/>
                    <a:pt x="0" y="25"/>
                  </a:cubicBezTo>
                  <a:moveTo>
                    <a:pt x="28" y="3"/>
                  </a:moveTo>
                  <a:cubicBezTo>
                    <a:pt x="30" y="2"/>
                    <a:pt x="31" y="1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1"/>
                    <a:pt x="30" y="2"/>
                    <a:pt x="28" y="3"/>
                  </a:cubicBezTo>
                </a:path>
              </a:pathLst>
            </a:custGeom>
            <a:solidFill>
              <a:srgbClr val="1C2A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43" descr="3a0b2bda-b0f9-461f-8881-78100ef8a43a">
              <a:extLst>
                <a:ext uri="{FF2B5EF4-FFF2-40B4-BE49-F238E27FC236}">
                  <a16:creationId xmlns:a16="http://schemas.microsoft.com/office/drawing/2014/main" id="{B1FA4358-9388-B8FA-8A28-6EF74A19F3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95836" y="5989897"/>
              <a:ext cx="32970" cy="15661"/>
            </a:xfrm>
            <a:custGeom>
              <a:avLst/>
              <a:gdLst>
                <a:gd name="T0" fmla="*/ 17 w 17"/>
                <a:gd name="T1" fmla="*/ 8 h 8"/>
                <a:gd name="T2" fmla="*/ 7 w 17"/>
                <a:gd name="T3" fmla="*/ 2 h 8"/>
                <a:gd name="T4" fmla="*/ 9 w 17"/>
                <a:gd name="T5" fmla="*/ 3 h 8"/>
                <a:gd name="T6" fmla="*/ 17 w 17"/>
                <a:gd name="T7" fmla="*/ 8 h 8"/>
                <a:gd name="T8" fmla="*/ 7 w 17"/>
                <a:gd name="T9" fmla="*/ 2 h 8"/>
                <a:gd name="T10" fmla="*/ 0 w 17"/>
                <a:gd name="T11" fmla="*/ 0 h 8"/>
                <a:gd name="T12" fmla="*/ 7 w 17"/>
                <a:gd name="T13" fmla="*/ 2 h 8"/>
                <a:gd name="T14" fmla="*/ 7 w 17"/>
                <a:gd name="T15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8">
                  <a:moveTo>
                    <a:pt x="17" y="8"/>
                  </a:moveTo>
                  <a:cubicBezTo>
                    <a:pt x="14" y="6"/>
                    <a:pt x="11" y="4"/>
                    <a:pt x="7" y="2"/>
                  </a:cubicBezTo>
                  <a:cubicBezTo>
                    <a:pt x="8" y="3"/>
                    <a:pt x="8" y="3"/>
                    <a:pt x="9" y="3"/>
                  </a:cubicBezTo>
                  <a:cubicBezTo>
                    <a:pt x="12" y="4"/>
                    <a:pt x="14" y="6"/>
                    <a:pt x="17" y="8"/>
                  </a:cubicBezTo>
                  <a:moveTo>
                    <a:pt x="7" y="2"/>
                  </a:moveTo>
                  <a:cubicBezTo>
                    <a:pt x="5" y="1"/>
                    <a:pt x="2" y="1"/>
                    <a:pt x="0" y="0"/>
                  </a:cubicBezTo>
                  <a:cubicBezTo>
                    <a:pt x="2" y="0"/>
                    <a:pt x="5" y="1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</a:path>
              </a:pathLst>
            </a:custGeom>
            <a:solidFill>
              <a:srgbClr val="DAA6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44" descr="bdf54708-7c61-4a24-b72e-23f3bb1ec6d6">
              <a:extLst>
                <a:ext uri="{FF2B5EF4-FFF2-40B4-BE49-F238E27FC236}">
                  <a16:creationId xmlns:a16="http://schemas.microsoft.com/office/drawing/2014/main" id="{74D8AEB7-E0DD-6290-A860-D7F1389458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66430" y="6109412"/>
              <a:ext cx="168147" cy="78304"/>
            </a:xfrm>
            <a:custGeom>
              <a:avLst/>
              <a:gdLst>
                <a:gd name="T0" fmla="*/ 86 w 86"/>
                <a:gd name="T1" fmla="*/ 40 h 40"/>
                <a:gd name="T2" fmla="*/ 86 w 86"/>
                <a:gd name="T3" fmla="*/ 40 h 40"/>
                <a:gd name="T4" fmla="*/ 86 w 86"/>
                <a:gd name="T5" fmla="*/ 40 h 40"/>
                <a:gd name="T6" fmla="*/ 86 w 86"/>
                <a:gd name="T7" fmla="*/ 40 h 40"/>
                <a:gd name="T8" fmla="*/ 86 w 86"/>
                <a:gd name="T9" fmla="*/ 40 h 40"/>
                <a:gd name="T10" fmla="*/ 86 w 86"/>
                <a:gd name="T11" fmla="*/ 40 h 40"/>
                <a:gd name="T12" fmla="*/ 54 w 86"/>
                <a:gd name="T13" fmla="*/ 17 h 40"/>
                <a:gd name="T14" fmla="*/ 53 w 86"/>
                <a:gd name="T15" fmla="*/ 17 h 40"/>
                <a:gd name="T16" fmla="*/ 24 w 86"/>
                <a:gd name="T17" fmla="*/ 15 h 40"/>
                <a:gd name="T18" fmla="*/ 54 w 86"/>
                <a:gd name="T19" fmla="*/ 17 h 40"/>
                <a:gd name="T20" fmla="*/ 21 w 86"/>
                <a:gd name="T21" fmla="*/ 15 h 40"/>
                <a:gd name="T22" fmla="*/ 21 w 86"/>
                <a:gd name="T23" fmla="*/ 15 h 40"/>
                <a:gd name="T24" fmla="*/ 21 w 86"/>
                <a:gd name="T25" fmla="*/ 15 h 40"/>
                <a:gd name="T26" fmla="*/ 21 w 86"/>
                <a:gd name="T27" fmla="*/ 15 h 40"/>
                <a:gd name="T28" fmla="*/ 21 w 86"/>
                <a:gd name="T29" fmla="*/ 15 h 40"/>
                <a:gd name="T30" fmla="*/ 0 w 86"/>
                <a:gd name="T31" fmla="*/ 1 h 40"/>
                <a:gd name="T32" fmla="*/ 0 w 86"/>
                <a:gd name="T33" fmla="*/ 0 h 40"/>
                <a:gd name="T34" fmla="*/ 0 w 86"/>
                <a:gd name="T35" fmla="*/ 1 h 40"/>
                <a:gd name="T36" fmla="*/ 21 w 86"/>
                <a:gd name="T37" fmla="*/ 15 h 40"/>
                <a:gd name="T38" fmla="*/ 22 w 86"/>
                <a:gd name="T39" fmla="*/ 15 h 40"/>
                <a:gd name="T40" fmla="*/ 24 w 86"/>
                <a:gd name="T41" fmla="*/ 15 h 40"/>
                <a:gd name="T42" fmla="*/ 24 w 86"/>
                <a:gd name="T43" fmla="*/ 15 h 40"/>
                <a:gd name="T44" fmla="*/ 24 w 86"/>
                <a:gd name="T45" fmla="*/ 15 h 40"/>
                <a:gd name="T46" fmla="*/ 24 w 86"/>
                <a:gd name="T47" fmla="*/ 15 h 40"/>
                <a:gd name="T48" fmla="*/ 22 w 86"/>
                <a:gd name="T49" fmla="*/ 15 h 40"/>
                <a:gd name="T50" fmla="*/ 0 w 86"/>
                <a:gd name="T51" fmla="*/ 0 h 40"/>
                <a:gd name="T52" fmla="*/ 0 w 86"/>
                <a:gd name="T53" fmla="*/ 0 h 40"/>
                <a:gd name="T54" fmla="*/ 0 w 86"/>
                <a:gd name="T55" fmla="*/ 0 h 40"/>
                <a:gd name="T56" fmla="*/ 0 w 86"/>
                <a:gd name="T57" fmla="*/ 0 h 40"/>
                <a:gd name="T58" fmla="*/ 0 w 86"/>
                <a:gd name="T5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6" h="40">
                  <a:moveTo>
                    <a:pt x="86" y="40"/>
                  </a:move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0"/>
                  </a:cubicBezTo>
                  <a:moveTo>
                    <a:pt x="54" y="17"/>
                  </a:moveTo>
                  <a:cubicBezTo>
                    <a:pt x="54" y="17"/>
                    <a:pt x="53" y="17"/>
                    <a:pt x="53" y="17"/>
                  </a:cubicBezTo>
                  <a:cubicBezTo>
                    <a:pt x="44" y="15"/>
                    <a:pt x="34" y="15"/>
                    <a:pt x="24" y="15"/>
                  </a:cubicBezTo>
                  <a:cubicBezTo>
                    <a:pt x="34" y="15"/>
                    <a:pt x="44" y="15"/>
                    <a:pt x="54" y="17"/>
                  </a:cubicBezTo>
                  <a:moveTo>
                    <a:pt x="21" y="15"/>
                  </a:move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moveTo>
                    <a:pt x="21" y="15"/>
                  </a:moveTo>
                  <a:cubicBezTo>
                    <a:pt x="9" y="15"/>
                    <a:pt x="8" y="14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4"/>
                    <a:pt x="9" y="15"/>
                    <a:pt x="21" y="15"/>
                  </a:cubicBezTo>
                  <a:moveTo>
                    <a:pt x="22" y="15"/>
                  </a:moveTo>
                  <a:cubicBezTo>
                    <a:pt x="23" y="15"/>
                    <a:pt x="23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2" y="15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74C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45" descr="62872312-a48c-4601-b53c-5214ce39ee29">
              <a:extLst>
                <a:ext uri="{FF2B5EF4-FFF2-40B4-BE49-F238E27FC236}">
                  <a16:creationId xmlns:a16="http://schemas.microsoft.com/office/drawing/2014/main" id="{4E0C2FE0-1972-7AD4-87FB-72E7847D0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6831" y="6039352"/>
              <a:ext cx="3297" cy="7418"/>
            </a:xfrm>
            <a:custGeom>
              <a:avLst/>
              <a:gdLst>
                <a:gd name="T0" fmla="*/ 2 w 2"/>
                <a:gd name="T1" fmla="*/ 4 h 4"/>
                <a:gd name="T2" fmla="*/ 0 w 2"/>
                <a:gd name="T3" fmla="*/ 0 h 4"/>
                <a:gd name="T4" fmla="*/ 2 w 2"/>
                <a:gd name="T5" fmla="*/ 2 h 4"/>
                <a:gd name="T6" fmla="*/ 2 w 2"/>
                <a:gd name="T7" fmla="*/ 4 h 4"/>
                <a:gd name="T8" fmla="*/ 2 w 2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3"/>
                    <a:pt x="1" y="1"/>
                    <a:pt x="0" y="0"/>
                  </a:cubicBezTo>
                  <a:cubicBezTo>
                    <a:pt x="1" y="0"/>
                    <a:pt x="1" y="1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</a:path>
              </a:pathLst>
            </a:custGeom>
            <a:solidFill>
              <a:srgbClr val="C993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46" descr="dd91c101-ddea-4e8b-bd1c-e48a053fc187">
              <a:extLst>
                <a:ext uri="{FF2B5EF4-FFF2-40B4-BE49-F238E27FC236}">
                  <a16:creationId xmlns:a16="http://schemas.microsoft.com/office/drawing/2014/main" id="{8C3042A1-77F9-31DC-2A9F-0DFE1813F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1170" y="6013800"/>
              <a:ext cx="5770" cy="7418"/>
            </a:xfrm>
            <a:custGeom>
              <a:avLst/>
              <a:gdLst>
                <a:gd name="T0" fmla="*/ 3 w 3"/>
                <a:gd name="T1" fmla="*/ 4 h 4"/>
                <a:gd name="T2" fmla="*/ 0 w 3"/>
                <a:gd name="T3" fmla="*/ 0 h 4"/>
                <a:gd name="T4" fmla="*/ 3 w 3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">
                  <a:moveTo>
                    <a:pt x="3" y="4"/>
                  </a:moveTo>
                  <a:cubicBezTo>
                    <a:pt x="2" y="2"/>
                    <a:pt x="1" y="1"/>
                    <a:pt x="0" y="0"/>
                  </a:cubicBezTo>
                  <a:cubicBezTo>
                    <a:pt x="1" y="1"/>
                    <a:pt x="2" y="2"/>
                    <a:pt x="3" y="4"/>
                  </a:cubicBezTo>
                </a:path>
              </a:pathLst>
            </a:custGeom>
            <a:solidFill>
              <a:srgbClr val="C993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47" descr="bd19487e-befc-44af-b836-7db6001f718e">
              <a:extLst>
                <a:ext uri="{FF2B5EF4-FFF2-40B4-BE49-F238E27FC236}">
                  <a16:creationId xmlns:a16="http://schemas.microsoft.com/office/drawing/2014/main" id="{A853991E-C074-46B7-A392-2B787B0E7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4576" y="6009679"/>
              <a:ext cx="2473" cy="1648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0"/>
                    <a:pt x="1" y="1"/>
                    <a:pt x="1" y="1"/>
                  </a:cubicBezTo>
                </a:path>
              </a:pathLst>
            </a:custGeom>
            <a:solidFill>
              <a:srgbClr val="C993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Rectangle 50" descr="1cb2d963-806a-4be8-b165-c407ee3b7ae4">
              <a:extLst>
                <a:ext uri="{FF2B5EF4-FFF2-40B4-BE49-F238E27FC236}">
                  <a16:creationId xmlns:a16="http://schemas.microsoft.com/office/drawing/2014/main" id="{C4499F45-31AB-5569-779E-19F7AFF92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30" y="6109412"/>
              <a:ext cx="825" cy="825"/>
            </a:xfrm>
            <a:prstGeom prst="rect">
              <a:avLst/>
            </a:prstGeom>
            <a:solidFill>
              <a:srgbClr val="E79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51" descr="3f765847-9232-46bf-87fb-27a501bd797c">
              <a:extLst>
                <a:ext uri="{FF2B5EF4-FFF2-40B4-BE49-F238E27FC236}">
                  <a16:creationId xmlns:a16="http://schemas.microsoft.com/office/drawing/2014/main" id="{99713137-EA18-3D83-D533-780869B56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30" y="610941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52" descr="9b55bb84-463b-425a-9d77-ce2e95d9672a">
              <a:extLst>
                <a:ext uri="{FF2B5EF4-FFF2-40B4-BE49-F238E27FC236}">
                  <a16:creationId xmlns:a16="http://schemas.microsoft.com/office/drawing/2014/main" id="{0D45C3D5-BC42-06EA-72E2-70258A896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9556" y="6025339"/>
              <a:ext cx="93964" cy="51103"/>
            </a:xfrm>
            <a:custGeom>
              <a:avLst/>
              <a:gdLst>
                <a:gd name="T0" fmla="*/ 15 w 48"/>
                <a:gd name="T1" fmla="*/ 26 h 26"/>
                <a:gd name="T2" fmla="*/ 0 w 48"/>
                <a:gd name="T3" fmla="*/ 16 h 26"/>
                <a:gd name="T4" fmla="*/ 41 w 48"/>
                <a:gd name="T5" fmla="*/ 0 h 26"/>
                <a:gd name="T6" fmla="*/ 42 w 48"/>
                <a:gd name="T7" fmla="*/ 0 h 26"/>
                <a:gd name="T8" fmla="*/ 44 w 48"/>
                <a:gd name="T9" fmla="*/ 8 h 26"/>
                <a:gd name="T10" fmla="*/ 15 w 48"/>
                <a:gd name="T1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26">
                  <a:moveTo>
                    <a:pt x="15" y="26"/>
                  </a:moveTo>
                  <a:cubicBezTo>
                    <a:pt x="11" y="22"/>
                    <a:pt x="6" y="19"/>
                    <a:pt x="0" y="16"/>
                  </a:cubicBezTo>
                  <a:cubicBezTo>
                    <a:pt x="13" y="7"/>
                    <a:pt x="27" y="1"/>
                    <a:pt x="41" y="0"/>
                  </a:cubicBezTo>
                  <a:cubicBezTo>
                    <a:pt x="41" y="0"/>
                    <a:pt x="42" y="0"/>
                    <a:pt x="42" y="0"/>
                  </a:cubicBezTo>
                  <a:cubicBezTo>
                    <a:pt x="46" y="0"/>
                    <a:pt x="48" y="6"/>
                    <a:pt x="44" y="8"/>
                  </a:cubicBezTo>
                  <a:cubicBezTo>
                    <a:pt x="34" y="14"/>
                    <a:pt x="25" y="20"/>
                    <a:pt x="15" y="26"/>
                  </a:cubicBezTo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53" descr="d52c6d9d-24ab-495d-be4c-fb16bbdfb993">
              <a:extLst>
                <a:ext uri="{FF2B5EF4-FFF2-40B4-BE49-F238E27FC236}">
                  <a16:creationId xmlns:a16="http://schemas.microsoft.com/office/drawing/2014/main" id="{B53501CD-B1D4-E161-B77F-BC5AF026BF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35374" y="6056660"/>
              <a:ext cx="103855" cy="99734"/>
            </a:xfrm>
            <a:custGeom>
              <a:avLst/>
              <a:gdLst>
                <a:gd name="T0" fmla="*/ 6 w 53"/>
                <a:gd name="T1" fmla="*/ 51 h 51"/>
                <a:gd name="T2" fmla="*/ 2 w 53"/>
                <a:gd name="T3" fmla="*/ 45 h 51"/>
                <a:gd name="T4" fmla="*/ 38 w 53"/>
                <a:gd name="T5" fmla="*/ 0 h 51"/>
                <a:gd name="T6" fmla="*/ 53 w 53"/>
                <a:gd name="T7" fmla="*/ 10 h 51"/>
                <a:gd name="T8" fmla="*/ 26 w 53"/>
                <a:gd name="T9" fmla="*/ 33 h 51"/>
                <a:gd name="T10" fmla="*/ 9 w 53"/>
                <a:gd name="T11" fmla="*/ 50 h 51"/>
                <a:gd name="T12" fmla="*/ 9 w 53"/>
                <a:gd name="T13" fmla="*/ 50 h 51"/>
                <a:gd name="T14" fmla="*/ 6 w 53"/>
                <a:gd name="T15" fmla="*/ 51 h 51"/>
                <a:gd name="T16" fmla="*/ 9 w 53"/>
                <a:gd name="T17" fmla="*/ 50 h 51"/>
                <a:gd name="T18" fmla="*/ 9 w 53"/>
                <a:gd name="T19" fmla="*/ 50 h 51"/>
                <a:gd name="T20" fmla="*/ 9 w 53"/>
                <a:gd name="T21" fmla="*/ 5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" h="51">
                  <a:moveTo>
                    <a:pt x="6" y="51"/>
                  </a:moveTo>
                  <a:cubicBezTo>
                    <a:pt x="3" y="51"/>
                    <a:pt x="0" y="48"/>
                    <a:pt x="2" y="45"/>
                  </a:cubicBezTo>
                  <a:cubicBezTo>
                    <a:pt x="9" y="27"/>
                    <a:pt x="22" y="11"/>
                    <a:pt x="38" y="0"/>
                  </a:cubicBezTo>
                  <a:cubicBezTo>
                    <a:pt x="44" y="3"/>
                    <a:pt x="49" y="6"/>
                    <a:pt x="53" y="10"/>
                  </a:cubicBezTo>
                  <a:cubicBezTo>
                    <a:pt x="44" y="17"/>
                    <a:pt x="35" y="24"/>
                    <a:pt x="26" y="33"/>
                  </a:cubicBezTo>
                  <a:cubicBezTo>
                    <a:pt x="22" y="36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51"/>
                    <a:pt x="7" y="51"/>
                    <a:pt x="6" y="51"/>
                  </a:cubicBezTo>
                  <a:moveTo>
                    <a:pt x="9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54" descr="ae963f07-e0a8-4f81-abaa-0e1003c60f52">
              <a:extLst>
                <a:ext uri="{FF2B5EF4-FFF2-40B4-BE49-F238E27FC236}">
                  <a16:creationId xmlns:a16="http://schemas.microsoft.com/office/drawing/2014/main" id="{4C7D5CB6-B2C3-1A34-7DA0-67A1294B6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4664" y="5568705"/>
              <a:ext cx="113746" cy="102207"/>
            </a:xfrm>
            <a:custGeom>
              <a:avLst/>
              <a:gdLst>
                <a:gd name="T0" fmla="*/ 37 w 58"/>
                <a:gd name="T1" fmla="*/ 2 h 52"/>
                <a:gd name="T2" fmla="*/ 37 w 58"/>
                <a:gd name="T3" fmla="*/ 8 h 52"/>
                <a:gd name="T4" fmla="*/ 40 w 58"/>
                <a:gd name="T5" fmla="*/ 37 h 52"/>
                <a:gd name="T6" fmla="*/ 27 w 58"/>
                <a:gd name="T7" fmla="*/ 42 h 52"/>
                <a:gd name="T8" fmla="*/ 9 w 58"/>
                <a:gd name="T9" fmla="*/ 33 h 52"/>
                <a:gd name="T10" fmla="*/ 3 w 58"/>
                <a:gd name="T11" fmla="*/ 33 h 52"/>
                <a:gd name="T12" fmla="*/ 2 w 58"/>
                <a:gd name="T13" fmla="*/ 39 h 52"/>
                <a:gd name="T14" fmla="*/ 27 w 58"/>
                <a:gd name="T15" fmla="*/ 52 h 52"/>
                <a:gd name="T16" fmla="*/ 28 w 58"/>
                <a:gd name="T17" fmla="*/ 52 h 52"/>
                <a:gd name="T18" fmla="*/ 47 w 58"/>
                <a:gd name="T19" fmla="*/ 44 h 52"/>
                <a:gd name="T20" fmla="*/ 44 w 58"/>
                <a:gd name="T21" fmla="*/ 2 h 52"/>
                <a:gd name="T22" fmla="*/ 37 w 58"/>
                <a:gd name="T23" fmla="*/ 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52">
                  <a:moveTo>
                    <a:pt x="37" y="2"/>
                  </a:moveTo>
                  <a:cubicBezTo>
                    <a:pt x="35" y="3"/>
                    <a:pt x="35" y="6"/>
                    <a:pt x="37" y="8"/>
                  </a:cubicBezTo>
                  <a:cubicBezTo>
                    <a:pt x="44" y="16"/>
                    <a:pt x="47" y="29"/>
                    <a:pt x="40" y="37"/>
                  </a:cubicBezTo>
                  <a:cubicBezTo>
                    <a:pt x="36" y="42"/>
                    <a:pt x="31" y="43"/>
                    <a:pt x="27" y="42"/>
                  </a:cubicBezTo>
                  <a:cubicBezTo>
                    <a:pt x="21" y="42"/>
                    <a:pt x="14" y="39"/>
                    <a:pt x="9" y="33"/>
                  </a:cubicBezTo>
                  <a:cubicBezTo>
                    <a:pt x="7" y="31"/>
                    <a:pt x="4" y="31"/>
                    <a:pt x="3" y="33"/>
                  </a:cubicBezTo>
                  <a:cubicBezTo>
                    <a:pt x="1" y="34"/>
                    <a:pt x="0" y="37"/>
                    <a:pt x="2" y="39"/>
                  </a:cubicBezTo>
                  <a:cubicBezTo>
                    <a:pt x="8" y="47"/>
                    <a:pt x="18" y="52"/>
                    <a:pt x="27" y="52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35" y="52"/>
                    <a:pt x="42" y="49"/>
                    <a:pt x="47" y="44"/>
                  </a:cubicBezTo>
                  <a:cubicBezTo>
                    <a:pt x="58" y="31"/>
                    <a:pt x="54" y="13"/>
                    <a:pt x="44" y="2"/>
                  </a:cubicBezTo>
                  <a:cubicBezTo>
                    <a:pt x="42" y="0"/>
                    <a:pt x="39" y="0"/>
                    <a:pt x="37" y="2"/>
                  </a:cubicBezTo>
                  <a:close/>
                </a:path>
              </a:pathLst>
            </a:custGeom>
            <a:solidFill>
              <a:srgbClr val="0013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55" descr="ab879632-583b-42ba-976e-8f154501cce5">
              <a:extLst>
                <a:ext uri="{FF2B5EF4-FFF2-40B4-BE49-F238E27FC236}">
                  <a16:creationId xmlns:a16="http://schemas.microsoft.com/office/drawing/2014/main" id="{151167DF-7565-B3F1-1890-11F2BB0FF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5549" y="5484632"/>
              <a:ext cx="74182" cy="66764"/>
            </a:xfrm>
            <a:custGeom>
              <a:avLst/>
              <a:gdLst>
                <a:gd name="T0" fmla="*/ 21 w 38"/>
                <a:gd name="T1" fmla="*/ 1 h 34"/>
                <a:gd name="T2" fmla="*/ 21 w 38"/>
                <a:gd name="T3" fmla="*/ 8 h 34"/>
                <a:gd name="T4" fmla="*/ 24 w 38"/>
                <a:gd name="T5" fmla="*/ 23 h 34"/>
                <a:gd name="T6" fmla="*/ 19 w 38"/>
                <a:gd name="T7" fmla="*/ 25 h 34"/>
                <a:gd name="T8" fmla="*/ 9 w 38"/>
                <a:gd name="T9" fmla="*/ 19 h 34"/>
                <a:gd name="T10" fmla="*/ 2 w 38"/>
                <a:gd name="T11" fmla="*/ 19 h 34"/>
                <a:gd name="T12" fmla="*/ 1 w 38"/>
                <a:gd name="T13" fmla="*/ 25 h 34"/>
                <a:gd name="T14" fmla="*/ 19 w 38"/>
                <a:gd name="T15" fmla="*/ 34 h 34"/>
                <a:gd name="T16" fmla="*/ 19 w 38"/>
                <a:gd name="T17" fmla="*/ 34 h 34"/>
                <a:gd name="T18" fmla="*/ 31 w 38"/>
                <a:gd name="T19" fmla="*/ 29 h 34"/>
                <a:gd name="T20" fmla="*/ 28 w 38"/>
                <a:gd name="T21" fmla="*/ 2 h 34"/>
                <a:gd name="T22" fmla="*/ 21 w 38"/>
                <a:gd name="T23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" h="34">
                  <a:moveTo>
                    <a:pt x="21" y="1"/>
                  </a:moveTo>
                  <a:cubicBezTo>
                    <a:pt x="19" y="3"/>
                    <a:pt x="19" y="6"/>
                    <a:pt x="21" y="8"/>
                  </a:cubicBezTo>
                  <a:cubicBezTo>
                    <a:pt x="25" y="13"/>
                    <a:pt x="27" y="19"/>
                    <a:pt x="24" y="23"/>
                  </a:cubicBezTo>
                  <a:cubicBezTo>
                    <a:pt x="23" y="24"/>
                    <a:pt x="21" y="25"/>
                    <a:pt x="19" y="25"/>
                  </a:cubicBezTo>
                  <a:cubicBezTo>
                    <a:pt x="16" y="25"/>
                    <a:pt x="11" y="23"/>
                    <a:pt x="9" y="19"/>
                  </a:cubicBezTo>
                  <a:cubicBezTo>
                    <a:pt x="7" y="17"/>
                    <a:pt x="4" y="17"/>
                    <a:pt x="2" y="19"/>
                  </a:cubicBezTo>
                  <a:cubicBezTo>
                    <a:pt x="0" y="21"/>
                    <a:pt x="0" y="23"/>
                    <a:pt x="1" y="25"/>
                  </a:cubicBezTo>
                  <a:cubicBezTo>
                    <a:pt x="6" y="31"/>
                    <a:pt x="13" y="34"/>
                    <a:pt x="19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4" y="34"/>
                    <a:pt x="28" y="33"/>
                    <a:pt x="31" y="29"/>
                  </a:cubicBezTo>
                  <a:cubicBezTo>
                    <a:pt x="38" y="21"/>
                    <a:pt x="35" y="9"/>
                    <a:pt x="28" y="2"/>
                  </a:cubicBezTo>
                  <a:cubicBezTo>
                    <a:pt x="26" y="0"/>
                    <a:pt x="23" y="0"/>
                    <a:pt x="21" y="1"/>
                  </a:cubicBezTo>
                  <a:close/>
                </a:path>
              </a:pathLst>
            </a:custGeom>
            <a:solidFill>
              <a:srgbClr val="0013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56" descr="988449c8-42ed-43b6-ba0d-1c04eaf8d2f0">
              <a:extLst>
                <a:ext uri="{FF2B5EF4-FFF2-40B4-BE49-F238E27FC236}">
                  <a16:creationId xmlns:a16="http://schemas.microsoft.com/office/drawing/2014/main" id="{994D37CB-5649-37AE-A700-4A15AAB9A9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80975" y="5164824"/>
              <a:ext cx="1289950" cy="1220713"/>
            </a:xfrm>
            <a:custGeom>
              <a:avLst/>
              <a:gdLst>
                <a:gd name="T0" fmla="*/ 600 w 659"/>
                <a:gd name="T1" fmla="*/ 111 h 623"/>
                <a:gd name="T2" fmla="*/ 275 w 659"/>
                <a:gd name="T3" fmla="*/ 403 h 623"/>
                <a:gd name="T4" fmla="*/ 198 w 659"/>
                <a:gd name="T5" fmla="*/ 446 h 623"/>
                <a:gd name="T6" fmla="*/ 195 w 659"/>
                <a:gd name="T7" fmla="*/ 440 h 623"/>
                <a:gd name="T8" fmla="*/ 191 w 659"/>
                <a:gd name="T9" fmla="*/ 435 h 623"/>
                <a:gd name="T10" fmla="*/ 187 w 659"/>
                <a:gd name="T11" fmla="*/ 430 h 623"/>
                <a:gd name="T12" fmla="*/ 182 w 659"/>
                <a:gd name="T13" fmla="*/ 426 h 623"/>
                <a:gd name="T14" fmla="*/ 176 w 659"/>
                <a:gd name="T15" fmla="*/ 422 h 623"/>
                <a:gd name="T16" fmla="*/ 170 w 659"/>
                <a:gd name="T17" fmla="*/ 419 h 623"/>
                <a:gd name="T18" fmla="*/ 168 w 659"/>
                <a:gd name="T19" fmla="*/ 418 h 623"/>
                <a:gd name="T20" fmla="*/ 331 w 659"/>
                <a:gd name="T21" fmla="*/ 219 h 623"/>
                <a:gd name="T22" fmla="*/ 544 w 659"/>
                <a:gd name="T23" fmla="*/ 50 h 623"/>
                <a:gd name="T24" fmla="*/ 635 w 659"/>
                <a:gd name="T25" fmla="*/ 9 h 623"/>
                <a:gd name="T26" fmla="*/ 645 w 659"/>
                <a:gd name="T27" fmla="*/ 14 h 623"/>
                <a:gd name="T28" fmla="*/ 645 w 659"/>
                <a:gd name="T29" fmla="*/ 37 h 623"/>
                <a:gd name="T30" fmla="*/ 119 w 659"/>
                <a:gd name="T31" fmla="*/ 558 h 623"/>
                <a:gd name="T32" fmla="*/ 131 w 659"/>
                <a:gd name="T33" fmla="*/ 522 h 623"/>
                <a:gd name="T34" fmla="*/ 128 w 659"/>
                <a:gd name="T35" fmla="*/ 518 h 623"/>
                <a:gd name="T36" fmla="*/ 115 w 659"/>
                <a:gd name="T37" fmla="*/ 524 h 623"/>
                <a:gd name="T38" fmla="*/ 58 w 659"/>
                <a:gd name="T39" fmla="*/ 610 h 623"/>
                <a:gd name="T40" fmla="*/ 56 w 659"/>
                <a:gd name="T41" fmla="*/ 612 h 623"/>
                <a:gd name="T42" fmla="*/ 22 w 659"/>
                <a:gd name="T43" fmla="*/ 499 h 623"/>
                <a:gd name="T44" fmla="*/ 137 w 659"/>
                <a:gd name="T45" fmla="*/ 422 h 623"/>
                <a:gd name="T46" fmla="*/ 160 w 659"/>
                <a:gd name="T47" fmla="*/ 425 h 623"/>
                <a:gd name="T48" fmla="*/ 191 w 659"/>
                <a:gd name="T49" fmla="*/ 454 h 623"/>
                <a:gd name="T50" fmla="*/ 177 w 659"/>
                <a:gd name="T51" fmla="*/ 520 h 623"/>
                <a:gd name="T52" fmla="*/ 636 w 659"/>
                <a:gd name="T53" fmla="*/ 0 h 623"/>
                <a:gd name="T54" fmla="*/ 571 w 659"/>
                <a:gd name="T55" fmla="*/ 24 h 623"/>
                <a:gd name="T56" fmla="*/ 539 w 659"/>
                <a:gd name="T57" fmla="*/ 42 h 623"/>
                <a:gd name="T58" fmla="*/ 214 w 659"/>
                <a:gd name="T59" fmla="*/ 337 h 623"/>
                <a:gd name="T60" fmla="*/ 137 w 659"/>
                <a:gd name="T61" fmla="*/ 413 h 623"/>
                <a:gd name="T62" fmla="*/ 14 w 659"/>
                <a:gd name="T63" fmla="*/ 496 h 623"/>
                <a:gd name="T64" fmla="*/ 50 w 659"/>
                <a:gd name="T65" fmla="*/ 620 h 623"/>
                <a:gd name="T66" fmla="*/ 64 w 659"/>
                <a:gd name="T67" fmla="*/ 621 h 623"/>
                <a:gd name="T68" fmla="*/ 102 w 659"/>
                <a:gd name="T69" fmla="*/ 544 h 623"/>
                <a:gd name="T70" fmla="*/ 121 w 659"/>
                <a:gd name="T71" fmla="*/ 531 h 623"/>
                <a:gd name="T72" fmla="*/ 108 w 659"/>
                <a:gd name="T73" fmla="*/ 557 h 623"/>
                <a:gd name="T74" fmla="*/ 111 w 659"/>
                <a:gd name="T75" fmla="*/ 565 h 623"/>
                <a:gd name="T76" fmla="*/ 202 w 659"/>
                <a:gd name="T77" fmla="*/ 462 h 623"/>
                <a:gd name="T78" fmla="*/ 280 w 659"/>
                <a:gd name="T79" fmla="*/ 411 h 623"/>
                <a:gd name="T80" fmla="*/ 607 w 659"/>
                <a:gd name="T81" fmla="*/ 117 h 623"/>
                <a:gd name="T82" fmla="*/ 658 w 659"/>
                <a:gd name="T83" fmla="*/ 25 h 623"/>
                <a:gd name="T84" fmla="*/ 652 w 659"/>
                <a:gd name="T85" fmla="*/ 8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59" h="623">
                  <a:moveTo>
                    <a:pt x="645" y="37"/>
                  </a:moveTo>
                  <a:cubicBezTo>
                    <a:pt x="634" y="60"/>
                    <a:pt x="619" y="85"/>
                    <a:pt x="600" y="111"/>
                  </a:cubicBezTo>
                  <a:cubicBezTo>
                    <a:pt x="526" y="212"/>
                    <a:pt x="415" y="302"/>
                    <a:pt x="372" y="336"/>
                  </a:cubicBezTo>
                  <a:cubicBezTo>
                    <a:pt x="338" y="361"/>
                    <a:pt x="307" y="383"/>
                    <a:pt x="275" y="403"/>
                  </a:cubicBezTo>
                  <a:cubicBezTo>
                    <a:pt x="252" y="417"/>
                    <a:pt x="228" y="430"/>
                    <a:pt x="198" y="446"/>
                  </a:cubicBezTo>
                  <a:cubicBezTo>
                    <a:pt x="198" y="446"/>
                    <a:pt x="198" y="446"/>
                    <a:pt x="198" y="446"/>
                  </a:cubicBezTo>
                  <a:cubicBezTo>
                    <a:pt x="197" y="445"/>
                    <a:pt x="197" y="445"/>
                    <a:pt x="197" y="444"/>
                  </a:cubicBezTo>
                  <a:cubicBezTo>
                    <a:pt x="196" y="443"/>
                    <a:pt x="196" y="441"/>
                    <a:pt x="195" y="440"/>
                  </a:cubicBezTo>
                  <a:cubicBezTo>
                    <a:pt x="195" y="440"/>
                    <a:pt x="194" y="439"/>
                    <a:pt x="194" y="439"/>
                  </a:cubicBezTo>
                  <a:cubicBezTo>
                    <a:pt x="193" y="437"/>
                    <a:pt x="192" y="436"/>
                    <a:pt x="191" y="435"/>
                  </a:cubicBezTo>
                  <a:cubicBezTo>
                    <a:pt x="191" y="435"/>
                    <a:pt x="191" y="434"/>
                    <a:pt x="190" y="434"/>
                  </a:cubicBezTo>
                  <a:cubicBezTo>
                    <a:pt x="189" y="432"/>
                    <a:pt x="188" y="431"/>
                    <a:pt x="187" y="430"/>
                  </a:cubicBezTo>
                  <a:cubicBezTo>
                    <a:pt x="186" y="429"/>
                    <a:pt x="186" y="429"/>
                    <a:pt x="186" y="429"/>
                  </a:cubicBezTo>
                  <a:cubicBezTo>
                    <a:pt x="185" y="428"/>
                    <a:pt x="183" y="427"/>
                    <a:pt x="182" y="426"/>
                  </a:cubicBezTo>
                  <a:cubicBezTo>
                    <a:pt x="181" y="425"/>
                    <a:pt x="181" y="425"/>
                    <a:pt x="180" y="425"/>
                  </a:cubicBezTo>
                  <a:cubicBezTo>
                    <a:pt x="179" y="424"/>
                    <a:pt x="178" y="423"/>
                    <a:pt x="176" y="422"/>
                  </a:cubicBezTo>
                  <a:cubicBezTo>
                    <a:pt x="176" y="422"/>
                    <a:pt x="175" y="422"/>
                    <a:pt x="175" y="421"/>
                  </a:cubicBezTo>
                  <a:cubicBezTo>
                    <a:pt x="173" y="421"/>
                    <a:pt x="172" y="420"/>
                    <a:pt x="170" y="419"/>
                  </a:cubicBezTo>
                  <a:cubicBezTo>
                    <a:pt x="170" y="419"/>
                    <a:pt x="169" y="419"/>
                    <a:pt x="169" y="419"/>
                  </a:cubicBezTo>
                  <a:cubicBezTo>
                    <a:pt x="168" y="418"/>
                    <a:pt x="168" y="418"/>
                    <a:pt x="168" y="418"/>
                  </a:cubicBezTo>
                  <a:cubicBezTo>
                    <a:pt x="180" y="398"/>
                    <a:pt x="200" y="371"/>
                    <a:pt x="221" y="343"/>
                  </a:cubicBezTo>
                  <a:cubicBezTo>
                    <a:pt x="245" y="313"/>
                    <a:pt x="283" y="267"/>
                    <a:pt x="331" y="219"/>
                  </a:cubicBezTo>
                  <a:cubicBezTo>
                    <a:pt x="407" y="145"/>
                    <a:pt x="474" y="91"/>
                    <a:pt x="544" y="50"/>
                  </a:cubicBezTo>
                  <a:cubicBezTo>
                    <a:pt x="544" y="50"/>
                    <a:pt x="544" y="50"/>
                    <a:pt x="544" y="50"/>
                  </a:cubicBezTo>
                  <a:cubicBezTo>
                    <a:pt x="550" y="46"/>
                    <a:pt x="561" y="40"/>
                    <a:pt x="576" y="32"/>
                  </a:cubicBezTo>
                  <a:cubicBezTo>
                    <a:pt x="604" y="18"/>
                    <a:pt x="626" y="9"/>
                    <a:pt x="635" y="9"/>
                  </a:cubicBezTo>
                  <a:cubicBezTo>
                    <a:pt x="636" y="9"/>
                    <a:pt x="636" y="9"/>
                    <a:pt x="636" y="9"/>
                  </a:cubicBezTo>
                  <a:cubicBezTo>
                    <a:pt x="639" y="9"/>
                    <a:pt x="643" y="11"/>
                    <a:pt x="645" y="14"/>
                  </a:cubicBezTo>
                  <a:cubicBezTo>
                    <a:pt x="648" y="17"/>
                    <a:pt x="649" y="20"/>
                    <a:pt x="649" y="24"/>
                  </a:cubicBezTo>
                  <a:cubicBezTo>
                    <a:pt x="648" y="29"/>
                    <a:pt x="646" y="34"/>
                    <a:pt x="645" y="37"/>
                  </a:cubicBezTo>
                  <a:close/>
                  <a:moveTo>
                    <a:pt x="177" y="520"/>
                  </a:moveTo>
                  <a:cubicBezTo>
                    <a:pt x="160" y="546"/>
                    <a:pt x="133" y="562"/>
                    <a:pt x="119" y="558"/>
                  </a:cubicBezTo>
                  <a:cubicBezTo>
                    <a:pt x="121" y="555"/>
                    <a:pt x="124" y="552"/>
                    <a:pt x="125" y="548"/>
                  </a:cubicBezTo>
                  <a:cubicBezTo>
                    <a:pt x="130" y="540"/>
                    <a:pt x="132" y="531"/>
                    <a:pt x="131" y="522"/>
                  </a:cubicBezTo>
                  <a:cubicBezTo>
                    <a:pt x="131" y="522"/>
                    <a:pt x="131" y="522"/>
                    <a:pt x="131" y="522"/>
                  </a:cubicBezTo>
                  <a:cubicBezTo>
                    <a:pt x="131" y="520"/>
                    <a:pt x="130" y="519"/>
                    <a:pt x="128" y="518"/>
                  </a:cubicBezTo>
                  <a:cubicBezTo>
                    <a:pt x="127" y="517"/>
                    <a:pt x="125" y="517"/>
                    <a:pt x="123" y="518"/>
                  </a:cubicBezTo>
                  <a:cubicBezTo>
                    <a:pt x="121" y="520"/>
                    <a:pt x="118" y="522"/>
                    <a:pt x="115" y="524"/>
                  </a:cubicBezTo>
                  <a:cubicBezTo>
                    <a:pt x="109" y="528"/>
                    <a:pt x="102" y="532"/>
                    <a:pt x="96" y="537"/>
                  </a:cubicBezTo>
                  <a:cubicBezTo>
                    <a:pt x="79" y="552"/>
                    <a:pt x="58" y="575"/>
                    <a:pt x="58" y="610"/>
                  </a:cubicBezTo>
                  <a:cubicBezTo>
                    <a:pt x="58" y="612"/>
                    <a:pt x="58" y="613"/>
                    <a:pt x="58" y="614"/>
                  </a:cubicBezTo>
                  <a:cubicBezTo>
                    <a:pt x="58" y="613"/>
                    <a:pt x="57" y="613"/>
                    <a:pt x="56" y="612"/>
                  </a:cubicBezTo>
                  <a:cubicBezTo>
                    <a:pt x="52" y="610"/>
                    <a:pt x="49" y="607"/>
                    <a:pt x="46" y="603"/>
                  </a:cubicBezTo>
                  <a:cubicBezTo>
                    <a:pt x="17" y="567"/>
                    <a:pt x="9" y="532"/>
                    <a:pt x="22" y="499"/>
                  </a:cubicBezTo>
                  <a:cubicBezTo>
                    <a:pt x="29" y="482"/>
                    <a:pt x="40" y="467"/>
                    <a:pt x="54" y="454"/>
                  </a:cubicBezTo>
                  <a:cubicBezTo>
                    <a:pt x="77" y="434"/>
                    <a:pt x="108" y="422"/>
                    <a:pt x="137" y="422"/>
                  </a:cubicBezTo>
                  <a:cubicBezTo>
                    <a:pt x="137" y="422"/>
                    <a:pt x="137" y="422"/>
                    <a:pt x="137" y="422"/>
                  </a:cubicBezTo>
                  <a:cubicBezTo>
                    <a:pt x="145" y="422"/>
                    <a:pt x="153" y="423"/>
                    <a:pt x="160" y="425"/>
                  </a:cubicBezTo>
                  <a:cubicBezTo>
                    <a:pt x="171" y="429"/>
                    <a:pt x="186" y="436"/>
                    <a:pt x="191" y="454"/>
                  </a:cubicBezTo>
                  <a:cubicBezTo>
                    <a:pt x="191" y="454"/>
                    <a:pt x="191" y="454"/>
                    <a:pt x="191" y="454"/>
                  </a:cubicBezTo>
                  <a:cubicBezTo>
                    <a:pt x="191" y="457"/>
                    <a:pt x="192" y="460"/>
                    <a:pt x="192" y="463"/>
                  </a:cubicBezTo>
                  <a:cubicBezTo>
                    <a:pt x="194" y="488"/>
                    <a:pt x="185" y="508"/>
                    <a:pt x="177" y="520"/>
                  </a:cubicBezTo>
                  <a:close/>
                  <a:moveTo>
                    <a:pt x="652" y="8"/>
                  </a:moveTo>
                  <a:cubicBezTo>
                    <a:pt x="648" y="3"/>
                    <a:pt x="642" y="0"/>
                    <a:pt x="636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24" y="0"/>
                    <a:pt x="603" y="8"/>
                    <a:pt x="571" y="24"/>
                  </a:cubicBezTo>
                  <a:cubicBezTo>
                    <a:pt x="557" y="32"/>
                    <a:pt x="545" y="38"/>
                    <a:pt x="540" y="41"/>
                  </a:cubicBezTo>
                  <a:cubicBezTo>
                    <a:pt x="539" y="42"/>
                    <a:pt x="539" y="42"/>
                    <a:pt x="539" y="42"/>
                  </a:cubicBezTo>
                  <a:cubicBezTo>
                    <a:pt x="469" y="83"/>
                    <a:pt x="401" y="138"/>
                    <a:pt x="324" y="213"/>
                  </a:cubicBezTo>
                  <a:cubicBezTo>
                    <a:pt x="276" y="260"/>
                    <a:pt x="238" y="307"/>
                    <a:pt x="214" y="337"/>
                  </a:cubicBezTo>
                  <a:cubicBezTo>
                    <a:pt x="191" y="366"/>
                    <a:pt x="171" y="395"/>
                    <a:pt x="159" y="415"/>
                  </a:cubicBezTo>
                  <a:cubicBezTo>
                    <a:pt x="152" y="414"/>
                    <a:pt x="145" y="413"/>
                    <a:pt x="137" y="413"/>
                  </a:cubicBezTo>
                  <a:cubicBezTo>
                    <a:pt x="106" y="413"/>
                    <a:pt x="73" y="426"/>
                    <a:pt x="48" y="447"/>
                  </a:cubicBezTo>
                  <a:cubicBezTo>
                    <a:pt x="32" y="461"/>
                    <a:pt x="21" y="477"/>
                    <a:pt x="14" y="496"/>
                  </a:cubicBezTo>
                  <a:cubicBezTo>
                    <a:pt x="0" y="532"/>
                    <a:pt x="8" y="571"/>
                    <a:pt x="39" y="609"/>
                  </a:cubicBezTo>
                  <a:cubicBezTo>
                    <a:pt x="43" y="613"/>
                    <a:pt x="46" y="617"/>
                    <a:pt x="50" y="620"/>
                  </a:cubicBezTo>
                  <a:cubicBezTo>
                    <a:pt x="54" y="622"/>
                    <a:pt x="57" y="623"/>
                    <a:pt x="59" y="623"/>
                  </a:cubicBezTo>
                  <a:cubicBezTo>
                    <a:pt x="61" y="623"/>
                    <a:pt x="63" y="622"/>
                    <a:pt x="64" y="621"/>
                  </a:cubicBezTo>
                  <a:cubicBezTo>
                    <a:pt x="67" y="619"/>
                    <a:pt x="68" y="615"/>
                    <a:pt x="68" y="610"/>
                  </a:cubicBezTo>
                  <a:cubicBezTo>
                    <a:pt x="68" y="585"/>
                    <a:pt x="78" y="565"/>
                    <a:pt x="102" y="544"/>
                  </a:cubicBezTo>
                  <a:cubicBezTo>
                    <a:pt x="108" y="539"/>
                    <a:pt x="114" y="536"/>
                    <a:pt x="120" y="532"/>
                  </a:cubicBezTo>
                  <a:cubicBezTo>
                    <a:pt x="121" y="531"/>
                    <a:pt x="121" y="531"/>
                    <a:pt x="121" y="531"/>
                  </a:cubicBezTo>
                  <a:cubicBezTo>
                    <a:pt x="121" y="535"/>
                    <a:pt x="120" y="540"/>
                    <a:pt x="117" y="544"/>
                  </a:cubicBezTo>
                  <a:cubicBezTo>
                    <a:pt x="115" y="548"/>
                    <a:pt x="111" y="553"/>
                    <a:pt x="108" y="557"/>
                  </a:cubicBezTo>
                  <a:cubicBezTo>
                    <a:pt x="106" y="559"/>
                    <a:pt x="107" y="562"/>
                    <a:pt x="109" y="563"/>
                  </a:cubicBezTo>
                  <a:cubicBezTo>
                    <a:pt x="109" y="564"/>
                    <a:pt x="110" y="565"/>
                    <a:pt x="111" y="565"/>
                  </a:cubicBezTo>
                  <a:cubicBezTo>
                    <a:pt x="130" y="576"/>
                    <a:pt x="165" y="557"/>
                    <a:pt x="185" y="525"/>
                  </a:cubicBezTo>
                  <a:cubicBezTo>
                    <a:pt x="198" y="506"/>
                    <a:pt x="203" y="484"/>
                    <a:pt x="202" y="462"/>
                  </a:cubicBezTo>
                  <a:cubicBezTo>
                    <a:pt x="201" y="460"/>
                    <a:pt x="201" y="457"/>
                    <a:pt x="201" y="455"/>
                  </a:cubicBezTo>
                  <a:cubicBezTo>
                    <a:pt x="231" y="439"/>
                    <a:pt x="256" y="425"/>
                    <a:pt x="280" y="411"/>
                  </a:cubicBezTo>
                  <a:cubicBezTo>
                    <a:pt x="312" y="391"/>
                    <a:pt x="344" y="369"/>
                    <a:pt x="377" y="343"/>
                  </a:cubicBezTo>
                  <a:cubicBezTo>
                    <a:pt x="422" y="309"/>
                    <a:pt x="533" y="219"/>
                    <a:pt x="607" y="117"/>
                  </a:cubicBezTo>
                  <a:cubicBezTo>
                    <a:pt x="626" y="90"/>
                    <a:pt x="642" y="65"/>
                    <a:pt x="653" y="41"/>
                  </a:cubicBezTo>
                  <a:cubicBezTo>
                    <a:pt x="655" y="37"/>
                    <a:pt x="658" y="31"/>
                    <a:pt x="658" y="25"/>
                  </a:cubicBezTo>
                  <a:cubicBezTo>
                    <a:pt x="658" y="25"/>
                    <a:pt x="658" y="25"/>
                    <a:pt x="658" y="25"/>
                  </a:cubicBezTo>
                  <a:cubicBezTo>
                    <a:pt x="659" y="19"/>
                    <a:pt x="657" y="12"/>
                    <a:pt x="652" y="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57" descr="63e92e40-c89a-401e-bb13-64f944a53791">
              <a:extLst>
                <a:ext uri="{FF2B5EF4-FFF2-40B4-BE49-F238E27FC236}">
                  <a16:creationId xmlns:a16="http://schemas.microsoft.com/office/drawing/2014/main" id="{CD21A3C1-94AA-43AE-32DF-0331943F8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6469" y="5625579"/>
              <a:ext cx="70885" cy="66764"/>
            </a:xfrm>
            <a:custGeom>
              <a:avLst/>
              <a:gdLst>
                <a:gd name="T0" fmla="*/ 22 w 36"/>
                <a:gd name="T1" fmla="*/ 2 h 34"/>
                <a:gd name="T2" fmla="*/ 22 w 36"/>
                <a:gd name="T3" fmla="*/ 8 h 34"/>
                <a:gd name="T4" fmla="*/ 26 w 36"/>
                <a:gd name="T5" fmla="*/ 20 h 34"/>
                <a:gd name="T6" fmla="*/ 24 w 36"/>
                <a:gd name="T7" fmla="*/ 24 h 34"/>
                <a:gd name="T8" fmla="*/ 9 w 36"/>
                <a:gd name="T9" fmla="*/ 19 h 34"/>
                <a:gd name="T10" fmla="*/ 2 w 36"/>
                <a:gd name="T11" fmla="*/ 19 h 34"/>
                <a:gd name="T12" fmla="*/ 2 w 36"/>
                <a:gd name="T13" fmla="*/ 26 h 34"/>
                <a:gd name="T14" fmla="*/ 20 w 36"/>
                <a:gd name="T15" fmla="*/ 34 h 34"/>
                <a:gd name="T16" fmla="*/ 29 w 36"/>
                <a:gd name="T17" fmla="*/ 31 h 34"/>
                <a:gd name="T18" fmla="*/ 35 w 36"/>
                <a:gd name="T19" fmla="*/ 20 h 34"/>
                <a:gd name="T20" fmla="*/ 28 w 36"/>
                <a:gd name="T21" fmla="*/ 2 h 34"/>
                <a:gd name="T22" fmla="*/ 22 w 36"/>
                <a:gd name="T23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34">
                  <a:moveTo>
                    <a:pt x="22" y="2"/>
                  </a:moveTo>
                  <a:cubicBezTo>
                    <a:pt x="20" y="3"/>
                    <a:pt x="20" y="6"/>
                    <a:pt x="22" y="8"/>
                  </a:cubicBezTo>
                  <a:cubicBezTo>
                    <a:pt x="24" y="11"/>
                    <a:pt x="26" y="16"/>
                    <a:pt x="26" y="20"/>
                  </a:cubicBezTo>
                  <a:cubicBezTo>
                    <a:pt x="26" y="21"/>
                    <a:pt x="25" y="23"/>
                    <a:pt x="24" y="24"/>
                  </a:cubicBezTo>
                  <a:cubicBezTo>
                    <a:pt x="19" y="27"/>
                    <a:pt x="13" y="24"/>
                    <a:pt x="9" y="19"/>
                  </a:cubicBezTo>
                  <a:cubicBezTo>
                    <a:pt x="7" y="18"/>
                    <a:pt x="4" y="17"/>
                    <a:pt x="2" y="19"/>
                  </a:cubicBezTo>
                  <a:cubicBezTo>
                    <a:pt x="0" y="21"/>
                    <a:pt x="0" y="24"/>
                    <a:pt x="2" y="26"/>
                  </a:cubicBezTo>
                  <a:cubicBezTo>
                    <a:pt x="6" y="31"/>
                    <a:pt x="13" y="34"/>
                    <a:pt x="20" y="34"/>
                  </a:cubicBezTo>
                  <a:cubicBezTo>
                    <a:pt x="23" y="34"/>
                    <a:pt x="26" y="34"/>
                    <a:pt x="29" y="31"/>
                  </a:cubicBezTo>
                  <a:cubicBezTo>
                    <a:pt x="33" y="29"/>
                    <a:pt x="35" y="25"/>
                    <a:pt x="35" y="20"/>
                  </a:cubicBezTo>
                  <a:cubicBezTo>
                    <a:pt x="36" y="14"/>
                    <a:pt x="33" y="7"/>
                    <a:pt x="28" y="2"/>
                  </a:cubicBezTo>
                  <a:cubicBezTo>
                    <a:pt x="27" y="0"/>
                    <a:pt x="24" y="0"/>
                    <a:pt x="22" y="2"/>
                  </a:cubicBezTo>
                  <a:close/>
                </a:path>
              </a:pathLst>
            </a:custGeom>
            <a:solidFill>
              <a:srgbClr val="0013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核心主题</a:t>
            </a:r>
            <a:endParaRPr lang="en-US" dirty="0"/>
          </a:p>
        </p:txBody>
      </p:sp>
      <p:grpSp>
        <p:nvGrpSpPr>
          <p:cNvPr id="13" name="87077850-cd71-4c5e-9ac0-40331b846505.source.5.zh-Hans.pptx" descr="7d7b4a33-f957-492c-bdd8-1d4da8c47c78">
            <a:extLst>
              <a:ext uri="{FF2B5EF4-FFF2-40B4-BE49-F238E27FC236}">
                <a16:creationId xmlns:a16="http://schemas.microsoft.com/office/drawing/2014/main" id="{6A6BB207-A863-08A9-B553-E0D477381C6F}"/>
              </a:ext>
            </a:extLst>
          </p:cNvPr>
          <p:cNvGrpSpPr/>
          <p:nvPr/>
        </p:nvGrpSpPr>
        <p:grpSpPr>
          <a:xfrm>
            <a:off x="660399" y="1130300"/>
            <a:ext cx="10858500" cy="5003800"/>
            <a:chOff x="660399" y="1130300"/>
            <a:chExt cx="10858500" cy="5003800"/>
          </a:xfrm>
        </p:grpSpPr>
        <p:sp>
          <p:nvSpPr>
            <p:cNvPr id="3" name="Title" descr="9971a60d-8579-41ee-b2fd-e2c7cf77c496">
              <a:extLst>
                <a:ext uri="{FF2B5EF4-FFF2-40B4-BE49-F238E27FC236}">
                  <a16:creationId xmlns:a16="http://schemas.microsoft.com/office/drawing/2014/main" id="{174B3703-1026-050C-0902-D7B4FD1800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399" y="1130300"/>
              <a:ext cx="10858500" cy="8432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电影所探讨的核心议题</a:t>
              </a:r>
              <a:endParaRPr lang="en-US" dirty="0"/>
            </a:p>
          </p:txBody>
        </p:sp>
        <p:grpSp>
          <p:nvGrpSpPr>
            <p:cNvPr id="4" name="组合 3" descr="8f99cc9a-c420-478b-89c3-bf569f5ec3db">
              <a:extLst>
                <a:ext uri="{FF2B5EF4-FFF2-40B4-BE49-F238E27FC236}">
                  <a16:creationId xmlns:a16="http://schemas.microsoft.com/office/drawing/2014/main" id="{0A479A39-9930-0330-E319-EAFC4957ED4B}"/>
                </a:ext>
              </a:extLst>
            </p:cNvPr>
            <p:cNvGrpSpPr/>
            <p:nvPr/>
          </p:nvGrpSpPr>
          <p:grpSpPr>
            <a:xfrm>
              <a:off x="660400" y="2038351"/>
              <a:ext cx="3425009" cy="1981200"/>
              <a:chOff x="660400" y="2038351"/>
              <a:chExt cx="3425009" cy="1981200"/>
            </a:xfrm>
          </p:grpSpPr>
          <p:sp>
            <p:nvSpPr>
              <p:cNvPr id="9" name="ComponentBackground1" descr="56d96e63-59ca-4196-8737-13ef1e51c8cb">
                <a:extLst>
                  <a:ext uri="{FF2B5EF4-FFF2-40B4-BE49-F238E27FC236}">
                    <a16:creationId xmlns:a16="http://schemas.microsoft.com/office/drawing/2014/main" id="{23984446-EDBF-07D1-499E-139183E23A18}"/>
                  </a:ext>
                </a:extLst>
              </p:cNvPr>
              <p:cNvSpPr/>
              <p:nvPr/>
            </p:nvSpPr>
            <p:spPr>
              <a:xfrm>
                <a:off x="908997" y="2038351"/>
                <a:ext cx="3176412" cy="1981200"/>
              </a:xfrm>
              <a:custGeom>
                <a:avLst/>
                <a:gdLst>
                  <a:gd name="connsiteX0" fmla="*/ 0 w 4343400"/>
                  <a:gd name="connsiteY0" fmla="*/ 0 h 1974850"/>
                  <a:gd name="connsiteX1" fmla="*/ 98325 w 4343400"/>
                  <a:gd name="connsiteY1" fmla="*/ 0 h 1974850"/>
                  <a:gd name="connsiteX2" fmla="*/ 92075 w 4343400"/>
                  <a:gd name="connsiteY2" fmla="*/ 30956 h 1974850"/>
                  <a:gd name="connsiteX3" fmla="*/ 223044 w 4343400"/>
                  <a:gd name="connsiteY3" fmla="*/ 161925 h 1974850"/>
                  <a:gd name="connsiteX4" fmla="*/ 354013 w 4343400"/>
                  <a:gd name="connsiteY4" fmla="*/ 30956 h 1974850"/>
                  <a:gd name="connsiteX5" fmla="*/ 347764 w 4343400"/>
                  <a:gd name="connsiteY5" fmla="*/ 0 h 1974850"/>
                  <a:gd name="connsiteX6" fmla="*/ 489318 w 4343400"/>
                  <a:gd name="connsiteY6" fmla="*/ 0 h 1974850"/>
                  <a:gd name="connsiteX7" fmla="*/ 483068 w 4343400"/>
                  <a:gd name="connsiteY7" fmla="*/ 30956 h 1974850"/>
                  <a:gd name="connsiteX8" fmla="*/ 614037 w 4343400"/>
                  <a:gd name="connsiteY8" fmla="*/ 161925 h 1974850"/>
                  <a:gd name="connsiteX9" fmla="*/ 745006 w 4343400"/>
                  <a:gd name="connsiteY9" fmla="*/ 30956 h 1974850"/>
                  <a:gd name="connsiteX10" fmla="*/ 738757 w 4343400"/>
                  <a:gd name="connsiteY10" fmla="*/ 0 h 1974850"/>
                  <a:gd name="connsiteX11" fmla="*/ 880311 w 4343400"/>
                  <a:gd name="connsiteY11" fmla="*/ 0 h 1974850"/>
                  <a:gd name="connsiteX12" fmla="*/ 874061 w 4343400"/>
                  <a:gd name="connsiteY12" fmla="*/ 30956 h 1974850"/>
                  <a:gd name="connsiteX13" fmla="*/ 1005030 w 4343400"/>
                  <a:gd name="connsiteY13" fmla="*/ 161925 h 1974850"/>
                  <a:gd name="connsiteX14" fmla="*/ 1135999 w 4343400"/>
                  <a:gd name="connsiteY14" fmla="*/ 30956 h 1974850"/>
                  <a:gd name="connsiteX15" fmla="*/ 1129750 w 4343400"/>
                  <a:gd name="connsiteY15" fmla="*/ 0 h 1974850"/>
                  <a:gd name="connsiteX16" fmla="*/ 1271304 w 4343400"/>
                  <a:gd name="connsiteY16" fmla="*/ 0 h 1974850"/>
                  <a:gd name="connsiteX17" fmla="*/ 1265054 w 4343400"/>
                  <a:gd name="connsiteY17" fmla="*/ 30956 h 1974850"/>
                  <a:gd name="connsiteX18" fmla="*/ 1396023 w 4343400"/>
                  <a:gd name="connsiteY18" fmla="*/ 161925 h 1974850"/>
                  <a:gd name="connsiteX19" fmla="*/ 1526992 w 4343400"/>
                  <a:gd name="connsiteY19" fmla="*/ 30956 h 1974850"/>
                  <a:gd name="connsiteX20" fmla="*/ 1520743 w 4343400"/>
                  <a:gd name="connsiteY20" fmla="*/ 0 h 1974850"/>
                  <a:gd name="connsiteX21" fmla="*/ 1662297 w 4343400"/>
                  <a:gd name="connsiteY21" fmla="*/ 0 h 1974850"/>
                  <a:gd name="connsiteX22" fmla="*/ 1656047 w 4343400"/>
                  <a:gd name="connsiteY22" fmla="*/ 30956 h 1974850"/>
                  <a:gd name="connsiteX23" fmla="*/ 1787016 w 4343400"/>
                  <a:gd name="connsiteY23" fmla="*/ 161925 h 1974850"/>
                  <a:gd name="connsiteX24" fmla="*/ 1917985 w 4343400"/>
                  <a:gd name="connsiteY24" fmla="*/ 30956 h 1974850"/>
                  <a:gd name="connsiteX25" fmla="*/ 1911736 w 4343400"/>
                  <a:gd name="connsiteY25" fmla="*/ 0 h 1974850"/>
                  <a:gd name="connsiteX26" fmla="*/ 2053290 w 4343400"/>
                  <a:gd name="connsiteY26" fmla="*/ 0 h 1974850"/>
                  <a:gd name="connsiteX27" fmla="*/ 2047040 w 4343400"/>
                  <a:gd name="connsiteY27" fmla="*/ 30956 h 1974850"/>
                  <a:gd name="connsiteX28" fmla="*/ 2178009 w 4343400"/>
                  <a:gd name="connsiteY28" fmla="*/ 161925 h 1974850"/>
                  <a:gd name="connsiteX29" fmla="*/ 2308978 w 4343400"/>
                  <a:gd name="connsiteY29" fmla="*/ 30956 h 1974850"/>
                  <a:gd name="connsiteX30" fmla="*/ 2302728 w 4343400"/>
                  <a:gd name="connsiteY30" fmla="*/ 0 h 1974850"/>
                  <a:gd name="connsiteX31" fmla="*/ 2444283 w 4343400"/>
                  <a:gd name="connsiteY31" fmla="*/ 0 h 1974850"/>
                  <a:gd name="connsiteX32" fmla="*/ 2438033 w 4343400"/>
                  <a:gd name="connsiteY32" fmla="*/ 30956 h 1974850"/>
                  <a:gd name="connsiteX33" fmla="*/ 2569002 w 4343400"/>
                  <a:gd name="connsiteY33" fmla="*/ 161925 h 1974850"/>
                  <a:gd name="connsiteX34" fmla="*/ 2699971 w 4343400"/>
                  <a:gd name="connsiteY34" fmla="*/ 30956 h 1974850"/>
                  <a:gd name="connsiteX35" fmla="*/ 2693721 w 4343400"/>
                  <a:gd name="connsiteY35" fmla="*/ 0 h 1974850"/>
                  <a:gd name="connsiteX36" fmla="*/ 2835276 w 4343400"/>
                  <a:gd name="connsiteY36" fmla="*/ 0 h 1974850"/>
                  <a:gd name="connsiteX37" fmla="*/ 2829026 w 4343400"/>
                  <a:gd name="connsiteY37" fmla="*/ 30956 h 1974850"/>
                  <a:gd name="connsiteX38" fmla="*/ 2959995 w 4343400"/>
                  <a:gd name="connsiteY38" fmla="*/ 161925 h 1974850"/>
                  <a:gd name="connsiteX39" fmla="*/ 3090964 w 4343400"/>
                  <a:gd name="connsiteY39" fmla="*/ 30956 h 1974850"/>
                  <a:gd name="connsiteX40" fmla="*/ 3084714 w 4343400"/>
                  <a:gd name="connsiteY40" fmla="*/ 0 h 1974850"/>
                  <a:gd name="connsiteX41" fmla="*/ 3226269 w 4343400"/>
                  <a:gd name="connsiteY41" fmla="*/ 0 h 1974850"/>
                  <a:gd name="connsiteX42" fmla="*/ 3220019 w 4343400"/>
                  <a:gd name="connsiteY42" fmla="*/ 30956 h 1974850"/>
                  <a:gd name="connsiteX43" fmla="*/ 3350988 w 4343400"/>
                  <a:gd name="connsiteY43" fmla="*/ 161925 h 1974850"/>
                  <a:gd name="connsiteX44" fmla="*/ 3481957 w 4343400"/>
                  <a:gd name="connsiteY44" fmla="*/ 30956 h 1974850"/>
                  <a:gd name="connsiteX45" fmla="*/ 3475707 w 4343400"/>
                  <a:gd name="connsiteY45" fmla="*/ 0 h 1974850"/>
                  <a:gd name="connsiteX46" fmla="*/ 3617262 w 4343400"/>
                  <a:gd name="connsiteY46" fmla="*/ 0 h 1974850"/>
                  <a:gd name="connsiteX47" fmla="*/ 3611012 w 4343400"/>
                  <a:gd name="connsiteY47" fmla="*/ 30956 h 1974850"/>
                  <a:gd name="connsiteX48" fmla="*/ 3741981 w 4343400"/>
                  <a:gd name="connsiteY48" fmla="*/ 161925 h 1974850"/>
                  <a:gd name="connsiteX49" fmla="*/ 3872950 w 4343400"/>
                  <a:gd name="connsiteY49" fmla="*/ 30956 h 1974850"/>
                  <a:gd name="connsiteX50" fmla="*/ 3866700 w 4343400"/>
                  <a:gd name="connsiteY50" fmla="*/ 0 h 1974850"/>
                  <a:gd name="connsiteX51" fmla="*/ 4008256 w 4343400"/>
                  <a:gd name="connsiteY51" fmla="*/ 0 h 1974850"/>
                  <a:gd name="connsiteX52" fmla="*/ 4002006 w 4343400"/>
                  <a:gd name="connsiteY52" fmla="*/ 30956 h 1974850"/>
                  <a:gd name="connsiteX53" fmla="*/ 4132975 w 4343400"/>
                  <a:gd name="connsiteY53" fmla="*/ 161925 h 1974850"/>
                  <a:gd name="connsiteX54" fmla="*/ 4263944 w 4343400"/>
                  <a:gd name="connsiteY54" fmla="*/ 30956 h 1974850"/>
                  <a:gd name="connsiteX55" fmla="*/ 4257694 w 4343400"/>
                  <a:gd name="connsiteY55" fmla="*/ 0 h 1974850"/>
                  <a:gd name="connsiteX56" fmla="*/ 4343400 w 4343400"/>
                  <a:gd name="connsiteY56" fmla="*/ 0 h 1974850"/>
                  <a:gd name="connsiteX57" fmla="*/ 4343400 w 4343400"/>
                  <a:gd name="connsiteY57" fmla="*/ 1974850 h 1974850"/>
                  <a:gd name="connsiteX58" fmla="*/ 0 w 4343400"/>
                  <a:gd name="connsiteY58" fmla="*/ 1974850 h 197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343400" h="1974850">
                    <a:moveTo>
                      <a:pt x="0" y="0"/>
                    </a:moveTo>
                    <a:lnTo>
                      <a:pt x="98325" y="0"/>
                    </a:lnTo>
                    <a:lnTo>
                      <a:pt x="92075" y="30956"/>
                    </a:lnTo>
                    <a:cubicBezTo>
                      <a:pt x="92075" y="103288"/>
                      <a:pt x="150712" y="161925"/>
                      <a:pt x="223044" y="161925"/>
                    </a:cubicBezTo>
                    <a:cubicBezTo>
                      <a:pt x="295376" y="161925"/>
                      <a:pt x="354013" y="103288"/>
                      <a:pt x="354013" y="30956"/>
                    </a:cubicBezTo>
                    <a:lnTo>
                      <a:pt x="347764" y="0"/>
                    </a:lnTo>
                    <a:lnTo>
                      <a:pt x="489318" y="0"/>
                    </a:lnTo>
                    <a:lnTo>
                      <a:pt x="483068" y="30956"/>
                    </a:lnTo>
                    <a:cubicBezTo>
                      <a:pt x="483068" y="103288"/>
                      <a:pt x="541705" y="161925"/>
                      <a:pt x="614037" y="161925"/>
                    </a:cubicBezTo>
                    <a:cubicBezTo>
                      <a:pt x="686369" y="161925"/>
                      <a:pt x="745006" y="103288"/>
                      <a:pt x="745006" y="30956"/>
                    </a:cubicBezTo>
                    <a:lnTo>
                      <a:pt x="738757" y="0"/>
                    </a:lnTo>
                    <a:lnTo>
                      <a:pt x="880311" y="0"/>
                    </a:lnTo>
                    <a:lnTo>
                      <a:pt x="874061" y="30956"/>
                    </a:lnTo>
                    <a:cubicBezTo>
                      <a:pt x="874061" y="103288"/>
                      <a:pt x="932698" y="161925"/>
                      <a:pt x="1005030" y="161925"/>
                    </a:cubicBezTo>
                    <a:cubicBezTo>
                      <a:pt x="1077362" y="161925"/>
                      <a:pt x="1135999" y="103288"/>
                      <a:pt x="1135999" y="30956"/>
                    </a:cubicBezTo>
                    <a:lnTo>
                      <a:pt x="1129750" y="0"/>
                    </a:lnTo>
                    <a:lnTo>
                      <a:pt x="1271304" y="0"/>
                    </a:lnTo>
                    <a:lnTo>
                      <a:pt x="1265054" y="30956"/>
                    </a:lnTo>
                    <a:cubicBezTo>
                      <a:pt x="1265054" y="103288"/>
                      <a:pt x="1323691" y="161925"/>
                      <a:pt x="1396023" y="161925"/>
                    </a:cubicBezTo>
                    <a:cubicBezTo>
                      <a:pt x="1468355" y="161925"/>
                      <a:pt x="1526992" y="103288"/>
                      <a:pt x="1526992" y="30956"/>
                    </a:cubicBezTo>
                    <a:lnTo>
                      <a:pt x="1520743" y="0"/>
                    </a:lnTo>
                    <a:lnTo>
                      <a:pt x="1662297" y="0"/>
                    </a:lnTo>
                    <a:lnTo>
                      <a:pt x="1656047" y="30956"/>
                    </a:lnTo>
                    <a:cubicBezTo>
                      <a:pt x="1656047" y="103288"/>
                      <a:pt x="1714684" y="161925"/>
                      <a:pt x="1787016" y="161925"/>
                    </a:cubicBezTo>
                    <a:cubicBezTo>
                      <a:pt x="1859348" y="161925"/>
                      <a:pt x="1917985" y="103288"/>
                      <a:pt x="1917985" y="30956"/>
                    </a:cubicBezTo>
                    <a:lnTo>
                      <a:pt x="1911736" y="0"/>
                    </a:lnTo>
                    <a:lnTo>
                      <a:pt x="2053290" y="0"/>
                    </a:lnTo>
                    <a:lnTo>
                      <a:pt x="2047040" y="30956"/>
                    </a:lnTo>
                    <a:cubicBezTo>
                      <a:pt x="2047040" y="103288"/>
                      <a:pt x="2105677" y="161925"/>
                      <a:pt x="2178009" y="161925"/>
                    </a:cubicBezTo>
                    <a:cubicBezTo>
                      <a:pt x="2250341" y="161925"/>
                      <a:pt x="2308978" y="103288"/>
                      <a:pt x="2308978" y="30956"/>
                    </a:cubicBezTo>
                    <a:lnTo>
                      <a:pt x="2302728" y="0"/>
                    </a:lnTo>
                    <a:lnTo>
                      <a:pt x="2444283" y="0"/>
                    </a:lnTo>
                    <a:lnTo>
                      <a:pt x="2438033" y="30956"/>
                    </a:lnTo>
                    <a:cubicBezTo>
                      <a:pt x="2438033" y="103288"/>
                      <a:pt x="2496670" y="161925"/>
                      <a:pt x="2569002" y="161925"/>
                    </a:cubicBezTo>
                    <a:cubicBezTo>
                      <a:pt x="2641334" y="161925"/>
                      <a:pt x="2699971" y="103288"/>
                      <a:pt x="2699971" y="30956"/>
                    </a:cubicBezTo>
                    <a:lnTo>
                      <a:pt x="2693721" y="0"/>
                    </a:lnTo>
                    <a:lnTo>
                      <a:pt x="2835276" y="0"/>
                    </a:lnTo>
                    <a:lnTo>
                      <a:pt x="2829026" y="30956"/>
                    </a:lnTo>
                    <a:cubicBezTo>
                      <a:pt x="2829026" y="103288"/>
                      <a:pt x="2887663" y="161925"/>
                      <a:pt x="2959995" y="161925"/>
                    </a:cubicBezTo>
                    <a:cubicBezTo>
                      <a:pt x="3032327" y="161925"/>
                      <a:pt x="3090964" y="103288"/>
                      <a:pt x="3090964" y="30956"/>
                    </a:cubicBezTo>
                    <a:lnTo>
                      <a:pt x="3084714" y="0"/>
                    </a:lnTo>
                    <a:lnTo>
                      <a:pt x="3226269" y="0"/>
                    </a:lnTo>
                    <a:lnTo>
                      <a:pt x="3220019" y="30956"/>
                    </a:lnTo>
                    <a:cubicBezTo>
                      <a:pt x="3220019" y="103288"/>
                      <a:pt x="3278656" y="161925"/>
                      <a:pt x="3350988" y="161925"/>
                    </a:cubicBezTo>
                    <a:cubicBezTo>
                      <a:pt x="3423320" y="161925"/>
                      <a:pt x="3481957" y="103288"/>
                      <a:pt x="3481957" y="30956"/>
                    </a:cubicBezTo>
                    <a:lnTo>
                      <a:pt x="3475707" y="0"/>
                    </a:lnTo>
                    <a:lnTo>
                      <a:pt x="3617262" y="0"/>
                    </a:lnTo>
                    <a:lnTo>
                      <a:pt x="3611012" y="30956"/>
                    </a:lnTo>
                    <a:cubicBezTo>
                      <a:pt x="3611012" y="103288"/>
                      <a:pt x="3669649" y="161925"/>
                      <a:pt x="3741981" y="161925"/>
                    </a:cubicBezTo>
                    <a:cubicBezTo>
                      <a:pt x="3814313" y="161925"/>
                      <a:pt x="3872950" y="103288"/>
                      <a:pt x="3872950" y="30956"/>
                    </a:cubicBezTo>
                    <a:lnTo>
                      <a:pt x="3866700" y="0"/>
                    </a:lnTo>
                    <a:lnTo>
                      <a:pt x="4008256" y="0"/>
                    </a:lnTo>
                    <a:lnTo>
                      <a:pt x="4002006" y="30956"/>
                    </a:lnTo>
                    <a:cubicBezTo>
                      <a:pt x="4002006" y="103288"/>
                      <a:pt x="4060643" y="161925"/>
                      <a:pt x="4132975" y="161925"/>
                    </a:cubicBezTo>
                    <a:cubicBezTo>
                      <a:pt x="4205307" y="161925"/>
                      <a:pt x="4263944" y="103288"/>
                      <a:pt x="4263944" y="30956"/>
                    </a:cubicBezTo>
                    <a:lnTo>
                      <a:pt x="4257694" y="0"/>
                    </a:lnTo>
                    <a:lnTo>
                      <a:pt x="4343400" y="0"/>
                    </a:lnTo>
                    <a:lnTo>
                      <a:pt x="4343400" y="1974850"/>
                    </a:lnTo>
                    <a:lnTo>
                      <a:pt x="0" y="1974850"/>
                    </a:ln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Number1" descr="c6124df9-ba05-45aa-87f8-27ccb5a27304">
                <a:extLst>
                  <a:ext uri="{FF2B5EF4-FFF2-40B4-BE49-F238E27FC236}">
                    <a16:creationId xmlns:a16="http://schemas.microsoft.com/office/drawing/2014/main" id="{024D0D14-E993-D5FF-DBD9-11B96117C33C}"/>
                  </a:ext>
                </a:extLst>
              </p:cNvPr>
              <p:cNvSpPr/>
              <p:nvPr/>
            </p:nvSpPr>
            <p:spPr>
              <a:xfrm>
                <a:off x="660400" y="2360272"/>
                <a:ext cx="538104" cy="53810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</a:rPr>
                  <a:t>1</a:t>
                </a:r>
                <a:endParaRPr lang="zh-CN" altLang="en-US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" name="Text1" descr="8500923f-03ef-48bb-abe0-b5b5181df403">
                <a:extLst>
                  <a:ext uri="{FF2B5EF4-FFF2-40B4-BE49-F238E27FC236}">
                    <a16:creationId xmlns:a16="http://schemas.microsoft.com/office/drawing/2014/main" id="{828DFE95-53FF-2DF7-7402-11B2E4D71C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6964" y="2991504"/>
                <a:ext cx="2743198" cy="96327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电影展现了家庭的重要性，通过主人公米格与家人的故事，强调了家人之间的爱与支持。</a:t>
                </a:r>
                <a:endParaRPr lang="en-US" dirty="0"/>
              </a:p>
            </p:txBody>
          </p:sp>
          <p:sp>
            <p:nvSpPr>
              <p:cNvPr id="7" name="Bullet1" descr="a415627a-7b20-4c1b-b540-b1af1bb86499">
                <a:extLst>
                  <a:ext uri="{FF2B5EF4-FFF2-40B4-BE49-F238E27FC236}">
                    <a16:creationId xmlns:a16="http://schemas.microsoft.com/office/drawing/2014/main" id="{53279AAE-4158-231A-5D9F-1FAE7E1A093F}"/>
                  </a:ext>
                </a:extLst>
              </p:cNvPr>
              <p:cNvSpPr txBox="1"/>
              <p:nvPr/>
            </p:nvSpPr>
            <p:spPr>
              <a:xfrm>
                <a:off x="1246959" y="2267145"/>
                <a:ext cx="2743201" cy="724358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</a:rPr>
                  <a:t>家庭</a:t>
                </a:r>
                <a:endParaRPr lang="en-US" dirty="0"/>
              </a:p>
            </p:txBody>
          </p:sp>
        </p:grpSp>
        <p:grpSp>
          <p:nvGrpSpPr>
            <p:cNvPr id="8" name="组合 7" descr="c76edf6b-4c2f-4d85-9ef8-74d75c8d5dd4">
              <a:extLst>
                <a:ext uri="{FF2B5EF4-FFF2-40B4-BE49-F238E27FC236}">
                  <a16:creationId xmlns:a16="http://schemas.microsoft.com/office/drawing/2014/main" id="{4F61B5F6-449F-8F66-AF1D-7A636F545FCE}"/>
                </a:ext>
              </a:extLst>
            </p:cNvPr>
            <p:cNvGrpSpPr/>
            <p:nvPr/>
          </p:nvGrpSpPr>
          <p:grpSpPr>
            <a:xfrm>
              <a:off x="4377145" y="2038351"/>
              <a:ext cx="3425009" cy="1981200"/>
              <a:chOff x="4377145" y="2038351"/>
              <a:chExt cx="3425009" cy="1981200"/>
            </a:xfrm>
          </p:grpSpPr>
          <p:sp>
            <p:nvSpPr>
              <p:cNvPr id="54" name="ComponentBackground2" descr="826ae815-45dc-40c9-9f4b-4e6279afb1e6">
                <a:extLst>
                  <a:ext uri="{FF2B5EF4-FFF2-40B4-BE49-F238E27FC236}">
                    <a16:creationId xmlns:a16="http://schemas.microsoft.com/office/drawing/2014/main" id="{09CC2DCB-DD52-0C51-7876-D56A98C8981F}"/>
                  </a:ext>
                </a:extLst>
              </p:cNvPr>
              <p:cNvSpPr/>
              <p:nvPr/>
            </p:nvSpPr>
            <p:spPr>
              <a:xfrm>
                <a:off x="4625742" y="2038351"/>
                <a:ext cx="3176412" cy="1981200"/>
              </a:xfrm>
              <a:custGeom>
                <a:avLst/>
                <a:gdLst>
                  <a:gd name="connsiteX0" fmla="*/ 0 w 4343400"/>
                  <a:gd name="connsiteY0" fmla="*/ 0 h 1974850"/>
                  <a:gd name="connsiteX1" fmla="*/ 98325 w 4343400"/>
                  <a:gd name="connsiteY1" fmla="*/ 0 h 1974850"/>
                  <a:gd name="connsiteX2" fmla="*/ 92075 w 4343400"/>
                  <a:gd name="connsiteY2" fmla="*/ 30956 h 1974850"/>
                  <a:gd name="connsiteX3" fmla="*/ 223044 w 4343400"/>
                  <a:gd name="connsiteY3" fmla="*/ 161925 h 1974850"/>
                  <a:gd name="connsiteX4" fmla="*/ 354013 w 4343400"/>
                  <a:gd name="connsiteY4" fmla="*/ 30956 h 1974850"/>
                  <a:gd name="connsiteX5" fmla="*/ 347764 w 4343400"/>
                  <a:gd name="connsiteY5" fmla="*/ 0 h 1974850"/>
                  <a:gd name="connsiteX6" fmla="*/ 489318 w 4343400"/>
                  <a:gd name="connsiteY6" fmla="*/ 0 h 1974850"/>
                  <a:gd name="connsiteX7" fmla="*/ 483068 w 4343400"/>
                  <a:gd name="connsiteY7" fmla="*/ 30956 h 1974850"/>
                  <a:gd name="connsiteX8" fmla="*/ 614037 w 4343400"/>
                  <a:gd name="connsiteY8" fmla="*/ 161925 h 1974850"/>
                  <a:gd name="connsiteX9" fmla="*/ 745006 w 4343400"/>
                  <a:gd name="connsiteY9" fmla="*/ 30956 h 1974850"/>
                  <a:gd name="connsiteX10" fmla="*/ 738757 w 4343400"/>
                  <a:gd name="connsiteY10" fmla="*/ 0 h 1974850"/>
                  <a:gd name="connsiteX11" fmla="*/ 880311 w 4343400"/>
                  <a:gd name="connsiteY11" fmla="*/ 0 h 1974850"/>
                  <a:gd name="connsiteX12" fmla="*/ 874061 w 4343400"/>
                  <a:gd name="connsiteY12" fmla="*/ 30956 h 1974850"/>
                  <a:gd name="connsiteX13" fmla="*/ 1005030 w 4343400"/>
                  <a:gd name="connsiteY13" fmla="*/ 161925 h 1974850"/>
                  <a:gd name="connsiteX14" fmla="*/ 1135999 w 4343400"/>
                  <a:gd name="connsiteY14" fmla="*/ 30956 h 1974850"/>
                  <a:gd name="connsiteX15" fmla="*/ 1129750 w 4343400"/>
                  <a:gd name="connsiteY15" fmla="*/ 0 h 1974850"/>
                  <a:gd name="connsiteX16" fmla="*/ 1271304 w 4343400"/>
                  <a:gd name="connsiteY16" fmla="*/ 0 h 1974850"/>
                  <a:gd name="connsiteX17" fmla="*/ 1265054 w 4343400"/>
                  <a:gd name="connsiteY17" fmla="*/ 30956 h 1974850"/>
                  <a:gd name="connsiteX18" fmla="*/ 1396023 w 4343400"/>
                  <a:gd name="connsiteY18" fmla="*/ 161925 h 1974850"/>
                  <a:gd name="connsiteX19" fmla="*/ 1526992 w 4343400"/>
                  <a:gd name="connsiteY19" fmla="*/ 30956 h 1974850"/>
                  <a:gd name="connsiteX20" fmla="*/ 1520743 w 4343400"/>
                  <a:gd name="connsiteY20" fmla="*/ 0 h 1974850"/>
                  <a:gd name="connsiteX21" fmla="*/ 1662297 w 4343400"/>
                  <a:gd name="connsiteY21" fmla="*/ 0 h 1974850"/>
                  <a:gd name="connsiteX22" fmla="*/ 1656047 w 4343400"/>
                  <a:gd name="connsiteY22" fmla="*/ 30956 h 1974850"/>
                  <a:gd name="connsiteX23" fmla="*/ 1787016 w 4343400"/>
                  <a:gd name="connsiteY23" fmla="*/ 161925 h 1974850"/>
                  <a:gd name="connsiteX24" fmla="*/ 1917985 w 4343400"/>
                  <a:gd name="connsiteY24" fmla="*/ 30956 h 1974850"/>
                  <a:gd name="connsiteX25" fmla="*/ 1911736 w 4343400"/>
                  <a:gd name="connsiteY25" fmla="*/ 0 h 1974850"/>
                  <a:gd name="connsiteX26" fmla="*/ 2053290 w 4343400"/>
                  <a:gd name="connsiteY26" fmla="*/ 0 h 1974850"/>
                  <a:gd name="connsiteX27" fmla="*/ 2047040 w 4343400"/>
                  <a:gd name="connsiteY27" fmla="*/ 30956 h 1974850"/>
                  <a:gd name="connsiteX28" fmla="*/ 2178009 w 4343400"/>
                  <a:gd name="connsiteY28" fmla="*/ 161925 h 1974850"/>
                  <a:gd name="connsiteX29" fmla="*/ 2308978 w 4343400"/>
                  <a:gd name="connsiteY29" fmla="*/ 30956 h 1974850"/>
                  <a:gd name="connsiteX30" fmla="*/ 2302728 w 4343400"/>
                  <a:gd name="connsiteY30" fmla="*/ 0 h 1974850"/>
                  <a:gd name="connsiteX31" fmla="*/ 2444283 w 4343400"/>
                  <a:gd name="connsiteY31" fmla="*/ 0 h 1974850"/>
                  <a:gd name="connsiteX32" fmla="*/ 2438033 w 4343400"/>
                  <a:gd name="connsiteY32" fmla="*/ 30956 h 1974850"/>
                  <a:gd name="connsiteX33" fmla="*/ 2569002 w 4343400"/>
                  <a:gd name="connsiteY33" fmla="*/ 161925 h 1974850"/>
                  <a:gd name="connsiteX34" fmla="*/ 2699971 w 4343400"/>
                  <a:gd name="connsiteY34" fmla="*/ 30956 h 1974850"/>
                  <a:gd name="connsiteX35" fmla="*/ 2693721 w 4343400"/>
                  <a:gd name="connsiteY35" fmla="*/ 0 h 1974850"/>
                  <a:gd name="connsiteX36" fmla="*/ 2835276 w 4343400"/>
                  <a:gd name="connsiteY36" fmla="*/ 0 h 1974850"/>
                  <a:gd name="connsiteX37" fmla="*/ 2829026 w 4343400"/>
                  <a:gd name="connsiteY37" fmla="*/ 30956 h 1974850"/>
                  <a:gd name="connsiteX38" fmla="*/ 2959995 w 4343400"/>
                  <a:gd name="connsiteY38" fmla="*/ 161925 h 1974850"/>
                  <a:gd name="connsiteX39" fmla="*/ 3090964 w 4343400"/>
                  <a:gd name="connsiteY39" fmla="*/ 30956 h 1974850"/>
                  <a:gd name="connsiteX40" fmla="*/ 3084714 w 4343400"/>
                  <a:gd name="connsiteY40" fmla="*/ 0 h 1974850"/>
                  <a:gd name="connsiteX41" fmla="*/ 3226269 w 4343400"/>
                  <a:gd name="connsiteY41" fmla="*/ 0 h 1974850"/>
                  <a:gd name="connsiteX42" fmla="*/ 3220019 w 4343400"/>
                  <a:gd name="connsiteY42" fmla="*/ 30956 h 1974850"/>
                  <a:gd name="connsiteX43" fmla="*/ 3350988 w 4343400"/>
                  <a:gd name="connsiteY43" fmla="*/ 161925 h 1974850"/>
                  <a:gd name="connsiteX44" fmla="*/ 3481957 w 4343400"/>
                  <a:gd name="connsiteY44" fmla="*/ 30956 h 1974850"/>
                  <a:gd name="connsiteX45" fmla="*/ 3475707 w 4343400"/>
                  <a:gd name="connsiteY45" fmla="*/ 0 h 1974850"/>
                  <a:gd name="connsiteX46" fmla="*/ 3617262 w 4343400"/>
                  <a:gd name="connsiteY46" fmla="*/ 0 h 1974850"/>
                  <a:gd name="connsiteX47" fmla="*/ 3611012 w 4343400"/>
                  <a:gd name="connsiteY47" fmla="*/ 30956 h 1974850"/>
                  <a:gd name="connsiteX48" fmla="*/ 3741981 w 4343400"/>
                  <a:gd name="connsiteY48" fmla="*/ 161925 h 1974850"/>
                  <a:gd name="connsiteX49" fmla="*/ 3872950 w 4343400"/>
                  <a:gd name="connsiteY49" fmla="*/ 30956 h 1974850"/>
                  <a:gd name="connsiteX50" fmla="*/ 3866700 w 4343400"/>
                  <a:gd name="connsiteY50" fmla="*/ 0 h 1974850"/>
                  <a:gd name="connsiteX51" fmla="*/ 4008256 w 4343400"/>
                  <a:gd name="connsiteY51" fmla="*/ 0 h 1974850"/>
                  <a:gd name="connsiteX52" fmla="*/ 4002006 w 4343400"/>
                  <a:gd name="connsiteY52" fmla="*/ 30956 h 1974850"/>
                  <a:gd name="connsiteX53" fmla="*/ 4132975 w 4343400"/>
                  <a:gd name="connsiteY53" fmla="*/ 161925 h 1974850"/>
                  <a:gd name="connsiteX54" fmla="*/ 4263944 w 4343400"/>
                  <a:gd name="connsiteY54" fmla="*/ 30956 h 1974850"/>
                  <a:gd name="connsiteX55" fmla="*/ 4257694 w 4343400"/>
                  <a:gd name="connsiteY55" fmla="*/ 0 h 1974850"/>
                  <a:gd name="connsiteX56" fmla="*/ 4343400 w 4343400"/>
                  <a:gd name="connsiteY56" fmla="*/ 0 h 1974850"/>
                  <a:gd name="connsiteX57" fmla="*/ 4343400 w 4343400"/>
                  <a:gd name="connsiteY57" fmla="*/ 1974850 h 1974850"/>
                  <a:gd name="connsiteX58" fmla="*/ 0 w 4343400"/>
                  <a:gd name="connsiteY58" fmla="*/ 1974850 h 197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343400" h="1974850">
                    <a:moveTo>
                      <a:pt x="0" y="0"/>
                    </a:moveTo>
                    <a:lnTo>
                      <a:pt x="98325" y="0"/>
                    </a:lnTo>
                    <a:lnTo>
                      <a:pt x="92075" y="30956"/>
                    </a:lnTo>
                    <a:cubicBezTo>
                      <a:pt x="92075" y="103288"/>
                      <a:pt x="150712" y="161925"/>
                      <a:pt x="223044" y="161925"/>
                    </a:cubicBezTo>
                    <a:cubicBezTo>
                      <a:pt x="295376" y="161925"/>
                      <a:pt x="354013" y="103288"/>
                      <a:pt x="354013" y="30956"/>
                    </a:cubicBezTo>
                    <a:lnTo>
                      <a:pt x="347764" y="0"/>
                    </a:lnTo>
                    <a:lnTo>
                      <a:pt x="489318" y="0"/>
                    </a:lnTo>
                    <a:lnTo>
                      <a:pt x="483068" y="30956"/>
                    </a:lnTo>
                    <a:cubicBezTo>
                      <a:pt x="483068" y="103288"/>
                      <a:pt x="541705" y="161925"/>
                      <a:pt x="614037" y="161925"/>
                    </a:cubicBezTo>
                    <a:cubicBezTo>
                      <a:pt x="686369" y="161925"/>
                      <a:pt x="745006" y="103288"/>
                      <a:pt x="745006" y="30956"/>
                    </a:cubicBezTo>
                    <a:lnTo>
                      <a:pt x="738757" y="0"/>
                    </a:lnTo>
                    <a:lnTo>
                      <a:pt x="880311" y="0"/>
                    </a:lnTo>
                    <a:lnTo>
                      <a:pt x="874061" y="30956"/>
                    </a:lnTo>
                    <a:cubicBezTo>
                      <a:pt x="874061" y="103288"/>
                      <a:pt x="932698" y="161925"/>
                      <a:pt x="1005030" y="161925"/>
                    </a:cubicBezTo>
                    <a:cubicBezTo>
                      <a:pt x="1077362" y="161925"/>
                      <a:pt x="1135999" y="103288"/>
                      <a:pt x="1135999" y="30956"/>
                    </a:cubicBezTo>
                    <a:lnTo>
                      <a:pt x="1129750" y="0"/>
                    </a:lnTo>
                    <a:lnTo>
                      <a:pt x="1271304" y="0"/>
                    </a:lnTo>
                    <a:lnTo>
                      <a:pt x="1265054" y="30956"/>
                    </a:lnTo>
                    <a:cubicBezTo>
                      <a:pt x="1265054" y="103288"/>
                      <a:pt x="1323691" y="161925"/>
                      <a:pt x="1396023" y="161925"/>
                    </a:cubicBezTo>
                    <a:cubicBezTo>
                      <a:pt x="1468355" y="161925"/>
                      <a:pt x="1526992" y="103288"/>
                      <a:pt x="1526992" y="30956"/>
                    </a:cubicBezTo>
                    <a:lnTo>
                      <a:pt x="1520743" y="0"/>
                    </a:lnTo>
                    <a:lnTo>
                      <a:pt x="1662297" y="0"/>
                    </a:lnTo>
                    <a:lnTo>
                      <a:pt x="1656047" y="30956"/>
                    </a:lnTo>
                    <a:cubicBezTo>
                      <a:pt x="1656047" y="103288"/>
                      <a:pt x="1714684" y="161925"/>
                      <a:pt x="1787016" y="161925"/>
                    </a:cubicBezTo>
                    <a:cubicBezTo>
                      <a:pt x="1859348" y="161925"/>
                      <a:pt x="1917985" y="103288"/>
                      <a:pt x="1917985" y="30956"/>
                    </a:cubicBezTo>
                    <a:lnTo>
                      <a:pt x="1911736" y="0"/>
                    </a:lnTo>
                    <a:lnTo>
                      <a:pt x="2053290" y="0"/>
                    </a:lnTo>
                    <a:lnTo>
                      <a:pt x="2047040" y="30956"/>
                    </a:lnTo>
                    <a:cubicBezTo>
                      <a:pt x="2047040" y="103288"/>
                      <a:pt x="2105677" y="161925"/>
                      <a:pt x="2178009" y="161925"/>
                    </a:cubicBezTo>
                    <a:cubicBezTo>
                      <a:pt x="2250341" y="161925"/>
                      <a:pt x="2308978" y="103288"/>
                      <a:pt x="2308978" y="30956"/>
                    </a:cubicBezTo>
                    <a:lnTo>
                      <a:pt x="2302728" y="0"/>
                    </a:lnTo>
                    <a:lnTo>
                      <a:pt x="2444283" y="0"/>
                    </a:lnTo>
                    <a:lnTo>
                      <a:pt x="2438033" y="30956"/>
                    </a:lnTo>
                    <a:cubicBezTo>
                      <a:pt x="2438033" y="103288"/>
                      <a:pt x="2496670" y="161925"/>
                      <a:pt x="2569002" y="161925"/>
                    </a:cubicBezTo>
                    <a:cubicBezTo>
                      <a:pt x="2641334" y="161925"/>
                      <a:pt x="2699971" y="103288"/>
                      <a:pt x="2699971" y="30956"/>
                    </a:cubicBezTo>
                    <a:lnTo>
                      <a:pt x="2693721" y="0"/>
                    </a:lnTo>
                    <a:lnTo>
                      <a:pt x="2835276" y="0"/>
                    </a:lnTo>
                    <a:lnTo>
                      <a:pt x="2829026" y="30956"/>
                    </a:lnTo>
                    <a:cubicBezTo>
                      <a:pt x="2829026" y="103288"/>
                      <a:pt x="2887663" y="161925"/>
                      <a:pt x="2959995" y="161925"/>
                    </a:cubicBezTo>
                    <a:cubicBezTo>
                      <a:pt x="3032327" y="161925"/>
                      <a:pt x="3090964" y="103288"/>
                      <a:pt x="3090964" y="30956"/>
                    </a:cubicBezTo>
                    <a:lnTo>
                      <a:pt x="3084714" y="0"/>
                    </a:lnTo>
                    <a:lnTo>
                      <a:pt x="3226269" y="0"/>
                    </a:lnTo>
                    <a:lnTo>
                      <a:pt x="3220019" y="30956"/>
                    </a:lnTo>
                    <a:cubicBezTo>
                      <a:pt x="3220019" y="103288"/>
                      <a:pt x="3278656" y="161925"/>
                      <a:pt x="3350988" y="161925"/>
                    </a:cubicBezTo>
                    <a:cubicBezTo>
                      <a:pt x="3423320" y="161925"/>
                      <a:pt x="3481957" y="103288"/>
                      <a:pt x="3481957" y="30956"/>
                    </a:cubicBezTo>
                    <a:lnTo>
                      <a:pt x="3475707" y="0"/>
                    </a:lnTo>
                    <a:lnTo>
                      <a:pt x="3617262" y="0"/>
                    </a:lnTo>
                    <a:lnTo>
                      <a:pt x="3611012" y="30956"/>
                    </a:lnTo>
                    <a:cubicBezTo>
                      <a:pt x="3611012" y="103288"/>
                      <a:pt x="3669649" y="161925"/>
                      <a:pt x="3741981" y="161925"/>
                    </a:cubicBezTo>
                    <a:cubicBezTo>
                      <a:pt x="3814313" y="161925"/>
                      <a:pt x="3872950" y="103288"/>
                      <a:pt x="3872950" y="30956"/>
                    </a:cubicBezTo>
                    <a:lnTo>
                      <a:pt x="3866700" y="0"/>
                    </a:lnTo>
                    <a:lnTo>
                      <a:pt x="4008256" y="0"/>
                    </a:lnTo>
                    <a:lnTo>
                      <a:pt x="4002006" y="30956"/>
                    </a:lnTo>
                    <a:cubicBezTo>
                      <a:pt x="4002006" y="103288"/>
                      <a:pt x="4060643" y="161925"/>
                      <a:pt x="4132975" y="161925"/>
                    </a:cubicBezTo>
                    <a:cubicBezTo>
                      <a:pt x="4205307" y="161925"/>
                      <a:pt x="4263944" y="103288"/>
                      <a:pt x="4263944" y="30956"/>
                    </a:cubicBezTo>
                    <a:lnTo>
                      <a:pt x="4257694" y="0"/>
                    </a:lnTo>
                    <a:lnTo>
                      <a:pt x="4343400" y="0"/>
                    </a:lnTo>
                    <a:lnTo>
                      <a:pt x="4343400" y="1974850"/>
                    </a:lnTo>
                    <a:lnTo>
                      <a:pt x="0" y="1974850"/>
                    </a:ln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Number2" descr="449c3964-4cd3-4c20-bccd-289058f506b5">
                <a:extLst>
                  <a:ext uri="{FF2B5EF4-FFF2-40B4-BE49-F238E27FC236}">
                    <a16:creationId xmlns:a16="http://schemas.microsoft.com/office/drawing/2014/main" id="{6232B005-BB71-9003-3B87-4718E67B4CEB}"/>
                  </a:ext>
                </a:extLst>
              </p:cNvPr>
              <p:cNvSpPr/>
              <p:nvPr/>
            </p:nvSpPr>
            <p:spPr>
              <a:xfrm>
                <a:off x="4377145" y="2360272"/>
                <a:ext cx="538104" cy="53810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</a:rPr>
                  <a:t>2</a:t>
                </a:r>
                <a:endParaRPr lang="zh-CN" altLang="en-US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56" name="Text2" descr="ff6b2188-74af-45cc-9e10-82778907b2b5">
                <a:extLst>
                  <a:ext uri="{FF2B5EF4-FFF2-40B4-BE49-F238E27FC236}">
                    <a16:creationId xmlns:a16="http://schemas.microsoft.com/office/drawing/2014/main" id="{018CB174-FB03-F43B-7CC0-616226E863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63709" y="2991504"/>
                <a:ext cx="2743198" cy="96327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米格对音乐的热爱和追求，体现了追逐梦想的勇气和坚持，鼓励人们勇敢追求自己的梦想。</a:t>
                </a:r>
                <a:endParaRPr lang="en-US" dirty="0"/>
              </a:p>
            </p:txBody>
          </p:sp>
          <p:sp>
            <p:nvSpPr>
              <p:cNvPr id="57" name="Bullet2" descr="168d05b7-709a-4a01-b5b3-4936297efd91">
                <a:extLst>
                  <a:ext uri="{FF2B5EF4-FFF2-40B4-BE49-F238E27FC236}">
                    <a16:creationId xmlns:a16="http://schemas.microsoft.com/office/drawing/2014/main" id="{A00001F9-A3A5-1604-74DD-DB79C64782FE}"/>
                  </a:ext>
                </a:extLst>
              </p:cNvPr>
              <p:cNvSpPr txBox="1"/>
              <p:nvPr/>
            </p:nvSpPr>
            <p:spPr>
              <a:xfrm>
                <a:off x="4963704" y="2267145"/>
                <a:ext cx="2743201" cy="724358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</a:rPr>
                  <a:t>梦想</a:t>
                </a:r>
                <a:endParaRPr lang="en-US" dirty="0"/>
              </a:p>
            </p:txBody>
          </p:sp>
        </p:grpSp>
        <p:grpSp>
          <p:nvGrpSpPr>
            <p:cNvPr id="10" name="组合 9" descr="618cbe4a-429c-4ca3-99e0-41ac8718bfa6">
              <a:extLst>
                <a:ext uri="{FF2B5EF4-FFF2-40B4-BE49-F238E27FC236}">
                  <a16:creationId xmlns:a16="http://schemas.microsoft.com/office/drawing/2014/main" id="{901B3F5D-8473-2865-1872-F8BB4E8D8A48}"/>
                </a:ext>
              </a:extLst>
            </p:cNvPr>
            <p:cNvGrpSpPr/>
            <p:nvPr/>
          </p:nvGrpSpPr>
          <p:grpSpPr>
            <a:xfrm>
              <a:off x="8093890" y="2038351"/>
              <a:ext cx="3425009" cy="1981200"/>
              <a:chOff x="8093890" y="2038351"/>
              <a:chExt cx="3425009" cy="1981200"/>
            </a:xfrm>
          </p:grpSpPr>
          <p:sp>
            <p:nvSpPr>
              <p:cNvPr id="59" name="ComponentBackground3" descr="32545b20-0fe6-4462-a64e-8f7c3da1b055">
                <a:extLst>
                  <a:ext uri="{FF2B5EF4-FFF2-40B4-BE49-F238E27FC236}">
                    <a16:creationId xmlns:a16="http://schemas.microsoft.com/office/drawing/2014/main" id="{B455386B-A174-36BD-DE7F-B78558E53540}"/>
                  </a:ext>
                </a:extLst>
              </p:cNvPr>
              <p:cNvSpPr/>
              <p:nvPr/>
            </p:nvSpPr>
            <p:spPr>
              <a:xfrm>
                <a:off x="8342487" y="2038351"/>
                <a:ext cx="3176412" cy="1981200"/>
              </a:xfrm>
              <a:custGeom>
                <a:avLst/>
                <a:gdLst>
                  <a:gd name="connsiteX0" fmla="*/ 0 w 4343400"/>
                  <a:gd name="connsiteY0" fmla="*/ 0 h 1974850"/>
                  <a:gd name="connsiteX1" fmla="*/ 98325 w 4343400"/>
                  <a:gd name="connsiteY1" fmla="*/ 0 h 1974850"/>
                  <a:gd name="connsiteX2" fmla="*/ 92075 w 4343400"/>
                  <a:gd name="connsiteY2" fmla="*/ 30956 h 1974850"/>
                  <a:gd name="connsiteX3" fmla="*/ 223044 w 4343400"/>
                  <a:gd name="connsiteY3" fmla="*/ 161925 h 1974850"/>
                  <a:gd name="connsiteX4" fmla="*/ 354013 w 4343400"/>
                  <a:gd name="connsiteY4" fmla="*/ 30956 h 1974850"/>
                  <a:gd name="connsiteX5" fmla="*/ 347764 w 4343400"/>
                  <a:gd name="connsiteY5" fmla="*/ 0 h 1974850"/>
                  <a:gd name="connsiteX6" fmla="*/ 489318 w 4343400"/>
                  <a:gd name="connsiteY6" fmla="*/ 0 h 1974850"/>
                  <a:gd name="connsiteX7" fmla="*/ 483068 w 4343400"/>
                  <a:gd name="connsiteY7" fmla="*/ 30956 h 1974850"/>
                  <a:gd name="connsiteX8" fmla="*/ 614037 w 4343400"/>
                  <a:gd name="connsiteY8" fmla="*/ 161925 h 1974850"/>
                  <a:gd name="connsiteX9" fmla="*/ 745006 w 4343400"/>
                  <a:gd name="connsiteY9" fmla="*/ 30956 h 1974850"/>
                  <a:gd name="connsiteX10" fmla="*/ 738757 w 4343400"/>
                  <a:gd name="connsiteY10" fmla="*/ 0 h 1974850"/>
                  <a:gd name="connsiteX11" fmla="*/ 880311 w 4343400"/>
                  <a:gd name="connsiteY11" fmla="*/ 0 h 1974850"/>
                  <a:gd name="connsiteX12" fmla="*/ 874061 w 4343400"/>
                  <a:gd name="connsiteY12" fmla="*/ 30956 h 1974850"/>
                  <a:gd name="connsiteX13" fmla="*/ 1005030 w 4343400"/>
                  <a:gd name="connsiteY13" fmla="*/ 161925 h 1974850"/>
                  <a:gd name="connsiteX14" fmla="*/ 1135999 w 4343400"/>
                  <a:gd name="connsiteY14" fmla="*/ 30956 h 1974850"/>
                  <a:gd name="connsiteX15" fmla="*/ 1129750 w 4343400"/>
                  <a:gd name="connsiteY15" fmla="*/ 0 h 1974850"/>
                  <a:gd name="connsiteX16" fmla="*/ 1271304 w 4343400"/>
                  <a:gd name="connsiteY16" fmla="*/ 0 h 1974850"/>
                  <a:gd name="connsiteX17" fmla="*/ 1265054 w 4343400"/>
                  <a:gd name="connsiteY17" fmla="*/ 30956 h 1974850"/>
                  <a:gd name="connsiteX18" fmla="*/ 1396023 w 4343400"/>
                  <a:gd name="connsiteY18" fmla="*/ 161925 h 1974850"/>
                  <a:gd name="connsiteX19" fmla="*/ 1526992 w 4343400"/>
                  <a:gd name="connsiteY19" fmla="*/ 30956 h 1974850"/>
                  <a:gd name="connsiteX20" fmla="*/ 1520743 w 4343400"/>
                  <a:gd name="connsiteY20" fmla="*/ 0 h 1974850"/>
                  <a:gd name="connsiteX21" fmla="*/ 1662297 w 4343400"/>
                  <a:gd name="connsiteY21" fmla="*/ 0 h 1974850"/>
                  <a:gd name="connsiteX22" fmla="*/ 1656047 w 4343400"/>
                  <a:gd name="connsiteY22" fmla="*/ 30956 h 1974850"/>
                  <a:gd name="connsiteX23" fmla="*/ 1787016 w 4343400"/>
                  <a:gd name="connsiteY23" fmla="*/ 161925 h 1974850"/>
                  <a:gd name="connsiteX24" fmla="*/ 1917985 w 4343400"/>
                  <a:gd name="connsiteY24" fmla="*/ 30956 h 1974850"/>
                  <a:gd name="connsiteX25" fmla="*/ 1911736 w 4343400"/>
                  <a:gd name="connsiteY25" fmla="*/ 0 h 1974850"/>
                  <a:gd name="connsiteX26" fmla="*/ 2053290 w 4343400"/>
                  <a:gd name="connsiteY26" fmla="*/ 0 h 1974850"/>
                  <a:gd name="connsiteX27" fmla="*/ 2047040 w 4343400"/>
                  <a:gd name="connsiteY27" fmla="*/ 30956 h 1974850"/>
                  <a:gd name="connsiteX28" fmla="*/ 2178009 w 4343400"/>
                  <a:gd name="connsiteY28" fmla="*/ 161925 h 1974850"/>
                  <a:gd name="connsiteX29" fmla="*/ 2308978 w 4343400"/>
                  <a:gd name="connsiteY29" fmla="*/ 30956 h 1974850"/>
                  <a:gd name="connsiteX30" fmla="*/ 2302728 w 4343400"/>
                  <a:gd name="connsiteY30" fmla="*/ 0 h 1974850"/>
                  <a:gd name="connsiteX31" fmla="*/ 2444283 w 4343400"/>
                  <a:gd name="connsiteY31" fmla="*/ 0 h 1974850"/>
                  <a:gd name="connsiteX32" fmla="*/ 2438033 w 4343400"/>
                  <a:gd name="connsiteY32" fmla="*/ 30956 h 1974850"/>
                  <a:gd name="connsiteX33" fmla="*/ 2569002 w 4343400"/>
                  <a:gd name="connsiteY33" fmla="*/ 161925 h 1974850"/>
                  <a:gd name="connsiteX34" fmla="*/ 2699971 w 4343400"/>
                  <a:gd name="connsiteY34" fmla="*/ 30956 h 1974850"/>
                  <a:gd name="connsiteX35" fmla="*/ 2693721 w 4343400"/>
                  <a:gd name="connsiteY35" fmla="*/ 0 h 1974850"/>
                  <a:gd name="connsiteX36" fmla="*/ 2835276 w 4343400"/>
                  <a:gd name="connsiteY36" fmla="*/ 0 h 1974850"/>
                  <a:gd name="connsiteX37" fmla="*/ 2829026 w 4343400"/>
                  <a:gd name="connsiteY37" fmla="*/ 30956 h 1974850"/>
                  <a:gd name="connsiteX38" fmla="*/ 2959995 w 4343400"/>
                  <a:gd name="connsiteY38" fmla="*/ 161925 h 1974850"/>
                  <a:gd name="connsiteX39" fmla="*/ 3090964 w 4343400"/>
                  <a:gd name="connsiteY39" fmla="*/ 30956 h 1974850"/>
                  <a:gd name="connsiteX40" fmla="*/ 3084714 w 4343400"/>
                  <a:gd name="connsiteY40" fmla="*/ 0 h 1974850"/>
                  <a:gd name="connsiteX41" fmla="*/ 3226269 w 4343400"/>
                  <a:gd name="connsiteY41" fmla="*/ 0 h 1974850"/>
                  <a:gd name="connsiteX42" fmla="*/ 3220019 w 4343400"/>
                  <a:gd name="connsiteY42" fmla="*/ 30956 h 1974850"/>
                  <a:gd name="connsiteX43" fmla="*/ 3350988 w 4343400"/>
                  <a:gd name="connsiteY43" fmla="*/ 161925 h 1974850"/>
                  <a:gd name="connsiteX44" fmla="*/ 3481957 w 4343400"/>
                  <a:gd name="connsiteY44" fmla="*/ 30956 h 1974850"/>
                  <a:gd name="connsiteX45" fmla="*/ 3475707 w 4343400"/>
                  <a:gd name="connsiteY45" fmla="*/ 0 h 1974850"/>
                  <a:gd name="connsiteX46" fmla="*/ 3617262 w 4343400"/>
                  <a:gd name="connsiteY46" fmla="*/ 0 h 1974850"/>
                  <a:gd name="connsiteX47" fmla="*/ 3611012 w 4343400"/>
                  <a:gd name="connsiteY47" fmla="*/ 30956 h 1974850"/>
                  <a:gd name="connsiteX48" fmla="*/ 3741981 w 4343400"/>
                  <a:gd name="connsiteY48" fmla="*/ 161925 h 1974850"/>
                  <a:gd name="connsiteX49" fmla="*/ 3872950 w 4343400"/>
                  <a:gd name="connsiteY49" fmla="*/ 30956 h 1974850"/>
                  <a:gd name="connsiteX50" fmla="*/ 3866700 w 4343400"/>
                  <a:gd name="connsiteY50" fmla="*/ 0 h 1974850"/>
                  <a:gd name="connsiteX51" fmla="*/ 4008256 w 4343400"/>
                  <a:gd name="connsiteY51" fmla="*/ 0 h 1974850"/>
                  <a:gd name="connsiteX52" fmla="*/ 4002006 w 4343400"/>
                  <a:gd name="connsiteY52" fmla="*/ 30956 h 1974850"/>
                  <a:gd name="connsiteX53" fmla="*/ 4132975 w 4343400"/>
                  <a:gd name="connsiteY53" fmla="*/ 161925 h 1974850"/>
                  <a:gd name="connsiteX54" fmla="*/ 4263944 w 4343400"/>
                  <a:gd name="connsiteY54" fmla="*/ 30956 h 1974850"/>
                  <a:gd name="connsiteX55" fmla="*/ 4257694 w 4343400"/>
                  <a:gd name="connsiteY55" fmla="*/ 0 h 1974850"/>
                  <a:gd name="connsiteX56" fmla="*/ 4343400 w 4343400"/>
                  <a:gd name="connsiteY56" fmla="*/ 0 h 1974850"/>
                  <a:gd name="connsiteX57" fmla="*/ 4343400 w 4343400"/>
                  <a:gd name="connsiteY57" fmla="*/ 1974850 h 1974850"/>
                  <a:gd name="connsiteX58" fmla="*/ 0 w 4343400"/>
                  <a:gd name="connsiteY58" fmla="*/ 1974850 h 197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343400" h="1974850">
                    <a:moveTo>
                      <a:pt x="0" y="0"/>
                    </a:moveTo>
                    <a:lnTo>
                      <a:pt x="98325" y="0"/>
                    </a:lnTo>
                    <a:lnTo>
                      <a:pt x="92075" y="30956"/>
                    </a:lnTo>
                    <a:cubicBezTo>
                      <a:pt x="92075" y="103288"/>
                      <a:pt x="150712" y="161925"/>
                      <a:pt x="223044" y="161925"/>
                    </a:cubicBezTo>
                    <a:cubicBezTo>
                      <a:pt x="295376" y="161925"/>
                      <a:pt x="354013" y="103288"/>
                      <a:pt x="354013" y="30956"/>
                    </a:cubicBezTo>
                    <a:lnTo>
                      <a:pt x="347764" y="0"/>
                    </a:lnTo>
                    <a:lnTo>
                      <a:pt x="489318" y="0"/>
                    </a:lnTo>
                    <a:lnTo>
                      <a:pt x="483068" y="30956"/>
                    </a:lnTo>
                    <a:cubicBezTo>
                      <a:pt x="483068" y="103288"/>
                      <a:pt x="541705" y="161925"/>
                      <a:pt x="614037" y="161925"/>
                    </a:cubicBezTo>
                    <a:cubicBezTo>
                      <a:pt x="686369" y="161925"/>
                      <a:pt x="745006" y="103288"/>
                      <a:pt x="745006" y="30956"/>
                    </a:cubicBezTo>
                    <a:lnTo>
                      <a:pt x="738757" y="0"/>
                    </a:lnTo>
                    <a:lnTo>
                      <a:pt x="880311" y="0"/>
                    </a:lnTo>
                    <a:lnTo>
                      <a:pt x="874061" y="30956"/>
                    </a:lnTo>
                    <a:cubicBezTo>
                      <a:pt x="874061" y="103288"/>
                      <a:pt x="932698" y="161925"/>
                      <a:pt x="1005030" y="161925"/>
                    </a:cubicBezTo>
                    <a:cubicBezTo>
                      <a:pt x="1077362" y="161925"/>
                      <a:pt x="1135999" y="103288"/>
                      <a:pt x="1135999" y="30956"/>
                    </a:cubicBezTo>
                    <a:lnTo>
                      <a:pt x="1129750" y="0"/>
                    </a:lnTo>
                    <a:lnTo>
                      <a:pt x="1271304" y="0"/>
                    </a:lnTo>
                    <a:lnTo>
                      <a:pt x="1265054" y="30956"/>
                    </a:lnTo>
                    <a:cubicBezTo>
                      <a:pt x="1265054" y="103288"/>
                      <a:pt x="1323691" y="161925"/>
                      <a:pt x="1396023" y="161925"/>
                    </a:cubicBezTo>
                    <a:cubicBezTo>
                      <a:pt x="1468355" y="161925"/>
                      <a:pt x="1526992" y="103288"/>
                      <a:pt x="1526992" y="30956"/>
                    </a:cubicBezTo>
                    <a:lnTo>
                      <a:pt x="1520743" y="0"/>
                    </a:lnTo>
                    <a:lnTo>
                      <a:pt x="1662297" y="0"/>
                    </a:lnTo>
                    <a:lnTo>
                      <a:pt x="1656047" y="30956"/>
                    </a:lnTo>
                    <a:cubicBezTo>
                      <a:pt x="1656047" y="103288"/>
                      <a:pt x="1714684" y="161925"/>
                      <a:pt x="1787016" y="161925"/>
                    </a:cubicBezTo>
                    <a:cubicBezTo>
                      <a:pt x="1859348" y="161925"/>
                      <a:pt x="1917985" y="103288"/>
                      <a:pt x="1917985" y="30956"/>
                    </a:cubicBezTo>
                    <a:lnTo>
                      <a:pt x="1911736" y="0"/>
                    </a:lnTo>
                    <a:lnTo>
                      <a:pt x="2053290" y="0"/>
                    </a:lnTo>
                    <a:lnTo>
                      <a:pt x="2047040" y="30956"/>
                    </a:lnTo>
                    <a:cubicBezTo>
                      <a:pt x="2047040" y="103288"/>
                      <a:pt x="2105677" y="161925"/>
                      <a:pt x="2178009" y="161925"/>
                    </a:cubicBezTo>
                    <a:cubicBezTo>
                      <a:pt x="2250341" y="161925"/>
                      <a:pt x="2308978" y="103288"/>
                      <a:pt x="2308978" y="30956"/>
                    </a:cubicBezTo>
                    <a:lnTo>
                      <a:pt x="2302728" y="0"/>
                    </a:lnTo>
                    <a:lnTo>
                      <a:pt x="2444283" y="0"/>
                    </a:lnTo>
                    <a:lnTo>
                      <a:pt x="2438033" y="30956"/>
                    </a:lnTo>
                    <a:cubicBezTo>
                      <a:pt x="2438033" y="103288"/>
                      <a:pt x="2496670" y="161925"/>
                      <a:pt x="2569002" y="161925"/>
                    </a:cubicBezTo>
                    <a:cubicBezTo>
                      <a:pt x="2641334" y="161925"/>
                      <a:pt x="2699971" y="103288"/>
                      <a:pt x="2699971" y="30956"/>
                    </a:cubicBezTo>
                    <a:lnTo>
                      <a:pt x="2693721" y="0"/>
                    </a:lnTo>
                    <a:lnTo>
                      <a:pt x="2835276" y="0"/>
                    </a:lnTo>
                    <a:lnTo>
                      <a:pt x="2829026" y="30956"/>
                    </a:lnTo>
                    <a:cubicBezTo>
                      <a:pt x="2829026" y="103288"/>
                      <a:pt x="2887663" y="161925"/>
                      <a:pt x="2959995" y="161925"/>
                    </a:cubicBezTo>
                    <a:cubicBezTo>
                      <a:pt x="3032327" y="161925"/>
                      <a:pt x="3090964" y="103288"/>
                      <a:pt x="3090964" y="30956"/>
                    </a:cubicBezTo>
                    <a:lnTo>
                      <a:pt x="3084714" y="0"/>
                    </a:lnTo>
                    <a:lnTo>
                      <a:pt x="3226269" y="0"/>
                    </a:lnTo>
                    <a:lnTo>
                      <a:pt x="3220019" y="30956"/>
                    </a:lnTo>
                    <a:cubicBezTo>
                      <a:pt x="3220019" y="103288"/>
                      <a:pt x="3278656" y="161925"/>
                      <a:pt x="3350988" y="161925"/>
                    </a:cubicBezTo>
                    <a:cubicBezTo>
                      <a:pt x="3423320" y="161925"/>
                      <a:pt x="3481957" y="103288"/>
                      <a:pt x="3481957" y="30956"/>
                    </a:cubicBezTo>
                    <a:lnTo>
                      <a:pt x="3475707" y="0"/>
                    </a:lnTo>
                    <a:lnTo>
                      <a:pt x="3617262" y="0"/>
                    </a:lnTo>
                    <a:lnTo>
                      <a:pt x="3611012" y="30956"/>
                    </a:lnTo>
                    <a:cubicBezTo>
                      <a:pt x="3611012" y="103288"/>
                      <a:pt x="3669649" y="161925"/>
                      <a:pt x="3741981" y="161925"/>
                    </a:cubicBezTo>
                    <a:cubicBezTo>
                      <a:pt x="3814313" y="161925"/>
                      <a:pt x="3872950" y="103288"/>
                      <a:pt x="3872950" y="30956"/>
                    </a:cubicBezTo>
                    <a:lnTo>
                      <a:pt x="3866700" y="0"/>
                    </a:lnTo>
                    <a:lnTo>
                      <a:pt x="4008256" y="0"/>
                    </a:lnTo>
                    <a:lnTo>
                      <a:pt x="4002006" y="30956"/>
                    </a:lnTo>
                    <a:cubicBezTo>
                      <a:pt x="4002006" y="103288"/>
                      <a:pt x="4060643" y="161925"/>
                      <a:pt x="4132975" y="161925"/>
                    </a:cubicBezTo>
                    <a:cubicBezTo>
                      <a:pt x="4205307" y="161925"/>
                      <a:pt x="4263944" y="103288"/>
                      <a:pt x="4263944" y="30956"/>
                    </a:cubicBezTo>
                    <a:lnTo>
                      <a:pt x="4257694" y="0"/>
                    </a:lnTo>
                    <a:lnTo>
                      <a:pt x="4343400" y="0"/>
                    </a:lnTo>
                    <a:lnTo>
                      <a:pt x="4343400" y="1974850"/>
                    </a:lnTo>
                    <a:lnTo>
                      <a:pt x="0" y="1974850"/>
                    </a:lnTo>
                    <a:close/>
                  </a:path>
                </a:pathLst>
              </a:custGeom>
              <a:solidFill>
                <a:schemeClr val="accent3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Number3" descr="d5496bd2-f100-4834-84d9-fb7a08403f89">
                <a:extLst>
                  <a:ext uri="{FF2B5EF4-FFF2-40B4-BE49-F238E27FC236}">
                    <a16:creationId xmlns:a16="http://schemas.microsoft.com/office/drawing/2014/main" id="{43C8A07A-4C4B-3242-35BB-29CA0C6B6CBF}"/>
                  </a:ext>
                </a:extLst>
              </p:cNvPr>
              <p:cNvSpPr/>
              <p:nvPr/>
            </p:nvSpPr>
            <p:spPr>
              <a:xfrm>
                <a:off x="8093890" y="2360272"/>
                <a:ext cx="538104" cy="53810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</a:rPr>
                  <a:t>3</a:t>
                </a:r>
                <a:endParaRPr lang="zh-CN" altLang="en-US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Text3" descr="f227520f-08db-4cc6-bf9f-cf13db2dbe32">
                <a:extLst>
                  <a:ext uri="{FF2B5EF4-FFF2-40B4-BE49-F238E27FC236}">
                    <a16:creationId xmlns:a16="http://schemas.microsoft.com/office/drawing/2014/main" id="{A55E1BED-1D17-C08A-51B5-83B089FB1E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80454" y="2991504"/>
                <a:ext cx="2743198" cy="96327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记忆在电影中被赋予了神奇的力量，它能让逝去的亲人再次出现在人们的世界中。</a:t>
                </a:r>
                <a:endParaRPr lang="en-US" dirty="0"/>
              </a:p>
            </p:txBody>
          </p:sp>
          <p:sp>
            <p:nvSpPr>
              <p:cNvPr id="62" name="Bullet3" descr="7cbc8c5e-1acf-4527-b4b8-c0be83ec5a1d">
                <a:extLst>
                  <a:ext uri="{FF2B5EF4-FFF2-40B4-BE49-F238E27FC236}">
                    <a16:creationId xmlns:a16="http://schemas.microsoft.com/office/drawing/2014/main" id="{5DA0CC95-1C13-623A-0170-4CAD5F224338}"/>
                  </a:ext>
                </a:extLst>
              </p:cNvPr>
              <p:cNvSpPr txBox="1"/>
              <p:nvPr/>
            </p:nvSpPr>
            <p:spPr>
              <a:xfrm>
                <a:off x="8680449" y="2267145"/>
                <a:ext cx="2743201" cy="724358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</a:rPr>
                  <a:t>记忆</a:t>
                </a:r>
                <a:endParaRPr lang="en-US" dirty="0"/>
              </a:p>
            </p:txBody>
          </p:sp>
        </p:grpSp>
        <p:grpSp>
          <p:nvGrpSpPr>
            <p:cNvPr id="11" name="组合 10" descr="95296de0-9d96-4304-a25b-31551106e0aa">
              <a:extLst>
                <a:ext uri="{FF2B5EF4-FFF2-40B4-BE49-F238E27FC236}">
                  <a16:creationId xmlns:a16="http://schemas.microsoft.com/office/drawing/2014/main" id="{D6478CE8-1BD8-9F5C-4110-18D6065B7E3F}"/>
                </a:ext>
              </a:extLst>
            </p:cNvPr>
            <p:cNvGrpSpPr/>
            <p:nvPr/>
          </p:nvGrpSpPr>
          <p:grpSpPr>
            <a:xfrm>
              <a:off x="2525123" y="4152900"/>
              <a:ext cx="3425009" cy="1981200"/>
              <a:chOff x="2525123" y="4152900"/>
              <a:chExt cx="3425009" cy="1981200"/>
            </a:xfrm>
          </p:grpSpPr>
          <p:sp>
            <p:nvSpPr>
              <p:cNvPr id="64" name="ComponentBackground4" descr="8dcacf43-56e1-4af4-a1bb-81834dae4d3e">
                <a:extLst>
                  <a:ext uri="{FF2B5EF4-FFF2-40B4-BE49-F238E27FC236}">
                    <a16:creationId xmlns:a16="http://schemas.microsoft.com/office/drawing/2014/main" id="{68A4938A-4390-FAD7-1376-46398C12D26C}"/>
                  </a:ext>
                </a:extLst>
              </p:cNvPr>
              <p:cNvSpPr/>
              <p:nvPr/>
            </p:nvSpPr>
            <p:spPr>
              <a:xfrm>
                <a:off x="2773720" y="4152900"/>
                <a:ext cx="3176412" cy="1981200"/>
              </a:xfrm>
              <a:custGeom>
                <a:avLst/>
                <a:gdLst>
                  <a:gd name="connsiteX0" fmla="*/ 0 w 4343400"/>
                  <a:gd name="connsiteY0" fmla="*/ 0 h 1974850"/>
                  <a:gd name="connsiteX1" fmla="*/ 98325 w 4343400"/>
                  <a:gd name="connsiteY1" fmla="*/ 0 h 1974850"/>
                  <a:gd name="connsiteX2" fmla="*/ 92075 w 4343400"/>
                  <a:gd name="connsiteY2" fmla="*/ 30956 h 1974850"/>
                  <a:gd name="connsiteX3" fmla="*/ 223044 w 4343400"/>
                  <a:gd name="connsiteY3" fmla="*/ 161925 h 1974850"/>
                  <a:gd name="connsiteX4" fmla="*/ 354013 w 4343400"/>
                  <a:gd name="connsiteY4" fmla="*/ 30956 h 1974850"/>
                  <a:gd name="connsiteX5" fmla="*/ 347764 w 4343400"/>
                  <a:gd name="connsiteY5" fmla="*/ 0 h 1974850"/>
                  <a:gd name="connsiteX6" fmla="*/ 489318 w 4343400"/>
                  <a:gd name="connsiteY6" fmla="*/ 0 h 1974850"/>
                  <a:gd name="connsiteX7" fmla="*/ 483068 w 4343400"/>
                  <a:gd name="connsiteY7" fmla="*/ 30956 h 1974850"/>
                  <a:gd name="connsiteX8" fmla="*/ 614037 w 4343400"/>
                  <a:gd name="connsiteY8" fmla="*/ 161925 h 1974850"/>
                  <a:gd name="connsiteX9" fmla="*/ 745006 w 4343400"/>
                  <a:gd name="connsiteY9" fmla="*/ 30956 h 1974850"/>
                  <a:gd name="connsiteX10" fmla="*/ 738757 w 4343400"/>
                  <a:gd name="connsiteY10" fmla="*/ 0 h 1974850"/>
                  <a:gd name="connsiteX11" fmla="*/ 880311 w 4343400"/>
                  <a:gd name="connsiteY11" fmla="*/ 0 h 1974850"/>
                  <a:gd name="connsiteX12" fmla="*/ 874061 w 4343400"/>
                  <a:gd name="connsiteY12" fmla="*/ 30956 h 1974850"/>
                  <a:gd name="connsiteX13" fmla="*/ 1005030 w 4343400"/>
                  <a:gd name="connsiteY13" fmla="*/ 161925 h 1974850"/>
                  <a:gd name="connsiteX14" fmla="*/ 1135999 w 4343400"/>
                  <a:gd name="connsiteY14" fmla="*/ 30956 h 1974850"/>
                  <a:gd name="connsiteX15" fmla="*/ 1129750 w 4343400"/>
                  <a:gd name="connsiteY15" fmla="*/ 0 h 1974850"/>
                  <a:gd name="connsiteX16" fmla="*/ 1271304 w 4343400"/>
                  <a:gd name="connsiteY16" fmla="*/ 0 h 1974850"/>
                  <a:gd name="connsiteX17" fmla="*/ 1265054 w 4343400"/>
                  <a:gd name="connsiteY17" fmla="*/ 30956 h 1974850"/>
                  <a:gd name="connsiteX18" fmla="*/ 1396023 w 4343400"/>
                  <a:gd name="connsiteY18" fmla="*/ 161925 h 1974850"/>
                  <a:gd name="connsiteX19" fmla="*/ 1526992 w 4343400"/>
                  <a:gd name="connsiteY19" fmla="*/ 30956 h 1974850"/>
                  <a:gd name="connsiteX20" fmla="*/ 1520743 w 4343400"/>
                  <a:gd name="connsiteY20" fmla="*/ 0 h 1974850"/>
                  <a:gd name="connsiteX21" fmla="*/ 1662297 w 4343400"/>
                  <a:gd name="connsiteY21" fmla="*/ 0 h 1974850"/>
                  <a:gd name="connsiteX22" fmla="*/ 1656047 w 4343400"/>
                  <a:gd name="connsiteY22" fmla="*/ 30956 h 1974850"/>
                  <a:gd name="connsiteX23" fmla="*/ 1787016 w 4343400"/>
                  <a:gd name="connsiteY23" fmla="*/ 161925 h 1974850"/>
                  <a:gd name="connsiteX24" fmla="*/ 1917985 w 4343400"/>
                  <a:gd name="connsiteY24" fmla="*/ 30956 h 1974850"/>
                  <a:gd name="connsiteX25" fmla="*/ 1911736 w 4343400"/>
                  <a:gd name="connsiteY25" fmla="*/ 0 h 1974850"/>
                  <a:gd name="connsiteX26" fmla="*/ 2053290 w 4343400"/>
                  <a:gd name="connsiteY26" fmla="*/ 0 h 1974850"/>
                  <a:gd name="connsiteX27" fmla="*/ 2047040 w 4343400"/>
                  <a:gd name="connsiteY27" fmla="*/ 30956 h 1974850"/>
                  <a:gd name="connsiteX28" fmla="*/ 2178009 w 4343400"/>
                  <a:gd name="connsiteY28" fmla="*/ 161925 h 1974850"/>
                  <a:gd name="connsiteX29" fmla="*/ 2308978 w 4343400"/>
                  <a:gd name="connsiteY29" fmla="*/ 30956 h 1974850"/>
                  <a:gd name="connsiteX30" fmla="*/ 2302728 w 4343400"/>
                  <a:gd name="connsiteY30" fmla="*/ 0 h 1974850"/>
                  <a:gd name="connsiteX31" fmla="*/ 2444283 w 4343400"/>
                  <a:gd name="connsiteY31" fmla="*/ 0 h 1974850"/>
                  <a:gd name="connsiteX32" fmla="*/ 2438033 w 4343400"/>
                  <a:gd name="connsiteY32" fmla="*/ 30956 h 1974850"/>
                  <a:gd name="connsiteX33" fmla="*/ 2569002 w 4343400"/>
                  <a:gd name="connsiteY33" fmla="*/ 161925 h 1974850"/>
                  <a:gd name="connsiteX34" fmla="*/ 2699971 w 4343400"/>
                  <a:gd name="connsiteY34" fmla="*/ 30956 h 1974850"/>
                  <a:gd name="connsiteX35" fmla="*/ 2693721 w 4343400"/>
                  <a:gd name="connsiteY35" fmla="*/ 0 h 1974850"/>
                  <a:gd name="connsiteX36" fmla="*/ 2835276 w 4343400"/>
                  <a:gd name="connsiteY36" fmla="*/ 0 h 1974850"/>
                  <a:gd name="connsiteX37" fmla="*/ 2829026 w 4343400"/>
                  <a:gd name="connsiteY37" fmla="*/ 30956 h 1974850"/>
                  <a:gd name="connsiteX38" fmla="*/ 2959995 w 4343400"/>
                  <a:gd name="connsiteY38" fmla="*/ 161925 h 1974850"/>
                  <a:gd name="connsiteX39" fmla="*/ 3090964 w 4343400"/>
                  <a:gd name="connsiteY39" fmla="*/ 30956 h 1974850"/>
                  <a:gd name="connsiteX40" fmla="*/ 3084714 w 4343400"/>
                  <a:gd name="connsiteY40" fmla="*/ 0 h 1974850"/>
                  <a:gd name="connsiteX41" fmla="*/ 3226269 w 4343400"/>
                  <a:gd name="connsiteY41" fmla="*/ 0 h 1974850"/>
                  <a:gd name="connsiteX42" fmla="*/ 3220019 w 4343400"/>
                  <a:gd name="connsiteY42" fmla="*/ 30956 h 1974850"/>
                  <a:gd name="connsiteX43" fmla="*/ 3350988 w 4343400"/>
                  <a:gd name="connsiteY43" fmla="*/ 161925 h 1974850"/>
                  <a:gd name="connsiteX44" fmla="*/ 3481957 w 4343400"/>
                  <a:gd name="connsiteY44" fmla="*/ 30956 h 1974850"/>
                  <a:gd name="connsiteX45" fmla="*/ 3475707 w 4343400"/>
                  <a:gd name="connsiteY45" fmla="*/ 0 h 1974850"/>
                  <a:gd name="connsiteX46" fmla="*/ 3617262 w 4343400"/>
                  <a:gd name="connsiteY46" fmla="*/ 0 h 1974850"/>
                  <a:gd name="connsiteX47" fmla="*/ 3611012 w 4343400"/>
                  <a:gd name="connsiteY47" fmla="*/ 30956 h 1974850"/>
                  <a:gd name="connsiteX48" fmla="*/ 3741981 w 4343400"/>
                  <a:gd name="connsiteY48" fmla="*/ 161925 h 1974850"/>
                  <a:gd name="connsiteX49" fmla="*/ 3872950 w 4343400"/>
                  <a:gd name="connsiteY49" fmla="*/ 30956 h 1974850"/>
                  <a:gd name="connsiteX50" fmla="*/ 3866700 w 4343400"/>
                  <a:gd name="connsiteY50" fmla="*/ 0 h 1974850"/>
                  <a:gd name="connsiteX51" fmla="*/ 4008256 w 4343400"/>
                  <a:gd name="connsiteY51" fmla="*/ 0 h 1974850"/>
                  <a:gd name="connsiteX52" fmla="*/ 4002006 w 4343400"/>
                  <a:gd name="connsiteY52" fmla="*/ 30956 h 1974850"/>
                  <a:gd name="connsiteX53" fmla="*/ 4132975 w 4343400"/>
                  <a:gd name="connsiteY53" fmla="*/ 161925 h 1974850"/>
                  <a:gd name="connsiteX54" fmla="*/ 4263944 w 4343400"/>
                  <a:gd name="connsiteY54" fmla="*/ 30956 h 1974850"/>
                  <a:gd name="connsiteX55" fmla="*/ 4257694 w 4343400"/>
                  <a:gd name="connsiteY55" fmla="*/ 0 h 1974850"/>
                  <a:gd name="connsiteX56" fmla="*/ 4343400 w 4343400"/>
                  <a:gd name="connsiteY56" fmla="*/ 0 h 1974850"/>
                  <a:gd name="connsiteX57" fmla="*/ 4343400 w 4343400"/>
                  <a:gd name="connsiteY57" fmla="*/ 1974850 h 1974850"/>
                  <a:gd name="connsiteX58" fmla="*/ 0 w 4343400"/>
                  <a:gd name="connsiteY58" fmla="*/ 1974850 h 197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343400" h="1974850">
                    <a:moveTo>
                      <a:pt x="0" y="0"/>
                    </a:moveTo>
                    <a:lnTo>
                      <a:pt x="98325" y="0"/>
                    </a:lnTo>
                    <a:lnTo>
                      <a:pt x="92075" y="30956"/>
                    </a:lnTo>
                    <a:cubicBezTo>
                      <a:pt x="92075" y="103288"/>
                      <a:pt x="150712" y="161925"/>
                      <a:pt x="223044" y="161925"/>
                    </a:cubicBezTo>
                    <a:cubicBezTo>
                      <a:pt x="295376" y="161925"/>
                      <a:pt x="354013" y="103288"/>
                      <a:pt x="354013" y="30956"/>
                    </a:cubicBezTo>
                    <a:lnTo>
                      <a:pt x="347764" y="0"/>
                    </a:lnTo>
                    <a:lnTo>
                      <a:pt x="489318" y="0"/>
                    </a:lnTo>
                    <a:lnTo>
                      <a:pt x="483068" y="30956"/>
                    </a:lnTo>
                    <a:cubicBezTo>
                      <a:pt x="483068" y="103288"/>
                      <a:pt x="541705" y="161925"/>
                      <a:pt x="614037" y="161925"/>
                    </a:cubicBezTo>
                    <a:cubicBezTo>
                      <a:pt x="686369" y="161925"/>
                      <a:pt x="745006" y="103288"/>
                      <a:pt x="745006" y="30956"/>
                    </a:cubicBezTo>
                    <a:lnTo>
                      <a:pt x="738757" y="0"/>
                    </a:lnTo>
                    <a:lnTo>
                      <a:pt x="880311" y="0"/>
                    </a:lnTo>
                    <a:lnTo>
                      <a:pt x="874061" y="30956"/>
                    </a:lnTo>
                    <a:cubicBezTo>
                      <a:pt x="874061" y="103288"/>
                      <a:pt x="932698" y="161925"/>
                      <a:pt x="1005030" y="161925"/>
                    </a:cubicBezTo>
                    <a:cubicBezTo>
                      <a:pt x="1077362" y="161925"/>
                      <a:pt x="1135999" y="103288"/>
                      <a:pt x="1135999" y="30956"/>
                    </a:cubicBezTo>
                    <a:lnTo>
                      <a:pt x="1129750" y="0"/>
                    </a:lnTo>
                    <a:lnTo>
                      <a:pt x="1271304" y="0"/>
                    </a:lnTo>
                    <a:lnTo>
                      <a:pt x="1265054" y="30956"/>
                    </a:lnTo>
                    <a:cubicBezTo>
                      <a:pt x="1265054" y="103288"/>
                      <a:pt x="1323691" y="161925"/>
                      <a:pt x="1396023" y="161925"/>
                    </a:cubicBezTo>
                    <a:cubicBezTo>
                      <a:pt x="1468355" y="161925"/>
                      <a:pt x="1526992" y="103288"/>
                      <a:pt x="1526992" y="30956"/>
                    </a:cubicBezTo>
                    <a:lnTo>
                      <a:pt x="1520743" y="0"/>
                    </a:lnTo>
                    <a:lnTo>
                      <a:pt x="1662297" y="0"/>
                    </a:lnTo>
                    <a:lnTo>
                      <a:pt x="1656047" y="30956"/>
                    </a:lnTo>
                    <a:cubicBezTo>
                      <a:pt x="1656047" y="103288"/>
                      <a:pt x="1714684" y="161925"/>
                      <a:pt x="1787016" y="161925"/>
                    </a:cubicBezTo>
                    <a:cubicBezTo>
                      <a:pt x="1859348" y="161925"/>
                      <a:pt x="1917985" y="103288"/>
                      <a:pt x="1917985" y="30956"/>
                    </a:cubicBezTo>
                    <a:lnTo>
                      <a:pt x="1911736" y="0"/>
                    </a:lnTo>
                    <a:lnTo>
                      <a:pt x="2053290" y="0"/>
                    </a:lnTo>
                    <a:lnTo>
                      <a:pt x="2047040" y="30956"/>
                    </a:lnTo>
                    <a:cubicBezTo>
                      <a:pt x="2047040" y="103288"/>
                      <a:pt x="2105677" y="161925"/>
                      <a:pt x="2178009" y="161925"/>
                    </a:cubicBezTo>
                    <a:cubicBezTo>
                      <a:pt x="2250341" y="161925"/>
                      <a:pt x="2308978" y="103288"/>
                      <a:pt x="2308978" y="30956"/>
                    </a:cubicBezTo>
                    <a:lnTo>
                      <a:pt x="2302728" y="0"/>
                    </a:lnTo>
                    <a:lnTo>
                      <a:pt x="2444283" y="0"/>
                    </a:lnTo>
                    <a:lnTo>
                      <a:pt x="2438033" y="30956"/>
                    </a:lnTo>
                    <a:cubicBezTo>
                      <a:pt x="2438033" y="103288"/>
                      <a:pt x="2496670" y="161925"/>
                      <a:pt x="2569002" y="161925"/>
                    </a:cubicBezTo>
                    <a:cubicBezTo>
                      <a:pt x="2641334" y="161925"/>
                      <a:pt x="2699971" y="103288"/>
                      <a:pt x="2699971" y="30956"/>
                    </a:cubicBezTo>
                    <a:lnTo>
                      <a:pt x="2693721" y="0"/>
                    </a:lnTo>
                    <a:lnTo>
                      <a:pt x="2835276" y="0"/>
                    </a:lnTo>
                    <a:lnTo>
                      <a:pt x="2829026" y="30956"/>
                    </a:lnTo>
                    <a:cubicBezTo>
                      <a:pt x="2829026" y="103288"/>
                      <a:pt x="2887663" y="161925"/>
                      <a:pt x="2959995" y="161925"/>
                    </a:cubicBezTo>
                    <a:cubicBezTo>
                      <a:pt x="3032327" y="161925"/>
                      <a:pt x="3090964" y="103288"/>
                      <a:pt x="3090964" y="30956"/>
                    </a:cubicBezTo>
                    <a:lnTo>
                      <a:pt x="3084714" y="0"/>
                    </a:lnTo>
                    <a:lnTo>
                      <a:pt x="3226269" y="0"/>
                    </a:lnTo>
                    <a:lnTo>
                      <a:pt x="3220019" y="30956"/>
                    </a:lnTo>
                    <a:cubicBezTo>
                      <a:pt x="3220019" y="103288"/>
                      <a:pt x="3278656" y="161925"/>
                      <a:pt x="3350988" y="161925"/>
                    </a:cubicBezTo>
                    <a:cubicBezTo>
                      <a:pt x="3423320" y="161925"/>
                      <a:pt x="3481957" y="103288"/>
                      <a:pt x="3481957" y="30956"/>
                    </a:cubicBezTo>
                    <a:lnTo>
                      <a:pt x="3475707" y="0"/>
                    </a:lnTo>
                    <a:lnTo>
                      <a:pt x="3617262" y="0"/>
                    </a:lnTo>
                    <a:lnTo>
                      <a:pt x="3611012" y="30956"/>
                    </a:lnTo>
                    <a:cubicBezTo>
                      <a:pt x="3611012" y="103288"/>
                      <a:pt x="3669649" y="161925"/>
                      <a:pt x="3741981" y="161925"/>
                    </a:cubicBezTo>
                    <a:cubicBezTo>
                      <a:pt x="3814313" y="161925"/>
                      <a:pt x="3872950" y="103288"/>
                      <a:pt x="3872950" y="30956"/>
                    </a:cubicBezTo>
                    <a:lnTo>
                      <a:pt x="3866700" y="0"/>
                    </a:lnTo>
                    <a:lnTo>
                      <a:pt x="4008256" y="0"/>
                    </a:lnTo>
                    <a:lnTo>
                      <a:pt x="4002006" y="30956"/>
                    </a:lnTo>
                    <a:cubicBezTo>
                      <a:pt x="4002006" y="103288"/>
                      <a:pt x="4060643" y="161925"/>
                      <a:pt x="4132975" y="161925"/>
                    </a:cubicBezTo>
                    <a:cubicBezTo>
                      <a:pt x="4205307" y="161925"/>
                      <a:pt x="4263944" y="103288"/>
                      <a:pt x="4263944" y="30956"/>
                    </a:cubicBezTo>
                    <a:lnTo>
                      <a:pt x="4257694" y="0"/>
                    </a:lnTo>
                    <a:lnTo>
                      <a:pt x="4343400" y="0"/>
                    </a:lnTo>
                    <a:lnTo>
                      <a:pt x="4343400" y="1974850"/>
                    </a:lnTo>
                    <a:lnTo>
                      <a:pt x="0" y="1974850"/>
                    </a:lnTo>
                    <a:close/>
                  </a:path>
                </a:pathLst>
              </a:custGeom>
              <a:solidFill>
                <a:schemeClr val="accent4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Number4" descr="86e32052-e270-40e2-b17a-3a6743b6d4c1">
                <a:extLst>
                  <a:ext uri="{FF2B5EF4-FFF2-40B4-BE49-F238E27FC236}">
                    <a16:creationId xmlns:a16="http://schemas.microsoft.com/office/drawing/2014/main" id="{B2EE536F-B018-27E1-8C93-F3E6663E5B2C}"/>
                  </a:ext>
                </a:extLst>
              </p:cNvPr>
              <p:cNvSpPr/>
              <p:nvPr/>
            </p:nvSpPr>
            <p:spPr>
              <a:xfrm>
                <a:off x="2525123" y="4474821"/>
                <a:ext cx="538104" cy="53810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</a:rPr>
                  <a:t>4</a:t>
                </a:r>
                <a:endParaRPr lang="zh-CN" altLang="en-US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6" name="Text4" descr="86228ba2-f912-43e4-8226-10ca8b68f08c">
                <a:extLst>
                  <a:ext uri="{FF2B5EF4-FFF2-40B4-BE49-F238E27FC236}">
                    <a16:creationId xmlns:a16="http://schemas.microsoft.com/office/drawing/2014/main" id="{C74BF526-CAD5-57F3-E5F1-A138A0FBD1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11687" y="5106053"/>
                <a:ext cx="2743198" cy="96327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电影以独特的方式诠释了死亡，认为死亡不是终点，遗忘才是，给人以深刻的思考。</a:t>
                </a:r>
                <a:endParaRPr lang="en-US" dirty="0"/>
              </a:p>
            </p:txBody>
          </p:sp>
          <p:sp>
            <p:nvSpPr>
              <p:cNvPr id="67" name="Bullet4" descr="b9673d48-c82c-4500-a051-1e56889b07b5">
                <a:extLst>
                  <a:ext uri="{FF2B5EF4-FFF2-40B4-BE49-F238E27FC236}">
                    <a16:creationId xmlns:a16="http://schemas.microsoft.com/office/drawing/2014/main" id="{C967EE82-245F-B077-A2D4-2648A89C23D8}"/>
                  </a:ext>
                </a:extLst>
              </p:cNvPr>
              <p:cNvSpPr txBox="1"/>
              <p:nvPr/>
            </p:nvSpPr>
            <p:spPr>
              <a:xfrm>
                <a:off x="3111682" y="4381694"/>
                <a:ext cx="2743201" cy="724358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</a:rPr>
                  <a:t>死亡</a:t>
                </a:r>
                <a:endParaRPr lang="en-US" dirty="0"/>
              </a:p>
            </p:txBody>
          </p:sp>
        </p:grpSp>
        <p:grpSp>
          <p:nvGrpSpPr>
            <p:cNvPr id="12" name="组合 11" descr="e8319d09-f317-430e-a4b1-84b9e54207b0">
              <a:extLst>
                <a:ext uri="{FF2B5EF4-FFF2-40B4-BE49-F238E27FC236}">
                  <a16:creationId xmlns:a16="http://schemas.microsoft.com/office/drawing/2014/main" id="{8B1E96B0-F287-94A5-C51F-04C15FFD1BAF}"/>
                </a:ext>
              </a:extLst>
            </p:cNvPr>
            <p:cNvGrpSpPr/>
            <p:nvPr/>
          </p:nvGrpSpPr>
          <p:grpSpPr>
            <a:xfrm>
              <a:off x="6241868" y="4152900"/>
              <a:ext cx="3425009" cy="1981200"/>
              <a:chOff x="6241868" y="4152900"/>
              <a:chExt cx="3425009" cy="1981200"/>
            </a:xfrm>
          </p:grpSpPr>
          <p:sp>
            <p:nvSpPr>
              <p:cNvPr id="69" name="ComponentBackground5" descr="25f4e813-079e-402e-8567-2194cef01084">
                <a:extLst>
                  <a:ext uri="{FF2B5EF4-FFF2-40B4-BE49-F238E27FC236}">
                    <a16:creationId xmlns:a16="http://schemas.microsoft.com/office/drawing/2014/main" id="{A4AB3A0A-CB55-838F-DC08-93F6481B71CA}"/>
                  </a:ext>
                </a:extLst>
              </p:cNvPr>
              <p:cNvSpPr/>
              <p:nvPr/>
            </p:nvSpPr>
            <p:spPr>
              <a:xfrm>
                <a:off x="6490465" y="4152900"/>
                <a:ext cx="3176412" cy="1981200"/>
              </a:xfrm>
              <a:custGeom>
                <a:avLst/>
                <a:gdLst>
                  <a:gd name="connsiteX0" fmla="*/ 0 w 4343400"/>
                  <a:gd name="connsiteY0" fmla="*/ 0 h 1974850"/>
                  <a:gd name="connsiteX1" fmla="*/ 98325 w 4343400"/>
                  <a:gd name="connsiteY1" fmla="*/ 0 h 1974850"/>
                  <a:gd name="connsiteX2" fmla="*/ 92075 w 4343400"/>
                  <a:gd name="connsiteY2" fmla="*/ 30956 h 1974850"/>
                  <a:gd name="connsiteX3" fmla="*/ 223044 w 4343400"/>
                  <a:gd name="connsiteY3" fmla="*/ 161925 h 1974850"/>
                  <a:gd name="connsiteX4" fmla="*/ 354013 w 4343400"/>
                  <a:gd name="connsiteY4" fmla="*/ 30956 h 1974850"/>
                  <a:gd name="connsiteX5" fmla="*/ 347764 w 4343400"/>
                  <a:gd name="connsiteY5" fmla="*/ 0 h 1974850"/>
                  <a:gd name="connsiteX6" fmla="*/ 489318 w 4343400"/>
                  <a:gd name="connsiteY6" fmla="*/ 0 h 1974850"/>
                  <a:gd name="connsiteX7" fmla="*/ 483068 w 4343400"/>
                  <a:gd name="connsiteY7" fmla="*/ 30956 h 1974850"/>
                  <a:gd name="connsiteX8" fmla="*/ 614037 w 4343400"/>
                  <a:gd name="connsiteY8" fmla="*/ 161925 h 1974850"/>
                  <a:gd name="connsiteX9" fmla="*/ 745006 w 4343400"/>
                  <a:gd name="connsiteY9" fmla="*/ 30956 h 1974850"/>
                  <a:gd name="connsiteX10" fmla="*/ 738757 w 4343400"/>
                  <a:gd name="connsiteY10" fmla="*/ 0 h 1974850"/>
                  <a:gd name="connsiteX11" fmla="*/ 880311 w 4343400"/>
                  <a:gd name="connsiteY11" fmla="*/ 0 h 1974850"/>
                  <a:gd name="connsiteX12" fmla="*/ 874061 w 4343400"/>
                  <a:gd name="connsiteY12" fmla="*/ 30956 h 1974850"/>
                  <a:gd name="connsiteX13" fmla="*/ 1005030 w 4343400"/>
                  <a:gd name="connsiteY13" fmla="*/ 161925 h 1974850"/>
                  <a:gd name="connsiteX14" fmla="*/ 1135999 w 4343400"/>
                  <a:gd name="connsiteY14" fmla="*/ 30956 h 1974850"/>
                  <a:gd name="connsiteX15" fmla="*/ 1129750 w 4343400"/>
                  <a:gd name="connsiteY15" fmla="*/ 0 h 1974850"/>
                  <a:gd name="connsiteX16" fmla="*/ 1271304 w 4343400"/>
                  <a:gd name="connsiteY16" fmla="*/ 0 h 1974850"/>
                  <a:gd name="connsiteX17" fmla="*/ 1265054 w 4343400"/>
                  <a:gd name="connsiteY17" fmla="*/ 30956 h 1974850"/>
                  <a:gd name="connsiteX18" fmla="*/ 1396023 w 4343400"/>
                  <a:gd name="connsiteY18" fmla="*/ 161925 h 1974850"/>
                  <a:gd name="connsiteX19" fmla="*/ 1526992 w 4343400"/>
                  <a:gd name="connsiteY19" fmla="*/ 30956 h 1974850"/>
                  <a:gd name="connsiteX20" fmla="*/ 1520743 w 4343400"/>
                  <a:gd name="connsiteY20" fmla="*/ 0 h 1974850"/>
                  <a:gd name="connsiteX21" fmla="*/ 1662297 w 4343400"/>
                  <a:gd name="connsiteY21" fmla="*/ 0 h 1974850"/>
                  <a:gd name="connsiteX22" fmla="*/ 1656047 w 4343400"/>
                  <a:gd name="connsiteY22" fmla="*/ 30956 h 1974850"/>
                  <a:gd name="connsiteX23" fmla="*/ 1787016 w 4343400"/>
                  <a:gd name="connsiteY23" fmla="*/ 161925 h 1974850"/>
                  <a:gd name="connsiteX24" fmla="*/ 1917985 w 4343400"/>
                  <a:gd name="connsiteY24" fmla="*/ 30956 h 1974850"/>
                  <a:gd name="connsiteX25" fmla="*/ 1911736 w 4343400"/>
                  <a:gd name="connsiteY25" fmla="*/ 0 h 1974850"/>
                  <a:gd name="connsiteX26" fmla="*/ 2053290 w 4343400"/>
                  <a:gd name="connsiteY26" fmla="*/ 0 h 1974850"/>
                  <a:gd name="connsiteX27" fmla="*/ 2047040 w 4343400"/>
                  <a:gd name="connsiteY27" fmla="*/ 30956 h 1974850"/>
                  <a:gd name="connsiteX28" fmla="*/ 2178009 w 4343400"/>
                  <a:gd name="connsiteY28" fmla="*/ 161925 h 1974850"/>
                  <a:gd name="connsiteX29" fmla="*/ 2308978 w 4343400"/>
                  <a:gd name="connsiteY29" fmla="*/ 30956 h 1974850"/>
                  <a:gd name="connsiteX30" fmla="*/ 2302728 w 4343400"/>
                  <a:gd name="connsiteY30" fmla="*/ 0 h 1974850"/>
                  <a:gd name="connsiteX31" fmla="*/ 2444283 w 4343400"/>
                  <a:gd name="connsiteY31" fmla="*/ 0 h 1974850"/>
                  <a:gd name="connsiteX32" fmla="*/ 2438033 w 4343400"/>
                  <a:gd name="connsiteY32" fmla="*/ 30956 h 1974850"/>
                  <a:gd name="connsiteX33" fmla="*/ 2569002 w 4343400"/>
                  <a:gd name="connsiteY33" fmla="*/ 161925 h 1974850"/>
                  <a:gd name="connsiteX34" fmla="*/ 2699971 w 4343400"/>
                  <a:gd name="connsiteY34" fmla="*/ 30956 h 1974850"/>
                  <a:gd name="connsiteX35" fmla="*/ 2693721 w 4343400"/>
                  <a:gd name="connsiteY35" fmla="*/ 0 h 1974850"/>
                  <a:gd name="connsiteX36" fmla="*/ 2835276 w 4343400"/>
                  <a:gd name="connsiteY36" fmla="*/ 0 h 1974850"/>
                  <a:gd name="connsiteX37" fmla="*/ 2829026 w 4343400"/>
                  <a:gd name="connsiteY37" fmla="*/ 30956 h 1974850"/>
                  <a:gd name="connsiteX38" fmla="*/ 2959995 w 4343400"/>
                  <a:gd name="connsiteY38" fmla="*/ 161925 h 1974850"/>
                  <a:gd name="connsiteX39" fmla="*/ 3090964 w 4343400"/>
                  <a:gd name="connsiteY39" fmla="*/ 30956 h 1974850"/>
                  <a:gd name="connsiteX40" fmla="*/ 3084714 w 4343400"/>
                  <a:gd name="connsiteY40" fmla="*/ 0 h 1974850"/>
                  <a:gd name="connsiteX41" fmla="*/ 3226269 w 4343400"/>
                  <a:gd name="connsiteY41" fmla="*/ 0 h 1974850"/>
                  <a:gd name="connsiteX42" fmla="*/ 3220019 w 4343400"/>
                  <a:gd name="connsiteY42" fmla="*/ 30956 h 1974850"/>
                  <a:gd name="connsiteX43" fmla="*/ 3350988 w 4343400"/>
                  <a:gd name="connsiteY43" fmla="*/ 161925 h 1974850"/>
                  <a:gd name="connsiteX44" fmla="*/ 3481957 w 4343400"/>
                  <a:gd name="connsiteY44" fmla="*/ 30956 h 1974850"/>
                  <a:gd name="connsiteX45" fmla="*/ 3475707 w 4343400"/>
                  <a:gd name="connsiteY45" fmla="*/ 0 h 1974850"/>
                  <a:gd name="connsiteX46" fmla="*/ 3617262 w 4343400"/>
                  <a:gd name="connsiteY46" fmla="*/ 0 h 1974850"/>
                  <a:gd name="connsiteX47" fmla="*/ 3611012 w 4343400"/>
                  <a:gd name="connsiteY47" fmla="*/ 30956 h 1974850"/>
                  <a:gd name="connsiteX48" fmla="*/ 3741981 w 4343400"/>
                  <a:gd name="connsiteY48" fmla="*/ 161925 h 1974850"/>
                  <a:gd name="connsiteX49" fmla="*/ 3872950 w 4343400"/>
                  <a:gd name="connsiteY49" fmla="*/ 30956 h 1974850"/>
                  <a:gd name="connsiteX50" fmla="*/ 3866700 w 4343400"/>
                  <a:gd name="connsiteY50" fmla="*/ 0 h 1974850"/>
                  <a:gd name="connsiteX51" fmla="*/ 4008256 w 4343400"/>
                  <a:gd name="connsiteY51" fmla="*/ 0 h 1974850"/>
                  <a:gd name="connsiteX52" fmla="*/ 4002006 w 4343400"/>
                  <a:gd name="connsiteY52" fmla="*/ 30956 h 1974850"/>
                  <a:gd name="connsiteX53" fmla="*/ 4132975 w 4343400"/>
                  <a:gd name="connsiteY53" fmla="*/ 161925 h 1974850"/>
                  <a:gd name="connsiteX54" fmla="*/ 4263944 w 4343400"/>
                  <a:gd name="connsiteY54" fmla="*/ 30956 h 1974850"/>
                  <a:gd name="connsiteX55" fmla="*/ 4257694 w 4343400"/>
                  <a:gd name="connsiteY55" fmla="*/ 0 h 1974850"/>
                  <a:gd name="connsiteX56" fmla="*/ 4343400 w 4343400"/>
                  <a:gd name="connsiteY56" fmla="*/ 0 h 1974850"/>
                  <a:gd name="connsiteX57" fmla="*/ 4343400 w 4343400"/>
                  <a:gd name="connsiteY57" fmla="*/ 1974850 h 1974850"/>
                  <a:gd name="connsiteX58" fmla="*/ 0 w 4343400"/>
                  <a:gd name="connsiteY58" fmla="*/ 1974850 h 197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4343400" h="1974850">
                    <a:moveTo>
                      <a:pt x="0" y="0"/>
                    </a:moveTo>
                    <a:lnTo>
                      <a:pt x="98325" y="0"/>
                    </a:lnTo>
                    <a:lnTo>
                      <a:pt x="92075" y="30956"/>
                    </a:lnTo>
                    <a:cubicBezTo>
                      <a:pt x="92075" y="103288"/>
                      <a:pt x="150712" y="161925"/>
                      <a:pt x="223044" y="161925"/>
                    </a:cubicBezTo>
                    <a:cubicBezTo>
                      <a:pt x="295376" y="161925"/>
                      <a:pt x="354013" y="103288"/>
                      <a:pt x="354013" y="30956"/>
                    </a:cubicBezTo>
                    <a:lnTo>
                      <a:pt x="347764" y="0"/>
                    </a:lnTo>
                    <a:lnTo>
                      <a:pt x="489318" y="0"/>
                    </a:lnTo>
                    <a:lnTo>
                      <a:pt x="483068" y="30956"/>
                    </a:lnTo>
                    <a:cubicBezTo>
                      <a:pt x="483068" y="103288"/>
                      <a:pt x="541705" y="161925"/>
                      <a:pt x="614037" y="161925"/>
                    </a:cubicBezTo>
                    <a:cubicBezTo>
                      <a:pt x="686369" y="161925"/>
                      <a:pt x="745006" y="103288"/>
                      <a:pt x="745006" y="30956"/>
                    </a:cubicBezTo>
                    <a:lnTo>
                      <a:pt x="738757" y="0"/>
                    </a:lnTo>
                    <a:lnTo>
                      <a:pt x="880311" y="0"/>
                    </a:lnTo>
                    <a:lnTo>
                      <a:pt x="874061" y="30956"/>
                    </a:lnTo>
                    <a:cubicBezTo>
                      <a:pt x="874061" y="103288"/>
                      <a:pt x="932698" y="161925"/>
                      <a:pt x="1005030" y="161925"/>
                    </a:cubicBezTo>
                    <a:cubicBezTo>
                      <a:pt x="1077362" y="161925"/>
                      <a:pt x="1135999" y="103288"/>
                      <a:pt x="1135999" y="30956"/>
                    </a:cubicBezTo>
                    <a:lnTo>
                      <a:pt x="1129750" y="0"/>
                    </a:lnTo>
                    <a:lnTo>
                      <a:pt x="1271304" y="0"/>
                    </a:lnTo>
                    <a:lnTo>
                      <a:pt x="1265054" y="30956"/>
                    </a:lnTo>
                    <a:cubicBezTo>
                      <a:pt x="1265054" y="103288"/>
                      <a:pt x="1323691" y="161925"/>
                      <a:pt x="1396023" y="161925"/>
                    </a:cubicBezTo>
                    <a:cubicBezTo>
                      <a:pt x="1468355" y="161925"/>
                      <a:pt x="1526992" y="103288"/>
                      <a:pt x="1526992" y="30956"/>
                    </a:cubicBezTo>
                    <a:lnTo>
                      <a:pt x="1520743" y="0"/>
                    </a:lnTo>
                    <a:lnTo>
                      <a:pt x="1662297" y="0"/>
                    </a:lnTo>
                    <a:lnTo>
                      <a:pt x="1656047" y="30956"/>
                    </a:lnTo>
                    <a:cubicBezTo>
                      <a:pt x="1656047" y="103288"/>
                      <a:pt x="1714684" y="161925"/>
                      <a:pt x="1787016" y="161925"/>
                    </a:cubicBezTo>
                    <a:cubicBezTo>
                      <a:pt x="1859348" y="161925"/>
                      <a:pt x="1917985" y="103288"/>
                      <a:pt x="1917985" y="30956"/>
                    </a:cubicBezTo>
                    <a:lnTo>
                      <a:pt x="1911736" y="0"/>
                    </a:lnTo>
                    <a:lnTo>
                      <a:pt x="2053290" y="0"/>
                    </a:lnTo>
                    <a:lnTo>
                      <a:pt x="2047040" y="30956"/>
                    </a:lnTo>
                    <a:cubicBezTo>
                      <a:pt x="2047040" y="103288"/>
                      <a:pt x="2105677" y="161925"/>
                      <a:pt x="2178009" y="161925"/>
                    </a:cubicBezTo>
                    <a:cubicBezTo>
                      <a:pt x="2250341" y="161925"/>
                      <a:pt x="2308978" y="103288"/>
                      <a:pt x="2308978" y="30956"/>
                    </a:cubicBezTo>
                    <a:lnTo>
                      <a:pt x="2302728" y="0"/>
                    </a:lnTo>
                    <a:lnTo>
                      <a:pt x="2444283" y="0"/>
                    </a:lnTo>
                    <a:lnTo>
                      <a:pt x="2438033" y="30956"/>
                    </a:lnTo>
                    <a:cubicBezTo>
                      <a:pt x="2438033" y="103288"/>
                      <a:pt x="2496670" y="161925"/>
                      <a:pt x="2569002" y="161925"/>
                    </a:cubicBezTo>
                    <a:cubicBezTo>
                      <a:pt x="2641334" y="161925"/>
                      <a:pt x="2699971" y="103288"/>
                      <a:pt x="2699971" y="30956"/>
                    </a:cubicBezTo>
                    <a:lnTo>
                      <a:pt x="2693721" y="0"/>
                    </a:lnTo>
                    <a:lnTo>
                      <a:pt x="2835276" y="0"/>
                    </a:lnTo>
                    <a:lnTo>
                      <a:pt x="2829026" y="30956"/>
                    </a:lnTo>
                    <a:cubicBezTo>
                      <a:pt x="2829026" y="103288"/>
                      <a:pt x="2887663" y="161925"/>
                      <a:pt x="2959995" y="161925"/>
                    </a:cubicBezTo>
                    <a:cubicBezTo>
                      <a:pt x="3032327" y="161925"/>
                      <a:pt x="3090964" y="103288"/>
                      <a:pt x="3090964" y="30956"/>
                    </a:cubicBezTo>
                    <a:lnTo>
                      <a:pt x="3084714" y="0"/>
                    </a:lnTo>
                    <a:lnTo>
                      <a:pt x="3226269" y="0"/>
                    </a:lnTo>
                    <a:lnTo>
                      <a:pt x="3220019" y="30956"/>
                    </a:lnTo>
                    <a:cubicBezTo>
                      <a:pt x="3220019" y="103288"/>
                      <a:pt x="3278656" y="161925"/>
                      <a:pt x="3350988" y="161925"/>
                    </a:cubicBezTo>
                    <a:cubicBezTo>
                      <a:pt x="3423320" y="161925"/>
                      <a:pt x="3481957" y="103288"/>
                      <a:pt x="3481957" y="30956"/>
                    </a:cubicBezTo>
                    <a:lnTo>
                      <a:pt x="3475707" y="0"/>
                    </a:lnTo>
                    <a:lnTo>
                      <a:pt x="3617262" y="0"/>
                    </a:lnTo>
                    <a:lnTo>
                      <a:pt x="3611012" y="30956"/>
                    </a:lnTo>
                    <a:cubicBezTo>
                      <a:pt x="3611012" y="103288"/>
                      <a:pt x="3669649" y="161925"/>
                      <a:pt x="3741981" y="161925"/>
                    </a:cubicBezTo>
                    <a:cubicBezTo>
                      <a:pt x="3814313" y="161925"/>
                      <a:pt x="3872950" y="103288"/>
                      <a:pt x="3872950" y="30956"/>
                    </a:cubicBezTo>
                    <a:lnTo>
                      <a:pt x="3866700" y="0"/>
                    </a:lnTo>
                    <a:lnTo>
                      <a:pt x="4008256" y="0"/>
                    </a:lnTo>
                    <a:lnTo>
                      <a:pt x="4002006" y="30956"/>
                    </a:lnTo>
                    <a:cubicBezTo>
                      <a:pt x="4002006" y="103288"/>
                      <a:pt x="4060643" y="161925"/>
                      <a:pt x="4132975" y="161925"/>
                    </a:cubicBezTo>
                    <a:cubicBezTo>
                      <a:pt x="4205307" y="161925"/>
                      <a:pt x="4263944" y="103288"/>
                      <a:pt x="4263944" y="30956"/>
                    </a:cubicBezTo>
                    <a:lnTo>
                      <a:pt x="4257694" y="0"/>
                    </a:lnTo>
                    <a:lnTo>
                      <a:pt x="4343400" y="0"/>
                    </a:lnTo>
                    <a:lnTo>
                      <a:pt x="4343400" y="1974850"/>
                    </a:lnTo>
                    <a:lnTo>
                      <a:pt x="0" y="1974850"/>
                    </a:lnTo>
                    <a:close/>
                  </a:path>
                </a:pathLst>
              </a:custGeom>
              <a:solidFill>
                <a:schemeClr val="accent5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Number5" descr="22e1c3ac-ab18-4fc8-b55e-0aaa5bef1a55">
                <a:extLst>
                  <a:ext uri="{FF2B5EF4-FFF2-40B4-BE49-F238E27FC236}">
                    <a16:creationId xmlns:a16="http://schemas.microsoft.com/office/drawing/2014/main" id="{CE50316E-1803-D2A3-D338-E8CC7B711947}"/>
                  </a:ext>
                </a:extLst>
              </p:cNvPr>
              <p:cNvSpPr/>
              <p:nvPr/>
            </p:nvSpPr>
            <p:spPr>
              <a:xfrm>
                <a:off x="6241868" y="4474821"/>
                <a:ext cx="538104" cy="53810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</a:rPr>
                  <a:t>5</a:t>
                </a:r>
                <a:endParaRPr lang="zh-CN" altLang="en-US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1" name="Text5" descr="29b02efa-862c-4256-9b62-d4b348d9ea50">
                <a:extLst>
                  <a:ext uri="{FF2B5EF4-FFF2-40B4-BE49-F238E27FC236}">
                    <a16:creationId xmlns:a16="http://schemas.microsoft.com/office/drawing/2014/main" id="{1F63CE9F-EBB3-43AD-BB30-64876DB404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28432" y="5106053"/>
                <a:ext cx="2743198" cy="96327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融入了丰富的墨西哥文化元素，如亡灵节、音乐等，让观众感受到墨西哥文化的魅力。</a:t>
                </a:r>
                <a:endParaRPr lang="en-US" dirty="0"/>
              </a:p>
            </p:txBody>
          </p:sp>
          <p:sp>
            <p:nvSpPr>
              <p:cNvPr id="72" name="Bullet5" descr="8197caa8-1102-4e2b-be1e-bd8ed1c77315">
                <a:extLst>
                  <a:ext uri="{FF2B5EF4-FFF2-40B4-BE49-F238E27FC236}">
                    <a16:creationId xmlns:a16="http://schemas.microsoft.com/office/drawing/2014/main" id="{7ACDF208-5EA2-ED2D-FB15-E3FCC9CCF817}"/>
                  </a:ext>
                </a:extLst>
              </p:cNvPr>
              <p:cNvSpPr txBox="1"/>
              <p:nvPr/>
            </p:nvSpPr>
            <p:spPr>
              <a:xfrm>
                <a:off x="6828427" y="4381694"/>
                <a:ext cx="2743201" cy="724358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</a:rPr>
                  <a:t>文化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f9198ad-46ef-44fe-b808-3048209029d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剧情梗概</a:t>
            </a:r>
            <a:endParaRPr lang="en-US" dirty="0"/>
          </a:p>
        </p:txBody>
      </p:sp>
      <p:sp>
        <p:nvSpPr>
          <p:cNvPr id="25" name="文本占位符 24" descr="8d2fb86b-9385-4f81-9215-cfa24f028e7a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跟随米格的冒险旅程，了解电影的主要情节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米格的梦想</a:t>
            </a:r>
            <a:endParaRPr lang="en-US" dirty="0"/>
          </a:p>
        </p:txBody>
      </p:sp>
      <p:grpSp>
        <p:nvGrpSpPr>
          <p:cNvPr id="179" name="97f26c8d-2a97-4c20-9777-2e5a24452b2a.source.4.zh-Hans.pptx" descr="f5e6ff5a-7a5a-4611-9949-40b21d428e18">
            <a:extLst>
              <a:ext uri="{FF2B5EF4-FFF2-40B4-BE49-F238E27FC236}">
                <a16:creationId xmlns:a16="http://schemas.microsoft.com/office/drawing/2014/main" id="{1DB021C0-4282-462C-8728-312E8AAE6DA1}"/>
              </a:ext>
            </a:extLst>
          </p:cNvPr>
          <p:cNvGrpSpPr/>
          <p:nvPr/>
        </p:nvGrpSpPr>
        <p:grpSpPr>
          <a:xfrm>
            <a:off x="660400" y="1130300"/>
            <a:ext cx="10563861" cy="5035550"/>
            <a:chOff x="660400" y="1130300"/>
            <a:chExt cx="10563861" cy="5035550"/>
          </a:xfrm>
        </p:grpSpPr>
        <p:sp>
          <p:nvSpPr>
            <p:cNvPr id="5" name="Title" descr="9d76cd05-a72c-4ccb-b159-5600dcaab2ca">
              <a:extLst>
                <a:ext uri="{FF2B5EF4-FFF2-40B4-BE49-F238E27FC236}">
                  <a16:creationId xmlns:a16="http://schemas.microsoft.com/office/drawing/2014/main" id="{149DF3FF-9FB5-E41F-4D07-452D913E38B0}"/>
                </a:ext>
              </a:extLst>
            </p:cNvPr>
            <p:cNvSpPr txBox="1"/>
            <p:nvPr/>
          </p:nvSpPr>
          <p:spPr>
            <a:xfrm>
              <a:off x="660400" y="1130300"/>
              <a:ext cx="5100320" cy="1065810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r>
                <a:rPr lang="zh-CN" altLang="en-US" sz="2400" b="1" dirty="0"/>
                <a:t>米格对音乐的执着追求</a:t>
              </a:r>
              <a:endParaRPr lang="en-US" dirty="0"/>
            </a:p>
          </p:txBody>
        </p:sp>
        <p:grpSp>
          <p:nvGrpSpPr>
            <p:cNvPr id="174" name="组合 173" descr="fde82b50-3e88-48a7-a4fd-0173572ee2f4">
              <a:extLst>
                <a:ext uri="{FF2B5EF4-FFF2-40B4-BE49-F238E27FC236}">
                  <a16:creationId xmlns:a16="http://schemas.microsoft.com/office/drawing/2014/main" id="{8D0C485C-B828-9831-85C0-BD1D7316278C}"/>
                </a:ext>
              </a:extLst>
            </p:cNvPr>
            <p:cNvGrpSpPr/>
            <p:nvPr/>
          </p:nvGrpSpPr>
          <p:grpSpPr>
            <a:xfrm>
              <a:off x="5500903" y="2293881"/>
              <a:ext cx="2670200" cy="1539397"/>
              <a:chOff x="5500903" y="2293881"/>
              <a:chExt cx="2670200" cy="1539397"/>
            </a:xfrm>
          </p:grpSpPr>
          <p:sp>
            <p:nvSpPr>
              <p:cNvPr id="8" name="Bullet1" descr="7d4cc787-1ac3-44d6-b357-0e15e1ab7421">
                <a:extLst>
                  <a:ext uri="{FF2B5EF4-FFF2-40B4-BE49-F238E27FC236}">
                    <a16:creationId xmlns:a16="http://schemas.microsoft.com/office/drawing/2014/main" id="{B5BDD730-5BB1-ABFB-95F5-E3433AA93C8A}"/>
                  </a:ext>
                </a:extLst>
              </p:cNvPr>
              <p:cNvSpPr txBox="1"/>
              <p:nvPr/>
            </p:nvSpPr>
            <p:spPr>
              <a:xfrm>
                <a:off x="5500903" y="2293881"/>
                <a:ext cx="2670200" cy="553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b="1" dirty="0"/>
                  <a:t>米格的音乐梦</a:t>
                </a:r>
                <a:endParaRPr lang="en-US" dirty="0"/>
              </a:p>
            </p:txBody>
          </p:sp>
          <p:sp>
            <p:nvSpPr>
              <p:cNvPr id="9" name="Text1" descr="c72aebc7-99f5-43cc-8a6f-c6430338494d">
                <a:extLst>
                  <a:ext uri="{FF2B5EF4-FFF2-40B4-BE49-F238E27FC236}">
                    <a16:creationId xmlns:a16="http://schemas.microsoft.com/office/drawing/2014/main" id="{940EA8B7-4CC6-B11A-5D74-BAF9C124A6B1}"/>
                  </a:ext>
                </a:extLst>
              </p:cNvPr>
              <p:cNvSpPr txBox="1"/>
              <p:nvPr/>
            </p:nvSpPr>
            <p:spPr>
              <a:xfrm>
                <a:off x="5500903" y="2847130"/>
                <a:ext cx="2670200" cy="9861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米格从小就热爱音乐，梦想成为一名伟大的音乐家，但他的家族却禁止音乐。</a:t>
                </a:r>
                <a:endParaRPr lang="en-US" dirty="0"/>
              </a:p>
            </p:txBody>
          </p:sp>
        </p:grpSp>
        <p:grpSp>
          <p:nvGrpSpPr>
            <p:cNvPr id="175" name="组合 174" descr="ac33b68a-89a7-47ab-9310-109504af1819">
              <a:extLst>
                <a:ext uri="{FF2B5EF4-FFF2-40B4-BE49-F238E27FC236}">
                  <a16:creationId xmlns:a16="http://schemas.microsoft.com/office/drawing/2014/main" id="{AD42FBD4-A373-15EB-F5C7-17953C767112}"/>
                </a:ext>
              </a:extLst>
            </p:cNvPr>
            <p:cNvGrpSpPr/>
            <p:nvPr/>
          </p:nvGrpSpPr>
          <p:grpSpPr>
            <a:xfrm>
              <a:off x="8554061" y="2293881"/>
              <a:ext cx="2670200" cy="1539397"/>
              <a:chOff x="8554061" y="2293881"/>
              <a:chExt cx="2670200" cy="1539397"/>
            </a:xfrm>
          </p:grpSpPr>
          <p:sp>
            <p:nvSpPr>
              <p:cNvPr id="10" name="Bullet2" descr="e7c352a5-16ed-4591-a422-336ce0b47417">
                <a:extLst>
                  <a:ext uri="{FF2B5EF4-FFF2-40B4-BE49-F238E27FC236}">
                    <a16:creationId xmlns:a16="http://schemas.microsoft.com/office/drawing/2014/main" id="{77439AD2-C1B3-9D40-C8D2-16C903E62263}"/>
                  </a:ext>
                </a:extLst>
              </p:cNvPr>
              <p:cNvSpPr txBox="1"/>
              <p:nvPr/>
            </p:nvSpPr>
            <p:spPr>
              <a:xfrm>
                <a:off x="8554061" y="2293881"/>
                <a:ext cx="2670200" cy="553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b="1" dirty="0"/>
                  <a:t>家族禁令</a:t>
                </a:r>
                <a:endParaRPr lang="en-US" dirty="0"/>
              </a:p>
            </p:txBody>
          </p:sp>
          <p:sp>
            <p:nvSpPr>
              <p:cNvPr id="11" name="Text2" descr="1c7eded7-7fc1-4929-aba4-89cc247072ba">
                <a:extLst>
                  <a:ext uri="{FF2B5EF4-FFF2-40B4-BE49-F238E27FC236}">
                    <a16:creationId xmlns:a16="http://schemas.microsoft.com/office/drawing/2014/main" id="{301ACE6C-C7E6-7709-CCF4-B1D767D2449F}"/>
                  </a:ext>
                </a:extLst>
              </p:cNvPr>
              <p:cNvSpPr txBox="1"/>
              <p:nvPr/>
            </p:nvSpPr>
            <p:spPr>
              <a:xfrm>
                <a:off x="8554061" y="2847130"/>
                <a:ext cx="2670200" cy="9861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米格的家族认为音乐带来了不幸，因此禁止家族成员接触音乐，这让米格很苦恼。</a:t>
                </a:r>
                <a:endParaRPr lang="en-US" dirty="0"/>
              </a:p>
            </p:txBody>
          </p:sp>
        </p:grpSp>
        <p:grpSp>
          <p:nvGrpSpPr>
            <p:cNvPr id="176" name="组合 175" descr="c7c3f204-0bce-4cdd-b18d-2250a35d152f">
              <a:extLst>
                <a:ext uri="{FF2B5EF4-FFF2-40B4-BE49-F238E27FC236}">
                  <a16:creationId xmlns:a16="http://schemas.microsoft.com/office/drawing/2014/main" id="{F58C856D-5761-4C0E-AEF0-260514746271}"/>
                </a:ext>
              </a:extLst>
            </p:cNvPr>
            <p:cNvGrpSpPr/>
            <p:nvPr/>
          </p:nvGrpSpPr>
          <p:grpSpPr>
            <a:xfrm>
              <a:off x="5500903" y="4239614"/>
              <a:ext cx="2670200" cy="1539397"/>
              <a:chOff x="5500903" y="4239614"/>
              <a:chExt cx="2670200" cy="1539397"/>
            </a:xfrm>
          </p:grpSpPr>
          <p:sp>
            <p:nvSpPr>
              <p:cNvPr id="12" name="Bullet3" descr="95801a94-c1a9-4fb7-8997-aa55c1d61469">
                <a:extLst>
                  <a:ext uri="{FF2B5EF4-FFF2-40B4-BE49-F238E27FC236}">
                    <a16:creationId xmlns:a16="http://schemas.microsoft.com/office/drawing/2014/main" id="{E639CEF9-46AA-54AB-CBCF-0FE0B2DCFEC7}"/>
                  </a:ext>
                </a:extLst>
              </p:cNvPr>
              <p:cNvSpPr txBox="1"/>
              <p:nvPr/>
            </p:nvSpPr>
            <p:spPr>
              <a:xfrm>
                <a:off x="5500903" y="4239614"/>
                <a:ext cx="2670200" cy="553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b="1" dirty="0"/>
                  <a:t>偶像德拉库斯</a:t>
                </a:r>
                <a:endParaRPr lang="en-US" dirty="0"/>
              </a:p>
            </p:txBody>
          </p:sp>
          <p:sp>
            <p:nvSpPr>
              <p:cNvPr id="13" name="Text3" descr="21e31579-8403-41e8-ab1d-85c549408525">
                <a:extLst>
                  <a:ext uri="{FF2B5EF4-FFF2-40B4-BE49-F238E27FC236}">
                    <a16:creationId xmlns:a16="http://schemas.microsoft.com/office/drawing/2014/main" id="{1CD7EAAA-EA68-AB8A-C39E-77D1CEF8277F}"/>
                  </a:ext>
                </a:extLst>
              </p:cNvPr>
              <p:cNvSpPr txBox="1"/>
              <p:nvPr/>
            </p:nvSpPr>
            <p:spPr>
              <a:xfrm>
                <a:off x="5500903" y="4792863"/>
                <a:ext cx="2670200" cy="9861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米格将德拉库斯视为自己的偶像，渴望像他一样在音乐上取得巨大的成功。</a:t>
                </a:r>
                <a:endParaRPr lang="en-US" dirty="0"/>
              </a:p>
            </p:txBody>
          </p:sp>
        </p:grpSp>
        <p:grpSp>
          <p:nvGrpSpPr>
            <p:cNvPr id="177" name="组合 176" descr="d26b523c-62a9-4a2c-bd60-b63ad4ac2906">
              <a:extLst>
                <a:ext uri="{FF2B5EF4-FFF2-40B4-BE49-F238E27FC236}">
                  <a16:creationId xmlns:a16="http://schemas.microsoft.com/office/drawing/2014/main" id="{5645393E-49C1-03AB-CE23-43657FD3C252}"/>
                </a:ext>
              </a:extLst>
            </p:cNvPr>
            <p:cNvGrpSpPr/>
            <p:nvPr/>
          </p:nvGrpSpPr>
          <p:grpSpPr>
            <a:xfrm>
              <a:off x="8554061" y="4239614"/>
              <a:ext cx="2670200" cy="1539397"/>
              <a:chOff x="8554061" y="4239614"/>
              <a:chExt cx="2670200" cy="1539397"/>
            </a:xfrm>
          </p:grpSpPr>
          <p:sp>
            <p:nvSpPr>
              <p:cNvPr id="14" name="Bullet4" descr="769741d3-22a7-4702-b2a1-b19314e685e2">
                <a:extLst>
                  <a:ext uri="{FF2B5EF4-FFF2-40B4-BE49-F238E27FC236}">
                    <a16:creationId xmlns:a16="http://schemas.microsoft.com/office/drawing/2014/main" id="{3A4C7FAA-2843-9D4D-C8DD-6C8A2043CBBC}"/>
                  </a:ext>
                </a:extLst>
              </p:cNvPr>
              <p:cNvSpPr txBox="1"/>
              <p:nvPr/>
            </p:nvSpPr>
            <p:spPr>
              <a:xfrm>
                <a:off x="8554061" y="4239614"/>
                <a:ext cx="2670200" cy="553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b="1" dirty="0"/>
                  <a:t>偷吉他</a:t>
                </a:r>
                <a:endParaRPr lang="en-US" dirty="0"/>
              </a:p>
            </p:txBody>
          </p:sp>
          <p:sp>
            <p:nvSpPr>
              <p:cNvPr id="15" name="Text4" descr="196455e8-73de-4193-b417-737fe08cb632">
                <a:extLst>
                  <a:ext uri="{FF2B5EF4-FFF2-40B4-BE49-F238E27FC236}">
                    <a16:creationId xmlns:a16="http://schemas.microsoft.com/office/drawing/2014/main" id="{6B7866F2-ED80-078E-9ADC-C6F354F280F3}"/>
                  </a:ext>
                </a:extLst>
              </p:cNvPr>
              <p:cNvSpPr txBox="1"/>
              <p:nvPr/>
            </p:nvSpPr>
            <p:spPr>
              <a:xfrm>
                <a:off x="8554061" y="4792863"/>
                <a:ext cx="2670200" cy="9861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为了参加音乐比赛，米格偷偷拿走了曾曾祖父的吉他，却因此踏上了神秘的亡灵世界。</a:t>
                </a:r>
                <a:endParaRPr lang="en-US" dirty="0"/>
              </a:p>
            </p:txBody>
          </p:sp>
        </p:grpSp>
        <p:grpSp>
          <p:nvGrpSpPr>
            <p:cNvPr id="178" name="组合 177" descr="a28ec77a-36da-4e82-9a85-d5abe8ccaf8c">
              <a:extLst>
                <a:ext uri="{FF2B5EF4-FFF2-40B4-BE49-F238E27FC236}">
                  <a16:creationId xmlns:a16="http://schemas.microsoft.com/office/drawing/2014/main" id="{A9A41172-9F03-1D4F-4225-2DE86D09D204}"/>
                </a:ext>
              </a:extLst>
            </p:cNvPr>
            <p:cNvGrpSpPr/>
            <p:nvPr/>
          </p:nvGrpSpPr>
          <p:grpSpPr>
            <a:xfrm>
              <a:off x="660400" y="2437572"/>
              <a:ext cx="3670298" cy="3728278"/>
              <a:chOff x="660400" y="2437572"/>
              <a:chExt cx="3670298" cy="3728278"/>
            </a:xfrm>
          </p:grpSpPr>
          <p:sp>
            <p:nvSpPr>
              <p:cNvPr id="3" name="任意多边形: 形状 1" descr="7f163852-efd7-4df2-9be7-8699c64a567c">
                <a:extLst>
                  <a:ext uri="{FF2B5EF4-FFF2-40B4-BE49-F238E27FC236}">
                    <a16:creationId xmlns:a16="http://schemas.microsoft.com/office/drawing/2014/main" id="{E4BCDF5B-A4BA-62A8-06E3-C0221BC9B306}"/>
                  </a:ext>
                </a:extLst>
              </p:cNvPr>
              <p:cNvSpPr/>
              <p:nvPr/>
            </p:nvSpPr>
            <p:spPr>
              <a:xfrm flipH="1">
                <a:off x="660400" y="2437572"/>
                <a:ext cx="3670298" cy="3728278"/>
              </a:xfrm>
              <a:custGeom>
                <a:avLst/>
                <a:gdLst>
                  <a:gd name="connsiteX0" fmla="*/ 4064832 w 4166731"/>
                  <a:gd name="connsiteY0" fmla="*/ 2590099 h 4264962"/>
                  <a:gd name="connsiteX1" fmla="*/ 3483386 w 4166731"/>
                  <a:gd name="connsiteY1" fmla="*/ 1868957 h 4264962"/>
                  <a:gd name="connsiteX2" fmla="*/ 3458312 w 4166731"/>
                  <a:gd name="connsiteY2" fmla="*/ 1850130 h 4264962"/>
                  <a:gd name="connsiteX3" fmla="*/ 3131936 w 4166731"/>
                  <a:gd name="connsiteY3" fmla="*/ 1639044 h 4264962"/>
                  <a:gd name="connsiteX4" fmla="*/ 3144681 w 4166731"/>
                  <a:gd name="connsiteY4" fmla="*/ 1414879 h 4264962"/>
                  <a:gd name="connsiteX5" fmla="*/ 3287960 w 4166731"/>
                  <a:gd name="connsiteY5" fmla="*/ 1316500 h 4264962"/>
                  <a:gd name="connsiteX6" fmla="*/ 3368429 w 4166731"/>
                  <a:gd name="connsiteY6" fmla="*/ 1058598 h 4264962"/>
                  <a:gd name="connsiteX7" fmla="*/ 3361099 w 4166731"/>
                  <a:gd name="connsiteY7" fmla="*/ 1017030 h 4264962"/>
                  <a:gd name="connsiteX8" fmla="*/ 3449815 w 4166731"/>
                  <a:gd name="connsiteY8" fmla="*/ 726807 h 4264962"/>
                  <a:gd name="connsiteX9" fmla="*/ 3384340 w 4166731"/>
                  <a:gd name="connsiteY9" fmla="*/ 336705 h 4264962"/>
                  <a:gd name="connsiteX10" fmla="*/ 3131436 w 4166731"/>
                  <a:gd name="connsiteY10" fmla="*/ 150110 h 4264962"/>
                  <a:gd name="connsiteX11" fmla="*/ 2975912 w 4166731"/>
                  <a:gd name="connsiteY11" fmla="*/ 101378 h 4264962"/>
                  <a:gd name="connsiteX12" fmla="*/ 2886779 w 4166731"/>
                  <a:gd name="connsiteY12" fmla="*/ 75638 h 4264962"/>
                  <a:gd name="connsiteX13" fmla="*/ 2884447 w 4166731"/>
                  <a:gd name="connsiteY13" fmla="*/ 74888 h 4264962"/>
                  <a:gd name="connsiteX14" fmla="*/ 2530331 w 4166731"/>
                  <a:gd name="connsiteY14" fmla="*/ 1000 h 4264962"/>
                  <a:gd name="connsiteX15" fmla="*/ 2486015 w 4166731"/>
                  <a:gd name="connsiteY15" fmla="*/ 0 h 4264962"/>
                  <a:gd name="connsiteX16" fmla="*/ 2328158 w 4166731"/>
                  <a:gd name="connsiteY16" fmla="*/ 12412 h 4264962"/>
                  <a:gd name="connsiteX17" fmla="*/ 2053179 w 4166731"/>
                  <a:gd name="connsiteY17" fmla="*/ 110458 h 4264962"/>
                  <a:gd name="connsiteX18" fmla="*/ 1896655 w 4166731"/>
                  <a:gd name="connsiteY18" fmla="*/ 245157 h 4264962"/>
                  <a:gd name="connsiteX19" fmla="*/ 1786864 w 4166731"/>
                  <a:gd name="connsiteY19" fmla="*/ 386270 h 4264962"/>
                  <a:gd name="connsiteX20" fmla="*/ 1761623 w 4166731"/>
                  <a:gd name="connsiteY20" fmla="*/ 422006 h 4264962"/>
                  <a:gd name="connsiteX21" fmla="*/ 1774202 w 4166731"/>
                  <a:gd name="connsiteY21" fmla="*/ 576531 h 4264962"/>
                  <a:gd name="connsiteX22" fmla="*/ 1875497 w 4166731"/>
                  <a:gd name="connsiteY22" fmla="*/ 648753 h 4264962"/>
                  <a:gd name="connsiteX23" fmla="*/ 1879745 w 4166731"/>
                  <a:gd name="connsiteY23" fmla="*/ 812525 h 4264962"/>
                  <a:gd name="connsiteX24" fmla="*/ 1888992 w 4166731"/>
                  <a:gd name="connsiteY24" fmla="*/ 911071 h 4264962"/>
                  <a:gd name="connsiteX25" fmla="*/ 1917148 w 4166731"/>
                  <a:gd name="connsiteY25" fmla="*/ 1221869 h 4264962"/>
                  <a:gd name="connsiteX26" fmla="*/ 1919313 w 4166731"/>
                  <a:gd name="connsiteY26" fmla="*/ 1258772 h 4264962"/>
                  <a:gd name="connsiteX27" fmla="*/ 1923395 w 4166731"/>
                  <a:gd name="connsiteY27" fmla="*/ 1319499 h 4264962"/>
                  <a:gd name="connsiteX28" fmla="*/ 1704478 w 4166731"/>
                  <a:gd name="connsiteY28" fmla="*/ 1107163 h 4264962"/>
                  <a:gd name="connsiteX29" fmla="*/ 1600934 w 4166731"/>
                  <a:gd name="connsiteY29" fmla="*/ 1018113 h 4264962"/>
                  <a:gd name="connsiteX30" fmla="*/ 1664077 w 4166731"/>
                  <a:gd name="connsiteY30" fmla="*/ 469572 h 4264962"/>
                  <a:gd name="connsiteX31" fmla="*/ 1400677 w 4166731"/>
                  <a:gd name="connsiteY31" fmla="*/ 329708 h 4264962"/>
                  <a:gd name="connsiteX32" fmla="*/ 957762 w 4166731"/>
                  <a:gd name="connsiteY32" fmla="*/ 498977 h 4264962"/>
                  <a:gd name="connsiteX33" fmla="*/ 514847 w 4166731"/>
                  <a:gd name="connsiteY33" fmla="*/ 329708 h 4264962"/>
                  <a:gd name="connsiteX34" fmla="*/ 251447 w 4166731"/>
                  <a:gd name="connsiteY34" fmla="*/ 469572 h 4264962"/>
                  <a:gd name="connsiteX35" fmla="*/ 339747 w 4166731"/>
                  <a:gd name="connsiteY35" fmla="*/ 1062929 h 4264962"/>
                  <a:gd name="connsiteX36" fmla="*/ 215127 w 4166731"/>
                  <a:gd name="connsiteY36" fmla="*/ 1274433 h 4264962"/>
                  <a:gd name="connsiteX37" fmla="*/ 149819 w 4166731"/>
                  <a:gd name="connsiteY37" fmla="*/ 1461861 h 4264962"/>
                  <a:gd name="connsiteX38" fmla="*/ 110417 w 4166731"/>
                  <a:gd name="connsiteY38" fmla="*/ 1898862 h 4264962"/>
                  <a:gd name="connsiteX39" fmla="*/ 67517 w 4166731"/>
                  <a:gd name="connsiteY39" fmla="*/ 1919687 h 4264962"/>
                  <a:gd name="connsiteX40" fmla="*/ 876 w 4166731"/>
                  <a:gd name="connsiteY40" fmla="*/ 2041891 h 4264962"/>
                  <a:gd name="connsiteX41" fmla="*/ 127078 w 4166731"/>
                  <a:gd name="connsiteY41" fmla="*/ 2650993 h 4264962"/>
                  <a:gd name="connsiteX42" fmla="*/ 669205 w 4166731"/>
                  <a:gd name="connsiteY42" fmla="*/ 3326903 h 4264962"/>
                  <a:gd name="connsiteX43" fmla="*/ 682117 w 4166731"/>
                  <a:gd name="connsiteY43" fmla="*/ 3326653 h 4264962"/>
                  <a:gd name="connsiteX44" fmla="*/ 1293551 w 4166731"/>
                  <a:gd name="connsiteY44" fmla="*/ 3236270 h 4264962"/>
                  <a:gd name="connsiteX45" fmla="*/ 1277224 w 4166731"/>
                  <a:gd name="connsiteY45" fmla="*/ 3372219 h 4264962"/>
                  <a:gd name="connsiteX46" fmla="*/ 1232658 w 4166731"/>
                  <a:gd name="connsiteY46" fmla="*/ 3438360 h 4264962"/>
                  <a:gd name="connsiteX47" fmla="*/ 1230492 w 4166731"/>
                  <a:gd name="connsiteY47" fmla="*/ 3447190 h 4264962"/>
                  <a:gd name="connsiteX48" fmla="*/ 1111787 w 4166731"/>
                  <a:gd name="connsiteY48" fmla="*/ 3621207 h 4264962"/>
                  <a:gd name="connsiteX49" fmla="*/ 1013158 w 4166731"/>
                  <a:gd name="connsiteY49" fmla="*/ 3743827 h 4264962"/>
                  <a:gd name="connsiteX50" fmla="*/ 1132446 w 4166731"/>
                  <a:gd name="connsiteY50" fmla="*/ 3858201 h 4264962"/>
                  <a:gd name="connsiteX51" fmla="*/ 1213332 w 4166731"/>
                  <a:gd name="connsiteY51" fmla="*/ 3903267 h 4264962"/>
                  <a:gd name="connsiteX52" fmla="*/ 1186009 w 4166731"/>
                  <a:gd name="connsiteY52" fmla="*/ 4130764 h 4264962"/>
                  <a:gd name="connsiteX53" fmla="*/ 1215331 w 4166731"/>
                  <a:gd name="connsiteY53" fmla="*/ 4224645 h 4264962"/>
                  <a:gd name="connsiteX54" fmla="*/ 1304963 w 4166731"/>
                  <a:gd name="connsiteY54" fmla="*/ 4264963 h 4264962"/>
                  <a:gd name="connsiteX55" fmla="*/ 4038841 w 4166731"/>
                  <a:gd name="connsiteY55" fmla="*/ 4264963 h 4264962"/>
                  <a:gd name="connsiteX56" fmla="*/ 4158629 w 4166731"/>
                  <a:gd name="connsiteY56" fmla="*/ 4149590 h 4264962"/>
                  <a:gd name="connsiteX57" fmla="*/ 4064748 w 4166731"/>
                  <a:gd name="connsiteY57" fmla="*/ 2590016 h 426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4166731" h="4264962">
                    <a:moveTo>
                      <a:pt x="4064832" y="2590099"/>
                    </a:moveTo>
                    <a:cubicBezTo>
                      <a:pt x="3997107" y="2350190"/>
                      <a:pt x="3801598" y="2107616"/>
                      <a:pt x="3483386" y="1868957"/>
                    </a:cubicBezTo>
                    <a:cubicBezTo>
                      <a:pt x="3483386" y="1868957"/>
                      <a:pt x="3458895" y="1850547"/>
                      <a:pt x="3458312" y="1850130"/>
                    </a:cubicBezTo>
                    <a:cubicBezTo>
                      <a:pt x="3325862" y="1753001"/>
                      <a:pt x="3204492" y="1680112"/>
                      <a:pt x="3131936" y="1639044"/>
                    </a:cubicBezTo>
                    <a:lnTo>
                      <a:pt x="3144681" y="1414879"/>
                    </a:lnTo>
                    <a:cubicBezTo>
                      <a:pt x="3199744" y="1395303"/>
                      <a:pt x="3249475" y="1361566"/>
                      <a:pt x="3287960" y="1316500"/>
                    </a:cubicBezTo>
                    <a:cubicBezTo>
                      <a:pt x="3348937" y="1245777"/>
                      <a:pt x="3378259" y="1151646"/>
                      <a:pt x="3368429" y="1058598"/>
                    </a:cubicBezTo>
                    <a:cubicBezTo>
                      <a:pt x="3367013" y="1044686"/>
                      <a:pt x="3364514" y="1030775"/>
                      <a:pt x="3361099" y="1017030"/>
                    </a:cubicBezTo>
                    <a:cubicBezTo>
                      <a:pt x="3408664" y="907405"/>
                      <a:pt x="3436654" y="791116"/>
                      <a:pt x="3449815" y="726807"/>
                    </a:cubicBezTo>
                    <a:cubicBezTo>
                      <a:pt x="3479887" y="580113"/>
                      <a:pt x="3456646" y="441499"/>
                      <a:pt x="3384340" y="336705"/>
                    </a:cubicBezTo>
                    <a:cubicBezTo>
                      <a:pt x="3329444" y="257152"/>
                      <a:pt x="3244393" y="194426"/>
                      <a:pt x="3131436" y="150110"/>
                    </a:cubicBezTo>
                    <a:cubicBezTo>
                      <a:pt x="3078956" y="129534"/>
                      <a:pt x="3026559" y="115206"/>
                      <a:pt x="2975912" y="101378"/>
                    </a:cubicBezTo>
                    <a:cubicBezTo>
                      <a:pt x="2944757" y="92881"/>
                      <a:pt x="2915268" y="84801"/>
                      <a:pt x="2886779" y="75638"/>
                    </a:cubicBezTo>
                    <a:cubicBezTo>
                      <a:pt x="2886029" y="75388"/>
                      <a:pt x="2885280" y="75138"/>
                      <a:pt x="2884447" y="74888"/>
                    </a:cubicBezTo>
                    <a:cubicBezTo>
                      <a:pt x="2784984" y="35403"/>
                      <a:pt x="2644538" y="5998"/>
                      <a:pt x="2530331" y="1000"/>
                    </a:cubicBezTo>
                    <a:cubicBezTo>
                      <a:pt x="2515587" y="333"/>
                      <a:pt x="2500759" y="0"/>
                      <a:pt x="2486015" y="0"/>
                    </a:cubicBezTo>
                    <a:cubicBezTo>
                      <a:pt x="2433285" y="0"/>
                      <a:pt x="2380138" y="4165"/>
                      <a:pt x="2328158" y="12412"/>
                    </a:cubicBezTo>
                    <a:cubicBezTo>
                      <a:pt x="2221782" y="29239"/>
                      <a:pt x="2129234" y="62226"/>
                      <a:pt x="2053179" y="110458"/>
                    </a:cubicBezTo>
                    <a:cubicBezTo>
                      <a:pt x="1987454" y="152109"/>
                      <a:pt x="1934974" y="204339"/>
                      <a:pt x="1896655" y="245157"/>
                    </a:cubicBezTo>
                    <a:cubicBezTo>
                      <a:pt x="1853672" y="290889"/>
                      <a:pt x="1819684" y="339371"/>
                      <a:pt x="1786864" y="386270"/>
                    </a:cubicBezTo>
                    <a:cubicBezTo>
                      <a:pt x="1778534" y="398182"/>
                      <a:pt x="1770120" y="410178"/>
                      <a:pt x="1761623" y="422006"/>
                    </a:cubicBezTo>
                    <a:cubicBezTo>
                      <a:pt x="1727470" y="469655"/>
                      <a:pt x="1732801" y="535047"/>
                      <a:pt x="1774202" y="576531"/>
                    </a:cubicBezTo>
                    <a:cubicBezTo>
                      <a:pt x="1803274" y="605603"/>
                      <a:pt x="1837428" y="629844"/>
                      <a:pt x="1875497" y="648753"/>
                    </a:cubicBezTo>
                    <a:cubicBezTo>
                      <a:pt x="1870415" y="703233"/>
                      <a:pt x="1871831" y="758045"/>
                      <a:pt x="1879745" y="812525"/>
                    </a:cubicBezTo>
                    <a:lnTo>
                      <a:pt x="1888992" y="911071"/>
                    </a:lnTo>
                    <a:cubicBezTo>
                      <a:pt x="1898571" y="1013115"/>
                      <a:pt x="1908484" y="1118575"/>
                      <a:pt x="1917148" y="1221869"/>
                    </a:cubicBezTo>
                    <a:cubicBezTo>
                      <a:pt x="1918147" y="1233865"/>
                      <a:pt x="1918730" y="1246276"/>
                      <a:pt x="1919313" y="1258772"/>
                    </a:cubicBezTo>
                    <a:cubicBezTo>
                      <a:pt x="1920230" y="1277431"/>
                      <a:pt x="1921229" y="1297924"/>
                      <a:pt x="1923395" y="1319499"/>
                    </a:cubicBezTo>
                    <a:cubicBezTo>
                      <a:pt x="1885826" y="1311335"/>
                      <a:pt x="1782949" y="1274266"/>
                      <a:pt x="1704478" y="1107163"/>
                    </a:cubicBezTo>
                    <a:cubicBezTo>
                      <a:pt x="1691900" y="1059348"/>
                      <a:pt x="1650999" y="1023278"/>
                      <a:pt x="1600934" y="1018113"/>
                    </a:cubicBezTo>
                    <a:cubicBezTo>
                      <a:pt x="1723221" y="822438"/>
                      <a:pt x="1767704" y="633426"/>
                      <a:pt x="1664077" y="469572"/>
                    </a:cubicBezTo>
                    <a:cubicBezTo>
                      <a:pt x="1607015" y="379356"/>
                      <a:pt x="1513468" y="329708"/>
                      <a:pt x="1400677" y="329708"/>
                    </a:cubicBezTo>
                    <a:cubicBezTo>
                      <a:pt x="1239655" y="329708"/>
                      <a:pt x="1059307" y="431586"/>
                      <a:pt x="957762" y="498977"/>
                    </a:cubicBezTo>
                    <a:cubicBezTo>
                      <a:pt x="856217" y="431586"/>
                      <a:pt x="675952" y="329708"/>
                      <a:pt x="514847" y="329708"/>
                    </a:cubicBezTo>
                    <a:cubicBezTo>
                      <a:pt x="402056" y="329708"/>
                      <a:pt x="308509" y="379356"/>
                      <a:pt x="251447" y="469572"/>
                    </a:cubicBezTo>
                    <a:cubicBezTo>
                      <a:pt x="123579" y="671828"/>
                      <a:pt x="231705" y="904073"/>
                      <a:pt x="339747" y="1062929"/>
                    </a:cubicBezTo>
                    <a:cubicBezTo>
                      <a:pt x="274355" y="1121907"/>
                      <a:pt x="234787" y="1216038"/>
                      <a:pt x="215127" y="1274433"/>
                    </a:cubicBezTo>
                    <a:cubicBezTo>
                      <a:pt x="193136" y="1309169"/>
                      <a:pt x="172727" y="1365231"/>
                      <a:pt x="149819" y="1461861"/>
                    </a:cubicBezTo>
                    <a:cubicBezTo>
                      <a:pt x="127328" y="1556575"/>
                      <a:pt x="116082" y="1739756"/>
                      <a:pt x="110417" y="1898862"/>
                    </a:cubicBezTo>
                    <a:lnTo>
                      <a:pt x="67517" y="1919687"/>
                    </a:lnTo>
                    <a:cubicBezTo>
                      <a:pt x="21534" y="1942012"/>
                      <a:pt x="-5289" y="1991077"/>
                      <a:pt x="876" y="2041891"/>
                    </a:cubicBezTo>
                    <a:cubicBezTo>
                      <a:pt x="2375" y="2054303"/>
                      <a:pt x="38778" y="2350107"/>
                      <a:pt x="127078" y="2650993"/>
                    </a:cubicBezTo>
                    <a:cubicBezTo>
                      <a:pt x="260527" y="3105820"/>
                      <a:pt x="437793" y="3326903"/>
                      <a:pt x="669205" y="3326903"/>
                    </a:cubicBezTo>
                    <a:cubicBezTo>
                      <a:pt x="673453" y="3326903"/>
                      <a:pt x="677702" y="3326903"/>
                      <a:pt x="682117" y="3326653"/>
                    </a:cubicBezTo>
                    <a:cubicBezTo>
                      <a:pt x="867213" y="3319239"/>
                      <a:pt x="1096459" y="3278837"/>
                      <a:pt x="1293551" y="3236270"/>
                    </a:cubicBezTo>
                    <a:lnTo>
                      <a:pt x="1277224" y="3372219"/>
                    </a:lnTo>
                    <a:cubicBezTo>
                      <a:pt x="1255815" y="3388129"/>
                      <a:pt x="1239738" y="3411121"/>
                      <a:pt x="1232658" y="3438360"/>
                    </a:cubicBezTo>
                    <a:cubicBezTo>
                      <a:pt x="1231825" y="3441276"/>
                      <a:pt x="1231158" y="3444191"/>
                      <a:pt x="1230492" y="3447190"/>
                    </a:cubicBezTo>
                    <a:cubicBezTo>
                      <a:pt x="1197671" y="3584471"/>
                      <a:pt x="1125365" y="3616376"/>
                      <a:pt x="1111787" y="3621207"/>
                    </a:cubicBezTo>
                    <a:cubicBezTo>
                      <a:pt x="1051060" y="3629621"/>
                      <a:pt x="1010742" y="3682184"/>
                      <a:pt x="1013158" y="3743827"/>
                    </a:cubicBezTo>
                    <a:cubicBezTo>
                      <a:pt x="1015573" y="3806221"/>
                      <a:pt x="1070136" y="3855535"/>
                      <a:pt x="1132446" y="3858201"/>
                    </a:cubicBezTo>
                    <a:cubicBezTo>
                      <a:pt x="1154687" y="3859117"/>
                      <a:pt x="1183426" y="3875444"/>
                      <a:pt x="1213332" y="3903267"/>
                    </a:cubicBezTo>
                    <a:lnTo>
                      <a:pt x="1186009" y="4130764"/>
                    </a:lnTo>
                    <a:cubicBezTo>
                      <a:pt x="1181927" y="4164834"/>
                      <a:pt x="1192589" y="4198988"/>
                      <a:pt x="1215331" y="4224645"/>
                    </a:cubicBezTo>
                    <a:cubicBezTo>
                      <a:pt x="1238072" y="4250302"/>
                      <a:pt x="1270726" y="4264963"/>
                      <a:pt x="1304963" y="4264963"/>
                    </a:cubicBezTo>
                    <a:lnTo>
                      <a:pt x="4038841" y="4264963"/>
                    </a:lnTo>
                    <a:cubicBezTo>
                      <a:pt x="4103317" y="4264963"/>
                      <a:pt x="4156214" y="4213982"/>
                      <a:pt x="4158629" y="4149590"/>
                    </a:cubicBezTo>
                    <a:cubicBezTo>
                      <a:pt x="4170874" y="3824297"/>
                      <a:pt x="4186119" y="3021102"/>
                      <a:pt x="4064748" y="25900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2" name="任意多边形: 形状 161" descr="99a3dbbc-4605-4bde-b414-fb670baf292e">
                <a:extLst>
                  <a:ext uri="{FF2B5EF4-FFF2-40B4-BE49-F238E27FC236}">
                    <a16:creationId xmlns:a16="http://schemas.microsoft.com/office/drawing/2014/main" id="{95EDFD88-21EC-9815-61F6-CF4521250C8D}"/>
                  </a:ext>
                </a:extLst>
              </p:cNvPr>
              <p:cNvSpPr/>
              <p:nvPr/>
            </p:nvSpPr>
            <p:spPr>
              <a:xfrm flipH="1">
                <a:off x="2909944" y="2832703"/>
                <a:ext cx="1135171" cy="960763"/>
              </a:xfrm>
              <a:custGeom>
                <a:avLst/>
                <a:gdLst>
                  <a:gd name="connsiteX0" fmla="*/ 1249569 w 1288711"/>
                  <a:gd name="connsiteY0" fmla="*/ 84118 h 1099065"/>
                  <a:gd name="connsiteX1" fmla="*/ 644549 w 1288711"/>
                  <a:gd name="connsiteY1" fmla="*/ 196242 h 1099065"/>
                  <a:gd name="connsiteX2" fmla="*/ 39529 w 1288711"/>
                  <a:gd name="connsiteY2" fmla="*/ 84118 h 1099065"/>
                  <a:gd name="connsiteX3" fmla="*/ 638384 w 1288711"/>
                  <a:gd name="connsiteY3" fmla="*/ 1094900 h 1099065"/>
                  <a:gd name="connsiteX4" fmla="*/ 642716 w 1288711"/>
                  <a:gd name="connsiteY4" fmla="*/ 1099065 h 1099065"/>
                  <a:gd name="connsiteX5" fmla="*/ 646381 w 1288711"/>
                  <a:gd name="connsiteY5" fmla="*/ 1095733 h 1099065"/>
                  <a:gd name="connsiteX6" fmla="*/ 1249569 w 1288711"/>
                  <a:gd name="connsiteY6" fmla="*/ 84118 h 1099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8711" h="1099065">
                    <a:moveTo>
                      <a:pt x="1249569" y="84118"/>
                    </a:moveTo>
                    <a:cubicBezTo>
                      <a:pt x="1102541" y="-148377"/>
                      <a:pt x="675537" y="172584"/>
                      <a:pt x="644549" y="196242"/>
                    </a:cubicBezTo>
                    <a:cubicBezTo>
                      <a:pt x="613644" y="172501"/>
                      <a:pt x="186556" y="-148461"/>
                      <a:pt x="39529" y="84118"/>
                    </a:cubicBezTo>
                    <a:cubicBezTo>
                      <a:pt x="-112664" y="324776"/>
                      <a:pt x="193220" y="691720"/>
                      <a:pt x="638384" y="1094900"/>
                    </a:cubicBezTo>
                    <a:lnTo>
                      <a:pt x="642716" y="1099065"/>
                    </a:lnTo>
                    <a:cubicBezTo>
                      <a:pt x="643299" y="1098482"/>
                      <a:pt x="646381" y="1095733"/>
                      <a:pt x="646381" y="1095733"/>
                    </a:cubicBezTo>
                    <a:cubicBezTo>
                      <a:pt x="1091546" y="692470"/>
                      <a:pt x="1401678" y="324776"/>
                      <a:pt x="1249569" y="84118"/>
                    </a:cubicBezTo>
                    <a:close/>
                  </a:path>
                </a:pathLst>
              </a:custGeom>
              <a:solidFill>
                <a:srgbClr val="FF5E5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4" name="任意多边形: 形状 163" descr="c78c722a-d755-4974-a047-d31a0c940b0f">
                <a:extLst>
                  <a:ext uri="{FF2B5EF4-FFF2-40B4-BE49-F238E27FC236}">
                    <a16:creationId xmlns:a16="http://schemas.microsoft.com/office/drawing/2014/main" id="{924C5EEE-A1BD-64E5-FFB3-F0ADC11CE329}"/>
                  </a:ext>
                </a:extLst>
              </p:cNvPr>
              <p:cNvSpPr/>
              <p:nvPr/>
            </p:nvSpPr>
            <p:spPr>
              <a:xfrm flipH="1">
                <a:off x="2955922" y="2904190"/>
                <a:ext cx="96672" cy="150161"/>
              </a:xfrm>
              <a:custGeom>
                <a:avLst/>
                <a:gdLst>
                  <a:gd name="connsiteX0" fmla="*/ 109224 w 109748"/>
                  <a:gd name="connsiteY0" fmla="*/ 104302 h 171776"/>
                  <a:gd name="connsiteX1" fmla="*/ 83484 w 109748"/>
                  <a:gd name="connsiteY1" fmla="*/ 151284 h 171776"/>
                  <a:gd name="connsiteX2" fmla="*/ 48914 w 109748"/>
                  <a:gd name="connsiteY2" fmla="*/ 166778 h 171776"/>
                  <a:gd name="connsiteX3" fmla="*/ 38501 w 109748"/>
                  <a:gd name="connsiteY3" fmla="*/ 171776 h 171776"/>
                  <a:gd name="connsiteX4" fmla="*/ 5680 w 109748"/>
                  <a:gd name="connsiteY4" fmla="*/ 66566 h 171776"/>
                  <a:gd name="connsiteX5" fmla="*/ 20258 w 109748"/>
                  <a:gd name="connsiteY5" fmla="*/ 7672 h 171776"/>
                  <a:gd name="connsiteX6" fmla="*/ 21008 w 109748"/>
                  <a:gd name="connsiteY6" fmla="*/ 7172 h 171776"/>
                  <a:gd name="connsiteX7" fmla="*/ 84900 w 109748"/>
                  <a:gd name="connsiteY7" fmla="*/ 24499 h 171776"/>
                  <a:gd name="connsiteX8" fmla="*/ 109307 w 109748"/>
                  <a:gd name="connsiteY8" fmla="*/ 104302 h 171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9748" h="171776">
                    <a:moveTo>
                      <a:pt x="109224" y="104302"/>
                    </a:moveTo>
                    <a:cubicBezTo>
                      <a:pt x="112306" y="123961"/>
                      <a:pt x="101560" y="143121"/>
                      <a:pt x="83484" y="151284"/>
                    </a:cubicBezTo>
                    <a:lnTo>
                      <a:pt x="48914" y="166778"/>
                    </a:lnTo>
                    <a:cubicBezTo>
                      <a:pt x="45248" y="168444"/>
                      <a:pt x="41083" y="168777"/>
                      <a:pt x="38501" y="171776"/>
                    </a:cubicBezTo>
                    <a:cubicBezTo>
                      <a:pt x="36502" y="134957"/>
                      <a:pt x="24006" y="98971"/>
                      <a:pt x="5680" y="66566"/>
                    </a:cubicBezTo>
                    <a:cubicBezTo>
                      <a:pt x="-5816" y="46241"/>
                      <a:pt x="682" y="20501"/>
                      <a:pt x="20258" y="7672"/>
                    </a:cubicBezTo>
                    <a:cubicBezTo>
                      <a:pt x="20508" y="7505"/>
                      <a:pt x="20758" y="7339"/>
                      <a:pt x="21008" y="7172"/>
                    </a:cubicBezTo>
                    <a:cubicBezTo>
                      <a:pt x="43166" y="-7156"/>
                      <a:pt x="73321" y="675"/>
                      <a:pt x="84900" y="24499"/>
                    </a:cubicBezTo>
                    <a:cubicBezTo>
                      <a:pt x="96729" y="48990"/>
                      <a:pt x="105059" y="77479"/>
                      <a:pt x="109307" y="104302"/>
                    </a:cubicBezTo>
                    <a:close/>
                  </a:path>
                </a:pathLst>
              </a:custGeom>
              <a:solidFill>
                <a:srgbClr val="F7EDE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5" name="任意多边形: 形状 164" descr="908c00f8-1d43-4256-837a-f490e16c84ba">
                <a:extLst>
                  <a:ext uri="{FF2B5EF4-FFF2-40B4-BE49-F238E27FC236}">
                    <a16:creationId xmlns:a16="http://schemas.microsoft.com/office/drawing/2014/main" id="{9115C084-0263-A2FD-E752-4A62847D5FB9}"/>
                  </a:ext>
                </a:extLst>
              </p:cNvPr>
              <p:cNvSpPr/>
              <p:nvPr/>
            </p:nvSpPr>
            <p:spPr>
              <a:xfrm flipH="1">
                <a:off x="2956940" y="3064557"/>
                <a:ext cx="61914" cy="92452"/>
              </a:xfrm>
              <a:custGeom>
                <a:avLst/>
                <a:gdLst>
                  <a:gd name="connsiteX0" fmla="*/ 28271 w 70289"/>
                  <a:gd name="connsiteY0" fmla="*/ 1903 h 105760"/>
                  <a:gd name="connsiteX1" fmla="*/ 22689 w 70289"/>
                  <a:gd name="connsiteY1" fmla="*/ 3902 h 105760"/>
                  <a:gd name="connsiteX2" fmla="*/ 2280 w 70289"/>
                  <a:gd name="connsiteY2" fmla="*/ 33808 h 105760"/>
                  <a:gd name="connsiteX3" fmla="*/ 281 w 70289"/>
                  <a:gd name="connsiteY3" fmla="*/ 69794 h 105760"/>
                  <a:gd name="connsiteX4" fmla="*/ 40932 w 70289"/>
                  <a:gd name="connsiteY4" fmla="*/ 104198 h 105760"/>
                  <a:gd name="connsiteX5" fmla="*/ 41599 w 70289"/>
                  <a:gd name="connsiteY5" fmla="*/ 103948 h 105760"/>
                  <a:gd name="connsiteX6" fmla="*/ 62174 w 70289"/>
                  <a:gd name="connsiteY6" fmla="*/ 80957 h 105760"/>
                  <a:gd name="connsiteX7" fmla="*/ 70088 w 70289"/>
                  <a:gd name="connsiteY7" fmla="*/ 34391 h 105760"/>
                  <a:gd name="connsiteX8" fmla="*/ 28354 w 70289"/>
                  <a:gd name="connsiteY8" fmla="*/ 1903 h 105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289" h="105760">
                    <a:moveTo>
                      <a:pt x="28271" y="1903"/>
                    </a:moveTo>
                    <a:cubicBezTo>
                      <a:pt x="26438" y="2570"/>
                      <a:pt x="24522" y="3236"/>
                      <a:pt x="22689" y="3902"/>
                    </a:cubicBezTo>
                    <a:cubicBezTo>
                      <a:pt x="10111" y="8484"/>
                      <a:pt x="2030" y="20479"/>
                      <a:pt x="2280" y="33808"/>
                    </a:cubicBezTo>
                    <a:cubicBezTo>
                      <a:pt x="2530" y="45720"/>
                      <a:pt x="1864" y="57882"/>
                      <a:pt x="281" y="69794"/>
                    </a:cubicBezTo>
                    <a:cubicBezTo>
                      <a:pt x="-2718" y="92869"/>
                      <a:pt x="18774" y="111362"/>
                      <a:pt x="40932" y="104198"/>
                    </a:cubicBezTo>
                    <a:cubicBezTo>
                      <a:pt x="41182" y="104198"/>
                      <a:pt x="41349" y="104031"/>
                      <a:pt x="41599" y="103948"/>
                    </a:cubicBezTo>
                    <a:cubicBezTo>
                      <a:pt x="52011" y="100532"/>
                      <a:pt x="59759" y="91702"/>
                      <a:pt x="62174" y="80957"/>
                    </a:cubicBezTo>
                    <a:cubicBezTo>
                      <a:pt x="65590" y="66046"/>
                      <a:pt x="68255" y="50218"/>
                      <a:pt x="70088" y="34391"/>
                    </a:cubicBezTo>
                    <a:cubicBezTo>
                      <a:pt x="72670" y="11483"/>
                      <a:pt x="50012" y="-5927"/>
                      <a:pt x="28354" y="1903"/>
                    </a:cubicBezTo>
                    <a:close/>
                  </a:path>
                </a:pathLst>
              </a:custGeom>
              <a:solidFill>
                <a:srgbClr val="F7EDE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3" name="任意多边形: 形状 102" descr="1079e1f2-57ba-4eae-ab39-6a6a2d1244a3">
                <a:extLst>
                  <a:ext uri="{FF2B5EF4-FFF2-40B4-BE49-F238E27FC236}">
                    <a16:creationId xmlns:a16="http://schemas.microsoft.com/office/drawing/2014/main" id="{D67661A1-0194-FAD5-1F8A-65C55507F6CF}"/>
                  </a:ext>
                </a:extLst>
              </p:cNvPr>
              <p:cNvSpPr/>
              <p:nvPr/>
            </p:nvSpPr>
            <p:spPr>
              <a:xfrm flipH="1">
                <a:off x="756584" y="3907502"/>
                <a:ext cx="3458801" cy="2155890"/>
              </a:xfrm>
              <a:custGeom>
                <a:avLst/>
                <a:gdLst>
                  <a:gd name="connsiteX0" fmla="*/ 3918928 w 3926628"/>
                  <a:gd name="connsiteY0" fmla="*/ 2466146 h 2466229"/>
                  <a:gd name="connsiteX1" fmla="*/ 1194713 w 3926628"/>
                  <a:gd name="connsiteY1" fmla="*/ 2466146 h 2466229"/>
                  <a:gd name="connsiteX2" fmla="*/ 1319665 w 3926628"/>
                  <a:gd name="connsiteY2" fmla="*/ 1401134 h 2466229"/>
                  <a:gd name="connsiteX3" fmla="*/ 1312918 w 3926628"/>
                  <a:gd name="connsiteY3" fmla="*/ 1402634 h 2466229"/>
                  <a:gd name="connsiteX4" fmla="*/ 557455 w 3926628"/>
                  <a:gd name="connsiteY4" fmla="*/ 1528003 h 2466229"/>
                  <a:gd name="connsiteX5" fmla="*/ 0 w 3926628"/>
                  <a:gd name="connsiteY5" fmla="*/ 348534 h 2466229"/>
                  <a:gd name="connsiteX6" fmla="*/ 108126 w 3926628"/>
                  <a:gd name="connsiteY6" fmla="*/ 296054 h 2466229"/>
                  <a:gd name="connsiteX7" fmla="*/ 469072 w 3926628"/>
                  <a:gd name="connsiteY7" fmla="*/ 120954 h 2466229"/>
                  <a:gd name="connsiteX8" fmla="*/ 709314 w 3926628"/>
                  <a:gd name="connsiteY8" fmla="*/ 4415 h 2466229"/>
                  <a:gd name="connsiteX9" fmla="*/ 718310 w 3926628"/>
                  <a:gd name="connsiteY9" fmla="*/ 0 h 2466229"/>
                  <a:gd name="connsiteX10" fmla="*/ 830851 w 3926628"/>
                  <a:gd name="connsiteY10" fmla="*/ 439666 h 2466229"/>
                  <a:gd name="connsiteX11" fmla="*/ 840264 w 3926628"/>
                  <a:gd name="connsiteY11" fmla="*/ 436334 h 2466229"/>
                  <a:gd name="connsiteX12" fmla="*/ 1683360 w 3926628"/>
                  <a:gd name="connsiteY12" fmla="*/ 139447 h 2466229"/>
                  <a:gd name="connsiteX13" fmla="*/ 1710683 w 3926628"/>
                  <a:gd name="connsiteY13" fmla="*/ 129617 h 2466229"/>
                  <a:gd name="connsiteX14" fmla="*/ 1801982 w 3926628"/>
                  <a:gd name="connsiteY14" fmla="*/ 102961 h 2466229"/>
                  <a:gd name="connsiteX15" fmla="*/ 1833054 w 3926628"/>
                  <a:gd name="connsiteY15" fmla="*/ 95214 h 2466229"/>
                  <a:gd name="connsiteX16" fmla="*/ 2264806 w 3926628"/>
                  <a:gd name="connsiteY16" fmla="*/ 34987 h 2466229"/>
                  <a:gd name="connsiteX17" fmla="*/ 2887986 w 3926628"/>
                  <a:gd name="connsiteY17" fmla="*/ 29072 h 2466229"/>
                  <a:gd name="connsiteX18" fmla="*/ 3267425 w 3926628"/>
                  <a:gd name="connsiteY18" fmla="*/ 267815 h 2466229"/>
                  <a:gd name="connsiteX19" fmla="*/ 3291749 w 3926628"/>
                  <a:gd name="connsiteY19" fmla="*/ 286058 h 2466229"/>
                  <a:gd name="connsiteX20" fmla="*/ 3829462 w 3926628"/>
                  <a:gd name="connsiteY20" fmla="*/ 943725 h 2466229"/>
                  <a:gd name="connsiteX21" fmla="*/ 3918928 w 3926628"/>
                  <a:gd name="connsiteY21" fmla="*/ 2466230 h 2466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26628" h="2466229">
                    <a:moveTo>
                      <a:pt x="3918928" y="2466146"/>
                    </a:moveTo>
                    <a:lnTo>
                      <a:pt x="1194713" y="2466146"/>
                    </a:lnTo>
                    <a:lnTo>
                      <a:pt x="1319665" y="1401134"/>
                    </a:lnTo>
                    <a:cubicBezTo>
                      <a:pt x="1317333" y="1401801"/>
                      <a:pt x="1315250" y="1402217"/>
                      <a:pt x="1312918" y="1402634"/>
                    </a:cubicBezTo>
                    <a:cubicBezTo>
                      <a:pt x="1086337" y="1457030"/>
                      <a:pt x="783786" y="1518923"/>
                      <a:pt x="557455" y="1528003"/>
                    </a:cubicBezTo>
                    <a:cubicBezTo>
                      <a:pt x="144612" y="1543997"/>
                      <a:pt x="0" y="348534"/>
                      <a:pt x="0" y="348534"/>
                    </a:cubicBezTo>
                    <a:lnTo>
                      <a:pt x="108126" y="296054"/>
                    </a:lnTo>
                    <a:lnTo>
                      <a:pt x="469072" y="120954"/>
                    </a:lnTo>
                    <a:lnTo>
                      <a:pt x="709314" y="4415"/>
                    </a:lnTo>
                    <a:lnTo>
                      <a:pt x="718310" y="0"/>
                    </a:lnTo>
                    <a:lnTo>
                      <a:pt x="830851" y="439666"/>
                    </a:lnTo>
                    <a:lnTo>
                      <a:pt x="840264" y="436334"/>
                    </a:lnTo>
                    <a:lnTo>
                      <a:pt x="1683360" y="139447"/>
                    </a:lnTo>
                    <a:lnTo>
                      <a:pt x="1710683" y="129617"/>
                    </a:lnTo>
                    <a:cubicBezTo>
                      <a:pt x="1740089" y="120204"/>
                      <a:pt x="1770494" y="111374"/>
                      <a:pt x="1801982" y="102961"/>
                    </a:cubicBezTo>
                    <a:cubicBezTo>
                      <a:pt x="1812311" y="100212"/>
                      <a:pt x="1822558" y="97713"/>
                      <a:pt x="1833054" y="95214"/>
                    </a:cubicBezTo>
                    <a:cubicBezTo>
                      <a:pt x="1960755" y="64142"/>
                      <a:pt x="2105783" y="43150"/>
                      <a:pt x="2264806" y="34987"/>
                    </a:cubicBezTo>
                    <a:lnTo>
                      <a:pt x="2887986" y="29072"/>
                    </a:lnTo>
                    <a:cubicBezTo>
                      <a:pt x="2887986" y="29072"/>
                      <a:pt x="3065002" y="119371"/>
                      <a:pt x="3267425" y="267815"/>
                    </a:cubicBezTo>
                    <a:cubicBezTo>
                      <a:pt x="3275422" y="273896"/>
                      <a:pt x="3283586" y="279977"/>
                      <a:pt x="3291749" y="286058"/>
                    </a:cubicBezTo>
                    <a:cubicBezTo>
                      <a:pt x="3512832" y="451912"/>
                      <a:pt x="3756406" y="684823"/>
                      <a:pt x="3829462" y="943725"/>
                    </a:cubicBezTo>
                    <a:cubicBezTo>
                      <a:pt x="3948333" y="1365814"/>
                      <a:pt x="3929007" y="2197915"/>
                      <a:pt x="3918928" y="2466230"/>
                    </a:cubicBezTo>
                    <a:close/>
                  </a:path>
                </a:pathLst>
              </a:custGeom>
              <a:solidFill>
                <a:srgbClr val="F7EDE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: 形状 145" descr="0233b6b8-7a71-44f6-a801-2992c4922501">
                <a:extLst>
                  <a:ext uri="{FF2B5EF4-FFF2-40B4-BE49-F238E27FC236}">
                    <a16:creationId xmlns:a16="http://schemas.microsoft.com/office/drawing/2014/main" id="{3E6F30F2-722B-3552-D668-3DB4152BBC77}"/>
                  </a:ext>
                </a:extLst>
              </p:cNvPr>
              <p:cNvSpPr/>
              <p:nvPr/>
            </p:nvSpPr>
            <p:spPr>
              <a:xfrm flipH="1">
                <a:off x="1671554" y="3932771"/>
                <a:ext cx="691210" cy="896406"/>
              </a:xfrm>
              <a:custGeom>
                <a:avLst/>
                <a:gdLst>
                  <a:gd name="connsiteX0" fmla="*/ 161522 w 784701"/>
                  <a:gd name="connsiteY0" fmla="*/ 5914 h 1025443"/>
                  <a:gd name="connsiteX1" fmla="*/ 0 w 784701"/>
                  <a:gd name="connsiteY1" fmla="*/ 1025444 h 1025443"/>
                  <a:gd name="connsiteX2" fmla="*/ 784702 w 784701"/>
                  <a:gd name="connsiteY2" fmla="*/ 0 h 1025443"/>
                  <a:gd name="connsiteX3" fmla="*/ 161522 w 784701"/>
                  <a:gd name="connsiteY3" fmla="*/ 5914 h 1025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4701" h="1025443">
                    <a:moveTo>
                      <a:pt x="161522" y="5914"/>
                    </a:moveTo>
                    <a:cubicBezTo>
                      <a:pt x="161522" y="5914"/>
                      <a:pt x="10746" y="500060"/>
                      <a:pt x="0" y="1025444"/>
                    </a:cubicBezTo>
                    <a:lnTo>
                      <a:pt x="784702" y="0"/>
                    </a:lnTo>
                    <a:lnTo>
                      <a:pt x="161522" y="5914"/>
                    </a:lnTo>
                    <a:close/>
                  </a:path>
                </a:pathLst>
              </a:custGeom>
              <a:solidFill>
                <a:srgbClr val="FF5E5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5" name="任意多边形: 形状 154" descr="fb0aa80d-49ca-4dcc-b3f1-5ca030851ec5">
                <a:extLst>
                  <a:ext uri="{FF2B5EF4-FFF2-40B4-BE49-F238E27FC236}">
                    <a16:creationId xmlns:a16="http://schemas.microsoft.com/office/drawing/2014/main" id="{151A662D-8EA3-3205-380D-BB331013D188}"/>
                  </a:ext>
                </a:extLst>
              </p:cNvPr>
              <p:cNvSpPr/>
              <p:nvPr/>
            </p:nvSpPr>
            <p:spPr>
              <a:xfrm flipH="1">
                <a:off x="3471637" y="3898790"/>
                <a:ext cx="119725" cy="698385"/>
              </a:xfrm>
              <a:custGeom>
                <a:avLst/>
                <a:gdLst>
                  <a:gd name="connsiteX0" fmla="*/ 126007 w 135919"/>
                  <a:gd name="connsiteY0" fmla="*/ 798918 h 798917"/>
                  <a:gd name="connsiteX1" fmla="*/ 116177 w 135919"/>
                  <a:gd name="connsiteY1" fmla="*/ 789171 h 798917"/>
                  <a:gd name="connsiteX2" fmla="*/ 112595 w 135919"/>
                  <a:gd name="connsiteY2" fmla="*/ 450800 h 798917"/>
                  <a:gd name="connsiteX3" fmla="*/ 305 w 135919"/>
                  <a:gd name="connsiteY3" fmla="*/ 12300 h 798917"/>
                  <a:gd name="connsiteX4" fmla="*/ 7385 w 135919"/>
                  <a:gd name="connsiteY4" fmla="*/ 305 h 798917"/>
                  <a:gd name="connsiteX5" fmla="*/ 19381 w 135919"/>
                  <a:gd name="connsiteY5" fmla="*/ 7385 h 798917"/>
                  <a:gd name="connsiteX6" fmla="*/ 132004 w 135919"/>
                  <a:gd name="connsiteY6" fmla="*/ 447052 h 798917"/>
                  <a:gd name="connsiteX7" fmla="*/ 132338 w 135919"/>
                  <a:gd name="connsiteY7" fmla="*/ 449384 h 798917"/>
                  <a:gd name="connsiteX8" fmla="*/ 135920 w 135919"/>
                  <a:gd name="connsiteY8" fmla="*/ 788922 h 798917"/>
                  <a:gd name="connsiteX9" fmla="*/ 126173 w 135919"/>
                  <a:gd name="connsiteY9" fmla="*/ 798834 h 798917"/>
                  <a:gd name="connsiteX10" fmla="*/ 126090 w 135919"/>
                  <a:gd name="connsiteY10" fmla="*/ 798834 h 798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5919" h="798917">
                    <a:moveTo>
                      <a:pt x="126007" y="798918"/>
                    </a:moveTo>
                    <a:cubicBezTo>
                      <a:pt x="120592" y="798918"/>
                      <a:pt x="116260" y="794586"/>
                      <a:pt x="116177" y="789171"/>
                    </a:cubicBezTo>
                    <a:lnTo>
                      <a:pt x="112595" y="450800"/>
                    </a:lnTo>
                    <a:lnTo>
                      <a:pt x="305" y="12300"/>
                    </a:lnTo>
                    <a:cubicBezTo>
                      <a:pt x="-1028" y="7052"/>
                      <a:pt x="2137" y="1637"/>
                      <a:pt x="7385" y="305"/>
                    </a:cubicBezTo>
                    <a:cubicBezTo>
                      <a:pt x="12633" y="-1028"/>
                      <a:pt x="18048" y="2137"/>
                      <a:pt x="19381" y="7385"/>
                    </a:cubicBezTo>
                    <a:lnTo>
                      <a:pt x="132004" y="447052"/>
                    </a:lnTo>
                    <a:cubicBezTo>
                      <a:pt x="132171" y="447801"/>
                      <a:pt x="132338" y="448551"/>
                      <a:pt x="132338" y="449384"/>
                    </a:cubicBezTo>
                    <a:lnTo>
                      <a:pt x="135920" y="788922"/>
                    </a:lnTo>
                    <a:cubicBezTo>
                      <a:pt x="135920" y="794336"/>
                      <a:pt x="131588" y="798834"/>
                      <a:pt x="126173" y="798834"/>
                    </a:cubicBezTo>
                    <a:lnTo>
                      <a:pt x="126090" y="798834"/>
                    </a:ln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任意多边形: 形状 156" descr="273b08b0-9af5-40de-a55b-f2aa6452b7c8">
                <a:extLst>
                  <a:ext uri="{FF2B5EF4-FFF2-40B4-BE49-F238E27FC236}">
                    <a16:creationId xmlns:a16="http://schemas.microsoft.com/office/drawing/2014/main" id="{44C5969F-8E6C-7B14-261B-7DDACBADA52A}"/>
                  </a:ext>
                </a:extLst>
              </p:cNvPr>
              <p:cNvSpPr/>
              <p:nvPr/>
            </p:nvSpPr>
            <p:spPr>
              <a:xfrm flipH="1">
                <a:off x="2986841" y="4673683"/>
                <a:ext cx="184610" cy="1389564"/>
              </a:xfrm>
              <a:custGeom>
                <a:avLst/>
                <a:gdLst>
                  <a:gd name="connsiteX0" fmla="*/ 209504 w 209580"/>
                  <a:gd name="connsiteY0" fmla="*/ 11024 h 1589591"/>
                  <a:gd name="connsiteX1" fmla="*/ 19909 w 209580"/>
                  <a:gd name="connsiteY1" fmla="*/ 1589591 h 1589591"/>
                  <a:gd name="connsiteX2" fmla="*/ 0 w 209580"/>
                  <a:gd name="connsiteY2" fmla="*/ 1589591 h 1589591"/>
                  <a:gd name="connsiteX3" fmla="*/ 127868 w 209580"/>
                  <a:gd name="connsiteY3" fmla="*/ 526079 h 1589591"/>
                  <a:gd name="connsiteX4" fmla="*/ 190011 w 209580"/>
                  <a:gd name="connsiteY4" fmla="*/ 8692 h 1589591"/>
                  <a:gd name="connsiteX5" fmla="*/ 200924 w 209580"/>
                  <a:gd name="connsiteY5" fmla="*/ 112 h 1589591"/>
                  <a:gd name="connsiteX6" fmla="*/ 209504 w 209580"/>
                  <a:gd name="connsiteY6" fmla="*/ 11024 h 1589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9580" h="1589591">
                    <a:moveTo>
                      <a:pt x="209504" y="11024"/>
                    </a:moveTo>
                    <a:lnTo>
                      <a:pt x="19909" y="1589591"/>
                    </a:lnTo>
                    <a:lnTo>
                      <a:pt x="0" y="1589591"/>
                    </a:lnTo>
                    <a:lnTo>
                      <a:pt x="127868" y="526079"/>
                    </a:lnTo>
                    <a:lnTo>
                      <a:pt x="190011" y="8692"/>
                    </a:lnTo>
                    <a:cubicBezTo>
                      <a:pt x="190678" y="3194"/>
                      <a:pt x="195676" y="-721"/>
                      <a:pt x="200924" y="112"/>
                    </a:cubicBezTo>
                    <a:cubicBezTo>
                      <a:pt x="206422" y="778"/>
                      <a:pt x="210170" y="5610"/>
                      <a:pt x="209504" y="11024"/>
                    </a:cubicBez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多边形: 形状 157" descr="503bec26-8f2c-4b37-abb3-d413f78c3b56">
                <a:extLst>
                  <a:ext uri="{FF2B5EF4-FFF2-40B4-BE49-F238E27FC236}">
                    <a16:creationId xmlns:a16="http://schemas.microsoft.com/office/drawing/2014/main" id="{1977951E-C92A-B7BD-9762-6EDA108CF13C}"/>
                  </a:ext>
                </a:extLst>
              </p:cNvPr>
              <p:cNvSpPr/>
              <p:nvPr/>
            </p:nvSpPr>
            <p:spPr>
              <a:xfrm flipH="1">
                <a:off x="2353959" y="3990663"/>
                <a:ext cx="467572" cy="2072730"/>
              </a:xfrm>
              <a:custGeom>
                <a:avLst/>
                <a:gdLst>
                  <a:gd name="connsiteX0" fmla="*/ 530815 w 530814"/>
                  <a:gd name="connsiteY0" fmla="*/ 958719 h 2371099"/>
                  <a:gd name="connsiteX1" fmla="*/ 530565 w 530814"/>
                  <a:gd name="connsiteY1" fmla="*/ 961885 h 2371099"/>
                  <a:gd name="connsiteX2" fmla="*/ 530565 w 530814"/>
                  <a:gd name="connsiteY2" fmla="*/ 962134 h 2371099"/>
                  <a:gd name="connsiteX3" fmla="*/ 400781 w 530814"/>
                  <a:gd name="connsiteY3" fmla="*/ 2371099 h 2371099"/>
                  <a:gd name="connsiteX4" fmla="*/ 380872 w 530814"/>
                  <a:gd name="connsiteY4" fmla="*/ 2371099 h 2371099"/>
                  <a:gd name="connsiteX5" fmla="*/ 511072 w 530814"/>
                  <a:gd name="connsiteY5" fmla="*/ 959386 h 2371099"/>
                  <a:gd name="connsiteX6" fmla="*/ 511072 w 530814"/>
                  <a:gd name="connsiteY6" fmla="*/ 958303 h 2371099"/>
                  <a:gd name="connsiteX7" fmla="*/ 8346 w 530814"/>
                  <a:gd name="connsiteY7" fmla="*/ 379189 h 2371099"/>
                  <a:gd name="connsiteX8" fmla="*/ 183 w 530814"/>
                  <a:gd name="connsiteY8" fmla="*/ 371192 h 2371099"/>
                  <a:gd name="connsiteX9" fmla="*/ 5014 w 530814"/>
                  <a:gd name="connsiteY9" fmla="*/ 360863 h 2371099"/>
                  <a:gd name="connsiteX10" fmla="*/ 459175 w 530814"/>
                  <a:gd name="connsiteY10" fmla="*/ 113124 h 2371099"/>
                  <a:gd name="connsiteX11" fmla="*/ 219600 w 530814"/>
                  <a:gd name="connsiteY11" fmla="*/ 7747 h 2371099"/>
                  <a:gd name="connsiteX12" fmla="*/ 250671 w 530814"/>
                  <a:gd name="connsiteY12" fmla="*/ 0 h 2371099"/>
                  <a:gd name="connsiteX13" fmla="*/ 485415 w 530814"/>
                  <a:gd name="connsiteY13" fmla="*/ 103128 h 2371099"/>
                  <a:gd name="connsiteX14" fmla="*/ 491330 w 530814"/>
                  <a:gd name="connsiteY14" fmla="*/ 111708 h 2371099"/>
                  <a:gd name="connsiteX15" fmla="*/ 486332 w 530814"/>
                  <a:gd name="connsiteY15" fmla="*/ 120704 h 2371099"/>
                  <a:gd name="connsiteX16" fmla="*/ 37835 w 530814"/>
                  <a:gd name="connsiteY16" fmla="*/ 365361 h 2371099"/>
                  <a:gd name="connsiteX17" fmla="*/ 523484 w 530814"/>
                  <a:gd name="connsiteY17" fmla="*/ 887163 h 2371099"/>
                  <a:gd name="connsiteX18" fmla="*/ 523484 w 530814"/>
                  <a:gd name="connsiteY18" fmla="*/ 887579 h 2371099"/>
                  <a:gd name="connsiteX19" fmla="*/ 523484 w 530814"/>
                  <a:gd name="connsiteY19" fmla="*/ 887996 h 2371099"/>
                  <a:gd name="connsiteX20" fmla="*/ 528315 w 530814"/>
                  <a:gd name="connsiteY20" fmla="*/ 927481 h 2371099"/>
                  <a:gd name="connsiteX21" fmla="*/ 529982 w 530814"/>
                  <a:gd name="connsiteY21" fmla="*/ 947223 h 2371099"/>
                  <a:gd name="connsiteX22" fmla="*/ 529982 w 530814"/>
                  <a:gd name="connsiteY22" fmla="*/ 947473 h 2371099"/>
                  <a:gd name="connsiteX23" fmla="*/ 530815 w 530814"/>
                  <a:gd name="connsiteY23" fmla="*/ 958802 h 2371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30814" h="2371099">
                    <a:moveTo>
                      <a:pt x="530815" y="958719"/>
                    </a:moveTo>
                    <a:lnTo>
                      <a:pt x="530565" y="961885"/>
                    </a:lnTo>
                    <a:lnTo>
                      <a:pt x="530565" y="962134"/>
                    </a:lnTo>
                    <a:lnTo>
                      <a:pt x="400781" y="2371099"/>
                    </a:lnTo>
                    <a:lnTo>
                      <a:pt x="380872" y="2371099"/>
                    </a:lnTo>
                    <a:lnTo>
                      <a:pt x="511072" y="959386"/>
                    </a:lnTo>
                    <a:lnTo>
                      <a:pt x="511072" y="958303"/>
                    </a:lnTo>
                    <a:cubicBezTo>
                      <a:pt x="479751" y="455827"/>
                      <a:pt x="13011" y="380022"/>
                      <a:pt x="8346" y="379189"/>
                    </a:cubicBezTo>
                    <a:cubicBezTo>
                      <a:pt x="4181" y="378523"/>
                      <a:pt x="766" y="375441"/>
                      <a:pt x="183" y="371192"/>
                    </a:cubicBezTo>
                    <a:cubicBezTo>
                      <a:pt x="-650" y="367027"/>
                      <a:pt x="1432" y="362779"/>
                      <a:pt x="5014" y="360863"/>
                    </a:cubicBezTo>
                    <a:lnTo>
                      <a:pt x="459175" y="113124"/>
                    </a:lnTo>
                    <a:lnTo>
                      <a:pt x="219600" y="7747"/>
                    </a:lnTo>
                    <a:cubicBezTo>
                      <a:pt x="229929" y="4998"/>
                      <a:pt x="240175" y="2499"/>
                      <a:pt x="250671" y="0"/>
                    </a:cubicBezTo>
                    <a:lnTo>
                      <a:pt x="485415" y="103128"/>
                    </a:lnTo>
                    <a:cubicBezTo>
                      <a:pt x="488997" y="104794"/>
                      <a:pt x="491330" y="108209"/>
                      <a:pt x="491330" y="111708"/>
                    </a:cubicBezTo>
                    <a:cubicBezTo>
                      <a:pt x="491580" y="115456"/>
                      <a:pt x="489664" y="119038"/>
                      <a:pt x="486332" y="120704"/>
                    </a:cubicBezTo>
                    <a:lnTo>
                      <a:pt x="37835" y="365361"/>
                    </a:lnTo>
                    <a:cubicBezTo>
                      <a:pt x="134632" y="388852"/>
                      <a:pt x="463674" y="496978"/>
                      <a:pt x="523484" y="887163"/>
                    </a:cubicBezTo>
                    <a:cubicBezTo>
                      <a:pt x="523484" y="887163"/>
                      <a:pt x="523484" y="887305"/>
                      <a:pt x="523484" y="887579"/>
                    </a:cubicBezTo>
                    <a:cubicBezTo>
                      <a:pt x="523484" y="887579"/>
                      <a:pt x="523234" y="887746"/>
                      <a:pt x="523484" y="887996"/>
                    </a:cubicBezTo>
                    <a:cubicBezTo>
                      <a:pt x="525400" y="900825"/>
                      <a:pt x="527066" y="914069"/>
                      <a:pt x="528315" y="927481"/>
                    </a:cubicBezTo>
                    <a:cubicBezTo>
                      <a:pt x="528982" y="933978"/>
                      <a:pt x="529565" y="940476"/>
                      <a:pt x="529982" y="947223"/>
                    </a:cubicBezTo>
                    <a:lnTo>
                      <a:pt x="529982" y="947473"/>
                    </a:lnTo>
                    <a:cubicBezTo>
                      <a:pt x="530398" y="951222"/>
                      <a:pt x="530648" y="954804"/>
                      <a:pt x="530815" y="958802"/>
                    </a:cubicBez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9" name="任意多边形: 形状 158" descr="1e3181e8-4e27-44e3-8faf-7a5652035744">
                <a:extLst>
                  <a:ext uri="{FF2B5EF4-FFF2-40B4-BE49-F238E27FC236}">
                    <a16:creationId xmlns:a16="http://schemas.microsoft.com/office/drawing/2014/main" id="{1FFC2D6A-9E3A-940A-DC36-F7F97B2B512B}"/>
                  </a:ext>
                </a:extLst>
              </p:cNvPr>
              <p:cNvSpPr/>
              <p:nvPr/>
            </p:nvSpPr>
            <p:spPr>
              <a:xfrm flipH="1">
                <a:off x="1315675" y="4141399"/>
                <a:ext cx="1055601" cy="696371"/>
              </a:xfrm>
              <a:custGeom>
                <a:avLst/>
                <a:gdLst>
                  <a:gd name="connsiteX0" fmla="*/ 1162558 w 1198378"/>
                  <a:gd name="connsiteY0" fmla="*/ 289057 h 796613"/>
                  <a:gd name="connsiteX1" fmla="*/ 1166557 w 1198378"/>
                  <a:gd name="connsiteY1" fmla="*/ 299553 h 796613"/>
                  <a:gd name="connsiteX2" fmla="*/ 1158393 w 1198378"/>
                  <a:gd name="connsiteY2" fmla="*/ 306884 h 796613"/>
                  <a:gd name="connsiteX3" fmla="*/ 19493 w 1198378"/>
                  <a:gd name="connsiteY3" fmla="*/ 789450 h 796613"/>
                  <a:gd name="connsiteX4" fmla="*/ 19493 w 1198378"/>
                  <a:gd name="connsiteY4" fmla="*/ 789700 h 796613"/>
                  <a:gd name="connsiteX5" fmla="*/ 18410 w 1198378"/>
                  <a:gd name="connsiteY5" fmla="*/ 791366 h 796613"/>
                  <a:gd name="connsiteX6" fmla="*/ 9830 w 1198378"/>
                  <a:gd name="connsiteY6" fmla="*/ 796614 h 796613"/>
                  <a:gd name="connsiteX7" fmla="*/ 5248 w 1198378"/>
                  <a:gd name="connsiteY7" fmla="*/ 795531 h 796613"/>
                  <a:gd name="connsiteX8" fmla="*/ 0 w 1198378"/>
                  <a:gd name="connsiteY8" fmla="*/ 786951 h 796613"/>
                  <a:gd name="connsiteX9" fmla="*/ 0 w 1198378"/>
                  <a:gd name="connsiteY9" fmla="*/ 785868 h 796613"/>
                  <a:gd name="connsiteX10" fmla="*/ 1083 w 1198378"/>
                  <a:gd name="connsiteY10" fmla="*/ 782286 h 796613"/>
                  <a:gd name="connsiteX11" fmla="*/ 17244 w 1198378"/>
                  <a:gd name="connsiteY11" fmla="*/ 754963 h 796613"/>
                  <a:gd name="connsiteX12" fmla="*/ 1130987 w 1198378"/>
                  <a:gd name="connsiteY12" fmla="*/ 290889 h 796613"/>
                  <a:gd name="connsiteX13" fmla="*/ 772790 w 1198378"/>
                  <a:gd name="connsiteY13" fmla="*/ 40568 h 796613"/>
                  <a:gd name="connsiteX14" fmla="*/ 768791 w 1198378"/>
                  <a:gd name="connsiteY14" fmla="*/ 29822 h 796613"/>
                  <a:gd name="connsiteX15" fmla="*/ 777788 w 1198378"/>
                  <a:gd name="connsiteY15" fmla="*/ 22658 h 796613"/>
                  <a:gd name="connsiteX16" fmla="*/ 1174054 w 1198378"/>
                  <a:gd name="connsiteY16" fmla="*/ 0 h 796613"/>
                  <a:gd name="connsiteX17" fmla="*/ 1198378 w 1198378"/>
                  <a:gd name="connsiteY17" fmla="*/ 18243 h 796613"/>
                  <a:gd name="connsiteX18" fmla="*/ 807194 w 1198378"/>
                  <a:gd name="connsiteY18" fmla="*/ 40735 h 796613"/>
                  <a:gd name="connsiteX19" fmla="*/ 1162725 w 1198378"/>
                  <a:gd name="connsiteY19" fmla="*/ 288890 h 796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198378" h="796613">
                    <a:moveTo>
                      <a:pt x="1162558" y="289057"/>
                    </a:moveTo>
                    <a:cubicBezTo>
                      <a:pt x="1165891" y="291389"/>
                      <a:pt x="1167640" y="295554"/>
                      <a:pt x="1166557" y="299553"/>
                    </a:cubicBezTo>
                    <a:cubicBezTo>
                      <a:pt x="1165724" y="303302"/>
                      <a:pt x="1162392" y="306300"/>
                      <a:pt x="1158393" y="306884"/>
                    </a:cubicBezTo>
                    <a:cubicBezTo>
                      <a:pt x="1148730" y="308133"/>
                      <a:pt x="206755" y="438500"/>
                      <a:pt x="19493" y="789450"/>
                    </a:cubicBezTo>
                    <a:lnTo>
                      <a:pt x="19493" y="789700"/>
                    </a:lnTo>
                    <a:cubicBezTo>
                      <a:pt x="19076" y="790366"/>
                      <a:pt x="18660" y="790783"/>
                      <a:pt x="18410" y="791366"/>
                    </a:cubicBezTo>
                    <a:cubicBezTo>
                      <a:pt x="16744" y="794698"/>
                      <a:pt x="13412" y="796614"/>
                      <a:pt x="9830" y="796614"/>
                    </a:cubicBezTo>
                    <a:cubicBezTo>
                      <a:pt x="8164" y="796614"/>
                      <a:pt x="6664" y="796364"/>
                      <a:pt x="5248" y="795531"/>
                    </a:cubicBezTo>
                    <a:cubicBezTo>
                      <a:pt x="1916" y="793865"/>
                      <a:pt x="0" y="790283"/>
                      <a:pt x="0" y="786951"/>
                    </a:cubicBezTo>
                    <a:lnTo>
                      <a:pt x="0" y="785868"/>
                    </a:lnTo>
                    <a:cubicBezTo>
                      <a:pt x="250" y="784619"/>
                      <a:pt x="417" y="783369"/>
                      <a:pt x="1083" y="782286"/>
                    </a:cubicBezTo>
                    <a:cubicBezTo>
                      <a:pt x="5915" y="773040"/>
                      <a:pt x="11413" y="764043"/>
                      <a:pt x="17244" y="754963"/>
                    </a:cubicBezTo>
                    <a:cubicBezTo>
                      <a:pt x="219833" y="441915"/>
                      <a:pt x="980211" y="313631"/>
                      <a:pt x="1130987" y="290889"/>
                    </a:cubicBezTo>
                    <a:lnTo>
                      <a:pt x="772790" y="40568"/>
                    </a:lnTo>
                    <a:cubicBezTo>
                      <a:pt x="769208" y="38236"/>
                      <a:pt x="767708" y="33820"/>
                      <a:pt x="768791" y="29822"/>
                    </a:cubicBezTo>
                    <a:cubicBezTo>
                      <a:pt x="770041" y="25824"/>
                      <a:pt x="773623" y="22908"/>
                      <a:pt x="777788" y="22658"/>
                    </a:cubicBezTo>
                    <a:lnTo>
                      <a:pt x="1174054" y="0"/>
                    </a:lnTo>
                    <a:cubicBezTo>
                      <a:pt x="1182051" y="6081"/>
                      <a:pt x="1190215" y="12162"/>
                      <a:pt x="1198378" y="18243"/>
                    </a:cubicBezTo>
                    <a:lnTo>
                      <a:pt x="807194" y="40735"/>
                    </a:lnTo>
                    <a:lnTo>
                      <a:pt x="1162725" y="288890"/>
                    </a:ln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0" name="任意多边形: 形状 159" descr="b8437c69-98f3-4301-808c-d2597cf20bd1">
                <a:extLst>
                  <a:ext uri="{FF2B5EF4-FFF2-40B4-BE49-F238E27FC236}">
                    <a16:creationId xmlns:a16="http://schemas.microsoft.com/office/drawing/2014/main" id="{DB33F35C-4180-47A6-D68E-8276D864895E}"/>
                  </a:ext>
                </a:extLst>
              </p:cNvPr>
              <p:cNvSpPr/>
              <p:nvPr/>
            </p:nvSpPr>
            <p:spPr>
              <a:xfrm flipH="1">
                <a:off x="1309291" y="5186080"/>
                <a:ext cx="70320" cy="877240"/>
              </a:xfrm>
              <a:custGeom>
                <a:avLst/>
                <a:gdLst>
                  <a:gd name="connsiteX0" fmla="*/ 79748 w 79831"/>
                  <a:gd name="connsiteY0" fmla="*/ 1003519 h 1003518"/>
                  <a:gd name="connsiteX1" fmla="*/ 59839 w 79831"/>
                  <a:gd name="connsiteY1" fmla="*/ 1003519 h 1003518"/>
                  <a:gd name="connsiteX2" fmla="*/ 29 w 79831"/>
                  <a:gd name="connsiteY2" fmla="*/ 10563 h 1003518"/>
                  <a:gd name="connsiteX3" fmla="*/ 9275 w 79831"/>
                  <a:gd name="connsiteY3" fmla="*/ 67 h 1003518"/>
                  <a:gd name="connsiteX4" fmla="*/ 19604 w 79831"/>
                  <a:gd name="connsiteY4" fmla="*/ 9313 h 1003518"/>
                  <a:gd name="connsiteX5" fmla="*/ 79832 w 79831"/>
                  <a:gd name="connsiteY5" fmla="*/ 1003519 h 1003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9831" h="1003518">
                    <a:moveTo>
                      <a:pt x="79748" y="1003519"/>
                    </a:moveTo>
                    <a:lnTo>
                      <a:pt x="59839" y="1003519"/>
                    </a:lnTo>
                    <a:lnTo>
                      <a:pt x="29" y="10563"/>
                    </a:lnTo>
                    <a:cubicBezTo>
                      <a:pt x="-388" y="5065"/>
                      <a:pt x="3777" y="483"/>
                      <a:pt x="9275" y="67"/>
                    </a:cubicBezTo>
                    <a:cubicBezTo>
                      <a:pt x="14523" y="-600"/>
                      <a:pt x="19355" y="3815"/>
                      <a:pt x="19604" y="9313"/>
                    </a:cubicBezTo>
                    <a:lnTo>
                      <a:pt x="79832" y="1003519"/>
                    </a:ln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1" name="任意多边形: 形状 160" descr="31f3bc00-28df-4deb-80a6-0c798d8a00f8">
                <a:extLst>
                  <a:ext uri="{FF2B5EF4-FFF2-40B4-BE49-F238E27FC236}">
                    <a16:creationId xmlns:a16="http://schemas.microsoft.com/office/drawing/2014/main" id="{58743985-3380-BF71-2890-F0156ABBE23A}"/>
                  </a:ext>
                </a:extLst>
              </p:cNvPr>
              <p:cNvSpPr/>
              <p:nvPr/>
            </p:nvSpPr>
            <p:spPr>
              <a:xfrm flipH="1">
                <a:off x="1576456" y="5204853"/>
                <a:ext cx="407682" cy="17185"/>
              </a:xfrm>
              <a:custGeom>
                <a:avLst/>
                <a:gdLst>
                  <a:gd name="connsiteX0" fmla="*/ 452995 w 462824"/>
                  <a:gd name="connsiteY0" fmla="*/ 19659 h 19659"/>
                  <a:gd name="connsiteX1" fmla="*/ 9830 w 462824"/>
                  <a:gd name="connsiteY1" fmla="*/ 19659 h 19659"/>
                  <a:gd name="connsiteX2" fmla="*/ 0 w 462824"/>
                  <a:gd name="connsiteY2" fmla="*/ 9830 h 19659"/>
                  <a:gd name="connsiteX3" fmla="*/ 9830 w 462824"/>
                  <a:gd name="connsiteY3" fmla="*/ 0 h 19659"/>
                  <a:gd name="connsiteX4" fmla="*/ 452995 w 462824"/>
                  <a:gd name="connsiteY4" fmla="*/ 0 h 19659"/>
                  <a:gd name="connsiteX5" fmla="*/ 462824 w 462824"/>
                  <a:gd name="connsiteY5" fmla="*/ 9830 h 19659"/>
                  <a:gd name="connsiteX6" fmla="*/ 452995 w 462824"/>
                  <a:gd name="connsiteY6" fmla="*/ 19659 h 19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2824" h="19659">
                    <a:moveTo>
                      <a:pt x="452995" y="19659"/>
                    </a:moveTo>
                    <a:lnTo>
                      <a:pt x="9830" y="19659"/>
                    </a:lnTo>
                    <a:cubicBezTo>
                      <a:pt x="4415" y="19659"/>
                      <a:pt x="0" y="15244"/>
                      <a:pt x="0" y="9830"/>
                    </a:cubicBezTo>
                    <a:cubicBezTo>
                      <a:pt x="0" y="4415"/>
                      <a:pt x="4415" y="0"/>
                      <a:pt x="9830" y="0"/>
                    </a:cubicBezTo>
                    <a:lnTo>
                      <a:pt x="452995" y="0"/>
                    </a:lnTo>
                    <a:cubicBezTo>
                      <a:pt x="458409" y="0"/>
                      <a:pt x="462824" y="4415"/>
                      <a:pt x="462824" y="9830"/>
                    </a:cubicBezTo>
                    <a:cubicBezTo>
                      <a:pt x="462824" y="15244"/>
                      <a:pt x="458409" y="19659"/>
                      <a:pt x="452995" y="19659"/>
                    </a:cubicBez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8" name="任意多边形: 形状 147" descr="cbf553d5-6bd1-4e0e-993c-b2a40dce6a29">
                <a:extLst>
                  <a:ext uri="{FF2B5EF4-FFF2-40B4-BE49-F238E27FC236}">
                    <a16:creationId xmlns:a16="http://schemas.microsoft.com/office/drawing/2014/main" id="{EC790978-A88B-26C8-CC8D-4054B980CCBD}"/>
                  </a:ext>
                </a:extLst>
              </p:cNvPr>
              <p:cNvSpPr/>
              <p:nvPr/>
            </p:nvSpPr>
            <p:spPr>
              <a:xfrm flipH="1">
                <a:off x="3582656" y="3907430"/>
                <a:ext cx="632729" cy="318341"/>
              </a:xfrm>
              <a:custGeom>
                <a:avLst/>
                <a:gdLst>
                  <a:gd name="connsiteX0" fmla="*/ 718310 w 718310"/>
                  <a:gd name="connsiteY0" fmla="*/ 0 h 364166"/>
                  <a:gd name="connsiteX1" fmla="*/ 475569 w 718310"/>
                  <a:gd name="connsiteY1" fmla="*/ 220500 h 364166"/>
                  <a:gd name="connsiteX2" fmla="*/ 292556 w 718310"/>
                  <a:gd name="connsiteY2" fmla="*/ 271647 h 364166"/>
                  <a:gd name="connsiteX3" fmla="*/ 106460 w 718310"/>
                  <a:gd name="connsiteY3" fmla="*/ 360946 h 364166"/>
                  <a:gd name="connsiteX4" fmla="*/ 0 w 718310"/>
                  <a:gd name="connsiteY4" fmla="*/ 348534 h 364166"/>
                  <a:gd name="connsiteX5" fmla="*/ 108126 w 718310"/>
                  <a:gd name="connsiteY5" fmla="*/ 296054 h 364166"/>
                  <a:gd name="connsiteX6" fmla="*/ 469072 w 718310"/>
                  <a:gd name="connsiteY6" fmla="*/ 120954 h 364166"/>
                  <a:gd name="connsiteX7" fmla="*/ 718310 w 718310"/>
                  <a:gd name="connsiteY7" fmla="*/ 0 h 364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8310" h="364166">
                    <a:moveTo>
                      <a:pt x="718310" y="0"/>
                    </a:moveTo>
                    <a:cubicBezTo>
                      <a:pt x="718310" y="0"/>
                      <a:pt x="629261" y="120538"/>
                      <a:pt x="475569" y="220500"/>
                    </a:cubicBezTo>
                    <a:cubicBezTo>
                      <a:pt x="423672" y="254320"/>
                      <a:pt x="358031" y="248156"/>
                      <a:pt x="292556" y="271647"/>
                    </a:cubicBezTo>
                    <a:cubicBezTo>
                      <a:pt x="206005" y="302968"/>
                      <a:pt x="150776" y="355032"/>
                      <a:pt x="106460" y="360946"/>
                    </a:cubicBezTo>
                    <a:cubicBezTo>
                      <a:pt x="17410" y="372692"/>
                      <a:pt x="0" y="348534"/>
                      <a:pt x="0" y="348534"/>
                    </a:cubicBezTo>
                    <a:lnTo>
                      <a:pt x="108126" y="296054"/>
                    </a:lnTo>
                    <a:lnTo>
                      <a:pt x="469072" y="120954"/>
                    </a:lnTo>
                    <a:lnTo>
                      <a:pt x="718310" y="0"/>
                    </a:ln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2" name="任意多边形: 形状 151" descr="7be1e192-d82d-4ecd-a9e6-2c1c1c7ba904">
                <a:extLst>
                  <a:ext uri="{FF2B5EF4-FFF2-40B4-BE49-F238E27FC236}">
                    <a16:creationId xmlns:a16="http://schemas.microsoft.com/office/drawing/2014/main" id="{97317849-6C29-965C-3F81-7D22CCB4B92A}"/>
                  </a:ext>
                </a:extLst>
              </p:cNvPr>
              <p:cNvSpPr/>
              <p:nvPr/>
            </p:nvSpPr>
            <p:spPr>
              <a:xfrm flipH="1">
                <a:off x="3402074" y="3427267"/>
                <a:ext cx="719535" cy="795834"/>
              </a:xfrm>
              <a:custGeom>
                <a:avLst/>
                <a:gdLst>
                  <a:gd name="connsiteX0" fmla="*/ 734221 w 816857"/>
                  <a:gd name="connsiteY0" fmla="*/ 228487 h 910394"/>
                  <a:gd name="connsiteX1" fmla="*/ 551957 w 816857"/>
                  <a:gd name="connsiteY1" fmla="*/ 204580 h 910394"/>
                  <a:gd name="connsiteX2" fmla="*/ 530548 w 816857"/>
                  <a:gd name="connsiteY2" fmla="*/ 325117 h 910394"/>
                  <a:gd name="connsiteX3" fmla="*/ 495728 w 816857"/>
                  <a:gd name="connsiteY3" fmla="*/ 451069 h 910394"/>
                  <a:gd name="connsiteX4" fmla="*/ 490230 w 816857"/>
                  <a:gd name="connsiteY4" fmla="*/ 528790 h 910394"/>
                  <a:gd name="connsiteX5" fmla="*/ 356281 w 816857"/>
                  <a:gd name="connsiteY5" fmla="*/ 577105 h 910394"/>
                  <a:gd name="connsiteX6" fmla="*/ 362612 w 816857"/>
                  <a:gd name="connsiteY6" fmla="*/ 670320 h 910394"/>
                  <a:gd name="connsiteX7" fmla="*/ 369110 w 816857"/>
                  <a:gd name="connsiteY7" fmla="*/ 769865 h 910394"/>
                  <a:gd name="connsiteX8" fmla="*/ 192760 w 816857"/>
                  <a:gd name="connsiteY8" fmla="*/ 858498 h 910394"/>
                  <a:gd name="connsiteX9" fmla="*/ 0 w 816857"/>
                  <a:gd name="connsiteY9" fmla="*/ 910395 h 910394"/>
                  <a:gd name="connsiteX10" fmla="*/ 1666 w 816857"/>
                  <a:gd name="connsiteY10" fmla="*/ 845503 h 910394"/>
                  <a:gd name="connsiteX11" fmla="*/ 40068 w 816857"/>
                  <a:gd name="connsiteY11" fmla="*/ 360021 h 910394"/>
                  <a:gd name="connsiteX12" fmla="*/ 96380 w 816857"/>
                  <a:gd name="connsiteY12" fmla="*/ 201914 h 910394"/>
                  <a:gd name="connsiteX13" fmla="*/ 222332 w 816857"/>
                  <a:gd name="connsiteY13" fmla="*/ 3490 h 910394"/>
                  <a:gd name="connsiteX14" fmla="*/ 809193 w 816857"/>
                  <a:gd name="connsiteY14" fmla="*/ 140188 h 910394"/>
                  <a:gd name="connsiteX15" fmla="*/ 734221 w 816857"/>
                  <a:gd name="connsiteY15" fmla="*/ 228571 h 91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16857" h="910394">
                    <a:moveTo>
                      <a:pt x="734221" y="228487"/>
                    </a:moveTo>
                    <a:cubicBezTo>
                      <a:pt x="616183" y="220490"/>
                      <a:pt x="551957" y="204580"/>
                      <a:pt x="551957" y="204580"/>
                    </a:cubicBezTo>
                    <a:cubicBezTo>
                      <a:pt x="551957" y="204580"/>
                      <a:pt x="584111" y="274053"/>
                      <a:pt x="530548" y="325117"/>
                    </a:cubicBezTo>
                    <a:cubicBezTo>
                      <a:pt x="530548" y="325117"/>
                      <a:pt x="576114" y="392092"/>
                      <a:pt x="495728" y="451069"/>
                    </a:cubicBezTo>
                    <a:cubicBezTo>
                      <a:pt x="495728" y="451069"/>
                      <a:pt x="541294" y="483224"/>
                      <a:pt x="490230" y="528790"/>
                    </a:cubicBezTo>
                    <a:cubicBezTo>
                      <a:pt x="439416" y="574356"/>
                      <a:pt x="356281" y="577105"/>
                      <a:pt x="356281" y="577105"/>
                    </a:cubicBezTo>
                    <a:lnTo>
                      <a:pt x="362612" y="670320"/>
                    </a:lnTo>
                    <a:lnTo>
                      <a:pt x="369110" y="769865"/>
                    </a:lnTo>
                    <a:cubicBezTo>
                      <a:pt x="317213" y="803685"/>
                      <a:pt x="258235" y="834924"/>
                      <a:pt x="192760" y="858498"/>
                    </a:cubicBezTo>
                    <a:cubicBezTo>
                      <a:pt x="106210" y="889819"/>
                      <a:pt x="44316" y="904481"/>
                      <a:pt x="0" y="910395"/>
                    </a:cubicBezTo>
                    <a:cubicBezTo>
                      <a:pt x="417" y="895067"/>
                      <a:pt x="833" y="872576"/>
                      <a:pt x="1666" y="845503"/>
                    </a:cubicBezTo>
                    <a:cubicBezTo>
                      <a:pt x="5248" y="712553"/>
                      <a:pt x="15078" y="465231"/>
                      <a:pt x="40068" y="360021"/>
                    </a:cubicBezTo>
                    <a:cubicBezTo>
                      <a:pt x="74888" y="212577"/>
                      <a:pt x="96380" y="201914"/>
                      <a:pt x="96380" y="201914"/>
                    </a:cubicBezTo>
                    <a:cubicBezTo>
                      <a:pt x="96380" y="201914"/>
                      <a:pt x="147194" y="33062"/>
                      <a:pt x="222332" y="3490"/>
                    </a:cubicBezTo>
                    <a:cubicBezTo>
                      <a:pt x="297304" y="-25916"/>
                      <a:pt x="809193" y="140188"/>
                      <a:pt x="809193" y="140188"/>
                    </a:cubicBezTo>
                    <a:cubicBezTo>
                      <a:pt x="809193" y="140188"/>
                      <a:pt x="852259" y="236818"/>
                      <a:pt x="734221" y="228571"/>
                    </a:cubicBezTo>
                    <a:close/>
                  </a:path>
                </a:pathLst>
              </a:custGeom>
              <a:solidFill>
                <a:srgbClr val="EB9DB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3" name="任意多边形: 形状 152" descr="58993775-b081-4d0e-a5b9-2a14b7d44caf">
                <a:extLst>
                  <a:ext uri="{FF2B5EF4-FFF2-40B4-BE49-F238E27FC236}">
                    <a16:creationId xmlns:a16="http://schemas.microsoft.com/office/drawing/2014/main" id="{5632740F-34A6-C46E-3963-CFD63CCC6D81}"/>
                  </a:ext>
                </a:extLst>
              </p:cNvPr>
              <p:cNvSpPr/>
              <p:nvPr/>
            </p:nvSpPr>
            <p:spPr>
              <a:xfrm flipH="1">
                <a:off x="3613493" y="3543618"/>
                <a:ext cx="214808" cy="176519"/>
              </a:xfrm>
              <a:custGeom>
                <a:avLst/>
                <a:gdLst>
                  <a:gd name="connsiteX0" fmla="*/ 197568 w 243862"/>
                  <a:gd name="connsiteY0" fmla="*/ 201846 h 201929"/>
                  <a:gd name="connsiteX1" fmla="*/ 196652 w 243862"/>
                  <a:gd name="connsiteY1" fmla="*/ 201846 h 201929"/>
                  <a:gd name="connsiteX2" fmla="*/ 19719 w 243862"/>
                  <a:gd name="connsiteY2" fmla="*/ 185769 h 201929"/>
                  <a:gd name="connsiteX3" fmla="*/ 10806 w 243862"/>
                  <a:gd name="connsiteY3" fmla="*/ 175107 h 201929"/>
                  <a:gd name="connsiteX4" fmla="*/ 21468 w 243862"/>
                  <a:gd name="connsiteY4" fmla="*/ 166193 h 201929"/>
                  <a:gd name="connsiteX5" fmla="*/ 196735 w 243862"/>
                  <a:gd name="connsiteY5" fmla="*/ 182187 h 201929"/>
                  <a:gd name="connsiteX6" fmla="*/ 219143 w 243862"/>
                  <a:gd name="connsiteY6" fmla="*/ 164694 h 201929"/>
                  <a:gd name="connsiteX7" fmla="*/ 211646 w 243862"/>
                  <a:gd name="connsiteY7" fmla="*/ 79643 h 201929"/>
                  <a:gd name="connsiteX8" fmla="*/ 7057 w 243862"/>
                  <a:gd name="connsiteY8" fmla="*/ 19332 h 201929"/>
                  <a:gd name="connsiteX9" fmla="*/ 393 w 243862"/>
                  <a:gd name="connsiteY9" fmla="*/ 7087 h 201929"/>
                  <a:gd name="connsiteX10" fmla="*/ 12638 w 243862"/>
                  <a:gd name="connsiteY10" fmla="*/ 423 h 201929"/>
                  <a:gd name="connsiteX11" fmla="*/ 221725 w 243862"/>
                  <a:gd name="connsiteY11" fmla="*/ 62066 h 201929"/>
                  <a:gd name="connsiteX12" fmla="*/ 227973 w 243862"/>
                  <a:gd name="connsiteY12" fmla="*/ 67564 h 201929"/>
                  <a:gd name="connsiteX13" fmla="*/ 236720 w 243862"/>
                  <a:gd name="connsiteY13" fmla="*/ 173441 h 201929"/>
                  <a:gd name="connsiteX14" fmla="*/ 199734 w 243862"/>
                  <a:gd name="connsiteY14" fmla="*/ 201680 h 201929"/>
                  <a:gd name="connsiteX15" fmla="*/ 197401 w 243862"/>
                  <a:gd name="connsiteY15" fmla="*/ 201930 h 201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43862" h="201929">
                    <a:moveTo>
                      <a:pt x="197568" y="201846"/>
                    </a:moveTo>
                    <a:cubicBezTo>
                      <a:pt x="197568" y="201846"/>
                      <a:pt x="196985" y="201846"/>
                      <a:pt x="196652" y="201846"/>
                    </a:cubicBezTo>
                    <a:lnTo>
                      <a:pt x="19719" y="185769"/>
                    </a:lnTo>
                    <a:cubicBezTo>
                      <a:pt x="14304" y="185269"/>
                      <a:pt x="10306" y="180438"/>
                      <a:pt x="10806" y="175107"/>
                    </a:cubicBezTo>
                    <a:cubicBezTo>
                      <a:pt x="11305" y="169692"/>
                      <a:pt x="15887" y="165860"/>
                      <a:pt x="21468" y="166193"/>
                    </a:cubicBezTo>
                    <a:lnTo>
                      <a:pt x="196735" y="182187"/>
                    </a:lnTo>
                    <a:cubicBezTo>
                      <a:pt x="207397" y="179272"/>
                      <a:pt x="214728" y="173524"/>
                      <a:pt x="219143" y="164694"/>
                    </a:cubicBezTo>
                    <a:cubicBezTo>
                      <a:pt x="231138" y="140620"/>
                      <a:pt x="219143" y="98552"/>
                      <a:pt x="211646" y="79643"/>
                    </a:cubicBezTo>
                    <a:lnTo>
                      <a:pt x="7057" y="19332"/>
                    </a:lnTo>
                    <a:cubicBezTo>
                      <a:pt x="1809" y="17833"/>
                      <a:pt x="-1107" y="12335"/>
                      <a:pt x="393" y="7087"/>
                    </a:cubicBezTo>
                    <a:cubicBezTo>
                      <a:pt x="1976" y="1839"/>
                      <a:pt x="7390" y="-1160"/>
                      <a:pt x="12638" y="423"/>
                    </a:cubicBezTo>
                    <a:lnTo>
                      <a:pt x="221725" y="62066"/>
                    </a:lnTo>
                    <a:cubicBezTo>
                      <a:pt x="224558" y="62899"/>
                      <a:pt x="226807" y="64898"/>
                      <a:pt x="227973" y="67564"/>
                    </a:cubicBezTo>
                    <a:cubicBezTo>
                      <a:pt x="229139" y="70230"/>
                      <a:pt x="256462" y="133872"/>
                      <a:pt x="236720" y="173441"/>
                    </a:cubicBezTo>
                    <a:cubicBezTo>
                      <a:pt x="229472" y="188102"/>
                      <a:pt x="216977" y="197598"/>
                      <a:pt x="199734" y="201680"/>
                    </a:cubicBezTo>
                    <a:cubicBezTo>
                      <a:pt x="198984" y="201846"/>
                      <a:pt x="198234" y="201930"/>
                      <a:pt x="197401" y="201930"/>
                    </a:cubicBez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4" name="任意多边形: 形状 153" descr="24996fe0-f5f1-4262-8861-be79935c91ac">
                <a:extLst>
                  <a:ext uri="{FF2B5EF4-FFF2-40B4-BE49-F238E27FC236}">
                    <a16:creationId xmlns:a16="http://schemas.microsoft.com/office/drawing/2014/main" id="{79A6FC7E-3D8A-8E20-C7D1-B9CC50D576AD}"/>
                  </a:ext>
                </a:extLst>
              </p:cNvPr>
              <p:cNvSpPr/>
              <p:nvPr/>
            </p:nvSpPr>
            <p:spPr>
              <a:xfrm flipH="1">
                <a:off x="3634057" y="3702938"/>
                <a:ext cx="215449" cy="127375"/>
              </a:xfrm>
              <a:custGeom>
                <a:avLst/>
                <a:gdLst>
                  <a:gd name="connsiteX0" fmla="*/ 186738 w 244590"/>
                  <a:gd name="connsiteY0" fmla="*/ 145545 h 145711"/>
                  <a:gd name="connsiteX1" fmla="*/ 185655 w 244590"/>
                  <a:gd name="connsiteY1" fmla="*/ 145545 h 145711"/>
                  <a:gd name="connsiteX2" fmla="*/ 8722 w 244590"/>
                  <a:gd name="connsiteY2" fmla="*/ 125885 h 145711"/>
                  <a:gd name="connsiteX3" fmla="*/ 59 w 244590"/>
                  <a:gd name="connsiteY3" fmla="*/ 115056 h 145711"/>
                  <a:gd name="connsiteX4" fmla="*/ 10888 w 244590"/>
                  <a:gd name="connsiteY4" fmla="*/ 106393 h 145711"/>
                  <a:gd name="connsiteX5" fmla="*/ 183989 w 244590"/>
                  <a:gd name="connsiteY5" fmla="*/ 125635 h 145711"/>
                  <a:gd name="connsiteX6" fmla="*/ 213144 w 244590"/>
                  <a:gd name="connsiteY6" fmla="*/ 14927 h 145711"/>
                  <a:gd name="connsiteX7" fmla="*/ 216476 w 244590"/>
                  <a:gd name="connsiteY7" fmla="*/ 1433 h 145711"/>
                  <a:gd name="connsiteX8" fmla="*/ 229971 w 244590"/>
                  <a:gd name="connsiteY8" fmla="*/ 4765 h 145711"/>
                  <a:gd name="connsiteX9" fmla="*/ 192236 w 244590"/>
                  <a:gd name="connsiteY9" fmla="*/ 143962 h 145711"/>
                  <a:gd name="connsiteX10" fmla="*/ 186654 w 244590"/>
                  <a:gd name="connsiteY10" fmla="*/ 145711 h 145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44590" h="145711">
                    <a:moveTo>
                      <a:pt x="186738" y="145545"/>
                    </a:moveTo>
                    <a:cubicBezTo>
                      <a:pt x="186738" y="145545"/>
                      <a:pt x="185988" y="145545"/>
                      <a:pt x="185655" y="145545"/>
                    </a:cubicBezTo>
                    <a:lnTo>
                      <a:pt x="8722" y="125885"/>
                    </a:lnTo>
                    <a:cubicBezTo>
                      <a:pt x="3307" y="125302"/>
                      <a:pt x="-525" y="120387"/>
                      <a:pt x="59" y="115056"/>
                    </a:cubicBezTo>
                    <a:cubicBezTo>
                      <a:pt x="642" y="109641"/>
                      <a:pt x="5473" y="105810"/>
                      <a:pt x="10888" y="106393"/>
                    </a:cubicBezTo>
                    <a:lnTo>
                      <a:pt x="183989" y="125635"/>
                    </a:lnTo>
                    <a:cubicBezTo>
                      <a:pt x="196984" y="115639"/>
                      <a:pt x="247465" y="71739"/>
                      <a:pt x="213144" y="14927"/>
                    </a:cubicBezTo>
                    <a:cubicBezTo>
                      <a:pt x="210312" y="10263"/>
                      <a:pt x="211811" y="4265"/>
                      <a:pt x="216476" y="1433"/>
                    </a:cubicBezTo>
                    <a:cubicBezTo>
                      <a:pt x="221141" y="-1400"/>
                      <a:pt x="227222" y="100"/>
                      <a:pt x="229971" y="4765"/>
                    </a:cubicBezTo>
                    <a:cubicBezTo>
                      <a:pt x="268457" y="68324"/>
                      <a:pt x="222141" y="123553"/>
                      <a:pt x="192236" y="143962"/>
                    </a:cubicBezTo>
                    <a:cubicBezTo>
                      <a:pt x="190570" y="145128"/>
                      <a:pt x="188654" y="145711"/>
                      <a:pt x="186654" y="145711"/>
                    </a:cubicBez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" name="任意多边形: 形状 150" descr="310aed3d-34ad-42d0-bb2f-7925c3479a94">
                <a:extLst>
                  <a:ext uri="{FF2B5EF4-FFF2-40B4-BE49-F238E27FC236}">
                    <a16:creationId xmlns:a16="http://schemas.microsoft.com/office/drawing/2014/main" id="{E346F2A7-8A5F-E4AC-DB88-2B0EC777D861}"/>
                  </a:ext>
                </a:extLst>
              </p:cNvPr>
              <p:cNvSpPr/>
              <p:nvPr/>
            </p:nvSpPr>
            <p:spPr>
              <a:xfrm flipH="1">
                <a:off x="3665270" y="3812842"/>
                <a:ext cx="244038" cy="131799"/>
              </a:xfrm>
              <a:custGeom>
                <a:avLst/>
                <a:gdLst>
                  <a:gd name="connsiteX0" fmla="*/ 58953 w 277046"/>
                  <a:gd name="connsiteY0" fmla="*/ 150771 h 150771"/>
                  <a:gd name="connsiteX1" fmla="*/ 8722 w 277046"/>
                  <a:gd name="connsiteY1" fmla="*/ 148355 h 150771"/>
                  <a:gd name="connsiteX2" fmla="*/ 59 w 277046"/>
                  <a:gd name="connsiteY2" fmla="*/ 137443 h 150771"/>
                  <a:gd name="connsiteX3" fmla="*/ 10971 w 277046"/>
                  <a:gd name="connsiteY3" fmla="*/ 128779 h 150771"/>
                  <a:gd name="connsiteX4" fmla="*/ 193568 w 277046"/>
                  <a:gd name="connsiteY4" fmla="*/ 108121 h 150771"/>
                  <a:gd name="connsiteX5" fmla="*/ 255628 w 277046"/>
                  <a:gd name="connsiteY5" fmla="*/ 61805 h 150771"/>
                  <a:gd name="connsiteX6" fmla="*/ 245882 w 277046"/>
                  <a:gd name="connsiteY6" fmla="*/ 14323 h 150771"/>
                  <a:gd name="connsiteX7" fmla="*/ 250297 w 277046"/>
                  <a:gd name="connsiteY7" fmla="*/ 1078 h 150771"/>
                  <a:gd name="connsiteX8" fmla="*/ 263459 w 277046"/>
                  <a:gd name="connsiteY8" fmla="*/ 5493 h 150771"/>
                  <a:gd name="connsiteX9" fmla="*/ 274121 w 277046"/>
                  <a:gd name="connsiteY9" fmla="*/ 68469 h 150771"/>
                  <a:gd name="connsiteX10" fmla="*/ 201482 w 277046"/>
                  <a:gd name="connsiteY10" fmla="*/ 126114 h 150771"/>
                  <a:gd name="connsiteX11" fmla="*/ 58953 w 277046"/>
                  <a:gd name="connsiteY11" fmla="*/ 150688 h 150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7046" h="150771">
                    <a:moveTo>
                      <a:pt x="58953" y="150771"/>
                    </a:moveTo>
                    <a:cubicBezTo>
                      <a:pt x="30630" y="150771"/>
                      <a:pt x="10638" y="148605"/>
                      <a:pt x="8722" y="148355"/>
                    </a:cubicBezTo>
                    <a:cubicBezTo>
                      <a:pt x="3307" y="147772"/>
                      <a:pt x="-525" y="142857"/>
                      <a:pt x="59" y="137443"/>
                    </a:cubicBezTo>
                    <a:cubicBezTo>
                      <a:pt x="642" y="132028"/>
                      <a:pt x="5640" y="128113"/>
                      <a:pt x="10971" y="128779"/>
                    </a:cubicBezTo>
                    <a:cubicBezTo>
                      <a:pt x="12054" y="128946"/>
                      <a:pt x="120096" y="140525"/>
                      <a:pt x="193568" y="108121"/>
                    </a:cubicBezTo>
                    <a:cubicBezTo>
                      <a:pt x="230388" y="91877"/>
                      <a:pt x="250130" y="77132"/>
                      <a:pt x="255628" y="61805"/>
                    </a:cubicBezTo>
                    <a:cubicBezTo>
                      <a:pt x="259793" y="50226"/>
                      <a:pt x="256961" y="36481"/>
                      <a:pt x="245882" y="14323"/>
                    </a:cubicBezTo>
                    <a:cubicBezTo>
                      <a:pt x="243466" y="9491"/>
                      <a:pt x="245382" y="3494"/>
                      <a:pt x="250297" y="1078"/>
                    </a:cubicBezTo>
                    <a:cubicBezTo>
                      <a:pt x="255128" y="-1421"/>
                      <a:pt x="261043" y="578"/>
                      <a:pt x="263459" y="5493"/>
                    </a:cubicBezTo>
                    <a:cubicBezTo>
                      <a:pt x="273038" y="24652"/>
                      <a:pt x="281785" y="47060"/>
                      <a:pt x="274121" y="68469"/>
                    </a:cubicBezTo>
                    <a:cubicBezTo>
                      <a:pt x="266457" y="89794"/>
                      <a:pt x="244716" y="107038"/>
                      <a:pt x="201482" y="126114"/>
                    </a:cubicBezTo>
                    <a:cubicBezTo>
                      <a:pt x="155583" y="146356"/>
                      <a:pt x="98938" y="150688"/>
                      <a:pt x="58953" y="150688"/>
                    </a:cubicBez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 descr="4e15110a-8445-4f89-b609-4c1733cbd4ef">
                <a:extLst>
                  <a:ext uri="{FF2B5EF4-FFF2-40B4-BE49-F238E27FC236}">
                    <a16:creationId xmlns:a16="http://schemas.microsoft.com/office/drawing/2014/main" id="{792D1E66-7E54-8C2A-4E62-3CFD6BFBDBCD}"/>
                  </a:ext>
                </a:extLst>
              </p:cNvPr>
              <p:cNvSpPr/>
              <p:nvPr/>
            </p:nvSpPr>
            <p:spPr>
              <a:xfrm flipH="1">
                <a:off x="1458007" y="2564047"/>
                <a:ext cx="1108097" cy="1521533"/>
              </a:xfrm>
              <a:custGeom>
                <a:avLst/>
                <a:gdLst>
                  <a:gd name="connsiteX0" fmla="*/ 1204806 w 1257975"/>
                  <a:gd name="connsiteY0" fmla="*/ 1096013 h 1740557"/>
                  <a:gd name="connsiteX1" fmla="*/ 1047116 w 1257975"/>
                  <a:gd name="connsiteY1" fmla="*/ 1171984 h 1740557"/>
                  <a:gd name="connsiteX2" fmla="*/ 1038119 w 1257975"/>
                  <a:gd name="connsiteY2" fmla="*/ 1171567 h 1740557"/>
                  <a:gd name="connsiteX3" fmla="*/ 1015628 w 1257975"/>
                  <a:gd name="connsiteY3" fmla="*/ 1565668 h 1740557"/>
                  <a:gd name="connsiteX4" fmla="*/ 566881 w 1257975"/>
                  <a:gd name="connsiteY4" fmla="*/ 1740351 h 1740557"/>
                  <a:gd name="connsiteX5" fmla="*/ 392365 w 1257975"/>
                  <a:gd name="connsiteY5" fmla="*/ 1571499 h 1740557"/>
                  <a:gd name="connsiteX6" fmla="*/ 396779 w 1257975"/>
                  <a:gd name="connsiteY6" fmla="*/ 1522184 h 1740557"/>
                  <a:gd name="connsiteX7" fmla="*/ 397446 w 1257975"/>
                  <a:gd name="connsiteY7" fmla="*/ 1516936 h 1740557"/>
                  <a:gd name="connsiteX8" fmla="*/ 406443 w 1257975"/>
                  <a:gd name="connsiteY8" fmla="*/ 1386985 h 1740557"/>
                  <a:gd name="connsiteX9" fmla="*/ 93978 w 1257975"/>
                  <a:gd name="connsiteY9" fmla="*/ 1286024 h 1740557"/>
                  <a:gd name="connsiteX10" fmla="*/ 44247 w 1257975"/>
                  <a:gd name="connsiteY10" fmla="*/ 1069939 h 1740557"/>
                  <a:gd name="connsiteX11" fmla="*/ 6428 w 1257975"/>
                  <a:gd name="connsiteY11" fmla="*/ 655847 h 1740557"/>
                  <a:gd name="connsiteX12" fmla="*/ 8094 w 1257975"/>
                  <a:gd name="connsiteY12" fmla="*/ 474415 h 1740557"/>
                  <a:gd name="connsiteX13" fmla="*/ 666344 w 1257975"/>
                  <a:gd name="connsiteY13" fmla="*/ 8259 h 1740557"/>
                  <a:gd name="connsiteX14" fmla="*/ 1132500 w 1257975"/>
                  <a:gd name="connsiteY14" fmla="*/ 666343 h 1740557"/>
                  <a:gd name="connsiteX15" fmla="*/ 1093432 w 1257975"/>
                  <a:gd name="connsiteY15" fmla="*/ 797376 h 1740557"/>
                  <a:gd name="connsiteX16" fmla="*/ 1171568 w 1257975"/>
                  <a:gd name="connsiteY16" fmla="*/ 802874 h 1740557"/>
                  <a:gd name="connsiteX17" fmla="*/ 1256786 w 1257975"/>
                  <a:gd name="connsiteY17" fmla="*/ 928660 h 1740557"/>
                  <a:gd name="connsiteX18" fmla="*/ 1204722 w 1257975"/>
                  <a:gd name="connsiteY18" fmla="*/ 1096013 h 1740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57975" h="1740557">
                    <a:moveTo>
                      <a:pt x="1204806" y="1096013"/>
                    </a:moveTo>
                    <a:cubicBezTo>
                      <a:pt x="1165737" y="1141829"/>
                      <a:pt x="1107176" y="1170151"/>
                      <a:pt x="1047116" y="1171984"/>
                    </a:cubicBezTo>
                    <a:cubicBezTo>
                      <a:pt x="1044200" y="1171984"/>
                      <a:pt x="1041035" y="1171817"/>
                      <a:pt x="1038119" y="1171567"/>
                    </a:cubicBezTo>
                    <a:lnTo>
                      <a:pt x="1015628" y="1565668"/>
                    </a:lnTo>
                    <a:cubicBezTo>
                      <a:pt x="1015628" y="1565668"/>
                      <a:pt x="784882" y="1747515"/>
                      <a:pt x="566881" y="1740351"/>
                    </a:cubicBezTo>
                    <a:cubicBezTo>
                      <a:pt x="348714" y="1733187"/>
                      <a:pt x="392365" y="1571499"/>
                      <a:pt x="392365" y="1571499"/>
                    </a:cubicBezTo>
                    <a:cubicBezTo>
                      <a:pt x="393198" y="1548174"/>
                      <a:pt x="395530" y="1530514"/>
                      <a:pt x="396779" y="1522184"/>
                    </a:cubicBezTo>
                    <a:cubicBezTo>
                      <a:pt x="397196" y="1518602"/>
                      <a:pt x="397446" y="1516936"/>
                      <a:pt x="397446" y="1516936"/>
                    </a:cubicBezTo>
                    <a:lnTo>
                      <a:pt x="406443" y="1386985"/>
                    </a:lnTo>
                    <a:cubicBezTo>
                      <a:pt x="298317" y="1381321"/>
                      <a:pt x="170865" y="1376073"/>
                      <a:pt x="93978" y="1286024"/>
                    </a:cubicBezTo>
                    <a:cubicBezTo>
                      <a:pt x="43414" y="1226630"/>
                      <a:pt x="50078" y="1142578"/>
                      <a:pt x="44247" y="1069939"/>
                    </a:cubicBezTo>
                    <a:cubicBezTo>
                      <a:pt x="32668" y="931742"/>
                      <a:pt x="19256" y="793794"/>
                      <a:pt x="6428" y="655847"/>
                    </a:cubicBezTo>
                    <a:cubicBezTo>
                      <a:pt x="-2402" y="597285"/>
                      <a:pt x="-2402" y="536142"/>
                      <a:pt x="8094" y="474415"/>
                    </a:cubicBezTo>
                    <a:cubicBezTo>
                      <a:pt x="61240" y="164033"/>
                      <a:pt x="355795" y="-44887"/>
                      <a:pt x="666344" y="8259"/>
                    </a:cubicBezTo>
                    <a:cubicBezTo>
                      <a:pt x="976726" y="61156"/>
                      <a:pt x="1185396" y="355960"/>
                      <a:pt x="1132500" y="666343"/>
                    </a:cubicBezTo>
                    <a:cubicBezTo>
                      <a:pt x="1124503" y="712325"/>
                      <a:pt x="1111091" y="756225"/>
                      <a:pt x="1093432" y="797376"/>
                    </a:cubicBezTo>
                    <a:cubicBezTo>
                      <a:pt x="1120754" y="792961"/>
                      <a:pt x="1147994" y="794460"/>
                      <a:pt x="1171568" y="802874"/>
                    </a:cubicBezTo>
                    <a:cubicBezTo>
                      <a:pt x="1221966" y="820950"/>
                      <a:pt x="1251371" y="875763"/>
                      <a:pt x="1256786" y="928660"/>
                    </a:cubicBezTo>
                    <a:cubicBezTo>
                      <a:pt x="1263117" y="988470"/>
                      <a:pt x="1243957" y="1050447"/>
                      <a:pt x="1204722" y="1096013"/>
                    </a:cubicBezTo>
                    <a:close/>
                  </a:path>
                </a:pathLst>
              </a:custGeom>
              <a:solidFill>
                <a:srgbClr val="EB9DB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任意多边形: 形状 96" descr="4cb67bbe-cb0a-4629-b58b-3b57ef4621f1">
                <a:extLst>
                  <a:ext uri="{FF2B5EF4-FFF2-40B4-BE49-F238E27FC236}">
                    <a16:creationId xmlns:a16="http://schemas.microsoft.com/office/drawing/2014/main" id="{95934205-2E36-F48D-C2B4-D4B5D4D548B2}"/>
                  </a:ext>
                </a:extLst>
              </p:cNvPr>
              <p:cNvSpPr/>
              <p:nvPr/>
            </p:nvSpPr>
            <p:spPr>
              <a:xfrm flipH="1">
                <a:off x="1819335" y="3725746"/>
                <a:ext cx="397116" cy="169013"/>
              </a:xfrm>
              <a:custGeom>
                <a:avLst/>
                <a:gdLst>
                  <a:gd name="connsiteX0" fmla="*/ 9663 w 450828"/>
                  <a:gd name="connsiteY0" fmla="*/ 58061 h 193343"/>
                  <a:gd name="connsiteX1" fmla="*/ 667 w 450828"/>
                  <a:gd name="connsiteY1" fmla="*/ 188095 h 193343"/>
                  <a:gd name="connsiteX2" fmla="*/ 0 w 450828"/>
                  <a:gd name="connsiteY2" fmla="*/ 193343 h 193343"/>
                  <a:gd name="connsiteX3" fmla="*/ 450829 w 450828"/>
                  <a:gd name="connsiteY3" fmla="*/ 0 h 193343"/>
                  <a:gd name="connsiteX4" fmla="*/ 9663 w 450828"/>
                  <a:gd name="connsiteY4" fmla="*/ 57978 h 193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0828" h="193343">
                    <a:moveTo>
                      <a:pt x="9663" y="58061"/>
                    </a:moveTo>
                    <a:lnTo>
                      <a:pt x="667" y="188095"/>
                    </a:lnTo>
                    <a:cubicBezTo>
                      <a:pt x="667" y="188095"/>
                      <a:pt x="333" y="189845"/>
                      <a:pt x="0" y="193343"/>
                    </a:cubicBezTo>
                    <a:lnTo>
                      <a:pt x="450829" y="0"/>
                    </a:lnTo>
                    <a:lnTo>
                      <a:pt x="9663" y="57978"/>
                    </a:ln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0" name="任意多边形: 形状 99" descr="777c5cc4-0472-4e52-a058-a65a78b80508">
                <a:extLst>
                  <a:ext uri="{FF2B5EF4-FFF2-40B4-BE49-F238E27FC236}">
                    <a16:creationId xmlns:a16="http://schemas.microsoft.com/office/drawing/2014/main" id="{B4E58C3C-8441-DE39-A4DE-B42D951B999F}"/>
                  </a:ext>
                </a:extLst>
              </p:cNvPr>
              <p:cNvSpPr/>
              <p:nvPr/>
            </p:nvSpPr>
            <p:spPr>
              <a:xfrm flipH="1">
                <a:off x="1980230" y="3192032"/>
                <a:ext cx="95138" cy="94415"/>
              </a:xfrm>
              <a:custGeom>
                <a:avLst/>
                <a:gdLst>
                  <a:gd name="connsiteX0" fmla="*/ 774 w 108006"/>
                  <a:gd name="connsiteY0" fmla="*/ 44924 h 108006"/>
                  <a:gd name="connsiteX1" fmla="*/ 44923 w 108006"/>
                  <a:gd name="connsiteY1" fmla="*/ 107233 h 108006"/>
                  <a:gd name="connsiteX2" fmla="*/ 107233 w 108006"/>
                  <a:gd name="connsiteY2" fmla="*/ 63083 h 108006"/>
                  <a:gd name="connsiteX3" fmla="*/ 63083 w 108006"/>
                  <a:gd name="connsiteY3" fmla="*/ 774 h 108006"/>
                  <a:gd name="connsiteX4" fmla="*/ 774 w 108006"/>
                  <a:gd name="connsiteY4" fmla="*/ 44924 h 108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006" h="108006">
                    <a:moveTo>
                      <a:pt x="774" y="44924"/>
                    </a:moveTo>
                    <a:cubicBezTo>
                      <a:pt x="-4225" y="74329"/>
                      <a:pt x="15518" y="102235"/>
                      <a:pt x="44923" y="107233"/>
                    </a:cubicBezTo>
                    <a:cubicBezTo>
                      <a:pt x="74329" y="112231"/>
                      <a:pt x="102235" y="92489"/>
                      <a:pt x="107233" y="63083"/>
                    </a:cubicBezTo>
                    <a:cubicBezTo>
                      <a:pt x="112231" y="33678"/>
                      <a:pt x="92489" y="5772"/>
                      <a:pt x="63083" y="774"/>
                    </a:cubicBezTo>
                    <a:cubicBezTo>
                      <a:pt x="33678" y="-4225"/>
                      <a:pt x="5772" y="15518"/>
                      <a:pt x="774" y="44924"/>
                    </a:cubicBez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1" name="任意多边形: 形状 100" descr="9cd6e811-86a1-4835-8a47-a32b4f6d786f">
                <a:extLst>
                  <a:ext uri="{FF2B5EF4-FFF2-40B4-BE49-F238E27FC236}">
                    <a16:creationId xmlns:a16="http://schemas.microsoft.com/office/drawing/2014/main" id="{5424FA4E-405B-5E61-7F33-2CA31499C78B}"/>
                  </a:ext>
                </a:extLst>
              </p:cNvPr>
              <p:cNvSpPr/>
              <p:nvPr/>
            </p:nvSpPr>
            <p:spPr>
              <a:xfrm flipH="1">
                <a:off x="2394883" y="3200698"/>
                <a:ext cx="95138" cy="94415"/>
              </a:xfrm>
              <a:custGeom>
                <a:avLst/>
                <a:gdLst>
                  <a:gd name="connsiteX0" fmla="*/ 774 w 108006"/>
                  <a:gd name="connsiteY0" fmla="*/ 44924 h 108006"/>
                  <a:gd name="connsiteX1" fmla="*/ 44924 w 108006"/>
                  <a:gd name="connsiteY1" fmla="*/ 107233 h 108006"/>
                  <a:gd name="connsiteX2" fmla="*/ 107233 w 108006"/>
                  <a:gd name="connsiteY2" fmla="*/ 63083 h 108006"/>
                  <a:gd name="connsiteX3" fmla="*/ 63083 w 108006"/>
                  <a:gd name="connsiteY3" fmla="*/ 774 h 108006"/>
                  <a:gd name="connsiteX4" fmla="*/ 774 w 108006"/>
                  <a:gd name="connsiteY4" fmla="*/ 44924 h 108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006" h="108006">
                    <a:moveTo>
                      <a:pt x="774" y="44924"/>
                    </a:moveTo>
                    <a:cubicBezTo>
                      <a:pt x="-4224" y="74329"/>
                      <a:pt x="15518" y="102235"/>
                      <a:pt x="44924" y="107233"/>
                    </a:cubicBezTo>
                    <a:cubicBezTo>
                      <a:pt x="74329" y="112231"/>
                      <a:pt x="102235" y="92489"/>
                      <a:pt x="107233" y="63083"/>
                    </a:cubicBezTo>
                    <a:cubicBezTo>
                      <a:pt x="112231" y="33678"/>
                      <a:pt x="92489" y="5772"/>
                      <a:pt x="63083" y="774"/>
                    </a:cubicBezTo>
                    <a:cubicBezTo>
                      <a:pt x="33678" y="-4225"/>
                      <a:pt x="5772" y="15518"/>
                      <a:pt x="774" y="44924"/>
                    </a:cubicBez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任意多边形: 形状 101" descr="1d13e79a-d308-4453-a663-e3c77d982350">
                <a:extLst>
                  <a:ext uri="{FF2B5EF4-FFF2-40B4-BE49-F238E27FC236}">
                    <a16:creationId xmlns:a16="http://schemas.microsoft.com/office/drawing/2014/main" id="{B9165E4D-5906-F016-9F51-E814FBA72D36}"/>
                  </a:ext>
                </a:extLst>
              </p:cNvPr>
              <p:cNvSpPr/>
              <p:nvPr/>
            </p:nvSpPr>
            <p:spPr>
              <a:xfrm flipH="1">
                <a:off x="2258864" y="3200500"/>
                <a:ext cx="94362" cy="166464"/>
              </a:xfrm>
              <a:custGeom>
                <a:avLst/>
                <a:gdLst>
                  <a:gd name="connsiteX0" fmla="*/ 79720 w 107125"/>
                  <a:gd name="connsiteY0" fmla="*/ 0 h 190427"/>
                  <a:gd name="connsiteX1" fmla="*/ 0 w 107125"/>
                  <a:gd name="connsiteY1" fmla="*/ 165937 h 190427"/>
                  <a:gd name="connsiteX2" fmla="*/ 107126 w 107125"/>
                  <a:gd name="connsiteY2" fmla="*/ 190428 h 190427"/>
                  <a:gd name="connsiteX3" fmla="*/ 79720 w 107125"/>
                  <a:gd name="connsiteY3" fmla="*/ 0 h 190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125" h="190427">
                    <a:moveTo>
                      <a:pt x="79720" y="0"/>
                    </a:moveTo>
                    <a:lnTo>
                      <a:pt x="0" y="165937"/>
                    </a:lnTo>
                    <a:lnTo>
                      <a:pt x="107126" y="190428"/>
                    </a:lnTo>
                    <a:lnTo>
                      <a:pt x="79720" y="0"/>
                    </a:ln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任意多边形: 形状 98" descr="b031f49f-aa05-4e87-96f3-1fca8027ca3b">
                <a:extLst>
                  <a:ext uri="{FF2B5EF4-FFF2-40B4-BE49-F238E27FC236}">
                    <a16:creationId xmlns:a16="http://schemas.microsoft.com/office/drawing/2014/main" id="{8DB550EA-92E0-C1C9-9EF8-AFD29956C4EA}"/>
                  </a:ext>
                </a:extLst>
              </p:cNvPr>
              <p:cNvSpPr/>
              <p:nvPr/>
            </p:nvSpPr>
            <p:spPr>
              <a:xfrm flipH="1">
                <a:off x="1475348" y="3314607"/>
                <a:ext cx="162894" cy="202438"/>
              </a:xfrm>
              <a:custGeom>
                <a:avLst/>
                <a:gdLst>
                  <a:gd name="connsiteX0" fmla="*/ 9831 w 184926"/>
                  <a:gd name="connsiteY0" fmla="*/ 231579 h 231579"/>
                  <a:gd name="connsiteX1" fmla="*/ 7749 w 184926"/>
                  <a:gd name="connsiteY1" fmla="*/ 231329 h 231579"/>
                  <a:gd name="connsiteX2" fmla="*/ 85 w 184926"/>
                  <a:gd name="connsiteY2" fmla="*/ 220500 h 231579"/>
                  <a:gd name="connsiteX3" fmla="*/ 29074 w 184926"/>
                  <a:gd name="connsiteY3" fmla="*/ 109042 h 231579"/>
                  <a:gd name="connsiteX4" fmla="*/ 102796 w 184926"/>
                  <a:gd name="connsiteY4" fmla="*/ 18743 h 231579"/>
                  <a:gd name="connsiteX5" fmla="*/ 178350 w 184926"/>
                  <a:gd name="connsiteY5" fmla="*/ 3499 h 231579"/>
                  <a:gd name="connsiteX6" fmla="*/ 184348 w 184926"/>
                  <a:gd name="connsiteY6" fmla="*/ 16078 h 231579"/>
                  <a:gd name="connsiteX7" fmla="*/ 171770 w 184926"/>
                  <a:gd name="connsiteY7" fmla="*/ 22075 h 231579"/>
                  <a:gd name="connsiteX8" fmla="*/ 113625 w 184926"/>
                  <a:gd name="connsiteY8" fmla="*/ 35071 h 231579"/>
                  <a:gd name="connsiteX9" fmla="*/ 46900 w 184926"/>
                  <a:gd name="connsiteY9" fmla="*/ 117123 h 231579"/>
                  <a:gd name="connsiteX10" fmla="*/ 27741 w 184926"/>
                  <a:gd name="connsiteY10" fmla="*/ 175017 h 231579"/>
                  <a:gd name="connsiteX11" fmla="*/ 59895 w 184926"/>
                  <a:gd name="connsiteY11" fmla="*/ 144362 h 231579"/>
                  <a:gd name="connsiteX12" fmla="*/ 138449 w 184926"/>
                  <a:gd name="connsiteY12" fmla="*/ 142030 h 231579"/>
                  <a:gd name="connsiteX13" fmla="*/ 157608 w 184926"/>
                  <a:gd name="connsiteY13" fmla="*/ 173435 h 231579"/>
                  <a:gd name="connsiteX14" fmla="*/ 148029 w 184926"/>
                  <a:gd name="connsiteY14" fmla="*/ 183514 h 231579"/>
                  <a:gd name="connsiteX15" fmla="*/ 137949 w 184926"/>
                  <a:gd name="connsiteY15" fmla="*/ 173934 h 231579"/>
                  <a:gd name="connsiteX16" fmla="*/ 127453 w 184926"/>
                  <a:gd name="connsiteY16" fmla="*/ 158274 h 231579"/>
                  <a:gd name="connsiteX17" fmla="*/ 70391 w 184926"/>
                  <a:gd name="connsiteY17" fmla="*/ 161023 h 231579"/>
                  <a:gd name="connsiteX18" fmla="*/ 27907 w 184926"/>
                  <a:gd name="connsiteY18" fmla="*/ 211587 h 231579"/>
                  <a:gd name="connsiteX19" fmla="*/ 22409 w 184926"/>
                  <a:gd name="connsiteY19" fmla="*/ 219334 h 231579"/>
                  <a:gd name="connsiteX20" fmla="*/ 19161 w 184926"/>
                  <a:gd name="connsiteY20" fmla="*/ 224499 h 231579"/>
                  <a:gd name="connsiteX21" fmla="*/ 9831 w 184926"/>
                  <a:gd name="connsiteY21" fmla="*/ 231413 h 231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4926" h="231579">
                    <a:moveTo>
                      <a:pt x="9831" y="231579"/>
                    </a:moveTo>
                    <a:cubicBezTo>
                      <a:pt x="9165" y="231579"/>
                      <a:pt x="8415" y="231579"/>
                      <a:pt x="7749" y="231329"/>
                    </a:cubicBezTo>
                    <a:cubicBezTo>
                      <a:pt x="2750" y="230246"/>
                      <a:pt x="-582" y="225582"/>
                      <a:pt x="85" y="220500"/>
                    </a:cubicBezTo>
                    <a:cubicBezTo>
                      <a:pt x="5666" y="175767"/>
                      <a:pt x="14829" y="140281"/>
                      <a:pt x="29074" y="109042"/>
                    </a:cubicBezTo>
                    <a:cubicBezTo>
                      <a:pt x="46650" y="70390"/>
                      <a:pt x="72141" y="39152"/>
                      <a:pt x="102796" y="18743"/>
                    </a:cubicBezTo>
                    <a:cubicBezTo>
                      <a:pt x="118123" y="8497"/>
                      <a:pt x="148445" y="-6997"/>
                      <a:pt x="178350" y="3499"/>
                    </a:cubicBezTo>
                    <a:cubicBezTo>
                      <a:pt x="183515" y="5332"/>
                      <a:pt x="186181" y="10913"/>
                      <a:pt x="184348" y="16078"/>
                    </a:cubicBezTo>
                    <a:cubicBezTo>
                      <a:pt x="182515" y="21242"/>
                      <a:pt x="176934" y="23825"/>
                      <a:pt x="171770" y="22075"/>
                    </a:cubicBezTo>
                    <a:cubicBezTo>
                      <a:pt x="149861" y="14328"/>
                      <a:pt x="125954" y="26907"/>
                      <a:pt x="113625" y="35071"/>
                    </a:cubicBezTo>
                    <a:cubicBezTo>
                      <a:pt x="86052" y="53480"/>
                      <a:pt x="62978" y="81803"/>
                      <a:pt x="46900" y="117123"/>
                    </a:cubicBezTo>
                    <a:cubicBezTo>
                      <a:pt x="38987" y="134616"/>
                      <a:pt x="32656" y="153609"/>
                      <a:pt x="27741" y="175017"/>
                    </a:cubicBezTo>
                    <a:cubicBezTo>
                      <a:pt x="36238" y="163605"/>
                      <a:pt x="46734" y="152609"/>
                      <a:pt x="59895" y="144362"/>
                    </a:cubicBezTo>
                    <a:cubicBezTo>
                      <a:pt x="85386" y="128368"/>
                      <a:pt x="116957" y="127452"/>
                      <a:pt x="138449" y="142030"/>
                    </a:cubicBezTo>
                    <a:cubicBezTo>
                      <a:pt x="150111" y="149944"/>
                      <a:pt x="157275" y="161689"/>
                      <a:pt x="157608" y="173435"/>
                    </a:cubicBezTo>
                    <a:cubicBezTo>
                      <a:pt x="157775" y="178849"/>
                      <a:pt x="153443" y="183431"/>
                      <a:pt x="148029" y="183514"/>
                    </a:cubicBezTo>
                    <a:cubicBezTo>
                      <a:pt x="141947" y="183681"/>
                      <a:pt x="138116" y="179349"/>
                      <a:pt x="137949" y="173934"/>
                    </a:cubicBezTo>
                    <a:cubicBezTo>
                      <a:pt x="137782" y="167520"/>
                      <a:pt x="132451" y="161606"/>
                      <a:pt x="127453" y="158274"/>
                    </a:cubicBezTo>
                    <a:cubicBezTo>
                      <a:pt x="109960" y="146362"/>
                      <a:pt x="86135" y="151110"/>
                      <a:pt x="70391" y="161023"/>
                    </a:cubicBezTo>
                    <a:cubicBezTo>
                      <a:pt x="50482" y="173435"/>
                      <a:pt x="37237" y="194593"/>
                      <a:pt x="27907" y="211587"/>
                    </a:cubicBezTo>
                    <a:cubicBezTo>
                      <a:pt x="26075" y="214919"/>
                      <a:pt x="24159" y="217251"/>
                      <a:pt x="22409" y="219334"/>
                    </a:cubicBezTo>
                    <a:cubicBezTo>
                      <a:pt x="20660" y="221416"/>
                      <a:pt x="19827" y="222333"/>
                      <a:pt x="19161" y="224499"/>
                    </a:cubicBezTo>
                    <a:cubicBezTo>
                      <a:pt x="17828" y="228664"/>
                      <a:pt x="13996" y="231413"/>
                      <a:pt x="9831" y="231413"/>
                    </a:cubicBez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任意多边形: 形状 95" descr="6f7767e0-c788-4ef6-94fe-3fa9bb12b45e">
                <a:extLst>
                  <a:ext uri="{FF2B5EF4-FFF2-40B4-BE49-F238E27FC236}">
                    <a16:creationId xmlns:a16="http://schemas.microsoft.com/office/drawing/2014/main" id="{78466BC9-F593-66A6-27D8-A3089C2DD898}"/>
                  </a:ext>
                </a:extLst>
              </p:cNvPr>
              <p:cNvSpPr/>
              <p:nvPr/>
            </p:nvSpPr>
            <p:spPr>
              <a:xfrm flipH="1">
                <a:off x="2183804" y="3378300"/>
                <a:ext cx="158150" cy="90830"/>
              </a:xfrm>
              <a:custGeom>
                <a:avLst/>
                <a:gdLst>
                  <a:gd name="connsiteX0" fmla="*/ 91415 w 179541"/>
                  <a:gd name="connsiteY0" fmla="*/ 103906 h 103905"/>
                  <a:gd name="connsiteX1" fmla="*/ 36352 w 179541"/>
                  <a:gd name="connsiteY1" fmla="*/ 82581 h 103905"/>
                  <a:gd name="connsiteX2" fmla="*/ 1116 w 179541"/>
                  <a:gd name="connsiteY2" fmla="*/ 36598 h 103905"/>
                  <a:gd name="connsiteX3" fmla="*/ 5281 w 179541"/>
                  <a:gd name="connsiteY3" fmla="*/ 23353 h 103905"/>
                  <a:gd name="connsiteX4" fmla="*/ 18526 w 179541"/>
                  <a:gd name="connsiteY4" fmla="*/ 27518 h 103905"/>
                  <a:gd name="connsiteX5" fmla="*/ 48931 w 179541"/>
                  <a:gd name="connsiteY5" fmla="*/ 67503 h 103905"/>
                  <a:gd name="connsiteX6" fmla="*/ 92248 w 179541"/>
                  <a:gd name="connsiteY6" fmla="*/ 84247 h 103905"/>
                  <a:gd name="connsiteX7" fmla="*/ 138813 w 179541"/>
                  <a:gd name="connsiteY7" fmla="*/ 60422 h 103905"/>
                  <a:gd name="connsiteX8" fmla="*/ 159972 w 179541"/>
                  <a:gd name="connsiteY8" fmla="*/ 8609 h 103905"/>
                  <a:gd name="connsiteX9" fmla="*/ 170968 w 179541"/>
                  <a:gd name="connsiteY9" fmla="*/ 112 h 103905"/>
                  <a:gd name="connsiteX10" fmla="*/ 179465 w 179541"/>
                  <a:gd name="connsiteY10" fmla="*/ 11108 h 103905"/>
                  <a:gd name="connsiteX11" fmla="*/ 153891 w 179541"/>
                  <a:gd name="connsiteY11" fmla="*/ 73084 h 103905"/>
                  <a:gd name="connsiteX12" fmla="*/ 92581 w 179541"/>
                  <a:gd name="connsiteY12" fmla="*/ 103906 h 103905"/>
                  <a:gd name="connsiteX13" fmla="*/ 91331 w 179541"/>
                  <a:gd name="connsiteY13" fmla="*/ 103906 h 103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9541" h="103905">
                    <a:moveTo>
                      <a:pt x="91415" y="103906"/>
                    </a:moveTo>
                    <a:cubicBezTo>
                      <a:pt x="72422" y="103906"/>
                      <a:pt x="52846" y="96325"/>
                      <a:pt x="36352" y="82581"/>
                    </a:cubicBezTo>
                    <a:cubicBezTo>
                      <a:pt x="22941" y="71418"/>
                      <a:pt x="11445" y="56341"/>
                      <a:pt x="1116" y="36598"/>
                    </a:cubicBezTo>
                    <a:cubicBezTo>
                      <a:pt x="-1383" y="31767"/>
                      <a:pt x="449" y="25852"/>
                      <a:pt x="5281" y="23353"/>
                    </a:cubicBezTo>
                    <a:cubicBezTo>
                      <a:pt x="10112" y="20937"/>
                      <a:pt x="16027" y="22770"/>
                      <a:pt x="18526" y="27518"/>
                    </a:cubicBezTo>
                    <a:cubicBezTo>
                      <a:pt x="27605" y="45011"/>
                      <a:pt x="37602" y="58090"/>
                      <a:pt x="48931" y="67503"/>
                    </a:cubicBezTo>
                    <a:cubicBezTo>
                      <a:pt x="62176" y="78582"/>
                      <a:pt x="77420" y="84080"/>
                      <a:pt x="92248" y="84247"/>
                    </a:cubicBezTo>
                    <a:cubicBezTo>
                      <a:pt x="109158" y="83997"/>
                      <a:pt x="126568" y="75083"/>
                      <a:pt x="138813" y="60422"/>
                    </a:cubicBezTo>
                    <a:cubicBezTo>
                      <a:pt x="149976" y="47094"/>
                      <a:pt x="157306" y="29267"/>
                      <a:pt x="159972" y="8609"/>
                    </a:cubicBezTo>
                    <a:cubicBezTo>
                      <a:pt x="160638" y="3194"/>
                      <a:pt x="165636" y="-721"/>
                      <a:pt x="170968" y="112"/>
                    </a:cubicBezTo>
                    <a:cubicBezTo>
                      <a:pt x="176382" y="778"/>
                      <a:pt x="180131" y="5693"/>
                      <a:pt x="179465" y="11108"/>
                    </a:cubicBezTo>
                    <a:cubicBezTo>
                      <a:pt x="176299" y="35432"/>
                      <a:pt x="167469" y="56924"/>
                      <a:pt x="153891" y="73084"/>
                    </a:cubicBezTo>
                    <a:cubicBezTo>
                      <a:pt x="137980" y="91994"/>
                      <a:pt x="115072" y="103489"/>
                      <a:pt x="92581" y="103906"/>
                    </a:cubicBezTo>
                    <a:lnTo>
                      <a:pt x="91331" y="103906"/>
                    </a:lnTo>
                    <a:close/>
                  </a:path>
                </a:pathLst>
              </a:custGeom>
              <a:solidFill>
                <a:srgbClr val="2B033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: 形状 28" descr="c31254de-b56f-4be8-bd03-3285432024cc">
                <a:extLst>
                  <a:ext uri="{FF2B5EF4-FFF2-40B4-BE49-F238E27FC236}">
                    <a16:creationId xmlns:a16="http://schemas.microsoft.com/office/drawing/2014/main" id="{900429CF-61F7-70F0-E9B6-9ADB367FB3DE}"/>
                  </a:ext>
                </a:extLst>
              </p:cNvPr>
              <p:cNvSpPr/>
              <p:nvPr/>
            </p:nvSpPr>
            <p:spPr>
              <a:xfrm flipH="1">
                <a:off x="2375846" y="3065920"/>
                <a:ext cx="145779" cy="99980"/>
              </a:xfrm>
              <a:custGeom>
                <a:avLst/>
                <a:gdLst>
                  <a:gd name="connsiteX0" fmla="*/ 35570 w 165497"/>
                  <a:gd name="connsiteY0" fmla="*/ 22002 h 114372"/>
                  <a:gd name="connsiteX1" fmla="*/ 10413 w 165497"/>
                  <a:gd name="connsiteY1" fmla="*/ 46743 h 114372"/>
                  <a:gd name="connsiteX2" fmla="*/ 0 w 165497"/>
                  <a:gd name="connsiteY2" fmla="*/ 78064 h 114372"/>
                  <a:gd name="connsiteX3" fmla="*/ 13828 w 165497"/>
                  <a:gd name="connsiteY3" fmla="*/ 107220 h 114372"/>
                  <a:gd name="connsiteX4" fmla="*/ 47482 w 165497"/>
                  <a:gd name="connsiteY4" fmla="*/ 114301 h 114372"/>
                  <a:gd name="connsiteX5" fmla="*/ 91548 w 165497"/>
                  <a:gd name="connsiteY5" fmla="*/ 109386 h 114372"/>
                  <a:gd name="connsiteX6" fmla="*/ 140863 w 165497"/>
                  <a:gd name="connsiteY6" fmla="*/ 90310 h 114372"/>
                  <a:gd name="connsiteX7" fmla="*/ 142196 w 165497"/>
                  <a:gd name="connsiteY7" fmla="*/ 4509 h 114372"/>
                  <a:gd name="connsiteX8" fmla="*/ 35653 w 165497"/>
                  <a:gd name="connsiteY8" fmla="*/ 22086 h 114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5497" h="114372">
                    <a:moveTo>
                      <a:pt x="35570" y="22002"/>
                    </a:moveTo>
                    <a:cubicBezTo>
                      <a:pt x="25574" y="28333"/>
                      <a:pt x="16910" y="36830"/>
                      <a:pt x="10413" y="46743"/>
                    </a:cubicBezTo>
                    <a:cubicBezTo>
                      <a:pt x="4248" y="56073"/>
                      <a:pt x="0" y="66902"/>
                      <a:pt x="0" y="78064"/>
                    </a:cubicBezTo>
                    <a:cubicBezTo>
                      <a:pt x="0" y="89227"/>
                      <a:pt x="4748" y="100722"/>
                      <a:pt x="13828" y="107220"/>
                    </a:cubicBezTo>
                    <a:cubicBezTo>
                      <a:pt x="23324" y="114051"/>
                      <a:pt x="35820" y="114634"/>
                      <a:pt x="47482" y="114301"/>
                    </a:cubicBezTo>
                    <a:cubicBezTo>
                      <a:pt x="62226" y="113801"/>
                      <a:pt x="76971" y="112218"/>
                      <a:pt x="91548" y="109386"/>
                    </a:cubicBezTo>
                    <a:cubicBezTo>
                      <a:pt x="109042" y="106054"/>
                      <a:pt x="126535" y="100806"/>
                      <a:pt x="140863" y="90310"/>
                    </a:cubicBezTo>
                    <a:cubicBezTo>
                      <a:pt x="167603" y="70817"/>
                      <a:pt x="178765" y="20753"/>
                      <a:pt x="142196" y="4509"/>
                    </a:cubicBezTo>
                    <a:cubicBezTo>
                      <a:pt x="114623" y="-7736"/>
                      <a:pt x="59061" y="7258"/>
                      <a:pt x="35653" y="22086"/>
                    </a:cubicBezTo>
                    <a:close/>
                  </a:path>
                </a:pathLst>
              </a:custGeom>
              <a:solidFill>
                <a:srgbClr val="977B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: 形状 29" descr="ff658392-12ae-4cb5-9ec0-e385ef22ae3f">
                <a:extLst>
                  <a:ext uri="{FF2B5EF4-FFF2-40B4-BE49-F238E27FC236}">
                    <a16:creationId xmlns:a16="http://schemas.microsoft.com/office/drawing/2014/main" id="{E3A524BB-7488-61E5-8752-433716A3B6E1}"/>
                  </a:ext>
                </a:extLst>
              </p:cNvPr>
              <p:cNvSpPr/>
              <p:nvPr/>
            </p:nvSpPr>
            <p:spPr>
              <a:xfrm flipH="1">
                <a:off x="1952514" y="3064318"/>
                <a:ext cx="145779" cy="99980"/>
              </a:xfrm>
              <a:custGeom>
                <a:avLst/>
                <a:gdLst>
                  <a:gd name="connsiteX0" fmla="*/ 129928 w 165497"/>
                  <a:gd name="connsiteY0" fmla="*/ 22002 h 114372"/>
                  <a:gd name="connsiteX1" fmla="*/ 155085 w 165497"/>
                  <a:gd name="connsiteY1" fmla="*/ 46743 h 114372"/>
                  <a:gd name="connsiteX2" fmla="*/ 165498 w 165497"/>
                  <a:gd name="connsiteY2" fmla="*/ 78064 h 114372"/>
                  <a:gd name="connsiteX3" fmla="*/ 151670 w 165497"/>
                  <a:gd name="connsiteY3" fmla="*/ 107220 h 114372"/>
                  <a:gd name="connsiteX4" fmla="*/ 118016 w 165497"/>
                  <a:gd name="connsiteY4" fmla="*/ 114301 h 114372"/>
                  <a:gd name="connsiteX5" fmla="*/ 73950 w 165497"/>
                  <a:gd name="connsiteY5" fmla="*/ 109386 h 114372"/>
                  <a:gd name="connsiteX6" fmla="*/ 24635 w 165497"/>
                  <a:gd name="connsiteY6" fmla="*/ 90310 h 114372"/>
                  <a:gd name="connsiteX7" fmla="*/ 23302 w 165497"/>
                  <a:gd name="connsiteY7" fmla="*/ 4509 h 114372"/>
                  <a:gd name="connsiteX8" fmla="*/ 129845 w 165497"/>
                  <a:gd name="connsiteY8" fmla="*/ 22086 h 114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5497" h="114372">
                    <a:moveTo>
                      <a:pt x="129928" y="22002"/>
                    </a:moveTo>
                    <a:cubicBezTo>
                      <a:pt x="139924" y="28333"/>
                      <a:pt x="148588" y="36830"/>
                      <a:pt x="155085" y="46743"/>
                    </a:cubicBezTo>
                    <a:cubicBezTo>
                      <a:pt x="161250" y="56073"/>
                      <a:pt x="165498" y="66902"/>
                      <a:pt x="165498" y="78064"/>
                    </a:cubicBezTo>
                    <a:cubicBezTo>
                      <a:pt x="165498" y="89227"/>
                      <a:pt x="160750" y="100722"/>
                      <a:pt x="151670" y="107220"/>
                    </a:cubicBezTo>
                    <a:cubicBezTo>
                      <a:pt x="142174" y="114051"/>
                      <a:pt x="129678" y="114634"/>
                      <a:pt x="118016" y="114301"/>
                    </a:cubicBezTo>
                    <a:cubicBezTo>
                      <a:pt x="103272" y="113801"/>
                      <a:pt x="88527" y="112218"/>
                      <a:pt x="73950" y="109386"/>
                    </a:cubicBezTo>
                    <a:cubicBezTo>
                      <a:pt x="56456" y="106054"/>
                      <a:pt x="38963" y="100806"/>
                      <a:pt x="24635" y="90310"/>
                    </a:cubicBezTo>
                    <a:cubicBezTo>
                      <a:pt x="-2105" y="70817"/>
                      <a:pt x="-13267" y="20753"/>
                      <a:pt x="23302" y="4509"/>
                    </a:cubicBezTo>
                    <a:cubicBezTo>
                      <a:pt x="50875" y="-7736"/>
                      <a:pt x="106437" y="7258"/>
                      <a:pt x="129845" y="22086"/>
                    </a:cubicBezTo>
                    <a:close/>
                  </a:path>
                </a:pathLst>
              </a:custGeom>
              <a:solidFill>
                <a:srgbClr val="977B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: 形状 24" descr="1d724498-1d5b-465a-b3f4-11d6a87d5544">
                <a:extLst>
                  <a:ext uri="{FF2B5EF4-FFF2-40B4-BE49-F238E27FC236}">
                    <a16:creationId xmlns:a16="http://schemas.microsoft.com/office/drawing/2014/main" id="{CEF9F819-A5FE-1705-4CBC-39EF82F21C62}"/>
                  </a:ext>
                </a:extLst>
              </p:cNvPr>
              <p:cNvSpPr/>
              <p:nvPr/>
            </p:nvSpPr>
            <p:spPr>
              <a:xfrm flipH="1">
                <a:off x="1376650" y="2605420"/>
                <a:ext cx="591815" cy="727392"/>
              </a:xfrm>
              <a:custGeom>
                <a:avLst/>
                <a:gdLst>
                  <a:gd name="connsiteX0" fmla="*/ 559319 w 671862"/>
                  <a:gd name="connsiteY0" fmla="*/ 824853 h 832100"/>
                  <a:gd name="connsiteX1" fmla="*/ 517252 w 671862"/>
                  <a:gd name="connsiteY1" fmla="*/ 766875 h 832100"/>
                  <a:gd name="connsiteX2" fmla="*/ 445363 w 671862"/>
                  <a:gd name="connsiteY2" fmla="*/ 753380 h 832100"/>
                  <a:gd name="connsiteX3" fmla="*/ 324158 w 671862"/>
                  <a:gd name="connsiteY3" fmla="*/ 832101 h 832100"/>
                  <a:gd name="connsiteX4" fmla="*/ 211368 w 671862"/>
                  <a:gd name="connsiteY4" fmla="*/ 519386 h 832100"/>
                  <a:gd name="connsiteX5" fmla="*/ 56260 w 671862"/>
                  <a:gd name="connsiteY5" fmla="*/ 434751 h 832100"/>
                  <a:gd name="connsiteX6" fmla="*/ 5113 w 671862"/>
                  <a:gd name="connsiteY6" fmla="*/ 326793 h 832100"/>
                  <a:gd name="connsiteX7" fmla="*/ 27688 w 671862"/>
                  <a:gd name="connsiteY7" fmla="*/ 179349 h 832100"/>
                  <a:gd name="connsiteX8" fmla="*/ 179214 w 671862"/>
                  <a:gd name="connsiteY8" fmla="*/ 0 h 832100"/>
                  <a:gd name="connsiteX9" fmla="*/ 416957 w 671862"/>
                  <a:gd name="connsiteY9" fmla="*/ 72056 h 832100"/>
                  <a:gd name="connsiteX10" fmla="*/ 614965 w 671862"/>
                  <a:gd name="connsiteY10" fmla="*/ 215085 h 832100"/>
                  <a:gd name="connsiteX11" fmla="*/ 661697 w 671862"/>
                  <a:gd name="connsiteY11" fmla="*/ 513055 h 832100"/>
                  <a:gd name="connsiteX12" fmla="*/ 559403 w 671862"/>
                  <a:gd name="connsiteY12" fmla="*/ 824687 h 83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71862" h="832100">
                    <a:moveTo>
                      <a:pt x="559319" y="824853"/>
                    </a:moveTo>
                    <a:cubicBezTo>
                      <a:pt x="555904" y="800363"/>
                      <a:pt x="538827" y="778954"/>
                      <a:pt x="517252" y="766875"/>
                    </a:cubicBezTo>
                    <a:cubicBezTo>
                      <a:pt x="495677" y="754797"/>
                      <a:pt x="470020" y="751381"/>
                      <a:pt x="445363" y="753380"/>
                    </a:cubicBezTo>
                    <a:cubicBezTo>
                      <a:pt x="395881" y="757545"/>
                      <a:pt x="344318" y="786784"/>
                      <a:pt x="324158" y="832101"/>
                    </a:cubicBezTo>
                    <a:cubicBezTo>
                      <a:pt x="232443" y="759795"/>
                      <a:pt x="186961" y="633593"/>
                      <a:pt x="211368" y="519386"/>
                    </a:cubicBezTo>
                    <a:cubicBezTo>
                      <a:pt x="154806" y="500810"/>
                      <a:pt x="96911" y="478235"/>
                      <a:pt x="56260" y="434751"/>
                    </a:cubicBezTo>
                    <a:cubicBezTo>
                      <a:pt x="28604" y="405179"/>
                      <a:pt x="10445" y="366861"/>
                      <a:pt x="5113" y="326793"/>
                    </a:cubicBezTo>
                    <a:cubicBezTo>
                      <a:pt x="-1718" y="275729"/>
                      <a:pt x="-7382" y="217167"/>
                      <a:pt x="27688" y="179349"/>
                    </a:cubicBezTo>
                    <a:cubicBezTo>
                      <a:pt x="80918" y="121954"/>
                      <a:pt x="131482" y="62060"/>
                      <a:pt x="179214" y="0"/>
                    </a:cubicBezTo>
                    <a:cubicBezTo>
                      <a:pt x="257850" y="25407"/>
                      <a:pt x="339986" y="41901"/>
                      <a:pt x="416957" y="72056"/>
                    </a:cubicBezTo>
                    <a:cubicBezTo>
                      <a:pt x="493927" y="102211"/>
                      <a:pt x="568066" y="147111"/>
                      <a:pt x="614965" y="215085"/>
                    </a:cubicBezTo>
                    <a:cubicBezTo>
                      <a:pt x="673609" y="300136"/>
                      <a:pt x="682439" y="411844"/>
                      <a:pt x="661697" y="513055"/>
                    </a:cubicBezTo>
                    <a:cubicBezTo>
                      <a:pt x="640955" y="614267"/>
                      <a:pt x="606301" y="732555"/>
                      <a:pt x="559403" y="824687"/>
                    </a:cubicBezTo>
                    <a:close/>
                  </a:path>
                </a:pathLst>
              </a:custGeom>
              <a:solidFill>
                <a:srgbClr val="977B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25" descr="77841f64-83f7-47f8-8424-ac3920da6100">
                <a:extLst>
                  <a:ext uri="{FF2B5EF4-FFF2-40B4-BE49-F238E27FC236}">
                    <a16:creationId xmlns:a16="http://schemas.microsoft.com/office/drawing/2014/main" id="{D0ED9F45-6457-6DDD-F7C0-BBB6FC703699}"/>
                  </a:ext>
                </a:extLst>
              </p:cNvPr>
              <p:cNvSpPr/>
              <p:nvPr/>
            </p:nvSpPr>
            <p:spPr>
              <a:xfrm flipH="1">
                <a:off x="1799009" y="2544460"/>
                <a:ext cx="884412" cy="398413"/>
              </a:xfrm>
              <a:custGeom>
                <a:avLst/>
                <a:gdLst>
                  <a:gd name="connsiteX0" fmla="*/ 1003869 w 1004035"/>
                  <a:gd name="connsiteY0" fmla="*/ 75983 h 455765"/>
                  <a:gd name="connsiteX1" fmla="*/ 852926 w 1004035"/>
                  <a:gd name="connsiteY1" fmla="*/ 229758 h 455765"/>
                  <a:gd name="connsiteX2" fmla="*/ 626512 w 1004035"/>
                  <a:gd name="connsiteY2" fmla="*/ 272991 h 455765"/>
                  <a:gd name="connsiteX3" fmla="*/ 606686 w 1004035"/>
                  <a:gd name="connsiteY3" fmla="*/ 274074 h 455765"/>
                  <a:gd name="connsiteX4" fmla="*/ 597523 w 1004035"/>
                  <a:gd name="connsiteY4" fmla="*/ 285487 h 455765"/>
                  <a:gd name="connsiteX5" fmla="*/ 401681 w 1004035"/>
                  <a:gd name="connsiteY5" fmla="*/ 423184 h 455765"/>
                  <a:gd name="connsiteX6" fmla="*/ 192010 w 1004035"/>
                  <a:gd name="connsiteY6" fmla="*/ 454589 h 455765"/>
                  <a:gd name="connsiteX7" fmla="*/ 0 w 1004035"/>
                  <a:gd name="connsiteY7" fmla="*/ 372037 h 455765"/>
                  <a:gd name="connsiteX8" fmla="*/ 125036 w 1004035"/>
                  <a:gd name="connsiteY8" fmla="*/ 207350 h 455765"/>
                  <a:gd name="connsiteX9" fmla="*/ 258402 w 1004035"/>
                  <a:gd name="connsiteY9" fmla="*/ 91810 h 455765"/>
                  <a:gd name="connsiteX10" fmla="*/ 487898 w 1004035"/>
                  <a:gd name="connsiteY10" fmla="*/ 10924 h 455765"/>
                  <a:gd name="connsiteX11" fmla="*/ 666164 w 1004035"/>
                  <a:gd name="connsiteY11" fmla="*/ 845 h 455765"/>
                  <a:gd name="connsiteX12" fmla="*/ 1004035 w 1004035"/>
                  <a:gd name="connsiteY12" fmla="*/ 75983 h 455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4035" h="455765">
                    <a:moveTo>
                      <a:pt x="1003869" y="75983"/>
                    </a:moveTo>
                    <a:cubicBezTo>
                      <a:pt x="981127" y="151204"/>
                      <a:pt x="919817" y="188607"/>
                      <a:pt x="852926" y="229758"/>
                    </a:cubicBezTo>
                    <a:cubicBezTo>
                      <a:pt x="786035" y="270909"/>
                      <a:pt x="703816" y="286570"/>
                      <a:pt x="626512" y="272991"/>
                    </a:cubicBezTo>
                    <a:cubicBezTo>
                      <a:pt x="619848" y="271825"/>
                      <a:pt x="612434" y="270576"/>
                      <a:pt x="606686" y="274074"/>
                    </a:cubicBezTo>
                    <a:cubicBezTo>
                      <a:pt x="602438" y="276657"/>
                      <a:pt x="599939" y="281238"/>
                      <a:pt x="597523" y="285487"/>
                    </a:cubicBezTo>
                    <a:cubicBezTo>
                      <a:pt x="557038" y="356376"/>
                      <a:pt x="479068" y="397277"/>
                      <a:pt x="401681" y="423184"/>
                    </a:cubicBezTo>
                    <a:cubicBezTo>
                      <a:pt x="334206" y="445759"/>
                      <a:pt x="262900" y="460087"/>
                      <a:pt x="192010" y="454589"/>
                    </a:cubicBezTo>
                    <a:cubicBezTo>
                      <a:pt x="121037" y="449091"/>
                      <a:pt x="50231" y="422351"/>
                      <a:pt x="0" y="372037"/>
                    </a:cubicBezTo>
                    <a:cubicBezTo>
                      <a:pt x="40318" y="315808"/>
                      <a:pt x="77637" y="257830"/>
                      <a:pt x="125036" y="207350"/>
                    </a:cubicBezTo>
                    <a:cubicBezTo>
                      <a:pt x="165437" y="164366"/>
                      <a:pt x="208587" y="123382"/>
                      <a:pt x="258402" y="91810"/>
                    </a:cubicBezTo>
                    <a:cubicBezTo>
                      <a:pt x="327376" y="48077"/>
                      <a:pt x="407262" y="23753"/>
                      <a:pt x="487898" y="10924"/>
                    </a:cubicBezTo>
                    <a:cubicBezTo>
                      <a:pt x="546792" y="1594"/>
                      <a:pt x="606603" y="-1738"/>
                      <a:pt x="666164" y="845"/>
                    </a:cubicBezTo>
                    <a:cubicBezTo>
                      <a:pt x="772290" y="5510"/>
                      <a:pt x="912903" y="34832"/>
                      <a:pt x="1004035" y="75983"/>
                    </a:cubicBezTo>
                    <a:close/>
                  </a:path>
                </a:pathLst>
              </a:custGeom>
              <a:solidFill>
                <a:srgbClr val="977B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6" name="任意多边形: 形状 165" descr="34bebe81-cce9-44ca-a785-545146b73aae">
                <a:extLst>
                  <a:ext uri="{FF2B5EF4-FFF2-40B4-BE49-F238E27FC236}">
                    <a16:creationId xmlns:a16="http://schemas.microsoft.com/office/drawing/2014/main" id="{69BA49D4-E8E5-ECB7-848B-5C88595FA221}"/>
                  </a:ext>
                </a:extLst>
              </p:cNvPr>
              <p:cNvSpPr/>
              <p:nvPr/>
            </p:nvSpPr>
            <p:spPr>
              <a:xfrm flipH="1">
                <a:off x="1638159" y="4778551"/>
                <a:ext cx="313157" cy="602379"/>
              </a:xfrm>
              <a:custGeom>
                <a:avLst/>
                <a:gdLst>
                  <a:gd name="connsiteX0" fmla="*/ 350840 w 355514"/>
                  <a:gd name="connsiteY0" fmla="*/ 639943 h 689091"/>
                  <a:gd name="connsiteX1" fmla="*/ 216641 w 355514"/>
                  <a:gd name="connsiteY1" fmla="*/ 419943 h 689091"/>
                  <a:gd name="connsiteX2" fmla="*/ 224222 w 355514"/>
                  <a:gd name="connsiteY2" fmla="*/ 404949 h 689091"/>
                  <a:gd name="connsiteX3" fmla="*/ 288447 w 355514"/>
                  <a:gd name="connsiteY3" fmla="*/ 57831 h 689091"/>
                  <a:gd name="connsiteX4" fmla="*/ 181321 w 355514"/>
                  <a:gd name="connsiteY4" fmla="*/ 103 h 689091"/>
                  <a:gd name="connsiteX5" fmla="*/ 63866 w 355514"/>
                  <a:gd name="connsiteY5" fmla="*/ 53666 h 689091"/>
                  <a:gd name="connsiteX6" fmla="*/ 141920 w 355514"/>
                  <a:gd name="connsiteY6" fmla="*/ 419860 h 689091"/>
                  <a:gd name="connsiteX7" fmla="*/ 4972 w 355514"/>
                  <a:gd name="connsiteY7" fmla="*/ 637277 h 689091"/>
                  <a:gd name="connsiteX8" fmla="*/ 15135 w 355514"/>
                  <a:gd name="connsiteY8" fmla="*/ 681677 h 689091"/>
                  <a:gd name="connsiteX9" fmla="*/ 59618 w 355514"/>
                  <a:gd name="connsiteY9" fmla="*/ 671681 h 689091"/>
                  <a:gd name="connsiteX10" fmla="*/ 178989 w 355514"/>
                  <a:gd name="connsiteY10" fmla="*/ 482169 h 689091"/>
                  <a:gd name="connsiteX11" fmla="*/ 295778 w 355514"/>
                  <a:gd name="connsiteY11" fmla="*/ 673597 h 689091"/>
                  <a:gd name="connsiteX12" fmla="*/ 323351 w 355514"/>
                  <a:gd name="connsiteY12" fmla="*/ 689091 h 689091"/>
                  <a:gd name="connsiteX13" fmla="*/ 340094 w 355514"/>
                  <a:gd name="connsiteY13" fmla="*/ 684426 h 689091"/>
                  <a:gd name="connsiteX14" fmla="*/ 350757 w 355514"/>
                  <a:gd name="connsiteY14" fmla="*/ 640026 h 689091"/>
                  <a:gd name="connsiteX15" fmla="*/ 178906 w 355514"/>
                  <a:gd name="connsiteY15" fmla="*/ 351053 h 689091"/>
                  <a:gd name="connsiteX16" fmla="*/ 119262 w 355514"/>
                  <a:gd name="connsiteY16" fmla="*/ 86653 h 689091"/>
                  <a:gd name="connsiteX17" fmla="*/ 173824 w 355514"/>
                  <a:gd name="connsiteY17" fmla="*/ 64578 h 689091"/>
                  <a:gd name="connsiteX18" fmla="*/ 179322 w 355514"/>
                  <a:gd name="connsiteY18" fmla="*/ 64578 h 689091"/>
                  <a:gd name="connsiteX19" fmla="*/ 232385 w 355514"/>
                  <a:gd name="connsiteY19" fmla="*/ 89569 h 689091"/>
                  <a:gd name="connsiteX20" fmla="*/ 198232 w 355514"/>
                  <a:gd name="connsiteY20" fmla="*/ 307319 h 689091"/>
                  <a:gd name="connsiteX21" fmla="*/ 180322 w 355514"/>
                  <a:gd name="connsiteY21" fmla="*/ 348304 h 689091"/>
                  <a:gd name="connsiteX22" fmla="*/ 179072 w 355514"/>
                  <a:gd name="connsiteY22" fmla="*/ 351053 h 689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55514" h="689091">
                    <a:moveTo>
                      <a:pt x="350840" y="639943"/>
                    </a:moveTo>
                    <a:lnTo>
                      <a:pt x="216641" y="419943"/>
                    </a:lnTo>
                    <a:cubicBezTo>
                      <a:pt x="218890" y="415612"/>
                      <a:pt x="221473" y="410613"/>
                      <a:pt x="224222" y="404949"/>
                    </a:cubicBezTo>
                    <a:cubicBezTo>
                      <a:pt x="261458" y="330894"/>
                      <a:pt x="341344" y="151045"/>
                      <a:pt x="288447" y="57831"/>
                    </a:cubicBezTo>
                    <a:cubicBezTo>
                      <a:pt x="274286" y="32674"/>
                      <a:pt x="244131" y="2185"/>
                      <a:pt x="181321" y="103"/>
                    </a:cubicBezTo>
                    <a:cubicBezTo>
                      <a:pt x="112098" y="-1980"/>
                      <a:pt x="79194" y="28009"/>
                      <a:pt x="63866" y="53666"/>
                    </a:cubicBezTo>
                    <a:cubicBezTo>
                      <a:pt x="5472" y="151379"/>
                      <a:pt x="105767" y="353385"/>
                      <a:pt x="141920" y="419860"/>
                    </a:cubicBezTo>
                    <a:lnTo>
                      <a:pt x="4972" y="637277"/>
                    </a:lnTo>
                    <a:cubicBezTo>
                      <a:pt x="-4525" y="652272"/>
                      <a:pt x="-26" y="672264"/>
                      <a:pt x="15135" y="681677"/>
                    </a:cubicBezTo>
                    <a:cubicBezTo>
                      <a:pt x="30129" y="691174"/>
                      <a:pt x="50121" y="686675"/>
                      <a:pt x="59618" y="671681"/>
                    </a:cubicBezTo>
                    <a:lnTo>
                      <a:pt x="178989" y="482169"/>
                    </a:lnTo>
                    <a:lnTo>
                      <a:pt x="295778" y="673597"/>
                    </a:lnTo>
                    <a:cubicBezTo>
                      <a:pt x="301942" y="683593"/>
                      <a:pt x="312521" y="689091"/>
                      <a:pt x="323351" y="689091"/>
                    </a:cubicBezTo>
                    <a:cubicBezTo>
                      <a:pt x="329015" y="689091"/>
                      <a:pt x="334763" y="687508"/>
                      <a:pt x="340094" y="684426"/>
                    </a:cubicBezTo>
                    <a:cubicBezTo>
                      <a:pt x="355255" y="675096"/>
                      <a:pt x="360087" y="655271"/>
                      <a:pt x="350757" y="640026"/>
                    </a:cubicBezTo>
                    <a:close/>
                    <a:moveTo>
                      <a:pt x="178906" y="351053"/>
                    </a:moveTo>
                    <a:cubicBezTo>
                      <a:pt x="131674" y="254756"/>
                      <a:pt x="91356" y="133469"/>
                      <a:pt x="119262" y="86653"/>
                    </a:cubicBezTo>
                    <a:cubicBezTo>
                      <a:pt x="122677" y="81155"/>
                      <a:pt x="132673" y="64578"/>
                      <a:pt x="173824" y="64578"/>
                    </a:cubicBezTo>
                    <a:lnTo>
                      <a:pt x="179322" y="64578"/>
                    </a:lnTo>
                    <a:cubicBezTo>
                      <a:pt x="214975" y="65828"/>
                      <a:pt x="226721" y="79406"/>
                      <a:pt x="232385" y="89569"/>
                    </a:cubicBezTo>
                    <a:cubicBezTo>
                      <a:pt x="256543" y="132136"/>
                      <a:pt x="231885" y="224934"/>
                      <a:pt x="198232" y="307319"/>
                    </a:cubicBezTo>
                    <a:cubicBezTo>
                      <a:pt x="192401" y="321314"/>
                      <a:pt x="186486" y="335225"/>
                      <a:pt x="180322" y="348304"/>
                    </a:cubicBezTo>
                    <a:cubicBezTo>
                      <a:pt x="179822" y="349303"/>
                      <a:pt x="179489" y="350053"/>
                      <a:pt x="179072" y="351053"/>
                    </a:cubicBezTo>
                    <a:close/>
                  </a:path>
                </a:pathLst>
              </a:custGeom>
              <a:solidFill>
                <a:srgbClr val="FF5E5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任意多边形: 形状 167" descr="18cb9dbe-857d-48a1-bb7d-4559402142b6">
                <a:extLst>
                  <a:ext uri="{FF2B5EF4-FFF2-40B4-BE49-F238E27FC236}">
                    <a16:creationId xmlns:a16="http://schemas.microsoft.com/office/drawing/2014/main" id="{BAE2D52B-483C-181A-BBB3-44F6D647F7C0}"/>
                  </a:ext>
                </a:extLst>
              </p:cNvPr>
              <p:cNvSpPr/>
              <p:nvPr/>
            </p:nvSpPr>
            <p:spPr>
              <a:xfrm flipH="1">
                <a:off x="2617603" y="3434395"/>
                <a:ext cx="553555" cy="552407"/>
              </a:xfrm>
              <a:custGeom>
                <a:avLst/>
                <a:gdLst>
                  <a:gd name="connsiteX0" fmla="*/ 628345 w 628427"/>
                  <a:gd name="connsiteY0" fmla="*/ 303718 h 631926"/>
                  <a:gd name="connsiteX1" fmla="*/ 283726 w 628427"/>
                  <a:gd name="connsiteY1" fmla="*/ 5081 h 631926"/>
                  <a:gd name="connsiteX2" fmla="*/ 283226 w 628427"/>
                  <a:gd name="connsiteY2" fmla="*/ 0 h 631926"/>
                  <a:gd name="connsiteX3" fmla="*/ 282559 w 628427"/>
                  <a:gd name="connsiteY3" fmla="*/ 2582 h 631926"/>
                  <a:gd name="connsiteX4" fmla="*/ 281976 w 628427"/>
                  <a:gd name="connsiteY4" fmla="*/ 1333 h 631926"/>
                  <a:gd name="connsiteX5" fmla="*/ 282226 w 628427"/>
                  <a:gd name="connsiteY5" fmla="*/ 3998 h 631926"/>
                  <a:gd name="connsiteX6" fmla="*/ 0 w 628427"/>
                  <a:gd name="connsiteY6" fmla="*/ 362196 h 631926"/>
                  <a:gd name="connsiteX7" fmla="*/ 341537 w 628427"/>
                  <a:gd name="connsiteY7" fmla="*/ 627761 h 631926"/>
                  <a:gd name="connsiteX8" fmla="*/ 341953 w 628427"/>
                  <a:gd name="connsiteY8" fmla="*/ 631927 h 631926"/>
                  <a:gd name="connsiteX9" fmla="*/ 342703 w 628427"/>
                  <a:gd name="connsiteY9" fmla="*/ 629761 h 631926"/>
                  <a:gd name="connsiteX10" fmla="*/ 343203 w 628427"/>
                  <a:gd name="connsiteY10" fmla="*/ 630594 h 631926"/>
                  <a:gd name="connsiteX11" fmla="*/ 343036 w 628427"/>
                  <a:gd name="connsiteY11" fmla="*/ 628844 h 631926"/>
                  <a:gd name="connsiteX12" fmla="*/ 628428 w 628427"/>
                  <a:gd name="connsiteY12" fmla="*/ 303718 h 631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28427" h="631926">
                    <a:moveTo>
                      <a:pt x="628345" y="303718"/>
                    </a:moveTo>
                    <a:cubicBezTo>
                      <a:pt x="628345" y="303718"/>
                      <a:pt x="415592" y="301969"/>
                      <a:pt x="283726" y="5081"/>
                    </a:cubicBezTo>
                    <a:lnTo>
                      <a:pt x="283226" y="0"/>
                    </a:lnTo>
                    <a:cubicBezTo>
                      <a:pt x="283059" y="916"/>
                      <a:pt x="282809" y="1749"/>
                      <a:pt x="282559" y="2582"/>
                    </a:cubicBezTo>
                    <a:cubicBezTo>
                      <a:pt x="282393" y="2166"/>
                      <a:pt x="282143" y="1749"/>
                      <a:pt x="281976" y="1333"/>
                    </a:cubicBezTo>
                    <a:lnTo>
                      <a:pt x="282226" y="3998"/>
                    </a:lnTo>
                    <a:cubicBezTo>
                      <a:pt x="208671" y="320378"/>
                      <a:pt x="0" y="362196"/>
                      <a:pt x="0" y="362196"/>
                    </a:cubicBezTo>
                    <a:cubicBezTo>
                      <a:pt x="184513" y="369943"/>
                      <a:pt x="325293" y="600272"/>
                      <a:pt x="341537" y="627761"/>
                    </a:cubicBezTo>
                    <a:lnTo>
                      <a:pt x="341953" y="631927"/>
                    </a:lnTo>
                    <a:cubicBezTo>
                      <a:pt x="341953" y="631927"/>
                      <a:pt x="342370" y="630760"/>
                      <a:pt x="342703" y="629761"/>
                    </a:cubicBezTo>
                    <a:cubicBezTo>
                      <a:pt x="342787" y="629927"/>
                      <a:pt x="343203" y="630594"/>
                      <a:pt x="343203" y="630594"/>
                    </a:cubicBezTo>
                    <a:lnTo>
                      <a:pt x="343036" y="628844"/>
                    </a:lnTo>
                    <a:cubicBezTo>
                      <a:pt x="353782" y="598773"/>
                      <a:pt x="448663" y="346119"/>
                      <a:pt x="628428" y="303718"/>
                    </a:cubicBezTo>
                    <a:close/>
                  </a:path>
                </a:pathLst>
              </a:custGeom>
              <a:solidFill>
                <a:srgbClr val="FFC06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" name="任意多边形: 形状 171" descr="858fc717-eba2-4a60-87fa-880f83d98461">
                <a:extLst>
                  <a:ext uri="{FF2B5EF4-FFF2-40B4-BE49-F238E27FC236}">
                    <a16:creationId xmlns:a16="http://schemas.microsoft.com/office/drawing/2014/main" id="{B0277654-EAF6-79AA-509F-ABB1FCE1D0C8}"/>
                  </a:ext>
                </a:extLst>
              </p:cNvPr>
              <p:cNvSpPr/>
              <p:nvPr/>
            </p:nvSpPr>
            <p:spPr>
              <a:xfrm flipH="1">
                <a:off x="3114438" y="3856966"/>
                <a:ext cx="286022" cy="285451"/>
              </a:xfrm>
              <a:custGeom>
                <a:avLst/>
                <a:gdLst>
                  <a:gd name="connsiteX0" fmla="*/ 324710 w 324709"/>
                  <a:gd name="connsiteY0" fmla="*/ 156857 h 326542"/>
                  <a:gd name="connsiteX1" fmla="*/ 146611 w 324709"/>
                  <a:gd name="connsiteY1" fmla="*/ 2582 h 326542"/>
                  <a:gd name="connsiteX2" fmla="*/ 146361 w 324709"/>
                  <a:gd name="connsiteY2" fmla="*/ 0 h 326542"/>
                  <a:gd name="connsiteX3" fmla="*/ 146028 w 324709"/>
                  <a:gd name="connsiteY3" fmla="*/ 1333 h 326542"/>
                  <a:gd name="connsiteX4" fmla="*/ 145695 w 324709"/>
                  <a:gd name="connsiteY4" fmla="*/ 666 h 326542"/>
                  <a:gd name="connsiteX5" fmla="*/ 145861 w 324709"/>
                  <a:gd name="connsiteY5" fmla="*/ 1999 h 326542"/>
                  <a:gd name="connsiteX6" fmla="*/ 0 w 324709"/>
                  <a:gd name="connsiteY6" fmla="*/ 187096 h 326542"/>
                  <a:gd name="connsiteX7" fmla="*/ 176516 w 324709"/>
                  <a:gd name="connsiteY7" fmla="*/ 324377 h 326542"/>
                  <a:gd name="connsiteX8" fmla="*/ 176683 w 324709"/>
                  <a:gd name="connsiteY8" fmla="*/ 326543 h 326542"/>
                  <a:gd name="connsiteX9" fmla="*/ 177099 w 324709"/>
                  <a:gd name="connsiteY9" fmla="*/ 325460 h 326542"/>
                  <a:gd name="connsiteX10" fmla="*/ 177349 w 324709"/>
                  <a:gd name="connsiteY10" fmla="*/ 325876 h 326542"/>
                  <a:gd name="connsiteX11" fmla="*/ 177349 w 324709"/>
                  <a:gd name="connsiteY11" fmla="*/ 324960 h 326542"/>
                  <a:gd name="connsiteX12" fmla="*/ 324710 w 324709"/>
                  <a:gd name="connsiteY12" fmla="*/ 156940 h 326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4709" h="326542">
                    <a:moveTo>
                      <a:pt x="324710" y="156857"/>
                    </a:moveTo>
                    <a:cubicBezTo>
                      <a:pt x="324710" y="156857"/>
                      <a:pt x="214752" y="155941"/>
                      <a:pt x="146611" y="2582"/>
                    </a:cubicBezTo>
                    <a:lnTo>
                      <a:pt x="146361" y="0"/>
                    </a:lnTo>
                    <a:cubicBezTo>
                      <a:pt x="146278" y="500"/>
                      <a:pt x="146111" y="916"/>
                      <a:pt x="146028" y="1333"/>
                    </a:cubicBezTo>
                    <a:cubicBezTo>
                      <a:pt x="145945" y="1083"/>
                      <a:pt x="145861" y="916"/>
                      <a:pt x="145695" y="666"/>
                    </a:cubicBezTo>
                    <a:lnTo>
                      <a:pt x="145861" y="1999"/>
                    </a:lnTo>
                    <a:cubicBezTo>
                      <a:pt x="107792" y="165520"/>
                      <a:pt x="0" y="187096"/>
                      <a:pt x="0" y="187096"/>
                    </a:cubicBezTo>
                    <a:cubicBezTo>
                      <a:pt x="95380" y="191094"/>
                      <a:pt x="168103" y="310132"/>
                      <a:pt x="176516" y="324377"/>
                    </a:cubicBezTo>
                    <a:lnTo>
                      <a:pt x="176683" y="326543"/>
                    </a:lnTo>
                    <a:cubicBezTo>
                      <a:pt x="176683" y="326543"/>
                      <a:pt x="176933" y="325960"/>
                      <a:pt x="177099" y="325460"/>
                    </a:cubicBezTo>
                    <a:cubicBezTo>
                      <a:pt x="177099" y="325460"/>
                      <a:pt x="177349" y="325876"/>
                      <a:pt x="177349" y="325876"/>
                    </a:cubicBezTo>
                    <a:lnTo>
                      <a:pt x="177349" y="324960"/>
                    </a:lnTo>
                    <a:cubicBezTo>
                      <a:pt x="182764" y="309382"/>
                      <a:pt x="231829" y="178849"/>
                      <a:pt x="324710" y="156940"/>
                    </a:cubicBezTo>
                    <a:close/>
                  </a:path>
                </a:pathLst>
              </a:custGeom>
              <a:solidFill>
                <a:srgbClr val="FFC06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" name="任意多边形: 形状 172" descr="f3299337-f31b-4c30-ba04-79d249c5604e">
                <a:extLst>
                  <a:ext uri="{FF2B5EF4-FFF2-40B4-BE49-F238E27FC236}">
                    <a16:creationId xmlns:a16="http://schemas.microsoft.com/office/drawing/2014/main" id="{44F61658-086F-4D35-521B-2A1A0B660EC9}"/>
                  </a:ext>
                </a:extLst>
              </p:cNvPr>
              <p:cNvSpPr/>
              <p:nvPr/>
            </p:nvSpPr>
            <p:spPr>
              <a:xfrm flipH="1">
                <a:off x="2407745" y="3815313"/>
                <a:ext cx="286022" cy="285451"/>
              </a:xfrm>
              <a:custGeom>
                <a:avLst/>
                <a:gdLst>
                  <a:gd name="connsiteX0" fmla="*/ 324710 w 324709"/>
                  <a:gd name="connsiteY0" fmla="*/ 156940 h 326542"/>
                  <a:gd name="connsiteX1" fmla="*/ 146611 w 324709"/>
                  <a:gd name="connsiteY1" fmla="*/ 2582 h 326542"/>
                  <a:gd name="connsiteX2" fmla="*/ 146361 w 324709"/>
                  <a:gd name="connsiteY2" fmla="*/ 0 h 326542"/>
                  <a:gd name="connsiteX3" fmla="*/ 146028 w 324709"/>
                  <a:gd name="connsiteY3" fmla="*/ 1333 h 326542"/>
                  <a:gd name="connsiteX4" fmla="*/ 145695 w 324709"/>
                  <a:gd name="connsiteY4" fmla="*/ 666 h 326542"/>
                  <a:gd name="connsiteX5" fmla="*/ 145861 w 324709"/>
                  <a:gd name="connsiteY5" fmla="*/ 1999 h 326542"/>
                  <a:gd name="connsiteX6" fmla="*/ 0 w 324709"/>
                  <a:gd name="connsiteY6" fmla="*/ 187096 h 326542"/>
                  <a:gd name="connsiteX7" fmla="*/ 176516 w 324709"/>
                  <a:gd name="connsiteY7" fmla="*/ 324377 h 326542"/>
                  <a:gd name="connsiteX8" fmla="*/ 176683 w 324709"/>
                  <a:gd name="connsiteY8" fmla="*/ 326543 h 326542"/>
                  <a:gd name="connsiteX9" fmla="*/ 177099 w 324709"/>
                  <a:gd name="connsiteY9" fmla="*/ 325460 h 326542"/>
                  <a:gd name="connsiteX10" fmla="*/ 177349 w 324709"/>
                  <a:gd name="connsiteY10" fmla="*/ 325876 h 326542"/>
                  <a:gd name="connsiteX11" fmla="*/ 177349 w 324709"/>
                  <a:gd name="connsiteY11" fmla="*/ 324960 h 326542"/>
                  <a:gd name="connsiteX12" fmla="*/ 324710 w 324709"/>
                  <a:gd name="connsiteY12" fmla="*/ 156940 h 326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4709" h="326542">
                    <a:moveTo>
                      <a:pt x="324710" y="156940"/>
                    </a:moveTo>
                    <a:cubicBezTo>
                      <a:pt x="324710" y="156940"/>
                      <a:pt x="214752" y="156024"/>
                      <a:pt x="146611" y="2582"/>
                    </a:cubicBezTo>
                    <a:lnTo>
                      <a:pt x="146361" y="0"/>
                    </a:lnTo>
                    <a:cubicBezTo>
                      <a:pt x="146278" y="500"/>
                      <a:pt x="146111" y="916"/>
                      <a:pt x="146028" y="1333"/>
                    </a:cubicBezTo>
                    <a:cubicBezTo>
                      <a:pt x="145944" y="1083"/>
                      <a:pt x="145861" y="916"/>
                      <a:pt x="145695" y="666"/>
                    </a:cubicBezTo>
                    <a:lnTo>
                      <a:pt x="145861" y="1999"/>
                    </a:lnTo>
                    <a:cubicBezTo>
                      <a:pt x="107792" y="165521"/>
                      <a:pt x="0" y="187096"/>
                      <a:pt x="0" y="187096"/>
                    </a:cubicBezTo>
                    <a:cubicBezTo>
                      <a:pt x="95380" y="191094"/>
                      <a:pt x="168103" y="310132"/>
                      <a:pt x="176516" y="324377"/>
                    </a:cubicBezTo>
                    <a:lnTo>
                      <a:pt x="176683" y="326543"/>
                    </a:lnTo>
                    <a:cubicBezTo>
                      <a:pt x="176683" y="326543"/>
                      <a:pt x="176933" y="325960"/>
                      <a:pt x="177099" y="325460"/>
                    </a:cubicBezTo>
                    <a:cubicBezTo>
                      <a:pt x="177099" y="325460"/>
                      <a:pt x="177349" y="325876"/>
                      <a:pt x="177349" y="325876"/>
                    </a:cubicBezTo>
                    <a:lnTo>
                      <a:pt x="177349" y="324960"/>
                    </a:lnTo>
                    <a:cubicBezTo>
                      <a:pt x="182764" y="309466"/>
                      <a:pt x="231828" y="178849"/>
                      <a:pt x="324710" y="156940"/>
                    </a:cubicBezTo>
                    <a:close/>
                  </a:path>
                </a:pathLst>
              </a:custGeom>
              <a:solidFill>
                <a:srgbClr val="FFC06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0" name="任意多边形: 形状 169" descr="ad89732a-7237-4d5f-8952-c0d428baef73">
                <a:extLst>
                  <a:ext uri="{FF2B5EF4-FFF2-40B4-BE49-F238E27FC236}">
                    <a16:creationId xmlns:a16="http://schemas.microsoft.com/office/drawing/2014/main" id="{80579C3F-E455-2D3F-10C7-503B032839BB}"/>
                  </a:ext>
                </a:extLst>
              </p:cNvPr>
              <p:cNvSpPr/>
              <p:nvPr/>
            </p:nvSpPr>
            <p:spPr>
              <a:xfrm flipH="1">
                <a:off x="882018" y="4493917"/>
                <a:ext cx="412671" cy="411866"/>
              </a:xfrm>
              <a:custGeom>
                <a:avLst/>
                <a:gdLst>
                  <a:gd name="connsiteX0" fmla="*/ 468489 w 468488"/>
                  <a:gd name="connsiteY0" fmla="*/ 226414 h 471154"/>
                  <a:gd name="connsiteX1" fmla="*/ 211503 w 468488"/>
                  <a:gd name="connsiteY1" fmla="*/ 3748 h 471154"/>
                  <a:gd name="connsiteX2" fmla="*/ 211170 w 468488"/>
                  <a:gd name="connsiteY2" fmla="*/ 0 h 471154"/>
                  <a:gd name="connsiteX3" fmla="*/ 210670 w 468488"/>
                  <a:gd name="connsiteY3" fmla="*/ 1916 h 471154"/>
                  <a:gd name="connsiteX4" fmla="*/ 210254 w 468488"/>
                  <a:gd name="connsiteY4" fmla="*/ 1000 h 471154"/>
                  <a:gd name="connsiteX5" fmla="*/ 210420 w 468488"/>
                  <a:gd name="connsiteY5" fmla="*/ 2999 h 471154"/>
                  <a:gd name="connsiteX6" fmla="*/ 0 w 468488"/>
                  <a:gd name="connsiteY6" fmla="*/ 270064 h 471154"/>
                  <a:gd name="connsiteX7" fmla="*/ 254653 w 468488"/>
                  <a:gd name="connsiteY7" fmla="*/ 468072 h 471154"/>
                  <a:gd name="connsiteX8" fmla="*/ 254903 w 468488"/>
                  <a:gd name="connsiteY8" fmla="*/ 471154 h 471154"/>
                  <a:gd name="connsiteX9" fmla="*/ 255486 w 468488"/>
                  <a:gd name="connsiteY9" fmla="*/ 469572 h 471154"/>
                  <a:gd name="connsiteX10" fmla="*/ 255820 w 468488"/>
                  <a:gd name="connsiteY10" fmla="*/ 470154 h 471154"/>
                  <a:gd name="connsiteX11" fmla="*/ 255820 w 468488"/>
                  <a:gd name="connsiteY11" fmla="*/ 468905 h 471154"/>
                  <a:gd name="connsiteX12" fmla="*/ 468489 w 468488"/>
                  <a:gd name="connsiteY12" fmla="*/ 226497 h 471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68488" h="471154">
                    <a:moveTo>
                      <a:pt x="468489" y="226414"/>
                    </a:moveTo>
                    <a:cubicBezTo>
                      <a:pt x="468489" y="226414"/>
                      <a:pt x="309799" y="225164"/>
                      <a:pt x="211503" y="3748"/>
                    </a:cubicBezTo>
                    <a:lnTo>
                      <a:pt x="211170" y="0"/>
                    </a:lnTo>
                    <a:cubicBezTo>
                      <a:pt x="211003" y="666"/>
                      <a:pt x="210837" y="1249"/>
                      <a:pt x="210670" y="1916"/>
                    </a:cubicBezTo>
                    <a:cubicBezTo>
                      <a:pt x="210504" y="1582"/>
                      <a:pt x="210420" y="1333"/>
                      <a:pt x="210254" y="1000"/>
                    </a:cubicBezTo>
                    <a:lnTo>
                      <a:pt x="210420" y="2999"/>
                    </a:lnTo>
                    <a:cubicBezTo>
                      <a:pt x="155524" y="238909"/>
                      <a:pt x="0" y="270064"/>
                      <a:pt x="0" y="270064"/>
                    </a:cubicBezTo>
                    <a:cubicBezTo>
                      <a:pt x="137615" y="275895"/>
                      <a:pt x="242574" y="447580"/>
                      <a:pt x="254653" y="468072"/>
                    </a:cubicBezTo>
                    <a:lnTo>
                      <a:pt x="254903" y="471154"/>
                    </a:lnTo>
                    <a:cubicBezTo>
                      <a:pt x="254903" y="471154"/>
                      <a:pt x="255236" y="470238"/>
                      <a:pt x="255486" y="469572"/>
                    </a:cubicBezTo>
                    <a:cubicBezTo>
                      <a:pt x="255486" y="469655"/>
                      <a:pt x="255820" y="470154"/>
                      <a:pt x="255820" y="470154"/>
                    </a:cubicBezTo>
                    <a:lnTo>
                      <a:pt x="255820" y="468905"/>
                    </a:lnTo>
                    <a:cubicBezTo>
                      <a:pt x="263650" y="446497"/>
                      <a:pt x="334456" y="258068"/>
                      <a:pt x="468489" y="226497"/>
                    </a:cubicBezTo>
                    <a:close/>
                  </a:path>
                </a:pathLst>
              </a:custGeom>
              <a:solidFill>
                <a:srgbClr val="FFC06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1" name="任意多边形: 形状 170" descr="f576c17d-28f6-42b3-96c0-fa94930fd40d">
                <a:extLst>
                  <a:ext uri="{FF2B5EF4-FFF2-40B4-BE49-F238E27FC236}">
                    <a16:creationId xmlns:a16="http://schemas.microsoft.com/office/drawing/2014/main" id="{366FBD42-5FB4-9A27-84B6-81C5D30F3D52}"/>
                  </a:ext>
                </a:extLst>
              </p:cNvPr>
              <p:cNvSpPr/>
              <p:nvPr/>
            </p:nvSpPr>
            <p:spPr>
              <a:xfrm flipH="1">
                <a:off x="2906341" y="5471808"/>
                <a:ext cx="412671" cy="411866"/>
              </a:xfrm>
              <a:custGeom>
                <a:avLst/>
                <a:gdLst>
                  <a:gd name="connsiteX0" fmla="*/ 468489 w 468488"/>
                  <a:gd name="connsiteY0" fmla="*/ 226414 h 471154"/>
                  <a:gd name="connsiteX1" fmla="*/ 211503 w 468488"/>
                  <a:gd name="connsiteY1" fmla="*/ 3749 h 471154"/>
                  <a:gd name="connsiteX2" fmla="*/ 211170 w 468488"/>
                  <a:gd name="connsiteY2" fmla="*/ 0 h 471154"/>
                  <a:gd name="connsiteX3" fmla="*/ 210670 w 468488"/>
                  <a:gd name="connsiteY3" fmla="*/ 1916 h 471154"/>
                  <a:gd name="connsiteX4" fmla="*/ 210253 w 468488"/>
                  <a:gd name="connsiteY4" fmla="*/ 1000 h 471154"/>
                  <a:gd name="connsiteX5" fmla="*/ 210420 w 468488"/>
                  <a:gd name="connsiteY5" fmla="*/ 2999 h 471154"/>
                  <a:gd name="connsiteX6" fmla="*/ 0 w 468488"/>
                  <a:gd name="connsiteY6" fmla="*/ 270064 h 471154"/>
                  <a:gd name="connsiteX7" fmla="*/ 254653 w 468488"/>
                  <a:gd name="connsiteY7" fmla="*/ 468072 h 471154"/>
                  <a:gd name="connsiteX8" fmla="*/ 254903 w 468488"/>
                  <a:gd name="connsiteY8" fmla="*/ 471154 h 471154"/>
                  <a:gd name="connsiteX9" fmla="*/ 255486 w 468488"/>
                  <a:gd name="connsiteY9" fmla="*/ 469572 h 471154"/>
                  <a:gd name="connsiteX10" fmla="*/ 255820 w 468488"/>
                  <a:gd name="connsiteY10" fmla="*/ 470155 h 471154"/>
                  <a:gd name="connsiteX11" fmla="*/ 255820 w 468488"/>
                  <a:gd name="connsiteY11" fmla="*/ 468905 h 471154"/>
                  <a:gd name="connsiteX12" fmla="*/ 468489 w 468488"/>
                  <a:gd name="connsiteY12" fmla="*/ 226497 h 471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68488" h="471154">
                    <a:moveTo>
                      <a:pt x="468489" y="226414"/>
                    </a:moveTo>
                    <a:cubicBezTo>
                      <a:pt x="468489" y="226414"/>
                      <a:pt x="309799" y="225164"/>
                      <a:pt x="211503" y="3749"/>
                    </a:cubicBezTo>
                    <a:lnTo>
                      <a:pt x="211170" y="0"/>
                    </a:lnTo>
                    <a:cubicBezTo>
                      <a:pt x="211003" y="667"/>
                      <a:pt x="210837" y="1249"/>
                      <a:pt x="210670" y="1916"/>
                    </a:cubicBezTo>
                    <a:cubicBezTo>
                      <a:pt x="210503" y="1583"/>
                      <a:pt x="210337" y="1333"/>
                      <a:pt x="210253" y="1000"/>
                    </a:cubicBezTo>
                    <a:lnTo>
                      <a:pt x="210420" y="2999"/>
                    </a:lnTo>
                    <a:cubicBezTo>
                      <a:pt x="155524" y="238909"/>
                      <a:pt x="0" y="270064"/>
                      <a:pt x="0" y="270064"/>
                    </a:cubicBezTo>
                    <a:cubicBezTo>
                      <a:pt x="137614" y="275895"/>
                      <a:pt x="242574" y="447580"/>
                      <a:pt x="254653" y="468072"/>
                    </a:cubicBezTo>
                    <a:lnTo>
                      <a:pt x="254903" y="471154"/>
                    </a:lnTo>
                    <a:cubicBezTo>
                      <a:pt x="254903" y="471154"/>
                      <a:pt x="255236" y="470238"/>
                      <a:pt x="255486" y="469572"/>
                    </a:cubicBezTo>
                    <a:cubicBezTo>
                      <a:pt x="255486" y="469655"/>
                      <a:pt x="255820" y="470155"/>
                      <a:pt x="255820" y="470155"/>
                    </a:cubicBezTo>
                    <a:lnTo>
                      <a:pt x="255820" y="468905"/>
                    </a:lnTo>
                    <a:cubicBezTo>
                      <a:pt x="263650" y="446497"/>
                      <a:pt x="334456" y="258069"/>
                      <a:pt x="468489" y="226497"/>
                    </a:cubicBezTo>
                    <a:close/>
                  </a:path>
                </a:pathLst>
              </a:custGeom>
              <a:solidFill>
                <a:srgbClr val="FFC06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神秘的亡灵世界</a:t>
            </a:r>
            <a:endParaRPr lang="en-US" dirty="0"/>
          </a:p>
        </p:txBody>
      </p:sp>
      <p:grpSp>
        <p:nvGrpSpPr>
          <p:cNvPr id="4" name="6839e7c7-7436-411a-867d-5f1a9ed787d4.source.4.zh-Hans.pptx" descr="d492538f-6a2a-4601-9fa4-3ca3c6d0acfb">
            <a:extLst>
              <a:ext uri="{FF2B5EF4-FFF2-40B4-BE49-F238E27FC236}">
                <a16:creationId xmlns:a16="http://schemas.microsoft.com/office/drawing/2014/main" id="{7AB87D55-4E6B-6C38-8C17-A8AB3BDF6199}"/>
              </a:ext>
            </a:extLst>
          </p:cNvPr>
          <p:cNvGrpSpPr/>
          <p:nvPr/>
        </p:nvGrpSpPr>
        <p:grpSpPr>
          <a:xfrm>
            <a:off x="1" y="0"/>
            <a:ext cx="11518899" cy="6857999"/>
            <a:chOff x="1" y="0"/>
            <a:chExt cx="11518899" cy="6857999"/>
          </a:xfrm>
        </p:grpSpPr>
        <p:sp>
          <p:nvSpPr>
            <p:cNvPr id="3" name="矩形 2" descr="1ac37541-8a97-439f-897d-83a76b35991e">
              <a:extLst>
                <a:ext uri="{FF2B5EF4-FFF2-40B4-BE49-F238E27FC236}">
                  <a16:creationId xmlns:a16="http://schemas.microsoft.com/office/drawing/2014/main" id="{D144DA93-C623-A37F-4FB6-D67EFC0E753F}"/>
                </a:ext>
              </a:extLst>
            </p:cNvPr>
            <p:cNvSpPr/>
            <p:nvPr/>
          </p:nvSpPr>
          <p:spPr>
            <a:xfrm>
              <a:off x="1" y="0"/>
              <a:ext cx="5036456" cy="6857999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" name="组合 1" descr="5a63b4f6-43d1-414b-8e6e-ac5ed5d5fdf8">
              <a:extLst>
                <a:ext uri="{FF2B5EF4-FFF2-40B4-BE49-F238E27FC236}">
                  <a16:creationId xmlns:a16="http://schemas.microsoft.com/office/drawing/2014/main" id="{3AAD381F-7B1D-8F35-652A-B606B7DA4DC7}"/>
                </a:ext>
              </a:extLst>
            </p:cNvPr>
            <p:cNvGrpSpPr/>
            <p:nvPr/>
          </p:nvGrpSpPr>
          <p:grpSpPr>
            <a:xfrm>
              <a:off x="4631557" y="1261581"/>
              <a:ext cx="6887343" cy="4741238"/>
              <a:chOff x="3861366" y="-3672367"/>
              <a:chExt cx="6887343" cy="4741238"/>
            </a:xfrm>
          </p:grpSpPr>
          <p:grpSp>
            <p:nvGrpSpPr>
              <p:cNvPr id="6" name="组合 5" descr="69ee75fc-ca68-4485-abd0-7004b33749db">
                <a:extLst>
                  <a:ext uri="{FF2B5EF4-FFF2-40B4-BE49-F238E27FC236}">
                    <a16:creationId xmlns:a16="http://schemas.microsoft.com/office/drawing/2014/main" id="{80947ACD-469B-2C59-82E3-CC11655C7D7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61366" y="-3672367"/>
                <a:ext cx="6887343" cy="1023136"/>
                <a:chOff x="5712861" y="1258169"/>
                <a:chExt cx="6268748" cy="2628188"/>
              </a:xfrm>
            </p:grpSpPr>
            <p:grpSp>
              <p:nvGrpSpPr>
                <p:cNvPr id="369" name="组合 2" descr="7ce1f41c-f5d2-4a41-898a-c4360518f9fc">
                  <a:extLst>
                    <a:ext uri="{FF2B5EF4-FFF2-40B4-BE49-F238E27FC236}">
                      <a16:creationId xmlns:a16="http://schemas.microsoft.com/office/drawing/2014/main" id="{4ACF392D-DB43-D157-DE6C-070A14C97329}"/>
                    </a:ext>
                  </a:extLst>
                </p:cNvPr>
                <p:cNvGrpSpPr/>
                <p:nvPr/>
              </p:nvGrpSpPr>
              <p:grpSpPr>
                <a:xfrm>
                  <a:off x="5712861" y="1258169"/>
                  <a:ext cx="6268748" cy="2628188"/>
                  <a:chOff x="4660424" y="1819250"/>
                  <a:chExt cx="6268748" cy="2628188"/>
                </a:xfrm>
              </p:grpSpPr>
              <p:sp>
                <p:nvSpPr>
                  <p:cNvPr id="371" name="ComponentBackground1" descr="664072e4-9342-43b9-b9ab-1e83c8ff5920">
                    <a:extLst>
                      <a:ext uri="{FF2B5EF4-FFF2-40B4-BE49-F238E27FC236}">
                        <a16:creationId xmlns:a16="http://schemas.microsoft.com/office/drawing/2014/main" id="{642A7AB1-9A8C-CD39-080A-1C83329149A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60424" y="1819250"/>
                    <a:ext cx="6268748" cy="2628188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20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08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72" name="Bullet1" descr="de82625b-44ed-4d0e-8494-e9acd18f810b">
                    <a:extLst>
                      <a:ext uri="{FF2B5EF4-FFF2-40B4-BE49-F238E27FC236}">
                        <a16:creationId xmlns:a16="http://schemas.microsoft.com/office/drawing/2014/main" id="{EA0F7250-A5A2-EC63-F7FF-1E23AE1E65D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5455367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/>
                      <a:t>进入亡灵世界</a:t>
                    </a:r>
                    <a:endParaRPr lang="en-US" dirty="0"/>
                  </a:p>
                </p:txBody>
              </p:sp>
              <p:sp>
                <p:nvSpPr>
                  <p:cNvPr id="373" name="Text1" descr="6e0a6ae2-2a57-4efc-a3bf-914a32441da4">
                    <a:extLst>
                      <a:ext uri="{FF2B5EF4-FFF2-40B4-BE49-F238E27FC236}">
                        <a16:creationId xmlns:a16="http://schemas.microsoft.com/office/drawing/2014/main" id="{58BF508A-466A-1B83-83A5-421884D8E2C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108662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米格在拿到吉他后，意外地进入了亡灵世界，这里充满了奇幻和神秘。</a:t>
                    </a:r>
                    <a:endParaRPr lang="en-US" dirty="0"/>
                  </a:p>
                </p:txBody>
              </p:sp>
            </p:grpSp>
            <p:sp>
              <p:nvSpPr>
                <p:cNvPr id="370" name="Number1" descr="4d50acab-0f18-4671-9d5e-962d9080da89">
                  <a:extLst>
                    <a:ext uri="{FF2B5EF4-FFF2-40B4-BE49-F238E27FC236}">
                      <a16:creationId xmlns:a16="http://schemas.microsoft.com/office/drawing/2014/main" id="{526628BA-DB69-35F8-1CEB-F9AA61A4CB4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872348" y="1941607"/>
                  <a:ext cx="468240" cy="1298173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  <a:cs typeface="+mn-ea"/>
                      <a:sym typeface="Arial" panose="020B0604020202020204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11" name="组合 1" descr="cc4c99d8-4eb7-4911-bb49-b37f3c1687d0">
                <a:extLst>
                  <a:ext uri="{FF2B5EF4-FFF2-40B4-BE49-F238E27FC236}">
                    <a16:creationId xmlns:a16="http://schemas.microsoft.com/office/drawing/2014/main" id="{DF7C922F-87FC-548D-BA40-A246D2D0794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61366" y="-2433000"/>
                <a:ext cx="6887343" cy="1023136"/>
                <a:chOff x="5712861" y="1258169"/>
                <a:chExt cx="6268748" cy="2628188"/>
              </a:xfrm>
            </p:grpSpPr>
            <p:grpSp>
              <p:nvGrpSpPr>
                <p:cNvPr id="364" name="组合 2" descr="3762be2c-fffb-41a9-8f91-965b63a5c29a">
                  <a:extLst>
                    <a:ext uri="{FF2B5EF4-FFF2-40B4-BE49-F238E27FC236}">
                      <a16:creationId xmlns:a16="http://schemas.microsoft.com/office/drawing/2014/main" id="{966A6B30-CCA4-FF15-E290-DCC91324193C}"/>
                    </a:ext>
                  </a:extLst>
                </p:cNvPr>
                <p:cNvGrpSpPr/>
                <p:nvPr/>
              </p:nvGrpSpPr>
              <p:grpSpPr>
                <a:xfrm>
                  <a:off x="5712861" y="1258169"/>
                  <a:ext cx="6268748" cy="2628188"/>
                  <a:chOff x="4660424" y="1819250"/>
                  <a:chExt cx="6268748" cy="2628188"/>
                </a:xfrm>
              </p:grpSpPr>
              <p:sp>
                <p:nvSpPr>
                  <p:cNvPr id="366" name="ComponentBackground2" descr="7d1ad462-467c-4a4d-9664-3bbe91cbb5d7">
                    <a:extLst>
                      <a:ext uri="{FF2B5EF4-FFF2-40B4-BE49-F238E27FC236}">
                        <a16:creationId xmlns:a16="http://schemas.microsoft.com/office/drawing/2014/main" id="{1969BF07-1240-95EA-703D-72C48A6CCDC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60424" y="1819250"/>
                    <a:ext cx="6268748" cy="2628188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20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08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67" name="Bullet2" descr="2d327684-6773-4934-9ba0-5c42464f0097">
                    <a:extLst>
                      <a:ext uri="{FF2B5EF4-FFF2-40B4-BE49-F238E27FC236}">
                        <a16:creationId xmlns:a16="http://schemas.microsoft.com/office/drawing/2014/main" id="{90D73892-0916-58D2-A50C-1434A7C823F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5455367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/>
                      <a:t>寻找曾曾祖父</a:t>
                    </a:r>
                    <a:endParaRPr lang="en-US" dirty="0"/>
                  </a:p>
                </p:txBody>
              </p:sp>
              <p:sp>
                <p:nvSpPr>
                  <p:cNvPr id="368" name="Text2" descr="5fe0e158-ac6f-4450-8ac9-9bf18a81c3f4">
                    <a:extLst>
                      <a:ext uri="{FF2B5EF4-FFF2-40B4-BE49-F238E27FC236}">
                        <a16:creationId xmlns:a16="http://schemas.microsoft.com/office/drawing/2014/main" id="{5DE6F33E-5974-66A1-E37E-AA23485619C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108662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米格为了证明自己的音乐梦想，开始在亡灵世界中寻找自己的曾曾祖父。</a:t>
                    </a:r>
                    <a:endParaRPr lang="en-US" dirty="0"/>
                  </a:p>
                </p:txBody>
              </p:sp>
            </p:grpSp>
            <p:sp>
              <p:nvSpPr>
                <p:cNvPr id="365" name="Number2" descr="246e5362-1757-4133-be27-7b291efb82a2">
                  <a:extLst>
                    <a:ext uri="{FF2B5EF4-FFF2-40B4-BE49-F238E27FC236}">
                      <a16:creationId xmlns:a16="http://schemas.microsoft.com/office/drawing/2014/main" id="{190BD886-F3EB-3D75-FFB2-50D98EF3B7D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872348" y="1941607"/>
                  <a:ext cx="468240" cy="1298173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altLang="zh-CN" b="1" dirty="0">
                      <a:solidFill>
                        <a:srgbClr val="FFFFFF"/>
                      </a:solidFill>
                      <a:cs typeface="+mn-ea"/>
                      <a:sym typeface="Arial" panose="020B0604020202020204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12" name="组合 1" descr="cf2142e3-c9ec-49db-8274-3ad0732e6f5c">
                <a:extLst>
                  <a:ext uri="{FF2B5EF4-FFF2-40B4-BE49-F238E27FC236}">
                    <a16:creationId xmlns:a16="http://schemas.microsoft.com/office/drawing/2014/main" id="{4E2D809B-EFEB-7780-34F1-F69386AB5EE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61366" y="-1193633"/>
                <a:ext cx="6887343" cy="1023136"/>
                <a:chOff x="5712861" y="1258169"/>
                <a:chExt cx="6268748" cy="2628188"/>
              </a:xfrm>
            </p:grpSpPr>
            <p:grpSp>
              <p:nvGrpSpPr>
                <p:cNvPr id="359" name="组合 2" descr="0f1de2bd-2dd5-4b93-aae1-a669033b3bc6">
                  <a:extLst>
                    <a:ext uri="{FF2B5EF4-FFF2-40B4-BE49-F238E27FC236}">
                      <a16:creationId xmlns:a16="http://schemas.microsoft.com/office/drawing/2014/main" id="{D675CBF7-0184-4C7F-5DF6-3E918758BBCA}"/>
                    </a:ext>
                  </a:extLst>
                </p:cNvPr>
                <p:cNvGrpSpPr/>
                <p:nvPr/>
              </p:nvGrpSpPr>
              <p:grpSpPr>
                <a:xfrm>
                  <a:off x="5712861" y="1258169"/>
                  <a:ext cx="6268748" cy="2628188"/>
                  <a:chOff x="4660424" y="1819250"/>
                  <a:chExt cx="6268748" cy="2628188"/>
                </a:xfrm>
              </p:grpSpPr>
              <p:sp>
                <p:nvSpPr>
                  <p:cNvPr id="361" name="ComponentBackground3" descr="813c60ee-6210-4371-9105-df48fc8b20cd">
                    <a:extLst>
                      <a:ext uri="{FF2B5EF4-FFF2-40B4-BE49-F238E27FC236}">
                        <a16:creationId xmlns:a16="http://schemas.microsoft.com/office/drawing/2014/main" id="{F27B2923-76B4-E36B-8337-55479978DD8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60424" y="1819250"/>
                    <a:ext cx="6268748" cy="2628188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20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08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62" name="Bullet3" descr="7d1ed32d-b5c5-4a4b-9ad8-3302fc5a01fc">
                    <a:extLst>
                      <a:ext uri="{FF2B5EF4-FFF2-40B4-BE49-F238E27FC236}">
                        <a16:creationId xmlns:a16="http://schemas.microsoft.com/office/drawing/2014/main" id="{42B23A80-5F02-E590-17A8-548072ED259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5455367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/>
                      <a:t>与埃克托同行</a:t>
                    </a:r>
                    <a:endParaRPr lang="en-US" dirty="0"/>
                  </a:p>
                </p:txBody>
              </p:sp>
              <p:sp>
                <p:nvSpPr>
                  <p:cNvPr id="363" name="Text3" descr="abac73ff-22c2-4947-89f2-aa68fdf875ce">
                    <a:extLst>
                      <a:ext uri="{FF2B5EF4-FFF2-40B4-BE49-F238E27FC236}">
                        <a16:creationId xmlns:a16="http://schemas.microsoft.com/office/drawing/2014/main" id="{C54BEEF7-F407-1274-FE7F-2E9122A3DB8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108662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米格遇到了落魄乐手埃克托，两人一起踏上了寻找真相的旅程。</a:t>
                    </a:r>
                    <a:endParaRPr lang="en-US" dirty="0"/>
                  </a:p>
                </p:txBody>
              </p:sp>
            </p:grpSp>
            <p:sp>
              <p:nvSpPr>
                <p:cNvPr id="360" name="Number3" descr="47871f96-2624-4189-b4ab-4da01ce63ac1">
                  <a:extLst>
                    <a:ext uri="{FF2B5EF4-FFF2-40B4-BE49-F238E27FC236}">
                      <a16:creationId xmlns:a16="http://schemas.microsoft.com/office/drawing/2014/main" id="{FBF8868C-50AF-0BBB-1AE9-637A402E1F8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872348" y="1941607"/>
                  <a:ext cx="468240" cy="1298173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  <a:cs typeface="+mn-ea"/>
                      <a:sym typeface="Arial" panose="020B0604020202020204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13" name="组合 1" descr="b8b4fc74-9ef0-4d2b-8573-f6ada7bdb818">
                <a:extLst>
                  <a:ext uri="{FF2B5EF4-FFF2-40B4-BE49-F238E27FC236}">
                    <a16:creationId xmlns:a16="http://schemas.microsoft.com/office/drawing/2014/main" id="{B3C293D3-9A88-7106-CA5B-99F06AAD169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61366" y="45735"/>
                <a:ext cx="6887343" cy="1023136"/>
                <a:chOff x="5712861" y="1258169"/>
                <a:chExt cx="6268748" cy="2628188"/>
              </a:xfrm>
            </p:grpSpPr>
            <p:grpSp>
              <p:nvGrpSpPr>
                <p:cNvPr id="15" name="组合 2" descr="9b92e82f-216e-4734-8cfa-2d192e4a4af6">
                  <a:extLst>
                    <a:ext uri="{FF2B5EF4-FFF2-40B4-BE49-F238E27FC236}">
                      <a16:creationId xmlns:a16="http://schemas.microsoft.com/office/drawing/2014/main" id="{5F57E635-3FD1-A7AE-D348-7B4A87CD25C5}"/>
                    </a:ext>
                  </a:extLst>
                </p:cNvPr>
                <p:cNvGrpSpPr/>
                <p:nvPr/>
              </p:nvGrpSpPr>
              <p:grpSpPr>
                <a:xfrm>
                  <a:off x="5712861" y="1258169"/>
                  <a:ext cx="6268748" cy="2628188"/>
                  <a:chOff x="4660424" y="1819250"/>
                  <a:chExt cx="6268748" cy="2628188"/>
                </a:xfrm>
              </p:grpSpPr>
              <p:sp>
                <p:nvSpPr>
                  <p:cNvPr id="356" name="ComponentBackground4" descr="efaf1264-b98e-4e75-ba6e-c942004bde15">
                    <a:extLst>
                      <a:ext uri="{FF2B5EF4-FFF2-40B4-BE49-F238E27FC236}">
                        <a16:creationId xmlns:a16="http://schemas.microsoft.com/office/drawing/2014/main" id="{0402308F-60C6-0711-9B8E-75A36E06F67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60424" y="1819250"/>
                    <a:ext cx="6268748" cy="2628188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20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08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57" name="Bullet4" descr="ffa2982c-8751-4391-8253-238cc9a16aee">
                    <a:extLst>
                      <a:ext uri="{FF2B5EF4-FFF2-40B4-BE49-F238E27FC236}">
                        <a16:creationId xmlns:a16="http://schemas.microsoft.com/office/drawing/2014/main" id="{26EB6BA8-920E-BE70-8602-37BB45AA301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5455367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/>
                      <a:t>遭遇重重困难</a:t>
                    </a:r>
                    <a:endParaRPr lang="en-US" dirty="0"/>
                  </a:p>
                </p:txBody>
              </p:sp>
              <p:sp>
                <p:nvSpPr>
                  <p:cNvPr id="358" name="Text4" descr="dad9974f-d6ba-41d4-8395-79a2fc9b4ce3">
                    <a:extLst>
                      <a:ext uri="{FF2B5EF4-FFF2-40B4-BE49-F238E27FC236}">
                        <a16:creationId xmlns:a16="http://schemas.microsoft.com/office/drawing/2014/main" id="{C702AC0A-2AD4-5308-86C5-10FFE11D616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108662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在亡灵世界中，米格和埃克托遭遇了各种危险和挑战，但他们始终没有放弃。</a:t>
                    </a:r>
                    <a:endParaRPr lang="en-US" dirty="0"/>
                  </a:p>
                </p:txBody>
              </p:sp>
            </p:grpSp>
            <p:sp>
              <p:nvSpPr>
                <p:cNvPr id="16" name="Number4" descr="0b6b6291-6722-423f-8ed6-eadfea2e51de">
                  <a:extLst>
                    <a:ext uri="{FF2B5EF4-FFF2-40B4-BE49-F238E27FC236}">
                      <a16:creationId xmlns:a16="http://schemas.microsoft.com/office/drawing/2014/main" id="{1275D8F2-765E-865D-A0BA-26E4A0193E4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872348" y="1941607"/>
                  <a:ext cx="468240" cy="1298173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altLang="zh-CN" b="1" dirty="0">
                      <a:solidFill>
                        <a:srgbClr val="FFFFFF"/>
                      </a:solidFill>
                      <a:cs typeface="+mn-ea"/>
                      <a:sym typeface="Arial" panose="020B0604020202020204" pitchFamily="34" charset="0"/>
                    </a:rPr>
                    <a:t>4</a:t>
                  </a:r>
                </a:p>
              </p:txBody>
            </p:sp>
          </p:grpSp>
        </p:grpSp>
        <p:grpSp>
          <p:nvGrpSpPr>
            <p:cNvPr id="8" name="组合 7" descr="a4bbe057-f87d-45e8-9cd8-c3f135813714">
              <a:extLst>
                <a:ext uri="{FF2B5EF4-FFF2-40B4-BE49-F238E27FC236}">
                  <a16:creationId xmlns:a16="http://schemas.microsoft.com/office/drawing/2014/main" id="{D9A84291-A920-36E9-ADC9-C82E74134B54}"/>
                </a:ext>
              </a:extLst>
            </p:cNvPr>
            <p:cNvGrpSpPr/>
            <p:nvPr/>
          </p:nvGrpSpPr>
          <p:grpSpPr>
            <a:xfrm>
              <a:off x="335707" y="1139108"/>
              <a:ext cx="4216567" cy="4994992"/>
              <a:chOff x="335707" y="1139108"/>
              <a:chExt cx="4216567" cy="4994992"/>
            </a:xfrm>
          </p:grpSpPr>
          <p:grpSp>
            <p:nvGrpSpPr>
              <p:cNvPr id="9" name="组合 8" descr="59cb3352-faec-4042-9b7f-77eb84cacbee" title="iSlide™ 版权声明  COPYRIGHT NOTICE">
                <a:extLst>
                  <a:ext uri="{FF2B5EF4-FFF2-40B4-BE49-F238E27FC236}">
                    <a16:creationId xmlns:a16="http://schemas.microsoft.com/office/drawing/2014/main" id="{6CD1EE79-B7A8-6CE4-76FE-DD18472938A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35707" y="2230571"/>
                <a:ext cx="4216567" cy="3903529"/>
                <a:chOff x="3690143" y="1466884"/>
                <a:chExt cx="4811713" cy="4454491"/>
              </a:xfrm>
            </p:grpSpPr>
            <p:grpSp>
              <p:nvGrpSpPr>
                <p:cNvPr id="14" name="iśḷiḑé" descr="5fee21f7-14e3-41b3-8468-1ae76b0e5af2">
                  <a:extLst>
                    <a:ext uri="{FF2B5EF4-FFF2-40B4-BE49-F238E27FC236}">
                      <a16:creationId xmlns:a16="http://schemas.microsoft.com/office/drawing/2014/main" id="{9F87D6A6-2268-D58D-8C44-887CFA3D5F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90143" y="1501647"/>
                  <a:ext cx="4811713" cy="4419728"/>
                  <a:chOff x="1833" y="333"/>
                  <a:chExt cx="4014" cy="3687"/>
                </a:xfrm>
              </p:grpSpPr>
              <p:sp>
                <p:nvSpPr>
                  <p:cNvPr id="484" name="î$ḻîḓê" descr="2fd3db12-1d0b-42fa-92f9-13f067babe16">
                    <a:extLst>
                      <a:ext uri="{FF2B5EF4-FFF2-40B4-BE49-F238E27FC236}">
                        <a16:creationId xmlns:a16="http://schemas.microsoft.com/office/drawing/2014/main" id="{7E6CA1CE-9A6B-1509-604D-2A44A324AF9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33" y="2192"/>
                    <a:ext cx="3918" cy="1828"/>
                  </a:xfrm>
                  <a:custGeom>
                    <a:avLst/>
                    <a:gdLst>
                      <a:gd name="T0" fmla="*/ 0 w 1886"/>
                      <a:gd name="T1" fmla="*/ 0 h 881"/>
                      <a:gd name="T2" fmla="*/ 943 w 1886"/>
                      <a:gd name="T3" fmla="*/ 881 h 881"/>
                      <a:gd name="T4" fmla="*/ 1886 w 1886"/>
                      <a:gd name="T5" fmla="*/ 0 h 881"/>
                      <a:gd name="T6" fmla="*/ 0 w 1886"/>
                      <a:gd name="T7" fmla="*/ 0 h 8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886" h="881">
                        <a:moveTo>
                          <a:pt x="0" y="0"/>
                        </a:moveTo>
                        <a:cubicBezTo>
                          <a:pt x="0" y="487"/>
                          <a:pt x="422" y="881"/>
                          <a:pt x="943" y="881"/>
                        </a:cubicBezTo>
                        <a:cubicBezTo>
                          <a:pt x="1464" y="881"/>
                          <a:pt x="1886" y="487"/>
                          <a:pt x="1886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85" name="iṧ1ïḓe" descr="a9015e5b-aff5-41ce-881c-c43f879be0b4">
                    <a:extLst>
                      <a:ext uri="{FF2B5EF4-FFF2-40B4-BE49-F238E27FC236}">
                        <a16:creationId xmlns:a16="http://schemas.microsoft.com/office/drawing/2014/main" id="{33B6BD5A-1DD1-1982-DBA4-64AD71D236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60" y="2518"/>
                    <a:ext cx="1" cy="1"/>
                  </a:xfrm>
                  <a:prstGeom prst="rect">
                    <a:avLst/>
                  </a:pr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86" name="ïṧ1ïḓe" descr="6004c4cc-0ee0-45f1-8946-4e7476c05800">
                    <a:extLst>
                      <a:ext uri="{FF2B5EF4-FFF2-40B4-BE49-F238E27FC236}">
                        <a16:creationId xmlns:a16="http://schemas.microsoft.com/office/drawing/2014/main" id="{49EC7FB7-3BEC-64DF-BF0D-5B81062803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60" y="2518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87" name="íṡḻiḓé" descr="20b5d8cf-1d4d-435e-9590-c97eb4250bb4">
                    <a:extLst>
                      <a:ext uri="{FF2B5EF4-FFF2-40B4-BE49-F238E27FC236}">
                        <a16:creationId xmlns:a16="http://schemas.microsoft.com/office/drawing/2014/main" id="{D6B52941-0AFE-9ECF-2084-1CA6634196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03" y="3086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88" name="îṣḷíḍê" descr="6f0ad643-d272-46eb-b6a6-fd418dda6cdc">
                    <a:extLst>
                      <a:ext uri="{FF2B5EF4-FFF2-40B4-BE49-F238E27FC236}">
                        <a16:creationId xmlns:a16="http://schemas.microsoft.com/office/drawing/2014/main" id="{82ABD9F3-C154-C08A-78DA-C5193DDD9FC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03" y="3086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89" name="îṧlídé" descr="b5a6cc96-feea-4308-9011-79913ea998a5">
                    <a:extLst>
                      <a:ext uri="{FF2B5EF4-FFF2-40B4-BE49-F238E27FC236}">
                        <a16:creationId xmlns:a16="http://schemas.microsoft.com/office/drawing/2014/main" id="{12C4EADC-E1B4-0103-E7FD-A08E6AC5CB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60" y="2518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0" name="islîďê" descr="2d0e076d-6bb4-4cb6-a5e2-128e6047e786">
                    <a:extLst>
                      <a:ext uri="{FF2B5EF4-FFF2-40B4-BE49-F238E27FC236}">
                        <a16:creationId xmlns:a16="http://schemas.microsoft.com/office/drawing/2014/main" id="{53A75DD6-7B09-A380-2BBF-C79F19AA03D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60" y="2518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1" name="iṧḷîḍé" descr="3279593c-f20b-4285-a8c8-ecc9cff58f4d">
                    <a:extLst>
                      <a:ext uri="{FF2B5EF4-FFF2-40B4-BE49-F238E27FC236}">
                        <a16:creationId xmlns:a16="http://schemas.microsoft.com/office/drawing/2014/main" id="{0292386A-4550-A211-1411-4DEF7CE3A73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60" y="2518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2" name="íšlïdê" descr="aa18addb-e100-4373-9791-0c042a9d30c4">
                    <a:extLst>
                      <a:ext uri="{FF2B5EF4-FFF2-40B4-BE49-F238E27FC236}">
                        <a16:creationId xmlns:a16="http://schemas.microsoft.com/office/drawing/2014/main" id="{F6805A30-0B9C-FB07-A6B3-1C04A6AF977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60" y="2518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3" name="íṥľíde" descr="ad23dffe-ff1f-482e-b02c-6f5805177477">
                    <a:extLst>
                      <a:ext uri="{FF2B5EF4-FFF2-40B4-BE49-F238E27FC236}">
                        <a16:creationId xmlns:a16="http://schemas.microsoft.com/office/drawing/2014/main" id="{00029459-CFB5-2B16-F585-4D031D7ACA8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58" y="2518"/>
                    <a:ext cx="2" cy="0"/>
                  </a:xfrm>
                  <a:custGeom>
                    <a:avLst/>
                    <a:gdLst>
                      <a:gd name="T0" fmla="*/ 0 w 2"/>
                      <a:gd name="T1" fmla="*/ 2 w 2"/>
                      <a:gd name="T2" fmla="*/ 0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lnTo>
                          <a:pt x="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4" name="ïṧľiḋê" descr="aa8a23f4-31a6-4f3b-82c0-2f0121e354c1">
                    <a:extLst>
                      <a:ext uri="{FF2B5EF4-FFF2-40B4-BE49-F238E27FC236}">
                        <a16:creationId xmlns:a16="http://schemas.microsoft.com/office/drawing/2014/main" id="{2D7EFE65-B407-C5A9-33FD-044657F2C3F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58" y="2518"/>
                    <a:ext cx="2" cy="0"/>
                  </a:xfrm>
                  <a:custGeom>
                    <a:avLst/>
                    <a:gdLst>
                      <a:gd name="T0" fmla="*/ 0 w 2"/>
                      <a:gd name="T1" fmla="*/ 2 w 2"/>
                      <a:gd name="T2" fmla="*/ 0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lnTo>
                          <a:pt x="2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5" name="îṣḷíďé" descr="3d7230cf-64c3-44dc-8841-6d686ba4d27d">
                    <a:extLst>
                      <a:ext uri="{FF2B5EF4-FFF2-40B4-BE49-F238E27FC236}">
                        <a16:creationId xmlns:a16="http://schemas.microsoft.com/office/drawing/2014/main" id="{87FDAA91-4221-8C13-D5B9-83A3F49F7BB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58" y="2518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6" name="ïṥļiďe" descr="78874a9c-80e4-4ac6-b1ae-bfab766c4782">
                    <a:extLst>
                      <a:ext uri="{FF2B5EF4-FFF2-40B4-BE49-F238E27FC236}">
                        <a16:creationId xmlns:a16="http://schemas.microsoft.com/office/drawing/2014/main" id="{DA14681B-068A-9294-2877-8D0F379E42F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58" y="2518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7" name="îslíḓé" descr="3e452a58-1da5-4545-a515-fbf9fc2486e3">
                    <a:extLst>
                      <a:ext uri="{FF2B5EF4-FFF2-40B4-BE49-F238E27FC236}">
                        <a16:creationId xmlns:a16="http://schemas.microsoft.com/office/drawing/2014/main" id="{44CE21BC-7E1E-2FDA-CFDC-587E296AD19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58" y="2518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8" name="ïṧḷídé" descr="567fdf0b-f393-47ef-9614-99732d687832">
                    <a:extLst>
                      <a:ext uri="{FF2B5EF4-FFF2-40B4-BE49-F238E27FC236}">
                        <a16:creationId xmlns:a16="http://schemas.microsoft.com/office/drawing/2014/main" id="{DACC25AE-3F2A-4043-1784-C8D33DF205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58" y="2518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9" name="íṣ1iḓe" descr="2cb94ff8-2de0-444e-a672-ddfe34479f70">
                    <a:extLst>
                      <a:ext uri="{FF2B5EF4-FFF2-40B4-BE49-F238E27FC236}">
                        <a16:creationId xmlns:a16="http://schemas.microsoft.com/office/drawing/2014/main" id="{55B63213-99B8-DD98-9A22-5B90B9422F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58" y="2516"/>
                    <a:ext cx="0" cy="2"/>
                  </a:xfrm>
                  <a:custGeom>
                    <a:avLst/>
                    <a:gdLst>
                      <a:gd name="T0" fmla="*/ 0 h 2"/>
                      <a:gd name="T1" fmla="*/ 2 h 2"/>
                      <a:gd name="T2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0" name="îSļïḓé" descr="facf2577-d8c8-4553-9cec-f9ae795efbe1">
                    <a:extLst>
                      <a:ext uri="{FF2B5EF4-FFF2-40B4-BE49-F238E27FC236}">
                        <a16:creationId xmlns:a16="http://schemas.microsoft.com/office/drawing/2014/main" id="{E21B6515-B938-B0DB-BCF4-4649491D6C5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58" y="2516"/>
                    <a:ext cx="0" cy="2"/>
                  </a:xfrm>
                  <a:custGeom>
                    <a:avLst/>
                    <a:gdLst>
                      <a:gd name="T0" fmla="*/ 0 h 2"/>
                      <a:gd name="T1" fmla="*/ 2 h 2"/>
                      <a:gd name="T2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1" name="ïsḻîďè" descr="374860ba-6f6d-43f6-9546-ad49d085e0e0">
                    <a:extLst>
                      <a:ext uri="{FF2B5EF4-FFF2-40B4-BE49-F238E27FC236}">
                        <a16:creationId xmlns:a16="http://schemas.microsoft.com/office/drawing/2014/main" id="{FBF2A88D-7085-4AF5-23F2-0F2DDB2A5DF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60" y="2518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2" name="í$ļíḑê" descr="abec76bc-e2ac-415b-b72e-e384d0fa900a">
                    <a:extLst>
                      <a:ext uri="{FF2B5EF4-FFF2-40B4-BE49-F238E27FC236}">
                        <a16:creationId xmlns:a16="http://schemas.microsoft.com/office/drawing/2014/main" id="{AA4BD8C9-C0C4-943F-2954-8AAC7738E3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60" y="2518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3" name="ïŝ1ïḍé" descr="5c2d187a-ffc2-4624-9a88-c374b454d14d">
                    <a:extLst>
                      <a:ext uri="{FF2B5EF4-FFF2-40B4-BE49-F238E27FC236}">
                        <a16:creationId xmlns:a16="http://schemas.microsoft.com/office/drawing/2014/main" id="{375E141B-2138-2D4E-CE09-3E8EDD809D6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03" y="3086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4" name="iśļídè" descr="2bb5e434-8c2d-40d4-a6a9-157aad767f65">
                    <a:extLst>
                      <a:ext uri="{FF2B5EF4-FFF2-40B4-BE49-F238E27FC236}">
                        <a16:creationId xmlns:a16="http://schemas.microsoft.com/office/drawing/2014/main" id="{880CA545-2F01-96BD-F6F5-3206DE7AFE8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03" y="3086"/>
                    <a:ext cx="0" cy="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5" name="îŝḻíḍê" descr="633a111b-59d1-468a-8423-1740a35a0e20">
                    <a:extLst>
                      <a:ext uri="{FF2B5EF4-FFF2-40B4-BE49-F238E27FC236}">
                        <a16:creationId xmlns:a16="http://schemas.microsoft.com/office/drawing/2014/main" id="{73F7DAAE-6388-5F70-6EC9-8CB901539A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388" y="2393"/>
                    <a:ext cx="833" cy="1289"/>
                  </a:xfrm>
                  <a:custGeom>
                    <a:avLst/>
                    <a:gdLst>
                      <a:gd name="T0" fmla="*/ 13 w 401"/>
                      <a:gd name="T1" fmla="*/ 15 h 621"/>
                      <a:gd name="T2" fmla="*/ 22 w 401"/>
                      <a:gd name="T3" fmla="*/ 39 h 621"/>
                      <a:gd name="T4" fmla="*/ 32 w 401"/>
                      <a:gd name="T5" fmla="*/ 51 h 621"/>
                      <a:gd name="T6" fmla="*/ 35 w 401"/>
                      <a:gd name="T7" fmla="*/ 60 h 621"/>
                      <a:gd name="T8" fmla="*/ 44 w 401"/>
                      <a:gd name="T9" fmla="*/ 82 h 621"/>
                      <a:gd name="T10" fmla="*/ 49 w 401"/>
                      <a:gd name="T11" fmla="*/ 95 h 621"/>
                      <a:gd name="T12" fmla="*/ 60 w 401"/>
                      <a:gd name="T13" fmla="*/ 103 h 621"/>
                      <a:gd name="T14" fmla="*/ 64 w 401"/>
                      <a:gd name="T15" fmla="*/ 90 h 621"/>
                      <a:gd name="T16" fmla="*/ 73 w 401"/>
                      <a:gd name="T17" fmla="*/ 116 h 621"/>
                      <a:gd name="T18" fmla="*/ 72 w 401"/>
                      <a:gd name="T19" fmla="*/ 144 h 621"/>
                      <a:gd name="T20" fmla="*/ 65 w 401"/>
                      <a:gd name="T21" fmla="*/ 176 h 621"/>
                      <a:gd name="T22" fmla="*/ 71 w 401"/>
                      <a:gd name="T23" fmla="*/ 209 h 621"/>
                      <a:gd name="T24" fmla="*/ 81 w 401"/>
                      <a:gd name="T25" fmla="*/ 205 h 621"/>
                      <a:gd name="T26" fmla="*/ 90 w 401"/>
                      <a:gd name="T27" fmla="*/ 183 h 621"/>
                      <a:gd name="T28" fmla="*/ 101 w 401"/>
                      <a:gd name="T29" fmla="*/ 197 h 621"/>
                      <a:gd name="T30" fmla="*/ 117 w 401"/>
                      <a:gd name="T31" fmla="*/ 204 h 621"/>
                      <a:gd name="T32" fmla="*/ 117 w 401"/>
                      <a:gd name="T33" fmla="*/ 213 h 621"/>
                      <a:gd name="T34" fmla="*/ 114 w 401"/>
                      <a:gd name="T35" fmla="*/ 222 h 621"/>
                      <a:gd name="T36" fmla="*/ 109 w 401"/>
                      <a:gd name="T37" fmla="*/ 236 h 621"/>
                      <a:gd name="T38" fmla="*/ 112 w 401"/>
                      <a:gd name="T39" fmla="*/ 259 h 621"/>
                      <a:gd name="T40" fmla="*/ 128 w 401"/>
                      <a:gd name="T41" fmla="*/ 274 h 621"/>
                      <a:gd name="T42" fmla="*/ 140 w 401"/>
                      <a:gd name="T43" fmla="*/ 294 h 621"/>
                      <a:gd name="T44" fmla="*/ 147 w 401"/>
                      <a:gd name="T45" fmla="*/ 316 h 621"/>
                      <a:gd name="T46" fmla="*/ 146 w 401"/>
                      <a:gd name="T47" fmla="*/ 322 h 621"/>
                      <a:gd name="T48" fmla="*/ 152 w 401"/>
                      <a:gd name="T49" fmla="*/ 334 h 621"/>
                      <a:gd name="T50" fmla="*/ 152 w 401"/>
                      <a:gd name="T51" fmla="*/ 334 h 621"/>
                      <a:gd name="T52" fmla="*/ 151 w 401"/>
                      <a:gd name="T53" fmla="*/ 356 h 621"/>
                      <a:gd name="T54" fmla="*/ 171 w 401"/>
                      <a:gd name="T55" fmla="*/ 409 h 621"/>
                      <a:gd name="T56" fmla="*/ 192 w 401"/>
                      <a:gd name="T57" fmla="*/ 462 h 621"/>
                      <a:gd name="T58" fmla="*/ 209 w 401"/>
                      <a:gd name="T59" fmla="*/ 499 h 621"/>
                      <a:gd name="T60" fmla="*/ 240 w 401"/>
                      <a:gd name="T61" fmla="*/ 535 h 621"/>
                      <a:gd name="T62" fmla="*/ 244 w 401"/>
                      <a:gd name="T63" fmla="*/ 543 h 621"/>
                      <a:gd name="T64" fmla="*/ 297 w 401"/>
                      <a:gd name="T65" fmla="*/ 594 h 621"/>
                      <a:gd name="T66" fmla="*/ 331 w 401"/>
                      <a:gd name="T67" fmla="*/ 618 h 621"/>
                      <a:gd name="T68" fmla="*/ 288 w 401"/>
                      <a:gd name="T69" fmla="*/ 572 h 621"/>
                      <a:gd name="T70" fmla="*/ 281 w 401"/>
                      <a:gd name="T71" fmla="*/ 544 h 621"/>
                      <a:gd name="T72" fmla="*/ 301 w 401"/>
                      <a:gd name="T73" fmla="*/ 534 h 621"/>
                      <a:gd name="T74" fmla="*/ 308 w 401"/>
                      <a:gd name="T75" fmla="*/ 519 h 621"/>
                      <a:gd name="T76" fmla="*/ 321 w 401"/>
                      <a:gd name="T77" fmla="*/ 469 h 621"/>
                      <a:gd name="T78" fmla="*/ 345 w 401"/>
                      <a:gd name="T79" fmla="*/ 437 h 621"/>
                      <a:gd name="T80" fmla="*/ 370 w 401"/>
                      <a:gd name="T81" fmla="*/ 417 h 621"/>
                      <a:gd name="T82" fmla="*/ 374 w 401"/>
                      <a:gd name="T83" fmla="*/ 379 h 621"/>
                      <a:gd name="T84" fmla="*/ 371 w 401"/>
                      <a:gd name="T85" fmla="*/ 345 h 621"/>
                      <a:gd name="T86" fmla="*/ 400 w 401"/>
                      <a:gd name="T87" fmla="*/ 292 h 621"/>
                      <a:gd name="T88" fmla="*/ 373 w 401"/>
                      <a:gd name="T89" fmla="*/ 259 h 621"/>
                      <a:gd name="T90" fmla="*/ 311 w 401"/>
                      <a:gd name="T91" fmla="*/ 228 h 621"/>
                      <a:gd name="T92" fmla="*/ 279 w 401"/>
                      <a:gd name="T93" fmla="*/ 206 h 621"/>
                      <a:gd name="T94" fmla="*/ 262 w 401"/>
                      <a:gd name="T95" fmla="*/ 199 h 621"/>
                      <a:gd name="T96" fmla="*/ 249 w 401"/>
                      <a:gd name="T97" fmla="*/ 168 h 621"/>
                      <a:gd name="T98" fmla="*/ 210 w 401"/>
                      <a:gd name="T99" fmla="*/ 127 h 621"/>
                      <a:gd name="T100" fmla="*/ 191 w 401"/>
                      <a:gd name="T101" fmla="*/ 117 h 621"/>
                      <a:gd name="T102" fmla="*/ 166 w 401"/>
                      <a:gd name="T103" fmla="*/ 84 h 621"/>
                      <a:gd name="T104" fmla="*/ 153 w 401"/>
                      <a:gd name="T105" fmla="*/ 75 h 621"/>
                      <a:gd name="T106" fmla="*/ 136 w 401"/>
                      <a:gd name="T107" fmla="*/ 78 h 621"/>
                      <a:gd name="T108" fmla="*/ 116 w 401"/>
                      <a:gd name="T109" fmla="*/ 66 h 621"/>
                      <a:gd name="T110" fmla="*/ 103 w 401"/>
                      <a:gd name="T111" fmla="*/ 68 h 621"/>
                      <a:gd name="T112" fmla="*/ 95 w 401"/>
                      <a:gd name="T113" fmla="*/ 62 h 621"/>
                      <a:gd name="T114" fmla="*/ 75 w 401"/>
                      <a:gd name="T115" fmla="*/ 88 h 621"/>
                      <a:gd name="T116" fmla="*/ 49 w 401"/>
                      <a:gd name="T117" fmla="*/ 77 h 621"/>
                      <a:gd name="T118" fmla="*/ 31 w 401"/>
                      <a:gd name="T119" fmla="*/ 17 h 6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401" h="621">
                        <a:moveTo>
                          <a:pt x="152" y="334"/>
                        </a:move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moveTo>
                          <a:pt x="0" y="0"/>
                        </a:moveTo>
                        <a:cubicBezTo>
                          <a:pt x="0" y="3"/>
                          <a:pt x="0" y="5"/>
                          <a:pt x="1" y="7"/>
                        </a:cubicBezTo>
                        <a:cubicBezTo>
                          <a:pt x="2" y="12"/>
                          <a:pt x="2" y="16"/>
                          <a:pt x="5" y="17"/>
                        </a:cubicBezTo>
                        <a:cubicBezTo>
                          <a:pt x="7" y="18"/>
                          <a:pt x="3" y="18"/>
                          <a:pt x="7" y="18"/>
                        </a:cubicBezTo>
                        <a:cubicBezTo>
                          <a:pt x="10" y="18"/>
                          <a:pt x="11" y="15"/>
                          <a:pt x="13" y="15"/>
                        </a:cubicBezTo>
                        <a:cubicBezTo>
                          <a:pt x="13" y="15"/>
                          <a:pt x="14" y="15"/>
                          <a:pt x="14" y="16"/>
                        </a:cubicBezTo>
                        <a:cubicBezTo>
                          <a:pt x="17" y="17"/>
                          <a:pt x="15" y="21"/>
                          <a:pt x="14" y="23"/>
                        </a:cubicBezTo>
                        <a:cubicBezTo>
                          <a:pt x="14" y="25"/>
                          <a:pt x="13" y="25"/>
                          <a:pt x="14" y="27"/>
                        </a:cubicBezTo>
                        <a:cubicBezTo>
                          <a:pt x="15" y="29"/>
                          <a:pt x="16" y="30"/>
                          <a:pt x="17" y="30"/>
                        </a:cubicBezTo>
                        <a:cubicBezTo>
                          <a:pt x="17" y="31"/>
                          <a:pt x="17" y="31"/>
                          <a:pt x="17" y="32"/>
                        </a:cubicBezTo>
                        <a:cubicBezTo>
                          <a:pt x="17" y="34"/>
                          <a:pt x="18" y="36"/>
                          <a:pt x="18" y="36"/>
                        </a:cubicBezTo>
                        <a:cubicBezTo>
                          <a:pt x="18" y="36"/>
                          <a:pt x="22" y="38"/>
                          <a:pt x="22" y="39"/>
                        </a:cubicBezTo>
                        <a:cubicBezTo>
                          <a:pt x="22" y="39"/>
                          <a:pt x="22" y="39"/>
                          <a:pt x="22" y="39"/>
                        </a:cubicBezTo>
                        <a:cubicBezTo>
                          <a:pt x="22" y="39"/>
                          <a:pt x="21" y="39"/>
                          <a:pt x="21" y="39"/>
                        </a:cubicBezTo>
                        <a:cubicBezTo>
                          <a:pt x="21" y="39"/>
                          <a:pt x="21" y="39"/>
                          <a:pt x="21" y="39"/>
                        </a:cubicBezTo>
                        <a:cubicBezTo>
                          <a:pt x="21" y="39"/>
                          <a:pt x="21" y="39"/>
                          <a:pt x="22" y="39"/>
                        </a:cubicBezTo>
                        <a:cubicBezTo>
                          <a:pt x="23" y="41"/>
                          <a:pt x="24" y="42"/>
                          <a:pt x="25" y="42"/>
                        </a:cubicBezTo>
                        <a:cubicBezTo>
                          <a:pt x="26" y="42"/>
                          <a:pt x="27" y="42"/>
                          <a:pt x="27" y="43"/>
                        </a:cubicBezTo>
                        <a:cubicBezTo>
                          <a:pt x="27" y="44"/>
                          <a:pt x="27" y="45"/>
                          <a:pt x="27" y="45"/>
                        </a:cubicBezTo>
                        <a:cubicBezTo>
                          <a:pt x="29" y="46"/>
                          <a:pt x="29" y="46"/>
                          <a:pt x="29" y="46"/>
                        </a:cubicBezTo>
                        <a:cubicBezTo>
                          <a:pt x="29" y="46"/>
                          <a:pt x="32" y="49"/>
                          <a:pt x="32" y="51"/>
                        </a:cubicBezTo>
                        <a:cubicBezTo>
                          <a:pt x="32" y="52"/>
                          <a:pt x="32" y="53"/>
                          <a:pt x="33" y="54"/>
                        </a:cubicBezTo>
                        <a:cubicBezTo>
                          <a:pt x="33" y="55"/>
                          <a:pt x="35" y="54"/>
                          <a:pt x="35" y="56"/>
                        </a:cubicBezTo>
                        <a:cubicBezTo>
                          <a:pt x="35" y="58"/>
                          <a:pt x="34" y="59"/>
                          <a:pt x="35" y="60"/>
                        </a:cubicBezTo>
                        <a:cubicBezTo>
                          <a:pt x="35" y="60"/>
                          <a:pt x="35" y="60"/>
                          <a:pt x="35" y="60"/>
                        </a:cubicBezTo>
                        <a:cubicBezTo>
                          <a:pt x="35" y="60"/>
                          <a:pt x="35" y="60"/>
                          <a:pt x="35" y="60"/>
                        </a:cubicBezTo>
                        <a:cubicBezTo>
                          <a:pt x="35" y="60"/>
                          <a:pt x="35" y="60"/>
                          <a:pt x="35" y="60"/>
                        </a:cubicBezTo>
                        <a:cubicBezTo>
                          <a:pt x="35" y="60"/>
                          <a:pt x="35" y="60"/>
                          <a:pt x="35" y="60"/>
                        </a:cubicBezTo>
                        <a:cubicBezTo>
                          <a:pt x="35" y="60"/>
                          <a:pt x="35" y="60"/>
                          <a:pt x="35" y="60"/>
                        </a:cubicBezTo>
                        <a:cubicBezTo>
                          <a:pt x="35" y="60"/>
                          <a:pt x="35" y="60"/>
                          <a:pt x="35" y="60"/>
                        </a:cubicBezTo>
                        <a:cubicBezTo>
                          <a:pt x="35" y="61"/>
                          <a:pt x="35" y="61"/>
                          <a:pt x="35" y="61"/>
                        </a:cubicBezTo>
                        <a:cubicBezTo>
                          <a:pt x="37" y="63"/>
                          <a:pt x="38" y="67"/>
                          <a:pt x="37" y="68"/>
                        </a:cubicBezTo>
                        <a:cubicBezTo>
                          <a:pt x="36" y="70"/>
                          <a:pt x="36" y="70"/>
                          <a:pt x="36" y="72"/>
                        </a:cubicBezTo>
                        <a:cubicBezTo>
                          <a:pt x="37" y="74"/>
                          <a:pt x="38" y="76"/>
                          <a:pt x="38" y="76"/>
                        </a:cubicBezTo>
                        <a:cubicBezTo>
                          <a:pt x="38" y="76"/>
                          <a:pt x="41" y="79"/>
                          <a:pt x="41" y="80"/>
                        </a:cubicBezTo>
                        <a:cubicBezTo>
                          <a:pt x="41" y="80"/>
                          <a:pt x="43" y="82"/>
                          <a:pt x="43" y="82"/>
                        </a:cubicBezTo>
                        <a:cubicBezTo>
                          <a:pt x="44" y="82"/>
                          <a:pt x="44" y="82"/>
                          <a:pt x="44" y="82"/>
                        </a:cubicBezTo>
                        <a:cubicBezTo>
                          <a:pt x="44" y="82"/>
                          <a:pt x="43" y="82"/>
                          <a:pt x="43" y="82"/>
                        </a:cubicBezTo>
                        <a:cubicBezTo>
                          <a:pt x="43" y="82"/>
                          <a:pt x="43" y="82"/>
                          <a:pt x="43" y="82"/>
                        </a:cubicBezTo>
                        <a:cubicBezTo>
                          <a:pt x="43" y="82"/>
                          <a:pt x="43" y="82"/>
                          <a:pt x="44" y="83"/>
                        </a:cubicBezTo>
                        <a:cubicBezTo>
                          <a:pt x="45" y="84"/>
                          <a:pt x="45" y="87"/>
                          <a:pt x="45" y="89"/>
                        </a:cubicBezTo>
                        <a:cubicBezTo>
                          <a:pt x="45" y="91"/>
                          <a:pt x="45" y="93"/>
                          <a:pt x="45" y="93"/>
                        </a:cubicBezTo>
                        <a:cubicBezTo>
                          <a:pt x="45" y="93"/>
                          <a:pt x="45" y="92"/>
                          <a:pt x="46" y="92"/>
                        </a:cubicBezTo>
                        <a:cubicBezTo>
                          <a:pt x="46" y="92"/>
                          <a:pt x="47" y="93"/>
                          <a:pt x="47" y="93"/>
                        </a:cubicBezTo>
                        <a:cubicBezTo>
                          <a:pt x="48" y="94"/>
                          <a:pt x="49" y="95"/>
                          <a:pt x="49" y="95"/>
                        </a:cubicBezTo>
                        <a:cubicBezTo>
                          <a:pt x="51" y="96"/>
                          <a:pt x="51" y="96"/>
                          <a:pt x="51" y="96"/>
                        </a:cubicBezTo>
                        <a:cubicBezTo>
                          <a:pt x="51" y="96"/>
                          <a:pt x="52" y="95"/>
                          <a:pt x="52" y="95"/>
                        </a:cubicBezTo>
                        <a:cubicBezTo>
                          <a:pt x="53" y="95"/>
                          <a:pt x="53" y="95"/>
                          <a:pt x="53" y="95"/>
                        </a:cubicBezTo>
                        <a:cubicBezTo>
                          <a:pt x="54" y="96"/>
                          <a:pt x="54" y="97"/>
                          <a:pt x="54" y="98"/>
                        </a:cubicBezTo>
                        <a:cubicBezTo>
                          <a:pt x="54" y="98"/>
                          <a:pt x="54" y="100"/>
                          <a:pt x="54" y="100"/>
                        </a:cubicBezTo>
                        <a:cubicBezTo>
                          <a:pt x="57" y="101"/>
                          <a:pt x="57" y="101"/>
                          <a:pt x="57" y="101"/>
                        </a:cubicBezTo>
                        <a:cubicBezTo>
                          <a:pt x="59" y="103"/>
                          <a:pt x="59" y="103"/>
                          <a:pt x="59" y="103"/>
                        </a:cubicBezTo>
                        <a:cubicBezTo>
                          <a:pt x="59" y="103"/>
                          <a:pt x="59" y="103"/>
                          <a:pt x="60" y="103"/>
                        </a:cubicBezTo>
                        <a:cubicBezTo>
                          <a:pt x="61" y="103"/>
                          <a:pt x="63" y="101"/>
                          <a:pt x="63" y="101"/>
                        </a:cubicBezTo>
                        <a:cubicBezTo>
                          <a:pt x="63" y="101"/>
                          <a:pt x="63" y="100"/>
                          <a:pt x="63" y="99"/>
                        </a:cubicBezTo>
                        <a:cubicBezTo>
                          <a:pt x="62" y="98"/>
                          <a:pt x="62" y="97"/>
                          <a:pt x="62" y="97"/>
                        </a:cubicBezTo>
                        <a:cubicBezTo>
                          <a:pt x="62" y="97"/>
                          <a:pt x="61" y="95"/>
                          <a:pt x="61" y="94"/>
                        </a:cubicBezTo>
                        <a:cubicBezTo>
                          <a:pt x="61" y="94"/>
                          <a:pt x="62" y="93"/>
                          <a:pt x="62" y="93"/>
                        </a:cubicBezTo>
                        <a:cubicBezTo>
                          <a:pt x="63" y="91"/>
                          <a:pt x="63" y="91"/>
                          <a:pt x="63" y="91"/>
                        </a:cubicBezTo>
                        <a:cubicBezTo>
                          <a:pt x="63" y="91"/>
                          <a:pt x="62" y="89"/>
                          <a:pt x="63" y="89"/>
                        </a:cubicBezTo>
                        <a:cubicBezTo>
                          <a:pt x="63" y="89"/>
                          <a:pt x="63" y="89"/>
                          <a:pt x="64" y="90"/>
                        </a:cubicBezTo>
                        <a:cubicBezTo>
                          <a:pt x="66" y="91"/>
                          <a:pt x="68" y="90"/>
                          <a:pt x="68" y="91"/>
                        </a:cubicBezTo>
                        <a:cubicBezTo>
                          <a:pt x="68" y="92"/>
                          <a:pt x="67" y="94"/>
                          <a:pt x="67" y="94"/>
                        </a:cubicBezTo>
                        <a:cubicBezTo>
                          <a:pt x="67" y="95"/>
                          <a:pt x="67" y="96"/>
                          <a:pt x="67" y="97"/>
                        </a:cubicBezTo>
                        <a:cubicBezTo>
                          <a:pt x="67" y="99"/>
                          <a:pt x="67" y="100"/>
                          <a:pt x="67" y="101"/>
                        </a:cubicBezTo>
                        <a:cubicBezTo>
                          <a:pt x="67" y="102"/>
                          <a:pt x="68" y="102"/>
                          <a:pt x="69" y="103"/>
                        </a:cubicBezTo>
                        <a:cubicBezTo>
                          <a:pt x="69" y="104"/>
                          <a:pt x="72" y="107"/>
                          <a:pt x="72" y="108"/>
                        </a:cubicBezTo>
                        <a:cubicBezTo>
                          <a:pt x="72" y="110"/>
                          <a:pt x="72" y="111"/>
                          <a:pt x="72" y="112"/>
                        </a:cubicBezTo>
                        <a:cubicBezTo>
                          <a:pt x="72" y="114"/>
                          <a:pt x="73" y="113"/>
                          <a:pt x="73" y="116"/>
                        </a:cubicBezTo>
                        <a:cubicBezTo>
                          <a:pt x="74" y="119"/>
                          <a:pt x="73" y="125"/>
                          <a:pt x="73" y="128"/>
                        </a:cubicBezTo>
                        <a:cubicBezTo>
                          <a:pt x="73" y="131"/>
                          <a:pt x="72" y="133"/>
                          <a:pt x="73" y="134"/>
                        </a:cubicBezTo>
                        <a:cubicBezTo>
                          <a:pt x="73" y="134"/>
                          <a:pt x="73" y="134"/>
                          <a:pt x="73" y="134"/>
                        </a:cubicBezTo>
                        <a:cubicBezTo>
                          <a:pt x="73" y="134"/>
                          <a:pt x="73" y="134"/>
                          <a:pt x="73" y="134"/>
                        </a:cubicBezTo>
                        <a:cubicBezTo>
                          <a:pt x="73" y="134"/>
                          <a:pt x="73" y="134"/>
                          <a:pt x="73" y="134"/>
                        </a:cubicBezTo>
                        <a:cubicBezTo>
                          <a:pt x="73" y="134"/>
                          <a:pt x="73" y="134"/>
                          <a:pt x="74" y="135"/>
                        </a:cubicBezTo>
                        <a:cubicBezTo>
                          <a:pt x="74" y="137"/>
                          <a:pt x="75" y="138"/>
                          <a:pt x="74" y="141"/>
                        </a:cubicBezTo>
                        <a:cubicBezTo>
                          <a:pt x="74" y="143"/>
                          <a:pt x="73" y="142"/>
                          <a:pt x="72" y="144"/>
                        </a:cubicBezTo>
                        <a:cubicBezTo>
                          <a:pt x="72" y="145"/>
                          <a:pt x="72" y="146"/>
                          <a:pt x="72" y="147"/>
                        </a:cubicBezTo>
                        <a:cubicBezTo>
                          <a:pt x="72" y="149"/>
                          <a:pt x="69" y="149"/>
                          <a:pt x="69" y="149"/>
                        </a:cubicBezTo>
                        <a:cubicBezTo>
                          <a:pt x="69" y="149"/>
                          <a:pt x="69" y="151"/>
                          <a:pt x="69" y="153"/>
                        </a:cubicBezTo>
                        <a:cubicBezTo>
                          <a:pt x="69" y="155"/>
                          <a:pt x="69" y="155"/>
                          <a:pt x="69" y="157"/>
                        </a:cubicBezTo>
                        <a:cubicBezTo>
                          <a:pt x="69" y="159"/>
                          <a:pt x="69" y="159"/>
                          <a:pt x="68" y="161"/>
                        </a:cubicBezTo>
                        <a:cubicBezTo>
                          <a:pt x="67" y="163"/>
                          <a:pt x="67" y="162"/>
                          <a:pt x="66" y="163"/>
                        </a:cubicBezTo>
                        <a:cubicBezTo>
                          <a:pt x="65" y="164"/>
                          <a:pt x="65" y="167"/>
                          <a:pt x="65" y="168"/>
                        </a:cubicBezTo>
                        <a:cubicBezTo>
                          <a:pt x="65" y="169"/>
                          <a:pt x="66" y="174"/>
                          <a:pt x="65" y="176"/>
                        </a:cubicBezTo>
                        <a:cubicBezTo>
                          <a:pt x="65" y="179"/>
                          <a:pt x="63" y="179"/>
                          <a:pt x="63" y="180"/>
                        </a:cubicBezTo>
                        <a:cubicBezTo>
                          <a:pt x="63" y="182"/>
                          <a:pt x="64" y="183"/>
                          <a:pt x="64" y="184"/>
                        </a:cubicBezTo>
                        <a:cubicBezTo>
                          <a:pt x="64" y="185"/>
                          <a:pt x="65" y="186"/>
                          <a:pt x="65" y="187"/>
                        </a:cubicBezTo>
                        <a:cubicBezTo>
                          <a:pt x="66" y="188"/>
                          <a:pt x="66" y="189"/>
                          <a:pt x="66" y="190"/>
                        </a:cubicBezTo>
                        <a:cubicBezTo>
                          <a:pt x="66" y="192"/>
                          <a:pt x="70" y="196"/>
                          <a:pt x="70" y="196"/>
                        </a:cubicBezTo>
                        <a:cubicBezTo>
                          <a:pt x="70" y="196"/>
                          <a:pt x="70" y="199"/>
                          <a:pt x="70" y="201"/>
                        </a:cubicBezTo>
                        <a:cubicBezTo>
                          <a:pt x="70" y="204"/>
                          <a:pt x="70" y="204"/>
                          <a:pt x="70" y="206"/>
                        </a:cubicBezTo>
                        <a:cubicBezTo>
                          <a:pt x="70" y="208"/>
                          <a:pt x="70" y="208"/>
                          <a:pt x="71" y="209"/>
                        </a:cubicBezTo>
                        <a:cubicBezTo>
                          <a:pt x="71" y="210"/>
                          <a:pt x="72" y="210"/>
                          <a:pt x="73" y="211"/>
                        </a:cubicBezTo>
                        <a:cubicBezTo>
                          <a:pt x="74" y="212"/>
                          <a:pt x="75" y="212"/>
                          <a:pt x="75" y="213"/>
                        </a:cubicBezTo>
                        <a:cubicBezTo>
                          <a:pt x="76" y="215"/>
                          <a:pt x="78" y="215"/>
                          <a:pt x="78" y="216"/>
                        </a:cubicBezTo>
                        <a:cubicBezTo>
                          <a:pt x="78" y="217"/>
                          <a:pt x="79" y="218"/>
                          <a:pt x="79" y="218"/>
                        </a:cubicBezTo>
                        <a:cubicBezTo>
                          <a:pt x="79" y="218"/>
                          <a:pt x="79" y="219"/>
                          <a:pt x="79" y="219"/>
                        </a:cubicBezTo>
                        <a:cubicBezTo>
                          <a:pt x="79" y="219"/>
                          <a:pt x="81" y="217"/>
                          <a:pt x="81" y="215"/>
                        </a:cubicBezTo>
                        <a:cubicBezTo>
                          <a:pt x="81" y="213"/>
                          <a:pt x="81" y="210"/>
                          <a:pt x="81" y="209"/>
                        </a:cubicBezTo>
                        <a:cubicBezTo>
                          <a:pt x="80" y="208"/>
                          <a:pt x="80" y="206"/>
                          <a:pt x="81" y="205"/>
                        </a:cubicBezTo>
                        <a:cubicBezTo>
                          <a:pt x="81" y="204"/>
                          <a:pt x="81" y="203"/>
                          <a:pt x="82" y="203"/>
                        </a:cubicBezTo>
                        <a:cubicBezTo>
                          <a:pt x="83" y="202"/>
                          <a:pt x="87" y="201"/>
                          <a:pt x="87" y="200"/>
                        </a:cubicBezTo>
                        <a:cubicBezTo>
                          <a:pt x="88" y="199"/>
                          <a:pt x="88" y="199"/>
                          <a:pt x="89" y="197"/>
                        </a:cubicBezTo>
                        <a:cubicBezTo>
                          <a:pt x="89" y="196"/>
                          <a:pt x="88" y="195"/>
                          <a:pt x="89" y="194"/>
                        </a:cubicBezTo>
                        <a:cubicBezTo>
                          <a:pt x="90" y="194"/>
                          <a:pt x="91" y="193"/>
                          <a:pt x="91" y="191"/>
                        </a:cubicBezTo>
                        <a:cubicBezTo>
                          <a:pt x="91" y="190"/>
                          <a:pt x="90" y="188"/>
                          <a:pt x="90" y="187"/>
                        </a:cubicBezTo>
                        <a:cubicBezTo>
                          <a:pt x="90" y="186"/>
                          <a:pt x="89" y="185"/>
                          <a:pt x="90" y="184"/>
                        </a:cubicBezTo>
                        <a:cubicBezTo>
                          <a:pt x="90" y="183"/>
                          <a:pt x="90" y="183"/>
                          <a:pt x="90" y="183"/>
                        </a:cubicBezTo>
                        <a:cubicBezTo>
                          <a:pt x="90" y="183"/>
                          <a:pt x="92" y="182"/>
                          <a:pt x="93" y="182"/>
                        </a:cubicBezTo>
                        <a:cubicBezTo>
                          <a:pt x="94" y="182"/>
                          <a:pt x="94" y="182"/>
                          <a:pt x="94" y="183"/>
                        </a:cubicBezTo>
                        <a:cubicBezTo>
                          <a:pt x="94" y="185"/>
                          <a:pt x="95" y="186"/>
                          <a:pt x="95" y="186"/>
                        </a:cubicBezTo>
                        <a:cubicBezTo>
                          <a:pt x="95" y="187"/>
                          <a:pt x="96" y="188"/>
                          <a:pt x="96" y="188"/>
                        </a:cubicBezTo>
                        <a:cubicBezTo>
                          <a:pt x="96" y="188"/>
                          <a:pt x="97" y="188"/>
                          <a:pt x="97" y="189"/>
                        </a:cubicBezTo>
                        <a:cubicBezTo>
                          <a:pt x="98" y="190"/>
                          <a:pt x="98" y="192"/>
                          <a:pt x="98" y="192"/>
                        </a:cubicBezTo>
                        <a:cubicBezTo>
                          <a:pt x="98" y="193"/>
                          <a:pt x="99" y="195"/>
                          <a:pt x="99" y="195"/>
                        </a:cubicBezTo>
                        <a:cubicBezTo>
                          <a:pt x="99" y="195"/>
                          <a:pt x="101" y="195"/>
                          <a:pt x="101" y="197"/>
                        </a:cubicBezTo>
                        <a:cubicBezTo>
                          <a:pt x="101" y="198"/>
                          <a:pt x="103" y="201"/>
                          <a:pt x="104" y="202"/>
                        </a:cubicBezTo>
                        <a:cubicBezTo>
                          <a:pt x="104" y="202"/>
                          <a:pt x="104" y="204"/>
                          <a:pt x="106" y="205"/>
                        </a:cubicBezTo>
                        <a:cubicBezTo>
                          <a:pt x="106" y="205"/>
                          <a:pt x="107" y="205"/>
                          <a:pt x="107" y="205"/>
                        </a:cubicBezTo>
                        <a:cubicBezTo>
                          <a:pt x="108" y="205"/>
                          <a:pt x="109" y="205"/>
                          <a:pt x="109" y="205"/>
                        </a:cubicBezTo>
                        <a:cubicBezTo>
                          <a:pt x="111" y="203"/>
                          <a:pt x="111" y="203"/>
                          <a:pt x="111" y="203"/>
                        </a:cubicBezTo>
                        <a:cubicBezTo>
                          <a:pt x="111" y="203"/>
                          <a:pt x="112" y="203"/>
                          <a:pt x="113" y="204"/>
                        </a:cubicBezTo>
                        <a:cubicBezTo>
                          <a:pt x="113" y="204"/>
                          <a:pt x="115" y="204"/>
                          <a:pt x="116" y="204"/>
                        </a:cubicBezTo>
                        <a:cubicBezTo>
                          <a:pt x="116" y="204"/>
                          <a:pt x="117" y="204"/>
                          <a:pt x="117" y="204"/>
                        </a:cubicBezTo>
                        <a:cubicBezTo>
                          <a:pt x="118" y="204"/>
                          <a:pt x="118" y="204"/>
                          <a:pt x="118" y="204"/>
                        </a:cubicBezTo>
                        <a:cubicBezTo>
                          <a:pt x="118" y="206"/>
                          <a:pt x="118" y="206"/>
                          <a:pt x="118" y="206"/>
                        </a:cubicBezTo>
                        <a:cubicBezTo>
                          <a:pt x="119" y="208"/>
                          <a:pt x="119" y="208"/>
                          <a:pt x="119" y="208"/>
                        </a:cubicBezTo>
                        <a:cubicBezTo>
                          <a:pt x="119" y="208"/>
                          <a:pt x="119" y="208"/>
                          <a:pt x="120" y="208"/>
                        </a:cubicBezTo>
                        <a:cubicBezTo>
                          <a:pt x="120" y="208"/>
                          <a:pt x="120" y="208"/>
                          <a:pt x="120" y="208"/>
                        </a:cubicBezTo>
                        <a:cubicBezTo>
                          <a:pt x="120" y="210"/>
                          <a:pt x="121" y="210"/>
                          <a:pt x="120" y="210"/>
                        </a:cubicBezTo>
                        <a:cubicBezTo>
                          <a:pt x="118" y="211"/>
                          <a:pt x="118" y="211"/>
                          <a:pt x="118" y="211"/>
                        </a:cubicBezTo>
                        <a:cubicBezTo>
                          <a:pt x="118" y="211"/>
                          <a:pt x="117" y="212"/>
                          <a:pt x="117" y="213"/>
                        </a:cubicBezTo>
                        <a:cubicBezTo>
                          <a:pt x="117" y="213"/>
                          <a:pt x="117" y="214"/>
                          <a:pt x="117" y="215"/>
                        </a:cubicBezTo>
                        <a:cubicBezTo>
                          <a:pt x="117" y="216"/>
                          <a:pt x="115" y="215"/>
                          <a:pt x="117" y="216"/>
                        </a:cubicBezTo>
                        <a:cubicBezTo>
                          <a:pt x="118" y="217"/>
                          <a:pt x="119" y="217"/>
                          <a:pt x="119" y="218"/>
                        </a:cubicBezTo>
                        <a:cubicBezTo>
                          <a:pt x="119" y="219"/>
                          <a:pt x="118" y="221"/>
                          <a:pt x="118" y="221"/>
                        </a:cubicBezTo>
                        <a:cubicBezTo>
                          <a:pt x="118" y="222"/>
                          <a:pt x="118" y="222"/>
                          <a:pt x="118" y="222"/>
                        </a:cubicBezTo>
                        <a:cubicBezTo>
                          <a:pt x="117" y="222"/>
                          <a:pt x="117" y="222"/>
                          <a:pt x="117" y="222"/>
                        </a:cubicBezTo>
                        <a:cubicBezTo>
                          <a:pt x="117" y="222"/>
                          <a:pt x="116" y="222"/>
                          <a:pt x="116" y="222"/>
                        </a:cubicBezTo>
                        <a:cubicBezTo>
                          <a:pt x="115" y="222"/>
                          <a:pt x="115" y="222"/>
                          <a:pt x="114" y="222"/>
                        </a:cubicBezTo>
                        <a:cubicBezTo>
                          <a:pt x="112" y="223"/>
                          <a:pt x="111" y="222"/>
                          <a:pt x="110" y="224"/>
                        </a:cubicBezTo>
                        <a:cubicBezTo>
                          <a:pt x="110" y="224"/>
                          <a:pt x="110" y="224"/>
                          <a:pt x="110" y="224"/>
                        </a:cubicBezTo>
                        <a:cubicBezTo>
                          <a:pt x="110" y="224"/>
                          <a:pt x="110" y="224"/>
                          <a:pt x="109" y="224"/>
                        </a:cubicBezTo>
                        <a:cubicBezTo>
                          <a:pt x="109" y="224"/>
                          <a:pt x="109" y="224"/>
                          <a:pt x="109" y="224"/>
                        </a:cubicBezTo>
                        <a:cubicBezTo>
                          <a:pt x="109" y="224"/>
                          <a:pt x="108" y="225"/>
                          <a:pt x="108" y="226"/>
                        </a:cubicBezTo>
                        <a:cubicBezTo>
                          <a:pt x="107" y="230"/>
                          <a:pt x="106" y="227"/>
                          <a:pt x="107" y="230"/>
                        </a:cubicBezTo>
                        <a:cubicBezTo>
                          <a:pt x="107" y="232"/>
                          <a:pt x="107" y="233"/>
                          <a:pt x="108" y="234"/>
                        </a:cubicBezTo>
                        <a:cubicBezTo>
                          <a:pt x="108" y="234"/>
                          <a:pt x="109" y="235"/>
                          <a:pt x="109" y="236"/>
                        </a:cubicBezTo>
                        <a:cubicBezTo>
                          <a:pt x="109" y="237"/>
                          <a:pt x="110" y="238"/>
                          <a:pt x="108" y="238"/>
                        </a:cubicBezTo>
                        <a:cubicBezTo>
                          <a:pt x="108" y="238"/>
                          <a:pt x="108" y="238"/>
                          <a:pt x="108" y="238"/>
                        </a:cubicBezTo>
                        <a:cubicBezTo>
                          <a:pt x="108" y="238"/>
                          <a:pt x="108" y="238"/>
                          <a:pt x="107" y="238"/>
                        </a:cubicBezTo>
                        <a:cubicBezTo>
                          <a:pt x="107" y="238"/>
                          <a:pt x="107" y="238"/>
                          <a:pt x="107" y="238"/>
                        </a:cubicBezTo>
                        <a:cubicBezTo>
                          <a:pt x="107" y="238"/>
                          <a:pt x="107" y="238"/>
                          <a:pt x="107" y="239"/>
                        </a:cubicBezTo>
                        <a:cubicBezTo>
                          <a:pt x="107" y="240"/>
                          <a:pt x="105" y="243"/>
                          <a:pt x="105" y="243"/>
                        </a:cubicBezTo>
                        <a:cubicBezTo>
                          <a:pt x="105" y="243"/>
                          <a:pt x="107" y="252"/>
                          <a:pt x="108" y="254"/>
                        </a:cubicBezTo>
                        <a:cubicBezTo>
                          <a:pt x="108" y="256"/>
                          <a:pt x="110" y="257"/>
                          <a:pt x="112" y="259"/>
                        </a:cubicBezTo>
                        <a:cubicBezTo>
                          <a:pt x="113" y="261"/>
                          <a:pt x="113" y="262"/>
                          <a:pt x="113" y="264"/>
                        </a:cubicBezTo>
                        <a:cubicBezTo>
                          <a:pt x="114" y="266"/>
                          <a:pt x="115" y="266"/>
                          <a:pt x="115" y="267"/>
                        </a:cubicBezTo>
                        <a:cubicBezTo>
                          <a:pt x="115" y="268"/>
                          <a:pt x="115" y="268"/>
                          <a:pt x="117" y="270"/>
                        </a:cubicBezTo>
                        <a:cubicBezTo>
                          <a:pt x="118" y="271"/>
                          <a:pt x="120" y="271"/>
                          <a:pt x="120" y="272"/>
                        </a:cubicBezTo>
                        <a:cubicBezTo>
                          <a:pt x="121" y="274"/>
                          <a:pt x="121" y="275"/>
                          <a:pt x="122" y="275"/>
                        </a:cubicBezTo>
                        <a:cubicBezTo>
                          <a:pt x="123" y="275"/>
                          <a:pt x="126" y="276"/>
                          <a:pt x="126" y="276"/>
                        </a:cubicBezTo>
                        <a:cubicBezTo>
                          <a:pt x="127" y="274"/>
                          <a:pt x="127" y="274"/>
                          <a:pt x="127" y="274"/>
                        </a:cubicBezTo>
                        <a:cubicBezTo>
                          <a:pt x="127" y="274"/>
                          <a:pt x="127" y="274"/>
                          <a:pt x="128" y="274"/>
                        </a:cubicBezTo>
                        <a:cubicBezTo>
                          <a:pt x="128" y="274"/>
                          <a:pt x="129" y="274"/>
                          <a:pt x="129" y="275"/>
                        </a:cubicBezTo>
                        <a:cubicBezTo>
                          <a:pt x="129" y="276"/>
                          <a:pt x="129" y="278"/>
                          <a:pt x="129" y="279"/>
                        </a:cubicBezTo>
                        <a:cubicBezTo>
                          <a:pt x="129" y="279"/>
                          <a:pt x="129" y="284"/>
                          <a:pt x="130" y="286"/>
                        </a:cubicBezTo>
                        <a:cubicBezTo>
                          <a:pt x="132" y="287"/>
                          <a:pt x="133" y="286"/>
                          <a:pt x="133" y="288"/>
                        </a:cubicBezTo>
                        <a:cubicBezTo>
                          <a:pt x="134" y="290"/>
                          <a:pt x="135" y="290"/>
                          <a:pt x="136" y="290"/>
                        </a:cubicBezTo>
                        <a:cubicBezTo>
                          <a:pt x="136" y="290"/>
                          <a:pt x="137" y="290"/>
                          <a:pt x="137" y="290"/>
                        </a:cubicBezTo>
                        <a:cubicBezTo>
                          <a:pt x="137" y="290"/>
                          <a:pt x="137" y="290"/>
                          <a:pt x="138" y="290"/>
                        </a:cubicBezTo>
                        <a:cubicBezTo>
                          <a:pt x="139" y="291"/>
                          <a:pt x="139" y="293"/>
                          <a:pt x="140" y="294"/>
                        </a:cubicBezTo>
                        <a:cubicBezTo>
                          <a:pt x="140" y="295"/>
                          <a:pt x="140" y="297"/>
                          <a:pt x="140" y="297"/>
                        </a:cubicBezTo>
                        <a:cubicBezTo>
                          <a:pt x="143" y="298"/>
                          <a:pt x="143" y="298"/>
                          <a:pt x="143" y="298"/>
                        </a:cubicBezTo>
                        <a:cubicBezTo>
                          <a:pt x="145" y="300"/>
                          <a:pt x="145" y="300"/>
                          <a:pt x="145" y="300"/>
                        </a:cubicBezTo>
                        <a:cubicBezTo>
                          <a:pt x="145" y="300"/>
                          <a:pt x="145" y="302"/>
                          <a:pt x="145" y="304"/>
                        </a:cubicBezTo>
                        <a:cubicBezTo>
                          <a:pt x="145" y="305"/>
                          <a:pt x="145" y="306"/>
                          <a:pt x="145" y="307"/>
                        </a:cubicBezTo>
                        <a:cubicBezTo>
                          <a:pt x="145" y="309"/>
                          <a:pt x="145" y="310"/>
                          <a:pt x="145" y="311"/>
                        </a:cubicBezTo>
                        <a:cubicBezTo>
                          <a:pt x="145" y="313"/>
                          <a:pt x="146" y="314"/>
                          <a:pt x="147" y="315"/>
                        </a:cubicBezTo>
                        <a:cubicBezTo>
                          <a:pt x="147" y="316"/>
                          <a:pt x="147" y="316"/>
                          <a:pt x="147" y="316"/>
                        </a:cubicBezTo>
                        <a:cubicBezTo>
                          <a:pt x="147" y="316"/>
                          <a:pt x="147" y="316"/>
                          <a:pt x="147" y="316"/>
                        </a:cubicBezTo>
                        <a:cubicBezTo>
                          <a:pt x="147" y="315"/>
                          <a:pt x="147" y="315"/>
                          <a:pt x="147" y="315"/>
                        </a:cubicBezTo>
                        <a:cubicBezTo>
                          <a:pt x="147" y="315"/>
                          <a:pt x="147" y="316"/>
                          <a:pt x="147" y="317"/>
                        </a:cubicBezTo>
                        <a:cubicBezTo>
                          <a:pt x="147" y="320"/>
                          <a:pt x="147" y="318"/>
                          <a:pt x="147" y="320"/>
                        </a:cubicBezTo>
                        <a:cubicBezTo>
                          <a:pt x="147" y="321"/>
                          <a:pt x="147" y="321"/>
                          <a:pt x="146" y="321"/>
                        </a:cubicBezTo>
                        <a:cubicBezTo>
                          <a:pt x="146" y="321"/>
                          <a:pt x="146" y="321"/>
                          <a:pt x="146" y="321"/>
                        </a:cubicBezTo>
                        <a:cubicBezTo>
                          <a:pt x="146" y="321"/>
                          <a:pt x="146" y="321"/>
                          <a:pt x="146" y="321"/>
                        </a:cubicBezTo>
                        <a:cubicBezTo>
                          <a:pt x="146" y="321"/>
                          <a:pt x="146" y="321"/>
                          <a:pt x="146" y="322"/>
                        </a:cubicBezTo>
                        <a:cubicBezTo>
                          <a:pt x="148" y="326"/>
                          <a:pt x="148" y="327"/>
                          <a:pt x="149" y="328"/>
                        </a:cubicBezTo>
                        <a:cubicBezTo>
                          <a:pt x="150" y="329"/>
                          <a:pt x="151" y="328"/>
                          <a:pt x="151" y="330"/>
                        </a:cubicBezTo>
                        <a:cubicBezTo>
                          <a:pt x="152" y="332"/>
                          <a:pt x="151" y="332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4"/>
                        </a:cubicBezTo>
                        <a:cubicBezTo>
                          <a:pt x="152" y="334"/>
                          <a:pt x="152" y="334"/>
                          <a:pt x="152" y="335"/>
                        </a:cubicBezTo>
                        <a:cubicBezTo>
                          <a:pt x="153" y="337"/>
                          <a:pt x="153" y="337"/>
                          <a:pt x="153" y="339"/>
                        </a:cubicBezTo>
                        <a:cubicBezTo>
                          <a:pt x="153" y="340"/>
                          <a:pt x="154" y="340"/>
                          <a:pt x="154" y="340"/>
                        </a:cubicBezTo>
                        <a:cubicBezTo>
                          <a:pt x="154" y="340"/>
                          <a:pt x="154" y="340"/>
                          <a:pt x="154" y="340"/>
                        </a:cubicBezTo>
                        <a:cubicBezTo>
                          <a:pt x="154" y="340"/>
                          <a:pt x="154" y="340"/>
                          <a:pt x="154" y="340"/>
                        </a:cubicBezTo>
                        <a:cubicBezTo>
                          <a:pt x="154" y="340"/>
                          <a:pt x="154" y="340"/>
                          <a:pt x="153" y="341"/>
                        </a:cubicBezTo>
                        <a:cubicBezTo>
                          <a:pt x="152" y="344"/>
                          <a:pt x="152" y="349"/>
                          <a:pt x="152" y="351"/>
                        </a:cubicBezTo>
                        <a:cubicBezTo>
                          <a:pt x="152" y="353"/>
                          <a:pt x="151" y="354"/>
                          <a:pt x="151" y="356"/>
                        </a:cubicBezTo>
                        <a:cubicBezTo>
                          <a:pt x="152" y="358"/>
                          <a:pt x="152" y="359"/>
                          <a:pt x="153" y="360"/>
                        </a:cubicBezTo>
                        <a:cubicBezTo>
                          <a:pt x="154" y="361"/>
                          <a:pt x="159" y="373"/>
                          <a:pt x="160" y="375"/>
                        </a:cubicBezTo>
                        <a:cubicBezTo>
                          <a:pt x="161" y="377"/>
                          <a:pt x="162" y="380"/>
                          <a:pt x="162" y="381"/>
                        </a:cubicBezTo>
                        <a:cubicBezTo>
                          <a:pt x="162" y="382"/>
                          <a:pt x="163" y="383"/>
                          <a:pt x="164" y="385"/>
                        </a:cubicBezTo>
                        <a:cubicBezTo>
                          <a:pt x="164" y="387"/>
                          <a:pt x="167" y="386"/>
                          <a:pt x="167" y="389"/>
                        </a:cubicBezTo>
                        <a:cubicBezTo>
                          <a:pt x="167" y="392"/>
                          <a:pt x="168" y="397"/>
                          <a:pt x="168" y="400"/>
                        </a:cubicBezTo>
                        <a:cubicBezTo>
                          <a:pt x="168" y="403"/>
                          <a:pt x="168" y="402"/>
                          <a:pt x="169" y="405"/>
                        </a:cubicBezTo>
                        <a:cubicBezTo>
                          <a:pt x="170" y="407"/>
                          <a:pt x="171" y="408"/>
                          <a:pt x="171" y="409"/>
                        </a:cubicBezTo>
                        <a:cubicBezTo>
                          <a:pt x="171" y="410"/>
                          <a:pt x="179" y="431"/>
                          <a:pt x="179" y="432"/>
                        </a:cubicBezTo>
                        <a:cubicBezTo>
                          <a:pt x="180" y="434"/>
                          <a:pt x="178" y="437"/>
                          <a:pt x="179" y="439"/>
                        </a:cubicBezTo>
                        <a:cubicBezTo>
                          <a:pt x="181" y="440"/>
                          <a:pt x="184" y="441"/>
                          <a:pt x="184" y="441"/>
                        </a:cubicBezTo>
                        <a:cubicBezTo>
                          <a:pt x="184" y="441"/>
                          <a:pt x="184" y="441"/>
                          <a:pt x="185" y="441"/>
                        </a:cubicBezTo>
                        <a:cubicBezTo>
                          <a:pt x="185" y="441"/>
                          <a:pt x="186" y="441"/>
                          <a:pt x="186" y="443"/>
                        </a:cubicBezTo>
                        <a:cubicBezTo>
                          <a:pt x="186" y="446"/>
                          <a:pt x="185" y="447"/>
                          <a:pt x="185" y="448"/>
                        </a:cubicBezTo>
                        <a:cubicBezTo>
                          <a:pt x="185" y="448"/>
                          <a:pt x="185" y="449"/>
                          <a:pt x="186" y="451"/>
                        </a:cubicBezTo>
                        <a:cubicBezTo>
                          <a:pt x="187" y="452"/>
                          <a:pt x="191" y="460"/>
                          <a:pt x="192" y="462"/>
                        </a:cubicBezTo>
                        <a:cubicBezTo>
                          <a:pt x="193" y="463"/>
                          <a:pt x="195" y="465"/>
                          <a:pt x="196" y="468"/>
                        </a:cubicBezTo>
                        <a:cubicBezTo>
                          <a:pt x="198" y="471"/>
                          <a:pt x="198" y="470"/>
                          <a:pt x="199" y="473"/>
                        </a:cubicBezTo>
                        <a:cubicBezTo>
                          <a:pt x="200" y="475"/>
                          <a:pt x="201" y="475"/>
                          <a:pt x="202" y="478"/>
                        </a:cubicBezTo>
                        <a:cubicBezTo>
                          <a:pt x="202" y="482"/>
                          <a:pt x="204" y="488"/>
                          <a:pt x="206" y="490"/>
                        </a:cubicBezTo>
                        <a:cubicBezTo>
                          <a:pt x="207" y="492"/>
                          <a:pt x="207" y="492"/>
                          <a:pt x="208" y="495"/>
                        </a:cubicBezTo>
                        <a:cubicBezTo>
                          <a:pt x="208" y="498"/>
                          <a:pt x="208" y="498"/>
                          <a:pt x="209" y="499"/>
                        </a:cubicBezTo>
                        <a:cubicBezTo>
                          <a:pt x="209" y="499"/>
                          <a:pt x="209" y="499"/>
                          <a:pt x="209" y="499"/>
                        </a:cubicBezTo>
                        <a:cubicBezTo>
                          <a:pt x="209" y="499"/>
                          <a:pt x="209" y="499"/>
                          <a:pt x="209" y="499"/>
                        </a:cubicBezTo>
                        <a:cubicBezTo>
                          <a:pt x="209" y="499"/>
                          <a:pt x="209" y="499"/>
                          <a:pt x="209" y="499"/>
                        </a:cubicBezTo>
                        <a:cubicBezTo>
                          <a:pt x="210" y="499"/>
                          <a:pt x="210" y="499"/>
                          <a:pt x="211" y="500"/>
                        </a:cubicBezTo>
                        <a:cubicBezTo>
                          <a:pt x="214" y="502"/>
                          <a:pt x="222" y="514"/>
                          <a:pt x="224" y="517"/>
                        </a:cubicBezTo>
                        <a:cubicBezTo>
                          <a:pt x="226" y="521"/>
                          <a:pt x="226" y="521"/>
                          <a:pt x="228" y="523"/>
                        </a:cubicBezTo>
                        <a:cubicBezTo>
                          <a:pt x="229" y="526"/>
                          <a:pt x="229" y="526"/>
                          <a:pt x="230" y="527"/>
                        </a:cubicBezTo>
                        <a:cubicBezTo>
                          <a:pt x="230" y="527"/>
                          <a:pt x="232" y="530"/>
                          <a:pt x="234" y="531"/>
                        </a:cubicBezTo>
                        <a:cubicBezTo>
                          <a:pt x="236" y="532"/>
                          <a:pt x="235" y="534"/>
                          <a:pt x="236" y="535"/>
                        </a:cubicBezTo>
                        <a:cubicBezTo>
                          <a:pt x="237" y="535"/>
                          <a:pt x="239" y="535"/>
                          <a:pt x="240" y="535"/>
                        </a:cubicBezTo>
                        <a:cubicBezTo>
                          <a:pt x="240" y="535"/>
                          <a:pt x="241" y="535"/>
                          <a:pt x="241" y="535"/>
                        </a:cubicBezTo>
                        <a:cubicBezTo>
                          <a:pt x="241" y="535"/>
                          <a:pt x="242" y="535"/>
                          <a:pt x="242" y="536"/>
                        </a:cubicBezTo>
                        <a:cubicBezTo>
                          <a:pt x="242" y="538"/>
                          <a:pt x="241" y="538"/>
                          <a:pt x="241" y="539"/>
                        </a:cubicBezTo>
                        <a:cubicBezTo>
                          <a:pt x="241" y="539"/>
                          <a:pt x="241" y="539"/>
                          <a:pt x="241" y="539"/>
                        </a:cubicBezTo>
                        <a:cubicBezTo>
                          <a:pt x="241" y="539"/>
                          <a:pt x="241" y="539"/>
                          <a:pt x="241" y="539"/>
                        </a:cubicBezTo>
                        <a:cubicBezTo>
                          <a:pt x="241" y="539"/>
                          <a:pt x="241" y="539"/>
                          <a:pt x="241" y="539"/>
                        </a:cubicBezTo>
                        <a:cubicBezTo>
                          <a:pt x="241" y="539"/>
                          <a:pt x="241" y="539"/>
                          <a:pt x="241" y="540"/>
                        </a:cubicBezTo>
                        <a:cubicBezTo>
                          <a:pt x="242" y="542"/>
                          <a:pt x="243" y="542"/>
                          <a:pt x="244" y="543"/>
                        </a:cubicBezTo>
                        <a:cubicBezTo>
                          <a:pt x="245" y="543"/>
                          <a:pt x="247" y="545"/>
                          <a:pt x="248" y="546"/>
                        </a:cubicBezTo>
                        <a:cubicBezTo>
                          <a:pt x="248" y="547"/>
                          <a:pt x="249" y="549"/>
                          <a:pt x="251" y="551"/>
                        </a:cubicBezTo>
                        <a:cubicBezTo>
                          <a:pt x="252" y="554"/>
                          <a:pt x="253" y="553"/>
                          <a:pt x="255" y="555"/>
                        </a:cubicBezTo>
                        <a:cubicBezTo>
                          <a:pt x="256" y="557"/>
                          <a:pt x="256" y="557"/>
                          <a:pt x="257" y="559"/>
                        </a:cubicBezTo>
                        <a:cubicBezTo>
                          <a:pt x="257" y="560"/>
                          <a:pt x="258" y="562"/>
                          <a:pt x="258" y="562"/>
                        </a:cubicBezTo>
                        <a:cubicBezTo>
                          <a:pt x="258" y="562"/>
                          <a:pt x="284" y="582"/>
                          <a:pt x="286" y="585"/>
                        </a:cubicBezTo>
                        <a:cubicBezTo>
                          <a:pt x="288" y="588"/>
                          <a:pt x="291" y="590"/>
                          <a:pt x="292" y="591"/>
                        </a:cubicBezTo>
                        <a:cubicBezTo>
                          <a:pt x="294" y="593"/>
                          <a:pt x="295" y="593"/>
                          <a:pt x="297" y="594"/>
                        </a:cubicBezTo>
                        <a:cubicBezTo>
                          <a:pt x="298" y="595"/>
                          <a:pt x="301" y="597"/>
                          <a:pt x="301" y="597"/>
                        </a:cubicBezTo>
                        <a:cubicBezTo>
                          <a:pt x="301" y="597"/>
                          <a:pt x="310" y="604"/>
                          <a:pt x="310" y="604"/>
                        </a:cubicBezTo>
                        <a:cubicBezTo>
                          <a:pt x="311" y="605"/>
                          <a:pt x="312" y="606"/>
                          <a:pt x="315" y="607"/>
                        </a:cubicBezTo>
                        <a:cubicBezTo>
                          <a:pt x="317" y="608"/>
                          <a:pt x="318" y="608"/>
                          <a:pt x="319" y="609"/>
                        </a:cubicBezTo>
                        <a:cubicBezTo>
                          <a:pt x="319" y="610"/>
                          <a:pt x="322" y="612"/>
                          <a:pt x="323" y="612"/>
                        </a:cubicBezTo>
                        <a:cubicBezTo>
                          <a:pt x="324" y="613"/>
                          <a:pt x="325" y="613"/>
                          <a:pt x="326" y="614"/>
                        </a:cubicBezTo>
                        <a:cubicBezTo>
                          <a:pt x="326" y="615"/>
                          <a:pt x="328" y="615"/>
                          <a:pt x="329" y="616"/>
                        </a:cubicBezTo>
                        <a:cubicBezTo>
                          <a:pt x="329" y="617"/>
                          <a:pt x="330" y="617"/>
                          <a:pt x="331" y="618"/>
                        </a:cubicBezTo>
                        <a:cubicBezTo>
                          <a:pt x="332" y="618"/>
                          <a:pt x="333" y="619"/>
                          <a:pt x="333" y="619"/>
                        </a:cubicBezTo>
                        <a:cubicBezTo>
                          <a:pt x="336" y="621"/>
                          <a:pt x="336" y="621"/>
                          <a:pt x="336" y="621"/>
                        </a:cubicBezTo>
                        <a:cubicBezTo>
                          <a:pt x="336" y="619"/>
                          <a:pt x="336" y="619"/>
                          <a:pt x="336" y="619"/>
                        </a:cubicBezTo>
                        <a:cubicBezTo>
                          <a:pt x="336" y="619"/>
                          <a:pt x="331" y="612"/>
                          <a:pt x="324" y="607"/>
                        </a:cubicBezTo>
                        <a:cubicBezTo>
                          <a:pt x="318" y="602"/>
                          <a:pt x="305" y="592"/>
                          <a:pt x="303" y="590"/>
                        </a:cubicBezTo>
                        <a:cubicBezTo>
                          <a:pt x="301" y="588"/>
                          <a:pt x="300" y="585"/>
                          <a:pt x="301" y="583"/>
                        </a:cubicBezTo>
                        <a:cubicBezTo>
                          <a:pt x="301" y="582"/>
                          <a:pt x="300" y="581"/>
                          <a:pt x="298" y="579"/>
                        </a:cubicBezTo>
                        <a:cubicBezTo>
                          <a:pt x="297" y="576"/>
                          <a:pt x="293" y="578"/>
                          <a:pt x="288" y="572"/>
                        </a:cubicBezTo>
                        <a:cubicBezTo>
                          <a:pt x="283" y="566"/>
                          <a:pt x="283" y="566"/>
                          <a:pt x="283" y="566"/>
                        </a:cubicBezTo>
                        <a:cubicBezTo>
                          <a:pt x="285" y="559"/>
                          <a:pt x="285" y="559"/>
                          <a:pt x="285" y="559"/>
                        </a:cubicBezTo>
                        <a:cubicBezTo>
                          <a:pt x="285" y="559"/>
                          <a:pt x="282" y="559"/>
                          <a:pt x="283" y="557"/>
                        </a:cubicBezTo>
                        <a:cubicBezTo>
                          <a:pt x="284" y="555"/>
                          <a:pt x="284" y="555"/>
                          <a:pt x="284" y="555"/>
                        </a:cubicBezTo>
                        <a:cubicBezTo>
                          <a:pt x="284" y="555"/>
                          <a:pt x="284" y="553"/>
                          <a:pt x="280" y="550"/>
                        </a:cubicBezTo>
                        <a:cubicBezTo>
                          <a:pt x="277" y="548"/>
                          <a:pt x="272" y="544"/>
                          <a:pt x="274" y="543"/>
                        </a:cubicBezTo>
                        <a:cubicBezTo>
                          <a:pt x="274" y="543"/>
                          <a:pt x="275" y="543"/>
                          <a:pt x="275" y="543"/>
                        </a:cubicBezTo>
                        <a:cubicBezTo>
                          <a:pt x="277" y="543"/>
                          <a:pt x="279" y="544"/>
                          <a:pt x="281" y="544"/>
                        </a:cubicBezTo>
                        <a:cubicBezTo>
                          <a:pt x="283" y="544"/>
                          <a:pt x="283" y="546"/>
                          <a:pt x="283" y="546"/>
                        </a:cubicBezTo>
                        <a:cubicBezTo>
                          <a:pt x="283" y="546"/>
                          <a:pt x="284" y="545"/>
                          <a:pt x="284" y="544"/>
                        </a:cubicBezTo>
                        <a:cubicBezTo>
                          <a:pt x="285" y="540"/>
                          <a:pt x="279" y="538"/>
                          <a:pt x="282" y="537"/>
                        </a:cubicBezTo>
                        <a:cubicBezTo>
                          <a:pt x="283" y="536"/>
                          <a:pt x="285" y="536"/>
                          <a:pt x="286" y="536"/>
                        </a:cubicBezTo>
                        <a:cubicBezTo>
                          <a:pt x="289" y="536"/>
                          <a:pt x="291" y="537"/>
                          <a:pt x="291" y="537"/>
                        </a:cubicBezTo>
                        <a:cubicBezTo>
                          <a:pt x="291" y="537"/>
                          <a:pt x="293" y="537"/>
                          <a:pt x="295" y="537"/>
                        </a:cubicBezTo>
                        <a:cubicBezTo>
                          <a:pt x="296" y="537"/>
                          <a:pt x="297" y="537"/>
                          <a:pt x="298" y="537"/>
                        </a:cubicBezTo>
                        <a:cubicBezTo>
                          <a:pt x="300" y="537"/>
                          <a:pt x="301" y="536"/>
                          <a:pt x="301" y="534"/>
                        </a:cubicBezTo>
                        <a:cubicBezTo>
                          <a:pt x="301" y="531"/>
                          <a:pt x="299" y="526"/>
                          <a:pt x="299" y="526"/>
                        </a:cubicBezTo>
                        <a:cubicBezTo>
                          <a:pt x="299" y="526"/>
                          <a:pt x="292" y="521"/>
                          <a:pt x="291" y="519"/>
                        </a:cubicBezTo>
                        <a:cubicBezTo>
                          <a:pt x="290" y="516"/>
                          <a:pt x="290" y="516"/>
                          <a:pt x="290" y="516"/>
                        </a:cubicBezTo>
                        <a:cubicBezTo>
                          <a:pt x="290" y="516"/>
                          <a:pt x="277" y="508"/>
                          <a:pt x="282" y="508"/>
                        </a:cubicBezTo>
                        <a:cubicBezTo>
                          <a:pt x="287" y="508"/>
                          <a:pt x="298" y="511"/>
                          <a:pt x="298" y="511"/>
                        </a:cubicBezTo>
                        <a:cubicBezTo>
                          <a:pt x="298" y="511"/>
                          <a:pt x="298" y="514"/>
                          <a:pt x="300" y="516"/>
                        </a:cubicBezTo>
                        <a:cubicBezTo>
                          <a:pt x="302" y="517"/>
                          <a:pt x="304" y="519"/>
                          <a:pt x="307" y="519"/>
                        </a:cubicBezTo>
                        <a:cubicBezTo>
                          <a:pt x="307" y="519"/>
                          <a:pt x="308" y="519"/>
                          <a:pt x="308" y="519"/>
                        </a:cubicBezTo>
                        <a:cubicBezTo>
                          <a:pt x="310" y="519"/>
                          <a:pt x="310" y="519"/>
                          <a:pt x="311" y="516"/>
                        </a:cubicBezTo>
                        <a:cubicBezTo>
                          <a:pt x="312" y="511"/>
                          <a:pt x="311" y="510"/>
                          <a:pt x="312" y="505"/>
                        </a:cubicBezTo>
                        <a:cubicBezTo>
                          <a:pt x="313" y="501"/>
                          <a:pt x="312" y="501"/>
                          <a:pt x="316" y="499"/>
                        </a:cubicBezTo>
                        <a:cubicBezTo>
                          <a:pt x="321" y="496"/>
                          <a:pt x="318" y="489"/>
                          <a:pt x="318" y="489"/>
                        </a:cubicBezTo>
                        <a:cubicBezTo>
                          <a:pt x="318" y="484"/>
                          <a:pt x="318" y="484"/>
                          <a:pt x="318" y="484"/>
                        </a:cubicBezTo>
                        <a:cubicBezTo>
                          <a:pt x="318" y="484"/>
                          <a:pt x="318" y="483"/>
                          <a:pt x="321" y="481"/>
                        </a:cubicBezTo>
                        <a:cubicBezTo>
                          <a:pt x="323" y="480"/>
                          <a:pt x="323" y="478"/>
                          <a:pt x="323" y="475"/>
                        </a:cubicBezTo>
                        <a:cubicBezTo>
                          <a:pt x="323" y="472"/>
                          <a:pt x="324" y="470"/>
                          <a:pt x="321" y="469"/>
                        </a:cubicBezTo>
                        <a:cubicBezTo>
                          <a:pt x="318" y="467"/>
                          <a:pt x="315" y="468"/>
                          <a:pt x="315" y="463"/>
                        </a:cubicBezTo>
                        <a:cubicBezTo>
                          <a:pt x="315" y="457"/>
                          <a:pt x="315" y="452"/>
                          <a:pt x="316" y="451"/>
                        </a:cubicBezTo>
                        <a:cubicBezTo>
                          <a:pt x="318" y="449"/>
                          <a:pt x="321" y="446"/>
                          <a:pt x="321" y="446"/>
                        </a:cubicBezTo>
                        <a:cubicBezTo>
                          <a:pt x="327" y="442"/>
                          <a:pt x="327" y="442"/>
                          <a:pt x="327" y="442"/>
                        </a:cubicBezTo>
                        <a:cubicBezTo>
                          <a:pt x="327" y="442"/>
                          <a:pt x="330" y="445"/>
                          <a:pt x="332" y="445"/>
                        </a:cubicBezTo>
                        <a:cubicBezTo>
                          <a:pt x="334" y="445"/>
                          <a:pt x="337" y="442"/>
                          <a:pt x="337" y="442"/>
                        </a:cubicBezTo>
                        <a:cubicBezTo>
                          <a:pt x="339" y="439"/>
                          <a:pt x="339" y="439"/>
                          <a:pt x="339" y="439"/>
                        </a:cubicBezTo>
                        <a:cubicBezTo>
                          <a:pt x="339" y="439"/>
                          <a:pt x="342" y="437"/>
                          <a:pt x="345" y="437"/>
                        </a:cubicBezTo>
                        <a:cubicBezTo>
                          <a:pt x="347" y="437"/>
                          <a:pt x="352" y="439"/>
                          <a:pt x="352" y="439"/>
                        </a:cubicBezTo>
                        <a:cubicBezTo>
                          <a:pt x="352" y="439"/>
                          <a:pt x="354" y="441"/>
                          <a:pt x="357" y="441"/>
                        </a:cubicBezTo>
                        <a:cubicBezTo>
                          <a:pt x="358" y="441"/>
                          <a:pt x="359" y="441"/>
                          <a:pt x="359" y="440"/>
                        </a:cubicBezTo>
                        <a:cubicBezTo>
                          <a:pt x="361" y="436"/>
                          <a:pt x="355" y="440"/>
                          <a:pt x="361" y="436"/>
                        </a:cubicBezTo>
                        <a:cubicBezTo>
                          <a:pt x="366" y="433"/>
                          <a:pt x="369" y="432"/>
                          <a:pt x="368" y="430"/>
                        </a:cubicBezTo>
                        <a:cubicBezTo>
                          <a:pt x="367" y="427"/>
                          <a:pt x="366" y="426"/>
                          <a:pt x="366" y="424"/>
                        </a:cubicBezTo>
                        <a:cubicBezTo>
                          <a:pt x="367" y="421"/>
                          <a:pt x="367" y="421"/>
                          <a:pt x="367" y="421"/>
                        </a:cubicBezTo>
                        <a:cubicBezTo>
                          <a:pt x="367" y="421"/>
                          <a:pt x="369" y="420"/>
                          <a:pt x="370" y="417"/>
                        </a:cubicBezTo>
                        <a:cubicBezTo>
                          <a:pt x="372" y="413"/>
                          <a:pt x="373" y="412"/>
                          <a:pt x="373" y="410"/>
                        </a:cubicBezTo>
                        <a:cubicBezTo>
                          <a:pt x="373" y="407"/>
                          <a:pt x="372" y="406"/>
                          <a:pt x="373" y="405"/>
                        </a:cubicBezTo>
                        <a:cubicBezTo>
                          <a:pt x="373" y="404"/>
                          <a:pt x="370" y="402"/>
                          <a:pt x="370" y="401"/>
                        </a:cubicBezTo>
                        <a:cubicBezTo>
                          <a:pt x="370" y="400"/>
                          <a:pt x="368" y="399"/>
                          <a:pt x="370" y="397"/>
                        </a:cubicBezTo>
                        <a:cubicBezTo>
                          <a:pt x="371" y="394"/>
                          <a:pt x="373" y="394"/>
                          <a:pt x="373" y="393"/>
                        </a:cubicBezTo>
                        <a:cubicBezTo>
                          <a:pt x="373" y="392"/>
                          <a:pt x="374" y="388"/>
                          <a:pt x="374" y="387"/>
                        </a:cubicBezTo>
                        <a:cubicBezTo>
                          <a:pt x="374" y="386"/>
                          <a:pt x="373" y="385"/>
                          <a:pt x="373" y="384"/>
                        </a:cubicBezTo>
                        <a:cubicBezTo>
                          <a:pt x="373" y="382"/>
                          <a:pt x="374" y="379"/>
                          <a:pt x="374" y="379"/>
                        </a:cubicBezTo>
                        <a:cubicBezTo>
                          <a:pt x="375" y="378"/>
                          <a:pt x="373" y="373"/>
                          <a:pt x="371" y="369"/>
                        </a:cubicBezTo>
                        <a:cubicBezTo>
                          <a:pt x="370" y="365"/>
                          <a:pt x="369" y="364"/>
                          <a:pt x="368" y="364"/>
                        </a:cubicBezTo>
                        <a:cubicBezTo>
                          <a:pt x="368" y="363"/>
                          <a:pt x="364" y="364"/>
                          <a:pt x="367" y="360"/>
                        </a:cubicBezTo>
                        <a:cubicBezTo>
                          <a:pt x="370" y="356"/>
                          <a:pt x="370" y="358"/>
                          <a:pt x="370" y="356"/>
                        </a:cubicBezTo>
                        <a:cubicBezTo>
                          <a:pt x="371" y="354"/>
                          <a:pt x="370" y="352"/>
                          <a:pt x="370" y="352"/>
                        </a:cubicBezTo>
                        <a:cubicBezTo>
                          <a:pt x="370" y="352"/>
                          <a:pt x="367" y="349"/>
                          <a:pt x="368" y="348"/>
                        </a:cubicBezTo>
                        <a:cubicBezTo>
                          <a:pt x="368" y="347"/>
                          <a:pt x="369" y="345"/>
                          <a:pt x="370" y="345"/>
                        </a:cubicBezTo>
                        <a:cubicBezTo>
                          <a:pt x="371" y="345"/>
                          <a:pt x="371" y="345"/>
                          <a:pt x="371" y="345"/>
                        </a:cubicBezTo>
                        <a:cubicBezTo>
                          <a:pt x="371" y="345"/>
                          <a:pt x="371" y="345"/>
                          <a:pt x="372" y="345"/>
                        </a:cubicBezTo>
                        <a:cubicBezTo>
                          <a:pt x="372" y="345"/>
                          <a:pt x="372" y="345"/>
                          <a:pt x="373" y="345"/>
                        </a:cubicBezTo>
                        <a:cubicBezTo>
                          <a:pt x="374" y="345"/>
                          <a:pt x="376" y="344"/>
                          <a:pt x="377" y="341"/>
                        </a:cubicBezTo>
                        <a:cubicBezTo>
                          <a:pt x="380" y="336"/>
                          <a:pt x="380" y="332"/>
                          <a:pt x="381" y="330"/>
                        </a:cubicBezTo>
                        <a:cubicBezTo>
                          <a:pt x="382" y="328"/>
                          <a:pt x="380" y="326"/>
                          <a:pt x="383" y="324"/>
                        </a:cubicBezTo>
                        <a:cubicBezTo>
                          <a:pt x="385" y="322"/>
                          <a:pt x="385" y="320"/>
                          <a:pt x="388" y="318"/>
                        </a:cubicBezTo>
                        <a:cubicBezTo>
                          <a:pt x="391" y="315"/>
                          <a:pt x="395" y="304"/>
                          <a:pt x="397" y="302"/>
                        </a:cubicBezTo>
                        <a:cubicBezTo>
                          <a:pt x="398" y="299"/>
                          <a:pt x="401" y="297"/>
                          <a:pt x="400" y="292"/>
                        </a:cubicBezTo>
                        <a:cubicBezTo>
                          <a:pt x="398" y="288"/>
                          <a:pt x="398" y="283"/>
                          <a:pt x="398" y="283"/>
                        </a:cubicBezTo>
                        <a:cubicBezTo>
                          <a:pt x="398" y="283"/>
                          <a:pt x="396" y="281"/>
                          <a:pt x="395" y="279"/>
                        </a:cubicBezTo>
                        <a:cubicBezTo>
                          <a:pt x="394" y="278"/>
                          <a:pt x="392" y="279"/>
                          <a:pt x="393" y="275"/>
                        </a:cubicBezTo>
                        <a:cubicBezTo>
                          <a:pt x="393" y="270"/>
                          <a:pt x="392" y="269"/>
                          <a:pt x="390" y="267"/>
                        </a:cubicBezTo>
                        <a:cubicBezTo>
                          <a:pt x="387" y="264"/>
                          <a:pt x="388" y="263"/>
                          <a:pt x="386" y="262"/>
                        </a:cubicBezTo>
                        <a:cubicBezTo>
                          <a:pt x="384" y="261"/>
                          <a:pt x="380" y="261"/>
                          <a:pt x="379" y="261"/>
                        </a:cubicBezTo>
                        <a:cubicBezTo>
                          <a:pt x="378" y="261"/>
                          <a:pt x="378" y="261"/>
                          <a:pt x="377" y="261"/>
                        </a:cubicBezTo>
                        <a:cubicBezTo>
                          <a:pt x="375" y="261"/>
                          <a:pt x="374" y="261"/>
                          <a:pt x="373" y="259"/>
                        </a:cubicBezTo>
                        <a:cubicBezTo>
                          <a:pt x="370" y="255"/>
                          <a:pt x="364" y="251"/>
                          <a:pt x="364" y="251"/>
                        </a:cubicBezTo>
                        <a:cubicBezTo>
                          <a:pt x="364" y="251"/>
                          <a:pt x="348" y="236"/>
                          <a:pt x="346" y="235"/>
                        </a:cubicBezTo>
                        <a:cubicBezTo>
                          <a:pt x="345" y="234"/>
                          <a:pt x="341" y="233"/>
                          <a:pt x="338" y="233"/>
                        </a:cubicBezTo>
                        <a:cubicBezTo>
                          <a:pt x="337" y="233"/>
                          <a:pt x="337" y="233"/>
                          <a:pt x="336" y="233"/>
                        </a:cubicBezTo>
                        <a:cubicBezTo>
                          <a:pt x="333" y="233"/>
                          <a:pt x="332" y="234"/>
                          <a:pt x="330" y="234"/>
                        </a:cubicBezTo>
                        <a:cubicBezTo>
                          <a:pt x="329" y="234"/>
                          <a:pt x="329" y="234"/>
                          <a:pt x="328" y="233"/>
                        </a:cubicBezTo>
                        <a:cubicBezTo>
                          <a:pt x="326" y="232"/>
                          <a:pt x="317" y="228"/>
                          <a:pt x="317" y="228"/>
                        </a:cubicBezTo>
                        <a:cubicBezTo>
                          <a:pt x="317" y="228"/>
                          <a:pt x="312" y="228"/>
                          <a:pt x="311" y="228"/>
                        </a:cubicBezTo>
                        <a:cubicBezTo>
                          <a:pt x="311" y="229"/>
                          <a:pt x="309" y="230"/>
                          <a:pt x="307" y="230"/>
                        </a:cubicBezTo>
                        <a:cubicBezTo>
                          <a:pt x="306" y="230"/>
                          <a:pt x="306" y="230"/>
                          <a:pt x="306" y="229"/>
                        </a:cubicBezTo>
                        <a:cubicBezTo>
                          <a:pt x="304" y="228"/>
                          <a:pt x="303" y="226"/>
                          <a:pt x="303" y="225"/>
                        </a:cubicBezTo>
                        <a:cubicBezTo>
                          <a:pt x="303" y="224"/>
                          <a:pt x="300" y="218"/>
                          <a:pt x="300" y="218"/>
                        </a:cubicBezTo>
                        <a:cubicBezTo>
                          <a:pt x="300" y="218"/>
                          <a:pt x="299" y="215"/>
                          <a:pt x="297" y="215"/>
                        </a:cubicBezTo>
                        <a:cubicBezTo>
                          <a:pt x="296" y="215"/>
                          <a:pt x="291" y="214"/>
                          <a:pt x="291" y="214"/>
                        </a:cubicBezTo>
                        <a:cubicBezTo>
                          <a:pt x="286" y="210"/>
                          <a:pt x="286" y="210"/>
                          <a:pt x="286" y="210"/>
                        </a:cubicBezTo>
                        <a:cubicBezTo>
                          <a:pt x="286" y="210"/>
                          <a:pt x="281" y="206"/>
                          <a:pt x="279" y="206"/>
                        </a:cubicBezTo>
                        <a:cubicBezTo>
                          <a:pt x="278" y="205"/>
                          <a:pt x="276" y="205"/>
                          <a:pt x="275" y="205"/>
                        </a:cubicBezTo>
                        <a:cubicBezTo>
                          <a:pt x="275" y="205"/>
                          <a:pt x="275" y="205"/>
                          <a:pt x="275" y="205"/>
                        </a:cubicBezTo>
                        <a:cubicBezTo>
                          <a:pt x="274" y="206"/>
                          <a:pt x="274" y="207"/>
                          <a:pt x="273" y="207"/>
                        </a:cubicBezTo>
                        <a:cubicBezTo>
                          <a:pt x="272" y="207"/>
                          <a:pt x="271" y="207"/>
                          <a:pt x="271" y="207"/>
                        </a:cubicBezTo>
                        <a:cubicBezTo>
                          <a:pt x="270" y="207"/>
                          <a:pt x="270" y="207"/>
                          <a:pt x="270" y="206"/>
                        </a:cubicBezTo>
                        <a:cubicBezTo>
                          <a:pt x="269" y="205"/>
                          <a:pt x="268" y="202"/>
                          <a:pt x="268" y="202"/>
                        </a:cubicBezTo>
                        <a:cubicBezTo>
                          <a:pt x="268" y="202"/>
                          <a:pt x="270" y="200"/>
                          <a:pt x="267" y="199"/>
                        </a:cubicBezTo>
                        <a:cubicBezTo>
                          <a:pt x="265" y="199"/>
                          <a:pt x="262" y="199"/>
                          <a:pt x="262" y="199"/>
                        </a:cubicBezTo>
                        <a:cubicBezTo>
                          <a:pt x="262" y="199"/>
                          <a:pt x="259" y="196"/>
                          <a:pt x="258" y="195"/>
                        </a:cubicBezTo>
                        <a:cubicBezTo>
                          <a:pt x="257" y="194"/>
                          <a:pt x="254" y="189"/>
                          <a:pt x="255" y="187"/>
                        </a:cubicBezTo>
                        <a:cubicBezTo>
                          <a:pt x="256" y="186"/>
                          <a:pt x="256" y="186"/>
                          <a:pt x="256" y="186"/>
                        </a:cubicBezTo>
                        <a:cubicBezTo>
                          <a:pt x="256" y="186"/>
                          <a:pt x="256" y="186"/>
                          <a:pt x="256" y="186"/>
                        </a:cubicBezTo>
                        <a:cubicBezTo>
                          <a:pt x="256" y="186"/>
                          <a:pt x="256" y="186"/>
                          <a:pt x="256" y="186"/>
                        </a:cubicBezTo>
                        <a:cubicBezTo>
                          <a:pt x="256" y="186"/>
                          <a:pt x="256" y="186"/>
                          <a:pt x="256" y="184"/>
                        </a:cubicBezTo>
                        <a:cubicBezTo>
                          <a:pt x="258" y="182"/>
                          <a:pt x="258" y="180"/>
                          <a:pt x="257" y="179"/>
                        </a:cubicBezTo>
                        <a:cubicBezTo>
                          <a:pt x="257" y="178"/>
                          <a:pt x="251" y="171"/>
                          <a:pt x="249" y="168"/>
                        </a:cubicBezTo>
                        <a:cubicBezTo>
                          <a:pt x="248" y="165"/>
                          <a:pt x="247" y="160"/>
                          <a:pt x="247" y="159"/>
                        </a:cubicBezTo>
                        <a:cubicBezTo>
                          <a:pt x="247" y="157"/>
                          <a:pt x="250" y="157"/>
                          <a:pt x="246" y="153"/>
                        </a:cubicBezTo>
                        <a:cubicBezTo>
                          <a:pt x="242" y="150"/>
                          <a:pt x="231" y="135"/>
                          <a:pt x="228" y="134"/>
                        </a:cubicBezTo>
                        <a:cubicBezTo>
                          <a:pt x="226" y="132"/>
                          <a:pt x="222" y="130"/>
                          <a:pt x="221" y="130"/>
                        </a:cubicBezTo>
                        <a:cubicBezTo>
                          <a:pt x="219" y="130"/>
                          <a:pt x="216" y="127"/>
                          <a:pt x="215" y="127"/>
                        </a:cubicBezTo>
                        <a:cubicBezTo>
                          <a:pt x="214" y="127"/>
                          <a:pt x="212" y="126"/>
                          <a:pt x="211" y="126"/>
                        </a:cubicBezTo>
                        <a:cubicBezTo>
                          <a:pt x="211" y="126"/>
                          <a:pt x="210" y="126"/>
                          <a:pt x="210" y="126"/>
                        </a:cubicBezTo>
                        <a:cubicBezTo>
                          <a:pt x="210" y="126"/>
                          <a:pt x="210" y="127"/>
                          <a:pt x="210" y="127"/>
                        </a:cubicBezTo>
                        <a:cubicBezTo>
                          <a:pt x="210" y="127"/>
                          <a:pt x="209" y="126"/>
                          <a:pt x="209" y="126"/>
                        </a:cubicBezTo>
                        <a:cubicBezTo>
                          <a:pt x="209" y="126"/>
                          <a:pt x="209" y="126"/>
                          <a:pt x="208" y="126"/>
                        </a:cubicBezTo>
                        <a:cubicBezTo>
                          <a:pt x="208" y="126"/>
                          <a:pt x="207" y="127"/>
                          <a:pt x="207" y="127"/>
                        </a:cubicBezTo>
                        <a:cubicBezTo>
                          <a:pt x="206" y="129"/>
                          <a:pt x="208" y="129"/>
                          <a:pt x="206" y="129"/>
                        </a:cubicBezTo>
                        <a:cubicBezTo>
                          <a:pt x="206" y="129"/>
                          <a:pt x="205" y="129"/>
                          <a:pt x="205" y="129"/>
                        </a:cubicBezTo>
                        <a:cubicBezTo>
                          <a:pt x="202" y="129"/>
                          <a:pt x="198" y="127"/>
                          <a:pt x="198" y="127"/>
                        </a:cubicBezTo>
                        <a:cubicBezTo>
                          <a:pt x="198" y="127"/>
                          <a:pt x="196" y="123"/>
                          <a:pt x="195" y="122"/>
                        </a:cubicBezTo>
                        <a:cubicBezTo>
                          <a:pt x="194" y="121"/>
                          <a:pt x="191" y="117"/>
                          <a:pt x="191" y="117"/>
                        </a:cubicBezTo>
                        <a:cubicBezTo>
                          <a:pt x="189" y="115"/>
                          <a:pt x="189" y="115"/>
                          <a:pt x="189" y="115"/>
                        </a:cubicBezTo>
                        <a:cubicBezTo>
                          <a:pt x="189" y="115"/>
                          <a:pt x="185" y="108"/>
                          <a:pt x="183" y="105"/>
                        </a:cubicBezTo>
                        <a:cubicBezTo>
                          <a:pt x="181" y="102"/>
                          <a:pt x="181" y="101"/>
                          <a:pt x="178" y="99"/>
                        </a:cubicBezTo>
                        <a:cubicBezTo>
                          <a:pt x="176" y="98"/>
                          <a:pt x="174" y="98"/>
                          <a:pt x="173" y="98"/>
                        </a:cubicBezTo>
                        <a:cubicBezTo>
                          <a:pt x="172" y="97"/>
                          <a:pt x="169" y="97"/>
                          <a:pt x="170" y="95"/>
                        </a:cubicBezTo>
                        <a:cubicBezTo>
                          <a:pt x="171" y="93"/>
                          <a:pt x="172" y="94"/>
                          <a:pt x="172" y="92"/>
                        </a:cubicBezTo>
                        <a:cubicBezTo>
                          <a:pt x="171" y="90"/>
                          <a:pt x="170" y="88"/>
                          <a:pt x="169" y="87"/>
                        </a:cubicBezTo>
                        <a:cubicBezTo>
                          <a:pt x="168" y="86"/>
                          <a:pt x="165" y="86"/>
                          <a:pt x="166" y="84"/>
                        </a:cubicBezTo>
                        <a:cubicBezTo>
                          <a:pt x="168" y="82"/>
                          <a:pt x="168" y="81"/>
                          <a:pt x="168" y="80"/>
                        </a:cubicBezTo>
                        <a:cubicBezTo>
                          <a:pt x="168" y="78"/>
                          <a:pt x="167" y="76"/>
                          <a:pt x="167" y="76"/>
                        </a:cubicBezTo>
                        <a:cubicBezTo>
                          <a:pt x="167" y="76"/>
                          <a:pt x="163" y="73"/>
                          <a:pt x="162" y="73"/>
                        </a:cubicBezTo>
                        <a:cubicBezTo>
                          <a:pt x="162" y="73"/>
                          <a:pt x="162" y="73"/>
                          <a:pt x="162" y="74"/>
                        </a:cubicBezTo>
                        <a:cubicBezTo>
                          <a:pt x="162" y="74"/>
                          <a:pt x="161" y="77"/>
                          <a:pt x="161" y="77"/>
                        </a:cubicBezTo>
                        <a:cubicBezTo>
                          <a:pt x="157" y="77"/>
                          <a:pt x="157" y="77"/>
                          <a:pt x="157" y="77"/>
                        </a:cubicBezTo>
                        <a:cubicBezTo>
                          <a:pt x="157" y="77"/>
                          <a:pt x="156" y="75"/>
                          <a:pt x="155" y="75"/>
                        </a:cubicBezTo>
                        <a:cubicBezTo>
                          <a:pt x="154" y="75"/>
                          <a:pt x="153" y="75"/>
                          <a:pt x="153" y="75"/>
                        </a:cubicBezTo>
                        <a:cubicBezTo>
                          <a:pt x="152" y="75"/>
                          <a:pt x="152" y="75"/>
                          <a:pt x="152" y="75"/>
                        </a:cubicBezTo>
                        <a:cubicBezTo>
                          <a:pt x="151" y="74"/>
                          <a:pt x="152" y="71"/>
                          <a:pt x="150" y="71"/>
                        </a:cubicBezTo>
                        <a:cubicBezTo>
                          <a:pt x="149" y="71"/>
                          <a:pt x="149" y="71"/>
                          <a:pt x="149" y="71"/>
                        </a:cubicBezTo>
                        <a:cubicBezTo>
                          <a:pt x="149" y="71"/>
                          <a:pt x="148" y="71"/>
                          <a:pt x="148" y="71"/>
                        </a:cubicBezTo>
                        <a:cubicBezTo>
                          <a:pt x="147" y="72"/>
                          <a:pt x="146" y="74"/>
                          <a:pt x="146" y="76"/>
                        </a:cubicBezTo>
                        <a:cubicBezTo>
                          <a:pt x="147" y="77"/>
                          <a:pt x="147" y="78"/>
                          <a:pt x="146" y="79"/>
                        </a:cubicBezTo>
                        <a:cubicBezTo>
                          <a:pt x="145" y="79"/>
                          <a:pt x="142" y="80"/>
                          <a:pt x="141" y="80"/>
                        </a:cubicBezTo>
                        <a:cubicBezTo>
                          <a:pt x="140" y="80"/>
                          <a:pt x="136" y="78"/>
                          <a:pt x="136" y="78"/>
                        </a:cubicBezTo>
                        <a:cubicBezTo>
                          <a:pt x="136" y="78"/>
                          <a:pt x="136" y="75"/>
                          <a:pt x="133" y="75"/>
                        </a:cubicBezTo>
                        <a:cubicBezTo>
                          <a:pt x="130" y="75"/>
                          <a:pt x="123" y="74"/>
                          <a:pt x="123" y="74"/>
                        </a:cubicBezTo>
                        <a:cubicBezTo>
                          <a:pt x="123" y="74"/>
                          <a:pt x="121" y="71"/>
                          <a:pt x="121" y="70"/>
                        </a:cubicBezTo>
                        <a:cubicBezTo>
                          <a:pt x="120" y="69"/>
                          <a:pt x="120" y="68"/>
                          <a:pt x="118" y="67"/>
                        </a:cubicBezTo>
                        <a:cubicBezTo>
                          <a:pt x="117" y="67"/>
                          <a:pt x="117" y="67"/>
                          <a:pt x="117" y="67"/>
                        </a:cubicBezTo>
                        <a:cubicBezTo>
                          <a:pt x="117" y="67"/>
                          <a:pt x="117" y="67"/>
                          <a:pt x="116" y="67"/>
                        </a:cubicBezTo>
                        <a:cubicBezTo>
                          <a:pt x="116" y="67"/>
                          <a:pt x="116" y="67"/>
                          <a:pt x="116" y="67"/>
                        </a:cubicBezTo>
                        <a:cubicBezTo>
                          <a:pt x="116" y="67"/>
                          <a:pt x="116" y="67"/>
                          <a:pt x="116" y="66"/>
                        </a:cubicBezTo>
                        <a:cubicBezTo>
                          <a:pt x="114" y="64"/>
                          <a:pt x="113" y="61"/>
                          <a:pt x="113" y="61"/>
                        </a:cubicBezTo>
                        <a:cubicBezTo>
                          <a:pt x="113" y="61"/>
                          <a:pt x="114" y="58"/>
                          <a:pt x="112" y="58"/>
                        </a:cubicBezTo>
                        <a:cubicBezTo>
                          <a:pt x="111" y="58"/>
                          <a:pt x="110" y="58"/>
                          <a:pt x="110" y="58"/>
                        </a:cubicBezTo>
                        <a:cubicBezTo>
                          <a:pt x="109" y="58"/>
                          <a:pt x="109" y="58"/>
                          <a:pt x="109" y="59"/>
                        </a:cubicBezTo>
                        <a:cubicBezTo>
                          <a:pt x="109" y="62"/>
                          <a:pt x="110" y="60"/>
                          <a:pt x="109" y="62"/>
                        </a:cubicBezTo>
                        <a:cubicBezTo>
                          <a:pt x="109" y="65"/>
                          <a:pt x="108" y="65"/>
                          <a:pt x="107" y="66"/>
                        </a:cubicBezTo>
                        <a:cubicBezTo>
                          <a:pt x="106" y="67"/>
                          <a:pt x="104" y="68"/>
                          <a:pt x="104" y="68"/>
                        </a:cubicBezTo>
                        <a:cubicBezTo>
                          <a:pt x="104" y="68"/>
                          <a:pt x="104" y="68"/>
                          <a:pt x="103" y="68"/>
                        </a:cubicBezTo>
                        <a:cubicBezTo>
                          <a:pt x="102" y="68"/>
                          <a:pt x="101" y="67"/>
                          <a:pt x="102" y="67"/>
                        </a:cubicBezTo>
                        <a:cubicBezTo>
                          <a:pt x="102" y="65"/>
                          <a:pt x="103" y="63"/>
                          <a:pt x="103" y="63"/>
                        </a:cubicBezTo>
                        <a:cubicBezTo>
                          <a:pt x="103" y="63"/>
                          <a:pt x="104" y="62"/>
                          <a:pt x="105" y="61"/>
                        </a:cubicBezTo>
                        <a:cubicBezTo>
                          <a:pt x="105" y="60"/>
                          <a:pt x="105" y="57"/>
                          <a:pt x="105" y="57"/>
                        </a:cubicBezTo>
                        <a:cubicBezTo>
                          <a:pt x="102" y="54"/>
                          <a:pt x="102" y="54"/>
                          <a:pt x="102" y="54"/>
                        </a:cubicBezTo>
                        <a:cubicBezTo>
                          <a:pt x="102" y="54"/>
                          <a:pt x="101" y="54"/>
                          <a:pt x="100" y="54"/>
                        </a:cubicBezTo>
                        <a:cubicBezTo>
                          <a:pt x="99" y="54"/>
                          <a:pt x="98" y="54"/>
                          <a:pt x="97" y="56"/>
                        </a:cubicBezTo>
                        <a:cubicBezTo>
                          <a:pt x="97" y="60"/>
                          <a:pt x="96" y="60"/>
                          <a:pt x="95" y="62"/>
                        </a:cubicBezTo>
                        <a:cubicBezTo>
                          <a:pt x="95" y="63"/>
                          <a:pt x="93" y="63"/>
                          <a:pt x="92" y="64"/>
                        </a:cubicBezTo>
                        <a:cubicBezTo>
                          <a:pt x="91" y="65"/>
                          <a:pt x="86" y="64"/>
                          <a:pt x="86" y="65"/>
                        </a:cubicBezTo>
                        <a:cubicBezTo>
                          <a:pt x="85" y="66"/>
                          <a:pt x="83" y="68"/>
                          <a:pt x="82" y="69"/>
                        </a:cubicBezTo>
                        <a:cubicBezTo>
                          <a:pt x="82" y="70"/>
                          <a:pt x="80" y="70"/>
                          <a:pt x="80" y="71"/>
                        </a:cubicBezTo>
                        <a:cubicBezTo>
                          <a:pt x="79" y="73"/>
                          <a:pt x="80" y="76"/>
                          <a:pt x="81" y="78"/>
                        </a:cubicBezTo>
                        <a:cubicBezTo>
                          <a:pt x="81" y="80"/>
                          <a:pt x="81" y="80"/>
                          <a:pt x="80" y="83"/>
                        </a:cubicBezTo>
                        <a:cubicBezTo>
                          <a:pt x="78" y="86"/>
                          <a:pt x="78" y="87"/>
                          <a:pt x="77" y="87"/>
                        </a:cubicBezTo>
                        <a:cubicBezTo>
                          <a:pt x="76" y="87"/>
                          <a:pt x="75" y="88"/>
                          <a:pt x="75" y="88"/>
                        </a:cubicBezTo>
                        <a:cubicBezTo>
                          <a:pt x="74" y="88"/>
                          <a:pt x="73" y="88"/>
                          <a:pt x="73" y="86"/>
                        </a:cubicBezTo>
                        <a:cubicBezTo>
                          <a:pt x="73" y="84"/>
                          <a:pt x="72" y="80"/>
                          <a:pt x="69" y="80"/>
                        </a:cubicBezTo>
                        <a:cubicBezTo>
                          <a:pt x="67" y="79"/>
                          <a:pt x="65" y="78"/>
                          <a:pt x="65" y="78"/>
                        </a:cubicBezTo>
                        <a:cubicBezTo>
                          <a:pt x="65" y="78"/>
                          <a:pt x="59" y="78"/>
                          <a:pt x="59" y="80"/>
                        </a:cubicBezTo>
                        <a:cubicBezTo>
                          <a:pt x="58" y="82"/>
                          <a:pt x="56" y="81"/>
                          <a:pt x="56" y="83"/>
                        </a:cubicBezTo>
                        <a:cubicBezTo>
                          <a:pt x="56" y="84"/>
                          <a:pt x="56" y="85"/>
                          <a:pt x="55" y="85"/>
                        </a:cubicBezTo>
                        <a:cubicBezTo>
                          <a:pt x="54" y="85"/>
                          <a:pt x="54" y="85"/>
                          <a:pt x="53" y="84"/>
                        </a:cubicBezTo>
                        <a:cubicBezTo>
                          <a:pt x="52" y="81"/>
                          <a:pt x="49" y="83"/>
                          <a:pt x="49" y="77"/>
                        </a:cubicBezTo>
                        <a:cubicBezTo>
                          <a:pt x="49" y="71"/>
                          <a:pt x="46" y="68"/>
                          <a:pt x="47" y="67"/>
                        </a:cubicBezTo>
                        <a:cubicBezTo>
                          <a:pt x="47" y="65"/>
                          <a:pt x="44" y="58"/>
                          <a:pt x="46" y="53"/>
                        </a:cubicBezTo>
                        <a:cubicBezTo>
                          <a:pt x="47" y="47"/>
                          <a:pt x="46" y="43"/>
                          <a:pt x="48" y="39"/>
                        </a:cubicBezTo>
                        <a:cubicBezTo>
                          <a:pt x="49" y="35"/>
                          <a:pt x="50" y="27"/>
                          <a:pt x="47" y="24"/>
                        </a:cubicBezTo>
                        <a:cubicBezTo>
                          <a:pt x="45" y="20"/>
                          <a:pt x="47" y="22"/>
                          <a:pt x="44" y="19"/>
                        </a:cubicBezTo>
                        <a:cubicBezTo>
                          <a:pt x="41" y="16"/>
                          <a:pt x="39" y="15"/>
                          <a:pt x="38" y="15"/>
                        </a:cubicBezTo>
                        <a:cubicBezTo>
                          <a:pt x="38" y="15"/>
                          <a:pt x="34" y="16"/>
                          <a:pt x="34" y="16"/>
                        </a:cubicBezTo>
                        <a:cubicBezTo>
                          <a:pt x="34" y="16"/>
                          <a:pt x="32" y="17"/>
                          <a:pt x="31" y="17"/>
                        </a:cubicBezTo>
                        <a:cubicBezTo>
                          <a:pt x="31" y="17"/>
                          <a:pt x="31" y="17"/>
                          <a:pt x="30" y="16"/>
                        </a:cubicBezTo>
                        <a:cubicBezTo>
                          <a:pt x="29" y="16"/>
                          <a:pt x="26" y="15"/>
                          <a:pt x="27" y="14"/>
                        </a:cubicBezTo>
                        <a:cubicBezTo>
                          <a:pt x="27" y="13"/>
                          <a:pt x="29" y="6"/>
                          <a:pt x="29" y="6"/>
                        </a:cubicBezTo>
                        <a:cubicBezTo>
                          <a:pt x="29" y="6"/>
                          <a:pt x="29" y="5"/>
                          <a:pt x="29" y="5"/>
                        </a:cubicBezTo>
                        <a:cubicBezTo>
                          <a:pt x="19" y="3"/>
                          <a:pt x="9" y="2"/>
                          <a:pt x="0" y="0"/>
                        </a:cubicBezTo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6" name="îšľîḍé" descr="7749dac7-e0c0-458a-9633-fb0b5a7fb3df">
                    <a:extLst>
                      <a:ext uri="{FF2B5EF4-FFF2-40B4-BE49-F238E27FC236}">
                        <a16:creationId xmlns:a16="http://schemas.microsoft.com/office/drawing/2014/main" id="{93384741-E5EA-CBA9-73A4-F4934DD06F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767" y="3059"/>
                    <a:ext cx="153" cy="278"/>
                  </a:xfrm>
                  <a:custGeom>
                    <a:avLst/>
                    <a:gdLst>
                      <a:gd name="T0" fmla="*/ 68 w 74"/>
                      <a:gd name="T1" fmla="*/ 0 h 134"/>
                      <a:gd name="T2" fmla="*/ 67 w 74"/>
                      <a:gd name="T3" fmla="*/ 0 h 134"/>
                      <a:gd name="T4" fmla="*/ 63 w 74"/>
                      <a:gd name="T5" fmla="*/ 4 h 134"/>
                      <a:gd name="T6" fmla="*/ 63 w 74"/>
                      <a:gd name="T7" fmla="*/ 9 h 134"/>
                      <a:gd name="T8" fmla="*/ 61 w 74"/>
                      <a:gd name="T9" fmla="*/ 14 h 134"/>
                      <a:gd name="T10" fmla="*/ 54 w 74"/>
                      <a:gd name="T11" fmla="*/ 17 h 134"/>
                      <a:gd name="T12" fmla="*/ 52 w 74"/>
                      <a:gd name="T13" fmla="*/ 27 h 134"/>
                      <a:gd name="T14" fmla="*/ 50 w 74"/>
                      <a:gd name="T15" fmla="*/ 31 h 134"/>
                      <a:gd name="T16" fmla="*/ 41 w 74"/>
                      <a:gd name="T17" fmla="*/ 39 h 134"/>
                      <a:gd name="T18" fmla="*/ 32 w 74"/>
                      <a:gd name="T19" fmla="*/ 44 h 134"/>
                      <a:gd name="T20" fmla="*/ 24 w 74"/>
                      <a:gd name="T21" fmla="*/ 49 h 134"/>
                      <a:gd name="T22" fmla="*/ 19 w 74"/>
                      <a:gd name="T23" fmla="*/ 55 h 134"/>
                      <a:gd name="T24" fmla="*/ 19 w 74"/>
                      <a:gd name="T25" fmla="*/ 60 h 134"/>
                      <a:gd name="T26" fmla="*/ 18 w 74"/>
                      <a:gd name="T27" fmla="*/ 61 h 134"/>
                      <a:gd name="T28" fmla="*/ 17 w 74"/>
                      <a:gd name="T29" fmla="*/ 61 h 134"/>
                      <a:gd name="T30" fmla="*/ 17 w 74"/>
                      <a:gd name="T31" fmla="*/ 61 h 134"/>
                      <a:gd name="T32" fmla="*/ 17 w 74"/>
                      <a:gd name="T33" fmla="*/ 62 h 134"/>
                      <a:gd name="T34" fmla="*/ 15 w 74"/>
                      <a:gd name="T35" fmla="*/ 73 h 134"/>
                      <a:gd name="T36" fmla="*/ 14 w 74"/>
                      <a:gd name="T37" fmla="*/ 88 h 134"/>
                      <a:gd name="T38" fmla="*/ 10 w 74"/>
                      <a:gd name="T39" fmla="*/ 94 h 134"/>
                      <a:gd name="T40" fmla="*/ 6 w 74"/>
                      <a:gd name="T41" fmla="*/ 98 h 134"/>
                      <a:gd name="T42" fmla="*/ 2 w 74"/>
                      <a:gd name="T43" fmla="*/ 105 h 134"/>
                      <a:gd name="T44" fmla="*/ 2 w 74"/>
                      <a:gd name="T45" fmla="*/ 111 h 134"/>
                      <a:gd name="T46" fmla="*/ 2 w 74"/>
                      <a:gd name="T47" fmla="*/ 116 h 134"/>
                      <a:gd name="T48" fmla="*/ 2 w 74"/>
                      <a:gd name="T49" fmla="*/ 126 h 134"/>
                      <a:gd name="T50" fmla="*/ 1 w 74"/>
                      <a:gd name="T51" fmla="*/ 127 h 134"/>
                      <a:gd name="T52" fmla="*/ 1 w 74"/>
                      <a:gd name="T53" fmla="*/ 127 h 134"/>
                      <a:gd name="T54" fmla="*/ 1 w 74"/>
                      <a:gd name="T55" fmla="*/ 127 h 134"/>
                      <a:gd name="T56" fmla="*/ 1 w 74"/>
                      <a:gd name="T57" fmla="*/ 129 h 134"/>
                      <a:gd name="T58" fmla="*/ 3 w 74"/>
                      <a:gd name="T59" fmla="*/ 133 h 134"/>
                      <a:gd name="T60" fmla="*/ 8 w 74"/>
                      <a:gd name="T61" fmla="*/ 134 h 134"/>
                      <a:gd name="T62" fmla="*/ 11 w 74"/>
                      <a:gd name="T63" fmla="*/ 134 h 134"/>
                      <a:gd name="T64" fmla="*/ 15 w 74"/>
                      <a:gd name="T65" fmla="*/ 130 h 134"/>
                      <a:gd name="T66" fmla="*/ 16 w 74"/>
                      <a:gd name="T67" fmla="*/ 128 h 134"/>
                      <a:gd name="T68" fmla="*/ 26 w 74"/>
                      <a:gd name="T69" fmla="*/ 123 h 134"/>
                      <a:gd name="T70" fmla="*/ 47 w 74"/>
                      <a:gd name="T71" fmla="*/ 84 h 134"/>
                      <a:gd name="T72" fmla="*/ 58 w 74"/>
                      <a:gd name="T73" fmla="*/ 57 h 134"/>
                      <a:gd name="T74" fmla="*/ 62 w 74"/>
                      <a:gd name="T75" fmla="*/ 49 h 134"/>
                      <a:gd name="T76" fmla="*/ 66 w 74"/>
                      <a:gd name="T77" fmla="*/ 44 h 134"/>
                      <a:gd name="T78" fmla="*/ 67 w 74"/>
                      <a:gd name="T79" fmla="*/ 39 h 134"/>
                      <a:gd name="T80" fmla="*/ 70 w 74"/>
                      <a:gd name="T81" fmla="*/ 37 h 134"/>
                      <a:gd name="T82" fmla="*/ 73 w 74"/>
                      <a:gd name="T83" fmla="*/ 32 h 134"/>
                      <a:gd name="T84" fmla="*/ 73 w 74"/>
                      <a:gd name="T85" fmla="*/ 26 h 134"/>
                      <a:gd name="T86" fmla="*/ 72 w 74"/>
                      <a:gd name="T87" fmla="*/ 20 h 134"/>
                      <a:gd name="T88" fmla="*/ 73 w 74"/>
                      <a:gd name="T89" fmla="*/ 14 h 134"/>
                      <a:gd name="T90" fmla="*/ 73 w 74"/>
                      <a:gd name="T91" fmla="*/ 10 h 134"/>
                      <a:gd name="T92" fmla="*/ 69 w 74"/>
                      <a:gd name="T93" fmla="*/ 5 h 134"/>
                      <a:gd name="T94" fmla="*/ 69 w 74"/>
                      <a:gd name="T95" fmla="*/ 2 h 134"/>
                      <a:gd name="T96" fmla="*/ 68 w 74"/>
                      <a:gd name="T97" fmla="*/ 0 h 1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</a:cxnLst>
                    <a:rect l="0" t="0" r="r" b="b"/>
                    <a:pathLst>
                      <a:path w="74" h="134">
                        <a:moveTo>
                          <a:pt x="68" y="0"/>
                        </a:move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65" y="1"/>
                          <a:pt x="63" y="2"/>
                          <a:pt x="63" y="4"/>
                        </a:cubicBezTo>
                        <a:cubicBezTo>
                          <a:pt x="63" y="6"/>
                          <a:pt x="63" y="7"/>
                          <a:pt x="63" y="9"/>
                        </a:cubicBezTo>
                        <a:cubicBezTo>
                          <a:pt x="63" y="11"/>
                          <a:pt x="63" y="12"/>
                          <a:pt x="61" y="14"/>
                        </a:cubicBezTo>
                        <a:cubicBezTo>
                          <a:pt x="58" y="15"/>
                          <a:pt x="55" y="15"/>
                          <a:pt x="54" y="17"/>
                        </a:cubicBezTo>
                        <a:cubicBezTo>
                          <a:pt x="53" y="20"/>
                          <a:pt x="52" y="25"/>
                          <a:pt x="52" y="27"/>
                        </a:cubicBezTo>
                        <a:cubicBezTo>
                          <a:pt x="51" y="29"/>
                          <a:pt x="54" y="26"/>
                          <a:pt x="50" y="31"/>
                        </a:cubicBezTo>
                        <a:cubicBezTo>
                          <a:pt x="45" y="35"/>
                          <a:pt x="47" y="35"/>
                          <a:pt x="41" y="39"/>
                        </a:cubicBezTo>
                        <a:cubicBezTo>
                          <a:pt x="36" y="43"/>
                          <a:pt x="36" y="41"/>
                          <a:pt x="32" y="44"/>
                        </a:cubicBezTo>
                        <a:cubicBezTo>
                          <a:pt x="28" y="47"/>
                          <a:pt x="28" y="45"/>
                          <a:pt x="24" y="49"/>
                        </a:cubicBezTo>
                        <a:cubicBezTo>
                          <a:pt x="20" y="52"/>
                          <a:pt x="18" y="53"/>
                          <a:pt x="19" y="55"/>
                        </a:cubicBezTo>
                        <a:cubicBezTo>
                          <a:pt x="19" y="57"/>
                          <a:pt x="21" y="58"/>
                          <a:pt x="19" y="60"/>
                        </a:cubicBezTo>
                        <a:cubicBezTo>
                          <a:pt x="18" y="61"/>
                          <a:pt x="18" y="61"/>
                          <a:pt x="18" y="61"/>
                        </a:cubicBezTo>
                        <a:cubicBezTo>
                          <a:pt x="18" y="61"/>
                          <a:pt x="17" y="61"/>
                          <a:pt x="17" y="61"/>
                        </a:cubicBezTo>
                        <a:cubicBezTo>
                          <a:pt x="17" y="61"/>
                          <a:pt x="17" y="61"/>
                          <a:pt x="17" y="61"/>
                        </a:cubicBezTo>
                        <a:cubicBezTo>
                          <a:pt x="17" y="61"/>
                          <a:pt x="17" y="61"/>
                          <a:pt x="17" y="62"/>
                        </a:cubicBezTo>
                        <a:cubicBezTo>
                          <a:pt x="15" y="66"/>
                          <a:pt x="16" y="61"/>
                          <a:pt x="15" y="73"/>
                        </a:cubicBezTo>
                        <a:cubicBezTo>
                          <a:pt x="15" y="85"/>
                          <a:pt x="15" y="85"/>
                          <a:pt x="14" y="88"/>
                        </a:cubicBezTo>
                        <a:cubicBezTo>
                          <a:pt x="13" y="91"/>
                          <a:pt x="12" y="92"/>
                          <a:pt x="10" y="94"/>
                        </a:cubicBezTo>
                        <a:cubicBezTo>
                          <a:pt x="9" y="96"/>
                          <a:pt x="9" y="95"/>
                          <a:pt x="6" y="98"/>
                        </a:cubicBezTo>
                        <a:cubicBezTo>
                          <a:pt x="4" y="102"/>
                          <a:pt x="2" y="102"/>
                          <a:pt x="2" y="105"/>
                        </a:cubicBezTo>
                        <a:cubicBezTo>
                          <a:pt x="2" y="107"/>
                          <a:pt x="1" y="109"/>
                          <a:pt x="2" y="111"/>
                        </a:cubicBezTo>
                        <a:cubicBezTo>
                          <a:pt x="3" y="114"/>
                          <a:pt x="3" y="115"/>
                          <a:pt x="2" y="116"/>
                        </a:cubicBezTo>
                        <a:cubicBezTo>
                          <a:pt x="1" y="118"/>
                          <a:pt x="2" y="123"/>
                          <a:pt x="2" y="126"/>
                        </a:cubicBezTo>
                        <a:cubicBezTo>
                          <a:pt x="2" y="127"/>
                          <a:pt x="1" y="127"/>
                          <a:pt x="1" y="127"/>
                        </a:cubicBezTo>
                        <a:cubicBezTo>
                          <a:pt x="1" y="127"/>
                          <a:pt x="1" y="127"/>
                          <a:pt x="1" y="127"/>
                        </a:cubicBezTo>
                        <a:cubicBezTo>
                          <a:pt x="1" y="127"/>
                          <a:pt x="1" y="127"/>
                          <a:pt x="1" y="127"/>
                        </a:cubicBezTo>
                        <a:cubicBezTo>
                          <a:pt x="0" y="127"/>
                          <a:pt x="1" y="127"/>
                          <a:pt x="1" y="129"/>
                        </a:cubicBezTo>
                        <a:cubicBezTo>
                          <a:pt x="3" y="133"/>
                          <a:pt x="0" y="131"/>
                          <a:pt x="3" y="133"/>
                        </a:cubicBezTo>
                        <a:cubicBezTo>
                          <a:pt x="5" y="134"/>
                          <a:pt x="6" y="134"/>
                          <a:pt x="8" y="134"/>
                        </a:cubicBezTo>
                        <a:cubicBezTo>
                          <a:pt x="10" y="134"/>
                          <a:pt x="11" y="134"/>
                          <a:pt x="11" y="134"/>
                        </a:cubicBezTo>
                        <a:cubicBezTo>
                          <a:pt x="11" y="134"/>
                          <a:pt x="14" y="132"/>
                          <a:pt x="15" y="130"/>
                        </a:cubicBezTo>
                        <a:cubicBezTo>
                          <a:pt x="16" y="128"/>
                          <a:pt x="16" y="128"/>
                          <a:pt x="16" y="128"/>
                        </a:cubicBezTo>
                        <a:cubicBezTo>
                          <a:pt x="16" y="128"/>
                          <a:pt x="24" y="126"/>
                          <a:pt x="26" y="123"/>
                        </a:cubicBezTo>
                        <a:cubicBezTo>
                          <a:pt x="28" y="120"/>
                          <a:pt x="44" y="90"/>
                          <a:pt x="47" y="84"/>
                        </a:cubicBezTo>
                        <a:cubicBezTo>
                          <a:pt x="50" y="78"/>
                          <a:pt x="57" y="60"/>
                          <a:pt x="58" y="57"/>
                        </a:cubicBezTo>
                        <a:cubicBezTo>
                          <a:pt x="59" y="54"/>
                          <a:pt x="59" y="50"/>
                          <a:pt x="62" y="49"/>
                        </a:cubicBezTo>
                        <a:cubicBezTo>
                          <a:pt x="64" y="47"/>
                          <a:pt x="65" y="47"/>
                          <a:pt x="66" y="44"/>
                        </a:cubicBezTo>
                        <a:cubicBezTo>
                          <a:pt x="66" y="42"/>
                          <a:pt x="67" y="39"/>
                          <a:pt x="67" y="39"/>
                        </a:cubicBezTo>
                        <a:cubicBezTo>
                          <a:pt x="67" y="39"/>
                          <a:pt x="68" y="38"/>
                          <a:pt x="70" y="37"/>
                        </a:cubicBezTo>
                        <a:cubicBezTo>
                          <a:pt x="72" y="35"/>
                          <a:pt x="73" y="32"/>
                          <a:pt x="73" y="32"/>
                        </a:cubicBezTo>
                        <a:cubicBezTo>
                          <a:pt x="73" y="32"/>
                          <a:pt x="73" y="28"/>
                          <a:pt x="73" y="26"/>
                        </a:cubicBezTo>
                        <a:cubicBezTo>
                          <a:pt x="72" y="24"/>
                          <a:pt x="72" y="20"/>
                          <a:pt x="72" y="20"/>
                        </a:cubicBezTo>
                        <a:cubicBezTo>
                          <a:pt x="73" y="14"/>
                          <a:pt x="73" y="14"/>
                          <a:pt x="73" y="14"/>
                        </a:cubicBezTo>
                        <a:cubicBezTo>
                          <a:pt x="73" y="14"/>
                          <a:pt x="74" y="11"/>
                          <a:pt x="73" y="10"/>
                        </a:cubicBezTo>
                        <a:cubicBezTo>
                          <a:pt x="72" y="8"/>
                          <a:pt x="69" y="5"/>
                          <a:pt x="69" y="5"/>
                        </a:cubicBezTo>
                        <a:cubicBezTo>
                          <a:pt x="69" y="2"/>
                          <a:pt x="69" y="2"/>
                          <a:pt x="69" y="2"/>
                        </a:cubicBezTo>
                        <a:cubicBezTo>
                          <a:pt x="69" y="2"/>
                          <a:pt x="69" y="0"/>
                          <a:pt x="68" y="0"/>
                        </a:cubicBezTo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7" name="î$ḷídê" descr="7b2e8807-3ec2-4663-b717-01ad0cb359cc">
                    <a:extLst>
                      <a:ext uri="{FF2B5EF4-FFF2-40B4-BE49-F238E27FC236}">
                        <a16:creationId xmlns:a16="http://schemas.microsoft.com/office/drawing/2014/main" id="{13A6F384-5853-D20C-16F9-D67449883DF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65" y="2342"/>
                    <a:ext cx="191" cy="244"/>
                  </a:xfrm>
                  <a:custGeom>
                    <a:avLst/>
                    <a:gdLst>
                      <a:gd name="T0" fmla="*/ 55 w 92"/>
                      <a:gd name="T1" fmla="*/ 8 h 118"/>
                      <a:gd name="T2" fmla="*/ 0 w 92"/>
                      <a:gd name="T3" fmla="*/ 19 h 118"/>
                      <a:gd name="T4" fmla="*/ 0 w 92"/>
                      <a:gd name="T5" fmla="*/ 19 h 118"/>
                      <a:gd name="T6" fmla="*/ 3 w 92"/>
                      <a:gd name="T7" fmla="*/ 40 h 118"/>
                      <a:gd name="T8" fmla="*/ 11 w 92"/>
                      <a:gd name="T9" fmla="*/ 56 h 118"/>
                      <a:gd name="T10" fmla="*/ 13 w 92"/>
                      <a:gd name="T11" fmla="*/ 63 h 118"/>
                      <a:gd name="T12" fmla="*/ 15 w 92"/>
                      <a:gd name="T13" fmla="*/ 83 h 118"/>
                      <a:gd name="T14" fmla="*/ 18 w 92"/>
                      <a:gd name="T15" fmla="*/ 90 h 118"/>
                      <a:gd name="T16" fmla="*/ 19 w 92"/>
                      <a:gd name="T17" fmla="*/ 99 h 118"/>
                      <a:gd name="T18" fmla="*/ 20 w 92"/>
                      <a:gd name="T19" fmla="*/ 105 h 118"/>
                      <a:gd name="T20" fmla="*/ 20 w 92"/>
                      <a:gd name="T21" fmla="*/ 115 h 118"/>
                      <a:gd name="T22" fmla="*/ 20 w 92"/>
                      <a:gd name="T23" fmla="*/ 118 h 118"/>
                      <a:gd name="T24" fmla="*/ 20 w 92"/>
                      <a:gd name="T25" fmla="*/ 118 h 118"/>
                      <a:gd name="T26" fmla="*/ 24 w 92"/>
                      <a:gd name="T27" fmla="*/ 115 h 118"/>
                      <a:gd name="T28" fmla="*/ 28 w 92"/>
                      <a:gd name="T29" fmla="*/ 109 h 118"/>
                      <a:gd name="T30" fmla="*/ 29 w 92"/>
                      <a:gd name="T31" fmla="*/ 102 h 118"/>
                      <a:gd name="T32" fmla="*/ 32 w 92"/>
                      <a:gd name="T33" fmla="*/ 96 h 118"/>
                      <a:gd name="T34" fmla="*/ 35 w 92"/>
                      <a:gd name="T35" fmla="*/ 88 h 118"/>
                      <a:gd name="T36" fmla="*/ 35 w 92"/>
                      <a:gd name="T37" fmla="*/ 82 h 118"/>
                      <a:gd name="T38" fmla="*/ 36 w 92"/>
                      <a:gd name="T39" fmla="*/ 74 h 118"/>
                      <a:gd name="T40" fmla="*/ 38 w 92"/>
                      <a:gd name="T41" fmla="*/ 62 h 118"/>
                      <a:gd name="T42" fmla="*/ 37 w 92"/>
                      <a:gd name="T43" fmla="*/ 51 h 118"/>
                      <a:gd name="T44" fmla="*/ 42 w 92"/>
                      <a:gd name="T45" fmla="*/ 42 h 118"/>
                      <a:gd name="T46" fmla="*/ 47 w 92"/>
                      <a:gd name="T47" fmla="*/ 29 h 118"/>
                      <a:gd name="T48" fmla="*/ 51 w 92"/>
                      <a:gd name="T49" fmla="*/ 19 h 118"/>
                      <a:gd name="T50" fmla="*/ 55 w 92"/>
                      <a:gd name="T51" fmla="*/ 8 h 118"/>
                      <a:gd name="T52" fmla="*/ 89 w 92"/>
                      <a:gd name="T53" fmla="*/ 0 h 118"/>
                      <a:gd name="T54" fmla="*/ 70 w 92"/>
                      <a:gd name="T55" fmla="*/ 5 h 118"/>
                      <a:gd name="T56" fmla="*/ 72 w 92"/>
                      <a:gd name="T57" fmla="*/ 10 h 118"/>
                      <a:gd name="T58" fmla="*/ 77 w 92"/>
                      <a:gd name="T59" fmla="*/ 25 h 118"/>
                      <a:gd name="T60" fmla="*/ 77 w 92"/>
                      <a:gd name="T61" fmla="*/ 32 h 118"/>
                      <a:gd name="T62" fmla="*/ 78 w 92"/>
                      <a:gd name="T63" fmla="*/ 37 h 118"/>
                      <a:gd name="T64" fmla="*/ 81 w 92"/>
                      <a:gd name="T65" fmla="*/ 40 h 118"/>
                      <a:gd name="T66" fmla="*/ 83 w 92"/>
                      <a:gd name="T67" fmla="*/ 47 h 118"/>
                      <a:gd name="T68" fmla="*/ 82 w 92"/>
                      <a:gd name="T69" fmla="*/ 51 h 118"/>
                      <a:gd name="T70" fmla="*/ 84 w 92"/>
                      <a:gd name="T71" fmla="*/ 79 h 118"/>
                      <a:gd name="T72" fmla="*/ 83 w 92"/>
                      <a:gd name="T73" fmla="*/ 86 h 118"/>
                      <a:gd name="T74" fmla="*/ 83 w 92"/>
                      <a:gd name="T75" fmla="*/ 101 h 118"/>
                      <a:gd name="T76" fmla="*/ 84 w 92"/>
                      <a:gd name="T77" fmla="*/ 106 h 118"/>
                      <a:gd name="T78" fmla="*/ 89 w 92"/>
                      <a:gd name="T79" fmla="*/ 0 h 1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</a:cxnLst>
                    <a:rect l="0" t="0" r="r" b="b"/>
                    <a:pathLst>
                      <a:path w="92" h="118">
                        <a:moveTo>
                          <a:pt x="55" y="8"/>
                        </a:moveTo>
                        <a:cubicBezTo>
                          <a:pt x="37" y="12"/>
                          <a:pt x="19" y="16"/>
                          <a:pt x="0" y="19"/>
                        </a:cubicBezTo>
                        <a:cubicBezTo>
                          <a:pt x="0" y="19"/>
                          <a:pt x="0" y="19"/>
                          <a:pt x="0" y="19"/>
                        </a:cubicBezTo>
                        <a:cubicBezTo>
                          <a:pt x="0" y="19"/>
                          <a:pt x="2" y="35"/>
                          <a:pt x="3" y="40"/>
                        </a:cubicBezTo>
                        <a:cubicBezTo>
                          <a:pt x="5" y="45"/>
                          <a:pt x="11" y="54"/>
                          <a:pt x="11" y="56"/>
                        </a:cubicBezTo>
                        <a:cubicBezTo>
                          <a:pt x="11" y="59"/>
                          <a:pt x="13" y="60"/>
                          <a:pt x="13" y="63"/>
                        </a:cubicBezTo>
                        <a:cubicBezTo>
                          <a:pt x="14" y="65"/>
                          <a:pt x="12" y="80"/>
                          <a:pt x="15" y="83"/>
                        </a:cubicBezTo>
                        <a:cubicBezTo>
                          <a:pt x="17" y="87"/>
                          <a:pt x="18" y="84"/>
                          <a:pt x="18" y="90"/>
                        </a:cubicBezTo>
                        <a:cubicBezTo>
                          <a:pt x="19" y="95"/>
                          <a:pt x="19" y="97"/>
                          <a:pt x="19" y="99"/>
                        </a:cubicBezTo>
                        <a:cubicBezTo>
                          <a:pt x="19" y="101"/>
                          <a:pt x="20" y="101"/>
                          <a:pt x="20" y="105"/>
                        </a:cubicBezTo>
                        <a:cubicBezTo>
                          <a:pt x="20" y="108"/>
                          <a:pt x="20" y="115"/>
                          <a:pt x="20" y="115"/>
                        </a:cubicBezTo>
                        <a:cubicBezTo>
                          <a:pt x="20" y="115"/>
                          <a:pt x="18" y="118"/>
                          <a:pt x="20" y="118"/>
                        </a:cubicBezTo>
                        <a:cubicBezTo>
                          <a:pt x="20" y="118"/>
                          <a:pt x="20" y="118"/>
                          <a:pt x="20" y="118"/>
                        </a:cubicBezTo>
                        <a:cubicBezTo>
                          <a:pt x="23" y="117"/>
                          <a:pt x="24" y="117"/>
                          <a:pt x="24" y="115"/>
                        </a:cubicBezTo>
                        <a:cubicBezTo>
                          <a:pt x="25" y="113"/>
                          <a:pt x="27" y="111"/>
                          <a:pt x="28" y="109"/>
                        </a:cubicBezTo>
                        <a:cubicBezTo>
                          <a:pt x="28" y="106"/>
                          <a:pt x="28" y="105"/>
                          <a:pt x="29" y="102"/>
                        </a:cubicBezTo>
                        <a:cubicBezTo>
                          <a:pt x="29" y="99"/>
                          <a:pt x="31" y="97"/>
                          <a:pt x="32" y="96"/>
                        </a:cubicBezTo>
                        <a:cubicBezTo>
                          <a:pt x="33" y="94"/>
                          <a:pt x="35" y="92"/>
                          <a:pt x="35" y="88"/>
                        </a:cubicBezTo>
                        <a:cubicBezTo>
                          <a:pt x="35" y="84"/>
                          <a:pt x="35" y="83"/>
                          <a:pt x="35" y="82"/>
                        </a:cubicBezTo>
                        <a:cubicBezTo>
                          <a:pt x="35" y="80"/>
                          <a:pt x="34" y="78"/>
                          <a:pt x="36" y="74"/>
                        </a:cubicBezTo>
                        <a:cubicBezTo>
                          <a:pt x="38" y="70"/>
                          <a:pt x="38" y="64"/>
                          <a:pt x="38" y="62"/>
                        </a:cubicBezTo>
                        <a:cubicBezTo>
                          <a:pt x="38" y="59"/>
                          <a:pt x="35" y="54"/>
                          <a:pt x="37" y="51"/>
                        </a:cubicBezTo>
                        <a:cubicBezTo>
                          <a:pt x="38" y="48"/>
                          <a:pt x="40" y="45"/>
                          <a:pt x="42" y="42"/>
                        </a:cubicBezTo>
                        <a:cubicBezTo>
                          <a:pt x="43" y="39"/>
                          <a:pt x="46" y="32"/>
                          <a:pt x="47" y="29"/>
                        </a:cubicBezTo>
                        <a:cubicBezTo>
                          <a:pt x="47" y="27"/>
                          <a:pt x="51" y="19"/>
                          <a:pt x="51" y="19"/>
                        </a:cubicBezTo>
                        <a:cubicBezTo>
                          <a:pt x="51" y="19"/>
                          <a:pt x="53" y="13"/>
                          <a:pt x="55" y="8"/>
                        </a:cubicBezTo>
                        <a:moveTo>
                          <a:pt x="89" y="0"/>
                        </a:moveTo>
                        <a:cubicBezTo>
                          <a:pt x="83" y="2"/>
                          <a:pt x="76" y="4"/>
                          <a:pt x="70" y="5"/>
                        </a:cubicBezTo>
                        <a:cubicBezTo>
                          <a:pt x="70" y="6"/>
                          <a:pt x="71" y="7"/>
                          <a:pt x="72" y="10"/>
                        </a:cubicBezTo>
                        <a:cubicBezTo>
                          <a:pt x="74" y="16"/>
                          <a:pt x="77" y="22"/>
                          <a:pt x="77" y="25"/>
                        </a:cubicBezTo>
                        <a:cubicBezTo>
                          <a:pt x="77" y="28"/>
                          <a:pt x="77" y="26"/>
                          <a:pt x="77" y="32"/>
                        </a:cubicBezTo>
                        <a:cubicBezTo>
                          <a:pt x="78" y="37"/>
                          <a:pt x="78" y="37"/>
                          <a:pt x="78" y="37"/>
                        </a:cubicBezTo>
                        <a:cubicBezTo>
                          <a:pt x="81" y="40"/>
                          <a:pt x="81" y="40"/>
                          <a:pt x="81" y="40"/>
                        </a:cubicBezTo>
                        <a:cubicBezTo>
                          <a:pt x="83" y="47"/>
                          <a:pt x="83" y="47"/>
                          <a:pt x="83" y="47"/>
                        </a:cubicBezTo>
                        <a:cubicBezTo>
                          <a:pt x="83" y="47"/>
                          <a:pt x="82" y="49"/>
                          <a:pt x="82" y="51"/>
                        </a:cubicBezTo>
                        <a:cubicBezTo>
                          <a:pt x="81" y="53"/>
                          <a:pt x="84" y="79"/>
                          <a:pt x="84" y="79"/>
                        </a:cubicBezTo>
                        <a:cubicBezTo>
                          <a:pt x="84" y="79"/>
                          <a:pt x="83" y="79"/>
                          <a:pt x="83" y="86"/>
                        </a:cubicBezTo>
                        <a:cubicBezTo>
                          <a:pt x="83" y="93"/>
                          <a:pt x="83" y="101"/>
                          <a:pt x="83" y="101"/>
                        </a:cubicBezTo>
                        <a:cubicBezTo>
                          <a:pt x="84" y="106"/>
                          <a:pt x="84" y="106"/>
                          <a:pt x="84" y="106"/>
                        </a:cubicBezTo>
                        <a:cubicBezTo>
                          <a:pt x="84" y="106"/>
                          <a:pt x="92" y="66"/>
                          <a:pt x="89" y="0"/>
                        </a:cubicBezTo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8" name="ïš1iḋê" descr="7f014772-5cb7-4c67-bead-016e5638119e">
                    <a:extLst>
                      <a:ext uri="{FF2B5EF4-FFF2-40B4-BE49-F238E27FC236}">
                        <a16:creationId xmlns:a16="http://schemas.microsoft.com/office/drawing/2014/main" id="{51358632-DFA4-936C-31BF-5B6C5F853DF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0" y="2420"/>
                    <a:ext cx="1438" cy="1137"/>
                  </a:xfrm>
                  <a:custGeom>
                    <a:avLst/>
                    <a:gdLst>
                      <a:gd name="T0" fmla="*/ 511 w 692"/>
                      <a:gd name="T1" fmla="*/ 200 h 548"/>
                      <a:gd name="T2" fmla="*/ 525 w 692"/>
                      <a:gd name="T3" fmla="*/ 191 h 548"/>
                      <a:gd name="T4" fmla="*/ 520 w 692"/>
                      <a:gd name="T5" fmla="*/ 214 h 548"/>
                      <a:gd name="T6" fmla="*/ 513 w 692"/>
                      <a:gd name="T7" fmla="*/ 219 h 548"/>
                      <a:gd name="T8" fmla="*/ 506 w 692"/>
                      <a:gd name="T9" fmla="*/ 217 h 548"/>
                      <a:gd name="T10" fmla="*/ 509 w 692"/>
                      <a:gd name="T11" fmla="*/ 203 h 548"/>
                      <a:gd name="T12" fmla="*/ 609 w 692"/>
                      <a:gd name="T13" fmla="*/ 13 h 548"/>
                      <a:gd name="T14" fmla="*/ 606 w 692"/>
                      <a:gd name="T15" fmla="*/ 35 h 548"/>
                      <a:gd name="T16" fmla="*/ 587 w 692"/>
                      <a:gd name="T17" fmla="*/ 12 h 548"/>
                      <a:gd name="T18" fmla="*/ 192 w 692"/>
                      <a:gd name="T19" fmla="*/ 42 h 548"/>
                      <a:gd name="T20" fmla="*/ 204 w 692"/>
                      <a:gd name="T21" fmla="*/ 52 h 548"/>
                      <a:gd name="T22" fmla="*/ 193 w 692"/>
                      <a:gd name="T23" fmla="*/ 65 h 548"/>
                      <a:gd name="T24" fmla="*/ 182 w 692"/>
                      <a:gd name="T25" fmla="*/ 64 h 548"/>
                      <a:gd name="T26" fmla="*/ 175 w 692"/>
                      <a:gd name="T27" fmla="*/ 70 h 548"/>
                      <a:gd name="T28" fmla="*/ 170 w 692"/>
                      <a:gd name="T29" fmla="*/ 69 h 548"/>
                      <a:gd name="T30" fmla="*/ 149 w 692"/>
                      <a:gd name="T31" fmla="*/ 71 h 548"/>
                      <a:gd name="T32" fmla="*/ 149 w 692"/>
                      <a:gd name="T33" fmla="*/ 83 h 548"/>
                      <a:gd name="T34" fmla="*/ 145 w 692"/>
                      <a:gd name="T35" fmla="*/ 81 h 548"/>
                      <a:gd name="T36" fmla="*/ 136 w 692"/>
                      <a:gd name="T37" fmla="*/ 88 h 548"/>
                      <a:gd name="T38" fmla="*/ 121 w 692"/>
                      <a:gd name="T39" fmla="*/ 75 h 548"/>
                      <a:gd name="T40" fmla="*/ 126 w 692"/>
                      <a:gd name="T41" fmla="*/ 66 h 548"/>
                      <a:gd name="T42" fmla="*/ 135 w 692"/>
                      <a:gd name="T43" fmla="*/ 53 h 548"/>
                      <a:gd name="T44" fmla="*/ 137 w 692"/>
                      <a:gd name="T45" fmla="*/ 43 h 548"/>
                      <a:gd name="T46" fmla="*/ 144 w 692"/>
                      <a:gd name="T47" fmla="*/ 44 h 548"/>
                      <a:gd name="T48" fmla="*/ 106 w 692"/>
                      <a:gd name="T49" fmla="*/ 32 h 548"/>
                      <a:gd name="T50" fmla="*/ 21 w 692"/>
                      <a:gd name="T51" fmla="*/ 74 h 548"/>
                      <a:gd name="T52" fmla="*/ 39 w 692"/>
                      <a:gd name="T53" fmla="*/ 104 h 548"/>
                      <a:gd name="T54" fmla="*/ 75 w 692"/>
                      <a:gd name="T55" fmla="*/ 137 h 548"/>
                      <a:gd name="T56" fmla="*/ 106 w 692"/>
                      <a:gd name="T57" fmla="*/ 148 h 548"/>
                      <a:gd name="T58" fmla="*/ 120 w 692"/>
                      <a:gd name="T59" fmla="*/ 142 h 548"/>
                      <a:gd name="T60" fmla="*/ 158 w 692"/>
                      <a:gd name="T61" fmla="*/ 148 h 548"/>
                      <a:gd name="T62" fmla="*/ 188 w 692"/>
                      <a:gd name="T63" fmla="*/ 135 h 548"/>
                      <a:gd name="T64" fmla="*/ 233 w 692"/>
                      <a:gd name="T65" fmla="*/ 130 h 548"/>
                      <a:gd name="T66" fmla="*/ 248 w 692"/>
                      <a:gd name="T67" fmla="*/ 153 h 548"/>
                      <a:gd name="T68" fmla="*/ 267 w 692"/>
                      <a:gd name="T69" fmla="*/ 150 h 548"/>
                      <a:gd name="T70" fmla="*/ 282 w 692"/>
                      <a:gd name="T71" fmla="*/ 159 h 548"/>
                      <a:gd name="T72" fmla="*/ 281 w 692"/>
                      <a:gd name="T73" fmla="*/ 191 h 548"/>
                      <a:gd name="T74" fmla="*/ 279 w 692"/>
                      <a:gd name="T75" fmla="*/ 204 h 548"/>
                      <a:gd name="T76" fmla="*/ 288 w 692"/>
                      <a:gd name="T77" fmla="*/ 236 h 548"/>
                      <a:gd name="T78" fmla="*/ 309 w 692"/>
                      <a:gd name="T79" fmla="*/ 278 h 548"/>
                      <a:gd name="T80" fmla="*/ 319 w 692"/>
                      <a:gd name="T81" fmla="*/ 299 h 548"/>
                      <a:gd name="T82" fmla="*/ 317 w 692"/>
                      <a:gd name="T83" fmla="*/ 315 h 548"/>
                      <a:gd name="T84" fmla="*/ 302 w 692"/>
                      <a:gd name="T85" fmla="*/ 373 h 548"/>
                      <a:gd name="T86" fmla="*/ 316 w 692"/>
                      <a:gd name="T87" fmla="*/ 439 h 548"/>
                      <a:gd name="T88" fmla="*/ 335 w 692"/>
                      <a:gd name="T89" fmla="*/ 499 h 548"/>
                      <a:gd name="T90" fmla="*/ 346 w 692"/>
                      <a:gd name="T91" fmla="*/ 521 h 548"/>
                      <a:gd name="T92" fmla="*/ 343 w 692"/>
                      <a:gd name="T93" fmla="*/ 532 h 548"/>
                      <a:gd name="T94" fmla="*/ 354 w 692"/>
                      <a:gd name="T95" fmla="*/ 547 h 548"/>
                      <a:gd name="T96" fmla="*/ 383 w 692"/>
                      <a:gd name="T97" fmla="*/ 541 h 548"/>
                      <a:gd name="T98" fmla="*/ 416 w 692"/>
                      <a:gd name="T99" fmla="*/ 533 h 548"/>
                      <a:gd name="T100" fmla="*/ 483 w 692"/>
                      <a:gd name="T101" fmla="*/ 470 h 548"/>
                      <a:gd name="T102" fmla="*/ 515 w 692"/>
                      <a:gd name="T103" fmla="*/ 429 h 548"/>
                      <a:gd name="T104" fmla="*/ 513 w 692"/>
                      <a:gd name="T105" fmla="*/ 401 h 548"/>
                      <a:gd name="T106" fmla="*/ 574 w 692"/>
                      <a:gd name="T107" fmla="*/ 342 h 548"/>
                      <a:gd name="T108" fmla="*/ 571 w 692"/>
                      <a:gd name="T109" fmla="*/ 274 h 548"/>
                      <a:gd name="T110" fmla="*/ 575 w 692"/>
                      <a:gd name="T111" fmla="*/ 248 h 548"/>
                      <a:gd name="T112" fmla="*/ 652 w 692"/>
                      <a:gd name="T113" fmla="*/ 138 h 548"/>
                      <a:gd name="T114" fmla="*/ 682 w 692"/>
                      <a:gd name="T115" fmla="*/ 63 h 548"/>
                      <a:gd name="T116" fmla="*/ 669 w 692"/>
                      <a:gd name="T117" fmla="*/ 57 h 548"/>
                      <a:gd name="T118" fmla="*/ 634 w 692"/>
                      <a:gd name="T119" fmla="*/ 67 h 548"/>
                      <a:gd name="T120" fmla="*/ 619 w 692"/>
                      <a:gd name="T121" fmla="*/ 44 h 548"/>
                      <a:gd name="T122" fmla="*/ 654 w 692"/>
                      <a:gd name="T123" fmla="*/ 34 h 548"/>
                      <a:gd name="T124" fmla="*/ 692 w 692"/>
                      <a:gd name="T125" fmla="*/ 0 h 5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692" h="548">
                        <a:moveTo>
                          <a:pt x="159" y="31"/>
                        </a:moveTo>
                        <a:cubicBezTo>
                          <a:pt x="158" y="31"/>
                          <a:pt x="158" y="31"/>
                          <a:pt x="157" y="31"/>
                        </a:cubicBezTo>
                        <a:cubicBezTo>
                          <a:pt x="157" y="31"/>
                          <a:pt x="158" y="31"/>
                          <a:pt x="158" y="31"/>
                        </a:cubicBezTo>
                        <a:cubicBezTo>
                          <a:pt x="158" y="31"/>
                          <a:pt x="158" y="31"/>
                          <a:pt x="158" y="31"/>
                        </a:cubicBezTo>
                        <a:cubicBezTo>
                          <a:pt x="158" y="31"/>
                          <a:pt x="158" y="31"/>
                          <a:pt x="159" y="31"/>
                        </a:cubicBezTo>
                        <a:moveTo>
                          <a:pt x="511" y="200"/>
                        </a:moveTo>
                        <a:cubicBezTo>
                          <a:pt x="511" y="200"/>
                          <a:pt x="511" y="199"/>
                          <a:pt x="512" y="198"/>
                        </a:cubicBezTo>
                        <a:cubicBezTo>
                          <a:pt x="512" y="196"/>
                          <a:pt x="513" y="197"/>
                          <a:pt x="514" y="196"/>
                        </a:cubicBezTo>
                        <a:cubicBezTo>
                          <a:pt x="515" y="196"/>
                          <a:pt x="517" y="196"/>
                          <a:pt x="518" y="195"/>
                        </a:cubicBezTo>
                        <a:cubicBezTo>
                          <a:pt x="520" y="195"/>
                          <a:pt x="520" y="195"/>
                          <a:pt x="522" y="192"/>
                        </a:cubicBezTo>
                        <a:cubicBezTo>
                          <a:pt x="522" y="191"/>
                          <a:pt x="523" y="191"/>
                          <a:pt x="523" y="191"/>
                        </a:cubicBezTo>
                        <a:cubicBezTo>
                          <a:pt x="524" y="191"/>
                          <a:pt x="524" y="191"/>
                          <a:pt x="525" y="191"/>
                        </a:cubicBezTo>
                        <a:cubicBezTo>
                          <a:pt x="527" y="191"/>
                          <a:pt x="529" y="193"/>
                          <a:pt x="529" y="193"/>
                        </a:cubicBezTo>
                        <a:cubicBezTo>
                          <a:pt x="529" y="193"/>
                          <a:pt x="529" y="195"/>
                          <a:pt x="529" y="196"/>
                        </a:cubicBezTo>
                        <a:cubicBezTo>
                          <a:pt x="529" y="197"/>
                          <a:pt x="529" y="199"/>
                          <a:pt x="529" y="200"/>
                        </a:cubicBezTo>
                        <a:cubicBezTo>
                          <a:pt x="529" y="202"/>
                          <a:pt x="528" y="203"/>
                          <a:pt x="527" y="205"/>
                        </a:cubicBezTo>
                        <a:cubicBezTo>
                          <a:pt x="526" y="206"/>
                          <a:pt x="524" y="208"/>
                          <a:pt x="522" y="209"/>
                        </a:cubicBezTo>
                        <a:cubicBezTo>
                          <a:pt x="521" y="211"/>
                          <a:pt x="521" y="213"/>
                          <a:pt x="520" y="214"/>
                        </a:cubicBezTo>
                        <a:cubicBezTo>
                          <a:pt x="520" y="214"/>
                          <a:pt x="520" y="217"/>
                          <a:pt x="519" y="218"/>
                        </a:cubicBezTo>
                        <a:cubicBezTo>
                          <a:pt x="519" y="220"/>
                          <a:pt x="518" y="220"/>
                          <a:pt x="517" y="220"/>
                        </a:cubicBezTo>
                        <a:cubicBezTo>
                          <a:pt x="517" y="221"/>
                          <a:pt x="516" y="221"/>
                          <a:pt x="516" y="221"/>
                        </a:cubicBezTo>
                        <a:cubicBezTo>
                          <a:pt x="515" y="221"/>
                          <a:pt x="515" y="221"/>
                          <a:pt x="514" y="220"/>
                        </a:cubicBezTo>
                        <a:cubicBezTo>
                          <a:pt x="513" y="219"/>
                          <a:pt x="513" y="219"/>
                          <a:pt x="513" y="219"/>
                        </a:cubicBezTo>
                        <a:cubicBezTo>
                          <a:pt x="513" y="219"/>
                          <a:pt x="513" y="219"/>
                          <a:pt x="513" y="219"/>
                        </a:cubicBezTo>
                        <a:cubicBezTo>
                          <a:pt x="513" y="219"/>
                          <a:pt x="514" y="219"/>
                          <a:pt x="514" y="219"/>
                        </a:cubicBezTo>
                        <a:cubicBezTo>
                          <a:pt x="514" y="219"/>
                          <a:pt x="514" y="219"/>
                          <a:pt x="514" y="219"/>
                        </a:cubicBezTo>
                        <a:cubicBezTo>
                          <a:pt x="514" y="218"/>
                          <a:pt x="512" y="217"/>
                          <a:pt x="511" y="217"/>
                        </a:cubicBezTo>
                        <a:cubicBezTo>
                          <a:pt x="511" y="217"/>
                          <a:pt x="508" y="220"/>
                          <a:pt x="508" y="220"/>
                        </a:cubicBezTo>
                        <a:cubicBezTo>
                          <a:pt x="508" y="221"/>
                          <a:pt x="507" y="221"/>
                          <a:pt x="507" y="221"/>
                        </a:cubicBezTo>
                        <a:cubicBezTo>
                          <a:pt x="506" y="221"/>
                          <a:pt x="506" y="217"/>
                          <a:pt x="506" y="217"/>
                        </a:cubicBezTo>
                        <a:cubicBezTo>
                          <a:pt x="506" y="216"/>
                          <a:pt x="507" y="214"/>
                          <a:pt x="507" y="213"/>
                        </a:cubicBezTo>
                        <a:cubicBezTo>
                          <a:pt x="508" y="213"/>
                          <a:pt x="508" y="212"/>
                          <a:pt x="508" y="212"/>
                        </a:cubicBezTo>
                        <a:cubicBezTo>
                          <a:pt x="509" y="212"/>
                          <a:pt x="509" y="213"/>
                          <a:pt x="509" y="213"/>
                        </a:cubicBezTo>
                        <a:cubicBezTo>
                          <a:pt x="509" y="213"/>
                          <a:pt x="510" y="211"/>
                          <a:pt x="511" y="209"/>
                        </a:cubicBezTo>
                        <a:cubicBezTo>
                          <a:pt x="511" y="207"/>
                          <a:pt x="511" y="207"/>
                          <a:pt x="511" y="205"/>
                        </a:cubicBezTo>
                        <a:cubicBezTo>
                          <a:pt x="511" y="203"/>
                          <a:pt x="509" y="203"/>
                          <a:pt x="509" y="203"/>
                        </a:cubicBezTo>
                        <a:cubicBezTo>
                          <a:pt x="509" y="203"/>
                          <a:pt x="509" y="203"/>
                          <a:pt x="509" y="201"/>
                        </a:cubicBezTo>
                        <a:cubicBezTo>
                          <a:pt x="509" y="200"/>
                          <a:pt x="510" y="200"/>
                          <a:pt x="510" y="200"/>
                        </a:cubicBezTo>
                        <a:cubicBezTo>
                          <a:pt x="510" y="200"/>
                          <a:pt x="511" y="200"/>
                          <a:pt x="511" y="200"/>
                        </a:cubicBezTo>
                        <a:moveTo>
                          <a:pt x="692" y="0"/>
                        </a:moveTo>
                        <a:cubicBezTo>
                          <a:pt x="666" y="3"/>
                          <a:pt x="638" y="6"/>
                          <a:pt x="610" y="9"/>
                        </a:cubicBezTo>
                        <a:cubicBezTo>
                          <a:pt x="610" y="10"/>
                          <a:pt x="610" y="12"/>
                          <a:pt x="609" y="13"/>
                        </a:cubicBezTo>
                        <a:cubicBezTo>
                          <a:pt x="608" y="15"/>
                          <a:pt x="608" y="16"/>
                          <a:pt x="608" y="16"/>
                        </a:cubicBezTo>
                        <a:cubicBezTo>
                          <a:pt x="608" y="17"/>
                          <a:pt x="610" y="21"/>
                          <a:pt x="611" y="22"/>
                        </a:cubicBezTo>
                        <a:cubicBezTo>
                          <a:pt x="612" y="24"/>
                          <a:pt x="612" y="28"/>
                          <a:pt x="612" y="30"/>
                        </a:cubicBezTo>
                        <a:cubicBezTo>
                          <a:pt x="612" y="32"/>
                          <a:pt x="612" y="31"/>
                          <a:pt x="611" y="34"/>
                        </a:cubicBezTo>
                        <a:cubicBezTo>
                          <a:pt x="610" y="36"/>
                          <a:pt x="610" y="36"/>
                          <a:pt x="609" y="36"/>
                        </a:cubicBezTo>
                        <a:cubicBezTo>
                          <a:pt x="609" y="36"/>
                          <a:pt x="607" y="35"/>
                          <a:pt x="606" y="35"/>
                        </a:cubicBezTo>
                        <a:cubicBezTo>
                          <a:pt x="604" y="35"/>
                          <a:pt x="603" y="31"/>
                          <a:pt x="603" y="31"/>
                        </a:cubicBezTo>
                        <a:cubicBezTo>
                          <a:pt x="603" y="31"/>
                          <a:pt x="597" y="27"/>
                          <a:pt x="596" y="24"/>
                        </a:cubicBezTo>
                        <a:cubicBezTo>
                          <a:pt x="595" y="22"/>
                          <a:pt x="595" y="23"/>
                          <a:pt x="594" y="21"/>
                        </a:cubicBezTo>
                        <a:cubicBezTo>
                          <a:pt x="594" y="20"/>
                          <a:pt x="593" y="19"/>
                          <a:pt x="591" y="19"/>
                        </a:cubicBezTo>
                        <a:cubicBezTo>
                          <a:pt x="589" y="19"/>
                          <a:pt x="588" y="17"/>
                          <a:pt x="588" y="16"/>
                        </a:cubicBezTo>
                        <a:cubicBezTo>
                          <a:pt x="587" y="14"/>
                          <a:pt x="587" y="14"/>
                          <a:pt x="587" y="12"/>
                        </a:cubicBezTo>
                        <a:cubicBezTo>
                          <a:pt x="587" y="12"/>
                          <a:pt x="587" y="11"/>
                          <a:pt x="587" y="11"/>
                        </a:cubicBezTo>
                        <a:cubicBezTo>
                          <a:pt x="467" y="22"/>
                          <a:pt x="330" y="29"/>
                          <a:pt x="184" y="31"/>
                        </a:cubicBezTo>
                        <a:cubicBezTo>
                          <a:pt x="184" y="32"/>
                          <a:pt x="184" y="33"/>
                          <a:pt x="184" y="33"/>
                        </a:cubicBezTo>
                        <a:cubicBezTo>
                          <a:pt x="187" y="38"/>
                          <a:pt x="187" y="38"/>
                          <a:pt x="187" y="38"/>
                        </a:cubicBezTo>
                        <a:cubicBezTo>
                          <a:pt x="187" y="38"/>
                          <a:pt x="187" y="38"/>
                          <a:pt x="190" y="39"/>
                        </a:cubicBezTo>
                        <a:cubicBezTo>
                          <a:pt x="194" y="40"/>
                          <a:pt x="192" y="42"/>
                          <a:pt x="192" y="42"/>
                        </a:cubicBezTo>
                        <a:cubicBezTo>
                          <a:pt x="192" y="42"/>
                          <a:pt x="192" y="45"/>
                          <a:pt x="192" y="46"/>
                        </a:cubicBezTo>
                        <a:cubicBezTo>
                          <a:pt x="192" y="48"/>
                          <a:pt x="193" y="49"/>
                          <a:pt x="194" y="49"/>
                        </a:cubicBezTo>
                        <a:cubicBezTo>
                          <a:pt x="195" y="49"/>
                          <a:pt x="197" y="51"/>
                          <a:pt x="197" y="51"/>
                        </a:cubicBezTo>
                        <a:cubicBezTo>
                          <a:pt x="197" y="51"/>
                          <a:pt x="198" y="51"/>
                          <a:pt x="200" y="51"/>
                        </a:cubicBezTo>
                        <a:cubicBezTo>
                          <a:pt x="201" y="51"/>
                          <a:pt x="202" y="51"/>
                          <a:pt x="203" y="51"/>
                        </a:cubicBezTo>
                        <a:cubicBezTo>
                          <a:pt x="206" y="52"/>
                          <a:pt x="203" y="51"/>
                          <a:pt x="204" y="52"/>
                        </a:cubicBezTo>
                        <a:cubicBezTo>
                          <a:pt x="205" y="54"/>
                          <a:pt x="206" y="55"/>
                          <a:pt x="206" y="56"/>
                        </a:cubicBezTo>
                        <a:cubicBezTo>
                          <a:pt x="207" y="57"/>
                          <a:pt x="206" y="60"/>
                          <a:pt x="206" y="60"/>
                        </a:cubicBezTo>
                        <a:cubicBezTo>
                          <a:pt x="206" y="64"/>
                          <a:pt x="206" y="64"/>
                          <a:pt x="206" y="64"/>
                        </a:cubicBezTo>
                        <a:cubicBezTo>
                          <a:pt x="206" y="64"/>
                          <a:pt x="203" y="64"/>
                          <a:pt x="202" y="64"/>
                        </a:cubicBezTo>
                        <a:cubicBezTo>
                          <a:pt x="201" y="64"/>
                          <a:pt x="198" y="65"/>
                          <a:pt x="198" y="65"/>
                        </a:cubicBezTo>
                        <a:cubicBezTo>
                          <a:pt x="198" y="65"/>
                          <a:pt x="194" y="65"/>
                          <a:pt x="193" y="65"/>
                        </a:cubicBezTo>
                        <a:cubicBezTo>
                          <a:pt x="192" y="65"/>
                          <a:pt x="192" y="67"/>
                          <a:pt x="192" y="67"/>
                        </a:cubicBezTo>
                        <a:cubicBezTo>
                          <a:pt x="191" y="70"/>
                          <a:pt x="191" y="70"/>
                          <a:pt x="191" y="70"/>
                        </a:cubicBezTo>
                        <a:cubicBezTo>
                          <a:pt x="191" y="70"/>
                          <a:pt x="189" y="70"/>
                          <a:pt x="187" y="70"/>
                        </a:cubicBezTo>
                        <a:cubicBezTo>
                          <a:pt x="185" y="70"/>
                          <a:pt x="186" y="70"/>
                          <a:pt x="184" y="70"/>
                        </a:cubicBezTo>
                        <a:cubicBezTo>
                          <a:pt x="183" y="70"/>
                          <a:pt x="184" y="68"/>
                          <a:pt x="184" y="68"/>
                        </a:cubicBezTo>
                        <a:cubicBezTo>
                          <a:pt x="184" y="68"/>
                          <a:pt x="184" y="66"/>
                          <a:pt x="182" y="64"/>
                        </a:cubicBezTo>
                        <a:cubicBezTo>
                          <a:pt x="182" y="64"/>
                          <a:pt x="182" y="64"/>
                          <a:pt x="182" y="64"/>
                        </a:cubicBezTo>
                        <a:cubicBezTo>
                          <a:pt x="182" y="64"/>
                          <a:pt x="181" y="65"/>
                          <a:pt x="179" y="65"/>
                        </a:cubicBezTo>
                        <a:cubicBezTo>
                          <a:pt x="175" y="65"/>
                          <a:pt x="179" y="67"/>
                          <a:pt x="179" y="67"/>
                        </a:cubicBezTo>
                        <a:cubicBezTo>
                          <a:pt x="179" y="67"/>
                          <a:pt x="179" y="70"/>
                          <a:pt x="178" y="70"/>
                        </a:cubicBezTo>
                        <a:cubicBezTo>
                          <a:pt x="178" y="71"/>
                          <a:pt x="177" y="71"/>
                          <a:pt x="177" y="71"/>
                        </a:cubicBezTo>
                        <a:cubicBezTo>
                          <a:pt x="177" y="71"/>
                          <a:pt x="176" y="70"/>
                          <a:pt x="175" y="70"/>
                        </a:cubicBezTo>
                        <a:cubicBezTo>
                          <a:pt x="174" y="70"/>
                          <a:pt x="174" y="69"/>
                          <a:pt x="174" y="69"/>
                        </a:cubicBezTo>
                        <a:cubicBezTo>
                          <a:pt x="174" y="69"/>
                          <a:pt x="174" y="69"/>
                          <a:pt x="174" y="69"/>
                        </a:cubicBezTo>
                        <a:cubicBezTo>
                          <a:pt x="174" y="70"/>
                          <a:pt x="174" y="70"/>
                          <a:pt x="174" y="70"/>
                        </a:cubicBezTo>
                        <a:cubicBezTo>
                          <a:pt x="174" y="70"/>
                          <a:pt x="174" y="69"/>
                          <a:pt x="174" y="69"/>
                        </a:cubicBezTo>
                        <a:cubicBezTo>
                          <a:pt x="173" y="69"/>
                          <a:pt x="173" y="69"/>
                          <a:pt x="172" y="69"/>
                        </a:cubicBezTo>
                        <a:cubicBezTo>
                          <a:pt x="171" y="69"/>
                          <a:pt x="171" y="69"/>
                          <a:pt x="170" y="69"/>
                        </a:cubicBezTo>
                        <a:cubicBezTo>
                          <a:pt x="169" y="69"/>
                          <a:pt x="168" y="70"/>
                          <a:pt x="166" y="70"/>
                        </a:cubicBezTo>
                        <a:cubicBezTo>
                          <a:pt x="165" y="70"/>
                          <a:pt x="164" y="70"/>
                          <a:pt x="163" y="70"/>
                        </a:cubicBezTo>
                        <a:cubicBezTo>
                          <a:pt x="162" y="70"/>
                          <a:pt x="160" y="70"/>
                          <a:pt x="158" y="70"/>
                        </a:cubicBezTo>
                        <a:cubicBezTo>
                          <a:pt x="153" y="70"/>
                          <a:pt x="155" y="69"/>
                          <a:pt x="153" y="69"/>
                        </a:cubicBezTo>
                        <a:cubicBezTo>
                          <a:pt x="153" y="69"/>
                          <a:pt x="153" y="69"/>
                          <a:pt x="153" y="69"/>
                        </a:cubicBezTo>
                        <a:cubicBezTo>
                          <a:pt x="151" y="69"/>
                          <a:pt x="151" y="70"/>
                          <a:pt x="149" y="71"/>
                        </a:cubicBezTo>
                        <a:cubicBezTo>
                          <a:pt x="148" y="72"/>
                          <a:pt x="149" y="71"/>
                          <a:pt x="149" y="72"/>
                        </a:cubicBezTo>
                        <a:cubicBezTo>
                          <a:pt x="149" y="74"/>
                          <a:pt x="149" y="75"/>
                          <a:pt x="149" y="77"/>
                        </a:cubicBezTo>
                        <a:cubicBezTo>
                          <a:pt x="149" y="78"/>
                          <a:pt x="150" y="79"/>
                          <a:pt x="149" y="82"/>
                        </a:cubicBezTo>
                        <a:cubicBezTo>
                          <a:pt x="149" y="83"/>
                          <a:pt x="149" y="83"/>
                          <a:pt x="149" y="83"/>
                        </a:cubicBezTo>
                        <a:cubicBezTo>
                          <a:pt x="149" y="83"/>
                          <a:pt x="149" y="83"/>
                          <a:pt x="149" y="83"/>
                        </a:cubicBezTo>
                        <a:cubicBezTo>
                          <a:pt x="149" y="83"/>
                          <a:pt x="149" y="83"/>
                          <a:pt x="149" y="83"/>
                        </a:cubicBezTo>
                        <a:cubicBezTo>
                          <a:pt x="149" y="83"/>
                          <a:pt x="149" y="83"/>
                          <a:pt x="149" y="83"/>
                        </a:cubicBezTo>
                        <a:cubicBezTo>
                          <a:pt x="149" y="84"/>
                          <a:pt x="148" y="84"/>
                          <a:pt x="148" y="84"/>
                        </a:cubicBezTo>
                        <a:cubicBezTo>
                          <a:pt x="147" y="84"/>
                          <a:pt x="146" y="83"/>
                          <a:pt x="146" y="82"/>
                        </a:cubicBezTo>
                        <a:cubicBezTo>
                          <a:pt x="146" y="81"/>
                          <a:pt x="146" y="81"/>
                          <a:pt x="146" y="81"/>
                        </a:cubicBezTo>
                        <a:cubicBezTo>
                          <a:pt x="146" y="81"/>
                          <a:pt x="146" y="81"/>
                          <a:pt x="146" y="81"/>
                        </a:cubicBezTo>
                        <a:cubicBezTo>
                          <a:pt x="145" y="81"/>
                          <a:pt x="145" y="81"/>
                          <a:pt x="145" y="81"/>
                        </a:cubicBezTo>
                        <a:cubicBezTo>
                          <a:pt x="144" y="81"/>
                          <a:pt x="144" y="81"/>
                          <a:pt x="143" y="81"/>
                        </a:cubicBezTo>
                        <a:cubicBezTo>
                          <a:pt x="143" y="81"/>
                          <a:pt x="142" y="81"/>
                          <a:pt x="142" y="81"/>
                        </a:cubicBezTo>
                        <a:cubicBezTo>
                          <a:pt x="141" y="81"/>
                          <a:pt x="142" y="82"/>
                          <a:pt x="140" y="82"/>
                        </a:cubicBezTo>
                        <a:cubicBezTo>
                          <a:pt x="139" y="82"/>
                          <a:pt x="139" y="84"/>
                          <a:pt x="139" y="84"/>
                        </a:cubicBezTo>
                        <a:cubicBezTo>
                          <a:pt x="139" y="84"/>
                          <a:pt x="138" y="86"/>
                          <a:pt x="137" y="87"/>
                        </a:cubicBezTo>
                        <a:cubicBezTo>
                          <a:pt x="137" y="88"/>
                          <a:pt x="136" y="88"/>
                          <a:pt x="136" y="88"/>
                        </a:cubicBezTo>
                        <a:cubicBezTo>
                          <a:pt x="135" y="88"/>
                          <a:pt x="134" y="87"/>
                          <a:pt x="134" y="87"/>
                        </a:cubicBezTo>
                        <a:cubicBezTo>
                          <a:pt x="133" y="87"/>
                          <a:pt x="131" y="87"/>
                          <a:pt x="130" y="87"/>
                        </a:cubicBezTo>
                        <a:cubicBezTo>
                          <a:pt x="128" y="86"/>
                          <a:pt x="128" y="84"/>
                          <a:pt x="128" y="83"/>
                        </a:cubicBezTo>
                        <a:cubicBezTo>
                          <a:pt x="127" y="82"/>
                          <a:pt x="125" y="82"/>
                          <a:pt x="125" y="82"/>
                        </a:cubicBezTo>
                        <a:cubicBezTo>
                          <a:pt x="125" y="82"/>
                          <a:pt x="126" y="80"/>
                          <a:pt x="125" y="78"/>
                        </a:cubicBezTo>
                        <a:cubicBezTo>
                          <a:pt x="124" y="77"/>
                          <a:pt x="123" y="77"/>
                          <a:pt x="121" y="75"/>
                        </a:cubicBezTo>
                        <a:cubicBezTo>
                          <a:pt x="120" y="73"/>
                          <a:pt x="122" y="73"/>
                          <a:pt x="123" y="69"/>
                        </a:cubicBezTo>
                        <a:cubicBezTo>
                          <a:pt x="123" y="68"/>
                          <a:pt x="123" y="67"/>
                          <a:pt x="123" y="67"/>
                        </a:cubicBezTo>
                        <a:cubicBezTo>
                          <a:pt x="123" y="67"/>
                          <a:pt x="123" y="68"/>
                          <a:pt x="123" y="68"/>
                        </a:cubicBezTo>
                        <a:cubicBezTo>
                          <a:pt x="123" y="68"/>
                          <a:pt x="123" y="68"/>
                          <a:pt x="124" y="68"/>
                        </a:cubicBezTo>
                        <a:cubicBezTo>
                          <a:pt x="124" y="68"/>
                          <a:pt x="124" y="68"/>
                          <a:pt x="124" y="68"/>
                        </a:cubicBezTo>
                        <a:cubicBezTo>
                          <a:pt x="125" y="67"/>
                          <a:pt x="125" y="67"/>
                          <a:pt x="126" y="66"/>
                        </a:cubicBezTo>
                        <a:cubicBezTo>
                          <a:pt x="126" y="64"/>
                          <a:pt x="126" y="64"/>
                          <a:pt x="126" y="63"/>
                        </a:cubicBezTo>
                        <a:cubicBezTo>
                          <a:pt x="126" y="62"/>
                          <a:pt x="126" y="61"/>
                          <a:pt x="129" y="60"/>
                        </a:cubicBezTo>
                        <a:cubicBezTo>
                          <a:pt x="131" y="60"/>
                          <a:pt x="131" y="59"/>
                          <a:pt x="131" y="59"/>
                        </a:cubicBezTo>
                        <a:cubicBezTo>
                          <a:pt x="131" y="59"/>
                          <a:pt x="132" y="58"/>
                          <a:pt x="134" y="55"/>
                        </a:cubicBezTo>
                        <a:cubicBezTo>
                          <a:pt x="135" y="54"/>
                          <a:pt x="135" y="53"/>
                          <a:pt x="135" y="53"/>
                        </a:cubicBezTo>
                        <a:cubicBezTo>
                          <a:pt x="135" y="53"/>
                          <a:pt x="135" y="53"/>
                          <a:pt x="135" y="53"/>
                        </a:cubicBezTo>
                        <a:cubicBezTo>
                          <a:pt x="135" y="54"/>
                          <a:pt x="135" y="54"/>
                          <a:pt x="135" y="54"/>
                        </a:cubicBezTo>
                        <a:cubicBezTo>
                          <a:pt x="135" y="54"/>
                          <a:pt x="135" y="54"/>
                          <a:pt x="136" y="53"/>
                        </a:cubicBezTo>
                        <a:cubicBezTo>
                          <a:pt x="137" y="51"/>
                          <a:pt x="136" y="53"/>
                          <a:pt x="136" y="51"/>
                        </a:cubicBezTo>
                        <a:cubicBezTo>
                          <a:pt x="137" y="49"/>
                          <a:pt x="136" y="49"/>
                          <a:pt x="136" y="48"/>
                        </a:cubicBezTo>
                        <a:cubicBezTo>
                          <a:pt x="136" y="46"/>
                          <a:pt x="136" y="46"/>
                          <a:pt x="137" y="44"/>
                        </a:cubicBezTo>
                        <a:cubicBezTo>
                          <a:pt x="137" y="43"/>
                          <a:pt x="137" y="43"/>
                          <a:pt x="137" y="43"/>
                        </a:cubicBezTo>
                        <a:cubicBezTo>
                          <a:pt x="138" y="43"/>
                          <a:pt x="138" y="43"/>
                          <a:pt x="138" y="43"/>
                        </a:cubicBezTo>
                        <a:cubicBezTo>
                          <a:pt x="138" y="43"/>
                          <a:pt x="138" y="43"/>
                          <a:pt x="138" y="43"/>
                        </a:cubicBezTo>
                        <a:cubicBezTo>
                          <a:pt x="138" y="43"/>
                          <a:pt x="138" y="43"/>
                          <a:pt x="139" y="42"/>
                        </a:cubicBezTo>
                        <a:cubicBezTo>
                          <a:pt x="139" y="41"/>
                          <a:pt x="140" y="41"/>
                          <a:pt x="140" y="41"/>
                        </a:cubicBezTo>
                        <a:cubicBezTo>
                          <a:pt x="140" y="41"/>
                          <a:pt x="139" y="42"/>
                          <a:pt x="140" y="43"/>
                        </a:cubicBezTo>
                        <a:cubicBezTo>
                          <a:pt x="142" y="44"/>
                          <a:pt x="143" y="44"/>
                          <a:pt x="144" y="44"/>
                        </a:cubicBezTo>
                        <a:cubicBezTo>
                          <a:pt x="144" y="44"/>
                          <a:pt x="144" y="44"/>
                          <a:pt x="144" y="44"/>
                        </a:cubicBezTo>
                        <a:cubicBezTo>
                          <a:pt x="146" y="44"/>
                          <a:pt x="146" y="43"/>
                          <a:pt x="149" y="40"/>
                        </a:cubicBezTo>
                        <a:cubicBezTo>
                          <a:pt x="153" y="37"/>
                          <a:pt x="151" y="39"/>
                          <a:pt x="152" y="36"/>
                        </a:cubicBezTo>
                        <a:cubicBezTo>
                          <a:pt x="154" y="34"/>
                          <a:pt x="154" y="34"/>
                          <a:pt x="155" y="32"/>
                        </a:cubicBezTo>
                        <a:cubicBezTo>
                          <a:pt x="155" y="32"/>
                          <a:pt x="155" y="31"/>
                          <a:pt x="155" y="31"/>
                        </a:cubicBezTo>
                        <a:cubicBezTo>
                          <a:pt x="139" y="31"/>
                          <a:pt x="123" y="32"/>
                          <a:pt x="106" y="32"/>
                        </a:cubicBezTo>
                        <a:cubicBezTo>
                          <a:pt x="70" y="32"/>
                          <a:pt x="35" y="31"/>
                          <a:pt x="0" y="31"/>
                        </a:cubicBezTo>
                        <a:cubicBezTo>
                          <a:pt x="0" y="34"/>
                          <a:pt x="2" y="43"/>
                          <a:pt x="2" y="46"/>
                        </a:cubicBezTo>
                        <a:cubicBezTo>
                          <a:pt x="2" y="49"/>
                          <a:pt x="4" y="49"/>
                          <a:pt x="5" y="54"/>
                        </a:cubicBezTo>
                        <a:cubicBezTo>
                          <a:pt x="6" y="59"/>
                          <a:pt x="8" y="58"/>
                          <a:pt x="11" y="63"/>
                        </a:cubicBezTo>
                        <a:cubicBezTo>
                          <a:pt x="14" y="69"/>
                          <a:pt x="16" y="70"/>
                          <a:pt x="16" y="70"/>
                        </a:cubicBezTo>
                        <a:cubicBezTo>
                          <a:pt x="21" y="74"/>
                          <a:pt x="21" y="74"/>
                          <a:pt x="21" y="74"/>
                        </a:cubicBezTo>
                        <a:cubicBezTo>
                          <a:pt x="21" y="74"/>
                          <a:pt x="22" y="74"/>
                          <a:pt x="23" y="77"/>
                        </a:cubicBezTo>
                        <a:cubicBezTo>
                          <a:pt x="24" y="80"/>
                          <a:pt x="26" y="81"/>
                          <a:pt x="27" y="83"/>
                        </a:cubicBezTo>
                        <a:cubicBezTo>
                          <a:pt x="28" y="84"/>
                          <a:pt x="28" y="84"/>
                          <a:pt x="28" y="84"/>
                        </a:cubicBezTo>
                        <a:cubicBezTo>
                          <a:pt x="35" y="90"/>
                          <a:pt x="35" y="90"/>
                          <a:pt x="35" y="90"/>
                        </a:cubicBezTo>
                        <a:cubicBezTo>
                          <a:pt x="35" y="90"/>
                          <a:pt x="38" y="90"/>
                          <a:pt x="38" y="95"/>
                        </a:cubicBezTo>
                        <a:cubicBezTo>
                          <a:pt x="38" y="99"/>
                          <a:pt x="37" y="102"/>
                          <a:pt x="39" y="104"/>
                        </a:cubicBezTo>
                        <a:cubicBezTo>
                          <a:pt x="41" y="107"/>
                          <a:pt x="45" y="109"/>
                          <a:pt x="45" y="109"/>
                        </a:cubicBezTo>
                        <a:cubicBezTo>
                          <a:pt x="45" y="109"/>
                          <a:pt x="45" y="112"/>
                          <a:pt x="45" y="113"/>
                        </a:cubicBezTo>
                        <a:cubicBezTo>
                          <a:pt x="46" y="114"/>
                          <a:pt x="60" y="121"/>
                          <a:pt x="63" y="123"/>
                        </a:cubicBezTo>
                        <a:cubicBezTo>
                          <a:pt x="65" y="125"/>
                          <a:pt x="65" y="125"/>
                          <a:pt x="67" y="128"/>
                        </a:cubicBezTo>
                        <a:cubicBezTo>
                          <a:pt x="68" y="131"/>
                          <a:pt x="70" y="134"/>
                          <a:pt x="70" y="134"/>
                        </a:cubicBezTo>
                        <a:cubicBezTo>
                          <a:pt x="70" y="134"/>
                          <a:pt x="73" y="136"/>
                          <a:pt x="75" y="137"/>
                        </a:cubicBezTo>
                        <a:cubicBezTo>
                          <a:pt x="76" y="138"/>
                          <a:pt x="78" y="140"/>
                          <a:pt x="80" y="141"/>
                        </a:cubicBezTo>
                        <a:cubicBezTo>
                          <a:pt x="82" y="143"/>
                          <a:pt x="86" y="145"/>
                          <a:pt x="86" y="145"/>
                        </a:cubicBezTo>
                        <a:cubicBezTo>
                          <a:pt x="86" y="145"/>
                          <a:pt x="90" y="147"/>
                          <a:pt x="91" y="148"/>
                        </a:cubicBezTo>
                        <a:cubicBezTo>
                          <a:pt x="92" y="149"/>
                          <a:pt x="99" y="152"/>
                          <a:pt x="101" y="152"/>
                        </a:cubicBezTo>
                        <a:cubicBezTo>
                          <a:pt x="102" y="152"/>
                          <a:pt x="102" y="152"/>
                          <a:pt x="102" y="152"/>
                        </a:cubicBezTo>
                        <a:cubicBezTo>
                          <a:pt x="104" y="151"/>
                          <a:pt x="106" y="148"/>
                          <a:pt x="106" y="148"/>
                        </a:cubicBezTo>
                        <a:cubicBezTo>
                          <a:pt x="106" y="148"/>
                          <a:pt x="108" y="148"/>
                          <a:pt x="110" y="147"/>
                        </a:cubicBezTo>
                        <a:cubicBezTo>
                          <a:pt x="111" y="147"/>
                          <a:pt x="111" y="147"/>
                          <a:pt x="111" y="147"/>
                        </a:cubicBezTo>
                        <a:cubicBezTo>
                          <a:pt x="111" y="147"/>
                          <a:pt x="111" y="147"/>
                          <a:pt x="111" y="147"/>
                        </a:cubicBezTo>
                        <a:cubicBezTo>
                          <a:pt x="111" y="147"/>
                          <a:pt x="110" y="147"/>
                          <a:pt x="111" y="147"/>
                        </a:cubicBezTo>
                        <a:cubicBezTo>
                          <a:pt x="111" y="147"/>
                          <a:pt x="111" y="147"/>
                          <a:pt x="113" y="146"/>
                        </a:cubicBezTo>
                        <a:cubicBezTo>
                          <a:pt x="117" y="143"/>
                          <a:pt x="118" y="143"/>
                          <a:pt x="120" y="142"/>
                        </a:cubicBezTo>
                        <a:cubicBezTo>
                          <a:pt x="122" y="141"/>
                          <a:pt x="124" y="141"/>
                          <a:pt x="124" y="141"/>
                        </a:cubicBezTo>
                        <a:cubicBezTo>
                          <a:pt x="124" y="141"/>
                          <a:pt x="134" y="142"/>
                          <a:pt x="140" y="142"/>
                        </a:cubicBezTo>
                        <a:cubicBezTo>
                          <a:pt x="143" y="142"/>
                          <a:pt x="145" y="142"/>
                          <a:pt x="147" y="142"/>
                        </a:cubicBezTo>
                        <a:cubicBezTo>
                          <a:pt x="148" y="142"/>
                          <a:pt x="149" y="142"/>
                          <a:pt x="150" y="143"/>
                        </a:cubicBezTo>
                        <a:cubicBezTo>
                          <a:pt x="151" y="145"/>
                          <a:pt x="153" y="146"/>
                          <a:pt x="154" y="147"/>
                        </a:cubicBezTo>
                        <a:cubicBezTo>
                          <a:pt x="155" y="147"/>
                          <a:pt x="157" y="148"/>
                          <a:pt x="158" y="148"/>
                        </a:cubicBezTo>
                        <a:cubicBezTo>
                          <a:pt x="159" y="148"/>
                          <a:pt x="159" y="148"/>
                          <a:pt x="159" y="148"/>
                        </a:cubicBezTo>
                        <a:cubicBezTo>
                          <a:pt x="161" y="147"/>
                          <a:pt x="163" y="147"/>
                          <a:pt x="164" y="145"/>
                        </a:cubicBezTo>
                        <a:cubicBezTo>
                          <a:pt x="166" y="143"/>
                          <a:pt x="161" y="144"/>
                          <a:pt x="166" y="143"/>
                        </a:cubicBezTo>
                        <a:cubicBezTo>
                          <a:pt x="170" y="142"/>
                          <a:pt x="170" y="143"/>
                          <a:pt x="173" y="142"/>
                        </a:cubicBezTo>
                        <a:cubicBezTo>
                          <a:pt x="175" y="141"/>
                          <a:pt x="181" y="139"/>
                          <a:pt x="183" y="137"/>
                        </a:cubicBezTo>
                        <a:cubicBezTo>
                          <a:pt x="185" y="136"/>
                          <a:pt x="188" y="135"/>
                          <a:pt x="188" y="135"/>
                        </a:cubicBezTo>
                        <a:cubicBezTo>
                          <a:pt x="188" y="135"/>
                          <a:pt x="193" y="132"/>
                          <a:pt x="196" y="130"/>
                        </a:cubicBezTo>
                        <a:cubicBezTo>
                          <a:pt x="198" y="128"/>
                          <a:pt x="200" y="128"/>
                          <a:pt x="205" y="128"/>
                        </a:cubicBezTo>
                        <a:cubicBezTo>
                          <a:pt x="208" y="128"/>
                          <a:pt x="210" y="127"/>
                          <a:pt x="212" y="127"/>
                        </a:cubicBezTo>
                        <a:cubicBezTo>
                          <a:pt x="213" y="127"/>
                          <a:pt x="213" y="127"/>
                          <a:pt x="214" y="127"/>
                        </a:cubicBezTo>
                        <a:cubicBezTo>
                          <a:pt x="217" y="128"/>
                          <a:pt x="226" y="127"/>
                          <a:pt x="227" y="128"/>
                        </a:cubicBezTo>
                        <a:cubicBezTo>
                          <a:pt x="228" y="128"/>
                          <a:pt x="233" y="130"/>
                          <a:pt x="233" y="130"/>
                        </a:cubicBezTo>
                        <a:cubicBezTo>
                          <a:pt x="233" y="130"/>
                          <a:pt x="235" y="131"/>
                          <a:pt x="235" y="133"/>
                        </a:cubicBezTo>
                        <a:cubicBezTo>
                          <a:pt x="235" y="136"/>
                          <a:pt x="236" y="138"/>
                          <a:pt x="236" y="138"/>
                        </a:cubicBezTo>
                        <a:cubicBezTo>
                          <a:pt x="236" y="138"/>
                          <a:pt x="237" y="139"/>
                          <a:pt x="238" y="140"/>
                        </a:cubicBezTo>
                        <a:cubicBezTo>
                          <a:pt x="238" y="142"/>
                          <a:pt x="239" y="143"/>
                          <a:pt x="239" y="145"/>
                        </a:cubicBezTo>
                        <a:cubicBezTo>
                          <a:pt x="239" y="147"/>
                          <a:pt x="238" y="148"/>
                          <a:pt x="241" y="150"/>
                        </a:cubicBezTo>
                        <a:cubicBezTo>
                          <a:pt x="243" y="151"/>
                          <a:pt x="245" y="153"/>
                          <a:pt x="248" y="153"/>
                        </a:cubicBezTo>
                        <a:cubicBezTo>
                          <a:pt x="251" y="153"/>
                          <a:pt x="258" y="153"/>
                          <a:pt x="260" y="151"/>
                        </a:cubicBezTo>
                        <a:cubicBezTo>
                          <a:pt x="261" y="150"/>
                          <a:pt x="258" y="150"/>
                          <a:pt x="261" y="150"/>
                        </a:cubicBezTo>
                        <a:cubicBezTo>
                          <a:pt x="262" y="150"/>
                          <a:pt x="262" y="150"/>
                          <a:pt x="263" y="150"/>
                        </a:cubicBezTo>
                        <a:cubicBezTo>
                          <a:pt x="263" y="150"/>
                          <a:pt x="264" y="150"/>
                          <a:pt x="265" y="150"/>
                        </a:cubicBezTo>
                        <a:cubicBezTo>
                          <a:pt x="265" y="150"/>
                          <a:pt x="266" y="150"/>
                          <a:pt x="266" y="150"/>
                        </a:cubicBezTo>
                        <a:cubicBezTo>
                          <a:pt x="266" y="150"/>
                          <a:pt x="267" y="150"/>
                          <a:pt x="267" y="150"/>
                        </a:cubicBezTo>
                        <a:cubicBezTo>
                          <a:pt x="269" y="149"/>
                          <a:pt x="269" y="149"/>
                          <a:pt x="269" y="149"/>
                        </a:cubicBezTo>
                        <a:cubicBezTo>
                          <a:pt x="269" y="149"/>
                          <a:pt x="271" y="147"/>
                          <a:pt x="272" y="147"/>
                        </a:cubicBezTo>
                        <a:cubicBezTo>
                          <a:pt x="273" y="147"/>
                          <a:pt x="273" y="147"/>
                          <a:pt x="273" y="147"/>
                        </a:cubicBezTo>
                        <a:cubicBezTo>
                          <a:pt x="275" y="148"/>
                          <a:pt x="277" y="150"/>
                          <a:pt x="277" y="151"/>
                        </a:cubicBezTo>
                        <a:cubicBezTo>
                          <a:pt x="277" y="152"/>
                          <a:pt x="277" y="152"/>
                          <a:pt x="277" y="152"/>
                        </a:cubicBezTo>
                        <a:cubicBezTo>
                          <a:pt x="277" y="152"/>
                          <a:pt x="280" y="157"/>
                          <a:pt x="282" y="159"/>
                        </a:cubicBezTo>
                        <a:cubicBezTo>
                          <a:pt x="284" y="160"/>
                          <a:pt x="285" y="163"/>
                          <a:pt x="285" y="163"/>
                        </a:cubicBezTo>
                        <a:cubicBezTo>
                          <a:pt x="285" y="163"/>
                          <a:pt x="286" y="165"/>
                          <a:pt x="285" y="169"/>
                        </a:cubicBezTo>
                        <a:cubicBezTo>
                          <a:pt x="285" y="173"/>
                          <a:pt x="285" y="173"/>
                          <a:pt x="285" y="175"/>
                        </a:cubicBezTo>
                        <a:cubicBezTo>
                          <a:pt x="285" y="177"/>
                          <a:pt x="282" y="182"/>
                          <a:pt x="281" y="183"/>
                        </a:cubicBezTo>
                        <a:cubicBezTo>
                          <a:pt x="279" y="185"/>
                          <a:pt x="278" y="186"/>
                          <a:pt x="279" y="188"/>
                        </a:cubicBezTo>
                        <a:cubicBezTo>
                          <a:pt x="281" y="191"/>
                          <a:pt x="278" y="189"/>
                          <a:pt x="281" y="191"/>
                        </a:cubicBezTo>
                        <a:cubicBezTo>
                          <a:pt x="281" y="192"/>
                          <a:pt x="282" y="192"/>
                          <a:pt x="282" y="192"/>
                        </a:cubicBezTo>
                        <a:cubicBezTo>
                          <a:pt x="283" y="192"/>
                          <a:pt x="283" y="192"/>
                          <a:pt x="283" y="192"/>
                        </a:cubicBezTo>
                        <a:cubicBezTo>
                          <a:pt x="283" y="192"/>
                          <a:pt x="283" y="192"/>
                          <a:pt x="283" y="192"/>
                        </a:cubicBezTo>
                        <a:cubicBezTo>
                          <a:pt x="283" y="192"/>
                          <a:pt x="283" y="192"/>
                          <a:pt x="283" y="193"/>
                        </a:cubicBezTo>
                        <a:cubicBezTo>
                          <a:pt x="283" y="196"/>
                          <a:pt x="283" y="196"/>
                          <a:pt x="283" y="196"/>
                        </a:cubicBezTo>
                        <a:cubicBezTo>
                          <a:pt x="280" y="200"/>
                          <a:pt x="279" y="201"/>
                          <a:pt x="279" y="204"/>
                        </a:cubicBezTo>
                        <a:cubicBezTo>
                          <a:pt x="279" y="206"/>
                          <a:pt x="283" y="204"/>
                          <a:pt x="279" y="206"/>
                        </a:cubicBezTo>
                        <a:cubicBezTo>
                          <a:pt x="275" y="208"/>
                          <a:pt x="275" y="208"/>
                          <a:pt x="275" y="208"/>
                        </a:cubicBezTo>
                        <a:cubicBezTo>
                          <a:pt x="275" y="208"/>
                          <a:pt x="275" y="210"/>
                          <a:pt x="275" y="215"/>
                        </a:cubicBezTo>
                        <a:cubicBezTo>
                          <a:pt x="275" y="220"/>
                          <a:pt x="277" y="219"/>
                          <a:pt x="278" y="223"/>
                        </a:cubicBezTo>
                        <a:cubicBezTo>
                          <a:pt x="280" y="227"/>
                          <a:pt x="280" y="228"/>
                          <a:pt x="281" y="231"/>
                        </a:cubicBezTo>
                        <a:cubicBezTo>
                          <a:pt x="282" y="233"/>
                          <a:pt x="286" y="234"/>
                          <a:pt x="288" y="236"/>
                        </a:cubicBezTo>
                        <a:cubicBezTo>
                          <a:pt x="290" y="238"/>
                          <a:pt x="298" y="243"/>
                          <a:pt x="298" y="243"/>
                        </a:cubicBezTo>
                        <a:cubicBezTo>
                          <a:pt x="298" y="243"/>
                          <a:pt x="301" y="247"/>
                          <a:pt x="302" y="251"/>
                        </a:cubicBezTo>
                        <a:cubicBezTo>
                          <a:pt x="303" y="255"/>
                          <a:pt x="304" y="258"/>
                          <a:pt x="304" y="258"/>
                        </a:cubicBezTo>
                        <a:cubicBezTo>
                          <a:pt x="306" y="260"/>
                          <a:pt x="306" y="260"/>
                          <a:pt x="306" y="260"/>
                        </a:cubicBezTo>
                        <a:cubicBezTo>
                          <a:pt x="306" y="260"/>
                          <a:pt x="309" y="268"/>
                          <a:pt x="309" y="272"/>
                        </a:cubicBezTo>
                        <a:cubicBezTo>
                          <a:pt x="309" y="275"/>
                          <a:pt x="306" y="275"/>
                          <a:pt x="309" y="278"/>
                        </a:cubicBezTo>
                        <a:cubicBezTo>
                          <a:pt x="312" y="281"/>
                          <a:pt x="310" y="278"/>
                          <a:pt x="312" y="281"/>
                        </a:cubicBezTo>
                        <a:cubicBezTo>
                          <a:pt x="313" y="283"/>
                          <a:pt x="313" y="285"/>
                          <a:pt x="313" y="287"/>
                        </a:cubicBezTo>
                        <a:cubicBezTo>
                          <a:pt x="313" y="289"/>
                          <a:pt x="315" y="291"/>
                          <a:pt x="315" y="291"/>
                        </a:cubicBezTo>
                        <a:cubicBezTo>
                          <a:pt x="315" y="291"/>
                          <a:pt x="316" y="291"/>
                          <a:pt x="317" y="291"/>
                        </a:cubicBezTo>
                        <a:cubicBezTo>
                          <a:pt x="318" y="291"/>
                          <a:pt x="319" y="292"/>
                          <a:pt x="319" y="294"/>
                        </a:cubicBezTo>
                        <a:cubicBezTo>
                          <a:pt x="320" y="297"/>
                          <a:pt x="321" y="297"/>
                          <a:pt x="319" y="299"/>
                        </a:cubicBezTo>
                        <a:cubicBezTo>
                          <a:pt x="319" y="299"/>
                          <a:pt x="319" y="300"/>
                          <a:pt x="319" y="300"/>
                        </a:cubicBezTo>
                        <a:cubicBezTo>
                          <a:pt x="318" y="300"/>
                          <a:pt x="318" y="299"/>
                          <a:pt x="318" y="299"/>
                        </a:cubicBezTo>
                        <a:cubicBezTo>
                          <a:pt x="317" y="299"/>
                          <a:pt x="317" y="299"/>
                          <a:pt x="317" y="299"/>
                        </a:cubicBezTo>
                        <a:cubicBezTo>
                          <a:pt x="316" y="299"/>
                          <a:pt x="316" y="300"/>
                          <a:pt x="315" y="302"/>
                        </a:cubicBezTo>
                        <a:cubicBezTo>
                          <a:pt x="314" y="309"/>
                          <a:pt x="314" y="309"/>
                          <a:pt x="314" y="309"/>
                        </a:cubicBezTo>
                        <a:cubicBezTo>
                          <a:pt x="317" y="315"/>
                          <a:pt x="317" y="315"/>
                          <a:pt x="317" y="315"/>
                        </a:cubicBezTo>
                        <a:cubicBezTo>
                          <a:pt x="317" y="315"/>
                          <a:pt x="321" y="321"/>
                          <a:pt x="321" y="323"/>
                        </a:cubicBezTo>
                        <a:cubicBezTo>
                          <a:pt x="321" y="325"/>
                          <a:pt x="321" y="329"/>
                          <a:pt x="321" y="331"/>
                        </a:cubicBezTo>
                        <a:cubicBezTo>
                          <a:pt x="322" y="333"/>
                          <a:pt x="323" y="331"/>
                          <a:pt x="322" y="337"/>
                        </a:cubicBezTo>
                        <a:cubicBezTo>
                          <a:pt x="321" y="342"/>
                          <a:pt x="315" y="343"/>
                          <a:pt x="314" y="344"/>
                        </a:cubicBezTo>
                        <a:cubicBezTo>
                          <a:pt x="314" y="346"/>
                          <a:pt x="308" y="360"/>
                          <a:pt x="306" y="364"/>
                        </a:cubicBezTo>
                        <a:cubicBezTo>
                          <a:pt x="305" y="368"/>
                          <a:pt x="305" y="368"/>
                          <a:pt x="302" y="373"/>
                        </a:cubicBezTo>
                        <a:cubicBezTo>
                          <a:pt x="299" y="378"/>
                          <a:pt x="295" y="374"/>
                          <a:pt x="296" y="378"/>
                        </a:cubicBezTo>
                        <a:cubicBezTo>
                          <a:pt x="297" y="383"/>
                          <a:pt x="297" y="383"/>
                          <a:pt x="297" y="387"/>
                        </a:cubicBezTo>
                        <a:cubicBezTo>
                          <a:pt x="297" y="390"/>
                          <a:pt x="297" y="400"/>
                          <a:pt x="298" y="405"/>
                        </a:cubicBezTo>
                        <a:cubicBezTo>
                          <a:pt x="298" y="410"/>
                          <a:pt x="301" y="412"/>
                          <a:pt x="303" y="417"/>
                        </a:cubicBezTo>
                        <a:cubicBezTo>
                          <a:pt x="305" y="421"/>
                          <a:pt x="308" y="424"/>
                          <a:pt x="309" y="425"/>
                        </a:cubicBezTo>
                        <a:cubicBezTo>
                          <a:pt x="309" y="426"/>
                          <a:pt x="314" y="434"/>
                          <a:pt x="316" y="439"/>
                        </a:cubicBezTo>
                        <a:cubicBezTo>
                          <a:pt x="319" y="444"/>
                          <a:pt x="321" y="442"/>
                          <a:pt x="321" y="448"/>
                        </a:cubicBezTo>
                        <a:cubicBezTo>
                          <a:pt x="321" y="453"/>
                          <a:pt x="320" y="457"/>
                          <a:pt x="320" y="460"/>
                        </a:cubicBezTo>
                        <a:cubicBezTo>
                          <a:pt x="320" y="462"/>
                          <a:pt x="322" y="468"/>
                          <a:pt x="322" y="468"/>
                        </a:cubicBezTo>
                        <a:cubicBezTo>
                          <a:pt x="322" y="468"/>
                          <a:pt x="324" y="485"/>
                          <a:pt x="326" y="488"/>
                        </a:cubicBezTo>
                        <a:cubicBezTo>
                          <a:pt x="328" y="492"/>
                          <a:pt x="331" y="497"/>
                          <a:pt x="334" y="498"/>
                        </a:cubicBezTo>
                        <a:cubicBezTo>
                          <a:pt x="335" y="499"/>
                          <a:pt x="335" y="499"/>
                          <a:pt x="335" y="499"/>
                        </a:cubicBezTo>
                        <a:cubicBezTo>
                          <a:pt x="336" y="499"/>
                          <a:pt x="336" y="498"/>
                          <a:pt x="337" y="498"/>
                        </a:cubicBezTo>
                        <a:cubicBezTo>
                          <a:pt x="337" y="498"/>
                          <a:pt x="337" y="497"/>
                          <a:pt x="337" y="497"/>
                        </a:cubicBezTo>
                        <a:cubicBezTo>
                          <a:pt x="337" y="497"/>
                          <a:pt x="337" y="498"/>
                          <a:pt x="338" y="500"/>
                        </a:cubicBezTo>
                        <a:cubicBezTo>
                          <a:pt x="338" y="505"/>
                          <a:pt x="338" y="503"/>
                          <a:pt x="339" y="508"/>
                        </a:cubicBezTo>
                        <a:cubicBezTo>
                          <a:pt x="340" y="512"/>
                          <a:pt x="341" y="513"/>
                          <a:pt x="343" y="515"/>
                        </a:cubicBezTo>
                        <a:cubicBezTo>
                          <a:pt x="345" y="517"/>
                          <a:pt x="345" y="518"/>
                          <a:pt x="346" y="521"/>
                        </a:cubicBezTo>
                        <a:cubicBezTo>
                          <a:pt x="347" y="524"/>
                          <a:pt x="350" y="524"/>
                          <a:pt x="348" y="526"/>
                        </a:cubicBezTo>
                        <a:cubicBezTo>
                          <a:pt x="346" y="529"/>
                          <a:pt x="343" y="529"/>
                          <a:pt x="343" y="530"/>
                        </a:cubicBezTo>
                        <a:cubicBezTo>
                          <a:pt x="343" y="531"/>
                          <a:pt x="343" y="531"/>
                          <a:pt x="343" y="531"/>
                        </a:cubicBezTo>
                        <a:cubicBezTo>
                          <a:pt x="343" y="531"/>
                          <a:pt x="342" y="531"/>
                          <a:pt x="342" y="530"/>
                        </a:cubicBezTo>
                        <a:cubicBezTo>
                          <a:pt x="342" y="530"/>
                          <a:pt x="342" y="530"/>
                          <a:pt x="342" y="530"/>
                        </a:cubicBezTo>
                        <a:cubicBezTo>
                          <a:pt x="342" y="530"/>
                          <a:pt x="342" y="531"/>
                          <a:pt x="343" y="532"/>
                        </a:cubicBezTo>
                        <a:cubicBezTo>
                          <a:pt x="345" y="535"/>
                          <a:pt x="345" y="535"/>
                          <a:pt x="345" y="535"/>
                        </a:cubicBezTo>
                        <a:cubicBezTo>
                          <a:pt x="345" y="535"/>
                          <a:pt x="349" y="535"/>
                          <a:pt x="348" y="538"/>
                        </a:cubicBezTo>
                        <a:cubicBezTo>
                          <a:pt x="347" y="540"/>
                          <a:pt x="348" y="538"/>
                          <a:pt x="347" y="540"/>
                        </a:cubicBezTo>
                        <a:cubicBezTo>
                          <a:pt x="345" y="542"/>
                          <a:pt x="344" y="545"/>
                          <a:pt x="344" y="545"/>
                        </a:cubicBezTo>
                        <a:cubicBezTo>
                          <a:pt x="344" y="545"/>
                          <a:pt x="345" y="547"/>
                          <a:pt x="349" y="547"/>
                        </a:cubicBezTo>
                        <a:cubicBezTo>
                          <a:pt x="350" y="547"/>
                          <a:pt x="352" y="547"/>
                          <a:pt x="354" y="547"/>
                        </a:cubicBezTo>
                        <a:cubicBezTo>
                          <a:pt x="354" y="547"/>
                          <a:pt x="356" y="548"/>
                          <a:pt x="359" y="548"/>
                        </a:cubicBezTo>
                        <a:cubicBezTo>
                          <a:pt x="363" y="548"/>
                          <a:pt x="365" y="547"/>
                          <a:pt x="367" y="546"/>
                        </a:cubicBezTo>
                        <a:cubicBezTo>
                          <a:pt x="369" y="545"/>
                          <a:pt x="371" y="543"/>
                          <a:pt x="373" y="543"/>
                        </a:cubicBezTo>
                        <a:cubicBezTo>
                          <a:pt x="374" y="543"/>
                          <a:pt x="374" y="543"/>
                          <a:pt x="376" y="543"/>
                        </a:cubicBezTo>
                        <a:cubicBezTo>
                          <a:pt x="377" y="543"/>
                          <a:pt x="378" y="543"/>
                          <a:pt x="379" y="543"/>
                        </a:cubicBezTo>
                        <a:cubicBezTo>
                          <a:pt x="383" y="541"/>
                          <a:pt x="383" y="541"/>
                          <a:pt x="383" y="541"/>
                        </a:cubicBezTo>
                        <a:cubicBezTo>
                          <a:pt x="383" y="541"/>
                          <a:pt x="388" y="538"/>
                          <a:pt x="392" y="537"/>
                        </a:cubicBezTo>
                        <a:cubicBezTo>
                          <a:pt x="396" y="537"/>
                          <a:pt x="399" y="535"/>
                          <a:pt x="401" y="535"/>
                        </a:cubicBezTo>
                        <a:cubicBezTo>
                          <a:pt x="402" y="535"/>
                          <a:pt x="402" y="538"/>
                          <a:pt x="404" y="538"/>
                        </a:cubicBezTo>
                        <a:cubicBezTo>
                          <a:pt x="404" y="538"/>
                          <a:pt x="404" y="538"/>
                          <a:pt x="404" y="538"/>
                        </a:cubicBezTo>
                        <a:cubicBezTo>
                          <a:pt x="407" y="537"/>
                          <a:pt x="411" y="535"/>
                          <a:pt x="411" y="535"/>
                        </a:cubicBezTo>
                        <a:cubicBezTo>
                          <a:pt x="411" y="535"/>
                          <a:pt x="415" y="534"/>
                          <a:pt x="416" y="533"/>
                        </a:cubicBezTo>
                        <a:cubicBezTo>
                          <a:pt x="417" y="533"/>
                          <a:pt x="420" y="532"/>
                          <a:pt x="421" y="532"/>
                        </a:cubicBezTo>
                        <a:cubicBezTo>
                          <a:pt x="423" y="532"/>
                          <a:pt x="429" y="532"/>
                          <a:pt x="431" y="529"/>
                        </a:cubicBezTo>
                        <a:cubicBezTo>
                          <a:pt x="434" y="526"/>
                          <a:pt x="463" y="499"/>
                          <a:pt x="466" y="496"/>
                        </a:cubicBezTo>
                        <a:cubicBezTo>
                          <a:pt x="468" y="492"/>
                          <a:pt x="468" y="491"/>
                          <a:pt x="471" y="487"/>
                        </a:cubicBezTo>
                        <a:cubicBezTo>
                          <a:pt x="474" y="483"/>
                          <a:pt x="477" y="482"/>
                          <a:pt x="479" y="479"/>
                        </a:cubicBezTo>
                        <a:cubicBezTo>
                          <a:pt x="480" y="475"/>
                          <a:pt x="482" y="475"/>
                          <a:pt x="483" y="470"/>
                        </a:cubicBezTo>
                        <a:cubicBezTo>
                          <a:pt x="483" y="466"/>
                          <a:pt x="484" y="459"/>
                          <a:pt x="484" y="459"/>
                        </a:cubicBezTo>
                        <a:cubicBezTo>
                          <a:pt x="484" y="459"/>
                          <a:pt x="487" y="457"/>
                          <a:pt x="490" y="455"/>
                        </a:cubicBezTo>
                        <a:cubicBezTo>
                          <a:pt x="493" y="453"/>
                          <a:pt x="500" y="449"/>
                          <a:pt x="502" y="448"/>
                        </a:cubicBezTo>
                        <a:cubicBezTo>
                          <a:pt x="503" y="447"/>
                          <a:pt x="506" y="445"/>
                          <a:pt x="508" y="443"/>
                        </a:cubicBezTo>
                        <a:cubicBezTo>
                          <a:pt x="510" y="442"/>
                          <a:pt x="513" y="440"/>
                          <a:pt x="513" y="438"/>
                        </a:cubicBezTo>
                        <a:cubicBezTo>
                          <a:pt x="514" y="435"/>
                          <a:pt x="514" y="431"/>
                          <a:pt x="515" y="429"/>
                        </a:cubicBezTo>
                        <a:cubicBezTo>
                          <a:pt x="516" y="427"/>
                          <a:pt x="518" y="424"/>
                          <a:pt x="518" y="423"/>
                        </a:cubicBezTo>
                        <a:cubicBezTo>
                          <a:pt x="519" y="422"/>
                          <a:pt x="520" y="420"/>
                          <a:pt x="518" y="419"/>
                        </a:cubicBezTo>
                        <a:cubicBezTo>
                          <a:pt x="517" y="417"/>
                          <a:pt x="516" y="416"/>
                          <a:pt x="516" y="415"/>
                        </a:cubicBezTo>
                        <a:cubicBezTo>
                          <a:pt x="516" y="413"/>
                          <a:pt x="516" y="411"/>
                          <a:pt x="516" y="411"/>
                        </a:cubicBezTo>
                        <a:cubicBezTo>
                          <a:pt x="516" y="411"/>
                          <a:pt x="512" y="410"/>
                          <a:pt x="512" y="408"/>
                        </a:cubicBezTo>
                        <a:cubicBezTo>
                          <a:pt x="512" y="407"/>
                          <a:pt x="513" y="401"/>
                          <a:pt x="513" y="401"/>
                        </a:cubicBezTo>
                        <a:cubicBezTo>
                          <a:pt x="513" y="401"/>
                          <a:pt x="520" y="393"/>
                          <a:pt x="526" y="387"/>
                        </a:cubicBezTo>
                        <a:cubicBezTo>
                          <a:pt x="532" y="382"/>
                          <a:pt x="534" y="380"/>
                          <a:pt x="539" y="376"/>
                        </a:cubicBezTo>
                        <a:cubicBezTo>
                          <a:pt x="545" y="372"/>
                          <a:pt x="542" y="374"/>
                          <a:pt x="545" y="372"/>
                        </a:cubicBezTo>
                        <a:cubicBezTo>
                          <a:pt x="549" y="369"/>
                          <a:pt x="557" y="367"/>
                          <a:pt x="557" y="367"/>
                        </a:cubicBezTo>
                        <a:cubicBezTo>
                          <a:pt x="557" y="367"/>
                          <a:pt x="564" y="357"/>
                          <a:pt x="567" y="353"/>
                        </a:cubicBezTo>
                        <a:cubicBezTo>
                          <a:pt x="570" y="350"/>
                          <a:pt x="574" y="345"/>
                          <a:pt x="574" y="342"/>
                        </a:cubicBezTo>
                        <a:cubicBezTo>
                          <a:pt x="574" y="338"/>
                          <a:pt x="571" y="335"/>
                          <a:pt x="573" y="332"/>
                        </a:cubicBezTo>
                        <a:cubicBezTo>
                          <a:pt x="574" y="328"/>
                          <a:pt x="575" y="311"/>
                          <a:pt x="576" y="309"/>
                        </a:cubicBezTo>
                        <a:cubicBezTo>
                          <a:pt x="576" y="307"/>
                          <a:pt x="583" y="302"/>
                          <a:pt x="579" y="300"/>
                        </a:cubicBezTo>
                        <a:cubicBezTo>
                          <a:pt x="575" y="297"/>
                          <a:pt x="571" y="294"/>
                          <a:pt x="571" y="290"/>
                        </a:cubicBezTo>
                        <a:cubicBezTo>
                          <a:pt x="571" y="285"/>
                          <a:pt x="570" y="281"/>
                          <a:pt x="570" y="279"/>
                        </a:cubicBezTo>
                        <a:cubicBezTo>
                          <a:pt x="570" y="278"/>
                          <a:pt x="571" y="274"/>
                          <a:pt x="571" y="274"/>
                        </a:cubicBezTo>
                        <a:cubicBezTo>
                          <a:pt x="571" y="274"/>
                          <a:pt x="573" y="269"/>
                          <a:pt x="573" y="268"/>
                        </a:cubicBezTo>
                        <a:cubicBezTo>
                          <a:pt x="573" y="267"/>
                          <a:pt x="572" y="262"/>
                          <a:pt x="572" y="262"/>
                        </a:cubicBezTo>
                        <a:cubicBezTo>
                          <a:pt x="572" y="262"/>
                          <a:pt x="575" y="260"/>
                          <a:pt x="575" y="259"/>
                        </a:cubicBezTo>
                        <a:cubicBezTo>
                          <a:pt x="575" y="257"/>
                          <a:pt x="572" y="255"/>
                          <a:pt x="572" y="255"/>
                        </a:cubicBezTo>
                        <a:cubicBezTo>
                          <a:pt x="572" y="255"/>
                          <a:pt x="569" y="252"/>
                          <a:pt x="571" y="250"/>
                        </a:cubicBezTo>
                        <a:cubicBezTo>
                          <a:pt x="572" y="249"/>
                          <a:pt x="575" y="248"/>
                          <a:pt x="575" y="248"/>
                        </a:cubicBezTo>
                        <a:cubicBezTo>
                          <a:pt x="577" y="245"/>
                          <a:pt x="577" y="239"/>
                          <a:pt x="577" y="239"/>
                        </a:cubicBezTo>
                        <a:cubicBezTo>
                          <a:pt x="578" y="234"/>
                          <a:pt x="578" y="234"/>
                          <a:pt x="578" y="234"/>
                        </a:cubicBezTo>
                        <a:cubicBezTo>
                          <a:pt x="578" y="234"/>
                          <a:pt x="588" y="212"/>
                          <a:pt x="597" y="205"/>
                        </a:cubicBezTo>
                        <a:cubicBezTo>
                          <a:pt x="606" y="199"/>
                          <a:pt x="619" y="172"/>
                          <a:pt x="625" y="168"/>
                        </a:cubicBezTo>
                        <a:cubicBezTo>
                          <a:pt x="631" y="163"/>
                          <a:pt x="636" y="161"/>
                          <a:pt x="642" y="154"/>
                        </a:cubicBezTo>
                        <a:cubicBezTo>
                          <a:pt x="648" y="147"/>
                          <a:pt x="652" y="138"/>
                          <a:pt x="652" y="138"/>
                        </a:cubicBezTo>
                        <a:cubicBezTo>
                          <a:pt x="652" y="138"/>
                          <a:pt x="664" y="112"/>
                          <a:pt x="667" y="108"/>
                        </a:cubicBezTo>
                        <a:cubicBezTo>
                          <a:pt x="669" y="104"/>
                          <a:pt x="674" y="96"/>
                          <a:pt x="676" y="93"/>
                        </a:cubicBezTo>
                        <a:cubicBezTo>
                          <a:pt x="677" y="90"/>
                          <a:pt x="680" y="81"/>
                          <a:pt x="681" y="78"/>
                        </a:cubicBezTo>
                        <a:cubicBezTo>
                          <a:pt x="682" y="75"/>
                          <a:pt x="679" y="73"/>
                          <a:pt x="679" y="72"/>
                        </a:cubicBezTo>
                        <a:cubicBezTo>
                          <a:pt x="679" y="70"/>
                          <a:pt x="679" y="68"/>
                          <a:pt x="681" y="67"/>
                        </a:cubicBezTo>
                        <a:cubicBezTo>
                          <a:pt x="682" y="67"/>
                          <a:pt x="682" y="63"/>
                          <a:pt x="682" y="63"/>
                        </a:cubicBezTo>
                        <a:cubicBezTo>
                          <a:pt x="680" y="62"/>
                          <a:pt x="680" y="62"/>
                          <a:pt x="680" y="62"/>
                        </a:cubicBezTo>
                        <a:cubicBezTo>
                          <a:pt x="680" y="56"/>
                          <a:pt x="680" y="56"/>
                          <a:pt x="680" y="56"/>
                        </a:cubicBezTo>
                        <a:cubicBezTo>
                          <a:pt x="679" y="51"/>
                          <a:pt x="679" y="51"/>
                          <a:pt x="679" y="51"/>
                        </a:cubicBezTo>
                        <a:cubicBezTo>
                          <a:pt x="679" y="51"/>
                          <a:pt x="678" y="50"/>
                          <a:pt x="677" y="50"/>
                        </a:cubicBezTo>
                        <a:cubicBezTo>
                          <a:pt x="676" y="50"/>
                          <a:pt x="675" y="50"/>
                          <a:pt x="675" y="51"/>
                        </a:cubicBezTo>
                        <a:cubicBezTo>
                          <a:pt x="672" y="55"/>
                          <a:pt x="669" y="57"/>
                          <a:pt x="669" y="57"/>
                        </a:cubicBezTo>
                        <a:cubicBezTo>
                          <a:pt x="669" y="57"/>
                          <a:pt x="665" y="58"/>
                          <a:pt x="661" y="58"/>
                        </a:cubicBezTo>
                        <a:cubicBezTo>
                          <a:pt x="657" y="58"/>
                          <a:pt x="654" y="58"/>
                          <a:pt x="651" y="59"/>
                        </a:cubicBezTo>
                        <a:cubicBezTo>
                          <a:pt x="648" y="61"/>
                          <a:pt x="644" y="63"/>
                          <a:pt x="644" y="63"/>
                        </a:cubicBezTo>
                        <a:cubicBezTo>
                          <a:pt x="644" y="63"/>
                          <a:pt x="643" y="63"/>
                          <a:pt x="642" y="63"/>
                        </a:cubicBezTo>
                        <a:cubicBezTo>
                          <a:pt x="641" y="63"/>
                          <a:pt x="641" y="63"/>
                          <a:pt x="640" y="63"/>
                        </a:cubicBezTo>
                        <a:cubicBezTo>
                          <a:pt x="638" y="64"/>
                          <a:pt x="634" y="67"/>
                          <a:pt x="634" y="67"/>
                        </a:cubicBezTo>
                        <a:cubicBezTo>
                          <a:pt x="628" y="69"/>
                          <a:pt x="628" y="69"/>
                          <a:pt x="628" y="69"/>
                        </a:cubicBezTo>
                        <a:cubicBezTo>
                          <a:pt x="628" y="69"/>
                          <a:pt x="627" y="69"/>
                          <a:pt x="625" y="69"/>
                        </a:cubicBezTo>
                        <a:cubicBezTo>
                          <a:pt x="623" y="69"/>
                          <a:pt x="618" y="69"/>
                          <a:pt x="618" y="67"/>
                        </a:cubicBezTo>
                        <a:cubicBezTo>
                          <a:pt x="618" y="66"/>
                          <a:pt x="617" y="60"/>
                          <a:pt x="617" y="58"/>
                        </a:cubicBezTo>
                        <a:cubicBezTo>
                          <a:pt x="616" y="57"/>
                          <a:pt x="612" y="57"/>
                          <a:pt x="614" y="54"/>
                        </a:cubicBezTo>
                        <a:cubicBezTo>
                          <a:pt x="617" y="51"/>
                          <a:pt x="617" y="44"/>
                          <a:pt x="619" y="44"/>
                        </a:cubicBezTo>
                        <a:cubicBezTo>
                          <a:pt x="621" y="43"/>
                          <a:pt x="623" y="42"/>
                          <a:pt x="625" y="42"/>
                        </a:cubicBezTo>
                        <a:cubicBezTo>
                          <a:pt x="626" y="42"/>
                          <a:pt x="628" y="42"/>
                          <a:pt x="629" y="42"/>
                        </a:cubicBezTo>
                        <a:cubicBezTo>
                          <a:pt x="630" y="42"/>
                          <a:pt x="631" y="42"/>
                          <a:pt x="631" y="42"/>
                        </a:cubicBezTo>
                        <a:cubicBezTo>
                          <a:pt x="634" y="41"/>
                          <a:pt x="637" y="36"/>
                          <a:pt x="639" y="36"/>
                        </a:cubicBezTo>
                        <a:cubicBezTo>
                          <a:pt x="640" y="36"/>
                          <a:pt x="643" y="35"/>
                          <a:pt x="646" y="35"/>
                        </a:cubicBezTo>
                        <a:cubicBezTo>
                          <a:pt x="649" y="35"/>
                          <a:pt x="653" y="35"/>
                          <a:pt x="654" y="34"/>
                        </a:cubicBezTo>
                        <a:cubicBezTo>
                          <a:pt x="655" y="34"/>
                          <a:pt x="659" y="31"/>
                          <a:pt x="659" y="31"/>
                        </a:cubicBezTo>
                        <a:cubicBezTo>
                          <a:pt x="663" y="28"/>
                          <a:pt x="663" y="28"/>
                          <a:pt x="663" y="28"/>
                        </a:cubicBezTo>
                        <a:cubicBezTo>
                          <a:pt x="663" y="28"/>
                          <a:pt x="666" y="22"/>
                          <a:pt x="671" y="22"/>
                        </a:cubicBezTo>
                        <a:cubicBezTo>
                          <a:pt x="677" y="21"/>
                          <a:pt x="682" y="17"/>
                          <a:pt x="685" y="12"/>
                        </a:cubicBezTo>
                        <a:cubicBezTo>
                          <a:pt x="688" y="6"/>
                          <a:pt x="686" y="4"/>
                          <a:pt x="690" y="1"/>
                        </a:cubicBezTo>
                        <a:cubicBezTo>
                          <a:pt x="691" y="1"/>
                          <a:pt x="691" y="0"/>
                          <a:pt x="692" y="0"/>
                        </a:cubicBezTo>
                      </a:path>
                    </a:pathLst>
                  </a:custGeom>
                  <a:solidFill>
                    <a:srgbClr val="00AA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09" name="iṧḷïḓè" descr="0e852bc1-497c-411d-999f-a9bf86fca258">
                    <a:extLst>
                      <a:ext uri="{FF2B5EF4-FFF2-40B4-BE49-F238E27FC236}">
                        <a16:creationId xmlns:a16="http://schemas.microsoft.com/office/drawing/2014/main" id="{9524DE2A-25B1-7918-7544-EF0B27709C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62" y="335"/>
                    <a:ext cx="3673" cy="1739"/>
                  </a:xfrm>
                  <a:custGeom>
                    <a:avLst/>
                    <a:gdLst>
                      <a:gd name="T0" fmla="*/ 3673 w 3673"/>
                      <a:gd name="T1" fmla="*/ 1739 h 1739"/>
                      <a:gd name="T2" fmla="*/ 2894 w 3673"/>
                      <a:gd name="T3" fmla="*/ 884 h 1739"/>
                      <a:gd name="T4" fmla="*/ 2692 w 3673"/>
                      <a:gd name="T5" fmla="*/ 1125 h 1739"/>
                      <a:gd name="T6" fmla="*/ 1957 w 3673"/>
                      <a:gd name="T7" fmla="*/ 0 h 1739"/>
                      <a:gd name="T8" fmla="*/ 1421 w 3673"/>
                      <a:gd name="T9" fmla="*/ 768 h 1739"/>
                      <a:gd name="T10" fmla="*/ 1163 w 3673"/>
                      <a:gd name="T11" fmla="*/ 577 h 1739"/>
                      <a:gd name="T12" fmla="*/ 685 w 3673"/>
                      <a:gd name="T13" fmla="*/ 1351 h 1739"/>
                      <a:gd name="T14" fmla="*/ 0 w 3673"/>
                      <a:gd name="T15" fmla="*/ 1739 h 1739"/>
                      <a:gd name="T16" fmla="*/ 3673 w 3673"/>
                      <a:gd name="T17" fmla="*/ 1739 h 17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673" h="1739">
                        <a:moveTo>
                          <a:pt x="3673" y="1739"/>
                        </a:moveTo>
                        <a:lnTo>
                          <a:pt x="2894" y="884"/>
                        </a:lnTo>
                        <a:lnTo>
                          <a:pt x="2692" y="1125"/>
                        </a:lnTo>
                        <a:lnTo>
                          <a:pt x="1957" y="0"/>
                        </a:lnTo>
                        <a:lnTo>
                          <a:pt x="1421" y="768"/>
                        </a:lnTo>
                        <a:lnTo>
                          <a:pt x="1163" y="577"/>
                        </a:lnTo>
                        <a:lnTo>
                          <a:pt x="685" y="1351"/>
                        </a:lnTo>
                        <a:lnTo>
                          <a:pt x="0" y="1739"/>
                        </a:lnTo>
                        <a:lnTo>
                          <a:pt x="3673" y="1739"/>
                        </a:lnTo>
                        <a:close/>
                      </a:path>
                    </a:pathLst>
                  </a:custGeom>
                  <a:solidFill>
                    <a:srgbClr val="00A1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0" name="iṥ1îde" descr="3bcef39d-8783-4cba-a973-b25e1d80d0e8">
                    <a:extLst>
                      <a:ext uri="{FF2B5EF4-FFF2-40B4-BE49-F238E27FC236}">
                        <a16:creationId xmlns:a16="http://schemas.microsoft.com/office/drawing/2014/main" id="{7DA77106-1158-4CB8-79AD-E1713E0F68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62" y="335"/>
                    <a:ext cx="3673" cy="1739"/>
                  </a:xfrm>
                  <a:custGeom>
                    <a:avLst/>
                    <a:gdLst>
                      <a:gd name="T0" fmla="*/ 3673 w 3673"/>
                      <a:gd name="T1" fmla="*/ 1739 h 1739"/>
                      <a:gd name="T2" fmla="*/ 2894 w 3673"/>
                      <a:gd name="T3" fmla="*/ 884 h 1739"/>
                      <a:gd name="T4" fmla="*/ 2692 w 3673"/>
                      <a:gd name="T5" fmla="*/ 1125 h 1739"/>
                      <a:gd name="T6" fmla="*/ 1957 w 3673"/>
                      <a:gd name="T7" fmla="*/ 0 h 1739"/>
                      <a:gd name="T8" fmla="*/ 1421 w 3673"/>
                      <a:gd name="T9" fmla="*/ 768 h 1739"/>
                      <a:gd name="T10" fmla="*/ 1163 w 3673"/>
                      <a:gd name="T11" fmla="*/ 577 h 1739"/>
                      <a:gd name="T12" fmla="*/ 685 w 3673"/>
                      <a:gd name="T13" fmla="*/ 1351 h 1739"/>
                      <a:gd name="T14" fmla="*/ 0 w 3673"/>
                      <a:gd name="T15" fmla="*/ 1739 h 1739"/>
                      <a:gd name="T16" fmla="*/ 3673 w 3673"/>
                      <a:gd name="T17" fmla="*/ 1739 h 17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673" h="1739">
                        <a:moveTo>
                          <a:pt x="3673" y="1739"/>
                        </a:moveTo>
                        <a:lnTo>
                          <a:pt x="2894" y="884"/>
                        </a:lnTo>
                        <a:lnTo>
                          <a:pt x="2692" y="1125"/>
                        </a:lnTo>
                        <a:lnTo>
                          <a:pt x="1957" y="0"/>
                        </a:lnTo>
                        <a:lnTo>
                          <a:pt x="1421" y="768"/>
                        </a:lnTo>
                        <a:lnTo>
                          <a:pt x="1163" y="577"/>
                        </a:lnTo>
                        <a:lnTo>
                          <a:pt x="685" y="1351"/>
                        </a:lnTo>
                        <a:lnTo>
                          <a:pt x="0" y="1739"/>
                        </a:lnTo>
                        <a:lnTo>
                          <a:pt x="3673" y="1739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1" name="îšḷîďê" descr="383829bd-7263-4351-a2c1-73cefb1fb6b9">
                    <a:extLst>
                      <a:ext uri="{FF2B5EF4-FFF2-40B4-BE49-F238E27FC236}">
                        <a16:creationId xmlns:a16="http://schemas.microsoft.com/office/drawing/2014/main" id="{8A20DE17-71EA-8629-84CA-CE5D0132F9C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31" y="1856"/>
                    <a:ext cx="3704" cy="224"/>
                  </a:xfrm>
                  <a:custGeom>
                    <a:avLst/>
                    <a:gdLst>
                      <a:gd name="T0" fmla="*/ 0 w 3704"/>
                      <a:gd name="T1" fmla="*/ 224 h 224"/>
                      <a:gd name="T2" fmla="*/ 1845 w 3704"/>
                      <a:gd name="T3" fmla="*/ 0 h 224"/>
                      <a:gd name="T4" fmla="*/ 1788 w 3704"/>
                      <a:gd name="T5" fmla="*/ 87 h 224"/>
                      <a:gd name="T6" fmla="*/ 2148 w 3704"/>
                      <a:gd name="T7" fmla="*/ 145 h 224"/>
                      <a:gd name="T8" fmla="*/ 3704 w 3704"/>
                      <a:gd name="T9" fmla="*/ 218 h 224"/>
                      <a:gd name="T10" fmla="*/ 0 w 3704"/>
                      <a:gd name="T11" fmla="*/ 224 h 2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704" h="224">
                        <a:moveTo>
                          <a:pt x="0" y="224"/>
                        </a:moveTo>
                        <a:lnTo>
                          <a:pt x="1845" y="0"/>
                        </a:lnTo>
                        <a:lnTo>
                          <a:pt x="1788" y="87"/>
                        </a:lnTo>
                        <a:lnTo>
                          <a:pt x="2148" y="145"/>
                        </a:lnTo>
                        <a:lnTo>
                          <a:pt x="3704" y="218"/>
                        </a:lnTo>
                        <a:lnTo>
                          <a:pt x="0" y="224"/>
                        </a:lnTo>
                        <a:close/>
                      </a:path>
                    </a:pathLst>
                  </a:custGeom>
                  <a:solidFill>
                    <a:srgbClr val="00703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2" name="îślíḋe" descr="d771e4e5-a0f7-4de4-9236-4facfaeb2bab">
                    <a:extLst>
                      <a:ext uri="{FF2B5EF4-FFF2-40B4-BE49-F238E27FC236}">
                        <a16:creationId xmlns:a16="http://schemas.microsoft.com/office/drawing/2014/main" id="{766F68A6-4AC0-5DE6-6E18-CEDA7F731B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31" y="1856"/>
                    <a:ext cx="3704" cy="224"/>
                  </a:xfrm>
                  <a:custGeom>
                    <a:avLst/>
                    <a:gdLst>
                      <a:gd name="T0" fmla="*/ 0 w 3704"/>
                      <a:gd name="T1" fmla="*/ 224 h 224"/>
                      <a:gd name="T2" fmla="*/ 1845 w 3704"/>
                      <a:gd name="T3" fmla="*/ 0 h 224"/>
                      <a:gd name="T4" fmla="*/ 1788 w 3704"/>
                      <a:gd name="T5" fmla="*/ 87 h 224"/>
                      <a:gd name="T6" fmla="*/ 2148 w 3704"/>
                      <a:gd name="T7" fmla="*/ 145 h 224"/>
                      <a:gd name="T8" fmla="*/ 3704 w 3704"/>
                      <a:gd name="T9" fmla="*/ 218 h 224"/>
                      <a:gd name="T10" fmla="*/ 0 w 3704"/>
                      <a:gd name="T11" fmla="*/ 224 h 2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704" h="224">
                        <a:moveTo>
                          <a:pt x="0" y="224"/>
                        </a:moveTo>
                        <a:lnTo>
                          <a:pt x="1845" y="0"/>
                        </a:lnTo>
                        <a:lnTo>
                          <a:pt x="1788" y="87"/>
                        </a:lnTo>
                        <a:lnTo>
                          <a:pt x="2148" y="145"/>
                        </a:lnTo>
                        <a:lnTo>
                          <a:pt x="3704" y="218"/>
                        </a:lnTo>
                        <a:lnTo>
                          <a:pt x="0" y="224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3" name="îṧlïḋe" descr="01f12de0-ac3d-4e28-90f3-0f488c7ee584">
                    <a:extLst>
                      <a:ext uri="{FF2B5EF4-FFF2-40B4-BE49-F238E27FC236}">
                        <a16:creationId xmlns:a16="http://schemas.microsoft.com/office/drawing/2014/main" id="{B264F920-B075-026A-3C21-4B6E9595F32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19" y="335"/>
                    <a:ext cx="1716" cy="1741"/>
                  </a:xfrm>
                  <a:custGeom>
                    <a:avLst/>
                    <a:gdLst>
                      <a:gd name="T0" fmla="*/ 0 w 1716"/>
                      <a:gd name="T1" fmla="*/ 0 h 1741"/>
                      <a:gd name="T2" fmla="*/ 154 w 1716"/>
                      <a:gd name="T3" fmla="*/ 538 h 1741"/>
                      <a:gd name="T4" fmla="*/ 309 w 1716"/>
                      <a:gd name="T5" fmla="*/ 1077 h 1741"/>
                      <a:gd name="T6" fmla="*/ 453 w 1716"/>
                      <a:gd name="T7" fmla="*/ 814 h 1741"/>
                      <a:gd name="T8" fmla="*/ 613 w 1716"/>
                      <a:gd name="T9" fmla="*/ 1741 h 1741"/>
                      <a:gd name="T10" fmla="*/ 1716 w 1716"/>
                      <a:gd name="T11" fmla="*/ 1739 h 1741"/>
                      <a:gd name="T12" fmla="*/ 937 w 1716"/>
                      <a:gd name="T13" fmla="*/ 884 h 1741"/>
                      <a:gd name="T14" fmla="*/ 735 w 1716"/>
                      <a:gd name="T15" fmla="*/ 1125 h 1741"/>
                      <a:gd name="T16" fmla="*/ 0 w 1716"/>
                      <a:gd name="T17" fmla="*/ 0 h 17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716" h="1741">
                        <a:moveTo>
                          <a:pt x="0" y="0"/>
                        </a:moveTo>
                        <a:lnTo>
                          <a:pt x="154" y="538"/>
                        </a:lnTo>
                        <a:lnTo>
                          <a:pt x="309" y="1077"/>
                        </a:lnTo>
                        <a:lnTo>
                          <a:pt x="453" y="814"/>
                        </a:lnTo>
                        <a:lnTo>
                          <a:pt x="613" y="1741"/>
                        </a:lnTo>
                        <a:lnTo>
                          <a:pt x="1716" y="1739"/>
                        </a:lnTo>
                        <a:lnTo>
                          <a:pt x="937" y="884"/>
                        </a:lnTo>
                        <a:lnTo>
                          <a:pt x="735" y="112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875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4" name="íṡľïḍé" descr="d8df090c-e311-4fd1-a28c-359b52870ad8">
                    <a:extLst>
                      <a:ext uri="{FF2B5EF4-FFF2-40B4-BE49-F238E27FC236}">
                        <a16:creationId xmlns:a16="http://schemas.microsoft.com/office/drawing/2014/main" id="{4569D002-2B30-6EAE-B0E8-37AE844A613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19" y="335"/>
                    <a:ext cx="1716" cy="1741"/>
                  </a:xfrm>
                  <a:custGeom>
                    <a:avLst/>
                    <a:gdLst>
                      <a:gd name="T0" fmla="*/ 0 w 1716"/>
                      <a:gd name="T1" fmla="*/ 0 h 1741"/>
                      <a:gd name="T2" fmla="*/ 154 w 1716"/>
                      <a:gd name="T3" fmla="*/ 538 h 1741"/>
                      <a:gd name="T4" fmla="*/ 309 w 1716"/>
                      <a:gd name="T5" fmla="*/ 1077 h 1741"/>
                      <a:gd name="T6" fmla="*/ 453 w 1716"/>
                      <a:gd name="T7" fmla="*/ 814 h 1741"/>
                      <a:gd name="T8" fmla="*/ 613 w 1716"/>
                      <a:gd name="T9" fmla="*/ 1741 h 1741"/>
                      <a:gd name="T10" fmla="*/ 1716 w 1716"/>
                      <a:gd name="T11" fmla="*/ 1739 h 1741"/>
                      <a:gd name="T12" fmla="*/ 937 w 1716"/>
                      <a:gd name="T13" fmla="*/ 884 h 1741"/>
                      <a:gd name="T14" fmla="*/ 735 w 1716"/>
                      <a:gd name="T15" fmla="*/ 1125 h 1741"/>
                      <a:gd name="T16" fmla="*/ 0 w 1716"/>
                      <a:gd name="T17" fmla="*/ 0 h 17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716" h="1741">
                        <a:moveTo>
                          <a:pt x="0" y="0"/>
                        </a:moveTo>
                        <a:lnTo>
                          <a:pt x="154" y="538"/>
                        </a:lnTo>
                        <a:lnTo>
                          <a:pt x="309" y="1077"/>
                        </a:lnTo>
                        <a:lnTo>
                          <a:pt x="453" y="814"/>
                        </a:lnTo>
                        <a:lnTo>
                          <a:pt x="613" y="1741"/>
                        </a:lnTo>
                        <a:lnTo>
                          <a:pt x="1716" y="1739"/>
                        </a:lnTo>
                        <a:lnTo>
                          <a:pt x="937" y="884"/>
                        </a:lnTo>
                        <a:lnTo>
                          <a:pt x="735" y="1125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5" name="iṥ1ïḍê" descr="4ce42edd-449d-4744-970c-c43f597c1ade">
                    <a:extLst>
                      <a:ext uri="{FF2B5EF4-FFF2-40B4-BE49-F238E27FC236}">
                        <a16:creationId xmlns:a16="http://schemas.microsoft.com/office/drawing/2014/main" id="{CCB214EF-F16D-989F-0956-3DD9E12FDF2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810" y="1219"/>
                    <a:ext cx="825" cy="855"/>
                  </a:xfrm>
                  <a:custGeom>
                    <a:avLst/>
                    <a:gdLst>
                      <a:gd name="T0" fmla="*/ 46 w 825"/>
                      <a:gd name="T1" fmla="*/ 0 h 855"/>
                      <a:gd name="T2" fmla="*/ 825 w 825"/>
                      <a:gd name="T3" fmla="*/ 855 h 855"/>
                      <a:gd name="T4" fmla="*/ 144 w 825"/>
                      <a:gd name="T5" fmla="*/ 270 h 855"/>
                      <a:gd name="T6" fmla="*/ 0 w 825"/>
                      <a:gd name="T7" fmla="*/ 320 h 855"/>
                      <a:gd name="T8" fmla="*/ 46 w 825"/>
                      <a:gd name="T9" fmla="*/ 0 h 8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25" h="855">
                        <a:moveTo>
                          <a:pt x="46" y="0"/>
                        </a:moveTo>
                        <a:lnTo>
                          <a:pt x="825" y="855"/>
                        </a:lnTo>
                        <a:lnTo>
                          <a:pt x="144" y="270"/>
                        </a:lnTo>
                        <a:lnTo>
                          <a:pt x="0" y="320"/>
                        </a:lnTo>
                        <a:lnTo>
                          <a:pt x="46" y="0"/>
                        </a:lnTo>
                        <a:close/>
                      </a:path>
                    </a:pathLst>
                  </a:custGeom>
                  <a:solidFill>
                    <a:srgbClr val="00703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6" name="îš1îḓe" descr="8cc8398a-5107-431c-bb70-0174e398e832">
                    <a:extLst>
                      <a:ext uri="{FF2B5EF4-FFF2-40B4-BE49-F238E27FC236}">
                        <a16:creationId xmlns:a16="http://schemas.microsoft.com/office/drawing/2014/main" id="{846E1CEA-328B-FB96-EA6C-5397FBC14ED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31" y="335"/>
                    <a:ext cx="1988" cy="1745"/>
                  </a:xfrm>
                  <a:custGeom>
                    <a:avLst/>
                    <a:gdLst>
                      <a:gd name="T0" fmla="*/ 1427 w 1988"/>
                      <a:gd name="T1" fmla="*/ 1168 h 1745"/>
                      <a:gd name="T2" fmla="*/ 1988 w 1988"/>
                      <a:gd name="T3" fmla="*/ 0 h 1745"/>
                      <a:gd name="T4" fmla="*/ 1452 w 1988"/>
                      <a:gd name="T5" fmla="*/ 768 h 1745"/>
                      <a:gd name="T6" fmla="*/ 1196 w 1988"/>
                      <a:gd name="T7" fmla="*/ 579 h 1745"/>
                      <a:gd name="T8" fmla="*/ 716 w 1988"/>
                      <a:gd name="T9" fmla="*/ 1351 h 1745"/>
                      <a:gd name="T10" fmla="*/ 0 w 1988"/>
                      <a:gd name="T11" fmla="*/ 1745 h 1745"/>
                      <a:gd name="T12" fmla="*/ 916 w 1988"/>
                      <a:gd name="T13" fmla="*/ 1401 h 1745"/>
                      <a:gd name="T14" fmla="*/ 1323 w 1988"/>
                      <a:gd name="T15" fmla="*/ 795 h 1745"/>
                      <a:gd name="T16" fmla="*/ 1427 w 1988"/>
                      <a:gd name="T17" fmla="*/ 1168 h 17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88" h="1745">
                        <a:moveTo>
                          <a:pt x="1427" y="1168"/>
                        </a:moveTo>
                        <a:lnTo>
                          <a:pt x="1988" y="0"/>
                        </a:lnTo>
                        <a:lnTo>
                          <a:pt x="1452" y="768"/>
                        </a:lnTo>
                        <a:lnTo>
                          <a:pt x="1196" y="579"/>
                        </a:lnTo>
                        <a:lnTo>
                          <a:pt x="716" y="1351"/>
                        </a:lnTo>
                        <a:lnTo>
                          <a:pt x="0" y="1745"/>
                        </a:lnTo>
                        <a:lnTo>
                          <a:pt x="916" y="1401"/>
                        </a:lnTo>
                        <a:lnTo>
                          <a:pt x="1323" y="795"/>
                        </a:lnTo>
                        <a:lnTo>
                          <a:pt x="1427" y="1168"/>
                        </a:lnTo>
                        <a:close/>
                      </a:path>
                    </a:pathLst>
                  </a:custGeom>
                  <a:solidFill>
                    <a:srgbClr val="12B56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7" name="iṡ1iḑê" descr="d1d12f9c-6393-44cd-b3dc-7eafdf4db99a">
                    <a:extLst>
                      <a:ext uri="{FF2B5EF4-FFF2-40B4-BE49-F238E27FC236}">
                        <a16:creationId xmlns:a16="http://schemas.microsoft.com/office/drawing/2014/main" id="{684B7A75-4A74-C173-6463-73A41FD3FE8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31" y="335"/>
                    <a:ext cx="1988" cy="1745"/>
                  </a:xfrm>
                  <a:custGeom>
                    <a:avLst/>
                    <a:gdLst>
                      <a:gd name="T0" fmla="*/ 1427 w 1988"/>
                      <a:gd name="T1" fmla="*/ 1168 h 1745"/>
                      <a:gd name="T2" fmla="*/ 1988 w 1988"/>
                      <a:gd name="T3" fmla="*/ 0 h 1745"/>
                      <a:gd name="T4" fmla="*/ 1452 w 1988"/>
                      <a:gd name="T5" fmla="*/ 768 h 1745"/>
                      <a:gd name="T6" fmla="*/ 1196 w 1988"/>
                      <a:gd name="T7" fmla="*/ 579 h 1745"/>
                      <a:gd name="T8" fmla="*/ 716 w 1988"/>
                      <a:gd name="T9" fmla="*/ 1351 h 1745"/>
                      <a:gd name="T10" fmla="*/ 0 w 1988"/>
                      <a:gd name="T11" fmla="*/ 1745 h 1745"/>
                      <a:gd name="T12" fmla="*/ 916 w 1988"/>
                      <a:gd name="T13" fmla="*/ 1401 h 1745"/>
                      <a:gd name="T14" fmla="*/ 1323 w 1988"/>
                      <a:gd name="T15" fmla="*/ 795 h 1745"/>
                      <a:gd name="T16" fmla="*/ 1427 w 1988"/>
                      <a:gd name="T17" fmla="*/ 1168 h 17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88" h="1745">
                        <a:moveTo>
                          <a:pt x="1427" y="1168"/>
                        </a:moveTo>
                        <a:lnTo>
                          <a:pt x="1988" y="0"/>
                        </a:lnTo>
                        <a:lnTo>
                          <a:pt x="1452" y="768"/>
                        </a:lnTo>
                        <a:lnTo>
                          <a:pt x="1196" y="579"/>
                        </a:lnTo>
                        <a:lnTo>
                          <a:pt x="716" y="1351"/>
                        </a:lnTo>
                        <a:lnTo>
                          <a:pt x="0" y="1745"/>
                        </a:lnTo>
                        <a:lnTo>
                          <a:pt x="916" y="1401"/>
                        </a:lnTo>
                        <a:lnTo>
                          <a:pt x="1323" y="795"/>
                        </a:lnTo>
                        <a:lnTo>
                          <a:pt x="1427" y="1168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8" name="îṣľîḋê" descr="164c58ed-bc85-4362-b9a5-072d2ed440e1">
                    <a:extLst>
                      <a:ext uri="{FF2B5EF4-FFF2-40B4-BE49-F238E27FC236}">
                        <a16:creationId xmlns:a16="http://schemas.microsoft.com/office/drawing/2014/main" id="{E80329C5-F249-0DB4-B3AC-F7EB1BABFBA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40" y="333"/>
                    <a:ext cx="615" cy="523"/>
                  </a:xfrm>
                  <a:custGeom>
                    <a:avLst/>
                    <a:gdLst>
                      <a:gd name="T0" fmla="*/ 0 w 615"/>
                      <a:gd name="T1" fmla="*/ 401 h 523"/>
                      <a:gd name="T2" fmla="*/ 279 w 615"/>
                      <a:gd name="T3" fmla="*/ 0 h 523"/>
                      <a:gd name="T4" fmla="*/ 615 w 615"/>
                      <a:gd name="T5" fmla="*/ 519 h 523"/>
                      <a:gd name="T6" fmla="*/ 347 w 615"/>
                      <a:gd name="T7" fmla="*/ 357 h 523"/>
                      <a:gd name="T8" fmla="*/ 291 w 615"/>
                      <a:gd name="T9" fmla="*/ 523 h 523"/>
                      <a:gd name="T10" fmla="*/ 146 w 615"/>
                      <a:gd name="T11" fmla="*/ 363 h 523"/>
                      <a:gd name="T12" fmla="*/ 0 w 615"/>
                      <a:gd name="T13" fmla="*/ 401 h 5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615" h="523">
                        <a:moveTo>
                          <a:pt x="0" y="401"/>
                        </a:moveTo>
                        <a:lnTo>
                          <a:pt x="279" y="0"/>
                        </a:lnTo>
                        <a:lnTo>
                          <a:pt x="615" y="519"/>
                        </a:lnTo>
                        <a:lnTo>
                          <a:pt x="347" y="357"/>
                        </a:lnTo>
                        <a:lnTo>
                          <a:pt x="291" y="523"/>
                        </a:lnTo>
                        <a:lnTo>
                          <a:pt x="146" y="363"/>
                        </a:lnTo>
                        <a:lnTo>
                          <a:pt x="0" y="401"/>
                        </a:lnTo>
                        <a:close/>
                      </a:path>
                    </a:pathLst>
                  </a:custGeom>
                  <a:solidFill>
                    <a:srgbClr val="D0E4A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9" name="iṡlïḍé" descr="a3d258c3-e3fa-4cc7-9154-eb274943ada1">
                    <a:extLst>
                      <a:ext uri="{FF2B5EF4-FFF2-40B4-BE49-F238E27FC236}">
                        <a16:creationId xmlns:a16="http://schemas.microsoft.com/office/drawing/2014/main" id="{4247943F-A281-7272-A883-EF431828827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19" y="333"/>
                    <a:ext cx="336" cy="523"/>
                  </a:xfrm>
                  <a:custGeom>
                    <a:avLst/>
                    <a:gdLst>
                      <a:gd name="T0" fmla="*/ 12 w 336"/>
                      <a:gd name="T1" fmla="*/ 523 h 523"/>
                      <a:gd name="T2" fmla="*/ 0 w 336"/>
                      <a:gd name="T3" fmla="*/ 0 h 523"/>
                      <a:gd name="T4" fmla="*/ 336 w 336"/>
                      <a:gd name="T5" fmla="*/ 519 h 523"/>
                      <a:gd name="T6" fmla="*/ 68 w 336"/>
                      <a:gd name="T7" fmla="*/ 357 h 523"/>
                      <a:gd name="T8" fmla="*/ 12 w 336"/>
                      <a:gd name="T9" fmla="*/ 523 h 5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36" h="523">
                        <a:moveTo>
                          <a:pt x="12" y="523"/>
                        </a:moveTo>
                        <a:lnTo>
                          <a:pt x="0" y="0"/>
                        </a:lnTo>
                        <a:lnTo>
                          <a:pt x="336" y="519"/>
                        </a:lnTo>
                        <a:lnTo>
                          <a:pt x="68" y="357"/>
                        </a:lnTo>
                        <a:lnTo>
                          <a:pt x="12" y="523"/>
                        </a:lnTo>
                        <a:close/>
                      </a:path>
                    </a:pathLst>
                  </a:custGeom>
                  <a:solidFill>
                    <a:srgbClr val="A0CF6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20" name="ïṣľiḑè" descr="8bfc9642-3b9a-4569-a6a9-90f6ec615c93">
                    <a:extLst>
                      <a:ext uri="{FF2B5EF4-FFF2-40B4-BE49-F238E27FC236}">
                        <a16:creationId xmlns:a16="http://schemas.microsoft.com/office/drawing/2014/main" id="{D2A1DABF-0ED8-8E42-1E22-D011D926CCA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09" y="912"/>
                    <a:ext cx="474" cy="369"/>
                  </a:xfrm>
                  <a:custGeom>
                    <a:avLst/>
                    <a:gdLst>
                      <a:gd name="T0" fmla="*/ 474 w 474"/>
                      <a:gd name="T1" fmla="*/ 191 h 369"/>
                      <a:gd name="T2" fmla="*/ 216 w 474"/>
                      <a:gd name="T3" fmla="*/ 0 h 369"/>
                      <a:gd name="T4" fmla="*/ 0 w 474"/>
                      <a:gd name="T5" fmla="*/ 351 h 369"/>
                      <a:gd name="T6" fmla="*/ 129 w 474"/>
                      <a:gd name="T7" fmla="*/ 228 h 369"/>
                      <a:gd name="T8" fmla="*/ 191 w 474"/>
                      <a:gd name="T9" fmla="*/ 369 h 369"/>
                      <a:gd name="T10" fmla="*/ 318 w 474"/>
                      <a:gd name="T11" fmla="*/ 154 h 369"/>
                      <a:gd name="T12" fmla="*/ 474 w 474"/>
                      <a:gd name="T13" fmla="*/ 191 h 3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74" h="369">
                        <a:moveTo>
                          <a:pt x="474" y="191"/>
                        </a:moveTo>
                        <a:lnTo>
                          <a:pt x="216" y="0"/>
                        </a:lnTo>
                        <a:lnTo>
                          <a:pt x="0" y="351"/>
                        </a:lnTo>
                        <a:lnTo>
                          <a:pt x="129" y="228"/>
                        </a:lnTo>
                        <a:lnTo>
                          <a:pt x="191" y="369"/>
                        </a:lnTo>
                        <a:lnTo>
                          <a:pt x="318" y="154"/>
                        </a:lnTo>
                        <a:lnTo>
                          <a:pt x="474" y="191"/>
                        </a:lnTo>
                        <a:close/>
                      </a:path>
                    </a:pathLst>
                  </a:custGeom>
                  <a:solidFill>
                    <a:srgbClr val="D0E4A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21" name="îŝḻíḓè" descr="ae8623f1-fae0-438b-a005-9caebd33fe5a">
                    <a:extLst>
                      <a:ext uri="{FF2B5EF4-FFF2-40B4-BE49-F238E27FC236}">
                        <a16:creationId xmlns:a16="http://schemas.microsoft.com/office/drawing/2014/main" id="{B7DF064B-AA87-FB7D-F847-AD414CE6A1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00" y="912"/>
                    <a:ext cx="283" cy="369"/>
                  </a:xfrm>
                  <a:custGeom>
                    <a:avLst/>
                    <a:gdLst>
                      <a:gd name="T0" fmla="*/ 0 w 283"/>
                      <a:gd name="T1" fmla="*/ 369 h 369"/>
                      <a:gd name="T2" fmla="*/ 25 w 283"/>
                      <a:gd name="T3" fmla="*/ 0 h 369"/>
                      <a:gd name="T4" fmla="*/ 283 w 283"/>
                      <a:gd name="T5" fmla="*/ 191 h 369"/>
                      <a:gd name="T6" fmla="*/ 127 w 283"/>
                      <a:gd name="T7" fmla="*/ 154 h 369"/>
                      <a:gd name="T8" fmla="*/ 0 w 283"/>
                      <a:gd name="T9" fmla="*/ 369 h 3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83" h="369">
                        <a:moveTo>
                          <a:pt x="0" y="369"/>
                        </a:moveTo>
                        <a:lnTo>
                          <a:pt x="25" y="0"/>
                        </a:lnTo>
                        <a:lnTo>
                          <a:pt x="283" y="191"/>
                        </a:lnTo>
                        <a:lnTo>
                          <a:pt x="127" y="154"/>
                        </a:lnTo>
                        <a:lnTo>
                          <a:pt x="0" y="369"/>
                        </a:lnTo>
                        <a:close/>
                      </a:path>
                    </a:pathLst>
                  </a:custGeom>
                  <a:solidFill>
                    <a:srgbClr val="A0CF6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22" name="i$ḻiḓê" descr="16d18d3a-d126-4b8b-bbd2-a1fc6d6c7acf">
                    <a:extLst>
                      <a:ext uri="{FF2B5EF4-FFF2-40B4-BE49-F238E27FC236}">
                        <a16:creationId xmlns:a16="http://schemas.microsoft.com/office/drawing/2014/main" id="{296FEFB0-9345-8C26-AB1A-5CECC7CD16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54" y="1219"/>
                    <a:ext cx="509" cy="338"/>
                  </a:xfrm>
                  <a:custGeom>
                    <a:avLst/>
                    <a:gdLst>
                      <a:gd name="T0" fmla="*/ 0 w 509"/>
                      <a:gd name="T1" fmla="*/ 241 h 338"/>
                      <a:gd name="T2" fmla="*/ 202 w 509"/>
                      <a:gd name="T3" fmla="*/ 0 h 338"/>
                      <a:gd name="T4" fmla="*/ 509 w 509"/>
                      <a:gd name="T5" fmla="*/ 338 h 338"/>
                      <a:gd name="T6" fmla="*/ 239 w 509"/>
                      <a:gd name="T7" fmla="*/ 191 h 338"/>
                      <a:gd name="T8" fmla="*/ 156 w 509"/>
                      <a:gd name="T9" fmla="*/ 320 h 338"/>
                      <a:gd name="T10" fmla="*/ 119 w 509"/>
                      <a:gd name="T11" fmla="*/ 203 h 338"/>
                      <a:gd name="T12" fmla="*/ 0 w 509"/>
                      <a:gd name="T13" fmla="*/ 241 h 3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09" h="338">
                        <a:moveTo>
                          <a:pt x="0" y="241"/>
                        </a:moveTo>
                        <a:lnTo>
                          <a:pt x="202" y="0"/>
                        </a:lnTo>
                        <a:lnTo>
                          <a:pt x="509" y="338"/>
                        </a:lnTo>
                        <a:lnTo>
                          <a:pt x="239" y="191"/>
                        </a:lnTo>
                        <a:lnTo>
                          <a:pt x="156" y="320"/>
                        </a:lnTo>
                        <a:lnTo>
                          <a:pt x="119" y="203"/>
                        </a:lnTo>
                        <a:lnTo>
                          <a:pt x="0" y="241"/>
                        </a:lnTo>
                        <a:close/>
                      </a:path>
                    </a:pathLst>
                  </a:custGeom>
                  <a:solidFill>
                    <a:srgbClr val="D0E4A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23" name="isḷíḋê" descr="11c7afa4-6c2d-47c8-884d-838b2c5e9d7f">
                    <a:extLst>
                      <a:ext uri="{FF2B5EF4-FFF2-40B4-BE49-F238E27FC236}">
                        <a16:creationId xmlns:a16="http://schemas.microsoft.com/office/drawing/2014/main" id="{3474D062-194F-1C13-609E-1400ADA677F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810" y="1219"/>
                    <a:ext cx="353" cy="338"/>
                  </a:xfrm>
                  <a:custGeom>
                    <a:avLst/>
                    <a:gdLst>
                      <a:gd name="T0" fmla="*/ 0 w 353"/>
                      <a:gd name="T1" fmla="*/ 320 h 338"/>
                      <a:gd name="T2" fmla="*/ 46 w 353"/>
                      <a:gd name="T3" fmla="*/ 0 h 338"/>
                      <a:gd name="T4" fmla="*/ 353 w 353"/>
                      <a:gd name="T5" fmla="*/ 338 h 338"/>
                      <a:gd name="T6" fmla="*/ 83 w 353"/>
                      <a:gd name="T7" fmla="*/ 191 h 338"/>
                      <a:gd name="T8" fmla="*/ 0 w 353"/>
                      <a:gd name="T9" fmla="*/ 320 h 3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53" h="338">
                        <a:moveTo>
                          <a:pt x="0" y="320"/>
                        </a:moveTo>
                        <a:lnTo>
                          <a:pt x="46" y="0"/>
                        </a:lnTo>
                        <a:lnTo>
                          <a:pt x="353" y="338"/>
                        </a:lnTo>
                        <a:lnTo>
                          <a:pt x="83" y="191"/>
                        </a:lnTo>
                        <a:lnTo>
                          <a:pt x="0" y="320"/>
                        </a:lnTo>
                        <a:close/>
                      </a:path>
                    </a:pathLst>
                  </a:custGeom>
                  <a:solidFill>
                    <a:srgbClr val="A0CF6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24" name="iṥľiḓe" descr="680dfafd-57e0-426a-84fe-c772bd33e1d3">
                    <a:extLst>
                      <a:ext uri="{FF2B5EF4-FFF2-40B4-BE49-F238E27FC236}">
                        <a16:creationId xmlns:a16="http://schemas.microsoft.com/office/drawing/2014/main" id="{6B9B493F-FDB0-6BC9-F1B0-B4446DD3D49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93" y="696"/>
                    <a:ext cx="142" cy="349"/>
                  </a:xfrm>
                  <a:custGeom>
                    <a:avLst/>
                    <a:gdLst>
                      <a:gd name="T0" fmla="*/ 0 w 68"/>
                      <a:gd name="T1" fmla="*/ 0 h 168"/>
                      <a:gd name="T2" fmla="*/ 52 w 68"/>
                      <a:gd name="T3" fmla="*/ 168 h 168"/>
                      <a:gd name="T4" fmla="*/ 0 w 68"/>
                      <a:gd name="T5" fmla="*/ 0 h 1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8" h="168">
                        <a:moveTo>
                          <a:pt x="0" y="0"/>
                        </a:moveTo>
                        <a:cubicBezTo>
                          <a:pt x="52" y="168"/>
                          <a:pt x="52" y="168"/>
                          <a:pt x="52" y="168"/>
                        </a:cubicBezTo>
                        <a:cubicBezTo>
                          <a:pt x="52" y="168"/>
                          <a:pt x="68" y="6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25" name="îṧľíḓe" descr="f37db43c-c709-4b7d-b7bd-55f85da9e5d3">
                    <a:extLst>
                      <a:ext uri="{FF2B5EF4-FFF2-40B4-BE49-F238E27FC236}">
                        <a16:creationId xmlns:a16="http://schemas.microsoft.com/office/drawing/2014/main" id="{C98D1ADB-661D-15E0-57EC-AB3D86DFE0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46" y="696"/>
                    <a:ext cx="155" cy="349"/>
                  </a:xfrm>
                  <a:custGeom>
                    <a:avLst/>
                    <a:gdLst>
                      <a:gd name="T0" fmla="*/ 23 w 75"/>
                      <a:gd name="T1" fmla="*/ 0 h 168"/>
                      <a:gd name="T2" fmla="*/ 75 w 75"/>
                      <a:gd name="T3" fmla="*/ 168 h 168"/>
                      <a:gd name="T4" fmla="*/ 23 w 75"/>
                      <a:gd name="T5" fmla="*/ 0 h 1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5" h="168">
                        <a:moveTo>
                          <a:pt x="23" y="0"/>
                        </a:moveTo>
                        <a:cubicBezTo>
                          <a:pt x="75" y="168"/>
                          <a:pt x="75" y="168"/>
                          <a:pt x="75" y="168"/>
                        </a:cubicBezTo>
                        <a:cubicBezTo>
                          <a:pt x="75" y="168"/>
                          <a:pt x="0" y="88"/>
                          <a:pt x="2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26" name="ïşḷîḍê" descr="514e8fce-01b9-42a0-99ee-2374144b5b7a">
                    <a:extLst>
                      <a:ext uri="{FF2B5EF4-FFF2-40B4-BE49-F238E27FC236}">
                        <a16:creationId xmlns:a16="http://schemas.microsoft.com/office/drawing/2014/main" id="{A1149554-D8B8-BE48-F19F-92FEF4B0277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52" y="1032"/>
                    <a:ext cx="251" cy="266"/>
                  </a:xfrm>
                  <a:custGeom>
                    <a:avLst/>
                    <a:gdLst>
                      <a:gd name="T0" fmla="*/ 0 w 121"/>
                      <a:gd name="T1" fmla="*/ 128 h 128"/>
                      <a:gd name="T2" fmla="*/ 121 w 121"/>
                      <a:gd name="T3" fmla="*/ 0 h 128"/>
                      <a:gd name="T4" fmla="*/ 0 w 121"/>
                      <a:gd name="T5" fmla="*/ 128 h 1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21" h="128">
                        <a:moveTo>
                          <a:pt x="0" y="128"/>
                        </a:moveTo>
                        <a:cubicBezTo>
                          <a:pt x="121" y="0"/>
                          <a:pt x="121" y="0"/>
                          <a:pt x="121" y="0"/>
                        </a:cubicBezTo>
                        <a:cubicBezTo>
                          <a:pt x="121" y="0"/>
                          <a:pt x="87" y="105"/>
                          <a:pt x="0" y="128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27" name="iṡḻiḑe" descr="4fc44aad-619c-4041-992b-0c7f6138308d">
                    <a:extLst>
                      <a:ext uri="{FF2B5EF4-FFF2-40B4-BE49-F238E27FC236}">
                        <a16:creationId xmlns:a16="http://schemas.microsoft.com/office/drawing/2014/main" id="{53467BC1-F90C-30BC-E6CA-1E72B1B21D9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52" y="1032"/>
                    <a:ext cx="251" cy="266"/>
                  </a:xfrm>
                  <a:custGeom>
                    <a:avLst/>
                    <a:gdLst>
                      <a:gd name="T0" fmla="*/ 0 w 121"/>
                      <a:gd name="T1" fmla="*/ 128 h 128"/>
                      <a:gd name="T2" fmla="*/ 121 w 121"/>
                      <a:gd name="T3" fmla="*/ 0 h 128"/>
                      <a:gd name="T4" fmla="*/ 0 w 121"/>
                      <a:gd name="T5" fmla="*/ 128 h 1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21" h="128">
                        <a:moveTo>
                          <a:pt x="0" y="128"/>
                        </a:moveTo>
                        <a:cubicBezTo>
                          <a:pt x="121" y="0"/>
                          <a:pt x="121" y="0"/>
                          <a:pt x="121" y="0"/>
                        </a:cubicBezTo>
                        <a:cubicBezTo>
                          <a:pt x="121" y="0"/>
                          <a:pt x="18" y="39"/>
                          <a:pt x="0" y="12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28" name="i$ļíḑè" descr="cba9c1dd-f6e5-4623-b149-db84869574a9">
                    <a:extLst>
                      <a:ext uri="{FF2B5EF4-FFF2-40B4-BE49-F238E27FC236}">
                        <a16:creationId xmlns:a16="http://schemas.microsoft.com/office/drawing/2014/main" id="{7C0107F0-6F38-C8CC-ADD4-C8101C453DD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95" y="987"/>
                    <a:ext cx="355" cy="132"/>
                  </a:xfrm>
                  <a:custGeom>
                    <a:avLst/>
                    <a:gdLst>
                      <a:gd name="T0" fmla="*/ 171 w 171"/>
                      <a:gd name="T1" fmla="*/ 64 h 64"/>
                      <a:gd name="T2" fmla="*/ 0 w 171"/>
                      <a:gd name="T3" fmla="*/ 23 h 64"/>
                      <a:gd name="T4" fmla="*/ 171 w 171"/>
                      <a:gd name="T5" fmla="*/ 64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71" h="64">
                        <a:moveTo>
                          <a:pt x="171" y="64"/>
                        </a:moveTo>
                        <a:cubicBezTo>
                          <a:pt x="0" y="23"/>
                          <a:pt x="0" y="23"/>
                          <a:pt x="0" y="23"/>
                        </a:cubicBezTo>
                        <a:cubicBezTo>
                          <a:pt x="0" y="23"/>
                          <a:pt x="107" y="0"/>
                          <a:pt x="171" y="64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29" name="ïśľîďê" descr="92dc1779-8208-45e7-a7df-6e952257357b">
                    <a:extLst>
                      <a:ext uri="{FF2B5EF4-FFF2-40B4-BE49-F238E27FC236}">
                        <a16:creationId xmlns:a16="http://schemas.microsoft.com/office/drawing/2014/main" id="{C701EAA0-CFA3-3EAA-0DFE-62D2D53E93D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95" y="1034"/>
                    <a:ext cx="355" cy="146"/>
                  </a:xfrm>
                  <a:custGeom>
                    <a:avLst/>
                    <a:gdLst>
                      <a:gd name="T0" fmla="*/ 171 w 171"/>
                      <a:gd name="T1" fmla="*/ 41 h 70"/>
                      <a:gd name="T2" fmla="*/ 0 w 171"/>
                      <a:gd name="T3" fmla="*/ 0 h 70"/>
                      <a:gd name="T4" fmla="*/ 171 w 171"/>
                      <a:gd name="T5" fmla="*/ 41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71" h="70">
                        <a:moveTo>
                          <a:pt x="171" y="4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85" y="70"/>
                          <a:pt x="171" y="4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0" name="ïṣ1ïḑê" descr="e752542f-7b4b-415e-8aee-e7f75f4d68d4">
                    <a:extLst>
                      <a:ext uri="{FF2B5EF4-FFF2-40B4-BE49-F238E27FC236}">
                        <a16:creationId xmlns:a16="http://schemas.microsoft.com/office/drawing/2014/main" id="{60E2A61D-4598-9E10-8703-8FF29C740D2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62" y="1057"/>
                    <a:ext cx="71" cy="1056"/>
                  </a:xfrm>
                  <a:custGeom>
                    <a:avLst/>
                    <a:gdLst>
                      <a:gd name="T0" fmla="*/ 0 w 71"/>
                      <a:gd name="T1" fmla="*/ 1056 h 1056"/>
                      <a:gd name="T2" fmla="*/ 71 w 71"/>
                      <a:gd name="T3" fmla="*/ 1056 h 1056"/>
                      <a:gd name="T4" fmla="*/ 48 w 71"/>
                      <a:gd name="T5" fmla="*/ 0 h 1056"/>
                      <a:gd name="T6" fmla="*/ 23 w 71"/>
                      <a:gd name="T7" fmla="*/ 0 h 1056"/>
                      <a:gd name="T8" fmla="*/ 0 w 71"/>
                      <a:gd name="T9" fmla="*/ 1056 h 10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1" h="1056">
                        <a:moveTo>
                          <a:pt x="0" y="1056"/>
                        </a:moveTo>
                        <a:lnTo>
                          <a:pt x="71" y="1056"/>
                        </a:lnTo>
                        <a:lnTo>
                          <a:pt x="48" y="0"/>
                        </a:lnTo>
                        <a:lnTo>
                          <a:pt x="23" y="0"/>
                        </a:lnTo>
                        <a:lnTo>
                          <a:pt x="0" y="105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1" name="ïŝľïḋê" descr="914c350b-923f-44d9-9d9f-2004da532aee">
                    <a:extLst>
                      <a:ext uri="{FF2B5EF4-FFF2-40B4-BE49-F238E27FC236}">
                        <a16:creationId xmlns:a16="http://schemas.microsoft.com/office/drawing/2014/main" id="{37F803BE-6FC3-8775-3119-9E619A63A4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62" y="1057"/>
                    <a:ext cx="33" cy="1056"/>
                  </a:xfrm>
                  <a:custGeom>
                    <a:avLst/>
                    <a:gdLst>
                      <a:gd name="T0" fmla="*/ 0 w 33"/>
                      <a:gd name="T1" fmla="*/ 1056 h 1056"/>
                      <a:gd name="T2" fmla="*/ 27 w 33"/>
                      <a:gd name="T3" fmla="*/ 1056 h 1056"/>
                      <a:gd name="T4" fmla="*/ 33 w 33"/>
                      <a:gd name="T5" fmla="*/ 0 h 1056"/>
                      <a:gd name="T6" fmla="*/ 23 w 33"/>
                      <a:gd name="T7" fmla="*/ 0 h 1056"/>
                      <a:gd name="T8" fmla="*/ 0 w 33"/>
                      <a:gd name="T9" fmla="*/ 1056 h 10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3" h="1056">
                        <a:moveTo>
                          <a:pt x="0" y="1056"/>
                        </a:moveTo>
                        <a:lnTo>
                          <a:pt x="27" y="1056"/>
                        </a:lnTo>
                        <a:lnTo>
                          <a:pt x="33" y="0"/>
                        </a:lnTo>
                        <a:lnTo>
                          <a:pt x="23" y="0"/>
                        </a:lnTo>
                        <a:lnTo>
                          <a:pt x="0" y="1056"/>
                        </a:lnTo>
                        <a:close/>
                      </a:path>
                    </a:pathLst>
                  </a:custGeom>
                  <a:solidFill>
                    <a:srgbClr val="D1D3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2" name="iṩļïḍê" descr="04a0bb4f-fb63-4f3b-884d-2d3822a937f2">
                    <a:extLst>
                      <a:ext uri="{FF2B5EF4-FFF2-40B4-BE49-F238E27FC236}">
                        <a16:creationId xmlns:a16="http://schemas.microsoft.com/office/drawing/2014/main" id="{9D79AF7F-858E-AA32-9A11-7A37695E76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58" y="1003"/>
                    <a:ext cx="79" cy="79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3" name="ïs1ídè" descr="ae96fb13-a4dc-43f2-a56f-a518c05f81ab">
                    <a:extLst>
                      <a:ext uri="{FF2B5EF4-FFF2-40B4-BE49-F238E27FC236}">
                        <a16:creationId xmlns:a16="http://schemas.microsoft.com/office/drawing/2014/main" id="{BE41834B-B19D-0891-293C-0A4907F457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68" y="1014"/>
                    <a:ext cx="58" cy="58"/>
                  </a:xfrm>
                  <a:prstGeom prst="ellipse">
                    <a:avLst/>
                  </a:prstGeom>
                  <a:solidFill>
                    <a:srgbClr val="9AD8D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4" name="íṡliḍè" descr="fd688403-8857-4d92-83d5-448eedddb889">
                    <a:extLst>
                      <a:ext uri="{FF2B5EF4-FFF2-40B4-BE49-F238E27FC236}">
                        <a16:creationId xmlns:a16="http://schemas.microsoft.com/office/drawing/2014/main" id="{EC6B204D-83E4-2573-F843-768A888D7F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68" y="1016"/>
                    <a:ext cx="48" cy="56"/>
                  </a:xfrm>
                  <a:custGeom>
                    <a:avLst/>
                    <a:gdLst>
                      <a:gd name="T0" fmla="*/ 9 w 23"/>
                      <a:gd name="T1" fmla="*/ 0 h 27"/>
                      <a:gd name="T2" fmla="*/ 4 w 23"/>
                      <a:gd name="T3" fmla="*/ 11 h 27"/>
                      <a:gd name="T4" fmla="*/ 18 w 23"/>
                      <a:gd name="T5" fmla="*/ 25 h 27"/>
                      <a:gd name="T6" fmla="*/ 23 w 23"/>
                      <a:gd name="T7" fmla="*/ 24 h 27"/>
                      <a:gd name="T8" fmla="*/ 14 w 23"/>
                      <a:gd name="T9" fmla="*/ 27 h 27"/>
                      <a:gd name="T10" fmla="*/ 0 w 23"/>
                      <a:gd name="T11" fmla="*/ 13 h 27"/>
                      <a:gd name="T12" fmla="*/ 9 w 23"/>
                      <a:gd name="T13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3" h="27">
                        <a:moveTo>
                          <a:pt x="9" y="0"/>
                        </a:moveTo>
                        <a:cubicBezTo>
                          <a:pt x="6" y="3"/>
                          <a:pt x="4" y="6"/>
                          <a:pt x="4" y="11"/>
                        </a:cubicBezTo>
                        <a:cubicBezTo>
                          <a:pt x="4" y="18"/>
                          <a:pt x="10" y="25"/>
                          <a:pt x="18" y="25"/>
                        </a:cubicBezTo>
                        <a:cubicBezTo>
                          <a:pt x="20" y="25"/>
                          <a:pt x="22" y="24"/>
                          <a:pt x="23" y="24"/>
                        </a:cubicBezTo>
                        <a:cubicBezTo>
                          <a:pt x="21" y="26"/>
                          <a:pt x="18" y="27"/>
                          <a:pt x="14" y="27"/>
                        </a:cubicBezTo>
                        <a:cubicBezTo>
                          <a:pt x="6" y="27"/>
                          <a:pt x="0" y="21"/>
                          <a:pt x="0" y="13"/>
                        </a:cubicBezTo>
                        <a:cubicBezTo>
                          <a:pt x="0" y="7"/>
                          <a:pt x="4" y="2"/>
                          <a:pt x="9" y="0"/>
                        </a:cubicBezTo>
                        <a:close/>
                      </a:path>
                    </a:pathLst>
                  </a:custGeom>
                  <a:solidFill>
                    <a:srgbClr val="72CCD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5" name="ïś1ïḓê" descr="c5c1db4d-b8f9-4cf4-9fc2-d97e51550ebd">
                    <a:extLst>
                      <a:ext uri="{FF2B5EF4-FFF2-40B4-BE49-F238E27FC236}">
                        <a16:creationId xmlns:a16="http://schemas.microsoft.com/office/drawing/2014/main" id="{B9B43342-C69C-E536-6CD2-CC36669B97C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06" y="2082"/>
                    <a:ext cx="183" cy="50"/>
                  </a:xfrm>
                  <a:custGeom>
                    <a:avLst/>
                    <a:gdLst>
                      <a:gd name="T0" fmla="*/ 0 w 88"/>
                      <a:gd name="T1" fmla="*/ 24 h 24"/>
                      <a:gd name="T2" fmla="*/ 44 w 88"/>
                      <a:gd name="T3" fmla="*/ 0 h 24"/>
                      <a:gd name="T4" fmla="*/ 88 w 88"/>
                      <a:gd name="T5" fmla="*/ 24 h 24"/>
                      <a:gd name="T6" fmla="*/ 0 w 88"/>
                      <a:gd name="T7" fmla="*/ 24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8" h="24">
                        <a:moveTo>
                          <a:pt x="0" y="24"/>
                        </a:moveTo>
                        <a:cubicBezTo>
                          <a:pt x="0" y="11"/>
                          <a:pt x="20" y="0"/>
                          <a:pt x="44" y="0"/>
                        </a:cubicBezTo>
                        <a:cubicBezTo>
                          <a:pt x="68" y="0"/>
                          <a:pt x="88" y="11"/>
                          <a:pt x="88" y="24"/>
                        </a:cubicBezTo>
                        <a:lnTo>
                          <a:pt x="0" y="24"/>
                        </a:ln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6" name="ïśḷidê" descr="c40af9c6-9c8e-46be-b5e6-099925877810">
                    <a:extLst>
                      <a:ext uri="{FF2B5EF4-FFF2-40B4-BE49-F238E27FC236}">
                        <a16:creationId xmlns:a16="http://schemas.microsoft.com/office/drawing/2014/main" id="{E616C33D-3752-51DA-682B-30DE94FE8D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06" y="2082"/>
                    <a:ext cx="104" cy="50"/>
                  </a:xfrm>
                  <a:custGeom>
                    <a:avLst/>
                    <a:gdLst>
                      <a:gd name="T0" fmla="*/ 44 w 50"/>
                      <a:gd name="T1" fmla="*/ 0 h 24"/>
                      <a:gd name="T2" fmla="*/ 50 w 50"/>
                      <a:gd name="T3" fmla="*/ 0 h 24"/>
                      <a:gd name="T4" fmla="*/ 13 w 50"/>
                      <a:gd name="T5" fmla="*/ 24 h 24"/>
                      <a:gd name="T6" fmla="*/ 0 w 50"/>
                      <a:gd name="T7" fmla="*/ 24 h 24"/>
                      <a:gd name="T8" fmla="*/ 44 w 50"/>
                      <a:gd name="T9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0" h="24">
                        <a:moveTo>
                          <a:pt x="44" y="0"/>
                        </a:moveTo>
                        <a:cubicBezTo>
                          <a:pt x="46" y="0"/>
                          <a:pt x="48" y="0"/>
                          <a:pt x="50" y="0"/>
                        </a:cubicBezTo>
                        <a:cubicBezTo>
                          <a:pt x="29" y="2"/>
                          <a:pt x="13" y="12"/>
                          <a:pt x="13" y="24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11"/>
                          <a:pt x="20" y="0"/>
                          <a:pt x="44" y="0"/>
                        </a:cubicBezTo>
                        <a:close/>
                      </a:path>
                    </a:pathLst>
                  </a:custGeom>
                  <a:solidFill>
                    <a:srgbClr val="D1D3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7" name="îśḻïḋe" descr="61d212bf-dbf9-42b9-8931-01f093a96564">
                    <a:extLst>
                      <a:ext uri="{FF2B5EF4-FFF2-40B4-BE49-F238E27FC236}">
                        <a16:creationId xmlns:a16="http://schemas.microsoft.com/office/drawing/2014/main" id="{F6A554DA-9668-D081-5D13-C0A931ABAB9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2" y="1132"/>
                    <a:ext cx="102" cy="253"/>
                  </a:xfrm>
                  <a:custGeom>
                    <a:avLst/>
                    <a:gdLst>
                      <a:gd name="T0" fmla="*/ 0 w 49"/>
                      <a:gd name="T1" fmla="*/ 0 h 122"/>
                      <a:gd name="T2" fmla="*/ 37 w 49"/>
                      <a:gd name="T3" fmla="*/ 122 h 122"/>
                      <a:gd name="T4" fmla="*/ 0 w 49"/>
                      <a:gd name="T5" fmla="*/ 0 h 1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9" h="122">
                        <a:moveTo>
                          <a:pt x="0" y="0"/>
                        </a:moveTo>
                        <a:cubicBezTo>
                          <a:pt x="37" y="122"/>
                          <a:pt x="37" y="122"/>
                          <a:pt x="37" y="122"/>
                        </a:cubicBezTo>
                        <a:cubicBezTo>
                          <a:pt x="37" y="122"/>
                          <a:pt x="49" y="43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8" name="îSḻíḓê" descr="94f5be65-ba73-4f36-8096-e8dfbe20568d">
                    <a:extLst>
                      <a:ext uri="{FF2B5EF4-FFF2-40B4-BE49-F238E27FC236}">
                        <a16:creationId xmlns:a16="http://schemas.microsoft.com/office/drawing/2014/main" id="{E7090D5F-F443-130A-7E0D-CCFD5374C5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57" y="1132"/>
                    <a:ext cx="112" cy="253"/>
                  </a:xfrm>
                  <a:custGeom>
                    <a:avLst/>
                    <a:gdLst>
                      <a:gd name="T0" fmla="*/ 17 w 54"/>
                      <a:gd name="T1" fmla="*/ 0 h 122"/>
                      <a:gd name="T2" fmla="*/ 54 w 54"/>
                      <a:gd name="T3" fmla="*/ 122 h 122"/>
                      <a:gd name="T4" fmla="*/ 17 w 54"/>
                      <a:gd name="T5" fmla="*/ 0 h 1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4" h="122">
                        <a:moveTo>
                          <a:pt x="17" y="0"/>
                        </a:moveTo>
                        <a:cubicBezTo>
                          <a:pt x="54" y="122"/>
                          <a:pt x="54" y="122"/>
                          <a:pt x="54" y="122"/>
                        </a:cubicBezTo>
                        <a:cubicBezTo>
                          <a:pt x="54" y="122"/>
                          <a:pt x="0" y="63"/>
                          <a:pt x="1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9" name="ïŝļîḍe" descr="c62f629a-f3f4-47e1-aa9c-bce75bbc9ad8">
                    <a:extLst>
                      <a:ext uri="{FF2B5EF4-FFF2-40B4-BE49-F238E27FC236}">
                        <a16:creationId xmlns:a16="http://schemas.microsoft.com/office/drawing/2014/main" id="{BBA34D7A-26DC-8519-0516-7CAD7002570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88" y="1375"/>
                    <a:ext cx="183" cy="193"/>
                  </a:xfrm>
                  <a:custGeom>
                    <a:avLst/>
                    <a:gdLst>
                      <a:gd name="T0" fmla="*/ 0 w 88"/>
                      <a:gd name="T1" fmla="*/ 93 h 93"/>
                      <a:gd name="T2" fmla="*/ 88 w 88"/>
                      <a:gd name="T3" fmla="*/ 0 h 93"/>
                      <a:gd name="T4" fmla="*/ 0 w 88"/>
                      <a:gd name="T5" fmla="*/ 93 h 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8" h="93">
                        <a:moveTo>
                          <a:pt x="0" y="93"/>
                        </a:moveTo>
                        <a:cubicBezTo>
                          <a:pt x="88" y="0"/>
                          <a:pt x="88" y="0"/>
                          <a:pt x="88" y="0"/>
                        </a:cubicBezTo>
                        <a:cubicBezTo>
                          <a:pt x="88" y="0"/>
                          <a:pt x="63" y="76"/>
                          <a:pt x="0" y="93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40" name="îṧlïďê" descr="2cddb250-723f-488e-8f9b-b1e5c81d1b0c">
                    <a:extLst>
                      <a:ext uri="{FF2B5EF4-FFF2-40B4-BE49-F238E27FC236}">
                        <a16:creationId xmlns:a16="http://schemas.microsoft.com/office/drawing/2014/main" id="{1FFF6264-AB4F-B3CF-B412-DA2BAC3412C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88" y="1375"/>
                    <a:ext cx="183" cy="193"/>
                  </a:xfrm>
                  <a:custGeom>
                    <a:avLst/>
                    <a:gdLst>
                      <a:gd name="T0" fmla="*/ 0 w 88"/>
                      <a:gd name="T1" fmla="*/ 93 h 93"/>
                      <a:gd name="T2" fmla="*/ 88 w 88"/>
                      <a:gd name="T3" fmla="*/ 0 h 93"/>
                      <a:gd name="T4" fmla="*/ 0 w 88"/>
                      <a:gd name="T5" fmla="*/ 93 h 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8" h="93">
                        <a:moveTo>
                          <a:pt x="0" y="93"/>
                        </a:moveTo>
                        <a:cubicBezTo>
                          <a:pt x="88" y="0"/>
                          <a:pt x="88" y="0"/>
                          <a:pt x="88" y="0"/>
                        </a:cubicBezTo>
                        <a:cubicBezTo>
                          <a:pt x="88" y="0"/>
                          <a:pt x="13" y="29"/>
                          <a:pt x="0" y="9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41" name="ï$ļïďe" descr="f37e22e2-ddb6-4672-89be-ff24c80f467b">
                    <a:extLst>
                      <a:ext uri="{FF2B5EF4-FFF2-40B4-BE49-F238E27FC236}">
                        <a16:creationId xmlns:a16="http://schemas.microsoft.com/office/drawing/2014/main" id="{07961AF5-2B45-7C0C-DFDD-FD6918FDCFD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65" y="1341"/>
                    <a:ext cx="257" cy="98"/>
                  </a:xfrm>
                  <a:custGeom>
                    <a:avLst/>
                    <a:gdLst>
                      <a:gd name="T0" fmla="*/ 124 w 124"/>
                      <a:gd name="T1" fmla="*/ 47 h 47"/>
                      <a:gd name="T2" fmla="*/ 0 w 124"/>
                      <a:gd name="T3" fmla="*/ 17 h 47"/>
                      <a:gd name="T4" fmla="*/ 124 w 124"/>
                      <a:gd name="T5" fmla="*/ 47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24" h="47">
                        <a:moveTo>
                          <a:pt x="124" y="47"/>
                        </a:moveTo>
                        <a:cubicBezTo>
                          <a:pt x="0" y="17"/>
                          <a:pt x="0" y="17"/>
                          <a:pt x="0" y="17"/>
                        </a:cubicBezTo>
                        <a:cubicBezTo>
                          <a:pt x="0" y="17"/>
                          <a:pt x="78" y="0"/>
                          <a:pt x="124" y="47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42" name="išḻiḑê" descr="174364c3-96c9-4e88-b91f-fa2ac63c7ce9">
                    <a:extLst>
                      <a:ext uri="{FF2B5EF4-FFF2-40B4-BE49-F238E27FC236}">
                        <a16:creationId xmlns:a16="http://schemas.microsoft.com/office/drawing/2014/main" id="{F72FB1DC-E9E9-FFF8-BE31-F5E78DE817F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65" y="1377"/>
                    <a:ext cx="257" cy="103"/>
                  </a:xfrm>
                  <a:custGeom>
                    <a:avLst/>
                    <a:gdLst>
                      <a:gd name="T0" fmla="*/ 124 w 124"/>
                      <a:gd name="T1" fmla="*/ 30 h 50"/>
                      <a:gd name="T2" fmla="*/ 0 w 124"/>
                      <a:gd name="T3" fmla="*/ 0 h 50"/>
                      <a:gd name="T4" fmla="*/ 124 w 124"/>
                      <a:gd name="T5" fmla="*/ 30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24" h="50">
                        <a:moveTo>
                          <a:pt x="124" y="3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62" y="50"/>
                          <a:pt x="124" y="3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43" name="íṥliḍè" descr="adabcbcf-62bd-49c8-a4fd-8101177ef50a">
                    <a:extLst>
                      <a:ext uri="{FF2B5EF4-FFF2-40B4-BE49-F238E27FC236}">
                        <a16:creationId xmlns:a16="http://schemas.microsoft.com/office/drawing/2014/main" id="{5B2FB9D0-5778-F3A6-B785-5B83F21F16B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42" y="1393"/>
                    <a:ext cx="50" cy="766"/>
                  </a:xfrm>
                  <a:custGeom>
                    <a:avLst/>
                    <a:gdLst>
                      <a:gd name="T0" fmla="*/ 0 w 50"/>
                      <a:gd name="T1" fmla="*/ 766 h 766"/>
                      <a:gd name="T2" fmla="*/ 50 w 50"/>
                      <a:gd name="T3" fmla="*/ 766 h 766"/>
                      <a:gd name="T4" fmla="*/ 33 w 50"/>
                      <a:gd name="T5" fmla="*/ 0 h 766"/>
                      <a:gd name="T6" fmla="*/ 16 w 50"/>
                      <a:gd name="T7" fmla="*/ 0 h 766"/>
                      <a:gd name="T8" fmla="*/ 0 w 50"/>
                      <a:gd name="T9" fmla="*/ 766 h 7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0" h="766">
                        <a:moveTo>
                          <a:pt x="0" y="766"/>
                        </a:moveTo>
                        <a:lnTo>
                          <a:pt x="50" y="766"/>
                        </a:lnTo>
                        <a:lnTo>
                          <a:pt x="33" y="0"/>
                        </a:lnTo>
                        <a:lnTo>
                          <a:pt x="16" y="0"/>
                        </a:lnTo>
                        <a:lnTo>
                          <a:pt x="0" y="76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44" name="íṩļiďe" descr="d3a5078a-eac6-4817-bae4-45b7a2712dbf">
                    <a:extLst>
                      <a:ext uri="{FF2B5EF4-FFF2-40B4-BE49-F238E27FC236}">
                        <a16:creationId xmlns:a16="http://schemas.microsoft.com/office/drawing/2014/main" id="{30EB5113-FBFA-26BB-5EB4-87FA595F59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42" y="1393"/>
                    <a:ext cx="23" cy="766"/>
                  </a:xfrm>
                  <a:custGeom>
                    <a:avLst/>
                    <a:gdLst>
                      <a:gd name="T0" fmla="*/ 0 w 23"/>
                      <a:gd name="T1" fmla="*/ 766 h 766"/>
                      <a:gd name="T2" fmla="*/ 18 w 23"/>
                      <a:gd name="T3" fmla="*/ 766 h 766"/>
                      <a:gd name="T4" fmla="*/ 23 w 23"/>
                      <a:gd name="T5" fmla="*/ 0 h 766"/>
                      <a:gd name="T6" fmla="*/ 16 w 23"/>
                      <a:gd name="T7" fmla="*/ 0 h 766"/>
                      <a:gd name="T8" fmla="*/ 0 w 23"/>
                      <a:gd name="T9" fmla="*/ 766 h 7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766">
                        <a:moveTo>
                          <a:pt x="0" y="766"/>
                        </a:moveTo>
                        <a:lnTo>
                          <a:pt x="18" y="766"/>
                        </a:lnTo>
                        <a:lnTo>
                          <a:pt x="23" y="0"/>
                        </a:lnTo>
                        <a:lnTo>
                          <a:pt x="16" y="0"/>
                        </a:lnTo>
                        <a:lnTo>
                          <a:pt x="0" y="766"/>
                        </a:lnTo>
                        <a:close/>
                      </a:path>
                    </a:pathLst>
                  </a:custGeom>
                  <a:solidFill>
                    <a:srgbClr val="D1D3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45" name="íṡḷîḍè" descr="16206079-f5d4-42b8-8245-9750648cedb8">
                    <a:extLst>
                      <a:ext uri="{FF2B5EF4-FFF2-40B4-BE49-F238E27FC236}">
                        <a16:creationId xmlns:a16="http://schemas.microsoft.com/office/drawing/2014/main" id="{1B1FCC76-E81C-2D2D-3ABA-E09771A315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38" y="1354"/>
                    <a:ext cx="58" cy="56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46" name="îŝľidê" descr="8ea88c8d-6324-4fae-874c-da7336275798">
                    <a:extLst>
                      <a:ext uri="{FF2B5EF4-FFF2-40B4-BE49-F238E27FC236}">
                        <a16:creationId xmlns:a16="http://schemas.microsoft.com/office/drawing/2014/main" id="{F4CA0FD0-7F23-520F-09E2-C1B3B353F5D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46" y="1360"/>
                    <a:ext cx="41" cy="44"/>
                  </a:xfrm>
                  <a:prstGeom prst="ellipse">
                    <a:avLst/>
                  </a:prstGeom>
                  <a:solidFill>
                    <a:srgbClr val="9AD8D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47" name="îş1ïḍê" descr="e686cd7b-dbcc-4a3e-9ec9-9f124083a161">
                    <a:extLst>
                      <a:ext uri="{FF2B5EF4-FFF2-40B4-BE49-F238E27FC236}">
                        <a16:creationId xmlns:a16="http://schemas.microsoft.com/office/drawing/2014/main" id="{78AFAA18-0BF7-8119-506C-7502797699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46" y="1362"/>
                    <a:ext cx="35" cy="42"/>
                  </a:xfrm>
                  <a:custGeom>
                    <a:avLst/>
                    <a:gdLst>
                      <a:gd name="T0" fmla="*/ 6 w 17"/>
                      <a:gd name="T1" fmla="*/ 0 h 20"/>
                      <a:gd name="T2" fmla="*/ 3 w 17"/>
                      <a:gd name="T3" fmla="*/ 8 h 20"/>
                      <a:gd name="T4" fmla="*/ 13 w 17"/>
                      <a:gd name="T5" fmla="*/ 18 h 20"/>
                      <a:gd name="T6" fmla="*/ 17 w 17"/>
                      <a:gd name="T7" fmla="*/ 17 h 20"/>
                      <a:gd name="T8" fmla="*/ 10 w 17"/>
                      <a:gd name="T9" fmla="*/ 20 h 20"/>
                      <a:gd name="T10" fmla="*/ 0 w 17"/>
                      <a:gd name="T11" fmla="*/ 10 h 20"/>
                      <a:gd name="T12" fmla="*/ 6 w 17"/>
                      <a:gd name="T13" fmla="*/ 0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7" h="20">
                        <a:moveTo>
                          <a:pt x="6" y="0"/>
                        </a:moveTo>
                        <a:cubicBezTo>
                          <a:pt x="4" y="2"/>
                          <a:pt x="3" y="5"/>
                          <a:pt x="3" y="8"/>
                        </a:cubicBezTo>
                        <a:cubicBezTo>
                          <a:pt x="3" y="14"/>
                          <a:pt x="7" y="18"/>
                          <a:pt x="13" y="18"/>
                        </a:cubicBezTo>
                        <a:cubicBezTo>
                          <a:pt x="14" y="18"/>
                          <a:pt x="15" y="18"/>
                          <a:pt x="17" y="17"/>
                        </a:cubicBezTo>
                        <a:cubicBezTo>
                          <a:pt x="15" y="19"/>
                          <a:pt x="13" y="20"/>
                          <a:pt x="10" y="20"/>
                        </a:cubicBezTo>
                        <a:cubicBezTo>
                          <a:pt x="4" y="20"/>
                          <a:pt x="0" y="15"/>
                          <a:pt x="0" y="10"/>
                        </a:cubicBezTo>
                        <a:cubicBezTo>
                          <a:pt x="0" y="5"/>
                          <a:pt x="3" y="2"/>
                          <a:pt x="6" y="0"/>
                        </a:cubicBezTo>
                        <a:close/>
                      </a:path>
                    </a:pathLst>
                  </a:custGeom>
                  <a:solidFill>
                    <a:srgbClr val="72CCD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48" name="ïṧ1îdê" descr="0c7990fc-122d-426b-8a33-c294b583cbd3">
                    <a:extLst>
                      <a:ext uri="{FF2B5EF4-FFF2-40B4-BE49-F238E27FC236}">
                        <a16:creationId xmlns:a16="http://schemas.microsoft.com/office/drawing/2014/main" id="{68AC3F9D-7C8B-5FD9-6BF1-391CFE58CE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00" y="2136"/>
                    <a:ext cx="133" cy="37"/>
                  </a:xfrm>
                  <a:custGeom>
                    <a:avLst/>
                    <a:gdLst>
                      <a:gd name="T0" fmla="*/ 0 w 64"/>
                      <a:gd name="T1" fmla="*/ 18 h 18"/>
                      <a:gd name="T2" fmla="*/ 32 w 64"/>
                      <a:gd name="T3" fmla="*/ 0 h 18"/>
                      <a:gd name="T4" fmla="*/ 64 w 64"/>
                      <a:gd name="T5" fmla="*/ 18 h 18"/>
                      <a:gd name="T6" fmla="*/ 0 w 64"/>
                      <a:gd name="T7" fmla="*/ 18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4" h="18">
                        <a:moveTo>
                          <a:pt x="0" y="18"/>
                        </a:moveTo>
                        <a:cubicBezTo>
                          <a:pt x="0" y="8"/>
                          <a:pt x="14" y="0"/>
                          <a:pt x="32" y="0"/>
                        </a:cubicBezTo>
                        <a:cubicBezTo>
                          <a:pt x="49" y="0"/>
                          <a:pt x="64" y="8"/>
                          <a:pt x="64" y="18"/>
                        </a:cubicBezTo>
                        <a:lnTo>
                          <a:pt x="0" y="18"/>
                        </a:ln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49" name="ïṣľïḍè" descr="019da196-14b8-440d-a662-1d13779c4b93">
                    <a:extLst>
                      <a:ext uri="{FF2B5EF4-FFF2-40B4-BE49-F238E27FC236}">
                        <a16:creationId xmlns:a16="http://schemas.microsoft.com/office/drawing/2014/main" id="{52E20ED6-910C-A88C-0039-3E8D0A6047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00" y="2136"/>
                    <a:ext cx="77" cy="37"/>
                  </a:xfrm>
                  <a:custGeom>
                    <a:avLst/>
                    <a:gdLst>
                      <a:gd name="T0" fmla="*/ 32 w 37"/>
                      <a:gd name="T1" fmla="*/ 0 h 18"/>
                      <a:gd name="T2" fmla="*/ 37 w 37"/>
                      <a:gd name="T3" fmla="*/ 0 h 18"/>
                      <a:gd name="T4" fmla="*/ 10 w 37"/>
                      <a:gd name="T5" fmla="*/ 18 h 18"/>
                      <a:gd name="T6" fmla="*/ 0 w 37"/>
                      <a:gd name="T7" fmla="*/ 18 h 18"/>
                      <a:gd name="T8" fmla="*/ 32 w 37"/>
                      <a:gd name="T9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7" h="18">
                        <a:moveTo>
                          <a:pt x="32" y="0"/>
                        </a:moveTo>
                        <a:cubicBezTo>
                          <a:pt x="33" y="0"/>
                          <a:pt x="35" y="0"/>
                          <a:pt x="37" y="0"/>
                        </a:cubicBezTo>
                        <a:cubicBezTo>
                          <a:pt x="21" y="2"/>
                          <a:pt x="10" y="9"/>
                          <a:pt x="10" y="18"/>
                        </a:cubicBezTo>
                        <a:cubicBezTo>
                          <a:pt x="0" y="18"/>
                          <a:pt x="0" y="18"/>
                          <a:pt x="0" y="18"/>
                        </a:cubicBezTo>
                        <a:cubicBezTo>
                          <a:pt x="0" y="8"/>
                          <a:pt x="14" y="0"/>
                          <a:pt x="32" y="0"/>
                        </a:cubicBezTo>
                        <a:close/>
                      </a:path>
                    </a:pathLst>
                  </a:custGeom>
                  <a:solidFill>
                    <a:srgbClr val="D1D3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0" name="íṣlîḍé" descr="5fc6a865-0b3c-4f3b-bdfa-0cda4422d2a4">
                    <a:extLst>
                      <a:ext uri="{FF2B5EF4-FFF2-40B4-BE49-F238E27FC236}">
                        <a16:creationId xmlns:a16="http://schemas.microsoft.com/office/drawing/2014/main" id="{CE44DEE3-0257-6E00-0A51-CC16F012F0F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79" y="518"/>
                    <a:ext cx="183" cy="452"/>
                  </a:xfrm>
                  <a:custGeom>
                    <a:avLst/>
                    <a:gdLst>
                      <a:gd name="T0" fmla="*/ 88 w 88"/>
                      <a:gd name="T1" fmla="*/ 0 h 218"/>
                      <a:gd name="T2" fmla="*/ 22 w 88"/>
                      <a:gd name="T3" fmla="*/ 218 h 218"/>
                      <a:gd name="T4" fmla="*/ 88 w 88"/>
                      <a:gd name="T5" fmla="*/ 0 h 2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8" h="218">
                        <a:moveTo>
                          <a:pt x="88" y="0"/>
                        </a:moveTo>
                        <a:cubicBezTo>
                          <a:pt x="22" y="218"/>
                          <a:pt x="22" y="218"/>
                          <a:pt x="22" y="218"/>
                        </a:cubicBezTo>
                        <a:cubicBezTo>
                          <a:pt x="22" y="218"/>
                          <a:pt x="0" y="77"/>
                          <a:pt x="88" y="0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1" name="íṥļîḑê" descr="b9b742cf-cf36-4d9c-9242-330bd64d0663">
                    <a:extLst>
                      <a:ext uri="{FF2B5EF4-FFF2-40B4-BE49-F238E27FC236}">
                        <a16:creationId xmlns:a16="http://schemas.microsoft.com/office/drawing/2014/main" id="{738B98F9-24F0-7B52-BA43-5BDF1CAEDF6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525" y="518"/>
                    <a:ext cx="199" cy="452"/>
                  </a:xfrm>
                  <a:custGeom>
                    <a:avLst/>
                    <a:gdLst>
                      <a:gd name="T0" fmla="*/ 66 w 96"/>
                      <a:gd name="T1" fmla="*/ 0 h 218"/>
                      <a:gd name="T2" fmla="*/ 0 w 96"/>
                      <a:gd name="T3" fmla="*/ 218 h 218"/>
                      <a:gd name="T4" fmla="*/ 66 w 96"/>
                      <a:gd name="T5" fmla="*/ 0 h 2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6" h="218">
                        <a:moveTo>
                          <a:pt x="66" y="0"/>
                        </a:moveTo>
                        <a:cubicBezTo>
                          <a:pt x="0" y="218"/>
                          <a:pt x="0" y="218"/>
                          <a:pt x="0" y="218"/>
                        </a:cubicBezTo>
                        <a:cubicBezTo>
                          <a:pt x="0" y="218"/>
                          <a:pt x="96" y="113"/>
                          <a:pt x="6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2" name="íṡļíḑè" descr="fe65a2c8-f2a9-4727-99cc-a442e1426cb2">
                    <a:extLst>
                      <a:ext uri="{FF2B5EF4-FFF2-40B4-BE49-F238E27FC236}">
                        <a16:creationId xmlns:a16="http://schemas.microsoft.com/office/drawing/2014/main" id="{952EA772-3BC1-DF53-586A-70B4D025560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521" y="953"/>
                    <a:ext cx="326" cy="345"/>
                  </a:xfrm>
                  <a:custGeom>
                    <a:avLst/>
                    <a:gdLst>
                      <a:gd name="T0" fmla="*/ 157 w 157"/>
                      <a:gd name="T1" fmla="*/ 166 h 166"/>
                      <a:gd name="T2" fmla="*/ 0 w 157"/>
                      <a:gd name="T3" fmla="*/ 0 h 166"/>
                      <a:gd name="T4" fmla="*/ 157 w 157"/>
                      <a:gd name="T5" fmla="*/ 166 h 1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57" h="166">
                        <a:moveTo>
                          <a:pt x="157" y="166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44" y="135"/>
                          <a:pt x="157" y="166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3" name="íṣ1ïḍe" descr="6a8d5b26-41e0-4370-a6ea-d48895af13d8">
                    <a:extLst>
                      <a:ext uri="{FF2B5EF4-FFF2-40B4-BE49-F238E27FC236}">
                        <a16:creationId xmlns:a16="http://schemas.microsoft.com/office/drawing/2014/main" id="{C9803C56-1B11-CAC6-4244-D29AB7F9A4E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521" y="953"/>
                    <a:ext cx="326" cy="345"/>
                  </a:xfrm>
                  <a:custGeom>
                    <a:avLst/>
                    <a:gdLst>
                      <a:gd name="T0" fmla="*/ 157 w 157"/>
                      <a:gd name="T1" fmla="*/ 166 h 166"/>
                      <a:gd name="T2" fmla="*/ 0 w 157"/>
                      <a:gd name="T3" fmla="*/ 0 h 166"/>
                      <a:gd name="T4" fmla="*/ 157 w 157"/>
                      <a:gd name="T5" fmla="*/ 166 h 1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57" h="166">
                        <a:moveTo>
                          <a:pt x="157" y="166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33" y="51"/>
                          <a:pt x="157" y="16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4" name="iṣľïḑé" descr="3d6440f5-9ef5-4718-9485-ddde9edb40fa">
                    <a:extLst>
                      <a:ext uri="{FF2B5EF4-FFF2-40B4-BE49-F238E27FC236}">
                        <a16:creationId xmlns:a16="http://schemas.microsoft.com/office/drawing/2014/main" id="{AEFD71FA-607A-CBF7-66E3-3D6625766B8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70" y="893"/>
                    <a:ext cx="461" cy="175"/>
                  </a:xfrm>
                  <a:custGeom>
                    <a:avLst/>
                    <a:gdLst>
                      <a:gd name="T0" fmla="*/ 0 w 222"/>
                      <a:gd name="T1" fmla="*/ 84 h 84"/>
                      <a:gd name="T2" fmla="*/ 222 w 222"/>
                      <a:gd name="T3" fmla="*/ 30 h 84"/>
                      <a:gd name="T4" fmla="*/ 0 w 222"/>
                      <a:gd name="T5" fmla="*/ 84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22" h="84">
                        <a:moveTo>
                          <a:pt x="0" y="84"/>
                        </a:moveTo>
                        <a:cubicBezTo>
                          <a:pt x="222" y="30"/>
                          <a:pt x="222" y="30"/>
                          <a:pt x="222" y="30"/>
                        </a:cubicBezTo>
                        <a:cubicBezTo>
                          <a:pt x="222" y="30"/>
                          <a:pt x="83" y="0"/>
                          <a:pt x="0" y="84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5" name="ïṧlïḓè" descr="2d7fcc01-b6ef-4a5a-ba99-eac29a5b9a0d">
                    <a:extLst>
                      <a:ext uri="{FF2B5EF4-FFF2-40B4-BE49-F238E27FC236}">
                        <a16:creationId xmlns:a16="http://schemas.microsoft.com/office/drawing/2014/main" id="{625A53F1-CC4A-0A65-2FB7-29929A6FA2F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70" y="956"/>
                    <a:ext cx="461" cy="186"/>
                  </a:xfrm>
                  <a:custGeom>
                    <a:avLst/>
                    <a:gdLst>
                      <a:gd name="T0" fmla="*/ 0 w 222"/>
                      <a:gd name="T1" fmla="*/ 54 h 90"/>
                      <a:gd name="T2" fmla="*/ 222 w 222"/>
                      <a:gd name="T3" fmla="*/ 0 h 90"/>
                      <a:gd name="T4" fmla="*/ 0 w 222"/>
                      <a:gd name="T5" fmla="*/ 54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22" h="90">
                        <a:moveTo>
                          <a:pt x="0" y="54"/>
                        </a:moveTo>
                        <a:cubicBezTo>
                          <a:pt x="222" y="0"/>
                          <a:pt x="222" y="0"/>
                          <a:pt x="222" y="0"/>
                        </a:cubicBezTo>
                        <a:cubicBezTo>
                          <a:pt x="222" y="0"/>
                          <a:pt x="112" y="90"/>
                          <a:pt x="0" y="5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6" name="îşļíḑê" descr="2b38c5d4-33cb-4c59-80b6-87ec6bdb09d3">
                    <a:extLst>
                      <a:ext uri="{FF2B5EF4-FFF2-40B4-BE49-F238E27FC236}">
                        <a16:creationId xmlns:a16="http://schemas.microsoft.com/office/drawing/2014/main" id="{C6DDCC53-63C1-CAAC-35D9-CD822AEC22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83" y="985"/>
                    <a:ext cx="90" cy="1083"/>
                  </a:xfrm>
                  <a:custGeom>
                    <a:avLst/>
                    <a:gdLst>
                      <a:gd name="T0" fmla="*/ 90 w 90"/>
                      <a:gd name="T1" fmla="*/ 1083 h 1083"/>
                      <a:gd name="T2" fmla="*/ 0 w 90"/>
                      <a:gd name="T3" fmla="*/ 1083 h 1083"/>
                      <a:gd name="T4" fmla="*/ 29 w 90"/>
                      <a:gd name="T5" fmla="*/ 0 h 1083"/>
                      <a:gd name="T6" fmla="*/ 61 w 90"/>
                      <a:gd name="T7" fmla="*/ 0 h 1083"/>
                      <a:gd name="T8" fmla="*/ 90 w 90"/>
                      <a:gd name="T9" fmla="*/ 1083 h 10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0" h="1083">
                        <a:moveTo>
                          <a:pt x="90" y="1083"/>
                        </a:moveTo>
                        <a:lnTo>
                          <a:pt x="0" y="1083"/>
                        </a:lnTo>
                        <a:lnTo>
                          <a:pt x="29" y="0"/>
                        </a:lnTo>
                        <a:lnTo>
                          <a:pt x="61" y="0"/>
                        </a:lnTo>
                        <a:lnTo>
                          <a:pt x="90" y="108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7" name="ísliḋé" descr="49e27a0f-fe34-436a-925c-c8e076a7aaec">
                    <a:extLst>
                      <a:ext uri="{FF2B5EF4-FFF2-40B4-BE49-F238E27FC236}">
                        <a16:creationId xmlns:a16="http://schemas.microsoft.com/office/drawing/2014/main" id="{61F4397E-8494-27FD-6B47-FCADE69BA79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531" y="985"/>
                    <a:ext cx="42" cy="1083"/>
                  </a:xfrm>
                  <a:custGeom>
                    <a:avLst/>
                    <a:gdLst>
                      <a:gd name="T0" fmla="*/ 42 w 42"/>
                      <a:gd name="T1" fmla="*/ 1083 h 1083"/>
                      <a:gd name="T2" fmla="*/ 8 w 42"/>
                      <a:gd name="T3" fmla="*/ 1083 h 1083"/>
                      <a:gd name="T4" fmla="*/ 0 w 42"/>
                      <a:gd name="T5" fmla="*/ 0 h 1083"/>
                      <a:gd name="T6" fmla="*/ 13 w 42"/>
                      <a:gd name="T7" fmla="*/ 0 h 1083"/>
                      <a:gd name="T8" fmla="*/ 42 w 42"/>
                      <a:gd name="T9" fmla="*/ 1083 h 10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2" h="1083">
                        <a:moveTo>
                          <a:pt x="42" y="1083"/>
                        </a:moveTo>
                        <a:lnTo>
                          <a:pt x="8" y="1083"/>
                        </a:lnTo>
                        <a:lnTo>
                          <a:pt x="0" y="0"/>
                        </a:lnTo>
                        <a:lnTo>
                          <a:pt x="13" y="0"/>
                        </a:lnTo>
                        <a:lnTo>
                          <a:pt x="42" y="1083"/>
                        </a:lnTo>
                        <a:close/>
                      </a:path>
                    </a:pathLst>
                  </a:custGeom>
                  <a:solidFill>
                    <a:srgbClr val="D1D3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8" name="íŝ1ïḍê" descr="fe353774-9407-4cb5-afe6-368037d77b42">
                    <a:extLst>
                      <a:ext uri="{FF2B5EF4-FFF2-40B4-BE49-F238E27FC236}">
                        <a16:creationId xmlns:a16="http://schemas.microsoft.com/office/drawing/2014/main" id="{AD1F117B-CAA7-BD39-85DE-AE276EA1520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77" y="916"/>
                    <a:ext cx="102" cy="100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9" name="íṩliḍê" descr="44dba5eb-2c24-49ca-a358-34e66988df44">
                    <a:extLst>
                      <a:ext uri="{FF2B5EF4-FFF2-40B4-BE49-F238E27FC236}">
                        <a16:creationId xmlns:a16="http://schemas.microsoft.com/office/drawing/2014/main" id="{B6EDE9C9-2004-1E63-98CC-B901D19746C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90" y="929"/>
                    <a:ext cx="76" cy="76"/>
                  </a:xfrm>
                  <a:prstGeom prst="ellipse">
                    <a:avLst/>
                  </a:prstGeom>
                  <a:solidFill>
                    <a:srgbClr val="9AD8D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0" name="iṡḻïḓé" descr="03bddbc7-4944-485d-bafb-1f1528a2b6ac">
                    <a:extLst>
                      <a:ext uri="{FF2B5EF4-FFF2-40B4-BE49-F238E27FC236}">
                        <a16:creationId xmlns:a16="http://schemas.microsoft.com/office/drawing/2014/main" id="{D0D573A1-50BB-AC11-8658-E69326670C9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504" y="931"/>
                    <a:ext cx="62" cy="74"/>
                  </a:xfrm>
                  <a:custGeom>
                    <a:avLst/>
                    <a:gdLst>
                      <a:gd name="T0" fmla="*/ 18 w 30"/>
                      <a:gd name="T1" fmla="*/ 0 h 36"/>
                      <a:gd name="T2" fmla="*/ 25 w 30"/>
                      <a:gd name="T3" fmla="*/ 14 h 36"/>
                      <a:gd name="T4" fmla="*/ 6 w 30"/>
                      <a:gd name="T5" fmla="*/ 32 h 36"/>
                      <a:gd name="T6" fmla="*/ 0 w 30"/>
                      <a:gd name="T7" fmla="*/ 31 h 36"/>
                      <a:gd name="T8" fmla="*/ 12 w 30"/>
                      <a:gd name="T9" fmla="*/ 36 h 36"/>
                      <a:gd name="T10" fmla="*/ 30 w 30"/>
                      <a:gd name="T11" fmla="*/ 17 h 36"/>
                      <a:gd name="T12" fmla="*/ 18 w 30"/>
                      <a:gd name="T13" fmla="*/ 0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0" h="36">
                        <a:moveTo>
                          <a:pt x="18" y="0"/>
                        </a:moveTo>
                        <a:cubicBezTo>
                          <a:pt x="22" y="4"/>
                          <a:pt x="25" y="8"/>
                          <a:pt x="25" y="14"/>
                        </a:cubicBezTo>
                        <a:cubicBezTo>
                          <a:pt x="25" y="24"/>
                          <a:pt x="16" y="32"/>
                          <a:pt x="6" y="32"/>
                        </a:cubicBezTo>
                        <a:cubicBezTo>
                          <a:pt x="4" y="32"/>
                          <a:pt x="2" y="32"/>
                          <a:pt x="0" y="31"/>
                        </a:cubicBezTo>
                        <a:cubicBezTo>
                          <a:pt x="3" y="34"/>
                          <a:pt x="7" y="36"/>
                          <a:pt x="12" y="36"/>
                        </a:cubicBezTo>
                        <a:cubicBezTo>
                          <a:pt x="22" y="36"/>
                          <a:pt x="30" y="27"/>
                          <a:pt x="30" y="17"/>
                        </a:cubicBezTo>
                        <a:cubicBezTo>
                          <a:pt x="30" y="9"/>
                          <a:pt x="25" y="3"/>
                          <a:pt x="18" y="0"/>
                        </a:cubicBezTo>
                        <a:close/>
                      </a:path>
                    </a:pathLst>
                  </a:custGeom>
                  <a:solidFill>
                    <a:srgbClr val="72CCD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1" name="îṥļiḑé" descr="a954d88f-7b9e-4503-858b-7a9ebb98dfae">
                    <a:extLst>
                      <a:ext uri="{FF2B5EF4-FFF2-40B4-BE49-F238E27FC236}">
                        <a16:creationId xmlns:a16="http://schemas.microsoft.com/office/drawing/2014/main" id="{2BD9C7CE-8900-5850-FBC6-798B6633C4D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411" y="2028"/>
                    <a:ext cx="236" cy="67"/>
                  </a:xfrm>
                  <a:custGeom>
                    <a:avLst/>
                    <a:gdLst>
                      <a:gd name="T0" fmla="*/ 114 w 114"/>
                      <a:gd name="T1" fmla="*/ 32 h 32"/>
                      <a:gd name="T2" fmla="*/ 57 w 114"/>
                      <a:gd name="T3" fmla="*/ 0 h 32"/>
                      <a:gd name="T4" fmla="*/ 0 w 114"/>
                      <a:gd name="T5" fmla="*/ 32 h 32"/>
                      <a:gd name="T6" fmla="*/ 114 w 114"/>
                      <a:gd name="T7" fmla="*/ 32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4" h="32">
                        <a:moveTo>
                          <a:pt x="114" y="32"/>
                        </a:moveTo>
                        <a:cubicBezTo>
                          <a:pt x="114" y="14"/>
                          <a:pt x="89" y="0"/>
                          <a:pt x="57" y="0"/>
                        </a:cubicBezTo>
                        <a:cubicBezTo>
                          <a:pt x="26" y="0"/>
                          <a:pt x="0" y="14"/>
                          <a:pt x="0" y="32"/>
                        </a:cubicBezTo>
                        <a:cubicBezTo>
                          <a:pt x="114" y="32"/>
                          <a:pt x="114" y="32"/>
                          <a:pt x="114" y="32"/>
                        </a:cubicBezTo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2" name="ïš1íḑe" descr="e2e85b15-554f-4ef7-9307-c917885eabfa">
                    <a:extLst>
                      <a:ext uri="{FF2B5EF4-FFF2-40B4-BE49-F238E27FC236}">
                        <a16:creationId xmlns:a16="http://schemas.microsoft.com/office/drawing/2014/main" id="{54741BDC-0677-1804-825B-97A53115BD8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510" y="2028"/>
                    <a:ext cx="137" cy="67"/>
                  </a:xfrm>
                  <a:custGeom>
                    <a:avLst/>
                    <a:gdLst>
                      <a:gd name="T0" fmla="*/ 9 w 66"/>
                      <a:gd name="T1" fmla="*/ 0 h 32"/>
                      <a:gd name="T2" fmla="*/ 0 w 66"/>
                      <a:gd name="T3" fmla="*/ 0 h 32"/>
                      <a:gd name="T4" fmla="*/ 49 w 66"/>
                      <a:gd name="T5" fmla="*/ 32 h 32"/>
                      <a:gd name="T6" fmla="*/ 66 w 66"/>
                      <a:gd name="T7" fmla="*/ 32 h 32"/>
                      <a:gd name="T8" fmla="*/ 9 w 66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9" y="0"/>
                        </a:moveTo>
                        <a:cubicBezTo>
                          <a:pt x="6" y="0"/>
                          <a:pt x="3" y="0"/>
                          <a:pt x="0" y="0"/>
                        </a:cubicBezTo>
                        <a:cubicBezTo>
                          <a:pt x="28" y="3"/>
                          <a:pt x="49" y="16"/>
                          <a:pt x="49" y="32"/>
                        </a:cubicBezTo>
                        <a:cubicBezTo>
                          <a:pt x="66" y="32"/>
                          <a:pt x="66" y="32"/>
                          <a:pt x="66" y="32"/>
                        </a:cubicBezTo>
                        <a:cubicBezTo>
                          <a:pt x="66" y="14"/>
                          <a:pt x="41" y="0"/>
                          <a:pt x="9" y="0"/>
                        </a:cubicBezTo>
                        <a:close/>
                      </a:path>
                    </a:pathLst>
                  </a:custGeom>
                  <a:solidFill>
                    <a:srgbClr val="D1D3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3" name="ïšľîḑê" descr="1742c6b1-91c2-4cd4-b050-ba4541fd180f">
                    <a:extLst>
                      <a:ext uri="{FF2B5EF4-FFF2-40B4-BE49-F238E27FC236}">
                        <a16:creationId xmlns:a16="http://schemas.microsoft.com/office/drawing/2014/main" id="{B3EEEE28-A1D4-2025-E716-9843DFE55A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1" y="1180"/>
                    <a:ext cx="137" cy="340"/>
                  </a:xfrm>
                  <a:custGeom>
                    <a:avLst/>
                    <a:gdLst>
                      <a:gd name="T0" fmla="*/ 66 w 66"/>
                      <a:gd name="T1" fmla="*/ 0 h 164"/>
                      <a:gd name="T2" fmla="*/ 16 w 66"/>
                      <a:gd name="T3" fmla="*/ 164 h 164"/>
                      <a:gd name="T4" fmla="*/ 66 w 66"/>
                      <a:gd name="T5" fmla="*/ 0 h 1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6" h="164">
                        <a:moveTo>
                          <a:pt x="66" y="0"/>
                        </a:moveTo>
                        <a:cubicBezTo>
                          <a:pt x="16" y="164"/>
                          <a:pt x="16" y="164"/>
                          <a:pt x="16" y="164"/>
                        </a:cubicBezTo>
                        <a:cubicBezTo>
                          <a:pt x="16" y="164"/>
                          <a:pt x="0" y="58"/>
                          <a:pt x="66" y="0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4" name="îşľíḑè" descr="85b77fc2-17db-4da3-b570-350cc948a12e">
                    <a:extLst>
                      <a:ext uri="{FF2B5EF4-FFF2-40B4-BE49-F238E27FC236}">
                        <a16:creationId xmlns:a16="http://schemas.microsoft.com/office/drawing/2014/main" id="{EE914C7D-F920-2CEA-75CB-D8C6EAC89EF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44" y="1180"/>
                    <a:ext cx="152" cy="340"/>
                  </a:xfrm>
                  <a:custGeom>
                    <a:avLst/>
                    <a:gdLst>
                      <a:gd name="T0" fmla="*/ 50 w 73"/>
                      <a:gd name="T1" fmla="*/ 0 h 164"/>
                      <a:gd name="T2" fmla="*/ 0 w 73"/>
                      <a:gd name="T3" fmla="*/ 164 h 164"/>
                      <a:gd name="T4" fmla="*/ 50 w 73"/>
                      <a:gd name="T5" fmla="*/ 0 h 1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3" h="164">
                        <a:moveTo>
                          <a:pt x="50" y="0"/>
                        </a:moveTo>
                        <a:cubicBezTo>
                          <a:pt x="0" y="164"/>
                          <a:pt x="0" y="164"/>
                          <a:pt x="0" y="164"/>
                        </a:cubicBezTo>
                        <a:cubicBezTo>
                          <a:pt x="0" y="164"/>
                          <a:pt x="73" y="85"/>
                          <a:pt x="5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5" name="iṣľîḋe" descr="1352cbff-2b0e-4bec-9b7e-88aeeecfb195">
                    <a:extLst>
                      <a:ext uri="{FF2B5EF4-FFF2-40B4-BE49-F238E27FC236}">
                        <a16:creationId xmlns:a16="http://schemas.microsoft.com/office/drawing/2014/main" id="{A7441690-6BD5-4BA8-CA09-F59B6D6DA10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42" y="1507"/>
                    <a:ext cx="246" cy="258"/>
                  </a:xfrm>
                  <a:custGeom>
                    <a:avLst/>
                    <a:gdLst>
                      <a:gd name="T0" fmla="*/ 118 w 118"/>
                      <a:gd name="T1" fmla="*/ 124 h 124"/>
                      <a:gd name="T2" fmla="*/ 0 w 118"/>
                      <a:gd name="T3" fmla="*/ 0 h 124"/>
                      <a:gd name="T4" fmla="*/ 118 w 118"/>
                      <a:gd name="T5" fmla="*/ 124 h 1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18" h="124">
                        <a:moveTo>
                          <a:pt x="118" y="124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33" y="102"/>
                          <a:pt x="118" y="124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6" name="ïṩľîḑé" descr="f3b03f47-529c-4907-a0f3-792f70e851c2">
                    <a:extLst>
                      <a:ext uri="{FF2B5EF4-FFF2-40B4-BE49-F238E27FC236}">
                        <a16:creationId xmlns:a16="http://schemas.microsoft.com/office/drawing/2014/main" id="{026DCEF0-12AE-63FD-2C64-A0AF0781DF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42" y="1507"/>
                    <a:ext cx="246" cy="258"/>
                  </a:xfrm>
                  <a:custGeom>
                    <a:avLst/>
                    <a:gdLst>
                      <a:gd name="T0" fmla="*/ 118 w 118"/>
                      <a:gd name="T1" fmla="*/ 124 h 124"/>
                      <a:gd name="T2" fmla="*/ 0 w 118"/>
                      <a:gd name="T3" fmla="*/ 0 h 124"/>
                      <a:gd name="T4" fmla="*/ 118 w 118"/>
                      <a:gd name="T5" fmla="*/ 124 h 1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18" h="124">
                        <a:moveTo>
                          <a:pt x="118" y="124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00" y="38"/>
                          <a:pt x="118" y="12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7" name="iś1îďé" descr="3e520afe-9308-416a-92a0-c508a2a66844">
                    <a:extLst>
                      <a:ext uri="{FF2B5EF4-FFF2-40B4-BE49-F238E27FC236}">
                        <a16:creationId xmlns:a16="http://schemas.microsoft.com/office/drawing/2014/main" id="{BFB94DEB-80D8-FEA1-E3D5-FCB9F64834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04" y="1464"/>
                    <a:ext cx="347" cy="129"/>
                  </a:xfrm>
                  <a:custGeom>
                    <a:avLst/>
                    <a:gdLst>
                      <a:gd name="T0" fmla="*/ 0 w 167"/>
                      <a:gd name="T1" fmla="*/ 62 h 62"/>
                      <a:gd name="T2" fmla="*/ 167 w 167"/>
                      <a:gd name="T3" fmla="*/ 22 h 62"/>
                      <a:gd name="T4" fmla="*/ 0 w 167"/>
                      <a:gd name="T5" fmla="*/ 62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67" h="62">
                        <a:moveTo>
                          <a:pt x="0" y="62"/>
                        </a:moveTo>
                        <a:cubicBezTo>
                          <a:pt x="167" y="22"/>
                          <a:pt x="167" y="22"/>
                          <a:pt x="167" y="22"/>
                        </a:cubicBezTo>
                        <a:cubicBezTo>
                          <a:pt x="167" y="22"/>
                          <a:pt x="62" y="0"/>
                          <a:pt x="0" y="62"/>
                        </a:cubicBez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8" name="ïSḻïdé" descr="4946eaa3-d742-437a-853c-9b419f5a22c8">
                    <a:extLst>
                      <a:ext uri="{FF2B5EF4-FFF2-40B4-BE49-F238E27FC236}">
                        <a16:creationId xmlns:a16="http://schemas.microsoft.com/office/drawing/2014/main" id="{DE9184BD-9871-F8F5-67AC-CBABA092FDC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04" y="1510"/>
                    <a:ext cx="347" cy="141"/>
                  </a:xfrm>
                  <a:custGeom>
                    <a:avLst/>
                    <a:gdLst>
                      <a:gd name="T0" fmla="*/ 0 w 167"/>
                      <a:gd name="T1" fmla="*/ 40 h 68"/>
                      <a:gd name="T2" fmla="*/ 167 w 167"/>
                      <a:gd name="T3" fmla="*/ 0 h 68"/>
                      <a:gd name="T4" fmla="*/ 0 w 167"/>
                      <a:gd name="T5" fmla="*/ 4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67" h="68">
                        <a:moveTo>
                          <a:pt x="0" y="40"/>
                        </a:moveTo>
                        <a:cubicBezTo>
                          <a:pt x="167" y="0"/>
                          <a:pt x="167" y="0"/>
                          <a:pt x="167" y="0"/>
                        </a:cubicBezTo>
                        <a:cubicBezTo>
                          <a:pt x="167" y="0"/>
                          <a:pt x="84" y="68"/>
                          <a:pt x="0" y="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69" name="îṩḻiḋê" descr="d192cd94-462b-4241-a35c-a94a3aaafbdb">
                    <a:extLst>
                      <a:ext uri="{FF2B5EF4-FFF2-40B4-BE49-F238E27FC236}">
                        <a16:creationId xmlns:a16="http://schemas.microsoft.com/office/drawing/2014/main" id="{F47D2ACA-C41F-F5C2-6F17-EB0B54ECA3D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3" y="1530"/>
                    <a:ext cx="69" cy="540"/>
                  </a:xfrm>
                  <a:custGeom>
                    <a:avLst/>
                    <a:gdLst>
                      <a:gd name="T0" fmla="*/ 69 w 69"/>
                      <a:gd name="T1" fmla="*/ 540 h 540"/>
                      <a:gd name="T2" fmla="*/ 0 w 69"/>
                      <a:gd name="T3" fmla="*/ 540 h 540"/>
                      <a:gd name="T4" fmla="*/ 23 w 69"/>
                      <a:gd name="T5" fmla="*/ 0 h 540"/>
                      <a:gd name="T6" fmla="*/ 46 w 69"/>
                      <a:gd name="T7" fmla="*/ 0 h 540"/>
                      <a:gd name="T8" fmla="*/ 69 w 69"/>
                      <a:gd name="T9" fmla="*/ 540 h 5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9" h="540">
                        <a:moveTo>
                          <a:pt x="69" y="540"/>
                        </a:moveTo>
                        <a:lnTo>
                          <a:pt x="0" y="540"/>
                        </a:lnTo>
                        <a:lnTo>
                          <a:pt x="23" y="0"/>
                        </a:lnTo>
                        <a:lnTo>
                          <a:pt x="46" y="0"/>
                        </a:lnTo>
                        <a:lnTo>
                          <a:pt x="69" y="54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0" name="í$ḻiďê" descr="52eb5452-1a21-44bb-abc7-87f08aeadde5">
                    <a:extLst>
                      <a:ext uri="{FF2B5EF4-FFF2-40B4-BE49-F238E27FC236}">
                        <a16:creationId xmlns:a16="http://schemas.microsoft.com/office/drawing/2014/main" id="{6CCC0BE2-3583-1ED9-83ED-8FD768DB85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51" y="1530"/>
                    <a:ext cx="31" cy="540"/>
                  </a:xfrm>
                  <a:custGeom>
                    <a:avLst/>
                    <a:gdLst>
                      <a:gd name="T0" fmla="*/ 31 w 31"/>
                      <a:gd name="T1" fmla="*/ 540 h 540"/>
                      <a:gd name="T2" fmla="*/ 6 w 31"/>
                      <a:gd name="T3" fmla="*/ 540 h 540"/>
                      <a:gd name="T4" fmla="*/ 0 w 31"/>
                      <a:gd name="T5" fmla="*/ 0 h 540"/>
                      <a:gd name="T6" fmla="*/ 8 w 31"/>
                      <a:gd name="T7" fmla="*/ 0 h 540"/>
                      <a:gd name="T8" fmla="*/ 31 w 31"/>
                      <a:gd name="T9" fmla="*/ 540 h 5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" h="540">
                        <a:moveTo>
                          <a:pt x="31" y="540"/>
                        </a:moveTo>
                        <a:lnTo>
                          <a:pt x="6" y="540"/>
                        </a:lnTo>
                        <a:lnTo>
                          <a:pt x="0" y="0"/>
                        </a:lnTo>
                        <a:lnTo>
                          <a:pt x="8" y="0"/>
                        </a:lnTo>
                        <a:lnTo>
                          <a:pt x="31" y="540"/>
                        </a:lnTo>
                        <a:close/>
                      </a:path>
                    </a:pathLst>
                  </a:custGeom>
                  <a:solidFill>
                    <a:srgbClr val="D1D3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1" name="iśḷïḍe" descr="50ae7a56-ab00-4fac-9a16-936387441aa9">
                    <a:extLst>
                      <a:ext uri="{FF2B5EF4-FFF2-40B4-BE49-F238E27FC236}">
                        <a16:creationId xmlns:a16="http://schemas.microsoft.com/office/drawing/2014/main" id="{C3846117-146D-6CC9-8CF1-B88A996B1B9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11" y="1480"/>
                    <a:ext cx="75" cy="75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2" name="ïṩľîḓe" descr="907f175d-0461-41ab-a9c2-a882024c8818">
                    <a:extLst>
                      <a:ext uri="{FF2B5EF4-FFF2-40B4-BE49-F238E27FC236}">
                        <a16:creationId xmlns:a16="http://schemas.microsoft.com/office/drawing/2014/main" id="{54135075-E38F-C838-2CA1-82F4B385C3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20" y="1489"/>
                    <a:ext cx="56" cy="58"/>
                  </a:xfrm>
                  <a:prstGeom prst="ellipse">
                    <a:avLst/>
                  </a:prstGeom>
                  <a:solidFill>
                    <a:srgbClr val="9AD8D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3" name="îSḻïḑé" descr="bd84173e-ba2d-4d07-80aa-67ead2b61b54">
                    <a:extLst>
                      <a:ext uri="{FF2B5EF4-FFF2-40B4-BE49-F238E27FC236}">
                        <a16:creationId xmlns:a16="http://schemas.microsoft.com/office/drawing/2014/main" id="{C398D5F1-5E70-78DA-9611-24576ED11CE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30" y="1491"/>
                    <a:ext cx="46" cy="56"/>
                  </a:xfrm>
                  <a:custGeom>
                    <a:avLst/>
                    <a:gdLst>
                      <a:gd name="T0" fmla="*/ 14 w 22"/>
                      <a:gd name="T1" fmla="*/ 0 h 27"/>
                      <a:gd name="T2" fmla="*/ 18 w 22"/>
                      <a:gd name="T3" fmla="*/ 10 h 27"/>
                      <a:gd name="T4" fmla="*/ 5 w 22"/>
                      <a:gd name="T5" fmla="*/ 24 h 27"/>
                      <a:gd name="T6" fmla="*/ 0 w 22"/>
                      <a:gd name="T7" fmla="*/ 23 h 27"/>
                      <a:gd name="T8" fmla="*/ 9 w 22"/>
                      <a:gd name="T9" fmla="*/ 27 h 27"/>
                      <a:gd name="T10" fmla="*/ 22 w 22"/>
                      <a:gd name="T11" fmla="*/ 13 h 27"/>
                      <a:gd name="T12" fmla="*/ 14 w 22"/>
                      <a:gd name="T13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2" h="27">
                        <a:moveTo>
                          <a:pt x="14" y="0"/>
                        </a:moveTo>
                        <a:cubicBezTo>
                          <a:pt x="16" y="3"/>
                          <a:pt x="18" y="6"/>
                          <a:pt x="18" y="10"/>
                        </a:cubicBezTo>
                        <a:cubicBezTo>
                          <a:pt x="18" y="18"/>
                          <a:pt x="12" y="24"/>
                          <a:pt x="5" y="24"/>
                        </a:cubicBezTo>
                        <a:cubicBezTo>
                          <a:pt x="3" y="24"/>
                          <a:pt x="1" y="24"/>
                          <a:pt x="0" y="23"/>
                        </a:cubicBezTo>
                        <a:cubicBezTo>
                          <a:pt x="2" y="25"/>
                          <a:pt x="5" y="27"/>
                          <a:pt x="9" y="27"/>
                        </a:cubicBezTo>
                        <a:cubicBezTo>
                          <a:pt x="16" y="27"/>
                          <a:pt x="22" y="20"/>
                          <a:pt x="22" y="13"/>
                        </a:cubicBezTo>
                        <a:cubicBezTo>
                          <a:pt x="22" y="7"/>
                          <a:pt x="19" y="2"/>
                          <a:pt x="14" y="0"/>
                        </a:cubicBezTo>
                        <a:close/>
                      </a:path>
                    </a:pathLst>
                  </a:custGeom>
                  <a:solidFill>
                    <a:srgbClr val="72CCD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4" name="íśľïdé" descr="78bc74eb-b74c-43d5-b8e7-fbad5a78195c">
                    <a:extLst>
                      <a:ext uri="{FF2B5EF4-FFF2-40B4-BE49-F238E27FC236}">
                        <a16:creationId xmlns:a16="http://schemas.microsoft.com/office/drawing/2014/main" id="{F840F555-A699-AEEC-4C2B-B1A2D9DD36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159" y="2039"/>
                    <a:ext cx="179" cy="49"/>
                  </a:xfrm>
                  <a:custGeom>
                    <a:avLst/>
                    <a:gdLst>
                      <a:gd name="T0" fmla="*/ 86 w 86"/>
                      <a:gd name="T1" fmla="*/ 24 h 24"/>
                      <a:gd name="T2" fmla="*/ 43 w 86"/>
                      <a:gd name="T3" fmla="*/ 0 h 24"/>
                      <a:gd name="T4" fmla="*/ 0 w 86"/>
                      <a:gd name="T5" fmla="*/ 24 h 24"/>
                      <a:gd name="T6" fmla="*/ 86 w 86"/>
                      <a:gd name="T7" fmla="*/ 24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6" h="24">
                        <a:moveTo>
                          <a:pt x="86" y="24"/>
                        </a:moveTo>
                        <a:cubicBezTo>
                          <a:pt x="86" y="11"/>
                          <a:pt x="67" y="0"/>
                          <a:pt x="43" y="0"/>
                        </a:cubicBezTo>
                        <a:cubicBezTo>
                          <a:pt x="19" y="0"/>
                          <a:pt x="0" y="11"/>
                          <a:pt x="0" y="24"/>
                        </a:cubicBezTo>
                        <a:lnTo>
                          <a:pt x="86" y="24"/>
                        </a:ln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5" name="íṧlîdè" descr="ace63762-02fa-49b8-8c47-0c400e50cf9c">
                    <a:extLst>
                      <a:ext uri="{FF2B5EF4-FFF2-40B4-BE49-F238E27FC236}">
                        <a16:creationId xmlns:a16="http://schemas.microsoft.com/office/drawing/2014/main" id="{F7ACA08E-F00F-94E7-86D9-EA12408EB8F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236" y="2039"/>
                    <a:ext cx="102" cy="49"/>
                  </a:xfrm>
                  <a:custGeom>
                    <a:avLst/>
                    <a:gdLst>
                      <a:gd name="T0" fmla="*/ 6 w 49"/>
                      <a:gd name="T1" fmla="*/ 0 h 24"/>
                      <a:gd name="T2" fmla="*/ 0 w 49"/>
                      <a:gd name="T3" fmla="*/ 0 h 24"/>
                      <a:gd name="T4" fmla="*/ 36 w 49"/>
                      <a:gd name="T5" fmla="*/ 24 h 24"/>
                      <a:gd name="T6" fmla="*/ 49 w 49"/>
                      <a:gd name="T7" fmla="*/ 24 h 24"/>
                      <a:gd name="T8" fmla="*/ 6 w 49"/>
                      <a:gd name="T9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9" h="24">
                        <a:moveTo>
                          <a:pt x="6" y="0"/>
                        </a:moveTo>
                        <a:cubicBezTo>
                          <a:pt x="4" y="0"/>
                          <a:pt x="2" y="0"/>
                          <a:pt x="0" y="0"/>
                        </a:cubicBezTo>
                        <a:cubicBezTo>
                          <a:pt x="20" y="2"/>
                          <a:pt x="36" y="12"/>
                          <a:pt x="36" y="24"/>
                        </a:cubicBezTo>
                        <a:cubicBezTo>
                          <a:pt x="49" y="24"/>
                          <a:pt x="49" y="24"/>
                          <a:pt x="49" y="24"/>
                        </a:cubicBezTo>
                        <a:cubicBezTo>
                          <a:pt x="49" y="11"/>
                          <a:pt x="30" y="0"/>
                          <a:pt x="6" y="0"/>
                        </a:cubicBezTo>
                        <a:close/>
                      </a:path>
                    </a:pathLst>
                  </a:custGeom>
                  <a:solidFill>
                    <a:srgbClr val="D1D3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6" name="ïšľiḍé" descr="6593c2e4-74fa-4488-b882-49b022e10702">
                    <a:extLst>
                      <a:ext uri="{FF2B5EF4-FFF2-40B4-BE49-F238E27FC236}">
                        <a16:creationId xmlns:a16="http://schemas.microsoft.com/office/drawing/2014/main" id="{139C0BDE-BBCB-65FA-D0F4-72A785B118A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31" y="2028"/>
                    <a:ext cx="2967" cy="179"/>
                  </a:xfrm>
                  <a:custGeom>
                    <a:avLst/>
                    <a:gdLst>
                      <a:gd name="T0" fmla="*/ 0 w 1428"/>
                      <a:gd name="T1" fmla="*/ 86 h 86"/>
                      <a:gd name="T2" fmla="*/ 714 w 1428"/>
                      <a:gd name="T3" fmla="*/ 0 h 86"/>
                      <a:gd name="T4" fmla="*/ 1428 w 1428"/>
                      <a:gd name="T5" fmla="*/ 86 h 86"/>
                      <a:gd name="T6" fmla="*/ 0 w 1428"/>
                      <a:gd name="T7" fmla="*/ 86 h 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28" h="86">
                        <a:moveTo>
                          <a:pt x="0" y="86"/>
                        </a:moveTo>
                        <a:cubicBezTo>
                          <a:pt x="0" y="38"/>
                          <a:pt x="320" y="0"/>
                          <a:pt x="714" y="0"/>
                        </a:cubicBezTo>
                        <a:cubicBezTo>
                          <a:pt x="1108" y="0"/>
                          <a:pt x="1428" y="38"/>
                          <a:pt x="1428" y="86"/>
                        </a:cubicBezTo>
                        <a:cubicBezTo>
                          <a:pt x="0" y="86"/>
                          <a:pt x="0" y="86"/>
                          <a:pt x="0" y="86"/>
                        </a:cubicBezTo>
                      </a:path>
                    </a:pathLst>
                  </a:custGeom>
                  <a:solidFill>
                    <a:srgbClr val="7AC14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7" name="ïşļïdé" descr="d54b3889-3ce6-4377-bd11-6f8250ec94fe">
                    <a:extLst>
                      <a:ext uri="{FF2B5EF4-FFF2-40B4-BE49-F238E27FC236}">
                        <a16:creationId xmlns:a16="http://schemas.microsoft.com/office/drawing/2014/main" id="{C410A8BB-D3BC-7EA9-3A77-2403E5E63F9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3" y="2263"/>
                    <a:ext cx="519" cy="14"/>
                  </a:xfrm>
                  <a:prstGeom prst="rect">
                    <a:avLst/>
                  </a:prstGeom>
                  <a:solidFill>
                    <a:srgbClr val="6D6E7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8" name="išḷîḍe" descr="8252b20b-1fbf-4c3a-aa1a-5c0e758a8f97">
                    <a:extLst>
                      <a:ext uri="{FF2B5EF4-FFF2-40B4-BE49-F238E27FC236}">
                        <a16:creationId xmlns:a16="http://schemas.microsoft.com/office/drawing/2014/main" id="{9BDCC00A-F49E-DFDC-177A-E94984BEB88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3" y="2263"/>
                    <a:ext cx="519" cy="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9" name="ïṥļíḓé" descr="cbd4fa5e-25d7-4477-a6a3-67deeaf94528">
                    <a:extLst>
                      <a:ext uri="{FF2B5EF4-FFF2-40B4-BE49-F238E27FC236}">
                        <a16:creationId xmlns:a16="http://schemas.microsoft.com/office/drawing/2014/main" id="{6269BE7F-E597-575C-9F55-923FEB12FCC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1" y="2215"/>
                    <a:ext cx="524" cy="50"/>
                  </a:xfrm>
                  <a:custGeom>
                    <a:avLst/>
                    <a:gdLst>
                      <a:gd name="T0" fmla="*/ 248 w 252"/>
                      <a:gd name="T1" fmla="*/ 21 h 24"/>
                      <a:gd name="T2" fmla="*/ 248 w 252"/>
                      <a:gd name="T3" fmla="*/ 24 h 24"/>
                      <a:gd name="T4" fmla="*/ 5 w 252"/>
                      <a:gd name="T5" fmla="*/ 24 h 24"/>
                      <a:gd name="T6" fmla="*/ 4 w 252"/>
                      <a:gd name="T7" fmla="*/ 21 h 24"/>
                      <a:gd name="T8" fmla="*/ 40 w 252"/>
                      <a:gd name="T9" fmla="*/ 3 h 24"/>
                      <a:gd name="T10" fmla="*/ 53 w 252"/>
                      <a:gd name="T11" fmla="*/ 0 h 24"/>
                      <a:gd name="T12" fmla="*/ 199 w 252"/>
                      <a:gd name="T13" fmla="*/ 0 h 24"/>
                      <a:gd name="T14" fmla="*/ 212 w 252"/>
                      <a:gd name="T15" fmla="*/ 3 h 24"/>
                      <a:gd name="T16" fmla="*/ 248 w 252"/>
                      <a:gd name="T17" fmla="*/ 21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52" h="24">
                        <a:moveTo>
                          <a:pt x="248" y="21"/>
                        </a:moveTo>
                        <a:cubicBezTo>
                          <a:pt x="252" y="23"/>
                          <a:pt x="251" y="24"/>
                          <a:pt x="248" y="24"/>
                        </a:cubicBezTo>
                        <a:cubicBezTo>
                          <a:pt x="5" y="24"/>
                          <a:pt x="5" y="24"/>
                          <a:pt x="5" y="24"/>
                        </a:cubicBezTo>
                        <a:cubicBezTo>
                          <a:pt x="1" y="24"/>
                          <a:pt x="0" y="23"/>
                          <a:pt x="4" y="21"/>
                        </a:cubicBezTo>
                        <a:cubicBezTo>
                          <a:pt x="40" y="3"/>
                          <a:pt x="40" y="3"/>
                          <a:pt x="40" y="3"/>
                        </a:cubicBezTo>
                        <a:cubicBezTo>
                          <a:pt x="43" y="1"/>
                          <a:pt x="49" y="0"/>
                          <a:pt x="53" y="0"/>
                        </a:cubicBezTo>
                        <a:cubicBezTo>
                          <a:pt x="199" y="0"/>
                          <a:pt x="199" y="0"/>
                          <a:pt x="199" y="0"/>
                        </a:cubicBezTo>
                        <a:cubicBezTo>
                          <a:pt x="203" y="0"/>
                          <a:pt x="209" y="1"/>
                          <a:pt x="212" y="3"/>
                        </a:cubicBezTo>
                        <a:cubicBezTo>
                          <a:pt x="248" y="21"/>
                          <a:pt x="248" y="21"/>
                          <a:pt x="248" y="21"/>
                        </a:cubicBezTo>
                      </a:path>
                    </a:pathLst>
                  </a:custGeom>
                  <a:solidFill>
                    <a:srgbClr val="D6D6D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0" name="îslïḑé" descr="b64f457d-182a-4c4c-8a36-996f464a3f1b">
                    <a:extLst>
                      <a:ext uri="{FF2B5EF4-FFF2-40B4-BE49-F238E27FC236}">
                        <a16:creationId xmlns:a16="http://schemas.microsoft.com/office/drawing/2014/main" id="{E94BAD87-3FF2-2123-8A72-0199E9C9AD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11" y="2215"/>
                    <a:ext cx="511" cy="50"/>
                  </a:xfrm>
                  <a:custGeom>
                    <a:avLst/>
                    <a:gdLst>
                      <a:gd name="T0" fmla="*/ 194 w 246"/>
                      <a:gd name="T1" fmla="*/ 0 h 24"/>
                      <a:gd name="T2" fmla="*/ 128 w 246"/>
                      <a:gd name="T3" fmla="*/ 0 h 24"/>
                      <a:gd name="T4" fmla="*/ 93 w 246"/>
                      <a:gd name="T5" fmla="*/ 18 h 24"/>
                      <a:gd name="T6" fmla="*/ 0 w 246"/>
                      <a:gd name="T7" fmla="*/ 24 h 24"/>
                      <a:gd name="T8" fmla="*/ 243 w 246"/>
                      <a:gd name="T9" fmla="*/ 24 h 24"/>
                      <a:gd name="T10" fmla="*/ 246 w 246"/>
                      <a:gd name="T11" fmla="*/ 23 h 24"/>
                      <a:gd name="T12" fmla="*/ 243 w 246"/>
                      <a:gd name="T13" fmla="*/ 21 h 24"/>
                      <a:gd name="T14" fmla="*/ 207 w 246"/>
                      <a:gd name="T15" fmla="*/ 3 h 24"/>
                      <a:gd name="T16" fmla="*/ 194 w 246"/>
                      <a:gd name="T17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46" h="24">
                        <a:moveTo>
                          <a:pt x="194" y="0"/>
                        </a:moveTo>
                        <a:cubicBezTo>
                          <a:pt x="128" y="0"/>
                          <a:pt x="128" y="0"/>
                          <a:pt x="128" y="0"/>
                        </a:cubicBezTo>
                        <a:cubicBezTo>
                          <a:pt x="93" y="18"/>
                          <a:pt x="93" y="18"/>
                          <a:pt x="93" y="18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243" y="24"/>
                          <a:pt x="243" y="24"/>
                          <a:pt x="243" y="24"/>
                        </a:cubicBezTo>
                        <a:cubicBezTo>
                          <a:pt x="245" y="24"/>
                          <a:pt x="246" y="24"/>
                          <a:pt x="246" y="23"/>
                        </a:cubicBezTo>
                        <a:cubicBezTo>
                          <a:pt x="246" y="23"/>
                          <a:pt x="245" y="22"/>
                          <a:pt x="243" y="21"/>
                        </a:cubicBezTo>
                        <a:cubicBezTo>
                          <a:pt x="207" y="3"/>
                          <a:pt x="207" y="3"/>
                          <a:pt x="207" y="3"/>
                        </a:cubicBezTo>
                        <a:cubicBezTo>
                          <a:pt x="204" y="1"/>
                          <a:pt x="198" y="0"/>
                          <a:pt x="194" y="0"/>
                        </a:cubicBezTo>
                      </a:path>
                    </a:pathLst>
                  </a:custGeom>
                  <a:solidFill>
                    <a:srgbClr val="B4B4B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1" name="îṡliďê" descr="d80fc403-41ed-4dd3-a152-222d8581edc6">
                    <a:extLst>
                      <a:ext uri="{FF2B5EF4-FFF2-40B4-BE49-F238E27FC236}">
                        <a16:creationId xmlns:a16="http://schemas.microsoft.com/office/drawing/2014/main" id="{1CA5F9D9-70E9-C815-6977-2FDE47FFE2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99" y="1887"/>
                    <a:ext cx="528" cy="220"/>
                  </a:xfrm>
                  <a:custGeom>
                    <a:avLst/>
                    <a:gdLst>
                      <a:gd name="T0" fmla="*/ 253 w 254"/>
                      <a:gd name="T1" fmla="*/ 99 h 106"/>
                      <a:gd name="T2" fmla="*/ 249 w 254"/>
                      <a:gd name="T3" fmla="*/ 106 h 106"/>
                      <a:gd name="T4" fmla="*/ 6 w 254"/>
                      <a:gd name="T5" fmla="*/ 106 h 106"/>
                      <a:gd name="T6" fmla="*/ 1 w 254"/>
                      <a:gd name="T7" fmla="*/ 99 h 106"/>
                      <a:gd name="T8" fmla="*/ 44 w 254"/>
                      <a:gd name="T9" fmla="*/ 6 h 106"/>
                      <a:gd name="T10" fmla="*/ 54 w 254"/>
                      <a:gd name="T11" fmla="*/ 0 h 106"/>
                      <a:gd name="T12" fmla="*/ 200 w 254"/>
                      <a:gd name="T13" fmla="*/ 0 h 106"/>
                      <a:gd name="T14" fmla="*/ 210 w 254"/>
                      <a:gd name="T15" fmla="*/ 6 h 106"/>
                      <a:gd name="T16" fmla="*/ 253 w 254"/>
                      <a:gd name="T17" fmla="*/ 99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54" h="106">
                        <a:moveTo>
                          <a:pt x="253" y="99"/>
                        </a:moveTo>
                        <a:cubicBezTo>
                          <a:pt x="254" y="103"/>
                          <a:pt x="252" y="106"/>
                          <a:pt x="249" y="106"/>
                        </a:cubicBezTo>
                        <a:cubicBezTo>
                          <a:pt x="6" y="106"/>
                          <a:pt x="6" y="106"/>
                          <a:pt x="6" y="106"/>
                        </a:cubicBezTo>
                        <a:cubicBezTo>
                          <a:pt x="2" y="106"/>
                          <a:pt x="0" y="103"/>
                          <a:pt x="1" y="99"/>
                        </a:cubicBezTo>
                        <a:cubicBezTo>
                          <a:pt x="44" y="6"/>
                          <a:pt x="44" y="6"/>
                          <a:pt x="44" y="6"/>
                        </a:cubicBezTo>
                        <a:cubicBezTo>
                          <a:pt x="46" y="3"/>
                          <a:pt x="50" y="0"/>
                          <a:pt x="54" y="0"/>
                        </a:cubicBezTo>
                        <a:cubicBezTo>
                          <a:pt x="200" y="0"/>
                          <a:pt x="200" y="0"/>
                          <a:pt x="200" y="0"/>
                        </a:cubicBezTo>
                        <a:cubicBezTo>
                          <a:pt x="204" y="0"/>
                          <a:pt x="208" y="3"/>
                          <a:pt x="210" y="6"/>
                        </a:cubicBezTo>
                        <a:lnTo>
                          <a:pt x="253" y="99"/>
                        </a:ln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2" name="ïṥļíďé" descr="7754f7d8-a1b9-446b-93fc-72f872137a30">
                    <a:extLst>
                      <a:ext uri="{FF2B5EF4-FFF2-40B4-BE49-F238E27FC236}">
                        <a16:creationId xmlns:a16="http://schemas.microsoft.com/office/drawing/2014/main" id="{46499AFD-BBB6-B693-917B-A510D0C538B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11" y="2107"/>
                    <a:ext cx="505" cy="21"/>
                  </a:xfrm>
                  <a:custGeom>
                    <a:avLst/>
                    <a:gdLst>
                      <a:gd name="T0" fmla="*/ 505 w 505"/>
                      <a:gd name="T1" fmla="*/ 0 h 21"/>
                      <a:gd name="T2" fmla="*/ 0 w 505"/>
                      <a:gd name="T3" fmla="*/ 0 h 21"/>
                      <a:gd name="T4" fmla="*/ 13 w 505"/>
                      <a:gd name="T5" fmla="*/ 21 h 21"/>
                      <a:gd name="T6" fmla="*/ 491 w 505"/>
                      <a:gd name="T7" fmla="*/ 21 h 21"/>
                      <a:gd name="T8" fmla="*/ 505 w 505"/>
                      <a:gd name="T9" fmla="*/ 0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05" h="21">
                        <a:moveTo>
                          <a:pt x="505" y="0"/>
                        </a:moveTo>
                        <a:lnTo>
                          <a:pt x="0" y="0"/>
                        </a:lnTo>
                        <a:lnTo>
                          <a:pt x="13" y="21"/>
                        </a:lnTo>
                        <a:lnTo>
                          <a:pt x="491" y="21"/>
                        </a:lnTo>
                        <a:lnTo>
                          <a:pt x="505" y="0"/>
                        </a:lnTo>
                        <a:close/>
                      </a:path>
                    </a:pathLst>
                  </a:custGeom>
                  <a:solidFill>
                    <a:srgbClr val="93959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3" name="ïṩ1ïḓe" descr="5379427b-91e7-483b-bb8e-e1b58cb7ab8b">
                    <a:extLst>
                      <a:ext uri="{FF2B5EF4-FFF2-40B4-BE49-F238E27FC236}">
                        <a16:creationId xmlns:a16="http://schemas.microsoft.com/office/drawing/2014/main" id="{2E0FE7C6-DF10-6B2B-3F88-FAB2587820D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369" y="1947"/>
                    <a:ext cx="91" cy="48"/>
                  </a:xfrm>
                  <a:custGeom>
                    <a:avLst/>
                    <a:gdLst>
                      <a:gd name="T0" fmla="*/ 0 w 91"/>
                      <a:gd name="T1" fmla="*/ 48 h 48"/>
                      <a:gd name="T2" fmla="*/ 91 w 91"/>
                      <a:gd name="T3" fmla="*/ 48 h 48"/>
                      <a:gd name="T4" fmla="*/ 81 w 91"/>
                      <a:gd name="T5" fmla="*/ 0 h 48"/>
                      <a:gd name="T6" fmla="*/ 0 w 91"/>
                      <a:gd name="T7" fmla="*/ 0 h 48"/>
                      <a:gd name="T8" fmla="*/ 0 w 91"/>
                      <a:gd name="T9" fmla="*/ 48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1" h="48">
                        <a:moveTo>
                          <a:pt x="0" y="48"/>
                        </a:moveTo>
                        <a:lnTo>
                          <a:pt x="91" y="48"/>
                        </a:lnTo>
                        <a:lnTo>
                          <a:pt x="81" y="0"/>
                        </a:lnTo>
                        <a:lnTo>
                          <a:pt x="0" y="0"/>
                        </a:lnTo>
                        <a:lnTo>
                          <a:pt x="0" y="48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4" name="ïṥľiḑé" descr="f9ad2db9-e4e5-48e9-b685-9d7e48c47e51">
                    <a:extLst>
                      <a:ext uri="{FF2B5EF4-FFF2-40B4-BE49-F238E27FC236}">
                        <a16:creationId xmlns:a16="http://schemas.microsoft.com/office/drawing/2014/main" id="{D5392690-EE52-ED87-C354-4A23EA487F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267" y="1947"/>
                    <a:ext cx="90" cy="48"/>
                  </a:xfrm>
                  <a:custGeom>
                    <a:avLst/>
                    <a:gdLst>
                      <a:gd name="T0" fmla="*/ 90 w 90"/>
                      <a:gd name="T1" fmla="*/ 48 h 48"/>
                      <a:gd name="T2" fmla="*/ 90 w 90"/>
                      <a:gd name="T3" fmla="*/ 0 h 48"/>
                      <a:gd name="T4" fmla="*/ 11 w 90"/>
                      <a:gd name="T5" fmla="*/ 0 h 48"/>
                      <a:gd name="T6" fmla="*/ 0 w 90"/>
                      <a:gd name="T7" fmla="*/ 48 h 48"/>
                      <a:gd name="T8" fmla="*/ 90 w 90"/>
                      <a:gd name="T9" fmla="*/ 48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0" h="48">
                        <a:moveTo>
                          <a:pt x="90" y="48"/>
                        </a:moveTo>
                        <a:lnTo>
                          <a:pt x="90" y="0"/>
                        </a:lnTo>
                        <a:lnTo>
                          <a:pt x="11" y="0"/>
                        </a:lnTo>
                        <a:lnTo>
                          <a:pt x="0" y="48"/>
                        </a:lnTo>
                        <a:lnTo>
                          <a:pt x="90" y="48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5" name="îṡ1ïḑè" descr="336c6891-6255-469f-9161-0c5f1f023bd2">
                    <a:extLst>
                      <a:ext uri="{FF2B5EF4-FFF2-40B4-BE49-F238E27FC236}">
                        <a16:creationId xmlns:a16="http://schemas.microsoft.com/office/drawing/2014/main" id="{3D09BA6E-1B63-DDF9-3948-635BE33A56E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369" y="1900"/>
                    <a:ext cx="77" cy="35"/>
                  </a:xfrm>
                  <a:custGeom>
                    <a:avLst/>
                    <a:gdLst>
                      <a:gd name="T0" fmla="*/ 0 w 77"/>
                      <a:gd name="T1" fmla="*/ 35 h 35"/>
                      <a:gd name="T2" fmla="*/ 77 w 77"/>
                      <a:gd name="T3" fmla="*/ 35 h 35"/>
                      <a:gd name="T4" fmla="*/ 71 w 77"/>
                      <a:gd name="T5" fmla="*/ 0 h 35"/>
                      <a:gd name="T6" fmla="*/ 0 w 77"/>
                      <a:gd name="T7" fmla="*/ 0 h 35"/>
                      <a:gd name="T8" fmla="*/ 0 w 77"/>
                      <a:gd name="T9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7" h="35">
                        <a:moveTo>
                          <a:pt x="0" y="35"/>
                        </a:moveTo>
                        <a:lnTo>
                          <a:pt x="77" y="35"/>
                        </a:lnTo>
                        <a:lnTo>
                          <a:pt x="71" y="0"/>
                        </a:lnTo>
                        <a:lnTo>
                          <a:pt x="0" y="0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6" name="îşlïḋê" descr="ed0a092a-85d6-41c0-9def-78de1ba5819c">
                    <a:extLst>
                      <a:ext uri="{FF2B5EF4-FFF2-40B4-BE49-F238E27FC236}">
                        <a16:creationId xmlns:a16="http://schemas.microsoft.com/office/drawing/2014/main" id="{377E7442-F840-F8C6-3518-9C7179AC28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251" y="2007"/>
                    <a:ext cx="106" cy="69"/>
                  </a:xfrm>
                  <a:custGeom>
                    <a:avLst/>
                    <a:gdLst>
                      <a:gd name="T0" fmla="*/ 106 w 106"/>
                      <a:gd name="T1" fmla="*/ 69 h 69"/>
                      <a:gd name="T2" fmla="*/ 106 w 106"/>
                      <a:gd name="T3" fmla="*/ 0 h 69"/>
                      <a:gd name="T4" fmla="*/ 14 w 106"/>
                      <a:gd name="T5" fmla="*/ 0 h 69"/>
                      <a:gd name="T6" fmla="*/ 0 w 106"/>
                      <a:gd name="T7" fmla="*/ 69 h 69"/>
                      <a:gd name="T8" fmla="*/ 106 w 106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6" h="69">
                        <a:moveTo>
                          <a:pt x="106" y="69"/>
                        </a:moveTo>
                        <a:lnTo>
                          <a:pt x="106" y="0"/>
                        </a:lnTo>
                        <a:lnTo>
                          <a:pt x="14" y="0"/>
                        </a:lnTo>
                        <a:lnTo>
                          <a:pt x="0" y="69"/>
                        </a:lnTo>
                        <a:lnTo>
                          <a:pt x="106" y="69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7" name="íS1ïďê" descr="d57bba30-f52f-4de1-80de-fafc3828d7ae">
                    <a:extLst>
                      <a:ext uri="{FF2B5EF4-FFF2-40B4-BE49-F238E27FC236}">
                        <a16:creationId xmlns:a16="http://schemas.microsoft.com/office/drawing/2014/main" id="{759F6007-B1F1-1BBC-D5BA-8C53FB44796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67" y="1947"/>
                    <a:ext cx="98" cy="48"/>
                  </a:xfrm>
                  <a:custGeom>
                    <a:avLst/>
                    <a:gdLst>
                      <a:gd name="T0" fmla="*/ 23 w 98"/>
                      <a:gd name="T1" fmla="*/ 0 h 48"/>
                      <a:gd name="T2" fmla="*/ 0 w 98"/>
                      <a:gd name="T3" fmla="*/ 48 h 48"/>
                      <a:gd name="T4" fmla="*/ 88 w 98"/>
                      <a:gd name="T5" fmla="*/ 48 h 48"/>
                      <a:gd name="T6" fmla="*/ 98 w 98"/>
                      <a:gd name="T7" fmla="*/ 0 h 48"/>
                      <a:gd name="T8" fmla="*/ 23 w 98"/>
                      <a:gd name="T9" fmla="*/ 0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8" h="48">
                        <a:moveTo>
                          <a:pt x="23" y="0"/>
                        </a:moveTo>
                        <a:lnTo>
                          <a:pt x="0" y="48"/>
                        </a:lnTo>
                        <a:lnTo>
                          <a:pt x="88" y="48"/>
                        </a:lnTo>
                        <a:lnTo>
                          <a:pt x="98" y="0"/>
                        </a:lnTo>
                        <a:lnTo>
                          <a:pt x="23" y="0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8" name="îṣļiḍè" descr="f1364e51-e1cd-4df8-820b-5209ca010060">
                    <a:extLst>
                      <a:ext uri="{FF2B5EF4-FFF2-40B4-BE49-F238E27FC236}">
                        <a16:creationId xmlns:a16="http://schemas.microsoft.com/office/drawing/2014/main" id="{5F5B3AA4-21B7-C7E8-21E1-A48027A5912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280" y="1900"/>
                    <a:ext cx="77" cy="35"/>
                  </a:xfrm>
                  <a:custGeom>
                    <a:avLst/>
                    <a:gdLst>
                      <a:gd name="T0" fmla="*/ 77 w 77"/>
                      <a:gd name="T1" fmla="*/ 0 h 35"/>
                      <a:gd name="T2" fmla="*/ 8 w 77"/>
                      <a:gd name="T3" fmla="*/ 0 h 35"/>
                      <a:gd name="T4" fmla="*/ 0 w 77"/>
                      <a:gd name="T5" fmla="*/ 35 h 35"/>
                      <a:gd name="T6" fmla="*/ 77 w 77"/>
                      <a:gd name="T7" fmla="*/ 35 h 35"/>
                      <a:gd name="T8" fmla="*/ 77 w 77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7" h="35">
                        <a:moveTo>
                          <a:pt x="77" y="0"/>
                        </a:moveTo>
                        <a:lnTo>
                          <a:pt x="8" y="0"/>
                        </a:lnTo>
                        <a:lnTo>
                          <a:pt x="0" y="35"/>
                        </a:lnTo>
                        <a:lnTo>
                          <a:pt x="77" y="35"/>
                        </a:lnTo>
                        <a:lnTo>
                          <a:pt x="77" y="0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89" name="íṧľïďe" descr="1370f9a7-dcd4-4efe-97f6-487835c4885a">
                    <a:extLst>
                      <a:ext uri="{FF2B5EF4-FFF2-40B4-BE49-F238E27FC236}">
                        <a16:creationId xmlns:a16="http://schemas.microsoft.com/office/drawing/2014/main" id="{7AC2A769-1C88-DE2A-97FE-2DCB11916D1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94" y="1900"/>
                    <a:ext cx="81" cy="35"/>
                  </a:xfrm>
                  <a:custGeom>
                    <a:avLst/>
                    <a:gdLst>
                      <a:gd name="T0" fmla="*/ 73 w 81"/>
                      <a:gd name="T1" fmla="*/ 35 h 35"/>
                      <a:gd name="T2" fmla="*/ 81 w 81"/>
                      <a:gd name="T3" fmla="*/ 0 h 35"/>
                      <a:gd name="T4" fmla="*/ 15 w 81"/>
                      <a:gd name="T5" fmla="*/ 0 h 35"/>
                      <a:gd name="T6" fmla="*/ 0 w 81"/>
                      <a:gd name="T7" fmla="*/ 35 h 35"/>
                      <a:gd name="T8" fmla="*/ 73 w 81"/>
                      <a:gd name="T9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1" h="35">
                        <a:moveTo>
                          <a:pt x="73" y="35"/>
                        </a:moveTo>
                        <a:lnTo>
                          <a:pt x="81" y="0"/>
                        </a:lnTo>
                        <a:lnTo>
                          <a:pt x="15" y="0"/>
                        </a:lnTo>
                        <a:lnTo>
                          <a:pt x="0" y="35"/>
                        </a:lnTo>
                        <a:lnTo>
                          <a:pt x="73" y="35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0" name="íṣḷîḍé" descr="63b91aa6-9806-474b-8572-c12e3e999ca9">
                    <a:extLst>
                      <a:ext uri="{FF2B5EF4-FFF2-40B4-BE49-F238E27FC236}">
                        <a16:creationId xmlns:a16="http://schemas.microsoft.com/office/drawing/2014/main" id="{17E13E6E-EA97-6603-57A7-0BF90F4D88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369" y="2007"/>
                    <a:ext cx="108" cy="69"/>
                  </a:xfrm>
                  <a:custGeom>
                    <a:avLst/>
                    <a:gdLst>
                      <a:gd name="T0" fmla="*/ 93 w 108"/>
                      <a:gd name="T1" fmla="*/ 0 h 69"/>
                      <a:gd name="T2" fmla="*/ 0 w 108"/>
                      <a:gd name="T3" fmla="*/ 0 h 69"/>
                      <a:gd name="T4" fmla="*/ 0 w 108"/>
                      <a:gd name="T5" fmla="*/ 69 h 69"/>
                      <a:gd name="T6" fmla="*/ 108 w 108"/>
                      <a:gd name="T7" fmla="*/ 69 h 69"/>
                      <a:gd name="T8" fmla="*/ 93 w 108"/>
                      <a:gd name="T9" fmla="*/ 0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8" h="69">
                        <a:moveTo>
                          <a:pt x="93" y="0"/>
                        </a:moveTo>
                        <a:lnTo>
                          <a:pt x="0" y="0"/>
                        </a:lnTo>
                        <a:lnTo>
                          <a:pt x="0" y="69"/>
                        </a:lnTo>
                        <a:lnTo>
                          <a:pt x="108" y="69"/>
                        </a:lnTo>
                        <a:lnTo>
                          <a:pt x="93" y="0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1" name="ïšḻíḓê" descr="2677b71c-8f3f-4673-98ca-fa4efdb2655c">
                    <a:extLst>
                      <a:ext uri="{FF2B5EF4-FFF2-40B4-BE49-F238E27FC236}">
                        <a16:creationId xmlns:a16="http://schemas.microsoft.com/office/drawing/2014/main" id="{959C3FE6-D34B-3436-1A8D-57B4D7CF1C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52" y="1900"/>
                    <a:ext cx="79" cy="35"/>
                  </a:xfrm>
                  <a:custGeom>
                    <a:avLst/>
                    <a:gdLst>
                      <a:gd name="T0" fmla="*/ 6 w 79"/>
                      <a:gd name="T1" fmla="*/ 35 h 35"/>
                      <a:gd name="T2" fmla="*/ 79 w 79"/>
                      <a:gd name="T3" fmla="*/ 35 h 35"/>
                      <a:gd name="T4" fmla="*/ 64 w 79"/>
                      <a:gd name="T5" fmla="*/ 0 h 35"/>
                      <a:gd name="T6" fmla="*/ 0 w 79"/>
                      <a:gd name="T7" fmla="*/ 0 h 35"/>
                      <a:gd name="T8" fmla="*/ 6 w 79"/>
                      <a:gd name="T9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9" h="35">
                        <a:moveTo>
                          <a:pt x="6" y="35"/>
                        </a:moveTo>
                        <a:lnTo>
                          <a:pt x="79" y="35"/>
                        </a:lnTo>
                        <a:lnTo>
                          <a:pt x="64" y="0"/>
                        </a:lnTo>
                        <a:lnTo>
                          <a:pt x="0" y="0"/>
                        </a:lnTo>
                        <a:lnTo>
                          <a:pt x="6" y="35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2" name="íSlíḍé" descr="c62e63fc-8b83-447c-9402-99ace99e972c">
                    <a:extLst>
                      <a:ext uri="{FF2B5EF4-FFF2-40B4-BE49-F238E27FC236}">
                        <a16:creationId xmlns:a16="http://schemas.microsoft.com/office/drawing/2014/main" id="{E3875478-59AE-A090-42D6-4F86A349E7D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32" y="2007"/>
                    <a:ext cx="121" cy="69"/>
                  </a:xfrm>
                  <a:custGeom>
                    <a:avLst/>
                    <a:gdLst>
                      <a:gd name="T0" fmla="*/ 121 w 121"/>
                      <a:gd name="T1" fmla="*/ 0 h 69"/>
                      <a:gd name="T2" fmla="*/ 31 w 121"/>
                      <a:gd name="T3" fmla="*/ 0 h 69"/>
                      <a:gd name="T4" fmla="*/ 0 w 121"/>
                      <a:gd name="T5" fmla="*/ 69 h 69"/>
                      <a:gd name="T6" fmla="*/ 106 w 121"/>
                      <a:gd name="T7" fmla="*/ 69 h 69"/>
                      <a:gd name="T8" fmla="*/ 121 w 121"/>
                      <a:gd name="T9" fmla="*/ 0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1" h="69">
                        <a:moveTo>
                          <a:pt x="121" y="0"/>
                        </a:moveTo>
                        <a:lnTo>
                          <a:pt x="31" y="0"/>
                        </a:lnTo>
                        <a:lnTo>
                          <a:pt x="0" y="69"/>
                        </a:lnTo>
                        <a:lnTo>
                          <a:pt x="106" y="69"/>
                        </a:lnTo>
                        <a:lnTo>
                          <a:pt x="121" y="0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3" name="işļîḑe" descr="81ed83b8-6ff2-4f95-85e1-1d6f8788909d">
                    <a:extLst>
                      <a:ext uri="{FF2B5EF4-FFF2-40B4-BE49-F238E27FC236}">
                        <a16:creationId xmlns:a16="http://schemas.microsoft.com/office/drawing/2014/main" id="{1510C3F3-555E-EB8A-111C-6A6CD1EBA9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62" y="1947"/>
                    <a:ext cx="96" cy="48"/>
                  </a:xfrm>
                  <a:custGeom>
                    <a:avLst/>
                    <a:gdLst>
                      <a:gd name="T0" fmla="*/ 9 w 96"/>
                      <a:gd name="T1" fmla="*/ 48 h 48"/>
                      <a:gd name="T2" fmla="*/ 96 w 96"/>
                      <a:gd name="T3" fmla="*/ 48 h 48"/>
                      <a:gd name="T4" fmla="*/ 73 w 96"/>
                      <a:gd name="T5" fmla="*/ 0 h 48"/>
                      <a:gd name="T6" fmla="*/ 0 w 96"/>
                      <a:gd name="T7" fmla="*/ 0 h 48"/>
                      <a:gd name="T8" fmla="*/ 9 w 96"/>
                      <a:gd name="T9" fmla="*/ 48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6" h="48">
                        <a:moveTo>
                          <a:pt x="9" y="48"/>
                        </a:moveTo>
                        <a:lnTo>
                          <a:pt x="96" y="48"/>
                        </a:lnTo>
                        <a:lnTo>
                          <a:pt x="73" y="0"/>
                        </a:lnTo>
                        <a:lnTo>
                          <a:pt x="0" y="0"/>
                        </a:lnTo>
                        <a:lnTo>
                          <a:pt x="9" y="48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4" name="iṣḻïḍê" descr="cc4013ca-d98f-4c05-8e0e-46cc7c0afca9">
                    <a:extLst>
                      <a:ext uri="{FF2B5EF4-FFF2-40B4-BE49-F238E27FC236}">
                        <a16:creationId xmlns:a16="http://schemas.microsoft.com/office/drawing/2014/main" id="{18B074BA-44B0-2F37-BE8F-DE48CE69E7B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75" y="2007"/>
                    <a:ext cx="118" cy="69"/>
                  </a:xfrm>
                  <a:custGeom>
                    <a:avLst/>
                    <a:gdLst>
                      <a:gd name="T0" fmla="*/ 87 w 118"/>
                      <a:gd name="T1" fmla="*/ 0 h 69"/>
                      <a:gd name="T2" fmla="*/ 0 w 118"/>
                      <a:gd name="T3" fmla="*/ 0 h 69"/>
                      <a:gd name="T4" fmla="*/ 14 w 118"/>
                      <a:gd name="T5" fmla="*/ 69 h 69"/>
                      <a:gd name="T6" fmla="*/ 118 w 118"/>
                      <a:gd name="T7" fmla="*/ 69 h 69"/>
                      <a:gd name="T8" fmla="*/ 87 w 118"/>
                      <a:gd name="T9" fmla="*/ 0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8" h="69">
                        <a:moveTo>
                          <a:pt x="87" y="0"/>
                        </a:moveTo>
                        <a:lnTo>
                          <a:pt x="0" y="0"/>
                        </a:lnTo>
                        <a:lnTo>
                          <a:pt x="14" y="69"/>
                        </a:lnTo>
                        <a:lnTo>
                          <a:pt x="118" y="69"/>
                        </a:lnTo>
                        <a:lnTo>
                          <a:pt x="87" y="0"/>
                        </a:lnTo>
                        <a:close/>
                      </a:path>
                    </a:pathLst>
                  </a:custGeom>
                  <a:solidFill>
                    <a:srgbClr val="5091C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5" name="ïṥḻíḑé" descr="4f347beb-88e5-4518-a6b4-fb9f139a9fb0">
                    <a:extLst>
                      <a:ext uri="{FF2B5EF4-FFF2-40B4-BE49-F238E27FC236}">
                        <a16:creationId xmlns:a16="http://schemas.microsoft.com/office/drawing/2014/main" id="{BC8A18A6-11EA-D680-5993-5303467614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305" y="2117"/>
                    <a:ext cx="112" cy="135"/>
                  </a:xfrm>
                  <a:custGeom>
                    <a:avLst/>
                    <a:gdLst>
                      <a:gd name="T0" fmla="*/ 112 w 112"/>
                      <a:gd name="T1" fmla="*/ 135 h 135"/>
                      <a:gd name="T2" fmla="*/ 0 w 112"/>
                      <a:gd name="T3" fmla="*/ 135 h 135"/>
                      <a:gd name="T4" fmla="*/ 20 w 112"/>
                      <a:gd name="T5" fmla="*/ 0 h 135"/>
                      <a:gd name="T6" fmla="*/ 93 w 112"/>
                      <a:gd name="T7" fmla="*/ 0 h 135"/>
                      <a:gd name="T8" fmla="*/ 112 w 112"/>
                      <a:gd name="T9" fmla="*/ 135 h 1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2" h="135">
                        <a:moveTo>
                          <a:pt x="112" y="135"/>
                        </a:moveTo>
                        <a:lnTo>
                          <a:pt x="0" y="135"/>
                        </a:lnTo>
                        <a:lnTo>
                          <a:pt x="20" y="0"/>
                        </a:lnTo>
                        <a:lnTo>
                          <a:pt x="93" y="0"/>
                        </a:lnTo>
                        <a:lnTo>
                          <a:pt x="112" y="135"/>
                        </a:ln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6" name="iṧļîḋe" descr="683a79b6-dbc2-4328-8d02-1c4dfe5106df">
                    <a:extLst>
                      <a:ext uri="{FF2B5EF4-FFF2-40B4-BE49-F238E27FC236}">
                        <a16:creationId xmlns:a16="http://schemas.microsoft.com/office/drawing/2014/main" id="{E2096097-9E25-AD9D-0713-8B682728CDB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379" y="2117"/>
                    <a:ext cx="38" cy="135"/>
                  </a:xfrm>
                  <a:custGeom>
                    <a:avLst/>
                    <a:gdLst>
                      <a:gd name="T0" fmla="*/ 19 w 38"/>
                      <a:gd name="T1" fmla="*/ 0 h 135"/>
                      <a:gd name="T2" fmla="*/ 0 w 38"/>
                      <a:gd name="T3" fmla="*/ 0 h 135"/>
                      <a:gd name="T4" fmla="*/ 19 w 38"/>
                      <a:gd name="T5" fmla="*/ 135 h 135"/>
                      <a:gd name="T6" fmla="*/ 38 w 38"/>
                      <a:gd name="T7" fmla="*/ 135 h 135"/>
                      <a:gd name="T8" fmla="*/ 19 w 38"/>
                      <a:gd name="T9" fmla="*/ 0 h 1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135">
                        <a:moveTo>
                          <a:pt x="19" y="0"/>
                        </a:moveTo>
                        <a:lnTo>
                          <a:pt x="0" y="0"/>
                        </a:lnTo>
                        <a:lnTo>
                          <a:pt x="19" y="135"/>
                        </a:lnTo>
                        <a:lnTo>
                          <a:pt x="38" y="135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BCBE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7" name="ïśḻîḓè" descr="efa73265-3d70-4a4a-bc12-d03001984e6f">
                    <a:extLst>
                      <a:ext uri="{FF2B5EF4-FFF2-40B4-BE49-F238E27FC236}">
                        <a16:creationId xmlns:a16="http://schemas.microsoft.com/office/drawing/2014/main" id="{3D6B7358-9506-7A3D-022C-2113275E011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7" y="1765"/>
                    <a:ext cx="420" cy="431"/>
                  </a:xfrm>
                  <a:custGeom>
                    <a:avLst/>
                    <a:gdLst>
                      <a:gd name="T0" fmla="*/ 420 w 420"/>
                      <a:gd name="T1" fmla="*/ 431 h 431"/>
                      <a:gd name="T2" fmla="*/ 0 w 420"/>
                      <a:gd name="T3" fmla="*/ 431 h 431"/>
                      <a:gd name="T4" fmla="*/ 0 w 420"/>
                      <a:gd name="T5" fmla="*/ 211 h 431"/>
                      <a:gd name="T6" fmla="*/ 210 w 420"/>
                      <a:gd name="T7" fmla="*/ 0 h 431"/>
                      <a:gd name="T8" fmla="*/ 420 w 420"/>
                      <a:gd name="T9" fmla="*/ 211 h 431"/>
                      <a:gd name="T10" fmla="*/ 420 w 420"/>
                      <a:gd name="T11" fmla="*/ 431 h 4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20" h="431">
                        <a:moveTo>
                          <a:pt x="420" y="431"/>
                        </a:moveTo>
                        <a:lnTo>
                          <a:pt x="0" y="431"/>
                        </a:lnTo>
                        <a:lnTo>
                          <a:pt x="0" y="211"/>
                        </a:lnTo>
                        <a:lnTo>
                          <a:pt x="210" y="0"/>
                        </a:lnTo>
                        <a:lnTo>
                          <a:pt x="420" y="211"/>
                        </a:lnTo>
                        <a:lnTo>
                          <a:pt x="420" y="43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8" name="iSľîḓe" descr="fffa007f-1afa-48f2-8467-9ead0e729b2a">
                    <a:extLst>
                      <a:ext uri="{FF2B5EF4-FFF2-40B4-BE49-F238E27FC236}">
                        <a16:creationId xmlns:a16="http://schemas.microsoft.com/office/drawing/2014/main" id="{5D400142-7486-9642-6B0D-B52F150F54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30" y="2064"/>
                    <a:ext cx="68" cy="130"/>
                  </a:xfrm>
                  <a:prstGeom prst="rect">
                    <a:avLst/>
                  </a:prstGeom>
                  <a:solidFill>
                    <a:srgbClr val="D09C4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9" name="íṧ1îḑê" descr="c8c55c22-3a65-4347-84bd-57f27712e29f">
                    <a:extLst>
                      <a:ext uri="{FF2B5EF4-FFF2-40B4-BE49-F238E27FC236}">
                        <a16:creationId xmlns:a16="http://schemas.microsoft.com/office/drawing/2014/main" id="{B5002EDC-324A-75E0-22B7-74CAF3B2319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36" y="2068"/>
                    <a:ext cx="62" cy="126"/>
                  </a:xfrm>
                  <a:prstGeom prst="rect">
                    <a:avLst/>
                  </a:prstGeom>
                  <a:solidFill>
                    <a:srgbClr val="FFD37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0" name="îşľïḋe" descr="5f1683e5-f172-484d-87d2-756fd9bda9a8">
                    <a:extLst>
                      <a:ext uri="{FF2B5EF4-FFF2-40B4-BE49-F238E27FC236}">
                        <a16:creationId xmlns:a16="http://schemas.microsoft.com/office/drawing/2014/main" id="{A1B4EBAC-5B34-D0FD-5CAE-14624BF090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55" y="1742"/>
                    <a:ext cx="257" cy="257"/>
                  </a:xfrm>
                  <a:custGeom>
                    <a:avLst/>
                    <a:gdLst>
                      <a:gd name="T0" fmla="*/ 237 w 257"/>
                      <a:gd name="T1" fmla="*/ 257 h 257"/>
                      <a:gd name="T2" fmla="*/ 257 w 257"/>
                      <a:gd name="T3" fmla="*/ 236 h 257"/>
                      <a:gd name="T4" fmla="*/ 21 w 257"/>
                      <a:gd name="T5" fmla="*/ 0 h 257"/>
                      <a:gd name="T6" fmla="*/ 0 w 257"/>
                      <a:gd name="T7" fmla="*/ 21 h 257"/>
                      <a:gd name="T8" fmla="*/ 237 w 257"/>
                      <a:gd name="T9" fmla="*/ 257 h 2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7" h="257">
                        <a:moveTo>
                          <a:pt x="237" y="257"/>
                        </a:moveTo>
                        <a:lnTo>
                          <a:pt x="257" y="236"/>
                        </a:lnTo>
                        <a:lnTo>
                          <a:pt x="21" y="0"/>
                        </a:lnTo>
                        <a:lnTo>
                          <a:pt x="0" y="21"/>
                        </a:lnTo>
                        <a:lnTo>
                          <a:pt x="237" y="257"/>
                        </a:lnTo>
                        <a:close/>
                      </a:path>
                    </a:pathLst>
                  </a:custGeom>
                  <a:solidFill>
                    <a:srgbClr val="AB063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1" name="iSļîḍé" descr="44117d87-a63a-43a8-a86b-5327af06b92a">
                    <a:extLst>
                      <a:ext uri="{FF2B5EF4-FFF2-40B4-BE49-F238E27FC236}">
                        <a16:creationId xmlns:a16="http://schemas.microsoft.com/office/drawing/2014/main" id="{0FBE1637-9935-C3D9-DB2E-D1E2A04812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59" y="1736"/>
                    <a:ext cx="258" cy="259"/>
                  </a:xfrm>
                  <a:custGeom>
                    <a:avLst/>
                    <a:gdLst>
                      <a:gd name="T0" fmla="*/ 237 w 258"/>
                      <a:gd name="T1" fmla="*/ 259 h 259"/>
                      <a:gd name="T2" fmla="*/ 258 w 258"/>
                      <a:gd name="T3" fmla="*/ 238 h 259"/>
                      <a:gd name="T4" fmla="*/ 21 w 258"/>
                      <a:gd name="T5" fmla="*/ 0 h 259"/>
                      <a:gd name="T6" fmla="*/ 0 w 258"/>
                      <a:gd name="T7" fmla="*/ 20 h 259"/>
                      <a:gd name="T8" fmla="*/ 237 w 258"/>
                      <a:gd name="T9" fmla="*/ 259 h 2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8" h="259">
                        <a:moveTo>
                          <a:pt x="237" y="259"/>
                        </a:moveTo>
                        <a:lnTo>
                          <a:pt x="258" y="238"/>
                        </a:lnTo>
                        <a:lnTo>
                          <a:pt x="21" y="0"/>
                        </a:lnTo>
                        <a:lnTo>
                          <a:pt x="0" y="20"/>
                        </a:lnTo>
                        <a:lnTo>
                          <a:pt x="237" y="259"/>
                        </a:lnTo>
                        <a:close/>
                      </a:path>
                    </a:pathLst>
                  </a:custGeom>
                  <a:solidFill>
                    <a:srgbClr val="F164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2" name="iṥḷîḑè" descr="e8ee237a-5f42-4353-95f8-b58934fd558b">
                    <a:extLst>
                      <a:ext uri="{FF2B5EF4-FFF2-40B4-BE49-F238E27FC236}">
                        <a16:creationId xmlns:a16="http://schemas.microsoft.com/office/drawing/2014/main" id="{721EBBC2-AEA2-956E-0A81-7E24CF34018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16" y="1715"/>
                    <a:ext cx="280" cy="280"/>
                  </a:xfrm>
                  <a:custGeom>
                    <a:avLst/>
                    <a:gdLst>
                      <a:gd name="T0" fmla="*/ 21 w 280"/>
                      <a:gd name="T1" fmla="*/ 280 h 280"/>
                      <a:gd name="T2" fmla="*/ 0 w 280"/>
                      <a:gd name="T3" fmla="*/ 259 h 280"/>
                      <a:gd name="T4" fmla="*/ 260 w 280"/>
                      <a:gd name="T5" fmla="*/ 0 h 280"/>
                      <a:gd name="T6" fmla="*/ 280 w 280"/>
                      <a:gd name="T7" fmla="*/ 21 h 280"/>
                      <a:gd name="T8" fmla="*/ 21 w 280"/>
                      <a:gd name="T9" fmla="*/ 280 h 2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80" h="280">
                        <a:moveTo>
                          <a:pt x="21" y="280"/>
                        </a:moveTo>
                        <a:lnTo>
                          <a:pt x="0" y="259"/>
                        </a:lnTo>
                        <a:lnTo>
                          <a:pt x="260" y="0"/>
                        </a:lnTo>
                        <a:lnTo>
                          <a:pt x="280" y="21"/>
                        </a:lnTo>
                        <a:lnTo>
                          <a:pt x="21" y="280"/>
                        </a:lnTo>
                        <a:close/>
                      </a:path>
                    </a:pathLst>
                  </a:custGeom>
                  <a:solidFill>
                    <a:srgbClr val="E4566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3" name="iṡḻíḓè" descr="3c8fa97e-0081-470f-a6b6-ad30b52ea8ca">
                    <a:extLst>
                      <a:ext uri="{FF2B5EF4-FFF2-40B4-BE49-F238E27FC236}">
                        <a16:creationId xmlns:a16="http://schemas.microsoft.com/office/drawing/2014/main" id="{EFC4D381-317D-A474-0021-E7BD48E1228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76" y="1954"/>
                    <a:ext cx="70" cy="68"/>
                  </a:xfrm>
                  <a:prstGeom prst="rect">
                    <a:avLst/>
                  </a:pr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4" name="îṡḷïďê" descr="4289aa95-f743-4d27-9192-3aa6ada3d88e">
                    <a:extLst>
                      <a:ext uri="{FF2B5EF4-FFF2-40B4-BE49-F238E27FC236}">
                        <a16:creationId xmlns:a16="http://schemas.microsoft.com/office/drawing/2014/main" id="{4F7A5E27-7EC2-2814-7000-5CBAC6497A6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80" y="1958"/>
                    <a:ext cx="29" cy="6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5" name="îṩ1îďe" descr="5b825ec5-dedb-45cd-9b8c-b59864b5a04a">
                    <a:extLst>
                      <a:ext uri="{FF2B5EF4-FFF2-40B4-BE49-F238E27FC236}">
                        <a16:creationId xmlns:a16="http://schemas.microsoft.com/office/drawing/2014/main" id="{B13A9974-AB76-F8AA-AA1B-33CF51D0ECF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13" y="1958"/>
                    <a:ext cx="29" cy="6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6" name="îşḻîḑé" descr="bdbd2889-a408-495e-8212-0555bcddcd63">
                    <a:extLst>
                      <a:ext uri="{FF2B5EF4-FFF2-40B4-BE49-F238E27FC236}">
                        <a16:creationId xmlns:a16="http://schemas.microsoft.com/office/drawing/2014/main" id="{E10A6413-CB62-F701-6B8D-A1EE485E347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82" y="1958"/>
                    <a:ext cx="25" cy="60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7" name="ïṡļïḑè" descr="a9fb6d2c-eec3-4f04-a46f-e0827855e369">
                    <a:extLst>
                      <a:ext uri="{FF2B5EF4-FFF2-40B4-BE49-F238E27FC236}">
                        <a16:creationId xmlns:a16="http://schemas.microsoft.com/office/drawing/2014/main" id="{830326D0-333E-3ECC-0C7C-5EA4DCAE0E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15" y="1958"/>
                    <a:ext cx="25" cy="60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8" name="íŝlïḍe" descr="9b4ca50f-01fa-44bd-8210-969bb21ca50d">
                    <a:extLst>
                      <a:ext uri="{FF2B5EF4-FFF2-40B4-BE49-F238E27FC236}">
                        <a16:creationId xmlns:a16="http://schemas.microsoft.com/office/drawing/2014/main" id="{0E515138-BF07-8AE1-8A69-1EBB04FC951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82" y="1958"/>
                    <a:ext cx="13" cy="60"/>
                  </a:xfrm>
                  <a:custGeom>
                    <a:avLst/>
                    <a:gdLst>
                      <a:gd name="T0" fmla="*/ 0 w 13"/>
                      <a:gd name="T1" fmla="*/ 0 h 60"/>
                      <a:gd name="T2" fmla="*/ 13 w 13"/>
                      <a:gd name="T3" fmla="*/ 0 h 60"/>
                      <a:gd name="T4" fmla="*/ 0 w 13"/>
                      <a:gd name="T5" fmla="*/ 60 h 60"/>
                      <a:gd name="T6" fmla="*/ 0 w 13"/>
                      <a:gd name="T7" fmla="*/ 0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60">
                        <a:moveTo>
                          <a:pt x="0" y="0"/>
                        </a:moveTo>
                        <a:lnTo>
                          <a:pt x="13" y="0"/>
                        </a:lnTo>
                        <a:lnTo>
                          <a:pt x="0" y="6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09" name="i$liḍê" descr="ad090a48-91a8-42b5-921d-7e990dddae75">
                    <a:extLst>
                      <a:ext uri="{FF2B5EF4-FFF2-40B4-BE49-F238E27FC236}">
                        <a16:creationId xmlns:a16="http://schemas.microsoft.com/office/drawing/2014/main" id="{ECA5F880-F173-51F2-329A-9B8F88EA27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15" y="1958"/>
                    <a:ext cx="13" cy="60"/>
                  </a:xfrm>
                  <a:custGeom>
                    <a:avLst/>
                    <a:gdLst>
                      <a:gd name="T0" fmla="*/ 0 w 13"/>
                      <a:gd name="T1" fmla="*/ 0 h 60"/>
                      <a:gd name="T2" fmla="*/ 13 w 13"/>
                      <a:gd name="T3" fmla="*/ 0 h 60"/>
                      <a:gd name="T4" fmla="*/ 0 w 13"/>
                      <a:gd name="T5" fmla="*/ 60 h 60"/>
                      <a:gd name="T6" fmla="*/ 0 w 13"/>
                      <a:gd name="T7" fmla="*/ 0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60">
                        <a:moveTo>
                          <a:pt x="0" y="0"/>
                        </a:moveTo>
                        <a:lnTo>
                          <a:pt x="13" y="0"/>
                        </a:lnTo>
                        <a:lnTo>
                          <a:pt x="0" y="6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10" name="ís1îdê" descr="4cb5a563-1263-4c63-bdf7-033f74338a56">
                    <a:extLst>
                      <a:ext uri="{FF2B5EF4-FFF2-40B4-BE49-F238E27FC236}">
                        <a16:creationId xmlns:a16="http://schemas.microsoft.com/office/drawing/2014/main" id="{08619EEA-776F-2882-F457-990CE68CD3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20" y="2064"/>
                    <a:ext cx="70" cy="78"/>
                  </a:xfrm>
                  <a:prstGeom prst="rect">
                    <a:avLst/>
                  </a:prstGeom>
                  <a:solidFill>
                    <a:srgbClr val="E7E5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11" name="íṡļîdé" descr="50c4db0f-354e-4f27-b06d-d50c96f3321d">
                    <a:extLst>
                      <a:ext uri="{FF2B5EF4-FFF2-40B4-BE49-F238E27FC236}">
                        <a16:creationId xmlns:a16="http://schemas.microsoft.com/office/drawing/2014/main" id="{1075B510-86A5-C6B0-7B62-670D142EC1E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24" y="2068"/>
                    <a:ext cx="29" cy="7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12" name="íṥḻiḑè" descr="07a0ecd5-6464-430f-a1ec-74ea26a9d1b9">
                    <a:extLst>
                      <a:ext uri="{FF2B5EF4-FFF2-40B4-BE49-F238E27FC236}">
                        <a16:creationId xmlns:a16="http://schemas.microsoft.com/office/drawing/2014/main" id="{31EB0AAA-41A6-573E-9B8A-FDACF59F172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57" y="2068"/>
                    <a:ext cx="29" cy="7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13" name="ïŝḷíḑe" descr="6abd76e4-eef8-41b0-89c4-df0f8693307a">
                    <a:extLst>
                      <a:ext uri="{FF2B5EF4-FFF2-40B4-BE49-F238E27FC236}">
                        <a16:creationId xmlns:a16="http://schemas.microsoft.com/office/drawing/2014/main" id="{4CC73B28-A6E6-378D-71E4-A2A7001BE3D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26" y="2068"/>
                    <a:ext cx="25" cy="70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14" name="îŝḻïḓé" descr="78f5ca90-c71d-419e-94c1-ea1b523c06b0">
                    <a:extLst>
                      <a:ext uri="{FF2B5EF4-FFF2-40B4-BE49-F238E27FC236}">
                        <a16:creationId xmlns:a16="http://schemas.microsoft.com/office/drawing/2014/main" id="{75AB6B3B-437D-B283-4369-79669B8016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59" y="2068"/>
                    <a:ext cx="25" cy="70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15" name="ïṥļiḋè" descr="e39ce2c5-9711-4e53-b3b2-ab5a5751bab1">
                    <a:extLst>
                      <a:ext uri="{FF2B5EF4-FFF2-40B4-BE49-F238E27FC236}">
                        <a16:creationId xmlns:a16="http://schemas.microsoft.com/office/drawing/2014/main" id="{AF2A8A15-52C6-C746-6105-B14AD6459B9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26" y="2068"/>
                    <a:ext cx="12" cy="70"/>
                  </a:xfrm>
                  <a:custGeom>
                    <a:avLst/>
                    <a:gdLst>
                      <a:gd name="T0" fmla="*/ 0 w 12"/>
                      <a:gd name="T1" fmla="*/ 0 h 70"/>
                      <a:gd name="T2" fmla="*/ 12 w 12"/>
                      <a:gd name="T3" fmla="*/ 0 h 70"/>
                      <a:gd name="T4" fmla="*/ 0 w 12"/>
                      <a:gd name="T5" fmla="*/ 70 h 70"/>
                      <a:gd name="T6" fmla="*/ 0 w 12"/>
                      <a:gd name="T7" fmla="*/ 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7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0" y="7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16" name="îslîḋe" descr="bed9ff16-c72a-4208-885c-2feeb6d29b55">
                    <a:extLst>
                      <a:ext uri="{FF2B5EF4-FFF2-40B4-BE49-F238E27FC236}">
                        <a16:creationId xmlns:a16="http://schemas.microsoft.com/office/drawing/2014/main" id="{B817F9AB-E924-D7EB-C9DB-26AB191D369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59" y="2068"/>
                    <a:ext cx="13" cy="70"/>
                  </a:xfrm>
                  <a:custGeom>
                    <a:avLst/>
                    <a:gdLst>
                      <a:gd name="T0" fmla="*/ 0 w 13"/>
                      <a:gd name="T1" fmla="*/ 0 h 70"/>
                      <a:gd name="T2" fmla="*/ 13 w 13"/>
                      <a:gd name="T3" fmla="*/ 0 h 70"/>
                      <a:gd name="T4" fmla="*/ 0 w 13"/>
                      <a:gd name="T5" fmla="*/ 70 h 70"/>
                      <a:gd name="T6" fmla="*/ 0 w 13"/>
                      <a:gd name="T7" fmla="*/ 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70">
                        <a:moveTo>
                          <a:pt x="0" y="0"/>
                        </a:moveTo>
                        <a:lnTo>
                          <a:pt x="13" y="0"/>
                        </a:lnTo>
                        <a:lnTo>
                          <a:pt x="0" y="7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17" name="îŝļîḍê" descr="504edb58-15aa-4633-834d-a73ca7408fc2">
                    <a:extLst>
                      <a:ext uri="{FF2B5EF4-FFF2-40B4-BE49-F238E27FC236}">
                        <a16:creationId xmlns:a16="http://schemas.microsoft.com/office/drawing/2014/main" id="{E3CC0FCC-82AE-DCBD-87BC-212438DD8A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42" y="2064"/>
                    <a:ext cx="71" cy="78"/>
                  </a:xfrm>
                  <a:prstGeom prst="rect">
                    <a:avLst/>
                  </a:prstGeom>
                  <a:solidFill>
                    <a:srgbClr val="E7E5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18" name="íšļïḋé" descr="44e269f5-7a50-4049-ab15-8a4e503e1aa6">
                    <a:extLst>
                      <a:ext uri="{FF2B5EF4-FFF2-40B4-BE49-F238E27FC236}">
                        <a16:creationId xmlns:a16="http://schemas.microsoft.com/office/drawing/2014/main" id="{E57DF88D-7B06-0A77-4FD3-C449CD9A018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46" y="2068"/>
                    <a:ext cx="29" cy="7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19" name="iSľïdè" descr="39fd9ed2-7eca-44fe-8f5b-5332629c45aa">
                    <a:extLst>
                      <a:ext uri="{FF2B5EF4-FFF2-40B4-BE49-F238E27FC236}">
                        <a16:creationId xmlns:a16="http://schemas.microsoft.com/office/drawing/2014/main" id="{B0C78BCF-E662-C976-D126-2A375C787B3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79" y="2068"/>
                    <a:ext cx="30" cy="7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20" name="ïṣļïḑé" descr="d76ce916-a299-465a-82ab-49ad2b231d03">
                    <a:extLst>
                      <a:ext uri="{FF2B5EF4-FFF2-40B4-BE49-F238E27FC236}">
                        <a16:creationId xmlns:a16="http://schemas.microsoft.com/office/drawing/2014/main" id="{304D86D3-3F47-1B6B-AAA0-80D26EFC2D9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48" y="2068"/>
                    <a:ext cx="27" cy="70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21" name="iśľíḑè" descr="b1c5127d-9075-4cc2-9f8e-4f71deed3d73">
                    <a:extLst>
                      <a:ext uri="{FF2B5EF4-FFF2-40B4-BE49-F238E27FC236}">
                        <a16:creationId xmlns:a16="http://schemas.microsoft.com/office/drawing/2014/main" id="{19A414BC-44B5-BB47-5D5C-F34F364FDE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81" y="2068"/>
                    <a:ext cx="28" cy="70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22" name="isľîḓê" descr="cecbcb20-5f38-4d59-8b0b-fb6edec4ebf5">
                    <a:extLst>
                      <a:ext uri="{FF2B5EF4-FFF2-40B4-BE49-F238E27FC236}">
                        <a16:creationId xmlns:a16="http://schemas.microsoft.com/office/drawing/2014/main" id="{413A4B0F-B6A6-B9BD-FEF2-0D2700EEC92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48" y="2068"/>
                    <a:ext cx="13" cy="70"/>
                  </a:xfrm>
                  <a:custGeom>
                    <a:avLst/>
                    <a:gdLst>
                      <a:gd name="T0" fmla="*/ 0 w 13"/>
                      <a:gd name="T1" fmla="*/ 0 h 70"/>
                      <a:gd name="T2" fmla="*/ 13 w 13"/>
                      <a:gd name="T3" fmla="*/ 0 h 70"/>
                      <a:gd name="T4" fmla="*/ 0 w 13"/>
                      <a:gd name="T5" fmla="*/ 70 h 70"/>
                      <a:gd name="T6" fmla="*/ 0 w 13"/>
                      <a:gd name="T7" fmla="*/ 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70">
                        <a:moveTo>
                          <a:pt x="0" y="0"/>
                        </a:moveTo>
                        <a:lnTo>
                          <a:pt x="13" y="0"/>
                        </a:lnTo>
                        <a:lnTo>
                          <a:pt x="0" y="7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23" name="îSliḑê" descr="2fbb91c2-7fe0-49b8-b5b6-f53d604bd52a">
                    <a:extLst>
                      <a:ext uri="{FF2B5EF4-FFF2-40B4-BE49-F238E27FC236}">
                        <a16:creationId xmlns:a16="http://schemas.microsoft.com/office/drawing/2014/main" id="{CCC6EAE5-3433-C17D-D3C1-3A11F8C8E3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81" y="2068"/>
                    <a:ext cx="13" cy="70"/>
                  </a:xfrm>
                  <a:custGeom>
                    <a:avLst/>
                    <a:gdLst>
                      <a:gd name="T0" fmla="*/ 0 w 13"/>
                      <a:gd name="T1" fmla="*/ 0 h 70"/>
                      <a:gd name="T2" fmla="*/ 13 w 13"/>
                      <a:gd name="T3" fmla="*/ 0 h 70"/>
                      <a:gd name="T4" fmla="*/ 0 w 13"/>
                      <a:gd name="T5" fmla="*/ 70 h 70"/>
                      <a:gd name="T6" fmla="*/ 0 w 13"/>
                      <a:gd name="T7" fmla="*/ 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70">
                        <a:moveTo>
                          <a:pt x="0" y="0"/>
                        </a:moveTo>
                        <a:lnTo>
                          <a:pt x="13" y="0"/>
                        </a:lnTo>
                        <a:lnTo>
                          <a:pt x="0" y="7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24" name="işľïďe" descr="ba2f1f03-6829-4ac7-b5fd-a4ad3505da18">
                    <a:extLst>
                      <a:ext uri="{FF2B5EF4-FFF2-40B4-BE49-F238E27FC236}">
                        <a16:creationId xmlns:a16="http://schemas.microsoft.com/office/drawing/2014/main" id="{953F1F1B-44F8-2E23-825D-AC5124E7A88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86" y="1954"/>
                    <a:ext cx="71" cy="68"/>
                  </a:xfrm>
                  <a:prstGeom prst="rect">
                    <a:avLst/>
                  </a:pr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25" name="ïṣ1ïḓé" descr="43c09ecf-1c36-4ee9-8507-bff9f6af74ea">
                    <a:extLst>
                      <a:ext uri="{FF2B5EF4-FFF2-40B4-BE49-F238E27FC236}">
                        <a16:creationId xmlns:a16="http://schemas.microsoft.com/office/drawing/2014/main" id="{356DAC1B-2AF0-D920-F20D-6DA7B21A3D9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90" y="1958"/>
                    <a:ext cx="29" cy="6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26" name="îŝ1iḑe" descr="f9fd4d43-9bdd-44b7-9cd5-741fe740c1bc">
                    <a:extLst>
                      <a:ext uri="{FF2B5EF4-FFF2-40B4-BE49-F238E27FC236}">
                        <a16:creationId xmlns:a16="http://schemas.microsoft.com/office/drawing/2014/main" id="{1A967BC3-B4AF-645E-54FE-4BDDEF478AD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23" y="1958"/>
                    <a:ext cx="29" cy="6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27" name="îSľíďe" descr="2d42e20d-8ec2-40de-bcb3-92038cbf5371">
                    <a:extLst>
                      <a:ext uri="{FF2B5EF4-FFF2-40B4-BE49-F238E27FC236}">
                        <a16:creationId xmlns:a16="http://schemas.microsoft.com/office/drawing/2014/main" id="{7107F910-D759-4270-0444-276BCCD399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92" y="1958"/>
                    <a:ext cx="27" cy="60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28" name="íṥlîḍe" descr="a26862d3-8200-4390-8243-20c1000d6886">
                    <a:extLst>
                      <a:ext uri="{FF2B5EF4-FFF2-40B4-BE49-F238E27FC236}">
                        <a16:creationId xmlns:a16="http://schemas.microsoft.com/office/drawing/2014/main" id="{A8D5A916-2909-5297-8700-6BA8C8C5EB8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25" y="1958"/>
                    <a:ext cx="27" cy="60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29" name="iş1îďé" descr="40402381-dd05-45c9-be61-b1f9501d4910">
                    <a:extLst>
                      <a:ext uri="{FF2B5EF4-FFF2-40B4-BE49-F238E27FC236}">
                        <a16:creationId xmlns:a16="http://schemas.microsoft.com/office/drawing/2014/main" id="{B9BFF3DB-96AA-90A4-B861-9B9B1E23E70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92" y="1958"/>
                    <a:ext cx="13" cy="60"/>
                  </a:xfrm>
                  <a:custGeom>
                    <a:avLst/>
                    <a:gdLst>
                      <a:gd name="T0" fmla="*/ 0 w 13"/>
                      <a:gd name="T1" fmla="*/ 0 h 60"/>
                      <a:gd name="T2" fmla="*/ 13 w 13"/>
                      <a:gd name="T3" fmla="*/ 0 h 60"/>
                      <a:gd name="T4" fmla="*/ 0 w 13"/>
                      <a:gd name="T5" fmla="*/ 60 h 60"/>
                      <a:gd name="T6" fmla="*/ 0 w 13"/>
                      <a:gd name="T7" fmla="*/ 0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60">
                        <a:moveTo>
                          <a:pt x="0" y="0"/>
                        </a:moveTo>
                        <a:lnTo>
                          <a:pt x="13" y="0"/>
                        </a:lnTo>
                        <a:lnTo>
                          <a:pt x="0" y="6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30" name="i$ľiḍê" descr="989d663f-7848-4a4f-9862-c6e244c13d18">
                    <a:extLst>
                      <a:ext uri="{FF2B5EF4-FFF2-40B4-BE49-F238E27FC236}">
                        <a16:creationId xmlns:a16="http://schemas.microsoft.com/office/drawing/2014/main" id="{C09439BC-60D4-CC55-C82B-D2D68CC0A5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25" y="1958"/>
                    <a:ext cx="13" cy="60"/>
                  </a:xfrm>
                  <a:custGeom>
                    <a:avLst/>
                    <a:gdLst>
                      <a:gd name="T0" fmla="*/ 0 w 13"/>
                      <a:gd name="T1" fmla="*/ 0 h 60"/>
                      <a:gd name="T2" fmla="*/ 13 w 13"/>
                      <a:gd name="T3" fmla="*/ 0 h 60"/>
                      <a:gd name="T4" fmla="*/ 0 w 13"/>
                      <a:gd name="T5" fmla="*/ 60 h 60"/>
                      <a:gd name="T6" fmla="*/ 0 w 13"/>
                      <a:gd name="T7" fmla="*/ 0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60">
                        <a:moveTo>
                          <a:pt x="0" y="0"/>
                        </a:moveTo>
                        <a:lnTo>
                          <a:pt x="13" y="0"/>
                        </a:lnTo>
                        <a:lnTo>
                          <a:pt x="0" y="6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31" name="íśľïde" descr="9e776537-ae7b-40fb-8764-d2f4ddabfad9">
                    <a:extLst>
                      <a:ext uri="{FF2B5EF4-FFF2-40B4-BE49-F238E27FC236}">
                        <a16:creationId xmlns:a16="http://schemas.microsoft.com/office/drawing/2014/main" id="{8ED20228-892D-D2AB-9D46-ACB4CB15F1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7" y="1765"/>
                    <a:ext cx="420" cy="431"/>
                  </a:xfrm>
                  <a:custGeom>
                    <a:avLst/>
                    <a:gdLst>
                      <a:gd name="T0" fmla="*/ 210 w 420"/>
                      <a:gd name="T1" fmla="*/ 0 h 431"/>
                      <a:gd name="T2" fmla="*/ 0 w 420"/>
                      <a:gd name="T3" fmla="*/ 211 h 431"/>
                      <a:gd name="T4" fmla="*/ 0 w 420"/>
                      <a:gd name="T5" fmla="*/ 226 h 431"/>
                      <a:gd name="T6" fmla="*/ 210 w 420"/>
                      <a:gd name="T7" fmla="*/ 16 h 431"/>
                      <a:gd name="T8" fmla="*/ 391 w 420"/>
                      <a:gd name="T9" fmla="*/ 197 h 431"/>
                      <a:gd name="T10" fmla="*/ 391 w 420"/>
                      <a:gd name="T11" fmla="*/ 431 h 431"/>
                      <a:gd name="T12" fmla="*/ 420 w 420"/>
                      <a:gd name="T13" fmla="*/ 431 h 431"/>
                      <a:gd name="T14" fmla="*/ 420 w 420"/>
                      <a:gd name="T15" fmla="*/ 211 h 431"/>
                      <a:gd name="T16" fmla="*/ 210 w 420"/>
                      <a:gd name="T17" fmla="*/ 0 h 4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20" h="431">
                        <a:moveTo>
                          <a:pt x="210" y="0"/>
                        </a:moveTo>
                        <a:lnTo>
                          <a:pt x="0" y="211"/>
                        </a:lnTo>
                        <a:lnTo>
                          <a:pt x="0" y="226"/>
                        </a:lnTo>
                        <a:lnTo>
                          <a:pt x="210" y="16"/>
                        </a:lnTo>
                        <a:lnTo>
                          <a:pt x="391" y="197"/>
                        </a:lnTo>
                        <a:lnTo>
                          <a:pt x="391" y="431"/>
                        </a:lnTo>
                        <a:lnTo>
                          <a:pt x="420" y="431"/>
                        </a:lnTo>
                        <a:lnTo>
                          <a:pt x="420" y="211"/>
                        </a:lnTo>
                        <a:lnTo>
                          <a:pt x="210" y="0"/>
                        </a:ln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32" name="ïṡļiḍè" descr="60a528a6-378e-4d14-981e-1e2a81351bae">
                    <a:extLst>
                      <a:ext uri="{FF2B5EF4-FFF2-40B4-BE49-F238E27FC236}">
                        <a16:creationId xmlns:a16="http://schemas.microsoft.com/office/drawing/2014/main" id="{807BE885-71E3-183D-E92D-4E42CA32A3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99" y="1491"/>
                    <a:ext cx="752" cy="705"/>
                  </a:xfrm>
                  <a:custGeom>
                    <a:avLst/>
                    <a:gdLst>
                      <a:gd name="T0" fmla="*/ 752 w 752"/>
                      <a:gd name="T1" fmla="*/ 705 h 705"/>
                      <a:gd name="T2" fmla="*/ 0 w 752"/>
                      <a:gd name="T3" fmla="*/ 705 h 705"/>
                      <a:gd name="T4" fmla="*/ 0 w 752"/>
                      <a:gd name="T5" fmla="*/ 373 h 705"/>
                      <a:gd name="T6" fmla="*/ 376 w 752"/>
                      <a:gd name="T7" fmla="*/ 0 h 705"/>
                      <a:gd name="T8" fmla="*/ 752 w 752"/>
                      <a:gd name="T9" fmla="*/ 373 h 705"/>
                      <a:gd name="T10" fmla="*/ 752 w 752"/>
                      <a:gd name="T11" fmla="*/ 705 h 7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52" h="705">
                        <a:moveTo>
                          <a:pt x="752" y="705"/>
                        </a:moveTo>
                        <a:lnTo>
                          <a:pt x="0" y="705"/>
                        </a:lnTo>
                        <a:lnTo>
                          <a:pt x="0" y="373"/>
                        </a:lnTo>
                        <a:lnTo>
                          <a:pt x="376" y="0"/>
                        </a:lnTo>
                        <a:lnTo>
                          <a:pt x="752" y="373"/>
                        </a:lnTo>
                        <a:lnTo>
                          <a:pt x="752" y="70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33" name="îṧ1iḑè" descr="e7927874-1e65-4f4a-aedc-0d16cdab7bcb">
                    <a:extLst>
                      <a:ext uri="{FF2B5EF4-FFF2-40B4-BE49-F238E27FC236}">
                        <a16:creationId xmlns:a16="http://schemas.microsoft.com/office/drawing/2014/main" id="{A1C6064C-C64D-2F1B-C681-7DFEEC0D2A0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99" y="1491"/>
                    <a:ext cx="752" cy="705"/>
                  </a:xfrm>
                  <a:custGeom>
                    <a:avLst/>
                    <a:gdLst>
                      <a:gd name="T0" fmla="*/ 752 w 752"/>
                      <a:gd name="T1" fmla="*/ 705 h 705"/>
                      <a:gd name="T2" fmla="*/ 0 w 752"/>
                      <a:gd name="T3" fmla="*/ 705 h 705"/>
                      <a:gd name="T4" fmla="*/ 0 w 752"/>
                      <a:gd name="T5" fmla="*/ 373 h 705"/>
                      <a:gd name="T6" fmla="*/ 376 w 752"/>
                      <a:gd name="T7" fmla="*/ 0 h 705"/>
                      <a:gd name="T8" fmla="*/ 752 w 752"/>
                      <a:gd name="T9" fmla="*/ 373 h 705"/>
                      <a:gd name="T10" fmla="*/ 752 w 752"/>
                      <a:gd name="T11" fmla="*/ 705 h 7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52" h="705">
                        <a:moveTo>
                          <a:pt x="752" y="705"/>
                        </a:moveTo>
                        <a:lnTo>
                          <a:pt x="0" y="705"/>
                        </a:lnTo>
                        <a:lnTo>
                          <a:pt x="0" y="373"/>
                        </a:lnTo>
                        <a:lnTo>
                          <a:pt x="376" y="0"/>
                        </a:lnTo>
                        <a:lnTo>
                          <a:pt x="752" y="373"/>
                        </a:lnTo>
                        <a:lnTo>
                          <a:pt x="752" y="705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34" name="ïṩlïḓê" descr="175f5907-732e-4cf6-b31e-2be480f23472">
                    <a:extLst>
                      <a:ext uri="{FF2B5EF4-FFF2-40B4-BE49-F238E27FC236}">
                        <a16:creationId xmlns:a16="http://schemas.microsoft.com/office/drawing/2014/main" id="{E1317213-FF4B-9EF2-1423-CE0F2648327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11" y="1962"/>
                    <a:ext cx="122" cy="234"/>
                  </a:xfrm>
                  <a:prstGeom prst="rect">
                    <a:avLst/>
                  </a:prstGeom>
                  <a:solidFill>
                    <a:srgbClr val="D09C4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35" name="îṧḻídè" descr="4251d4bd-40a4-4b5b-8f97-3851d0685a1e">
                    <a:extLst>
                      <a:ext uri="{FF2B5EF4-FFF2-40B4-BE49-F238E27FC236}">
                        <a16:creationId xmlns:a16="http://schemas.microsoft.com/office/drawing/2014/main" id="{FDAD4AB3-6E25-47C0-777B-5A9C947E8A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19" y="1970"/>
                    <a:ext cx="114" cy="226"/>
                  </a:xfrm>
                  <a:prstGeom prst="rect">
                    <a:avLst/>
                  </a:prstGeom>
                  <a:solidFill>
                    <a:srgbClr val="FFD37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36" name="ïṡļíďé" descr="895ddced-4b8f-4c22-9557-7b2e70b38bf0">
                    <a:extLst>
                      <a:ext uri="{FF2B5EF4-FFF2-40B4-BE49-F238E27FC236}">
                        <a16:creationId xmlns:a16="http://schemas.microsoft.com/office/drawing/2014/main" id="{2BFC16A2-F042-E8C9-4E6C-36D5800E9C3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52" y="1445"/>
                    <a:ext cx="464" cy="463"/>
                  </a:xfrm>
                  <a:custGeom>
                    <a:avLst/>
                    <a:gdLst>
                      <a:gd name="T0" fmla="*/ 424 w 464"/>
                      <a:gd name="T1" fmla="*/ 463 h 463"/>
                      <a:gd name="T2" fmla="*/ 464 w 464"/>
                      <a:gd name="T3" fmla="*/ 426 h 463"/>
                      <a:gd name="T4" fmla="*/ 38 w 464"/>
                      <a:gd name="T5" fmla="*/ 0 h 463"/>
                      <a:gd name="T6" fmla="*/ 0 w 464"/>
                      <a:gd name="T7" fmla="*/ 38 h 463"/>
                      <a:gd name="T8" fmla="*/ 424 w 464"/>
                      <a:gd name="T9" fmla="*/ 463 h 4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4" h="463">
                        <a:moveTo>
                          <a:pt x="424" y="463"/>
                        </a:moveTo>
                        <a:lnTo>
                          <a:pt x="464" y="426"/>
                        </a:lnTo>
                        <a:lnTo>
                          <a:pt x="38" y="0"/>
                        </a:lnTo>
                        <a:lnTo>
                          <a:pt x="0" y="38"/>
                        </a:lnTo>
                        <a:lnTo>
                          <a:pt x="424" y="463"/>
                        </a:lnTo>
                        <a:close/>
                      </a:path>
                    </a:pathLst>
                  </a:custGeom>
                  <a:solidFill>
                    <a:srgbClr val="AB063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37" name="ïṥľiḓe" descr="c25b4fc0-2ac8-4909-a64e-ab277b3031bc">
                    <a:extLst>
                      <a:ext uri="{FF2B5EF4-FFF2-40B4-BE49-F238E27FC236}">
                        <a16:creationId xmlns:a16="http://schemas.microsoft.com/office/drawing/2014/main" id="{D4727D6A-F24C-D524-F11D-733681933BD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61" y="1437"/>
                    <a:ext cx="461" cy="461"/>
                  </a:xfrm>
                  <a:custGeom>
                    <a:avLst/>
                    <a:gdLst>
                      <a:gd name="T0" fmla="*/ 423 w 461"/>
                      <a:gd name="T1" fmla="*/ 461 h 461"/>
                      <a:gd name="T2" fmla="*/ 461 w 461"/>
                      <a:gd name="T3" fmla="*/ 423 h 461"/>
                      <a:gd name="T4" fmla="*/ 37 w 461"/>
                      <a:gd name="T5" fmla="*/ 0 h 461"/>
                      <a:gd name="T6" fmla="*/ 0 w 461"/>
                      <a:gd name="T7" fmla="*/ 37 h 461"/>
                      <a:gd name="T8" fmla="*/ 423 w 461"/>
                      <a:gd name="T9" fmla="*/ 461 h 4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461">
                        <a:moveTo>
                          <a:pt x="423" y="461"/>
                        </a:moveTo>
                        <a:lnTo>
                          <a:pt x="461" y="423"/>
                        </a:lnTo>
                        <a:lnTo>
                          <a:pt x="37" y="0"/>
                        </a:lnTo>
                        <a:lnTo>
                          <a:pt x="0" y="37"/>
                        </a:lnTo>
                        <a:lnTo>
                          <a:pt x="423" y="461"/>
                        </a:lnTo>
                        <a:close/>
                      </a:path>
                    </a:pathLst>
                  </a:custGeom>
                  <a:solidFill>
                    <a:srgbClr val="F164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38" name="îSļîḋe" descr="613122c0-b7d0-4f31-80b7-4ceb929c4936">
                    <a:extLst>
                      <a:ext uri="{FF2B5EF4-FFF2-40B4-BE49-F238E27FC236}">
                        <a16:creationId xmlns:a16="http://schemas.microsoft.com/office/drawing/2014/main" id="{2026A650-8F1F-375B-8754-439029B23EB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26" y="1397"/>
                    <a:ext cx="503" cy="501"/>
                  </a:xfrm>
                  <a:custGeom>
                    <a:avLst/>
                    <a:gdLst>
                      <a:gd name="T0" fmla="*/ 38 w 503"/>
                      <a:gd name="T1" fmla="*/ 501 h 501"/>
                      <a:gd name="T2" fmla="*/ 0 w 503"/>
                      <a:gd name="T3" fmla="*/ 463 h 501"/>
                      <a:gd name="T4" fmla="*/ 466 w 503"/>
                      <a:gd name="T5" fmla="*/ 0 h 501"/>
                      <a:gd name="T6" fmla="*/ 503 w 503"/>
                      <a:gd name="T7" fmla="*/ 38 h 501"/>
                      <a:gd name="T8" fmla="*/ 38 w 503"/>
                      <a:gd name="T9" fmla="*/ 501 h 5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03" h="501">
                        <a:moveTo>
                          <a:pt x="38" y="501"/>
                        </a:moveTo>
                        <a:lnTo>
                          <a:pt x="0" y="463"/>
                        </a:lnTo>
                        <a:lnTo>
                          <a:pt x="466" y="0"/>
                        </a:lnTo>
                        <a:lnTo>
                          <a:pt x="503" y="38"/>
                        </a:lnTo>
                        <a:lnTo>
                          <a:pt x="38" y="501"/>
                        </a:lnTo>
                        <a:close/>
                      </a:path>
                    </a:pathLst>
                  </a:custGeom>
                  <a:solidFill>
                    <a:srgbClr val="E4566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39" name="îšḷiḍê" descr="a2966d11-206b-4e7b-95a0-f51ecb916bb7">
                    <a:extLst>
                      <a:ext uri="{FF2B5EF4-FFF2-40B4-BE49-F238E27FC236}">
                        <a16:creationId xmlns:a16="http://schemas.microsoft.com/office/drawing/2014/main" id="{74BD8CAF-30B5-C48F-1749-85F3FF7429E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11" y="1765"/>
                    <a:ext cx="127" cy="122"/>
                  </a:xfrm>
                  <a:prstGeom prst="rect">
                    <a:avLst/>
                  </a:pr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40" name="îṩļîde" descr="d7299696-67c7-443c-bb40-b92fe0147807">
                    <a:extLst>
                      <a:ext uri="{FF2B5EF4-FFF2-40B4-BE49-F238E27FC236}">
                        <a16:creationId xmlns:a16="http://schemas.microsoft.com/office/drawing/2014/main" id="{14D72BFC-8144-4190-8A80-2289F212D64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19" y="1771"/>
                    <a:ext cx="52" cy="11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41" name="iṡľíḋe" descr="df109051-0a5a-4c49-8806-26c4bb57e32b">
                    <a:extLst>
                      <a:ext uri="{FF2B5EF4-FFF2-40B4-BE49-F238E27FC236}">
                        <a16:creationId xmlns:a16="http://schemas.microsoft.com/office/drawing/2014/main" id="{FC6EF42E-4C1D-A514-821B-86685FA1702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80" y="1771"/>
                    <a:ext cx="51" cy="11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42" name="ïSḻíḍe" descr="889d9e24-b3d9-463d-a826-ba3730db0578">
                    <a:extLst>
                      <a:ext uri="{FF2B5EF4-FFF2-40B4-BE49-F238E27FC236}">
                        <a16:creationId xmlns:a16="http://schemas.microsoft.com/office/drawing/2014/main" id="{5E0B6386-4A00-DE0E-A8EE-2385661CB18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21" y="1773"/>
                    <a:ext cx="48" cy="106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43" name="ïŝḷiḋé" descr="f9fd9410-79bd-484b-891b-08c9c6300fde">
                    <a:extLst>
                      <a:ext uri="{FF2B5EF4-FFF2-40B4-BE49-F238E27FC236}">
                        <a16:creationId xmlns:a16="http://schemas.microsoft.com/office/drawing/2014/main" id="{944F1460-A459-93B7-42E6-B0FE07D873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82" y="1773"/>
                    <a:ext cx="47" cy="106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44" name="işļïďe" descr="0086fcb6-d72c-4520-a2fb-24eb0ee95914">
                    <a:extLst>
                      <a:ext uri="{FF2B5EF4-FFF2-40B4-BE49-F238E27FC236}">
                        <a16:creationId xmlns:a16="http://schemas.microsoft.com/office/drawing/2014/main" id="{39253260-4673-FB1B-1BA8-559AE2FC7C4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21" y="1773"/>
                    <a:ext cx="23" cy="106"/>
                  </a:xfrm>
                  <a:custGeom>
                    <a:avLst/>
                    <a:gdLst>
                      <a:gd name="T0" fmla="*/ 0 w 23"/>
                      <a:gd name="T1" fmla="*/ 0 h 106"/>
                      <a:gd name="T2" fmla="*/ 23 w 23"/>
                      <a:gd name="T3" fmla="*/ 0 h 106"/>
                      <a:gd name="T4" fmla="*/ 0 w 23"/>
                      <a:gd name="T5" fmla="*/ 106 h 106"/>
                      <a:gd name="T6" fmla="*/ 0 w 23"/>
                      <a:gd name="T7" fmla="*/ 0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3" h="106">
                        <a:moveTo>
                          <a:pt x="0" y="0"/>
                        </a:moveTo>
                        <a:lnTo>
                          <a:pt x="23" y="0"/>
                        </a:lnTo>
                        <a:lnTo>
                          <a:pt x="0" y="10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45" name="îṣḻîḓè" descr="69856579-adbc-40f2-8851-766f5a32e958">
                    <a:extLst>
                      <a:ext uri="{FF2B5EF4-FFF2-40B4-BE49-F238E27FC236}">
                        <a16:creationId xmlns:a16="http://schemas.microsoft.com/office/drawing/2014/main" id="{4434F69A-4EAD-2BC6-B46E-4AEF09BFB74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82" y="1773"/>
                    <a:ext cx="22" cy="106"/>
                  </a:xfrm>
                  <a:custGeom>
                    <a:avLst/>
                    <a:gdLst>
                      <a:gd name="T0" fmla="*/ 0 w 22"/>
                      <a:gd name="T1" fmla="*/ 0 h 106"/>
                      <a:gd name="T2" fmla="*/ 22 w 22"/>
                      <a:gd name="T3" fmla="*/ 0 h 106"/>
                      <a:gd name="T4" fmla="*/ 0 w 22"/>
                      <a:gd name="T5" fmla="*/ 106 h 106"/>
                      <a:gd name="T6" fmla="*/ 0 w 22"/>
                      <a:gd name="T7" fmla="*/ 0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2" h="106">
                        <a:moveTo>
                          <a:pt x="0" y="0"/>
                        </a:moveTo>
                        <a:lnTo>
                          <a:pt x="22" y="0"/>
                        </a:lnTo>
                        <a:lnTo>
                          <a:pt x="0" y="10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46" name="ï$ľíďè" descr="68a8163a-085e-4909-b0f2-cfd31b26ef09">
                    <a:extLst>
                      <a:ext uri="{FF2B5EF4-FFF2-40B4-BE49-F238E27FC236}">
                        <a16:creationId xmlns:a16="http://schemas.microsoft.com/office/drawing/2014/main" id="{7E8123D4-1FB4-EA1F-B01C-0A5AB6D716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13" y="1962"/>
                    <a:ext cx="125" cy="141"/>
                  </a:xfrm>
                  <a:prstGeom prst="rect">
                    <a:avLst/>
                  </a:prstGeom>
                  <a:solidFill>
                    <a:srgbClr val="E7E5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47" name="îṡḷíḓe" descr="78bc4ce2-5760-475f-a18b-570020a02dd1">
                    <a:extLst>
                      <a:ext uri="{FF2B5EF4-FFF2-40B4-BE49-F238E27FC236}">
                        <a16:creationId xmlns:a16="http://schemas.microsoft.com/office/drawing/2014/main" id="{F8C9E25C-A792-7EFB-5402-CAC5E90F304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20" y="1968"/>
                    <a:ext cx="51" cy="129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48" name="isľîḋé" descr="5131b29d-3f59-4f97-b69f-aaa29a11514c">
                    <a:extLst>
                      <a:ext uri="{FF2B5EF4-FFF2-40B4-BE49-F238E27FC236}">
                        <a16:creationId xmlns:a16="http://schemas.microsoft.com/office/drawing/2014/main" id="{BC82E0CE-3B6F-1E2F-5D2C-9CA66DC61B0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80" y="1968"/>
                    <a:ext cx="52" cy="129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49" name="iṥ1iḍe" descr="3007fd4b-cd67-4556-94d5-bf8606d447c3">
                    <a:extLst>
                      <a:ext uri="{FF2B5EF4-FFF2-40B4-BE49-F238E27FC236}">
                        <a16:creationId xmlns:a16="http://schemas.microsoft.com/office/drawing/2014/main" id="{BF17B764-7C1A-50C0-859D-41E9581CAE8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22" y="1970"/>
                    <a:ext cx="47" cy="125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50" name="îṡľiḓé" descr="a74f6416-a72e-40bc-aff9-0062c1158b6b">
                    <a:extLst>
                      <a:ext uri="{FF2B5EF4-FFF2-40B4-BE49-F238E27FC236}">
                        <a16:creationId xmlns:a16="http://schemas.microsoft.com/office/drawing/2014/main" id="{206BD5E8-5708-08FF-0FE1-AF8132AAC34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82" y="1970"/>
                    <a:ext cx="48" cy="125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51" name="islíḍè" descr="aad1b9cf-0c29-43da-94c2-14c7231f29b1">
                    <a:extLst>
                      <a:ext uri="{FF2B5EF4-FFF2-40B4-BE49-F238E27FC236}">
                        <a16:creationId xmlns:a16="http://schemas.microsoft.com/office/drawing/2014/main" id="{9ED12EA6-89B1-D883-074E-375AA5E896E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22" y="1970"/>
                    <a:ext cx="22" cy="125"/>
                  </a:xfrm>
                  <a:custGeom>
                    <a:avLst/>
                    <a:gdLst>
                      <a:gd name="T0" fmla="*/ 0 w 22"/>
                      <a:gd name="T1" fmla="*/ 0 h 125"/>
                      <a:gd name="T2" fmla="*/ 22 w 22"/>
                      <a:gd name="T3" fmla="*/ 0 h 125"/>
                      <a:gd name="T4" fmla="*/ 0 w 22"/>
                      <a:gd name="T5" fmla="*/ 125 h 125"/>
                      <a:gd name="T6" fmla="*/ 0 w 22"/>
                      <a:gd name="T7" fmla="*/ 0 h 1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2" h="125">
                        <a:moveTo>
                          <a:pt x="0" y="0"/>
                        </a:moveTo>
                        <a:lnTo>
                          <a:pt x="22" y="0"/>
                        </a:lnTo>
                        <a:lnTo>
                          <a:pt x="0" y="12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52" name="îṥḷíḍê" descr="260eeaeb-f3d4-41c8-a693-cb759a92ac8b">
                    <a:extLst>
                      <a:ext uri="{FF2B5EF4-FFF2-40B4-BE49-F238E27FC236}">
                        <a16:creationId xmlns:a16="http://schemas.microsoft.com/office/drawing/2014/main" id="{B63B3E98-0327-02FD-B6FD-E918FD461CF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82" y="1970"/>
                    <a:ext cx="23" cy="125"/>
                  </a:xfrm>
                  <a:custGeom>
                    <a:avLst/>
                    <a:gdLst>
                      <a:gd name="T0" fmla="*/ 0 w 23"/>
                      <a:gd name="T1" fmla="*/ 0 h 125"/>
                      <a:gd name="T2" fmla="*/ 23 w 23"/>
                      <a:gd name="T3" fmla="*/ 0 h 125"/>
                      <a:gd name="T4" fmla="*/ 0 w 23"/>
                      <a:gd name="T5" fmla="*/ 125 h 125"/>
                      <a:gd name="T6" fmla="*/ 0 w 23"/>
                      <a:gd name="T7" fmla="*/ 0 h 1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3" h="125">
                        <a:moveTo>
                          <a:pt x="0" y="0"/>
                        </a:moveTo>
                        <a:lnTo>
                          <a:pt x="23" y="0"/>
                        </a:lnTo>
                        <a:lnTo>
                          <a:pt x="0" y="12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53" name="ïṧlíḑé" descr="fd45f997-658c-4c76-8f1e-a509463379e1">
                    <a:extLst>
                      <a:ext uri="{FF2B5EF4-FFF2-40B4-BE49-F238E27FC236}">
                        <a16:creationId xmlns:a16="http://schemas.microsoft.com/office/drawing/2014/main" id="{A27AD761-6EA6-50D1-B06D-62C53F10D8D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10" y="1962"/>
                    <a:ext cx="127" cy="141"/>
                  </a:xfrm>
                  <a:prstGeom prst="rect">
                    <a:avLst/>
                  </a:prstGeom>
                  <a:solidFill>
                    <a:srgbClr val="E7E5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54" name="îşlíḑè" descr="29b62f6f-d676-416b-b477-f40a06133502">
                    <a:extLst>
                      <a:ext uri="{FF2B5EF4-FFF2-40B4-BE49-F238E27FC236}">
                        <a16:creationId xmlns:a16="http://schemas.microsoft.com/office/drawing/2014/main" id="{79EA695C-D040-1D46-DA3F-CD4BAD0253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18" y="1968"/>
                    <a:ext cx="52" cy="129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55" name="íşḻiḑé" descr="3081dbe7-8d74-4235-a661-f612a7e54a4f">
                    <a:extLst>
                      <a:ext uri="{FF2B5EF4-FFF2-40B4-BE49-F238E27FC236}">
                        <a16:creationId xmlns:a16="http://schemas.microsoft.com/office/drawing/2014/main" id="{97C0AD0F-E26E-E7B5-5638-B64D7397104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79" y="1968"/>
                    <a:ext cx="50" cy="129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56" name="ïṥļiḋé" descr="a2c56584-b0de-4d89-8af2-a31787680073">
                    <a:extLst>
                      <a:ext uri="{FF2B5EF4-FFF2-40B4-BE49-F238E27FC236}">
                        <a16:creationId xmlns:a16="http://schemas.microsoft.com/office/drawing/2014/main" id="{D0BBC47E-E8BC-58D1-749D-3257B8B2AF8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21" y="1970"/>
                    <a:ext cx="47" cy="125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57" name="ïṧļiďê" descr="edb64008-f9b7-4e0e-8500-7305bb7281d8">
                    <a:extLst>
                      <a:ext uri="{FF2B5EF4-FFF2-40B4-BE49-F238E27FC236}">
                        <a16:creationId xmlns:a16="http://schemas.microsoft.com/office/drawing/2014/main" id="{F5AC04C7-3B60-6A01-8C4E-6D53F6670DB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1" y="1970"/>
                    <a:ext cx="45" cy="125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58" name="ïš1iḋé" descr="6b202c90-375d-4aec-b91d-2419467eac0e">
                    <a:extLst>
                      <a:ext uri="{FF2B5EF4-FFF2-40B4-BE49-F238E27FC236}">
                        <a16:creationId xmlns:a16="http://schemas.microsoft.com/office/drawing/2014/main" id="{2030BF06-B918-215E-C9A4-4E623345F1E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21" y="1970"/>
                    <a:ext cx="22" cy="125"/>
                  </a:xfrm>
                  <a:custGeom>
                    <a:avLst/>
                    <a:gdLst>
                      <a:gd name="T0" fmla="*/ 0 w 22"/>
                      <a:gd name="T1" fmla="*/ 0 h 125"/>
                      <a:gd name="T2" fmla="*/ 22 w 22"/>
                      <a:gd name="T3" fmla="*/ 0 h 125"/>
                      <a:gd name="T4" fmla="*/ 0 w 22"/>
                      <a:gd name="T5" fmla="*/ 125 h 125"/>
                      <a:gd name="T6" fmla="*/ 0 w 22"/>
                      <a:gd name="T7" fmla="*/ 0 h 1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2" h="125">
                        <a:moveTo>
                          <a:pt x="0" y="0"/>
                        </a:moveTo>
                        <a:lnTo>
                          <a:pt x="22" y="0"/>
                        </a:lnTo>
                        <a:lnTo>
                          <a:pt x="0" y="12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59" name="ïsḷîḍé" descr="4dae08f9-4163-4f59-adf7-d30943ffbb48">
                    <a:extLst>
                      <a:ext uri="{FF2B5EF4-FFF2-40B4-BE49-F238E27FC236}">
                        <a16:creationId xmlns:a16="http://schemas.microsoft.com/office/drawing/2014/main" id="{9DB8A7D1-8D7A-161C-713E-9D06D2F9C56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1" y="1970"/>
                    <a:ext cx="23" cy="125"/>
                  </a:xfrm>
                  <a:custGeom>
                    <a:avLst/>
                    <a:gdLst>
                      <a:gd name="T0" fmla="*/ 0 w 23"/>
                      <a:gd name="T1" fmla="*/ 0 h 125"/>
                      <a:gd name="T2" fmla="*/ 23 w 23"/>
                      <a:gd name="T3" fmla="*/ 0 h 125"/>
                      <a:gd name="T4" fmla="*/ 0 w 23"/>
                      <a:gd name="T5" fmla="*/ 125 h 125"/>
                      <a:gd name="T6" fmla="*/ 0 w 23"/>
                      <a:gd name="T7" fmla="*/ 0 h 1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3" h="125">
                        <a:moveTo>
                          <a:pt x="0" y="0"/>
                        </a:moveTo>
                        <a:lnTo>
                          <a:pt x="23" y="0"/>
                        </a:lnTo>
                        <a:lnTo>
                          <a:pt x="0" y="12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60" name="íŝļïdé" descr="6324dad6-7e5a-4a2c-99cb-365b14a9b0aa">
                    <a:extLst>
                      <a:ext uri="{FF2B5EF4-FFF2-40B4-BE49-F238E27FC236}">
                        <a16:creationId xmlns:a16="http://schemas.microsoft.com/office/drawing/2014/main" id="{6EFA1BFB-AE07-E3F7-096E-EC296B262C9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10" y="1765"/>
                    <a:ext cx="127" cy="122"/>
                  </a:xfrm>
                  <a:prstGeom prst="rect">
                    <a:avLst/>
                  </a:pr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61" name="íṩḻíḍê" descr="383a4879-b486-430d-9eb1-5aa22b97570d">
                    <a:extLst>
                      <a:ext uri="{FF2B5EF4-FFF2-40B4-BE49-F238E27FC236}">
                        <a16:creationId xmlns:a16="http://schemas.microsoft.com/office/drawing/2014/main" id="{B5F70596-F84A-1489-2576-68AB6A06B61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19" y="1771"/>
                    <a:ext cx="52" cy="11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62" name="íŝļîḑê" descr="8262c29d-7da1-4161-b0c2-8ec39e2fe819">
                    <a:extLst>
                      <a:ext uri="{FF2B5EF4-FFF2-40B4-BE49-F238E27FC236}">
                        <a16:creationId xmlns:a16="http://schemas.microsoft.com/office/drawing/2014/main" id="{6B31CFD3-A3AA-55DC-0E6B-4AABFAA40B6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77" y="1771"/>
                    <a:ext cx="52" cy="11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63" name="iṣḻîḑé" descr="e6f601ec-9efa-4ea1-9805-05d05cd4f4b5">
                    <a:extLst>
                      <a:ext uri="{FF2B5EF4-FFF2-40B4-BE49-F238E27FC236}">
                        <a16:creationId xmlns:a16="http://schemas.microsoft.com/office/drawing/2014/main" id="{25E2AC63-A1C9-CF8F-5815-FA4C3A30958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21" y="1773"/>
                    <a:ext cx="46" cy="106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64" name="i$ḷíḋé" descr="95fa301a-b4c4-4fcf-81e7-c2be323bee5e">
                    <a:extLst>
                      <a:ext uri="{FF2B5EF4-FFF2-40B4-BE49-F238E27FC236}">
                        <a16:creationId xmlns:a16="http://schemas.microsoft.com/office/drawing/2014/main" id="{9E3EB5B3-84CC-CAFB-0D06-0DC3F2E1A72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79" y="1773"/>
                    <a:ext cx="48" cy="106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65" name="î$1ïḓé" descr="d254f707-7e27-4031-b788-198fe4859cc1">
                    <a:extLst>
                      <a:ext uri="{FF2B5EF4-FFF2-40B4-BE49-F238E27FC236}">
                        <a16:creationId xmlns:a16="http://schemas.microsoft.com/office/drawing/2014/main" id="{E2FF3C07-590F-837B-E5F7-88692F79511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21" y="1773"/>
                    <a:ext cx="23" cy="106"/>
                  </a:xfrm>
                  <a:custGeom>
                    <a:avLst/>
                    <a:gdLst>
                      <a:gd name="T0" fmla="*/ 0 w 23"/>
                      <a:gd name="T1" fmla="*/ 0 h 106"/>
                      <a:gd name="T2" fmla="*/ 23 w 23"/>
                      <a:gd name="T3" fmla="*/ 0 h 106"/>
                      <a:gd name="T4" fmla="*/ 0 w 23"/>
                      <a:gd name="T5" fmla="*/ 106 h 106"/>
                      <a:gd name="T6" fmla="*/ 0 w 23"/>
                      <a:gd name="T7" fmla="*/ 0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3" h="106">
                        <a:moveTo>
                          <a:pt x="0" y="0"/>
                        </a:moveTo>
                        <a:lnTo>
                          <a:pt x="23" y="0"/>
                        </a:lnTo>
                        <a:lnTo>
                          <a:pt x="0" y="10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66" name="ïšḷiḑé" descr="a1e8cc4a-11a5-4273-be95-b46e5a9be009">
                    <a:extLst>
                      <a:ext uri="{FF2B5EF4-FFF2-40B4-BE49-F238E27FC236}">
                        <a16:creationId xmlns:a16="http://schemas.microsoft.com/office/drawing/2014/main" id="{F7134BA2-9B6B-3A9B-62B8-C2B9D800337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79" y="1773"/>
                    <a:ext cx="23" cy="106"/>
                  </a:xfrm>
                  <a:custGeom>
                    <a:avLst/>
                    <a:gdLst>
                      <a:gd name="T0" fmla="*/ 0 w 23"/>
                      <a:gd name="T1" fmla="*/ 0 h 106"/>
                      <a:gd name="T2" fmla="*/ 23 w 23"/>
                      <a:gd name="T3" fmla="*/ 0 h 106"/>
                      <a:gd name="T4" fmla="*/ 0 w 23"/>
                      <a:gd name="T5" fmla="*/ 106 h 106"/>
                      <a:gd name="T6" fmla="*/ 0 w 23"/>
                      <a:gd name="T7" fmla="*/ 0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3" h="106">
                        <a:moveTo>
                          <a:pt x="0" y="0"/>
                        </a:moveTo>
                        <a:lnTo>
                          <a:pt x="23" y="0"/>
                        </a:lnTo>
                        <a:lnTo>
                          <a:pt x="0" y="10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67" name="ïṥľíḓé" descr="c2a99f11-2513-44a0-bcd1-06bf56b6490c">
                    <a:extLst>
                      <a:ext uri="{FF2B5EF4-FFF2-40B4-BE49-F238E27FC236}">
                        <a16:creationId xmlns:a16="http://schemas.microsoft.com/office/drawing/2014/main" id="{2FECC340-70F0-77B2-9878-AC01035A26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99" y="1489"/>
                    <a:ext cx="752" cy="707"/>
                  </a:xfrm>
                  <a:custGeom>
                    <a:avLst/>
                    <a:gdLst>
                      <a:gd name="T0" fmla="*/ 376 w 752"/>
                      <a:gd name="T1" fmla="*/ 0 h 707"/>
                      <a:gd name="T2" fmla="*/ 0 w 752"/>
                      <a:gd name="T3" fmla="*/ 375 h 707"/>
                      <a:gd name="T4" fmla="*/ 0 w 752"/>
                      <a:gd name="T5" fmla="*/ 402 h 707"/>
                      <a:gd name="T6" fmla="*/ 376 w 752"/>
                      <a:gd name="T7" fmla="*/ 29 h 707"/>
                      <a:gd name="T8" fmla="*/ 700 w 752"/>
                      <a:gd name="T9" fmla="*/ 353 h 707"/>
                      <a:gd name="T10" fmla="*/ 700 w 752"/>
                      <a:gd name="T11" fmla="*/ 707 h 707"/>
                      <a:gd name="T12" fmla="*/ 752 w 752"/>
                      <a:gd name="T13" fmla="*/ 707 h 707"/>
                      <a:gd name="T14" fmla="*/ 752 w 752"/>
                      <a:gd name="T15" fmla="*/ 375 h 707"/>
                      <a:gd name="T16" fmla="*/ 376 w 752"/>
                      <a:gd name="T17" fmla="*/ 0 h 7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2" h="707">
                        <a:moveTo>
                          <a:pt x="376" y="0"/>
                        </a:moveTo>
                        <a:lnTo>
                          <a:pt x="0" y="375"/>
                        </a:lnTo>
                        <a:lnTo>
                          <a:pt x="0" y="402"/>
                        </a:lnTo>
                        <a:lnTo>
                          <a:pt x="376" y="29"/>
                        </a:lnTo>
                        <a:lnTo>
                          <a:pt x="700" y="353"/>
                        </a:lnTo>
                        <a:lnTo>
                          <a:pt x="700" y="707"/>
                        </a:lnTo>
                        <a:lnTo>
                          <a:pt x="752" y="707"/>
                        </a:lnTo>
                        <a:lnTo>
                          <a:pt x="752" y="375"/>
                        </a:lnTo>
                        <a:lnTo>
                          <a:pt x="376" y="0"/>
                        </a:lnTo>
                        <a:close/>
                      </a:path>
                    </a:pathLst>
                  </a:cu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68" name="ï$ļiḓê" descr="9a010b1d-b6b7-4bdd-b647-15a81b728073">
                    <a:extLst>
                      <a:ext uri="{FF2B5EF4-FFF2-40B4-BE49-F238E27FC236}">
                        <a16:creationId xmlns:a16="http://schemas.microsoft.com/office/drawing/2014/main" id="{24E8A90B-CA4C-51AD-A4C2-69A1D8FB122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99" y="1489"/>
                    <a:ext cx="752" cy="707"/>
                  </a:xfrm>
                  <a:custGeom>
                    <a:avLst/>
                    <a:gdLst>
                      <a:gd name="T0" fmla="*/ 376 w 752"/>
                      <a:gd name="T1" fmla="*/ 0 h 707"/>
                      <a:gd name="T2" fmla="*/ 0 w 752"/>
                      <a:gd name="T3" fmla="*/ 375 h 707"/>
                      <a:gd name="T4" fmla="*/ 0 w 752"/>
                      <a:gd name="T5" fmla="*/ 402 h 707"/>
                      <a:gd name="T6" fmla="*/ 376 w 752"/>
                      <a:gd name="T7" fmla="*/ 29 h 707"/>
                      <a:gd name="T8" fmla="*/ 700 w 752"/>
                      <a:gd name="T9" fmla="*/ 353 h 707"/>
                      <a:gd name="T10" fmla="*/ 700 w 752"/>
                      <a:gd name="T11" fmla="*/ 707 h 707"/>
                      <a:gd name="T12" fmla="*/ 752 w 752"/>
                      <a:gd name="T13" fmla="*/ 707 h 707"/>
                      <a:gd name="T14" fmla="*/ 752 w 752"/>
                      <a:gd name="T15" fmla="*/ 375 h 707"/>
                      <a:gd name="T16" fmla="*/ 376 w 752"/>
                      <a:gd name="T17" fmla="*/ 0 h 7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2" h="707">
                        <a:moveTo>
                          <a:pt x="376" y="0"/>
                        </a:moveTo>
                        <a:lnTo>
                          <a:pt x="0" y="375"/>
                        </a:lnTo>
                        <a:lnTo>
                          <a:pt x="0" y="402"/>
                        </a:lnTo>
                        <a:lnTo>
                          <a:pt x="376" y="29"/>
                        </a:lnTo>
                        <a:lnTo>
                          <a:pt x="700" y="353"/>
                        </a:lnTo>
                        <a:lnTo>
                          <a:pt x="700" y="707"/>
                        </a:lnTo>
                        <a:lnTo>
                          <a:pt x="752" y="707"/>
                        </a:lnTo>
                        <a:lnTo>
                          <a:pt x="752" y="375"/>
                        </a:lnTo>
                        <a:lnTo>
                          <a:pt x="376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69" name="ïṧlïḓê" descr="2edcff9a-47bc-432b-bb34-e7a9d3180c9f">
                    <a:extLst>
                      <a:ext uri="{FF2B5EF4-FFF2-40B4-BE49-F238E27FC236}">
                        <a16:creationId xmlns:a16="http://schemas.microsoft.com/office/drawing/2014/main" id="{003EBBB3-F3F0-DC39-5B1E-FBF388036B2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804" y="1765"/>
                    <a:ext cx="420" cy="431"/>
                  </a:xfrm>
                  <a:custGeom>
                    <a:avLst/>
                    <a:gdLst>
                      <a:gd name="T0" fmla="*/ 420 w 420"/>
                      <a:gd name="T1" fmla="*/ 431 h 431"/>
                      <a:gd name="T2" fmla="*/ 0 w 420"/>
                      <a:gd name="T3" fmla="*/ 431 h 431"/>
                      <a:gd name="T4" fmla="*/ 0 w 420"/>
                      <a:gd name="T5" fmla="*/ 211 h 431"/>
                      <a:gd name="T6" fmla="*/ 210 w 420"/>
                      <a:gd name="T7" fmla="*/ 0 h 431"/>
                      <a:gd name="T8" fmla="*/ 420 w 420"/>
                      <a:gd name="T9" fmla="*/ 211 h 431"/>
                      <a:gd name="T10" fmla="*/ 420 w 420"/>
                      <a:gd name="T11" fmla="*/ 431 h 4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20" h="431">
                        <a:moveTo>
                          <a:pt x="420" y="431"/>
                        </a:moveTo>
                        <a:lnTo>
                          <a:pt x="0" y="431"/>
                        </a:lnTo>
                        <a:lnTo>
                          <a:pt x="0" y="211"/>
                        </a:lnTo>
                        <a:lnTo>
                          <a:pt x="210" y="0"/>
                        </a:lnTo>
                        <a:lnTo>
                          <a:pt x="420" y="211"/>
                        </a:lnTo>
                        <a:lnTo>
                          <a:pt x="420" y="43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0" name="îslíḑe" descr="27e8528a-2b64-4c15-a58b-b55db96b7848">
                    <a:extLst>
                      <a:ext uri="{FF2B5EF4-FFF2-40B4-BE49-F238E27FC236}">
                        <a16:creationId xmlns:a16="http://schemas.microsoft.com/office/drawing/2014/main" id="{A624DB60-6CC3-CC0F-F8CF-89B44180A92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76" y="2064"/>
                    <a:ext cx="69" cy="130"/>
                  </a:xfrm>
                  <a:prstGeom prst="rect">
                    <a:avLst/>
                  </a:prstGeom>
                  <a:solidFill>
                    <a:srgbClr val="D09C4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1" name="ïṩḻïḓé" descr="3a263d47-2b9d-4450-84ef-96d100e0ee05">
                    <a:extLst>
                      <a:ext uri="{FF2B5EF4-FFF2-40B4-BE49-F238E27FC236}">
                        <a16:creationId xmlns:a16="http://schemas.microsoft.com/office/drawing/2014/main" id="{7ECB08DD-0F2C-F5F5-8D9A-007690E954F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83" y="2068"/>
                    <a:ext cx="62" cy="126"/>
                  </a:xfrm>
                  <a:prstGeom prst="rect">
                    <a:avLst/>
                  </a:prstGeom>
                  <a:solidFill>
                    <a:srgbClr val="FFD37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2" name="išḻíḓe" descr="3b971c09-80af-49a9-8900-dc1fa8fc4eba">
                    <a:extLst>
                      <a:ext uri="{FF2B5EF4-FFF2-40B4-BE49-F238E27FC236}">
                        <a16:creationId xmlns:a16="http://schemas.microsoft.com/office/drawing/2014/main" id="{CD6EE89F-3C46-0612-FC3D-B9B6AC1889B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01" y="1742"/>
                    <a:ext cx="258" cy="257"/>
                  </a:xfrm>
                  <a:custGeom>
                    <a:avLst/>
                    <a:gdLst>
                      <a:gd name="T0" fmla="*/ 237 w 258"/>
                      <a:gd name="T1" fmla="*/ 257 h 257"/>
                      <a:gd name="T2" fmla="*/ 258 w 258"/>
                      <a:gd name="T3" fmla="*/ 236 h 257"/>
                      <a:gd name="T4" fmla="*/ 21 w 258"/>
                      <a:gd name="T5" fmla="*/ 0 h 257"/>
                      <a:gd name="T6" fmla="*/ 0 w 258"/>
                      <a:gd name="T7" fmla="*/ 21 h 257"/>
                      <a:gd name="T8" fmla="*/ 237 w 258"/>
                      <a:gd name="T9" fmla="*/ 257 h 2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8" h="257">
                        <a:moveTo>
                          <a:pt x="237" y="257"/>
                        </a:moveTo>
                        <a:lnTo>
                          <a:pt x="258" y="236"/>
                        </a:lnTo>
                        <a:lnTo>
                          <a:pt x="21" y="0"/>
                        </a:lnTo>
                        <a:lnTo>
                          <a:pt x="0" y="21"/>
                        </a:lnTo>
                        <a:lnTo>
                          <a:pt x="237" y="257"/>
                        </a:lnTo>
                        <a:close/>
                      </a:path>
                    </a:pathLst>
                  </a:custGeom>
                  <a:solidFill>
                    <a:srgbClr val="AB063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3" name="išľíḍe" descr="9ee30186-3008-4b3a-b636-030675ef8805">
                    <a:extLst>
                      <a:ext uri="{FF2B5EF4-FFF2-40B4-BE49-F238E27FC236}">
                        <a16:creationId xmlns:a16="http://schemas.microsoft.com/office/drawing/2014/main" id="{2507E083-6661-D66B-4C5E-5CEE586B08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06" y="1736"/>
                    <a:ext cx="257" cy="259"/>
                  </a:xfrm>
                  <a:custGeom>
                    <a:avLst/>
                    <a:gdLst>
                      <a:gd name="T0" fmla="*/ 236 w 257"/>
                      <a:gd name="T1" fmla="*/ 259 h 259"/>
                      <a:gd name="T2" fmla="*/ 257 w 257"/>
                      <a:gd name="T3" fmla="*/ 238 h 259"/>
                      <a:gd name="T4" fmla="*/ 20 w 257"/>
                      <a:gd name="T5" fmla="*/ 0 h 259"/>
                      <a:gd name="T6" fmla="*/ 0 w 257"/>
                      <a:gd name="T7" fmla="*/ 20 h 259"/>
                      <a:gd name="T8" fmla="*/ 236 w 257"/>
                      <a:gd name="T9" fmla="*/ 259 h 2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7" h="259">
                        <a:moveTo>
                          <a:pt x="236" y="259"/>
                        </a:moveTo>
                        <a:lnTo>
                          <a:pt x="257" y="238"/>
                        </a:lnTo>
                        <a:lnTo>
                          <a:pt x="20" y="0"/>
                        </a:lnTo>
                        <a:lnTo>
                          <a:pt x="0" y="20"/>
                        </a:lnTo>
                        <a:lnTo>
                          <a:pt x="236" y="259"/>
                        </a:lnTo>
                        <a:close/>
                      </a:path>
                    </a:pathLst>
                  </a:custGeom>
                  <a:solidFill>
                    <a:srgbClr val="F1647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4" name="iŝļide" descr="34eea67b-4b25-45e9-9c1f-845336acf327">
                    <a:extLst>
                      <a:ext uri="{FF2B5EF4-FFF2-40B4-BE49-F238E27FC236}">
                        <a16:creationId xmlns:a16="http://schemas.microsoft.com/office/drawing/2014/main" id="{A49EC927-E87D-8EE6-6963-6A04B342D9B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762" y="1715"/>
                    <a:ext cx="281" cy="280"/>
                  </a:xfrm>
                  <a:custGeom>
                    <a:avLst/>
                    <a:gdLst>
                      <a:gd name="T0" fmla="*/ 21 w 281"/>
                      <a:gd name="T1" fmla="*/ 280 h 280"/>
                      <a:gd name="T2" fmla="*/ 0 w 281"/>
                      <a:gd name="T3" fmla="*/ 259 h 280"/>
                      <a:gd name="T4" fmla="*/ 260 w 281"/>
                      <a:gd name="T5" fmla="*/ 0 h 280"/>
                      <a:gd name="T6" fmla="*/ 281 w 281"/>
                      <a:gd name="T7" fmla="*/ 21 h 280"/>
                      <a:gd name="T8" fmla="*/ 21 w 281"/>
                      <a:gd name="T9" fmla="*/ 280 h 2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81" h="280">
                        <a:moveTo>
                          <a:pt x="21" y="280"/>
                        </a:moveTo>
                        <a:lnTo>
                          <a:pt x="0" y="259"/>
                        </a:lnTo>
                        <a:lnTo>
                          <a:pt x="260" y="0"/>
                        </a:lnTo>
                        <a:lnTo>
                          <a:pt x="281" y="21"/>
                        </a:lnTo>
                        <a:lnTo>
                          <a:pt x="21" y="280"/>
                        </a:lnTo>
                        <a:close/>
                      </a:path>
                    </a:pathLst>
                  </a:custGeom>
                  <a:solidFill>
                    <a:srgbClr val="E4566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5" name="íş1iḍé" descr="233fc81c-b5a4-468a-9ad8-161ee28449b3">
                    <a:extLst>
                      <a:ext uri="{FF2B5EF4-FFF2-40B4-BE49-F238E27FC236}">
                        <a16:creationId xmlns:a16="http://schemas.microsoft.com/office/drawing/2014/main" id="{BEA22CAB-D855-506A-261F-D8001AAE2F0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22" y="1954"/>
                    <a:ext cx="71" cy="68"/>
                  </a:xfrm>
                  <a:prstGeom prst="rect">
                    <a:avLst/>
                  </a:prstGeom>
                  <a:solidFill>
                    <a:srgbClr val="E6E7E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6" name="íṩḻíḍè" descr="a2604fb0-4207-4833-8468-273e9646e56d">
                    <a:extLst>
                      <a:ext uri="{FF2B5EF4-FFF2-40B4-BE49-F238E27FC236}">
                        <a16:creationId xmlns:a16="http://schemas.microsoft.com/office/drawing/2014/main" id="{143D2AAA-1F81-4335-C20F-E76442F4417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27" y="1958"/>
                    <a:ext cx="29" cy="6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7" name="îşľïďê" descr="0e7532ce-e94a-4dd9-b13f-d93391998a56">
                    <a:extLst>
                      <a:ext uri="{FF2B5EF4-FFF2-40B4-BE49-F238E27FC236}">
                        <a16:creationId xmlns:a16="http://schemas.microsoft.com/office/drawing/2014/main" id="{03D6C415-6531-EFEC-E7B3-A16EAC1F256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60" y="1958"/>
                    <a:ext cx="29" cy="60"/>
                  </a:xfrm>
                  <a:prstGeom prst="rect">
                    <a:avLst/>
                  </a:prstGeom>
                  <a:solidFill>
                    <a:srgbClr val="C5C1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8" name="ïṡ1iďê" descr="586ece9b-d1c9-4500-8dae-83e1686499f1">
                    <a:extLst>
                      <a:ext uri="{FF2B5EF4-FFF2-40B4-BE49-F238E27FC236}">
                        <a16:creationId xmlns:a16="http://schemas.microsoft.com/office/drawing/2014/main" id="{62869DC2-2F07-8A28-498D-D86AD2EC355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29" y="1958"/>
                    <a:ext cx="25" cy="60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79" name="íṩḷiḍê" descr="bf046597-8ee3-4220-813d-8c062b2fc82c">
                    <a:extLst>
                      <a:ext uri="{FF2B5EF4-FFF2-40B4-BE49-F238E27FC236}">
                        <a16:creationId xmlns:a16="http://schemas.microsoft.com/office/drawing/2014/main" id="{DD832F02-8361-5CCB-3E34-D064D746C6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62" y="1958"/>
                    <a:ext cx="25" cy="60"/>
                  </a:xfrm>
                  <a:prstGeom prst="rect">
                    <a:avLst/>
                  </a:prstGeom>
                  <a:solidFill>
                    <a:srgbClr val="70CD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80" name="îŝlïḑê" descr="ceb62ac1-554d-4ee7-b90b-8b11fa96a0e7">
                    <a:extLst>
                      <a:ext uri="{FF2B5EF4-FFF2-40B4-BE49-F238E27FC236}">
                        <a16:creationId xmlns:a16="http://schemas.microsoft.com/office/drawing/2014/main" id="{1C90BAC7-0F1D-025D-BF62-9A6F10F11D1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29" y="1958"/>
                    <a:ext cx="12" cy="60"/>
                  </a:xfrm>
                  <a:custGeom>
                    <a:avLst/>
                    <a:gdLst>
                      <a:gd name="T0" fmla="*/ 0 w 12"/>
                      <a:gd name="T1" fmla="*/ 0 h 60"/>
                      <a:gd name="T2" fmla="*/ 12 w 12"/>
                      <a:gd name="T3" fmla="*/ 0 h 60"/>
                      <a:gd name="T4" fmla="*/ 0 w 12"/>
                      <a:gd name="T5" fmla="*/ 60 h 60"/>
                      <a:gd name="T6" fmla="*/ 0 w 12"/>
                      <a:gd name="T7" fmla="*/ 0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6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0" y="6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681" name="îSľídè" descr="80ca6969-9535-45d9-88ca-920e06d43e52">
                    <a:extLst>
                      <a:ext uri="{FF2B5EF4-FFF2-40B4-BE49-F238E27FC236}">
                        <a16:creationId xmlns:a16="http://schemas.microsoft.com/office/drawing/2014/main" id="{EC4C5A47-F700-2C51-92AD-564997CBDCF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62" y="1958"/>
                    <a:ext cx="12" cy="60"/>
                  </a:xfrm>
                  <a:custGeom>
                    <a:avLst/>
                    <a:gdLst>
                      <a:gd name="T0" fmla="*/ 0 w 12"/>
                      <a:gd name="T1" fmla="*/ 0 h 60"/>
                      <a:gd name="T2" fmla="*/ 12 w 12"/>
                      <a:gd name="T3" fmla="*/ 0 h 60"/>
                      <a:gd name="T4" fmla="*/ 0 w 12"/>
                      <a:gd name="T5" fmla="*/ 60 h 60"/>
                      <a:gd name="T6" fmla="*/ 0 w 12"/>
                      <a:gd name="T7" fmla="*/ 0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6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0" y="6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7C3D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  <p:sp>
              <p:nvSpPr>
                <p:cNvPr id="342" name="išľiḓè" descr="a922d4a4-cb4e-430d-8638-9e97eed05d6e">
                  <a:extLst>
                    <a:ext uri="{FF2B5EF4-FFF2-40B4-BE49-F238E27FC236}">
                      <a16:creationId xmlns:a16="http://schemas.microsoft.com/office/drawing/2014/main" id="{8A0A774C-A104-2806-9A0B-D232AA79AB42}"/>
                    </a:ext>
                  </a:extLst>
                </p:cNvPr>
                <p:cNvSpPr/>
                <p:nvPr/>
              </p:nvSpPr>
              <p:spPr bwMode="auto">
                <a:xfrm>
                  <a:off x="7325899" y="3576654"/>
                  <a:ext cx="85110" cy="93501"/>
                </a:xfrm>
                <a:prstGeom prst="rect">
                  <a:avLst/>
                </a:prstGeom>
                <a:solidFill>
                  <a:srgbClr val="E7E5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3" name="î$ḷïḋê" descr="c2bfec8a-67b1-41a6-a874-8d6dc14e010f">
                  <a:extLst>
                    <a:ext uri="{FF2B5EF4-FFF2-40B4-BE49-F238E27FC236}">
                      <a16:creationId xmlns:a16="http://schemas.microsoft.com/office/drawing/2014/main" id="{D95B1F38-C17A-8F6C-0B4F-85BFABC60779}"/>
                    </a:ext>
                  </a:extLst>
                </p:cNvPr>
                <p:cNvSpPr/>
                <p:nvPr/>
              </p:nvSpPr>
              <p:spPr bwMode="auto">
                <a:xfrm>
                  <a:off x="7330694" y="3581449"/>
                  <a:ext cx="35962" cy="83911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4" name="ï$1iḓê" descr="552e54f5-eacb-4915-a687-845bb1de7bf8">
                  <a:extLst>
                    <a:ext uri="{FF2B5EF4-FFF2-40B4-BE49-F238E27FC236}">
                      <a16:creationId xmlns:a16="http://schemas.microsoft.com/office/drawing/2014/main" id="{A5F35480-6930-66F7-44C4-F3EE4AB397CA}"/>
                    </a:ext>
                  </a:extLst>
                </p:cNvPr>
                <p:cNvSpPr/>
                <p:nvPr/>
              </p:nvSpPr>
              <p:spPr bwMode="auto">
                <a:xfrm>
                  <a:off x="7371451" y="3581449"/>
                  <a:ext cx="34763" cy="83911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5" name="ï$1iḓê" descr="d9b57f2c-e525-4ba0-a8ea-c2d0a2825a88">
                  <a:extLst>
                    <a:ext uri="{FF2B5EF4-FFF2-40B4-BE49-F238E27FC236}">
                      <a16:creationId xmlns:a16="http://schemas.microsoft.com/office/drawing/2014/main" id="{4B7BBE3B-BACB-23EF-01AF-5F8829CB2386}"/>
                    </a:ext>
                  </a:extLst>
                </p:cNvPr>
                <p:cNvSpPr/>
                <p:nvPr/>
              </p:nvSpPr>
              <p:spPr bwMode="auto">
                <a:xfrm>
                  <a:off x="7334290" y="3581449"/>
                  <a:ext cx="28770" cy="83911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6" name="iṣľîḋê" descr="29c6653a-76db-4e65-a0d6-62cd64df510a">
                  <a:extLst>
                    <a:ext uri="{FF2B5EF4-FFF2-40B4-BE49-F238E27FC236}">
                      <a16:creationId xmlns:a16="http://schemas.microsoft.com/office/drawing/2014/main" id="{C11BE86B-2266-D7A7-E257-BC3556A16974}"/>
                    </a:ext>
                  </a:extLst>
                </p:cNvPr>
                <p:cNvSpPr/>
                <p:nvPr/>
              </p:nvSpPr>
              <p:spPr bwMode="auto">
                <a:xfrm>
                  <a:off x="7373849" y="3581449"/>
                  <a:ext cx="29968" cy="83911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7" name="íṩlïdê" descr="235a10c8-75e4-4ca5-9237-bcd39275bdab">
                  <a:extLst>
                    <a:ext uri="{FF2B5EF4-FFF2-40B4-BE49-F238E27FC236}">
                      <a16:creationId xmlns:a16="http://schemas.microsoft.com/office/drawing/2014/main" id="{AC54019F-DA4B-B3A8-7B71-301201EC4114}"/>
                    </a:ext>
                  </a:extLst>
                </p:cNvPr>
                <p:cNvSpPr/>
                <p:nvPr/>
              </p:nvSpPr>
              <p:spPr bwMode="auto">
                <a:xfrm>
                  <a:off x="7334290" y="3581449"/>
                  <a:ext cx="14385" cy="83911"/>
                </a:xfrm>
                <a:custGeom>
                  <a:avLst/>
                  <a:gdLst>
                    <a:gd name="T0" fmla="*/ 0 w 12"/>
                    <a:gd name="T1" fmla="*/ 0 h 70"/>
                    <a:gd name="T2" fmla="*/ 12 w 12"/>
                    <a:gd name="T3" fmla="*/ 0 h 70"/>
                    <a:gd name="T4" fmla="*/ 0 w 12"/>
                    <a:gd name="T5" fmla="*/ 70 h 70"/>
                    <a:gd name="T6" fmla="*/ 0 w 12"/>
                    <a:gd name="T7" fmla="*/ 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70">
                      <a:moveTo>
                        <a:pt x="0" y="0"/>
                      </a:moveTo>
                      <a:lnTo>
                        <a:pt x="12" y="0"/>
                      </a:lnTo>
                      <a:lnTo>
                        <a:pt x="0" y="7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8" name="î$ḷíḑe" descr="06af84d7-47ae-4e87-b60d-14470b6b2080">
                  <a:extLst>
                    <a:ext uri="{FF2B5EF4-FFF2-40B4-BE49-F238E27FC236}">
                      <a16:creationId xmlns:a16="http://schemas.microsoft.com/office/drawing/2014/main" id="{106F30C2-219B-3A2C-949A-7D6E532BD2CA}"/>
                    </a:ext>
                  </a:extLst>
                </p:cNvPr>
                <p:cNvSpPr/>
                <p:nvPr/>
              </p:nvSpPr>
              <p:spPr bwMode="auto">
                <a:xfrm>
                  <a:off x="7373849" y="3581449"/>
                  <a:ext cx="14385" cy="83911"/>
                </a:xfrm>
                <a:custGeom>
                  <a:avLst/>
                  <a:gdLst>
                    <a:gd name="T0" fmla="*/ 0 w 12"/>
                    <a:gd name="T1" fmla="*/ 0 h 70"/>
                    <a:gd name="T2" fmla="*/ 12 w 12"/>
                    <a:gd name="T3" fmla="*/ 0 h 70"/>
                    <a:gd name="T4" fmla="*/ 0 w 12"/>
                    <a:gd name="T5" fmla="*/ 70 h 70"/>
                    <a:gd name="T6" fmla="*/ 0 w 12"/>
                    <a:gd name="T7" fmla="*/ 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70">
                      <a:moveTo>
                        <a:pt x="0" y="0"/>
                      </a:moveTo>
                      <a:lnTo>
                        <a:pt x="12" y="0"/>
                      </a:lnTo>
                      <a:lnTo>
                        <a:pt x="0" y="7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9" name="išľîďè" descr="2acf432e-c800-4e4b-90db-aad597e075ad">
                  <a:extLst>
                    <a:ext uri="{FF2B5EF4-FFF2-40B4-BE49-F238E27FC236}">
                      <a16:creationId xmlns:a16="http://schemas.microsoft.com/office/drawing/2014/main" id="{69A14DA5-22E0-85CE-AE59-3DF45BAB94CC}"/>
                    </a:ext>
                  </a:extLst>
                </p:cNvPr>
                <p:cNvSpPr/>
                <p:nvPr/>
              </p:nvSpPr>
              <p:spPr bwMode="auto">
                <a:xfrm>
                  <a:off x="7593217" y="3576654"/>
                  <a:ext cx="83911" cy="93501"/>
                </a:xfrm>
                <a:prstGeom prst="rect">
                  <a:avLst/>
                </a:prstGeom>
                <a:solidFill>
                  <a:srgbClr val="E7E5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0" name="îṩlîḑê" descr="23ed4020-a064-43ae-b01e-75d6d6300271">
                  <a:extLst>
                    <a:ext uri="{FF2B5EF4-FFF2-40B4-BE49-F238E27FC236}">
                      <a16:creationId xmlns:a16="http://schemas.microsoft.com/office/drawing/2014/main" id="{C3BC0FCA-FF17-2A9F-5962-2DFB6BA26C68}"/>
                    </a:ext>
                  </a:extLst>
                </p:cNvPr>
                <p:cNvSpPr/>
                <p:nvPr/>
              </p:nvSpPr>
              <p:spPr bwMode="auto">
                <a:xfrm>
                  <a:off x="7598012" y="3581449"/>
                  <a:ext cx="34763" cy="83911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1" name="işlîde" descr="b1277937-6dad-4c29-92c8-cbff9f10c99a">
                  <a:extLst>
                    <a:ext uri="{FF2B5EF4-FFF2-40B4-BE49-F238E27FC236}">
                      <a16:creationId xmlns:a16="http://schemas.microsoft.com/office/drawing/2014/main" id="{013722B2-D81A-4CE0-4674-003220FFC991}"/>
                    </a:ext>
                  </a:extLst>
                </p:cNvPr>
                <p:cNvSpPr/>
                <p:nvPr/>
              </p:nvSpPr>
              <p:spPr bwMode="auto">
                <a:xfrm>
                  <a:off x="7637570" y="3581449"/>
                  <a:ext cx="34763" cy="83911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2" name="ïšḻïḑé" descr="bd088e67-27df-4627-9a56-5ab6e041a14e">
                  <a:extLst>
                    <a:ext uri="{FF2B5EF4-FFF2-40B4-BE49-F238E27FC236}">
                      <a16:creationId xmlns:a16="http://schemas.microsoft.com/office/drawing/2014/main" id="{33792643-0BB3-87E0-DF33-CB294A499FF2}"/>
                    </a:ext>
                  </a:extLst>
                </p:cNvPr>
                <p:cNvSpPr/>
                <p:nvPr/>
              </p:nvSpPr>
              <p:spPr bwMode="auto">
                <a:xfrm>
                  <a:off x="7600409" y="3581449"/>
                  <a:ext cx="32366" cy="83911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3" name="î$1iḑè" descr="4887299e-6ecf-468c-9dea-99511e623006">
                  <a:extLst>
                    <a:ext uri="{FF2B5EF4-FFF2-40B4-BE49-F238E27FC236}">
                      <a16:creationId xmlns:a16="http://schemas.microsoft.com/office/drawing/2014/main" id="{BA4E486D-7E39-F122-FFB0-F6E8A2AD4A11}"/>
                    </a:ext>
                  </a:extLst>
                </p:cNvPr>
                <p:cNvSpPr/>
                <p:nvPr/>
              </p:nvSpPr>
              <p:spPr bwMode="auto">
                <a:xfrm>
                  <a:off x="7639967" y="3581449"/>
                  <a:ext cx="32366" cy="83911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4" name="iṡḷïdê" descr="24110395-bb7c-4fae-b3a7-7d048bf35392">
                  <a:extLst>
                    <a:ext uri="{FF2B5EF4-FFF2-40B4-BE49-F238E27FC236}">
                      <a16:creationId xmlns:a16="http://schemas.microsoft.com/office/drawing/2014/main" id="{33E3483A-0E81-97D7-E36E-F7AB7E30D511}"/>
                    </a:ext>
                  </a:extLst>
                </p:cNvPr>
                <p:cNvSpPr/>
                <p:nvPr/>
              </p:nvSpPr>
              <p:spPr bwMode="auto">
                <a:xfrm>
                  <a:off x="7600409" y="3581449"/>
                  <a:ext cx="14385" cy="83911"/>
                </a:xfrm>
                <a:custGeom>
                  <a:avLst/>
                  <a:gdLst>
                    <a:gd name="T0" fmla="*/ 0 w 12"/>
                    <a:gd name="T1" fmla="*/ 0 h 70"/>
                    <a:gd name="T2" fmla="*/ 12 w 12"/>
                    <a:gd name="T3" fmla="*/ 0 h 70"/>
                    <a:gd name="T4" fmla="*/ 0 w 12"/>
                    <a:gd name="T5" fmla="*/ 70 h 70"/>
                    <a:gd name="T6" fmla="*/ 0 w 12"/>
                    <a:gd name="T7" fmla="*/ 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70">
                      <a:moveTo>
                        <a:pt x="0" y="0"/>
                      </a:moveTo>
                      <a:lnTo>
                        <a:pt x="12" y="0"/>
                      </a:lnTo>
                      <a:lnTo>
                        <a:pt x="0" y="7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5" name="íṥḷïdé" descr="dfd0b833-52f9-4e4c-b66d-be374b8a3160">
                  <a:extLst>
                    <a:ext uri="{FF2B5EF4-FFF2-40B4-BE49-F238E27FC236}">
                      <a16:creationId xmlns:a16="http://schemas.microsoft.com/office/drawing/2014/main" id="{3E1CEE60-413E-C48C-50A6-2B307F1025E1}"/>
                    </a:ext>
                  </a:extLst>
                </p:cNvPr>
                <p:cNvSpPr/>
                <p:nvPr/>
              </p:nvSpPr>
              <p:spPr bwMode="auto">
                <a:xfrm>
                  <a:off x="7639967" y="3581449"/>
                  <a:ext cx="15584" cy="83911"/>
                </a:xfrm>
                <a:custGeom>
                  <a:avLst/>
                  <a:gdLst>
                    <a:gd name="T0" fmla="*/ 0 w 13"/>
                    <a:gd name="T1" fmla="*/ 0 h 70"/>
                    <a:gd name="T2" fmla="*/ 13 w 13"/>
                    <a:gd name="T3" fmla="*/ 0 h 70"/>
                    <a:gd name="T4" fmla="*/ 0 w 13"/>
                    <a:gd name="T5" fmla="*/ 70 h 70"/>
                    <a:gd name="T6" fmla="*/ 0 w 13"/>
                    <a:gd name="T7" fmla="*/ 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" h="70">
                      <a:moveTo>
                        <a:pt x="0" y="0"/>
                      </a:moveTo>
                      <a:lnTo>
                        <a:pt x="13" y="0"/>
                      </a:lnTo>
                      <a:lnTo>
                        <a:pt x="0" y="7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4" name="îŝḻíḑe" descr="58226027-1a67-4a77-b773-774d6f44077f">
                  <a:extLst>
                    <a:ext uri="{FF2B5EF4-FFF2-40B4-BE49-F238E27FC236}">
                      <a16:creationId xmlns:a16="http://schemas.microsoft.com/office/drawing/2014/main" id="{249CC6B2-EACB-14FA-093B-9A36EA1B41CE}"/>
                    </a:ext>
                  </a:extLst>
                </p:cNvPr>
                <p:cNvSpPr/>
                <p:nvPr/>
              </p:nvSpPr>
              <p:spPr bwMode="auto">
                <a:xfrm>
                  <a:off x="7526088" y="3444793"/>
                  <a:ext cx="83911" cy="81514"/>
                </a:xfrm>
                <a:prstGeom prst="rect">
                  <a:avLst/>
                </a:prstGeom>
                <a:solidFill>
                  <a:srgbClr val="E6E7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5" name="ïşlïḍé" descr="1f68898d-42a6-4119-b5db-4a3cc9e2cdac">
                  <a:extLst>
                    <a:ext uri="{FF2B5EF4-FFF2-40B4-BE49-F238E27FC236}">
                      <a16:creationId xmlns:a16="http://schemas.microsoft.com/office/drawing/2014/main" id="{F7ED4CE6-5ABD-BFCC-4F60-58A00047B492}"/>
                    </a:ext>
                  </a:extLst>
                </p:cNvPr>
                <p:cNvSpPr/>
                <p:nvPr/>
              </p:nvSpPr>
              <p:spPr bwMode="auto">
                <a:xfrm>
                  <a:off x="7530883" y="3449588"/>
                  <a:ext cx="34763" cy="71924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6" name="iṡľîďé" descr="59568dc4-8d45-43bd-b0ed-7d92e64eeeea">
                  <a:extLst>
                    <a:ext uri="{FF2B5EF4-FFF2-40B4-BE49-F238E27FC236}">
                      <a16:creationId xmlns:a16="http://schemas.microsoft.com/office/drawing/2014/main" id="{318BE1AF-5948-F0A1-4EE4-46C08FE48048}"/>
                    </a:ext>
                  </a:extLst>
                </p:cNvPr>
                <p:cNvSpPr/>
                <p:nvPr/>
              </p:nvSpPr>
              <p:spPr bwMode="auto">
                <a:xfrm>
                  <a:off x="7570441" y="3449588"/>
                  <a:ext cx="34763" cy="71924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7" name="íṥḻïḍè" descr="4ae6d2e2-564f-47ff-8155-fbad25655b92">
                  <a:extLst>
                    <a:ext uri="{FF2B5EF4-FFF2-40B4-BE49-F238E27FC236}">
                      <a16:creationId xmlns:a16="http://schemas.microsoft.com/office/drawing/2014/main" id="{A6292C81-A89D-BDDA-4AF1-FE49F1007C30}"/>
                    </a:ext>
                  </a:extLst>
                </p:cNvPr>
                <p:cNvSpPr/>
                <p:nvPr/>
              </p:nvSpPr>
              <p:spPr bwMode="auto">
                <a:xfrm>
                  <a:off x="7533280" y="3449588"/>
                  <a:ext cx="32366" cy="71924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8" name="iṡḻíḋè" descr="ffdd0066-9546-4ec1-86e2-cdb62f815927">
                  <a:extLst>
                    <a:ext uri="{FF2B5EF4-FFF2-40B4-BE49-F238E27FC236}">
                      <a16:creationId xmlns:a16="http://schemas.microsoft.com/office/drawing/2014/main" id="{BCAC37CA-1FB5-C05F-A3D5-80BF9D16FAC6}"/>
                    </a:ext>
                  </a:extLst>
                </p:cNvPr>
                <p:cNvSpPr/>
                <p:nvPr/>
              </p:nvSpPr>
              <p:spPr bwMode="auto">
                <a:xfrm>
                  <a:off x="7572838" y="3449588"/>
                  <a:ext cx="32366" cy="71924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9" name="íSḷídê" descr="ef3c406f-997c-4e52-8e82-3d372c18bdbf">
                  <a:extLst>
                    <a:ext uri="{FF2B5EF4-FFF2-40B4-BE49-F238E27FC236}">
                      <a16:creationId xmlns:a16="http://schemas.microsoft.com/office/drawing/2014/main" id="{08A3F15F-CB11-48E1-708B-2F7391AC2C3F}"/>
                    </a:ext>
                  </a:extLst>
                </p:cNvPr>
                <p:cNvSpPr/>
                <p:nvPr/>
              </p:nvSpPr>
              <p:spPr bwMode="auto">
                <a:xfrm>
                  <a:off x="7533280" y="3449588"/>
                  <a:ext cx="14385" cy="71924"/>
                </a:xfrm>
                <a:custGeom>
                  <a:avLst/>
                  <a:gdLst>
                    <a:gd name="T0" fmla="*/ 0 w 12"/>
                    <a:gd name="T1" fmla="*/ 0 h 60"/>
                    <a:gd name="T2" fmla="*/ 12 w 12"/>
                    <a:gd name="T3" fmla="*/ 0 h 60"/>
                    <a:gd name="T4" fmla="*/ 0 w 12"/>
                    <a:gd name="T5" fmla="*/ 60 h 60"/>
                    <a:gd name="T6" fmla="*/ 0 w 12"/>
                    <a:gd name="T7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60">
                      <a:moveTo>
                        <a:pt x="0" y="0"/>
                      </a:moveTo>
                      <a:lnTo>
                        <a:pt x="12" y="0"/>
                      </a:lnTo>
                      <a:lnTo>
                        <a:pt x="0" y="6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0" name="ï$ḷïḋé" descr="5f6cbb1a-eae2-40ec-b1cc-772165483b81">
                  <a:extLst>
                    <a:ext uri="{FF2B5EF4-FFF2-40B4-BE49-F238E27FC236}">
                      <a16:creationId xmlns:a16="http://schemas.microsoft.com/office/drawing/2014/main" id="{D61420F8-9DB5-2533-F764-0B19EF44D550}"/>
                    </a:ext>
                  </a:extLst>
                </p:cNvPr>
                <p:cNvSpPr/>
                <p:nvPr/>
              </p:nvSpPr>
              <p:spPr bwMode="auto">
                <a:xfrm>
                  <a:off x="7572838" y="3449588"/>
                  <a:ext cx="14385" cy="71924"/>
                </a:xfrm>
                <a:custGeom>
                  <a:avLst/>
                  <a:gdLst>
                    <a:gd name="T0" fmla="*/ 0 w 12"/>
                    <a:gd name="T1" fmla="*/ 0 h 60"/>
                    <a:gd name="T2" fmla="*/ 12 w 12"/>
                    <a:gd name="T3" fmla="*/ 0 h 60"/>
                    <a:gd name="T4" fmla="*/ 0 w 12"/>
                    <a:gd name="T5" fmla="*/ 60 h 60"/>
                    <a:gd name="T6" fmla="*/ 0 w 12"/>
                    <a:gd name="T7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60">
                      <a:moveTo>
                        <a:pt x="0" y="0"/>
                      </a:moveTo>
                      <a:lnTo>
                        <a:pt x="12" y="0"/>
                      </a:lnTo>
                      <a:lnTo>
                        <a:pt x="0" y="6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1" name="íṡ1iḑé" descr="40866bcf-2c32-48d6-b211-7e837c6352fd">
                  <a:extLst>
                    <a:ext uri="{FF2B5EF4-FFF2-40B4-BE49-F238E27FC236}">
                      <a16:creationId xmlns:a16="http://schemas.microsoft.com/office/drawing/2014/main" id="{EBF87039-E404-C656-D02B-7FC6095F57A3}"/>
                    </a:ext>
                  </a:extLst>
                </p:cNvPr>
                <p:cNvSpPr/>
                <p:nvPr/>
              </p:nvSpPr>
              <p:spPr bwMode="auto">
                <a:xfrm>
                  <a:off x="7251578" y="3218233"/>
                  <a:ext cx="503468" cy="516654"/>
                </a:xfrm>
                <a:custGeom>
                  <a:avLst/>
                  <a:gdLst>
                    <a:gd name="T0" fmla="*/ 210 w 420"/>
                    <a:gd name="T1" fmla="*/ 0 h 431"/>
                    <a:gd name="T2" fmla="*/ 0 w 420"/>
                    <a:gd name="T3" fmla="*/ 211 h 431"/>
                    <a:gd name="T4" fmla="*/ 0 w 420"/>
                    <a:gd name="T5" fmla="*/ 226 h 431"/>
                    <a:gd name="T6" fmla="*/ 210 w 420"/>
                    <a:gd name="T7" fmla="*/ 16 h 431"/>
                    <a:gd name="T8" fmla="*/ 391 w 420"/>
                    <a:gd name="T9" fmla="*/ 197 h 431"/>
                    <a:gd name="T10" fmla="*/ 391 w 420"/>
                    <a:gd name="T11" fmla="*/ 431 h 431"/>
                    <a:gd name="T12" fmla="*/ 420 w 420"/>
                    <a:gd name="T13" fmla="*/ 431 h 431"/>
                    <a:gd name="T14" fmla="*/ 420 w 420"/>
                    <a:gd name="T15" fmla="*/ 211 h 431"/>
                    <a:gd name="T16" fmla="*/ 210 w 420"/>
                    <a:gd name="T17" fmla="*/ 0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0" h="431">
                      <a:moveTo>
                        <a:pt x="210" y="0"/>
                      </a:moveTo>
                      <a:lnTo>
                        <a:pt x="0" y="211"/>
                      </a:lnTo>
                      <a:lnTo>
                        <a:pt x="0" y="226"/>
                      </a:lnTo>
                      <a:lnTo>
                        <a:pt x="210" y="16"/>
                      </a:lnTo>
                      <a:lnTo>
                        <a:pt x="391" y="197"/>
                      </a:lnTo>
                      <a:lnTo>
                        <a:pt x="391" y="431"/>
                      </a:lnTo>
                      <a:lnTo>
                        <a:pt x="420" y="431"/>
                      </a:lnTo>
                      <a:lnTo>
                        <a:pt x="420" y="211"/>
                      </a:lnTo>
                      <a:lnTo>
                        <a:pt x="210" y="0"/>
                      </a:lnTo>
                      <a:close/>
                    </a:path>
                  </a:pathLst>
                </a:custGeom>
                <a:solidFill>
                  <a:srgbClr val="E6E7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2" name="íŝļïḑé" descr="af221f2a-a0f8-411b-b745-ac269b94457e">
                  <a:extLst>
                    <a:ext uri="{FF2B5EF4-FFF2-40B4-BE49-F238E27FC236}">
                      <a16:creationId xmlns:a16="http://schemas.microsoft.com/office/drawing/2014/main" id="{0F93E654-55B4-A988-97A7-2E2722436614}"/>
                    </a:ext>
                  </a:extLst>
                </p:cNvPr>
                <p:cNvSpPr/>
                <p:nvPr/>
              </p:nvSpPr>
              <p:spPr bwMode="auto">
                <a:xfrm>
                  <a:off x="6342938" y="2889780"/>
                  <a:ext cx="901447" cy="845107"/>
                </a:xfrm>
                <a:custGeom>
                  <a:avLst/>
                  <a:gdLst>
                    <a:gd name="T0" fmla="*/ 752 w 752"/>
                    <a:gd name="T1" fmla="*/ 705 h 705"/>
                    <a:gd name="T2" fmla="*/ 0 w 752"/>
                    <a:gd name="T3" fmla="*/ 705 h 705"/>
                    <a:gd name="T4" fmla="*/ 0 w 752"/>
                    <a:gd name="T5" fmla="*/ 373 h 705"/>
                    <a:gd name="T6" fmla="*/ 376 w 752"/>
                    <a:gd name="T7" fmla="*/ 0 h 705"/>
                    <a:gd name="T8" fmla="*/ 752 w 752"/>
                    <a:gd name="T9" fmla="*/ 373 h 705"/>
                    <a:gd name="T10" fmla="*/ 752 w 752"/>
                    <a:gd name="T11" fmla="*/ 705 h 7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52" h="705">
                      <a:moveTo>
                        <a:pt x="752" y="705"/>
                      </a:moveTo>
                      <a:lnTo>
                        <a:pt x="0" y="705"/>
                      </a:lnTo>
                      <a:lnTo>
                        <a:pt x="0" y="373"/>
                      </a:lnTo>
                      <a:lnTo>
                        <a:pt x="376" y="0"/>
                      </a:lnTo>
                      <a:lnTo>
                        <a:pt x="752" y="373"/>
                      </a:lnTo>
                      <a:lnTo>
                        <a:pt x="752" y="70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3" name="ïṧlîḋe" descr="2932a4ff-b3c6-407c-80a5-c69cee072f36">
                  <a:extLst>
                    <a:ext uri="{FF2B5EF4-FFF2-40B4-BE49-F238E27FC236}">
                      <a16:creationId xmlns:a16="http://schemas.microsoft.com/office/drawing/2014/main" id="{20D9424E-D6FB-AA08-C2A4-C579F08D677A}"/>
                    </a:ext>
                  </a:extLst>
                </p:cNvPr>
                <p:cNvSpPr/>
                <p:nvPr/>
              </p:nvSpPr>
              <p:spPr bwMode="auto">
                <a:xfrm>
                  <a:off x="6342938" y="2889780"/>
                  <a:ext cx="901447" cy="845107"/>
                </a:xfrm>
                <a:custGeom>
                  <a:avLst/>
                  <a:gdLst>
                    <a:gd name="T0" fmla="*/ 752 w 752"/>
                    <a:gd name="T1" fmla="*/ 705 h 705"/>
                    <a:gd name="T2" fmla="*/ 0 w 752"/>
                    <a:gd name="T3" fmla="*/ 705 h 705"/>
                    <a:gd name="T4" fmla="*/ 0 w 752"/>
                    <a:gd name="T5" fmla="*/ 373 h 705"/>
                    <a:gd name="T6" fmla="*/ 376 w 752"/>
                    <a:gd name="T7" fmla="*/ 0 h 705"/>
                    <a:gd name="T8" fmla="*/ 752 w 752"/>
                    <a:gd name="T9" fmla="*/ 373 h 705"/>
                    <a:gd name="T10" fmla="*/ 752 w 752"/>
                    <a:gd name="T11" fmla="*/ 705 h 7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52" h="705">
                      <a:moveTo>
                        <a:pt x="752" y="705"/>
                      </a:moveTo>
                      <a:lnTo>
                        <a:pt x="0" y="705"/>
                      </a:lnTo>
                      <a:lnTo>
                        <a:pt x="0" y="373"/>
                      </a:lnTo>
                      <a:lnTo>
                        <a:pt x="376" y="0"/>
                      </a:lnTo>
                      <a:lnTo>
                        <a:pt x="752" y="373"/>
                      </a:lnTo>
                      <a:lnTo>
                        <a:pt x="752" y="705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4" name="iṩḷîḍè" descr="5b76dcda-c58e-4707-ad78-64b214bef9f4">
                  <a:extLst>
                    <a:ext uri="{FF2B5EF4-FFF2-40B4-BE49-F238E27FC236}">
                      <a16:creationId xmlns:a16="http://schemas.microsoft.com/office/drawing/2014/main" id="{EF9A8B15-7BCD-9BF7-02E8-C49E78FA0E4B}"/>
                    </a:ext>
                  </a:extLst>
                </p:cNvPr>
                <p:cNvSpPr/>
                <p:nvPr/>
              </p:nvSpPr>
              <p:spPr bwMode="auto">
                <a:xfrm>
                  <a:off x="6715744" y="3454383"/>
                  <a:ext cx="147444" cy="280503"/>
                </a:xfrm>
                <a:prstGeom prst="rect">
                  <a:avLst/>
                </a:prstGeom>
                <a:solidFill>
                  <a:srgbClr val="D09C4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5" name="ïşlîḓê" descr="fb07329f-98e1-4932-afa9-91e847a135c1">
                  <a:extLst>
                    <a:ext uri="{FF2B5EF4-FFF2-40B4-BE49-F238E27FC236}">
                      <a16:creationId xmlns:a16="http://schemas.microsoft.com/office/drawing/2014/main" id="{F78EFE5F-71AD-CF75-A429-EB468E2CD8F7}"/>
                    </a:ext>
                  </a:extLst>
                </p:cNvPr>
                <p:cNvSpPr/>
                <p:nvPr/>
              </p:nvSpPr>
              <p:spPr bwMode="auto">
                <a:xfrm>
                  <a:off x="6726533" y="3463973"/>
                  <a:ext cx="136656" cy="270914"/>
                </a:xfrm>
                <a:prstGeom prst="rect">
                  <a:avLst/>
                </a:prstGeom>
                <a:solidFill>
                  <a:srgbClr val="FFD3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6" name="iṡlíḑe" descr="648f2a98-5839-4e53-beed-f653f1db4aed">
                  <a:extLst>
                    <a:ext uri="{FF2B5EF4-FFF2-40B4-BE49-F238E27FC236}">
                      <a16:creationId xmlns:a16="http://schemas.microsoft.com/office/drawing/2014/main" id="{21CE917A-A724-A260-997B-B840E7A003C2}"/>
                    </a:ext>
                  </a:extLst>
                </p:cNvPr>
                <p:cNvSpPr/>
                <p:nvPr/>
              </p:nvSpPr>
              <p:spPr bwMode="auto">
                <a:xfrm>
                  <a:off x="6766091" y="2834638"/>
                  <a:ext cx="555013" cy="555013"/>
                </a:xfrm>
                <a:custGeom>
                  <a:avLst/>
                  <a:gdLst>
                    <a:gd name="T0" fmla="*/ 424 w 463"/>
                    <a:gd name="T1" fmla="*/ 463 h 463"/>
                    <a:gd name="T2" fmla="*/ 463 w 463"/>
                    <a:gd name="T3" fmla="*/ 426 h 463"/>
                    <a:gd name="T4" fmla="*/ 37 w 463"/>
                    <a:gd name="T5" fmla="*/ 0 h 463"/>
                    <a:gd name="T6" fmla="*/ 0 w 463"/>
                    <a:gd name="T7" fmla="*/ 38 h 463"/>
                    <a:gd name="T8" fmla="*/ 424 w 463"/>
                    <a:gd name="T9" fmla="*/ 463 h 4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3" h="463">
                      <a:moveTo>
                        <a:pt x="424" y="463"/>
                      </a:moveTo>
                      <a:lnTo>
                        <a:pt x="463" y="426"/>
                      </a:lnTo>
                      <a:lnTo>
                        <a:pt x="37" y="0"/>
                      </a:lnTo>
                      <a:lnTo>
                        <a:pt x="0" y="38"/>
                      </a:lnTo>
                      <a:lnTo>
                        <a:pt x="424" y="463"/>
                      </a:lnTo>
                      <a:close/>
                    </a:path>
                  </a:pathLst>
                </a:custGeom>
                <a:solidFill>
                  <a:srgbClr val="AB06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7" name="iSḷíďé" descr="cf7cb7d1-5176-4e2f-93cb-ce558f6eeee7">
                  <a:extLst>
                    <a:ext uri="{FF2B5EF4-FFF2-40B4-BE49-F238E27FC236}">
                      <a16:creationId xmlns:a16="http://schemas.microsoft.com/office/drawing/2014/main" id="{C65D6C90-A7F7-3963-128D-396A704E650E}"/>
                    </a:ext>
                  </a:extLst>
                </p:cNvPr>
                <p:cNvSpPr/>
                <p:nvPr/>
              </p:nvSpPr>
              <p:spPr bwMode="auto">
                <a:xfrm>
                  <a:off x="6775681" y="2825048"/>
                  <a:ext cx="552616" cy="552616"/>
                </a:xfrm>
                <a:custGeom>
                  <a:avLst/>
                  <a:gdLst>
                    <a:gd name="T0" fmla="*/ 424 w 461"/>
                    <a:gd name="T1" fmla="*/ 461 h 461"/>
                    <a:gd name="T2" fmla="*/ 461 w 461"/>
                    <a:gd name="T3" fmla="*/ 423 h 461"/>
                    <a:gd name="T4" fmla="*/ 38 w 461"/>
                    <a:gd name="T5" fmla="*/ 0 h 461"/>
                    <a:gd name="T6" fmla="*/ 0 w 461"/>
                    <a:gd name="T7" fmla="*/ 37 h 461"/>
                    <a:gd name="T8" fmla="*/ 424 w 461"/>
                    <a:gd name="T9" fmla="*/ 461 h 4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1" h="461">
                      <a:moveTo>
                        <a:pt x="424" y="461"/>
                      </a:moveTo>
                      <a:lnTo>
                        <a:pt x="461" y="423"/>
                      </a:lnTo>
                      <a:lnTo>
                        <a:pt x="38" y="0"/>
                      </a:lnTo>
                      <a:lnTo>
                        <a:pt x="0" y="37"/>
                      </a:lnTo>
                      <a:lnTo>
                        <a:pt x="424" y="461"/>
                      </a:lnTo>
                      <a:close/>
                    </a:path>
                  </a:pathLst>
                </a:custGeom>
                <a:solidFill>
                  <a:srgbClr val="F1647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8" name="ïśľiḑè" descr="ee4603cb-dc08-4f70-bf02-6143859c94d1">
                  <a:extLst>
                    <a:ext uri="{FF2B5EF4-FFF2-40B4-BE49-F238E27FC236}">
                      <a16:creationId xmlns:a16="http://schemas.microsoft.com/office/drawing/2014/main" id="{642E1FB8-B579-DCC4-DA9A-17679AA88552}"/>
                    </a:ext>
                  </a:extLst>
                </p:cNvPr>
                <p:cNvSpPr/>
                <p:nvPr/>
              </p:nvSpPr>
              <p:spPr bwMode="auto">
                <a:xfrm>
                  <a:off x="6255431" y="2777099"/>
                  <a:ext cx="602963" cy="600565"/>
                </a:xfrm>
                <a:custGeom>
                  <a:avLst/>
                  <a:gdLst>
                    <a:gd name="T0" fmla="*/ 39 w 503"/>
                    <a:gd name="T1" fmla="*/ 501 h 501"/>
                    <a:gd name="T2" fmla="*/ 0 w 503"/>
                    <a:gd name="T3" fmla="*/ 463 h 501"/>
                    <a:gd name="T4" fmla="*/ 465 w 503"/>
                    <a:gd name="T5" fmla="*/ 0 h 501"/>
                    <a:gd name="T6" fmla="*/ 503 w 503"/>
                    <a:gd name="T7" fmla="*/ 38 h 501"/>
                    <a:gd name="T8" fmla="*/ 39 w 503"/>
                    <a:gd name="T9" fmla="*/ 501 h 5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3" h="501">
                      <a:moveTo>
                        <a:pt x="39" y="501"/>
                      </a:moveTo>
                      <a:lnTo>
                        <a:pt x="0" y="463"/>
                      </a:lnTo>
                      <a:lnTo>
                        <a:pt x="465" y="0"/>
                      </a:lnTo>
                      <a:lnTo>
                        <a:pt x="503" y="38"/>
                      </a:lnTo>
                      <a:lnTo>
                        <a:pt x="39" y="501"/>
                      </a:lnTo>
                      <a:close/>
                    </a:path>
                  </a:pathLst>
                </a:custGeom>
                <a:solidFill>
                  <a:srgbClr val="E4566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9" name="îś1íḓê" descr="06977081-96a4-434c-bc1d-b2dd7141d543">
                  <a:extLst>
                    <a:ext uri="{FF2B5EF4-FFF2-40B4-BE49-F238E27FC236}">
                      <a16:creationId xmlns:a16="http://schemas.microsoft.com/office/drawing/2014/main" id="{3B0CC45B-555D-CADD-16DB-7C8B454295BD}"/>
                    </a:ext>
                  </a:extLst>
                </p:cNvPr>
                <p:cNvSpPr/>
                <p:nvPr/>
              </p:nvSpPr>
              <p:spPr bwMode="auto">
                <a:xfrm>
                  <a:off x="6597070" y="3218233"/>
                  <a:ext cx="151040" cy="146245"/>
                </a:xfrm>
                <a:prstGeom prst="rect">
                  <a:avLst/>
                </a:prstGeom>
                <a:solidFill>
                  <a:srgbClr val="E6E7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0" name="ïṣḻîḋé" descr="eb7a73a0-fbb6-4303-8d79-a53ba807935a">
                  <a:extLst>
                    <a:ext uri="{FF2B5EF4-FFF2-40B4-BE49-F238E27FC236}">
                      <a16:creationId xmlns:a16="http://schemas.microsoft.com/office/drawing/2014/main" id="{10EE5E02-EBBA-8604-4930-E9F615D0665E}"/>
                    </a:ext>
                  </a:extLst>
                </p:cNvPr>
                <p:cNvSpPr/>
                <p:nvPr/>
              </p:nvSpPr>
              <p:spPr bwMode="auto">
                <a:xfrm>
                  <a:off x="6606660" y="3225425"/>
                  <a:ext cx="62334" cy="131861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1" name="íšḻïďè" descr="fda8bc39-cb2e-4f78-8de0-f3130da0875d">
                  <a:extLst>
                    <a:ext uri="{FF2B5EF4-FFF2-40B4-BE49-F238E27FC236}">
                      <a16:creationId xmlns:a16="http://schemas.microsoft.com/office/drawing/2014/main" id="{877DF95F-D7B3-56E9-0413-9C2A57A13F4A}"/>
                    </a:ext>
                  </a:extLst>
                </p:cNvPr>
                <p:cNvSpPr/>
                <p:nvPr/>
              </p:nvSpPr>
              <p:spPr bwMode="auto">
                <a:xfrm>
                  <a:off x="6678584" y="3225425"/>
                  <a:ext cx="62334" cy="131861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2" name="íṡliḍe" descr="7008b8f1-d003-45dc-86ed-72521493b992">
                  <a:extLst>
                    <a:ext uri="{FF2B5EF4-FFF2-40B4-BE49-F238E27FC236}">
                      <a16:creationId xmlns:a16="http://schemas.microsoft.com/office/drawing/2014/main" id="{F429ADC7-AF84-C13A-4A1D-E82F39654BF8}"/>
                    </a:ext>
                  </a:extLst>
                </p:cNvPr>
                <p:cNvSpPr/>
                <p:nvPr/>
              </p:nvSpPr>
              <p:spPr bwMode="auto">
                <a:xfrm>
                  <a:off x="6609057" y="3227822"/>
                  <a:ext cx="57539" cy="127066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3" name="îşľiḓe" descr="2ba83509-9ee6-4028-9b32-0c5a99172b40">
                  <a:extLst>
                    <a:ext uri="{FF2B5EF4-FFF2-40B4-BE49-F238E27FC236}">
                      <a16:creationId xmlns:a16="http://schemas.microsoft.com/office/drawing/2014/main" id="{7FB274F3-3313-9CC7-5E5A-4D1EF0703936}"/>
                    </a:ext>
                  </a:extLst>
                </p:cNvPr>
                <p:cNvSpPr/>
                <p:nvPr/>
              </p:nvSpPr>
              <p:spPr bwMode="auto">
                <a:xfrm>
                  <a:off x="6680981" y="3227822"/>
                  <a:ext cx="57539" cy="127066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4" name="ïŝľïďè" descr="a9cd2d66-ef13-4463-8c57-1619a098fa13">
                  <a:extLst>
                    <a:ext uri="{FF2B5EF4-FFF2-40B4-BE49-F238E27FC236}">
                      <a16:creationId xmlns:a16="http://schemas.microsoft.com/office/drawing/2014/main" id="{C60F7372-F4E6-F601-7A88-12619C67746D}"/>
                    </a:ext>
                  </a:extLst>
                </p:cNvPr>
                <p:cNvSpPr/>
                <p:nvPr/>
              </p:nvSpPr>
              <p:spPr bwMode="auto">
                <a:xfrm>
                  <a:off x="6609057" y="3227822"/>
                  <a:ext cx="27571" cy="127066"/>
                </a:xfrm>
                <a:custGeom>
                  <a:avLst/>
                  <a:gdLst>
                    <a:gd name="T0" fmla="*/ 0 w 23"/>
                    <a:gd name="T1" fmla="*/ 0 h 106"/>
                    <a:gd name="T2" fmla="*/ 23 w 23"/>
                    <a:gd name="T3" fmla="*/ 0 h 106"/>
                    <a:gd name="T4" fmla="*/ 0 w 23"/>
                    <a:gd name="T5" fmla="*/ 106 h 106"/>
                    <a:gd name="T6" fmla="*/ 0 w 23"/>
                    <a:gd name="T7" fmla="*/ 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106">
                      <a:moveTo>
                        <a:pt x="0" y="0"/>
                      </a:moveTo>
                      <a:lnTo>
                        <a:pt x="23" y="0"/>
                      </a:lnTo>
                      <a:lnTo>
                        <a:pt x="0" y="1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5" name="ïṣļíḑê" descr="ebe16848-043d-43ea-b6f3-7351240bef1d">
                  <a:extLst>
                    <a:ext uri="{FF2B5EF4-FFF2-40B4-BE49-F238E27FC236}">
                      <a16:creationId xmlns:a16="http://schemas.microsoft.com/office/drawing/2014/main" id="{941D8BAD-8A61-52FF-6B35-001D5D3B13FB}"/>
                    </a:ext>
                  </a:extLst>
                </p:cNvPr>
                <p:cNvSpPr/>
                <p:nvPr/>
              </p:nvSpPr>
              <p:spPr bwMode="auto">
                <a:xfrm>
                  <a:off x="6680981" y="3227822"/>
                  <a:ext cx="27571" cy="127066"/>
                </a:xfrm>
                <a:custGeom>
                  <a:avLst/>
                  <a:gdLst>
                    <a:gd name="T0" fmla="*/ 0 w 23"/>
                    <a:gd name="T1" fmla="*/ 0 h 106"/>
                    <a:gd name="T2" fmla="*/ 23 w 23"/>
                    <a:gd name="T3" fmla="*/ 0 h 106"/>
                    <a:gd name="T4" fmla="*/ 0 w 23"/>
                    <a:gd name="T5" fmla="*/ 106 h 106"/>
                    <a:gd name="T6" fmla="*/ 0 w 23"/>
                    <a:gd name="T7" fmla="*/ 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106">
                      <a:moveTo>
                        <a:pt x="0" y="0"/>
                      </a:moveTo>
                      <a:lnTo>
                        <a:pt x="23" y="0"/>
                      </a:lnTo>
                      <a:lnTo>
                        <a:pt x="0" y="1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6" name="iṣḻïḓe" descr="780e69c7-1f4d-47c1-84f4-0876bf0fc34f">
                  <a:extLst>
                    <a:ext uri="{FF2B5EF4-FFF2-40B4-BE49-F238E27FC236}">
                      <a16:creationId xmlns:a16="http://schemas.microsoft.com/office/drawing/2014/main" id="{58E87D5C-691A-4C3B-E401-C99A4829BA3A}"/>
                    </a:ext>
                  </a:extLst>
                </p:cNvPr>
                <p:cNvSpPr/>
                <p:nvPr/>
              </p:nvSpPr>
              <p:spPr bwMode="auto">
                <a:xfrm>
                  <a:off x="6479594" y="3454383"/>
                  <a:ext cx="149842" cy="169021"/>
                </a:xfrm>
                <a:prstGeom prst="rect">
                  <a:avLst/>
                </a:prstGeom>
                <a:solidFill>
                  <a:srgbClr val="E7E5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7" name="î$ľiḓe" descr="6e4dbb78-39dd-4bba-b5ee-9c4886607d11">
                  <a:extLst>
                    <a:ext uri="{FF2B5EF4-FFF2-40B4-BE49-F238E27FC236}">
                      <a16:creationId xmlns:a16="http://schemas.microsoft.com/office/drawing/2014/main" id="{3120ABD2-D460-C46B-164D-126D841BF9E2}"/>
                    </a:ext>
                  </a:extLst>
                </p:cNvPr>
                <p:cNvSpPr/>
                <p:nvPr/>
              </p:nvSpPr>
              <p:spPr bwMode="auto">
                <a:xfrm>
                  <a:off x="6486786" y="3461575"/>
                  <a:ext cx="62334" cy="154637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8" name="ïṥḻïďê" descr="694d1e1e-8846-4998-9c30-fbfd7e8c9d86">
                  <a:extLst>
                    <a:ext uri="{FF2B5EF4-FFF2-40B4-BE49-F238E27FC236}">
                      <a16:creationId xmlns:a16="http://schemas.microsoft.com/office/drawing/2014/main" id="{46C28F4B-4A77-D89E-8F61-6349DEF1ECC6}"/>
                    </a:ext>
                  </a:extLst>
                </p:cNvPr>
                <p:cNvSpPr/>
                <p:nvPr/>
              </p:nvSpPr>
              <p:spPr bwMode="auto">
                <a:xfrm>
                  <a:off x="6558710" y="3461575"/>
                  <a:ext cx="62334" cy="154637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9" name="íṥḻïḓè" descr="17e2174c-aa84-4fd1-b3d5-27e5869cb71a">
                  <a:extLst>
                    <a:ext uri="{FF2B5EF4-FFF2-40B4-BE49-F238E27FC236}">
                      <a16:creationId xmlns:a16="http://schemas.microsoft.com/office/drawing/2014/main" id="{368E32A7-DC8F-3C8C-D1B0-E10809357386}"/>
                    </a:ext>
                  </a:extLst>
                </p:cNvPr>
                <p:cNvSpPr/>
                <p:nvPr/>
              </p:nvSpPr>
              <p:spPr bwMode="auto">
                <a:xfrm>
                  <a:off x="6489184" y="3463973"/>
                  <a:ext cx="57539" cy="149842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0" name="íṥḻíďè" descr="311eea40-977d-4c30-b7e3-6a316b686b0a">
                  <a:extLst>
                    <a:ext uri="{FF2B5EF4-FFF2-40B4-BE49-F238E27FC236}">
                      <a16:creationId xmlns:a16="http://schemas.microsoft.com/office/drawing/2014/main" id="{81F364F7-3F06-6127-9286-90E99EAC4F3A}"/>
                    </a:ext>
                  </a:extLst>
                </p:cNvPr>
                <p:cNvSpPr/>
                <p:nvPr/>
              </p:nvSpPr>
              <p:spPr bwMode="auto">
                <a:xfrm>
                  <a:off x="6561108" y="3463973"/>
                  <a:ext cx="57539" cy="149842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1" name="îsḷíďé" descr="f9028871-b869-40c0-ab4b-224594f9cddb">
                  <a:extLst>
                    <a:ext uri="{FF2B5EF4-FFF2-40B4-BE49-F238E27FC236}">
                      <a16:creationId xmlns:a16="http://schemas.microsoft.com/office/drawing/2014/main" id="{18611483-9A38-0ADB-DCB9-04C032248BB2}"/>
                    </a:ext>
                  </a:extLst>
                </p:cNvPr>
                <p:cNvSpPr/>
                <p:nvPr/>
              </p:nvSpPr>
              <p:spPr bwMode="auto">
                <a:xfrm>
                  <a:off x="6489184" y="3463973"/>
                  <a:ext cx="27571" cy="149842"/>
                </a:xfrm>
                <a:custGeom>
                  <a:avLst/>
                  <a:gdLst>
                    <a:gd name="T0" fmla="*/ 0 w 23"/>
                    <a:gd name="T1" fmla="*/ 0 h 125"/>
                    <a:gd name="T2" fmla="*/ 23 w 23"/>
                    <a:gd name="T3" fmla="*/ 0 h 125"/>
                    <a:gd name="T4" fmla="*/ 0 w 23"/>
                    <a:gd name="T5" fmla="*/ 125 h 125"/>
                    <a:gd name="T6" fmla="*/ 0 w 23"/>
                    <a:gd name="T7" fmla="*/ 0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125">
                      <a:moveTo>
                        <a:pt x="0" y="0"/>
                      </a:moveTo>
                      <a:lnTo>
                        <a:pt x="23" y="0"/>
                      </a:lnTo>
                      <a:lnTo>
                        <a:pt x="0" y="1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2" name="iṥ1íḑé" descr="f7b54471-f1e1-4b59-a1fc-f87acaa9f0f0">
                  <a:extLst>
                    <a:ext uri="{FF2B5EF4-FFF2-40B4-BE49-F238E27FC236}">
                      <a16:creationId xmlns:a16="http://schemas.microsoft.com/office/drawing/2014/main" id="{77D559A4-1E4C-9A3A-4B5B-B21294EEFEDF}"/>
                    </a:ext>
                  </a:extLst>
                </p:cNvPr>
                <p:cNvSpPr/>
                <p:nvPr/>
              </p:nvSpPr>
              <p:spPr bwMode="auto">
                <a:xfrm>
                  <a:off x="6561108" y="3463973"/>
                  <a:ext cx="27571" cy="149842"/>
                </a:xfrm>
                <a:custGeom>
                  <a:avLst/>
                  <a:gdLst>
                    <a:gd name="T0" fmla="*/ 0 w 23"/>
                    <a:gd name="T1" fmla="*/ 0 h 125"/>
                    <a:gd name="T2" fmla="*/ 23 w 23"/>
                    <a:gd name="T3" fmla="*/ 0 h 125"/>
                    <a:gd name="T4" fmla="*/ 0 w 23"/>
                    <a:gd name="T5" fmla="*/ 125 h 125"/>
                    <a:gd name="T6" fmla="*/ 0 w 23"/>
                    <a:gd name="T7" fmla="*/ 0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125">
                      <a:moveTo>
                        <a:pt x="0" y="0"/>
                      </a:moveTo>
                      <a:lnTo>
                        <a:pt x="23" y="0"/>
                      </a:lnTo>
                      <a:lnTo>
                        <a:pt x="0" y="1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3" name="îṧḻiďè" descr="dde8d968-603e-40e5-8cdd-6175fd67636d">
                  <a:extLst>
                    <a:ext uri="{FF2B5EF4-FFF2-40B4-BE49-F238E27FC236}">
                      <a16:creationId xmlns:a16="http://schemas.microsoft.com/office/drawing/2014/main" id="{ACF2AB39-08FE-9FF9-D2C9-47E6C88477E8}"/>
                    </a:ext>
                  </a:extLst>
                </p:cNvPr>
                <p:cNvSpPr/>
                <p:nvPr/>
              </p:nvSpPr>
              <p:spPr bwMode="auto">
                <a:xfrm>
                  <a:off x="6955491" y="3454383"/>
                  <a:ext cx="151040" cy="169021"/>
                </a:xfrm>
                <a:prstGeom prst="rect">
                  <a:avLst/>
                </a:prstGeom>
                <a:solidFill>
                  <a:srgbClr val="E7E5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4" name="íšļïďe" descr="183ff662-12c4-4d38-8098-1c73f87313a3">
                  <a:extLst>
                    <a:ext uri="{FF2B5EF4-FFF2-40B4-BE49-F238E27FC236}">
                      <a16:creationId xmlns:a16="http://schemas.microsoft.com/office/drawing/2014/main" id="{D61EEC3C-D152-FB23-02B4-5F0AFFE33C0E}"/>
                    </a:ext>
                  </a:extLst>
                </p:cNvPr>
                <p:cNvSpPr/>
                <p:nvPr/>
              </p:nvSpPr>
              <p:spPr bwMode="auto">
                <a:xfrm>
                  <a:off x="6965081" y="3461575"/>
                  <a:ext cx="62334" cy="154637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5" name="ïṩḻíḓè" descr="8e9ad175-e7b3-4568-b181-1d78891854dc">
                  <a:extLst>
                    <a:ext uri="{FF2B5EF4-FFF2-40B4-BE49-F238E27FC236}">
                      <a16:creationId xmlns:a16="http://schemas.microsoft.com/office/drawing/2014/main" id="{4A2731EA-0F7A-B9C7-72F7-22724C771A7C}"/>
                    </a:ext>
                  </a:extLst>
                </p:cNvPr>
                <p:cNvSpPr/>
                <p:nvPr/>
              </p:nvSpPr>
              <p:spPr bwMode="auto">
                <a:xfrm>
                  <a:off x="7037005" y="3461575"/>
                  <a:ext cx="59937" cy="154637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6" name="i$liḑé" descr="96f9df19-d502-4ca9-865e-8464d64b0313">
                  <a:extLst>
                    <a:ext uri="{FF2B5EF4-FFF2-40B4-BE49-F238E27FC236}">
                      <a16:creationId xmlns:a16="http://schemas.microsoft.com/office/drawing/2014/main" id="{F312BB5C-1E6B-C59D-E460-3F48DEFAECC8}"/>
                    </a:ext>
                  </a:extLst>
                </p:cNvPr>
                <p:cNvSpPr/>
                <p:nvPr/>
              </p:nvSpPr>
              <p:spPr bwMode="auto">
                <a:xfrm>
                  <a:off x="6967478" y="3463973"/>
                  <a:ext cx="57539" cy="149842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7" name="íṥļiḓè" descr="efa9b250-1300-49ff-abf6-c6ece96f310b">
                  <a:extLst>
                    <a:ext uri="{FF2B5EF4-FFF2-40B4-BE49-F238E27FC236}">
                      <a16:creationId xmlns:a16="http://schemas.microsoft.com/office/drawing/2014/main" id="{CDD8C75C-3F80-FED4-499D-DEE60D4737A7}"/>
                    </a:ext>
                  </a:extLst>
                </p:cNvPr>
                <p:cNvSpPr/>
                <p:nvPr/>
              </p:nvSpPr>
              <p:spPr bwMode="auto">
                <a:xfrm>
                  <a:off x="7039402" y="3463973"/>
                  <a:ext cx="55142" cy="149842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8" name="îşḻídê" descr="b4afac72-79e6-493c-9e31-8296b03b4170">
                  <a:extLst>
                    <a:ext uri="{FF2B5EF4-FFF2-40B4-BE49-F238E27FC236}">
                      <a16:creationId xmlns:a16="http://schemas.microsoft.com/office/drawing/2014/main" id="{C7351D36-C456-28BE-208F-FCB674B60839}"/>
                    </a:ext>
                  </a:extLst>
                </p:cNvPr>
                <p:cNvSpPr/>
                <p:nvPr/>
              </p:nvSpPr>
              <p:spPr bwMode="auto">
                <a:xfrm>
                  <a:off x="6967478" y="3463973"/>
                  <a:ext cx="27571" cy="149842"/>
                </a:xfrm>
                <a:custGeom>
                  <a:avLst/>
                  <a:gdLst>
                    <a:gd name="T0" fmla="*/ 0 w 23"/>
                    <a:gd name="T1" fmla="*/ 0 h 125"/>
                    <a:gd name="T2" fmla="*/ 23 w 23"/>
                    <a:gd name="T3" fmla="*/ 0 h 125"/>
                    <a:gd name="T4" fmla="*/ 0 w 23"/>
                    <a:gd name="T5" fmla="*/ 125 h 125"/>
                    <a:gd name="T6" fmla="*/ 0 w 23"/>
                    <a:gd name="T7" fmla="*/ 0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125">
                      <a:moveTo>
                        <a:pt x="0" y="0"/>
                      </a:moveTo>
                      <a:lnTo>
                        <a:pt x="23" y="0"/>
                      </a:lnTo>
                      <a:lnTo>
                        <a:pt x="0" y="1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9" name="îSļîďe" descr="a0124996-1822-4178-b29c-708d9292c51a">
                  <a:extLst>
                    <a:ext uri="{FF2B5EF4-FFF2-40B4-BE49-F238E27FC236}">
                      <a16:creationId xmlns:a16="http://schemas.microsoft.com/office/drawing/2014/main" id="{BF6A243E-6381-0892-7AD6-8B145152B176}"/>
                    </a:ext>
                  </a:extLst>
                </p:cNvPr>
                <p:cNvSpPr/>
                <p:nvPr/>
              </p:nvSpPr>
              <p:spPr bwMode="auto">
                <a:xfrm>
                  <a:off x="7039402" y="3463973"/>
                  <a:ext cx="27571" cy="149842"/>
                </a:xfrm>
                <a:custGeom>
                  <a:avLst/>
                  <a:gdLst>
                    <a:gd name="T0" fmla="*/ 0 w 23"/>
                    <a:gd name="T1" fmla="*/ 0 h 125"/>
                    <a:gd name="T2" fmla="*/ 23 w 23"/>
                    <a:gd name="T3" fmla="*/ 0 h 125"/>
                    <a:gd name="T4" fmla="*/ 0 w 23"/>
                    <a:gd name="T5" fmla="*/ 125 h 125"/>
                    <a:gd name="T6" fmla="*/ 0 w 23"/>
                    <a:gd name="T7" fmla="*/ 0 h 1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125">
                      <a:moveTo>
                        <a:pt x="0" y="0"/>
                      </a:moveTo>
                      <a:lnTo>
                        <a:pt x="23" y="0"/>
                      </a:lnTo>
                      <a:lnTo>
                        <a:pt x="0" y="1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0" name="îṧlîḍè" descr="589df69e-6fdc-4e22-ae76-23725ed862a1">
                  <a:extLst>
                    <a:ext uri="{FF2B5EF4-FFF2-40B4-BE49-F238E27FC236}">
                      <a16:creationId xmlns:a16="http://schemas.microsoft.com/office/drawing/2014/main" id="{37657C71-EBEB-7958-8149-F3236ED14146}"/>
                    </a:ext>
                  </a:extLst>
                </p:cNvPr>
                <p:cNvSpPr/>
                <p:nvPr/>
              </p:nvSpPr>
              <p:spPr bwMode="auto">
                <a:xfrm>
                  <a:off x="6835618" y="3218233"/>
                  <a:ext cx="152239" cy="146245"/>
                </a:xfrm>
                <a:prstGeom prst="rect">
                  <a:avLst/>
                </a:prstGeom>
                <a:solidFill>
                  <a:srgbClr val="E6E7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1" name="ïṧḻïḍè" descr="6d703a53-0618-4919-bb7f-ab45d9dd569b">
                  <a:extLst>
                    <a:ext uri="{FF2B5EF4-FFF2-40B4-BE49-F238E27FC236}">
                      <a16:creationId xmlns:a16="http://schemas.microsoft.com/office/drawing/2014/main" id="{E1A50633-FC23-6BA9-564E-D350331C722E}"/>
                    </a:ext>
                  </a:extLst>
                </p:cNvPr>
                <p:cNvSpPr/>
                <p:nvPr/>
              </p:nvSpPr>
              <p:spPr bwMode="auto">
                <a:xfrm>
                  <a:off x="6845207" y="3225425"/>
                  <a:ext cx="62334" cy="131861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2" name="íŝlíḓè" descr="06786cac-be06-4bd5-a151-27c5a67ee92c">
                  <a:extLst>
                    <a:ext uri="{FF2B5EF4-FFF2-40B4-BE49-F238E27FC236}">
                      <a16:creationId xmlns:a16="http://schemas.microsoft.com/office/drawing/2014/main" id="{8D2A815A-D235-8B2C-9275-C9F302A35044}"/>
                    </a:ext>
                  </a:extLst>
                </p:cNvPr>
                <p:cNvSpPr/>
                <p:nvPr/>
              </p:nvSpPr>
              <p:spPr bwMode="auto">
                <a:xfrm>
                  <a:off x="6914734" y="3225425"/>
                  <a:ext cx="62334" cy="131861"/>
                </a:xfrm>
                <a:prstGeom prst="rect">
                  <a:avLst/>
                </a:prstGeom>
                <a:solidFill>
                  <a:srgbClr val="C5C1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3" name="ïślídê" descr="0d89443e-cfe3-465f-abc1-0ec8633ffec5">
                  <a:extLst>
                    <a:ext uri="{FF2B5EF4-FFF2-40B4-BE49-F238E27FC236}">
                      <a16:creationId xmlns:a16="http://schemas.microsoft.com/office/drawing/2014/main" id="{348483DA-F726-8C06-B217-33D41D5782A2}"/>
                    </a:ext>
                  </a:extLst>
                </p:cNvPr>
                <p:cNvSpPr/>
                <p:nvPr/>
              </p:nvSpPr>
              <p:spPr bwMode="auto">
                <a:xfrm>
                  <a:off x="6847605" y="3227822"/>
                  <a:ext cx="55142" cy="127066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4" name="iṣľiďé" descr="03ad54e7-50c5-4b46-860f-bc31454e7a94">
                  <a:extLst>
                    <a:ext uri="{FF2B5EF4-FFF2-40B4-BE49-F238E27FC236}">
                      <a16:creationId xmlns:a16="http://schemas.microsoft.com/office/drawing/2014/main" id="{F9D8F803-1ABB-BD23-4847-1089B000D024}"/>
                    </a:ext>
                  </a:extLst>
                </p:cNvPr>
                <p:cNvSpPr/>
                <p:nvPr/>
              </p:nvSpPr>
              <p:spPr bwMode="auto">
                <a:xfrm>
                  <a:off x="6920728" y="3227822"/>
                  <a:ext cx="53943" cy="127066"/>
                </a:xfrm>
                <a:prstGeom prst="rect">
                  <a:avLst/>
                </a:prstGeom>
                <a:solidFill>
                  <a:srgbClr val="70CD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5" name="îṥliḋé" descr="8d156fc7-b6be-4863-ac87-3d7b9a47a279">
                  <a:extLst>
                    <a:ext uri="{FF2B5EF4-FFF2-40B4-BE49-F238E27FC236}">
                      <a16:creationId xmlns:a16="http://schemas.microsoft.com/office/drawing/2014/main" id="{59BA9930-687F-51DB-F016-EE24C07D7ADB}"/>
                    </a:ext>
                  </a:extLst>
                </p:cNvPr>
                <p:cNvSpPr/>
                <p:nvPr/>
              </p:nvSpPr>
              <p:spPr bwMode="auto">
                <a:xfrm>
                  <a:off x="6847605" y="3227822"/>
                  <a:ext cx="27571" cy="127066"/>
                </a:xfrm>
                <a:custGeom>
                  <a:avLst/>
                  <a:gdLst>
                    <a:gd name="T0" fmla="*/ 0 w 23"/>
                    <a:gd name="T1" fmla="*/ 0 h 106"/>
                    <a:gd name="T2" fmla="*/ 23 w 23"/>
                    <a:gd name="T3" fmla="*/ 0 h 106"/>
                    <a:gd name="T4" fmla="*/ 0 w 23"/>
                    <a:gd name="T5" fmla="*/ 106 h 106"/>
                    <a:gd name="T6" fmla="*/ 0 w 23"/>
                    <a:gd name="T7" fmla="*/ 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106">
                      <a:moveTo>
                        <a:pt x="0" y="0"/>
                      </a:moveTo>
                      <a:lnTo>
                        <a:pt x="23" y="0"/>
                      </a:lnTo>
                      <a:lnTo>
                        <a:pt x="0" y="1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6" name="íŝ1íḍê" descr="0e2c62b3-a824-4795-a0c1-44d23bd574c3">
                  <a:extLst>
                    <a:ext uri="{FF2B5EF4-FFF2-40B4-BE49-F238E27FC236}">
                      <a16:creationId xmlns:a16="http://schemas.microsoft.com/office/drawing/2014/main" id="{303FCE5F-8882-97DC-C64C-FE84E12FBCC6}"/>
                    </a:ext>
                  </a:extLst>
                </p:cNvPr>
                <p:cNvSpPr/>
                <p:nvPr/>
              </p:nvSpPr>
              <p:spPr bwMode="auto">
                <a:xfrm>
                  <a:off x="6920728" y="3227822"/>
                  <a:ext cx="23975" cy="127066"/>
                </a:xfrm>
                <a:custGeom>
                  <a:avLst/>
                  <a:gdLst>
                    <a:gd name="T0" fmla="*/ 0 w 20"/>
                    <a:gd name="T1" fmla="*/ 0 h 106"/>
                    <a:gd name="T2" fmla="*/ 20 w 20"/>
                    <a:gd name="T3" fmla="*/ 0 h 106"/>
                    <a:gd name="T4" fmla="*/ 0 w 20"/>
                    <a:gd name="T5" fmla="*/ 106 h 106"/>
                    <a:gd name="T6" fmla="*/ 0 w 20"/>
                    <a:gd name="T7" fmla="*/ 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06">
                      <a:moveTo>
                        <a:pt x="0" y="0"/>
                      </a:moveTo>
                      <a:lnTo>
                        <a:pt x="20" y="0"/>
                      </a:lnTo>
                      <a:lnTo>
                        <a:pt x="0" y="1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C3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7" name="îṧļîdè" descr="f4e9df31-6e62-440e-9837-4a3d7ac6cb5a">
                  <a:extLst>
                    <a:ext uri="{FF2B5EF4-FFF2-40B4-BE49-F238E27FC236}">
                      <a16:creationId xmlns:a16="http://schemas.microsoft.com/office/drawing/2014/main" id="{3394149B-3E65-5E38-487F-7336AF0BE868}"/>
                    </a:ext>
                  </a:extLst>
                </p:cNvPr>
                <p:cNvSpPr/>
                <p:nvPr/>
              </p:nvSpPr>
              <p:spPr bwMode="auto">
                <a:xfrm>
                  <a:off x="6342938" y="2887382"/>
                  <a:ext cx="901447" cy="847504"/>
                </a:xfrm>
                <a:custGeom>
                  <a:avLst/>
                  <a:gdLst>
                    <a:gd name="T0" fmla="*/ 376 w 752"/>
                    <a:gd name="T1" fmla="*/ 0 h 707"/>
                    <a:gd name="T2" fmla="*/ 0 w 752"/>
                    <a:gd name="T3" fmla="*/ 375 h 707"/>
                    <a:gd name="T4" fmla="*/ 0 w 752"/>
                    <a:gd name="T5" fmla="*/ 402 h 707"/>
                    <a:gd name="T6" fmla="*/ 376 w 752"/>
                    <a:gd name="T7" fmla="*/ 29 h 707"/>
                    <a:gd name="T8" fmla="*/ 700 w 752"/>
                    <a:gd name="T9" fmla="*/ 353 h 707"/>
                    <a:gd name="T10" fmla="*/ 700 w 752"/>
                    <a:gd name="T11" fmla="*/ 707 h 707"/>
                    <a:gd name="T12" fmla="*/ 752 w 752"/>
                    <a:gd name="T13" fmla="*/ 707 h 707"/>
                    <a:gd name="T14" fmla="*/ 752 w 752"/>
                    <a:gd name="T15" fmla="*/ 375 h 707"/>
                    <a:gd name="T16" fmla="*/ 376 w 752"/>
                    <a:gd name="T17" fmla="*/ 0 h 7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2" h="707">
                      <a:moveTo>
                        <a:pt x="376" y="0"/>
                      </a:moveTo>
                      <a:lnTo>
                        <a:pt x="0" y="375"/>
                      </a:lnTo>
                      <a:lnTo>
                        <a:pt x="0" y="402"/>
                      </a:lnTo>
                      <a:lnTo>
                        <a:pt x="376" y="29"/>
                      </a:lnTo>
                      <a:lnTo>
                        <a:pt x="700" y="353"/>
                      </a:lnTo>
                      <a:lnTo>
                        <a:pt x="700" y="707"/>
                      </a:lnTo>
                      <a:lnTo>
                        <a:pt x="752" y="707"/>
                      </a:lnTo>
                      <a:lnTo>
                        <a:pt x="752" y="375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solidFill>
                  <a:srgbClr val="E6E7E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8" name="îśliḓé" descr="e84167ae-e726-4bc8-bd6d-85f2b814f6a4">
                  <a:extLst>
                    <a:ext uri="{FF2B5EF4-FFF2-40B4-BE49-F238E27FC236}">
                      <a16:creationId xmlns:a16="http://schemas.microsoft.com/office/drawing/2014/main" id="{A8FED535-0A34-7832-5479-5F65DF92C2A7}"/>
                    </a:ext>
                  </a:extLst>
                </p:cNvPr>
                <p:cNvSpPr/>
                <p:nvPr/>
              </p:nvSpPr>
              <p:spPr bwMode="auto">
                <a:xfrm>
                  <a:off x="6342938" y="2887382"/>
                  <a:ext cx="901447" cy="847504"/>
                </a:xfrm>
                <a:custGeom>
                  <a:avLst/>
                  <a:gdLst>
                    <a:gd name="T0" fmla="*/ 376 w 752"/>
                    <a:gd name="T1" fmla="*/ 0 h 707"/>
                    <a:gd name="T2" fmla="*/ 0 w 752"/>
                    <a:gd name="T3" fmla="*/ 375 h 707"/>
                    <a:gd name="T4" fmla="*/ 0 w 752"/>
                    <a:gd name="T5" fmla="*/ 402 h 707"/>
                    <a:gd name="T6" fmla="*/ 376 w 752"/>
                    <a:gd name="T7" fmla="*/ 29 h 707"/>
                    <a:gd name="T8" fmla="*/ 700 w 752"/>
                    <a:gd name="T9" fmla="*/ 353 h 707"/>
                    <a:gd name="T10" fmla="*/ 700 w 752"/>
                    <a:gd name="T11" fmla="*/ 707 h 707"/>
                    <a:gd name="T12" fmla="*/ 752 w 752"/>
                    <a:gd name="T13" fmla="*/ 707 h 707"/>
                    <a:gd name="T14" fmla="*/ 752 w 752"/>
                    <a:gd name="T15" fmla="*/ 375 h 707"/>
                    <a:gd name="T16" fmla="*/ 376 w 752"/>
                    <a:gd name="T17" fmla="*/ 0 h 7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2" h="707">
                      <a:moveTo>
                        <a:pt x="376" y="0"/>
                      </a:moveTo>
                      <a:lnTo>
                        <a:pt x="0" y="375"/>
                      </a:lnTo>
                      <a:lnTo>
                        <a:pt x="0" y="402"/>
                      </a:lnTo>
                      <a:lnTo>
                        <a:pt x="376" y="29"/>
                      </a:lnTo>
                      <a:lnTo>
                        <a:pt x="700" y="353"/>
                      </a:lnTo>
                      <a:lnTo>
                        <a:pt x="700" y="707"/>
                      </a:lnTo>
                      <a:lnTo>
                        <a:pt x="752" y="707"/>
                      </a:lnTo>
                      <a:lnTo>
                        <a:pt x="752" y="375"/>
                      </a:lnTo>
                      <a:lnTo>
                        <a:pt x="376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9" name="ïṩļíḑê" descr="8522e251-cf15-4628-907b-e54c4f8a7262">
                  <a:extLst>
                    <a:ext uri="{FF2B5EF4-FFF2-40B4-BE49-F238E27FC236}">
                      <a16:creationId xmlns:a16="http://schemas.microsoft.com/office/drawing/2014/main" id="{02900324-2E2F-0400-BB1E-0597687FB39A}"/>
                    </a:ext>
                  </a:extLst>
                </p:cNvPr>
                <p:cNvSpPr/>
                <p:nvPr/>
              </p:nvSpPr>
              <p:spPr bwMode="auto">
                <a:xfrm>
                  <a:off x="7949240" y="3563468"/>
                  <a:ext cx="67129" cy="254131"/>
                </a:xfrm>
                <a:custGeom>
                  <a:avLst/>
                  <a:gdLst>
                    <a:gd name="T0" fmla="*/ 25 w 27"/>
                    <a:gd name="T1" fmla="*/ 54 h 102"/>
                    <a:gd name="T2" fmla="*/ 15 w 27"/>
                    <a:gd name="T3" fmla="*/ 59 h 102"/>
                    <a:gd name="T4" fmla="*/ 12 w 27"/>
                    <a:gd name="T5" fmla="*/ 0 h 102"/>
                    <a:gd name="T6" fmla="*/ 2 w 27"/>
                    <a:gd name="T7" fmla="*/ 0 h 102"/>
                    <a:gd name="T8" fmla="*/ 0 w 27"/>
                    <a:gd name="T9" fmla="*/ 102 h 102"/>
                    <a:gd name="T10" fmla="*/ 18 w 27"/>
                    <a:gd name="T11" fmla="*/ 102 h 102"/>
                    <a:gd name="T12" fmla="*/ 16 w 27"/>
                    <a:gd name="T13" fmla="*/ 67 h 102"/>
                    <a:gd name="T14" fmla="*/ 26 w 27"/>
                    <a:gd name="T15" fmla="*/ 58 h 102"/>
                    <a:gd name="T16" fmla="*/ 25 w 27"/>
                    <a:gd name="T17" fmla="*/ 54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7" h="102">
                      <a:moveTo>
                        <a:pt x="25" y="54"/>
                      </a:moveTo>
                      <a:cubicBezTo>
                        <a:pt x="24" y="54"/>
                        <a:pt x="20" y="56"/>
                        <a:pt x="15" y="5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102"/>
                        <a:pt x="0" y="102"/>
                        <a:pt x="0" y="102"/>
                      </a:cubicBezTo>
                      <a:cubicBezTo>
                        <a:pt x="18" y="102"/>
                        <a:pt x="18" y="102"/>
                        <a:pt x="18" y="102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20" y="63"/>
                        <a:pt x="25" y="59"/>
                        <a:pt x="26" y="58"/>
                      </a:cubicBezTo>
                      <a:cubicBezTo>
                        <a:pt x="27" y="57"/>
                        <a:pt x="27" y="54"/>
                        <a:pt x="25" y="54"/>
                      </a:cubicBezTo>
                    </a:path>
                  </a:pathLst>
                </a:custGeom>
                <a:solidFill>
                  <a:srgbClr val="9B5F0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0" name="ïšḻidê" descr="5bc701b7-e180-4a75-b0e5-0fb6ff0527fe">
                  <a:extLst>
                    <a:ext uri="{FF2B5EF4-FFF2-40B4-BE49-F238E27FC236}">
                      <a16:creationId xmlns:a16="http://schemas.microsoft.com/office/drawing/2014/main" id="{02B467EA-9CAE-7133-5D0C-0E3BDDCB7092}"/>
                    </a:ext>
                  </a:extLst>
                </p:cNvPr>
                <p:cNvSpPr/>
                <p:nvPr/>
              </p:nvSpPr>
              <p:spPr bwMode="auto">
                <a:xfrm>
                  <a:off x="7968420" y="3563468"/>
                  <a:ext cx="10789" cy="25173"/>
                </a:xfrm>
                <a:custGeom>
                  <a:avLst/>
                  <a:gdLst>
                    <a:gd name="T0" fmla="*/ 9 w 9"/>
                    <a:gd name="T1" fmla="*/ 0 h 21"/>
                    <a:gd name="T2" fmla="*/ 0 w 9"/>
                    <a:gd name="T3" fmla="*/ 0 h 21"/>
                    <a:gd name="T4" fmla="*/ 9 w 9"/>
                    <a:gd name="T5" fmla="*/ 0 h 21"/>
                    <a:gd name="T6" fmla="*/ 9 w 9"/>
                    <a:gd name="T7" fmla="*/ 21 h 21"/>
                    <a:gd name="T8" fmla="*/ 9 w 9"/>
                    <a:gd name="T9" fmla="*/ 21 h 21"/>
                    <a:gd name="T10" fmla="*/ 9 w 9"/>
                    <a:gd name="T11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21">
                      <a:moveTo>
                        <a:pt x="9" y="0"/>
                      </a:moveTo>
                      <a:lnTo>
                        <a:pt x="0" y="0"/>
                      </a:lnTo>
                      <a:lnTo>
                        <a:pt x="9" y="0"/>
                      </a:lnTo>
                      <a:lnTo>
                        <a:pt x="9" y="21"/>
                      </a:lnTo>
                      <a:lnTo>
                        <a:pt x="9" y="21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593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1" name="ïsľîḓe" descr="b36cd2e7-b616-44ae-9031-e1a1954eacd9">
                  <a:extLst>
                    <a:ext uri="{FF2B5EF4-FFF2-40B4-BE49-F238E27FC236}">
                      <a16:creationId xmlns:a16="http://schemas.microsoft.com/office/drawing/2014/main" id="{968B9FEB-3EB0-F99D-3350-38991DB5698C}"/>
                    </a:ext>
                  </a:extLst>
                </p:cNvPr>
                <p:cNvSpPr/>
                <p:nvPr/>
              </p:nvSpPr>
              <p:spPr bwMode="auto">
                <a:xfrm>
                  <a:off x="7968420" y="3563468"/>
                  <a:ext cx="10789" cy="25173"/>
                </a:xfrm>
                <a:custGeom>
                  <a:avLst/>
                  <a:gdLst>
                    <a:gd name="T0" fmla="*/ 9 w 9"/>
                    <a:gd name="T1" fmla="*/ 0 h 21"/>
                    <a:gd name="T2" fmla="*/ 0 w 9"/>
                    <a:gd name="T3" fmla="*/ 0 h 21"/>
                    <a:gd name="T4" fmla="*/ 9 w 9"/>
                    <a:gd name="T5" fmla="*/ 0 h 21"/>
                    <a:gd name="T6" fmla="*/ 9 w 9"/>
                    <a:gd name="T7" fmla="*/ 21 h 21"/>
                    <a:gd name="T8" fmla="*/ 9 w 9"/>
                    <a:gd name="T9" fmla="*/ 21 h 21"/>
                    <a:gd name="T10" fmla="*/ 9 w 9"/>
                    <a:gd name="T11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21">
                      <a:moveTo>
                        <a:pt x="9" y="0"/>
                      </a:moveTo>
                      <a:lnTo>
                        <a:pt x="0" y="0"/>
                      </a:lnTo>
                      <a:lnTo>
                        <a:pt x="9" y="0"/>
                      </a:lnTo>
                      <a:lnTo>
                        <a:pt x="9" y="21"/>
                      </a:lnTo>
                      <a:lnTo>
                        <a:pt x="9" y="21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2" name="íṩḻíḓè" descr="809b9734-ee5f-42ad-8734-264c99b7dc95">
                  <a:extLst>
                    <a:ext uri="{FF2B5EF4-FFF2-40B4-BE49-F238E27FC236}">
                      <a16:creationId xmlns:a16="http://schemas.microsoft.com/office/drawing/2014/main" id="{B5684527-D515-77D4-8233-E9F211F86099}"/>
                    </a:ext>
                  </a:extLst>
                </p:cNvPr>
                <p:cNvSpPr/>
                <p:nvPr/>
              </p:nvSpPr>
              <p:spPr bwMode="auto">
                <a:xfrm>
                  <a:off x="7981606" y="3600628"/>
                  <a:ext cx="0" cy="13186"/>
                </a:xfrm>
                <a:custGeom>
                  <a:avLst/>
                  <a:gdLst>
                    <a:gd name="T0" fmla="*/ 0 h 5"/>
                    <a:gd name="T1" fmla="*/ 0 h 5"/>
                    <a:gd name="T2" fmla="*/ 5 h 5"/>
                    <a:gd name="T3" fmla="*/ 5 h 5"/>
                    <a:gd name="T4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5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A9998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3" name="íṡļiḍé" descr="3dbd2edc-389a-4f61-8f2e-bee00d461d9b">
                  <a:extLst>
                    <a:ext uri="{FF2B5EF4-FFF2-40B4-BE49-F238E27FC236}">
                      <a16:creationId xmlns:a16="http://schemas.microsoft.com/office/drawing/2014/main" id="{19D9FB31-BA2E-B904-392E-EEB8295E13C1}"/>
                    </a:ext>
                  </a:extLst>
                </p:cNvPr>
                <p:cNvSpPr/>
                <p:nvPr/>
              </p:nvSpPr>
              <p:spPr bwMode="auto">
                <a:xfrm>
                  <a:off x="7968420" y="3563468"/>
                  <a:ext cx="47949" cy="254131"/>
                </a:xfrm>
                <a:custGeom>
                  <a:avLst/>
                  <a:gdLst>
                    <a:gd name="T0" fmla="*/ 4 w 19"/>
                    <a:gd name="T1" fmla="*/ 0 h 102"/>
                    <a:gd name="T2" fmla="*/ 0 w 19"/>
                    <a:gd name="T3" fmla="*/ 0 h 102"/>
                    <a:gd name="T4" fmla="*/ 0 w 19"/>
                    <a:gd name="T5" fmla="*/ 102 h 102"/>
                    <a:gd name="T6" fmla="*/ 10 w 19"/>
                    <a:gd name="T7" fmla="*/ 102 h 102"/>
                    <a:gd name="T8" fmla="*/ 10 w 19"/>
                    <a:gd name="T9" fmla="*/ 95 h 102"/>
                    <a:gd name="T10" fmla="*/ 9 w 19"/>
                    <a:gd name="T11" fmla="*/ 87 h 102"/>
                    <a:gd name="T12" fmla="*/ 8 w 19"/>
                    <a:gd name="T13" fmla="*/ 67 h 102"/>
                    <a:gd name="T14" fmla="*/ 12 w 19"/>
                    <a:gd name="T15" fmla="*/ 64 h 102"/>
                    <a:gd name="T16" fmla="*/ 18 w 19"/>
                    <a:gd name="T17" fmla="*/ 58 h 102"/>
                    <a:gd name="T18" fmla="*/ 18 w 19"/>
                    <a:gd name="T19" fmla="*/ 58 h 102"/>
                    <a:gd name="T20" fmla="*/ 19 w 19"/>
                    <a:gd name="T21" fmla="*/ 55 h 102"/>
                    <a:gd name="T22" fmla="*/ 17 w 19"/>
                    <a:gd name="T23" fmla="*/ 54 h 102"/>
                    <a:gd name="T24" fmla="*/ 17 w 19"/>
                    <a:gd name="T25" fmla="*/ 54 h 102"/>
                    <a:gd name="T26" fmla="*/ 7 w 19"/>
                    <a:gd name="T27" fmla="*/ 59 h 102"/>
                    <a:gd name="T28" fmla="*/ 5 w 19"/>
                    <a:gd name="T29" fmla="*/ 20 h 102"/>
                    <a:gd name="T30" fmla="*/ 5 w 19"/>
                    <a:gd name="T31" fmla="*/ 15 h 102"/>
                    <a:gd name="T32" fmla="*/ 4 w 19"/>
                    <a:gd name="T33" fmla="*/ 10 h 102"/>
                    <a:gd name="T34" fmla="*/ 4 w 19"/>
                    <a:gd name="T35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9" h="102">
                      <a:moveTo>
                        <a:pt x="4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02"/>
                        <a:pt x="0" y="102"/>
                        <a:pt x="0" y="102"/>
                      </a:cubicBezTo>
                      <a:cubicBezTo>
                        <a:pt x="10" y="102"/>
                        <a:pt x="10" y="102"/>
                        <a:pt x="10" y="102"/>
                      </a:cubicBezTo>
                      <a:cubicBezTo>
                        <a:pt x="10" y="95"/>
                        <a:pt x="10" y="95"/>
                        <a:pt x="10" y="95"/>
                      </a:cubicBezTo>
                      <a:cubicBezTo>
                        <a:pt x="9" y="87"/>
                        <a:pt x="9" y="87"/>
                        <a:pt x="9" y="87"/>
                      </a:cubicBezTo>
                      <a:cubicBezTo>
                        <a:pt x="8" y="67"/>
                        <a:pt x="8" y="67"/>
                        <a:pt x="8" y="67"/>
                      </a:cubicBezTo>
                      <a:cubicBezTo>
                        <a:pt x="9" y="66"/>
                        <a:pt x="10" y="65"/>
                        <a:pt x="12" y="64"/>
                      </a:cubicBezTo>
                      <a:cubicBezTo>
                        <a:pt x="15" y="61"/>
                        <a:pt x="17" y="58"/>
                        <a:pt x="18" y="58"/>
                      </a:cubicBezTo>
                      <a:cubicBezTo>
                        <a:pt x="18" y="58"/>
                        <a:pt x="18" y="58"/>
                        <a:pt x="18" y="58"/>
                      </a:cubicBezTo>
                      <a:cubicBezTo>
                        <a:pt x="18" y="57"/>
                        <a:pt x="19" y="56"/>
                        <a:pt x="19" y="55"/>
                      </a:cubicBezTo>
                      <a:cubicBezTo>
                        <a:pt x="18" y="54"/>
                        <a:pt x="18" y="54"/>
                        <a:pt x="17" y="54"/>
                      </a:cubicBezTo>
                      <a:cubicBezTo>
                        <a:pt x="17" y="54"/>
                        <a:pt x="17" y="54"/>
                        <a:pt x="17" y="54"/>
                      </a:cubicBezTo>
                      <a:cubicBezTo>
                        <a:pt x="16" y="54"/>
                        <a:pt x="12" y="56"/>
                        <a:pt x="7" y="59"/>
                      </a:cubicBezTo>
                      <a:cubicBezTo>
                        <a:pt x="5" y="20"/>
                        <a:pt x="5" y="20"/>
                        <a:pt x="5" y="20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4" y="10"/>
                        <a:pt x="4" y="10"/>
                        <a:pt x="4" y="10"/>
                      </a:cubicBezTo>
                      <a:cubicBezTo>
                        <a:pt x="4" y="0"/>
                        <a:pt x="4" y="0"/>
                        <a:pt x="4" y="0"/>
                      </a:cubicBezTo>
                    </a:path>
                  </a:pathLst>
                </a:custGeom>
                <a:solidFill>
                  <a:srgbClr val="723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4" name="íṥḻîḋê" descr="881e93ae-c863-4eb3-85dc-0ca4d01e820b">
                  <a:extLst>
                    <a:ext uri="{FF2B5EF4-FFF2-40B4-BE49-F238E27FC236}">
                      <a16:creationId xmlns:a16="http://schemas.microsoft.com/office/drawing/2014/main" id="{2EEC2653-4828-5AAE-F207-AC298B4B6A35}"/>
                    </a:ext>
                  </a:extLst>
                </p:cNvPr>
                <p:cNvSpPr/>
                <p:nvPr/>
              </p:nvSpPr>
              <p:spPr bwMode="auto">
                <a:xfrm>
                  <a:off x="7779020" y="3352491"/>
                  <a:ext cx="374005" cy="328453"/>
                </a:xfrm>
                <a:custGeom>
                  <a:avLst/>
                  <a:gdLst>
                    <a:gd name="T0" fmla="*/ 150 w 150"/>
                    <a:gd name="T1" fmla="*/ 79 h 132"/>
                    <a:gd name="T2" fmla="*/ 142 w 150"/>
                    <a:gd name="T3" fmla="*/ 60 h 132"/>
                    <a:gd name="T4" fmla="*/ 145 w 150"/>
                    <a:gd name="T5" fmla="*/ 47 h 132"/>
                    <a:gd name="T6" fmla="*/ 117 w 150"/>
                    <a:gd name="T7" fmla="*/ 19 h 132"/>
                    <a:gd name="T8" fmla="*/ 103 w 150"/>
                    <a:gd name="T9" fmla="*/ 22 h 132"/>
                    <a:gd name="T10" fmla="*/ 75 w 150"/>
                    <a:gd name="T11" fmla="*/ 0 h 132"/>
                    <a:gd name="T12" fmla="*/ 47 w 150"/>
                    <a:gd name="T13" fmla="*/ 22 h 132"/>
                    <a:gd name="T14" fmla="*/ 33 w 150"/>
                    <a:gd name="T15" fmla="*/ 19 h 132"/>
                    <a:gd name="T16" fmla="*/ 5 w 150"/>
                    <a:gd name="T17" fmla="*/ 47 h 132"/>
                    <a:gd name="T18" fmla="*/ 8 w 150"/>
                    <a:gd name="T19" fmla="*/ 60 h 132"/>
                    <a:gd name="T20" fmla="*/ 0 w 150"/>
                    <a:gd name="T21" fmla="*/ 79 h 132"/>
                    <a:gd name="T22" fmla="*/ 24 w 150"/>
                    <a:gd name="T23" fmla="*/ 107 h 132"/>
                    <a:gd name="T24" fmla="*/ 52 w 150"/>
                    <a:gd name="T25" fmla="*/ 132 h 132"/>
                    <a:gd name="T26" fmla="*/ 75 w 150"/>
                    <a:gd name="T27" fmla="*/ 121 h 132"/>
                    <a:gd name="T28" fmla="*/ 98 w 150"/>
                    <a:gd name="T29" fmla="*/ 132 h 132"/>
                    <a:gd name="T30" fmla="*/ 126 w 150"/>
                    <a:gd name="T31" fmla="*/ 107 h 132"/>
                    <a:gd name="T32" fmla="*/ 150 w 150"/>
                    <a:gd name="T33" fmla="*/ 79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50" h="132">
                      <a:moveTo>
                        <a:pt x="150" y="79"/>
                      </a:moveTo>
                      <a:cubicBezTo>
                        <a:pt x="150" y="72"/>
                        <a:pt x="147" y="65"/>
                        <a:pt x="142" y="60"/>
                      </a:cubicBezTo>
                      <a:cubicBezTo>
                        <a:pt x="144" y="56"/>
                        <a:pt x="145" y="52"/>
                        <a:pt x="145" y="47"/>
                      </a:cubicBezTo>
                      <a:cubicBezTo>
                        <a:pt x="145" y="31"/>
                        <a:pt x="132" y="19"/>
                        <a:pt x="117" y="19"/>
                      </a:cubicBezTo>
                      <a:cubicBezTo>
                        <a:pt x="112" y="19"/>
                        <a:pt x="107" y="20"/>
                        <a:pt x="103" y="22"/>
                      </a:cubicBezTo>
                      <a:cubicBezTo>
                        <a:pt x="100" y="9"/>
                        <a:pt x="89" y="0"/>
                        <a:pt x="75" y="0"/>
                      </a:cubicBezTo>
                      <a:cubicBezTo>
                        <a:pt x="61" y="0"/>
                        <a:pt x="50" y="9"/>
                        <a:pt x="47" y="22"/>
                      </a:cubicBezTo>
                      <a:cubicBezTo>
                        <a:pt x="43" y="20"/>
                        <a:pt x="38" y="19"/>
                        <a:pt x="33" y="19"/>
                      </a:cubicBezTo>
                      <a:cubicBezTo>
                        <a:pt x="17" y="19"/>
                        <a:pt x="5" y="31"/>
                        <a:pt x="5" y="47"/>
                      </a:cubicBezTo>
                      <a:cubicBezTo>
                        <a:pt x="5" y="52"/>
                        <a:pt x="6" y="56"/>
                        <a:pt x="8" y="60"/>
                      </a:cubicBezTo>
                      <a:cubicBezTo>
                        <a:pt x="3" y="65"/>
                        <a:pt x="0" y="72"/>
                        <a:pt x="0" y="79"/>
                      </a:cubicBezTo>
                      <a:cubicBezTo>
                        <a:pt x="0" y="93"/>
                        <a:pt x="10" y="105"/>
                        <a:pt x="24" y="107"/>
                      </a:cubicBezTo>
                      <a:cubicBezTo>
                        <a:pt x="26" y="121"/>
                        <a:pt x="38" y="132"/>
                        <a:pt x="52" y="132"/>
                      </a:cubicBezTo>
                      <a:cubicBezTo>
                        <a:pt x="61" y="132"/>
                        <a:pt x="70" y="128"/>
                        <a:pt x="75" y="121"/>
                      </a:cubicBezTo>
                      <a:cubicBezTo>
                        <a:pt x="80" y="128"/>
                        <a:pt x="88" y="132"/>
                        <a:pt x="98" y="132"/>
                      </a:cubicBezTo>
                      <a:cubicBezTo>
                        <a:pt x="112" y="132"/>
                        <a:pt x="124" y="121"/>
                        <a:pt x="126" y="107"/>
                      </a:cubicBezTo>
                      <a:cubicBezTo>
                        <a:pt x="139" y="105"/>
                        <a:pt x="150" y="93"/>
                        <a:pt x="150" y="79"/>
                      </a:cubicBezTo>
                      <a:close/>
                    </a:path>
                  </a:pathLst>
                </a:custGeom>
                <a:solidFill>
                  <a:srgbClr val="00B08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5" name="is1íḍé" descr="99b5b0ed-0c9f-455b-bf16-8e4ab7c0329e">
                  <a:extLst>
                    <a:ext uri="{FF2B5EF4-FFF2-40B4-BE49-F238E27FC236}">
                      <a16:creationId xmlns:a16="http://schemas.microsoft.com/office/drawing/2014/main" id="{D519D102-97D8-B2C8-45E1-2F2DCC072EB0}"/>
                    </a:ext>
                  </a:extLst>
                </p:cNvPr>
                <p:cNvSpPr/>
                <p:nvPr/>
              </p:nvSpPr>
              <p:spPr bwMode="auto">
                <a:xfrm>
                  <a:off x="7841354" y="3399241"/>
                  <a:ext cx="311670" cy="281702"/>
                </a:xfrm>
                <a:custGeom>
                  <a:avLst/>
                  <a:gdLst>
                    <a:gd name="T0" fmla="*/ 117 w 125"/>
                    <a:gd name="T1" fmla="*/ 41 h 113"/>
                    <a:gd name="T2" fmla="*/ 120 w 125"/>
                    <a:gd name="T3" fmla="*/ 28 h 113"/>
                    <a:gd name="T4" fmla="*/ 96 w 125"/>
                    <a:gd name="T5" fmla="*/ 0 h 113"/>
                    <a:gd name="T6" fmla="*/ 109 w 125"/>
                    <a:gd name="T7" fmla="*/ 23 h 113"/>
                    <a:gd name="T8" fmla="*/ 106 w 125"/>
                    <a:gd name="T9" fmla="*/ 35 h 113"/>
                    <a:gd name="T10" fmla="*/ 113 w 125"/>
                    <a:gd name="T11" fmla="*/ 53 h 113"/>
                    <a:gd name="T12" fmla="*/ 90 w 125"/>
                    <a:gd name="T13" fmla="*/ 80 h 113"/>
                    <a:gd name="T14" fmla="*/ 64 w 125"/>
                    <a:gd name="T15" fmla="*/ 103 h 113"/>
                    <a:gd name="T16" fmla="*/ 42 w 125"/>
                    <a:gd name="T17" fmla="*/ 92 h 113"/>
                    <a:gd name="T18" fmla="*/ 20 w 125"/>
                    <a:gd name="T19" fmla="*/ 103 h 113"/>
                    <a:gd name="T20" fmla="*/ 0 w 125"/>
                    <a:gd name="T21" fmla="*/ 94 h 113"/>
                    <a:gd name="T22" fmla="*/ 27 w 125"/>
                    <a:gd name="T23" fmla="*/ 113 h 113"/>
                    <a:gd name="T24" fmla="*/ 50 w 125"/>
                    <a:gd name="T25" fmla="*/ 102 h 113"/>
                    <a:gd name="T26" fmla="*/ 73 w 125"/>
                    <a:gd name="T27" fmla="*/ 113 h 113"/>
                    <a:gd name="T28" fmla="*/ 101 w 125"/>
                    <a:gd name="T29" fmla="*/ 88 h 113"/>
                    <a:gd name="T30" fmla="*/ 125 w 125"/>
                    <a:gd name="T31" fmla="*/ 60 h 113"/>
                    <a:gd name="T32" fmla="*/ 117 w 125"/>
                    <a:gd name="T33" fmla="*/ 41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25" h="113">
                      <a:moveTo>
                        <a:pt x="117" y="41"/>
                      </a:moveTo>
                      <a:cubicBezTo>
                        <a:pt x="119" y="37"/>
                        <a:pt x="120" y="33"/>
                        <a:pt x="120" y="28"/>
                      </a:cubicBezTo>
                      <a:cubicBezTo>
                        <a:pt x="120" y="14"/>
                        <a:pt x="110" y="2"/>
                        <a:pt x="96" y="0"/>
                      </a:cubicBezTo>
                      <a:cubicBezTo>
                        <a:pt x="104" y="5"/>
                        <a:pt x="109" y="13"/>
                        <a:pt x="109" y="23"/>
                      </a:cubicBezTo>
                      <a:cubicBezTo>
                        <a:pt x="109" y="27"/>
                        <a:pt x="108" y="31"/>
                        <a:pt x="106" y="35"/>
                      </a:cubicBezTo>
                      <a:cubicBezTo>
                        <a:pt x="110" y="39"/>
                        <a:pt x="113" y="46"/>
                        <a:pt x="113" y="53"/>
                      </a:cubicBezTo>
                      <a:cubicBezTo>
                        <a:pt x="113" y="67"/>
                        <a:pt x="103" y="78"/>
                        <a:pt x="90" y="80"/>
                      </a:cubicBezTo>
                      <a:cubicBezTo>
                        <a:pt x="89" y="93"/>
                        <a:pt x="77" y="103"/>
                        <a:pt x="64" y="103"/>
                      </a:cubicBezTo>
                      <a:cubicBezTo>
                        <a:pt x="55" y="103"/>
                        <a:pt x="47" y="99"/>
                        <a:pt x="42" y="92"/>
                      </a:cubicBezTo>
                      <a:cubicBezTo>
                        <a:pt x="37" y="99"/>
                        <a:pt x="29" y="103"/>
                        <a:pt x="20" y="103"/>
                      </a:cubicBezTo>
                      <a:cubicBezTo>
                        <a:pt x="12" y="103"/>
                        <a:pt x="5" y="99"/>
                        <a:pt x="0" y="94"/>
                      </a:cubicBezTo>
                      <a:cubicBezTo>
                        <a:pt x="4" y="105"/>
                        <a:pt x="14" y="113"/>
                        <a:pt x="27" y="113"/>
                      </a:cubicBezTo>
                      <a:cubicBezTo>
                        <a:pt x="36" y="113"/>
                        <a:pt x="45" y="109"/>
                        <a:pt x="50" y="102"/>
                      </a:cubicBezTo>
                      <a:cubicBezTo>
                        <a:pt x="55" y="109"/>
                        <a:pt x="63" y="113"/>
                        <a:pt x="73" y="113"/>
                      </a:cubicBezTo>
                      <a:cubicBezTo>
                        <a:pt x="87" y="113"/>
                        <a:pt x="99" y="102"/>
                        <a:pt x="101" y="88"/>
                      </a:cubicBezTo>
                      <a:cubicBezTo>
                        <a:pt x="114" y="86"/>
                        <a:pt x="125" y="74"/>
                        <a:pt x="125" y="60"/>
                      </a:cubicBezTo>
                      <a:cubicBezTo>
                        <a:pt x="125" y="53"/>
                        <a:pt x="122" y="46"/>
                        <a:pt x="117" y="41"/>
                      </a:cubicBezTo>
                      <a:close/>
                    </a:path>
                  </a:pathLst>
                </a:custGeom>
                <a:solidFill>
                  <a:srgbClr val="0094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6" name="ïṡḷîḓê" descr="4a411d4d-4692-4687-a1c0-0d6bb5409af7">
                  <a:extLst>
                    <a:ext uri="{FF2B5EF4-FFF2-40B4-BE49-F238E27FC236}">
                      <a16:creationId xmlns:a16="http://schemas.microsoft.com/office/drawing/2014/main" id="{E06EA234-91C1-234B-7664-C81D5E8CAC41}"/>
                    </a:ext>
                  </a:extLst>
                </p:cNvPr>
                <p:cNvSpPr/>
                <p:nvPr/>
              </p:nvSpPr>
              <p:spPr bwMode="auto">
                <a:xfrm>
                  <a:off x="7979209" y="3352491"/>
                  <a:ext cx="56340" cy="64732"/>
                </a:xfrm>
                <a:custGeom>
                  <a:avLst/>
                  <a:gdLst>
                    <a:gd name="T0" fmla="*/ 17 w 23"/>
                    <a:gd name="T1" fmla="*/ 26 h 26"/>
                    <a:gd name="T2" fmla="*/ 23 w 23"/>
                    <a:gd name="T3" fmla="*/ 22 h 26"/>
                    <a:gd name="T4" fmla="*/ 0 w 23"/>
                    <a:gd name="T5" fmla="*/ 0 h 26"/>
                    <a:gd name="T6" fmla="*/ 17 w 23"/>
                    <a:gd name="T7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6">
                      <a:moveTo>
                        <a:pt x="17" y="26"/>
                      </a:moveTo>
                      <a:cubicBezTo>
                        <a:pt x="18" y="25"/>
                        <a:pt x="20" y="24"/>
                        <a:pt x="23" y="22"/>
                      </a:cubicBezTo>
                      <a:cubicBezTo>
                        <a:pt x="20" y="9"/>
                        <a:pt x="9" y="2"/>
                        <a:pt x="0" y="0"/>
                      </a:cubicBezTo>
                      <a:cubicBezTo>
                        <a:pt x="7" y="4"/>
                        <a:pt x="15" y="18"/>
                        <a:pt x="17" y="26"/>
                      </a:cubicBezTo>
                      <a:close/>
                    </a:path>
                  </a:pathLst>
                </a:custGeom>
                <a:solidFill>
                  <a:srgbClr val="0094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7" name="ïSľiďe" descr="641aabfe-9bb7-4e88-aa50-4bb16af70662">
                  <a:extLst>
                    <a:ext uri="{FF2B5EF4-FFF2-40B4-BE49-F238E27FC236}">
                      <a16:creationId xmlns:a16="http://schemas.microsoft.com/office/drawing/2014/main" id="{E63919F4-ADC6-2099-3D3E-AEEB5D08AB10}"/>
                    </a:ext>
                  </a:extLst>
                </p:cNvPr>
                <p:cNvSpPr/>
                <p:nvPr/>
              </p:nvSpPr>
              <p:spPr bwMode="auto">
                <a:xfrm>
                  <a:off x="7782616" y="3570660"/>
                  <a:ext cx="56340" cy="47949"/>
                </a:xfrm>
                <a:custGeom>
                  <a:avLst/>
                  <a:gdLst>
                    <a:gd name="T0" fmla="*/ 21 w 23"/>
                    <a:gd name="T1" fmla="*/ 11 h 19"/>
                    <a:gd name="T2" fmla="*/ 0 w 23"/>
                    <a:gd name="T3" fmla="*/ 0 h 19"/>
                    <a:gd name="T4" fmla="*/ 23 w 23"/>
                    <a:gd name="T5" fmla="*/ 19 h 19"/>
                    <a:gd name="T6" fmla="*/ 21 w 23"/>
                    <a:gd name="T7" fmla="*/ 1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19">
                      <a:moveTo>
                        <a:pt x="21" y="11"/>
                      </a:moveTo>
                      <a:cubicBezTo>
                        <a:pt x="14" y="10"/>
                        <a:pt x="4" y="6"/>
                        <a:pt x="0" y="0"/>
                      </a:cubicBezTo>
                      <a:cubicBezTo>
                        <a:pt x="3" y="9"/>
                        <a:pt x="11" y="17"/>
                        <a:pt x="23" y="19"/>
                      </a:cubicBezTo>
                      <a:cubicBezTo>
                        <a:pt x="22" y="17"/>
                        <a:pt x="21" y="14"/>
                        <a:pt x="21" y="11"/>
                      </a:cubicBezTo>
                      <a:close/>
                    </a:path>
                  </a:pathLst>
                </a:custGeom>
                <a:solidFill>
                  <a:srgbClr val="0094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8" name="ïṩḷíďè" descr="8d9e0b5f-7671-4182-a38c-df4e4aa83d0b">
                  <a:extLst>
                    <a:ext uri="{FF2B5EF4-FFF2-40B4-BE49-F238E27FC236}">
                      <a16:creationId xmlns:a16="http://schemas.microsoft.com/office/drawing/2014/main" id="{B0B5F573-60EC-ED11-6851-A1D104749A80}"/>
                    </a:ext>
                  </a:extLst>
                </p:cNvPr>
                <p:cNvSpPr/>
                <p:nvPr/>
              </p:nvSpPr>
              <p:spPr bwMode="auto">
                <a:xfrm>
                  <a:off x="4855311" y="3603026"/>
                  <a:ext cx="67129" cy="254131"/>
                </a:xfrm>
                <a:custGeom>
                  <a:avLst/>
                  <a:gdLst>
                    <a:gd name="T0" fmla="*/ 25 w 27"/>
                    <a:gd name="T1" fmla="*/ 53 h 102"/>
                    <a:gd name="T2" fmla="*/ 16 w 27"/>
                    <a:gd name="T3" fmla="*/ 59 h 102"/>
                    <a:gd name="T4" fmla="*/ 12 w 27"/>
                    <a:gd name="T5" fmla="*/ 0 h 102"/>
                    <a:gd name="T6" fmla="*/ 2 w 27"/>
                    <a:gd name="T7" fmla="*/ 0 h 102"/>
                    <a:gd name="T8" fmla="*/ 0 w 27"/>
                    <a:gd name="T9" fmla="*/ 102 h 102"/>
                    <a:gd name="T10" fmla="*/ 18 w 27"/>
                    <a:gd name="T11" fmla="*/ 102 h 102"/>
                    <a:gd name="T12" fmla="*/ 16 w 27"/>
                    <a:gd name="T13" fmla="*/ 67 h 102"/>
                    <a:gd name="T14" fmla="*/ 26 w 27"/>
                    <a:gd name="T15" fmla="*/ 58 h 102"/>
                    <a:gd name="T16" fmla="*/ 25 w 27"/>
                    <a:gd name="T17" fmla="*/ 53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7" h="102">
                      <a:moveTo>
                        <a:pt x="25" y="53"/>
                      </a:moveTo>
                      <a:cubicBezTo>
                        <a:pt x="24" y="53"/>
                        <a:pt x="20" y="56"/>
                        <a:pt x="16" y="5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102"/>
                        <a:pt x="0" y="102"/>
                        <a:pt x="0" y="102"/>
                      </a:cubicBezTo>
                      <a:cubicBezTo>
                        <a:pt x="18" y="102"/>
                        <a:pt x="18" y="102"/>
                        <a:pt x="18" y="102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20" y="62"/>
                        <a:pt x="25" y="58"/>
                        <a:pt x="26" y="58"/>
                      </a:cubicBezTo>
                      <a:cubicBezTo>
                        <a:pt x="27" y="56"/>
                        <a:pt x="27" y="53"/>
                        <a:pt x="25" y="53"/>
                      </a:cubicBezTo>
                    </a:path>
                  </a:pathLst>
                </a:custGeom>
                <a:solidFill>
                  <a:srgbClr val="9B5F0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9" name="íŝľíḓé" descr="2a51edca-4027-4874-9d74-85a5148a37ca">
                  <a:extLst>
                    <a:ext uri="{FF2B5EF4-FFF2-40B4-BE49-F238E27FC236}">
                      <a16:creationId xmlns:a16="http://schemas.microsoft.com/office/drawing/2014/main" id="{D85F3482-D301-10DE-7C14-5A68BE9538EF}"/>
                    </a:ext>
                  </a:extLst>
                </p:cNvPr>
                <p:cNvSpPr/>
                <p:nvPr/>
              </p:nvSpPr>
              <p:spPr bwMode="auto">
                <a:xfrm>
                  <a:off x="4892472" y="3734886"/>
                  <a:ext cx="29968" cy="13186"/>
                </a:xfrm>
                <a:custGeom>
                  <a:avLst/>
                  <a:gdLst>
                    <a:gd name="T0" fmla="*/ 10 w 12"/>
                    <a:gd name="T1" fmla="*/ 0 h 5"/>
                    <a:gd name="T2" fmla="*/ 10 w 12"/>
                    <a:gd name="T3" fmla="*/ 0 h 5"/>
                    <a:gd name="T4" fmla="*/ 1 w 12"/>
                    <a:gd name="T5" fmla="*/ 5 h 5"/>
                    <a:gd name="T6" fmla="*/ 1 w 12"/>
                    <a:gd name="T7" fmla="*/ 5 h 5"/>
                    <a:gd name="T8" fmla="*/ 10 w 12"/>
                    <a:gd name="T9" fmla="*/ 0 h 5"/>
                    <a:gd name="T10" fmla="*/ 10 w 12"/>
                    <a:gd name="T11" fmla="*/ 0 h 5"/>
                    <a:gd name="T12" fmla="*/ 12 w 12"/>
                    <a:gd name="T13" fmla="*/ 2 h 5"/>
                    <a:gd name="T14" fmla="*/ 10 w 12"/>
                    <a:gd name="T15" fmla="*/ 0 h 5"/>
                    <a:gd name="T16" fmla="*/ 0 w 12"/>
                    <a:gd name="T17" fmla="*/ 0 h 5"/>
                    <a:gd name="T18" fmla="*/ 0 w 12"/>
                    <a:gd name="T19" fmla="*/ 0 h 5"/>
                    <a:gd name="T20" fmla="*/ 1 w 12"/>
                    <a:gd name="T21" fmla="*/ 5 h 5"/>
                    <a:gd name="T22" fmla="*/ 1 w 12"/>
                    <a:gd name="T23" fmla="*/ 5 h 5"/>
                    <a:gd name="T24" fmla="*/ 0 w 12"/>
                    <a:gd name="T2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" h="5">
                      <a:moveTo>
                        <a:pt x="10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9" y="0"/>
                        <a:pt x="5" y="3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5" y="3"/>
                        <a:pt x="9" y="0"/>
                        <a:pt x="10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1" y="0"/>
                        <a:pt x="12" y="1"/>
                        <a:pt x="12" y="2"/>
                      </a:cubicBezTo>
                      <a:cubicBezTo>
                        <a:pt x="12" y="1"/>
                        <a:pt x="11" y="0"/>
                        <a:pt x="10" y="0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5A80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0" name="ïṡḷîḑé" descr="cd215693-bb07-4201-a647-4abc427266c8">
                  <a:extLst>
                    <a:ext uri="{FF2B5EF4-FFF2-40B4-BE49-F238E27FC236}">
                      <a16:creationId xmlns:a16="http://schemas.microsoft.com/office/drawing/2014/main" id="{CB7FD210-1553-D884-A0DD-F1F57936B1B4}"/>
                    </a:ext>
                  </a:extLst>
                </p:cNvPr>
                <p:cNvSpPr/>
                <p:nvPr/>
              </p:nvSpPr>
              <p:spPr bwMode="auto">
                <a:xfrm>
                  <a:off x="4875690" y="3603026"/>
                  <a:ext cx="16782" cy="131861"/>
                </a:xfrm>
                <a:custGeom>
                  <a:avLst/>
                  <a:gdLst>
                    <a:gd name="T0" fmla="*/ 8 w 14"/>
                    <a:gd name="T1" fmla="*/ 0 h 110"/>
                    <a:gd name="T2" fmla="*/ 0 w 14"/>
                    <a:gd name="T3" fmla="*/ 0 h 110"/>
                    <a:gd name="T4" fmla="*/ 8 w 14"/>
                    <a:gd name="T5" fmla="*/ 0 h 110"/>
                    <a:gd name="T6" fmla="*/ 14 w 14"/>
                    <a:gd name="T7" fmla="*/ 110 h 110"/>
                    <a:gd name="T8" fmla="*/ 14 w 14"/>
                    <a:gd name="T9" fmla="*/ 110 h 110"/>
                    <a:gd name="T10" fmla="*/ 8 w 14"/>
                    <a:gd name="T11" fmla="*/ 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" h="110">
                      <a:moveTo>
                        <a:pt x="8" y="0"/>
                      </a:moveTo>
                      <a:lnTo>
                        <a:pt x="0" y="0"/>
                      </a:lnTo>
                      <a:lnTo>
                        <a:pt x="8" y="0"/>
                      </a:lnTo>
                      <a:lnTo>
                        <a:pt x="14" y="110"/>
                      </a:lnTo>
                      <a:lnTo>
                        <a:pt x="14" y="11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CA9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1" name="ïş1íḑè" descr="9f468b19-fd40-4ceb-b5f9-7fd951f20d3c">
                  <a:extLst>
                    <a:ext uri="{FF2B5EF4-FFF2-40B4-BE49-F238E27FC236}">
                      <a16:creationId xmlns:a16="http://schemas.microsoft.com/office/drawing/2014/main" id="{D6E2E055-AA68-40B5-9C57-918D68C98E3D}"/>
                    </a:ext>
                  </a:extLst>
                </p:cNvPr>
                <p:cNvSpPr/>
                <p:nvPr/>
              </p:nvSpPr>
              <p:spPr bwMode="auto">
                <a:xfrm>
                  <a:off x="4875690" y="3603026"/>
                  <a:ext cx="16782" cy="131861"/>
                </a:xfrm>
                <a:custGeom>
                  <a:avLst/>
                  <a:gdLst>
                    <a:gd name="T0" fmla="*/ 8 w 14"/>
                    <a:gd name="T1" fmla="*/ 0 h 110"/>
                    <a:gd name="T2" fmla="*/ 0 w 14"/>
                    <a:gd name="T3" fmla="*/ 0 h 110"/>
                    <a:gd name="T4" fmla="*/ 8 w 14"/>
                    <a:gd name="T5" fmla="*/ 0 h 110"/>
                    <a:gd name="T6" fmla="*/ 14 w 14"/>
                    <a:gd name="T7" fmla="*/ 110 h 110"/>
                    <a:gd name="T8" fmla="*/ 14 w 14"/>
                    <a:gd name="T9" fmla="*/ 110 h 110"/>
                    <a:gd name="T10" fmla="*/ 8 w 14"/>
                    <a:gd name="T11" fmla="*/ 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" h="110">
                      <a:moveTo>
                        <a:pt x="8" y="0"/>
                      </a:moveTo>
                      <a:lnTo>
                        <a:pt x="0" y="0"/>
                      </a:lnTo>
                      <a:lnTo>
                        <a:pt x="8" y="0"/>
                      </a:lnTo>
                      <a:lnTo>
                        <a:pt x="14" y="110"/>
                      </a:lnTo>
                      <a:lnTo>
                        <a:pt x="14" y="110"/>
                      </a:lnTo>
                      <a:lnTo>
                        <a:pt x="8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2" name="îŝḷîḋè" descr="57c1abb9-3e4e-454d-83fd-518c4075bade">
                  <a:extLst>
                    <a:ext uri="{FF2B5EF4-FFF2-40B4-BE49-F238E27FC236}">
                      <a16:creationId xmlns:a16="http://schemas.microsoft.com/office/drawing/2014/main" id="{9A0DC70F-7F11-6FDE-7965-A2BAF0A0BA70}"/>
                    </a:ext>
                  </a:extLst>
                </p:cNvPr>
                <p:cNvSpPr/>
                <p:nvPr/>
              </p:nvSpPr>
              <p:spPr bwMode="auto">
                <a:xfrm>
                  <a:off x="4917645" y="3745675"/>
                  <a:ext cx="2397" cy="2397"/>
                </a:xfrm>
                <a:custGeom>
                  <a:avLst/>
                  <a:gdLst>
                    <a:gd name="T0" fmla="*/ 1 w 1"/>
                    <a:gd name="T1" fmla="*/ 0 h 1"/>
                    <a:gd name="T2" fmla="*/ 1 w 1"/>
                    <a:gd name="T3" fmla="*/ 1 h 1"/>
                    <a:gd name="T4" fmla="*/ 0 w 1"/>
                    <a:gd name="T5" fmla="*/ 1 h 1"/>
                    <a:gd name="T6" fmla="*/ 0 w 1"/>
                    <a:gd name="T7" fmla="*/ 1 h 1"/>
                    <a:gd name="T8" fmla="*/ 1 w 1"/>
                    <a:gd name="T9" fmla="*/ 1 h 1"/>
                    <a:gd name="T10" fmla="*/ 1 w 1"/>
                    <a:gd name="T11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5A80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3" name="iśļîďê" descr="7c835ba3-9203-4cbc-ac8a-011a8a546605">
                  <a:extLst>
                    <a:ext uri="{FF2B5EF4-FFF2-40B4-BE49-F238E27FC236}">
                      <a16:creationId xmlns:a16="http://schemas.microsoft.com/office/drawing/2014/main" id="{3325AEB8-C76D-C4DA-254D-0C78BFF143E4}"/>
                    </a:ext>
                  </a:extLst>
                </p:cNvPr>
                <p:cNvSpPr/>
                <p:nvPr/>
              </p:nvSpPr>
              <p:spPr bwMode="auto">
                <a:xfrm>
                  <a:off x="4875690" y="3603026"/>
                  <a:ext cx="46751" cy="254131"/>
                </a:xfrm>
                <a:custGeom>
                  <a:avLst/>
                  <a:gdLst>
                    <a:gd name="T0" fmla="*/ 4 w 19"/>
                    <a:gd name="T1" fmla="*/ 0 h 102"/>
                    <a:gd name="T2" fmla="*/ 0 w 19"/>
                    <a:gd name="T3" fmla="*/ 0 h 102"/>
                    <a:gd name="T4" fmla="*/ 0 w 19"/>
                    <a:gd name="T5" fmla="*/ 102 h 102"/>
                    <a:gd name="T6" fmla="*/ 10 w 19"/>
                    <a:gd name="T7" fmla="*/ 102 h 102"/>
                    <a:gd name="T8" fmla="*/ 10 w 19"/>
                    <a:gd name="T9" fmla="*/ 94 h 102"/>
                    <a:gd name="T10" fmla="*/ 9 w 19"/>
                    <a:gd name="T11" fmla="*/ 87 h 102"/>
                    <a:gd name="T12" fmla="*/ 8 w 19"/>
                    <a:gd name="T13" fmla="*/ 67 h 102"/>
                    <a:gd name="T14" fmla="*/ 12 w 19"/>
                    <a:gd name="T15" fmla="*/ 63 h 102"/>
                    <a:gd name="T16" fmla="*/ 17 w 19"/>
                    <a:gd name="T17" fmla="*/ 58 h 102"/>
                    <a:gd name="T18" fmla="*/ 18 w 19"/>
                    <a:gd name="T19" fmla="*/ 58 h 102"/>
                    <a:gd name="T20" fmla="*/ 18 w 19"/>
                    <a:gd name="T21" fmla="*/ 57 h 102"/>
                    <a:gd name="T22" fmla="*/ 19 w 19"/>
                    <a:gd name="T23" fmla="*/ 55 h 102"/>
                    <a:gd name="T24" fmla="*/ 17 w 19"/>
                    <a:gd name="T25" fmla="*/ 53 h 102"/>
                    <a:gd name="T26" fmla="*/ 17 w 19"/>
                    <a:gd name="T27" fmla="*/ 53 h 102"/>
                    <a:gd name="T28" fmla="*/ 8 w 19"/>
                    <a:gd name="T29" fmla="*/ 58 h 102"/>
                    <a:gd name="T30" fmla="*/ 8 w 19"/>
                    <a:gd name="T31" fmla="*/ 59 h 102"/>
                    <a:gd name="T32" fmla="*/ 8 w 19"/>
                    <a:gd name="T33" fmla="*/ 58 h 102"/>
                    <a:gd name="T34" fmla="*/ 7 w 19"/>
                    <a:gd name="T35" fmla="*/ 53 h 102"/>
                    <a:gd name="T36" fmla="*/ 4 w 19"/>
                    <a:gd name="T37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9" h="102">
                      <a:moveTo>
                        <a:pt x="4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02"/>
                        <a:pt x="0" y="102"/>
                        <a:pt x="0" y="102"/>
                      </a:cubicBezTo>
                      <a:cubicBezTo>
                        <a:pt x="10" y="102"/>
                        <a:pt x="10" y="102"/>
                        <a:pt x="10" y="102"/>
                      </a:cubicBezTo>
                      <a:cubicBezTo>
                        <a:pt x="10" y="94"/>
                        <a:pt x="10" y="94"/>
                        <a:pt x="10" y="94"/>
                      </a:cubicBezTo>
                      <a:cubicBezTo>
                        <a:pt x="9" y="87"/>
                        <a:pt x="9" y="87"/>
                        <a:pt x="9" y="87"/>
                      </a:cubicBezTo>
                      <a:cubicBezTo>
                        <a:pt x="8" y="67"/>
                        <a:pt x="8" y="67"/>
                        <a:pt x="8" y="67"/>
                      </a:cubicBezTo>
                      <a:cubicBezTo>
                        <a:pt x="9" y="66"/>
                        <a:pt x="11" y="64"/>
                        <a:pt x="12" y="63"/>
                      </a:cubicBezTo>
                      <a:cubicBezTo>
                        <a:pt x="14" y="61"/>
                        <a:pt x="16" y="59"/>
                        <a:pt x="17" y="58"/>
                      </a:cubicBezTo>
                      <a:cubicBezTo>
                        <a:pt x="17" y="58"/>
                        <a:pt x="18" y="58"/>
                        <a:pt x="18" y="58"/>
                      </a:cubicBezTo>
                      <a:cubicBezTo>
                        <a:pt x="18" y="57"/>
                        <a:pt x="18" y="57"/>
                        <a:pt x="18" y="57"/>
                      </a:cubicBezTo>
                      <a:cubicBezTo>
                        <a:pt x="19" y="56"/>
                        <a:pt x="19" y="56"/>
                        <a:pt x="19" y="55"/>
                      </a:cubicBezTo>
                      <a:cubicBezTo>
                        <a:pt x="19" y="54"/>
                        <a:pt x="18" y="53"/>
                        <a:pt x="17" y="53"/>
                      </a:cubicBezTo>
                      <a:cubicBezTo>
                        <a:pt x="17" y="53"/>
                        <a:pt x="17" y="53"/>
                        <a:pt x="17" y="53"/>
                      </a:cubicBezTo>
                      <a:cubicBezTo>
                        <a:pt x="16" y="53"/>
                        <a:pt x="12" y="56"/>
                        <a:pt x="8" y="58"/>
                      </a:cubicBezTo>
                      <a:cubicBezTo>
                        <a:pt x="8" y="58"/>
                        <a:pt x="8" y="58"/>
                        <a:pt x="8" y="59"/>
                      </a:cubicBezTo>
                      <a:cubicBezTo>
                        <a:pt x="8" y="58"/>
                        <a:pt x="8" y="58"/>
                        <a:pt x="8" y="58"/>
                      </a:cubicBezTo>
                      <a:cubicBezTo>
                        <a:pt x="7" y="53"/>
                        <a:pt x="7" y="53"/>
                        <a:pt x="7" y="53"/>
                      </a:cubicBezTo>
                      <a:cubicBezTo>
                        <a:pt x="4" y="0"/>
                        <a:pt x="4" y="0"/>
                        <a:pt x="4" y="0"/>
                      </a:cubicBezTo>
                    </a:path>
                  </a:pathLst>
                </a:custGeom>
                <a:solidFill>
                  <a:srgbClr val="723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4" name="iŝlïďé" descr="19760743-f03d-40ee-a2d3-23810a0502de">
                  <a:extLst>
                    <a:ext uri="{FF2B5EF4-FFF2-40B4-BE49-F238E27FC236}">
                      <a16:creationId xmlns:a16="http://schemas.microsoft.com/office/drawing/2014/main" id="{D3CB42E5-CA95-B960-5F76-A009138EA42F}"/>
                    </a:ext>
                  </a:extLst>
                </p:cNvPr>
                <p:cNvSpPr/>
                <p:nvPr/>
              </p:nvSpPr>
              <p:spPr bwMode="auto">
                <a:xfrm>
                  <a:off x="4686290" y="3389651"/>
                  <a:ext cx="374005" cy="330850"/>
                </a:xfrm>
                <a:custGeom>
                  <a:avLst/>
                  <a:gdLst>
                    <a:gd name="T0" fmla="*/ 150 w 150"/>
                    <a:gd name="T1" fmla="*/ 80 h 133"/>
                    <a:gd name="T2" fmla="*/ 142 w 150"/>
                    <a:gd name="T3" fmla="*/ 60 h 133"/>
                    <a:gd name="T4" fmla="*/ 145 w 150"/>
                    <a:gd name="T5" fmla="*/ 48 h 133"/>
                    <a:gd name="T6" fmla="*/ 117 w 150"/>
                    <a:gd name="T7" fmla="*/ 19 h 133"/>
                    <a:gd name="T8" fmla="*/ 103 w 150"/>
                    <a:gd name="T9" fmla="*/ 23 h 133"/>
                    <a:gd name="T10" fmla="*/ 75 w 150"/>
                    <a:gd name="T11" fmla="*/ 0 h 133"/>
                    <a:gd name="T12" fmla="*/ 47 w 150"/>
                    <a:gd name="T13" fmla="*/ 23 h 133"/>
                    <a:gd name="T14" fmla="*/ 33 w 150"/>
                    <a:gd name="T15" fmla="*/ 19 h 133"/>
                    <a:gd name="T16" fmla="*/ 5 w 150"/>
                    <a:gd name="T17" fmla="*/ 48 h 133"/>
                    <a:gd name="T18" fmla="*/ 8 w 150"/>
                    <a:gd name="T19" fmla="*/ 60 h 133"/>
                    <a:gd name="T20" fmla="*/ 0 w 150"/>
                    <a:gd name="T21" fmla="*/ 80 h 133"/>
                    <a:gd name="T22" fmla="*/ 24 w 150"/>
                    <a:gd name="T23" fmla="*/ 108 h 133"/>
                    <a:gd name="T24" fmla="*/ 52 w 150"/>
                    <a:gd name="T25" fmla="*/ 133 h 133"/>
                    <a:gd name="T26" fmla="*/ 75 w 150"/>
                    <a:gd name="T27" fmla="*/ 121 h 133"/>
                    <a:gd name="T28" fmla="*/ 98 w 150"/>
                    <a:gd name="T29" fmla="*/ 133 h 133"/>
                    <a:gd name="T30" fmla="*/ 126 w 150"/>
                    <a:gd name="T31" fmla="*/ 108 h 133"/>
                    <a:gd name="T32" fmla="*/ 150 w 150"/>
                    <a:gd name="T33" fmla="*/ 80 h 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50" h="133">
                      <a:moveTo>
                        <a:pt x="150" y="80"/>
                      </a:moveTo>
                      <a:cubicBezTo>
                        <a:pt x="150" y="72"/>
                        <a:pt x="147" y="65"/>
                        <a:pt x="142" y="60"/>
                      </a:cubicBezTo>
                      <a:cubicBezTo>
                        <a:pt x="144" y="57"/>
                        <a:pt x="145" y="52"/>
                        <a:pt x="145" y="48"/>
                      </a:cubicBezTo>
                      <a:cubicBezTo>
                        <a:pt x="145" y="32"/>
                        <a:pt x="132" y="19"/>
                        <a:pt x="117" y="19"/>
                      </a:cubicBezTo>
                      <a:cubicBezTo>
                        <a:pt x="112" y="19"/>
                        <a:pt x="107" y="21"/>
                        <a:pt x="103" y="23"/>
                      </a:cubicBezTo>
                      <a:cubicBezTo>
                        <a:pt x="100" y="10"/>
                        <a:pt x="89" y="0"/>
                        <a:pt x="75" y="0"/>
                      </a:cubicBezTo>
                      <a:cubicBezTo>
                        <a:pt x="61" y="0"/>
                        <a:pt x="50" y="10"/>
                        <a:pt x="47" y="23"/>
                      </a:cubicBezTo>
                      <a:cubicBezTo>
                        <a:pt x="43" y="21"/>
                        <a:pt x="38" y="19"/>
                        <a:pt x="33" y="19"/>
                      </a:cubicBezTo>
                      <a:cubicBezTo>
                        <a:pt x="18" y="19"/>
                        <a:pt x="5" y="32"/>
                        <a:pt x="5" y="48"/>
                      </a:cubicBezTo>
                      <a:cubicBezTo>
                        <a:pt x="5" y="52"/>
                        <a:pt x="6" y="57"/>
                        <a:pt x="8" y="60"/>
                      </a:cubicBezTo>
                      <a:cubicBezTo>
                        <a:pt x="3" y="65"/>
                        <a:pt x="0" y="72"/>
                        <a:pt x="0" y="80"/>
                      </a:cubicBezTo>
                      <a:cubicBezTo>
                        <a:pt x="0" y="94"/>
                        <a:pt x="10" y="106"/>
                        <a:pt x="24" y="108"/>
                      </a:cubicBezTo>
                      <a:cubicBezTo>
                        <a:pt x="26" y="122"/>
                        <a:pt x="38" y="133"/>
                        <a:pt x="52" y="133"/>
                      </a:cubicBezTo>
                      <a:cubicBezTo>
                        <a:pt x="62" y="133"/>
                        <a:pt x="70" y="128"/>
                        <a:pt x="75" y="121"/>
                      </a:cubicBezTo>
                      <a:cubicBezTo>
                        <a:pt x="80" y="128"/>
                        <a:pt x="89" y="133"/>
                        <a:pt x="98" y="133"/>
                      </a:cubicBezTo>
                      <a:cubicBezTo>
                        <a:pt x="112" y="133"/>
                        <a:pt x="124" y="122"/>
                        <a:pt x="126" y="108"/>
                      </a:cubicBezTo>
                      <a:cubicBezTo>
                        <a:pt x="140" y="106"/>
                        <a:pt x="150" y="94"/>
                        <a:pt x="150" y="80"/>
                      </a:cubicBezTo>
                      <a:close/>
                    </a:path>
                  </a:pathLst>
                </a:custGeom>
                <a:solidFill>
                  <a:srgbClr val="00B08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5" name="iṡļiḓè" descr="8b0bb0c8-edde-4d97-922a-d4c86a704901">
                  <a:extLst>
                    <a:ext uri="{FF2B5EF4-FFF2-40B4-BE49-F238E27FC236}">
                      <a16:creationId xmlns:a16="http://schemas.microsoft.com/office/drawing/2014/main" id="{9FDD1E7F-B5E7-7E3B-509E-4247962105A2}"/>
                    </a:ext>
                  </a:extLst>
                </p:cNvPr>
                <p:cNvSpPr/>
                <p:nvPr/>
              </p:nvSpPr>
              <p:spPr bwMode="auto">
                <a:xfrm>
                  <a:off x="4748624" y="3438799"/>
                  <a:ext cx="311670" cy="281702"/>
                </a:xfrm>
                <a:custGeom>
                  <a:avLst/>
                  <a:gdLst>
                    <a:gd name="T0" fmla="*/ 117 w 125"/>
                    <a:gd name="T1" fmla="*/ 40 h 113"/>
                    <a:gd name="T2" fmla="*/ 120 w 125"/>
                    <a:gd name="T3" fmla="*/ 28 h 113"/>
                    <a:gd name="T4" fmla="*/ 96 w 125"/>
                    <a:gd name="T5" fmla="*/ 0 h 113"/>
                    <a:gd name="T6" fmla="*/ 109 w 125"/>
                    <a:gd name="T7" fmla="*/ 22 h 113"/>
                    <a:gd name="T8" fmla="*/ 106 w 125"/>
                    <a:gd name="T9" fmla="*/ 34 h 113"/>
                    <a:gd name="T10" fmla="*/ 113 w 125"/>
                    <a:gd name="T11" fmla="*/ 53 h 113"/>
                    <a:gd name="T12" fmla="*/ 91 w 125"/>
                    <a:gd name="T13" fmla="*/ 79 h 113"/>
                    <a:gd name="T14" fmla="*/ 64 w 125"/>
                    <a:gd name="T15" fmla="*/ 103 h 113"/>
                    <a:gd name="T16" fmla="*/ 42 w 125"/>
                    <a:gd name="T17" fmla="*/ 92 h 113"/>
                    <a:gd name="T18" fmla="*/ 21 w 125"/>
                    <a:gd name="T19" fmla="*/ 103 h 113"/>
                    <a:gd name="T20" fmla="*/ 0 w 125"/>
                    <a:gd name="T21" fmla="*/ 93 h 113"/>
                    <a:gd name="T22" fmla="*/ 27 w 125"/>
                    <a:gd name="T23" fmla="*/ 113 h 113"/>
                    <a:gd name="T24" fmla="*/ 50 w 125"/>
                    <a:gd name="T25" fmla="*/ 101 h 113"/>
                    <a:gd name="T26" fmla="*/ 73 w 125"/>
                    <a:gd name="T27" fmla="*/ 113 h 113"/>
                    <a:gd name="T28" fmla="*/ 101 w 125"/>
                    <a:gd name="T29" fmla="*/ 88 h 113"/>
                    <a:gd name="T30" fmla="*/ 125 w 125"/>
                    <a:gd name="T31" fmla="*/ 60 h 113"/>
                    <a:gd name="T32" fmla="*/ 117 w 125"/>
                    <a:gd name="T33" fmla="*/ 4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25" h="113">
                      <a:moveTo>
                        <a:pt x="117" y="40"/>
                      </a:moveTo>
                      <a:cubicBezTo>
                        <a:pt x="119" y="37"/>
                        <a:pt x="120" y="32"/>
                        <a:pt x="120" y="28"/>
                      </a:cubicBezTo>
                      <a:cubicBezTo>
                        <a:pt x="120" y="14"/>
                        <a:pt x="110" y="2"/>
                        <a:pt x="96" y="0"/>
                      </a:cubicBezTo>
                      <a:cubicBezTo>
                        <a:pt x="104" y="5"/>
                        <a:pt x="109" y="13"/>
                        <a:pt x="109" y="22"/>
                      </a:cubicBezTo>
                      <a:cubicBezTo>
                        <a:pt x="109" y="27"/>
                        <a:pt x="108" y="31"/>
                        <a:pt x="106" y="34"/>
                      </a:cubicBezTo>
                      <a:cubicBezTo>
                        <a:pt x="110" y="39"/>
                        <a:pt x="113" y="45"/>
                        <a:pt x="113" y="53"/>
                      </a:cubicBezTo>
                      <a:cubicBezTo>
                        <a:pt x="113" y="66"/>
                        <a:pt x="103" y="77"/>
                        <a:pt x="91" y="79"/>
                      </a:cubicBezTo>
                      <a:cubicBezTo>
                        <a:pt x="89" y="92"/>
                        <a:pt x="78" y="103"/>
                        <a:pt x="64" y="103"/>
                      </a:cubicBezTo>
                      <a:cubicBezTo>
                        <a:pt x="55" y="103"/>
                        <a:pt x="47" y="98"/>
                        <a:pt x="42" y="92"/>
                      </a:cubicBezTo>
                      <a:cubicBezTo>
                        <a:pt x="37" y="98"/>
                        <a:pt x="29" y="103"/>
                        <a:pt x="21" y="103"/>
                      </a:cubicBezTo>
                      <a:cubicBezTo>
                        <a:pt x="12" y="103"/>
                        <a:pt x="5" y="99"/>
                        <a:pt x="0" y="93"/>
                      </a:cubicBezTo>
                      <a:cubicBezTo>
                        <a:pt x="4" y="105"/>
                        <a:pt x="15" y="113"/>
                        <a:pt x="27" y="113"/>
                      </a:cubicBezTo>
                      <a:cubicBezTo>
                        <a:pt x="37" y="113"/>
                        <a:pt x="45" y="108"/>
                        <a:pt x="50" y="101"/>
                      </a:cubicBezTo>
                      <a:cubicBezTo>
                        <a:pt x="55" y="108"/>
                        <a:pt x="64" y="113"/>
                        <a:pt x="73" y="113"/>
                      </a:cubicBezTo>
                      <a:cubicBezTo>
                        <a:pt x="87" y="113"/>
                        <a:pt x="99" y="102"/>
                        <a:pt x="101" y="88"/>
                      </a:cubicBezTo>
                      <a:cubicBezTo>
                        <a:pt x="115" y="86"/>
                        <a:pt x="125" y="74"/>
                        <a:pt x="125" y="60"/>
                      </a:cubicBezTo>
                      <a:cubicBezTo>
                        <a:pt x="125" y="52"/>
                        <a:pt x="122" y="45"/>
                        <a:pt x="117" y="40"/>
                      </a:cubicBezTo>
                      <a:close/>
                    </a:path>
                  </a:pathLst>
                </a:custGeom>
                <a:solidFill>
                  <a:srgbClr val="0094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6" name="iśľïḋê" descr="94c07559-b1f5-4177-a11f-842968f8a118">
                  <a:extLst>
                    <a:ext uri="{FF2B5EF4-FFF2-40B4-BE49-F238E27FC236}">
                      <a16:creationId xmlns:a16="http://schemas.microsoft.com/office/drawing/2014/main" id="{382189D9-F448-F740-6922-6A0CF4F6B6F6}"/>
                    </a:ext>
                  </a:extLst>
                </p:cNvPr>
                <p:cNvSpPr/>
                <p:nvPr/>
              </p:nvSpPr>
              <p:spPr bwMode="auto">
                <a:xfrm>
                  <a:off x="4885279" y="3392049"/>
                  <a:ext cx="57539" cy="64732"/>
                </a:xfrm>
                <a:custGeom>
                  <a:avLst/>
                  <a:gdLst>
                    <a:gd name="T0" fmla="*/ 17 w 23"/>
                    <a:gd name="T1" fmla="*/ 26 h 26"/>
                    <a:gd name="T2" fmla="*/ 23 w 23"/>
                    <a:gd name="T3" fmla="*/ 22 h 26"/>
                    <a:gd name="T4" fmla="*/ 0 w 23"/>
                    <a:gd name="T5" fmla="*/ 0 h 26"/>
                    <a:gd name="T6" fmla="*/ 17 w 23"/>
                    <a:gd name="T7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6">
                      <a:moveTo>
                        <a:pt x="17" y="26"/>
                      </a:moveTo>
                      <a:cubicBezTo>
                        <a:pt x="18" y="24"/>
                        <a:pt x="20" y="24"/>
                        <a:pt x="23" y="22"/>
                      </a:cubicBezTo>
                      <a:cubicBezTo>
                        <a:pt x="20" y="8"/>
                        <a:pt x="9" y="1"/>
                        <a:pt x="0" y="0"/>
                      </a:cubicBezTo>
                      <a:cubicBezTo>
                        <a:pt x="7" y="3"/>
                        <a:pt x="15" y="18"/>
                        <a:pt x="17" y="26"/>
                      </a:cubicBezTo>
                      <a:close/>
                    </a:path>
                  </a:pathLst>
                </a:custGeom>
                <a:solidFill>
                  <a:srgbClr val="0094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7" name="iṩḻíḓe" descr="1fb41d6d-90ca-4d63-a6f9-007d26ca7315">
                  <a:extLst>
                    <a:ext uri="{FF2B5EF4-FFF2-40B4-BE49-F238E27FC236}">
                      <a16:creationId xmlns:a16="http://schemas.microsoft.com/office/drawing/2014/main" id="{3489150C-5E68-5053-CBA4-F3B3446A2FF3}"/>
                    </a:ext>
                  </a:extLst>
                </p:cNvPr>
                <p:cNvSpPr/>
                <p:nvPr/>
              </p:nvSpPr>
              <p:spPr bwMode="auto">
                <a:xfrm>
                  <a:off x="4688687" y="3607821"/>
                  <a:ext cx="57539" cy="50347"/>
                </a:xfrm>
                <a:custGeom>
                  <a:avLst/>
                  <a:gdLst>
                    <a:gd name="T0" fmla="*/ 21 w 23"/>
                    <a:gd name="T1" fmla="*/ 12 h 20"/>
                    <a:gd name="T2" fmla="*/ 0 w 23"/>
                    <a:gd name="T3" fmla="*/ 0 h 20"/>
                    <a:gd name="T4" fmla="*/ 23 w 23"/>
                    <a:gd name="T5" fmla="*/ 20 h 20"/>
                    <a:gd name="T6" fmla="*/ 21 w 23"/>
                    <a:gd name="T7" fmla="*/ 12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0">
                      <a:moveTo>
                        <a:pt x="21" y="12"/>
                      </a:moveTo>
                      <a:cubicBezTo>
                        <a:pt x="14" y="10"/>
                        <a:pt x="4" y="6"/>
                        <a:pt x="0" y="0"/>
                      </a:cubicBezTo>
                      <a:cubicBezTo>
                        <a:pt x="3" y="10"/>
                        <a:pt x="11" y="18"/>
                        <a:pt x="23" y="20"/>
                      </a:cubicBezTo>
                      <a:cubicBezTo>
                        <a:pt x="22" y="17"/>
                        <a:pt x="21" y="15"/>
                        <a:pt x="21" y="12"/>
                      </a:cubicBezTo>
                      <a:close/>
                    </a:path>
                  </a:pathLst>
                </a:custGeom>
                <a:solidFill>
                  <a:srgbClr val="0094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8" name="îŝľiḍé" descr="34956e60-f554-4703-878d-746681b3f1b2">
                  <a:extLst>
                    <a:ext uri="{FF2B5EF4-FFF2-40B4-BE49-F238E27FC236}">
                      <a16:creationId xmlns:a16="http://schemas.microsoft.com/office/drawing/2014/main" id="{F62DF0F3-4439-CC0A-30EC-AB9FF2E84B31}"/>
                    </a:ext>
                  </a:extLst>
                </p:cNvPr>
                <p:cNvSpPr/>
                <p:nvPr/>
              </p:nvSpPr>
              <p:spPr bwMode="auto">
                <a:xfrm>
                  <a:off x="6382497" y="3595833"/>
                  <a:ext cx="67129" cy="254131"/>
                </a:xfrm>
                <a:custGeom>
                  <a:avLst/>
                  <a:gdLst>
                    <a:gd name="T0" fmla="*/ 25 w 27"/>
                    <a:gd name="T1" fmla="*/ 54 h 102"/>
                    <a:gd name="T2" fmla="*/ 15 w 27"/>
                    <a:gd name="T3" fmla="*/ 59 h 102"/>
                    <a:gd name="T4" fmla="*/ 12 w 27"/>
                    <a:gd name="T5" fmla="*/ 0 h 102"/>
                    <a:gd name="T6" fmla="*/ 2 w 27"/>
                    <a:gd name="T7" fmla="*/ 0 h 102"/>
                    <a:gd name="T8" fmla="*/ 0 w 27"/>
                    <a:gd name="T9" fmla="*/ 102 h 102"/>
                    <a:gd name="T10" fmla="*/ 18 w 27"/>
                    <a:gd name="T11" fmla="*/ 102 h 102"/>
                    <a:gd name="T12" fmla="*/ 16 w 27"/>
                    <a:gd name="T13" fmla="*/ 67 h 102"/>
                    <a:gd name="T14" fmla="*/ 26 w 27"/>
                    <a:gd name="T15" fmla="*/ 58 h 102"/>
                    <a:gd name="T16" fmla="*/ 25 w 27"/>
                    <a:gd name="T17" fmla="*/ 54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7" h="102">
                      <a:moveTo>
                        <a:pt x="25" y="54"/>
                      </a:moveTo>
                      <a:cubicBezTo>
                        <a:pt x="24" y="54"/>
                        <a:pt x="20" y="56"/>
                        <a:pt x="15" y="59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102"/>
                        <a:pt x="0" y="102"/>
                        <a:pt x="0" y="102"/>
                      </a:cubicBezTo>
                      <a:cubicBezTo>
                        <a:pt x="18" y="102"/>
                        <a:pt x="18" y="102"/>
                        <a:pt x="18" y="102"/>
                      </a:cubicBezTo>
                      <a:cubicBezTo>
                        <a:pt x="16" y="67"/>
                        <a:pt x="16" y="67"/>
                        <a:pt x="16" y="67"/>
                      </a:cubicBezTo>
                      <a:cubicBezTo>
                        <a:pt x="20" y="63"/>
                        <a:pt x="25" y="59"/>
                        <a:pt x="26" y="58"/>
                      </a:cubicBezTo>
                      <a:cubicBezTo>
                        <a:pt x="27" y="57"/>
                        <a:pt x="27" y="54"/>
                        <a:pt x="25" y="54"/>
                      </a:cubicBezTo>
                    </a:path>
                  </a:pathLst>
                </a:custGeom>
                <a:solidFill>
                  <a:srgbClr val="9B5F0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39" name="ïśľïḋê" descr="388c611e-a5f8-4ef8-9a03-3465cd856552">
                  <a:extLst>
                    <a:ext uri="{FF2B5EF4-FFF2-40B4-BE49-F238E27FC236}">
                      <a16:creationId xmlns:a16="http://schemas.microsoft.com/office/drawing/2014/main" id="{C5B89F0E-A45F-B54C-77C3-64386D08889D}"/>
                    </a:ext>
                  </a:extLst>
                </p:cNvPr>
                <p:cNvSpPr/>
                <p:nvPr/>
              </p:nvSpPr>
              <p:spPr bwMode="auto">
                <a:xfrm>
                  <a:off x="6419657" y="3734886"/>
                  <a:ext cx="27571" cy="13186"/>
                </a:xfrm>
                <a:custGeom>
                  <a:avLst/>
                  <a:gdLst>
                    <a:gd name="T0" fmla="*/ 11 w 11"/>
                    <a:gd name="T1" fmla="*/ 2 h 5"/>
                    <a:gd name="T2" fmla="*/ 11 w 11"/>
                    <a:gd name="T3" fmla="*/ 2 h 5"/>
                    <a:gd name="T4" fmla="*/ 7 w 11"/>
                    <a:gd name="T5" fmla="*/ 5 h 5"/>
                    <a:gd name="T6" fmla="*/ 7 w 11"/>
                    <a:gd name="T7" fmla="*/ 5 h 5"/>
                    <a:gd name="T8" fmla="*/ 10 w 11"/>
                    <a:gd name="T9" fmla="*/ 2 h 5"/>
                    <a:gd name="T10" fmla="*/ 11 w 11"/>
                    <a:gd name="T11" fmla="*/ 2 h 5"/>
                    <a:gd name="T12" fmla="*/ 6 w 11"/>
                    <a:gd name="T13" fmla="*/ 0 h 5"/>
                    <a:gd name="T14" fmla="*/ 6 w 11"/>
                    <a:gd name="T15" fmla="*/ 0 h 5"/>
                    <a:gd name="T16" fmla="*/ 0 w 11"/>
                    <a:gd name="T17" fmla="*/ 3 h 5"/>
                    <a:gd name="T18" fmla="*/ 0 w 11"/>
                    <a:gd name="T19" fmla="*/ 0 h 5"/>
                    <a:gd name="T20" fmla="*/ 0 w 11"/>
                    <a:gd name="T21" fmla="*/ 0 h 5"/>
                    <a:gd name="T22" fmla="*/ 0 w 11"/>
                    <a:gd name="T23" fmla="*/ 3 h 5"/>
                    <a:gd name="T24" fmla="*/ 6 w 11"/>
                    <a:gd name="T2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1" h="5">
                      <a:moveTo>
                        <a:pt x="11" y="2"/>
                      </a:move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10" y="2"/>
                        <a:pt x="9" y="3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9" y="4"/>
                        <a:pt x="10" y="2"/>
                        <a:pt x="10" y="2"/>
                      </a:cubicBezTo>
                      <a:cubicBezTo>
                        <a:pt x="11" y="2"/>
                        <a:pt x="11" y="2"/>
                        <a:pt x="11" y="2"/>
                      </a:cubicBezTo>
                      <a:moveTo>
                        <a:pt x="6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2" y="2"/>
                        <a:pt x="4" y="1"/>
                        <a:pt x="6" y="0"/>
                      </a:cubicBezTo>
                    </a:path>
                  </a:pathLst>
                </a:custGeom>
                <a:solidFill>
                  <a:srgbClr val="5A80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0" name="í$ḻíḋe" descr="a7872126-e0b0-495b-a6a3-5fcc791bfaed">
                  <a:extLst>
                    <a:ext uri="{FF2B5EF4-FFF2-40B4-BE49-F238E27FC236}">
                      <a16:creationId xmlns:a16="http://schemas.microsoft.com/office/drawing/2014/main" id="{01CE0B55-D4F9-CE79-B39E-E14433303E98}"/>
                    </a:ext>
                  </a:extLst>
                </p:cNvPr>
                <p:cNvSpPr/>
                <p:nvPr/>
              </p:nvSpPr>
              <p:spPr bwMode="auto">
                <a:xfrm>
                  <a:off x="6401676" y="3595833"/>
                  <a:ext cx="47949" cy="139053"/>
                </a:xfrm>
                <a:custGeom>
                  <a:avLst/>
                  <a:gdLst>
                    <a:gd name="T0" fmla="*/ 17 w 19"/>
                    <a:gd name="T1" fmla="*/ 54 h 56"/>
                    <a:gd name="T2" fmla="*/ 17 w 19"/>
                    <a:gd name="T3" fmla="*/ 54 h 56"/>
                    <a:gd name="T4" fmla="*/ 13 w 19"/>
                    <a:gd name="T5" fmla="*/ 56 h 56"/>
                    <a:gd name="T6" fmla="*/ 13 w 19"/>
                    <a:gd name="T7" fmla="*/ 56 h 56"/>
                    <a:gd name="T8" fmla="*/ 17 w 19"/>
                    <a:gd name="T9" fmla="*/ 54 h 56"/>
                    <a:gd name="T10" fmla="*/ 17 w 19"/>
                    <a:gd name="T11" fmla="*/ 54 h 56"/>
                    <a:gd name="T12" fmla="*/ 19 w 19"/>
                    <a:gd name="T13" fmla="*/ 55 h 56"/>
                    <a:gd name="T14" fmla="*/ 17 w 19"/>
                    <a:gd name="T15" fmla="*/ 54 h 56"/>
                    <a:gd name="T16" fmla="*/ 4 w 19"/>
                    <a:gd name="T17" fmla="*/ 0 h 56"/>
                    <a:gd name="T18" fmla="*/ 0 w 19"/>
                    <a:gd name="T19" fmla="*/ 0 h 56"/>
                    <a:gd name="T20" fmla="*/ 4 w 19"/>
                    <a:gd name="T21" fmla="*/ 0 h 56"/>
                    <a:gd name="T22" fmla="*/ 7 w 19"/>
                    <a:gd name="T23" fmla="*/ 56 h 56"/>
                    <a:gd name="T24" fmla="*/ 7 w 19"/>
                    <a:gd name="T25" fmla="*/ 56 h 56"/>
                    <a:gd name="T26" fmla="*/ 4 w 19"/>
                    <a:gd name="T27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9" h="56">
                      <a:moveTo>
                        <a:pt x="17" y="54"/>
                      </a:moveTo>
                      <a:cubicBezTo>
                        <a:pt x="17" y="54"/>
                        <a:pt x="17" y="54"/>
                        <a:pt x="17" y="54"/>
                      </a:cubicBezTo>
                      <a:cubicBezTo>
                        <a:pt x="16" y="54"/>
                        <a:pt x="15" y="55"/>
                        <a:pt x="13" y="56"/>
                      </a:cubicBezTo>
                      <a:cubicBezTo>
                        <a:pt x="13" y="56"/>
                        <a:pt x="13" y="56"/>
                        <a:pt x="13" y="56"/>
                      </a:cubicBezTo>
                      <a:cubicBezTo>
                        <a:pt x="15" y="55"/>
                        <a:pt x="16" y="54"/>
                        <a:pt x="17" y="54"/>
                      </a:cubicBezTo>
                      <a:cubicBezTo>
                        <a:pt x="17" y="54"/>
                        <a:pt x="17" y="54"/>
                        <a:pt x="17" y="54"/>
                      </a:cubicBezTo>
                      <a:cubicBezTo>
                        <a:pt x="18" y="54"/>
                        <a:pt x="18" y="55"/>
                        <a:pt x="19" y="55"/>
                      </a:cubicBezTo>
                      <a:cubicBezTo>
                        <a:pt x="18" y="55"/>
                        <a:pt x="18" y="54"/>
                        <a:pt x="17" y="54"/>
                      </a:cubicBezTo>
                      <a:moveTo>
                        <a:pt x="4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7" y="56"/>
                        <a:pt x="7" y="56"/>
                        <a:pt x="7" y="56"/>
                      </a:cubicBezTo>
                      <a:cubicBezTo>
                        <a:pt x="7" y="56"/>
                        <a:pt x="7" y="56"/>
                        <a:pt x="7" y="56"/>
                      </a:cubicBezTo>
                      <a:cubicBezTo>
                        <a:pt x="4" y="0"/>
                        <a:pt x="4" y="0"/>
                        <a:pt x="4" y="0"/>
                      </a:cubicBezTo>
                    </a:path>
                  </a:pathLst>
                </a:custGeom>
                <a:solidFill>
                  <a:srgbClr val="BCA9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1" name="ïṡḻíḍê" descr="a4686c1f-a1fb-4ab6-84ca-2584132112dc">
                  <a:extLst>
                    <a:ext uri="{FF2B5EF4-FFF2-40B4-BE49-F238E27FC236}">
                      <a16:creationId xmlns:a16="http://schemas.microsoft.com/office/drawing/2014/main" id="{3CEE448F-6119-CBA4-20F0-3773FCEFC0A1}"/>
                    </a:ext>
                  </a:extLst>
                </p:cNvPr>
                <p:cNvSpPr/>
                <p:nvPr/>
              </p:nvSpPr>
              <p:spPr bwMode="auto">
                <a:xfrm>
                  <a:off x="6401676" y="3595833"/>
                  <a:ext cx="47949" cy="254131"/>
                </a:xfrm>
                <a:custGeom>
                  <a:avLst/>
                  <a:gdLst>
                    <a:gd name="T0" fmla="*/ 4 w 19"/>
                    <a:gd name="T1" fmla="*/ 0 h 102"/>
                    <a:gd name="T2" fmla="*/ 0 w 19"/>
                    <a:gd name="T3" fmla="*/ 0 h 102"/>
                    <a:gd name="T4" fmla="*/ 0 w 19"/>
                    <a:gd name="T5" fmla="*/ 102 h 102"/>
                    <a:gd name="T6" fmla="*/ 10 w 19"/>
                    <a:gd name="T7" fmla="*/ 102 h 102"/>
                    <a:gd name="T8" fmla="*/ 10 w 19"/>
                    <a:gd name="T9" fmla="*/ 95 h 102"/>
                    <a:gd name="T10" fmla="*/ 9 w 19"/>
                    <a:gd name="T11" fmla="*/ 88 h 102"/>
                    <a:gd name="T12" fmla="*/ 8 w 19"/>
                    <a:gd name="T13" fmla="*/ 67 h 102"/>
                    <a:gd name="T14" fmla="*/ 12 w 19"/>
                    <a:gd name="T15" fmla="*/ 64 h 102"/>
                    <a:gd name="T16" fmla="*/ 14 w 19"/>
                    <a:gd name="T17" fmla="*/ 61 h 102"/>
                    <a:gd name="T18" fmla="*/ 18 w 19"/>
                    <a:gd name="T19" fmla="*/ 58 h 102"/>
                    <a:gd name="T20" fmla="*/ 18 w 19"/>
                    <a:gd name="T21" fmla="*/ 58 h 102"/>
                    <a:gd name="T22" fmla="*/ 19 w 19"/>
                    <a:gd name="T23" fmla="*/ 55 h 102"/>
                    <a:gd name="T24" fmla="*/ 17 w 19"/>
                    <a:gd name="T25" fmla="*/ 54 h 102"/>
                    <a:gd name="T26" fmla="*/ 17 w 19"/>
                    <a:gd name="T27" fmla="*/ 54 h 102"/>
                    <a:gd name="T28" fmla="*/ 13 w 19"/>
                    <a:gd name="T29" fmla="*/ 56 h 102"/>
                    <a:gd name="T30" fmla="*/ 7 w 19"/>
                    <a:gd name="T31" fmla="*/ 59 h 102"/>
                    <a:gd name="T32" fmla="*/ 7 w 19"/>
                    <a:gd name="T33" fmla="*/ 56 h 102"/>
                    <a:gd name="T34" fmla="*/ 4 w 19"/>
                    <a:gd name="T35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9" h="102">
                      <a:moveTo>
                        <a:pt x="4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02"/>
                        <a:pt x="0" y="102"/>
                        <a:pt x="0" y="102"/>
                      </a:cubicBezTo>
                      <a:cubicBezTo>
                        <a:pt x="10" y="102"/>
                        <a:pt x="10" y="102"/>
                        <a:pt x="10" y="102"/>
                      </a:cubicBezTo>
                      <a:cubicBezTo>
                        <a:pt x="10" y="95"/>
                        <a:pt x="10" y="95"/>
                        <a:pt x="10" y="95"/>
                      </a:cubicBezTo>
                      <a:cubicBezTo>
                        <a:pt x="9" y="88"/>
                        <a:pt x="9" y="88"/>
                        <a:pt x="9" y="88"/>
                      </a:cubicBezTo>
                      <a:cubicBezTo>
                        <a:pt x="8" y="67"/>
                        <a:pt x="8" y="67"/>
                        <a:pt x="8" y="67"/>
                      </a:cubicBezTo>
                      <a:cubicBezTo>
                        <a:pt x="9" y="66"/>
                        <a:pt x="10" y="65"/>
                        <a:pt x="12" y="64"/>
                      </a:cubicBezTo>
                      <a:cubicBezTo>
                        <a:pt x="13" y="63"/>
                        <a:pt x="14" y="62"/>
                        <a:pt x="14" y="61"/>
                      </a:cubicBezTo>
                      <a:cubicBezTo>
                        <a:pt x="16" y="59"/>
                        <a:pt x="17" y="58"/>
                        <a:pt x="18" y="58"/>
                      </a:cubicBezTo>
                      <a:cubicBezTo>
                        <a:pt x="18" y="58"/>
                        <a:pt x="18" y="58"/>
                        <a:pt x="18" y="58"/>
                      </a:cubicBezTo>
                      <a:cubicBezTo>
                        <a:pt x="18" y="57"/>
                        <a:pt x="19" y="56"/>
                        <a:pt x="19" y="55"/>
                      </a:cubicBezTo>
                      <a:cubicBezTo>
                        <a:pt x="18" y="55"/>
                        <a:pt x="18" y="54"/>
                        <a:pt x="17" y="54"/>
                      </a:cubicBezTo>
                      <a:cubicBezTo>
                        <a:pt x="17" y="54"/>
                        <a:pt x="17" y="54"/>
                        <a:pt x="17" y="54"/>
                      </a:cubicBezTo>
                      <a:cubicBezTo>
                        <a:pt x="16" y="54"/>
                        <a:pt x="15" y="55"/>
                        <a:pt x="13" y="56"/>
                      </a:cubicBezTo>
                      <a:cubicBezTo>
                        <a:pt x="11" y="57"/>
                        <a:pt x="9" y="58"/>
                        <a:pt x="7" y="59"/>
                      </a:cubicBezTo>
                      <a:cubicBezTo>
                        <a:pt x="7" y="56"/>
                        <a:pt x="7" y="56"/>
                        <a:pt x="7" y="56"/>
                      </a:cubicBezTo>
                      <a:cubicBezTo>
                        <a:pt x="4" y="0"/>
                        <a:pt x="4" y="0"/>
                        <a:pt x="4" y="0"/>
                      </a:cubicBezTo>
                    </a:path>
                  </a:pathLst>
                </a:custGeom>
                <a:solidFill>
                  <a:srgbClr val="723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2" name="ï$1îḑè" descr="ad8899bc-a2c0-4ff2-b25b-6d348d0fa511">
                  <a:extLst>
                    <a:ext uri="{FF2B5EF4-FFF2-40B4-BE49-F238E27FC236}">
                      <a16:creationId xmlns:a16="http://schemas.microsoft.com/office/drawing/2014/main" id="{5CF0B217-D9CC-448A-1B39-D91C26ED2390}"/>
                    </a:ext>
                  </a:extLst>
                </p:cNvPr>
                <p:cNvSpPr/>
                <p:nvPr/>
              </p:nvSpPr>
              <p:spPr bwMode="auto">
                <a:xfrm>
                  <a:off x="6213475" y="3384856"/>
                  <a:ext cx="372806" cy="328453"/>
                </a:xfrm>
                <a:custGeom>
                  <a:avLst/>
                  <a:gdLst>
                    <a:gd name="T0" fmla="*/ 150 w 150"/>
                    <a:gd name="T1" fmla="*/ 79 h 132"/>
                    <a:gd name="T2" fmla="*/ 142 w 150"/>
                    <a:gd name="T3" fmla="*/ 60 h 132"/>
                    <a:gd name="T4" fmla="*/ 145 w 150"/>
                    <a:gd name="T5" fmla="*/ 47 h 132"/>
                    <a:gd name="T6" fmla="*/ 117 w 150"/>
                    <a:gd name="T7" fmla="*/ 19 h 132"/>
                    <a:gd name="T8" fmla="*/ 103 w 150"/>
                    <a:gd name="T9" fmla="*/ 22 h 132"/>
                    <a:gd name="T10" fmla="*/ 75 w 150"/>
                    <a:gd name="T11" fmla="*/ 0 h 132"/>
                    <a:gd name="T12" fmla="*/ 47 w 150"/>
                    <a:gd name="T13" fmla="*/ 22 h 132"/>
                    <a:gd name="T14" fmla="*/ 33 w 150"/>
                    <a:gd name="T15" fmla="*/ 19 h 132"/>
                    <a:gd name="T16" fmla="*/ 5 w 150"/>
                    <a:gd name="T17" fmla="*/ 47 h 132"/>
                    <a:gd name="T18" fmla="*/ 8 w 150"/>
                    <a:gd name="T19" fmla="*/ 60 h 132"/>
                    <a:gd name="T20" fmla="*/ 0 w 150"/>
                    <a:gd name="T21" fmla="*/ 79 h 132"/>
                    <a:gd name="T22" fmla="*/ 24 w 150"/>
                    <a:gd name="T23" fmla="*/ 107 h 132"/>
                    <a:gd name="T24" fmla="*/ 52 w 150"/>
                    <a:gd name="T25" fmla="*/ 132 h 132"/>
                    <a:gd name="T26" fmla="*/ 75 w 150"/>
                    <a:gd name="T27" fmla="*/ 121 h 132"/>
                    <a:gd name="T28" fmla="*/ 98 w 150"/>
                    <a:gd name="T29" fmla="*/ 132 h 132"/>
                    <a:gd name="T30" fmla="*/ 126 w 150"/>
                    <a:gd name="T31" fmla="*/ 107 h 132"/>
                    <a:gd name="T32" fmla="*/ 150 w 150"/>
                    <a:gd name="T33" fmla="*/ 79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50" h="132">
                      <a:moveTo>
                        <a:pt x="150" y="79"/>
                      </a:moveTo>
                      <a:cubicBezTo>
                        <a:pt x="150" y="72"/>
                        <a:pt x="147" y="65"/>
                        <a:pt x="142" y="60"/>
                      </a:cubicBezTo>
                      <a:cubicBezTo>
                        <a:pt x="144" y="56"/>
                        <a:pt x="145" y="52"/>
                        <a:pt x="145" y="47"/>
                      </a:cubicBezTo>
                      <a:cubicBezTo>
                        <a:pt x="145" y="32"/>
                        <a:pt x="132" y="19"/>
                        <a:pt x="117" y="19"/>
                      </a:cubicBezTo>
                      <a:cubicBezTo>
                        <a:pt x="112" y="19"/>
                        <a:pt x="107" y="20"/>
                        <a:pt x="103" y="22"/>
                      </a:cubicBezTo>
                      <a:cubicBezTo>
                        <a:pt x="100" y="9"/>
                        <a:pt x="89" y="0"/>
                        <a:pt x="75" y="0"/>
                      </a:cubicBezTo>
                      <a:cubicBezTo>
                        <a:pt x="61" y="0"/>
                        <a:pt x="50" y="9"/>
                        <a:pt x="47" y="22"/>
                      </a:cubicBezTo>
                      <a:cubicBezTo>
                        <a:pt x="43" y="20"/>
                        <a:pt x="38" y="19"/>
                        <a:pt x="33" y="19"/>
                      </a:cubicBezTo>
                      <a:cubicBezTo>
                        <a:pt x="17" y="19"/>
                        <a:pt x="5" y="32"/>
                        <a:pt x="5" y="47"/>
                      </a:cubicBezTo>
                      <a:cubicBezTo>
                        <a:pt x="5" y="52"/>
                        <a:pt x="6" y="56"/>
                        <a:pt x="8" y="60"/>
                      </a:cubicBezTo>
                      <a:cubicBezTo>
                        <a:pt x="3" y="65"/>
                        <a:pt x="0" y="72"/>
                        <a:pt x="0" y="79"/>
                      </a:cubicBezTo>
                      <a:cubicBezTo>
                        <a:pt x="0" y="94"/>
                        <a:pt x="10" y="105"/>
                        <a:pt x="24" y="107"/>
                      </a:cubicBezTo>
                      <a:cubicBezTo>
                        <a:pt x="26" y="121"/>
                        <a:pt x="37" y="132"/>
                        <a:pt x="52" y="132"/>
                      </a:cubicBezTo>
                      <a:cubicBezTo>
                        <a:pt x="61" y="132"/>
                        <a:pt x="70" y="128"/>
                        <a:pt x="75" y="121"/>
                      </a:cubicBezTo>
                      <a:cubicBezTo>
                        <a:pt x="80" y="128"/>
                        <a:pt x="88" y="132"/>
                        <a:pt x="98" y="132"/>
                      </a:cubicBezTo>
                      <a:cubicBezTo>
                        <a:pt x="112" y="132"/>
                        <a:pt x="124" y="121"/>
                        <a:pt x="126" y="107"/>
                      </a:cubicBezTo>
                      <a:cubicBezTo>
                        <a:pt x="139" y="105"/>
                        <a:pt x="150" y="94"/>
                        <a:pt x="150" y="79"/>
                      </a:cubicBezTo>
                      <a:close/>
                    </a:path>
                  </a:pathLst>
                </a:custGeom>
                <a:solidFill>
                  <a:srgbClr val="00B08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3" name="ïşḻiḋè" descr="0751eb63-aae5-4bb2-8223-45dd96f34046">
                  <a:extLst>
                    <a:ext uri="{FF2B5EF4-FFF2-40B4-BE49-F238E27FC236}">
                      <a16:creationId xmlns:a16="http://schemas.microsoft.com/office/drawing/2014/main" id="{AB1AA66C-CBCA-F04A-22C8-738A58503D16}"/>
                    </a:ext>
                  </a:extLst>
                </p:cNvPr>
                <p:cNvSpPr/>
                <p:nvPr/>
              </p:nvSpPr>
              <p:spPr bwMode="auto">
                <a:xfrm>
                  <a:off x="6275809" y="3431607"/>
                  <a:ext cx="310472" cy="281702"/>
                </a:xfrm>
                <a:custGeom>
                  <a:avLst/>
                  <a:gdLst>
                    <a:gd name="T0" fmla="*/ 117 w 125"/>
                    <a:gd name="T1" fmla="*/ 41 h 113"/>
                    <a:gd name="T2" fmla="*/ 120 w 125"/>
                    <a:gd name="T3" fmla="*/ 28 h 113"/>
                    <a:gd name="T4" fmla="*/ 96 w 125"/>
                    <a:gd name="T5" fmla="*/ 0 h 113"/>
                    <a:gd name="T6" fmla="*/ 108 w 125"/>
                    <a:gd name="T7" fmla="*/ 23 h 113"/>
                    <a:gd name="T8" fmla="*/ 106 w 125"/>
                    <a:gd name="T9" fmla="*/ 35 h 113"/>
                    <a:gd name="T10" fmla="*/ 113 w 125"/>
                    <a:gd name="T11" fmla="*/ 53 h 113"/>
                    <a:gd name="T12" fmla="*/ 90 w 125"/>
                    <a:gd name="T13" fmla="*/ 80 h 113"/>
                    <a:gd name="T14" fmla="*/ 64 w 125"/>
                    <a:gd name="T15" fmla="*/ 103 h 113"/>
                    <a:gd name="T16" fmla="*/ 42 w 125"/>
                    <a:gd name="T17" fmla="*/ 92 h 113"/>
                    <a:gd name="T18" fmla="*/ 20 w 125"/>
                    <a:gd name="T19" fmla="*/ 103 h 113"/>
                    <a:gd name="T20" fmla="*/ 0 w 125"/>
                    <a:gd name="T21" fmla="*/ 94 h 113"/>
                    <a:gd name="T22" fmla="*/ 27 w 125"/>
                    <a:gd name="T23" fmla="*/ 113 h 113"/>
                    <a:gd name="T24" fmla="*/ 50 w 125"/>
                    <a:gd name="T25" fmla="*/ 102 h 113"/>
                    <a:gd name="T26" fmla="*/ 73 w 125"/>
                    <a:gd name="T27" fmla="*/ 113 h 113"/>
                    <a:gd name="T28" fmla="*/ 101 w 125"/>
                    <a:gd name="T29" fmla="*/ 88 h 113"/>
                    <a:gd name="T30" fmla="*/ 125 w 125"/>
                    <a:gd name="T31" fmla="*/ 60 h 113"/>
                    <a:gd name="T32" fmla="*/ 117 w 125"/>
                    <a:gd name="T33" fmla="*/ 41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25" h="113">
                      <a:moveTo>
                        <a:pt x="117" y="41"/>
                      </a:moveTo>
                      <a:cubicBezTo>
                        <a:pt x="119" y="37"/>
                        <a:pt x="120" y="33"/>
                        <a:pt x="120" y="28"/>
                      </a:cubicBezTo>
                      <a:cubicBezTo>
                        <a:pt x="120" y="14"/>
                        <a:pt x="110" y="3"/>
                        <a:pt x="96" y="0"/>
                      </a:cubicBezTo>
                      <a:cubicBezTo>
                        <a:pt x="104" y="5"/>
                        <a:pt x="108" y="13"/>
                        <a:pt x="108" y="23"/>
                      </a:cubicBezTo>
                      <a:cubicBezTo>
                        <a:pt x="108" y="27"/>
                        <a:pt x="107" y="31"/>
                        <a:pt x="106" y="35"/>
                      </a:cubicBezTo>
                      <a:cubicBezTo>
                        <a:pt x="110" y="40"/>
                        <a:pt x="113" y="46"/>
                        <a:pt x="113" y="53"/>
                      </a:cubicBezTo>
                      <a:cubicBezTo>
                        <a:pt x="113" y="67"/>
                        <a:pt x="103" y="78"/>
                        <a:pt x="90" y="80"/>
                      </a:cubicBezTo>
                      <a:cubicBezTo>
                        <a:pt x="89" y="93"/>
                        <a:pt x="77" y="103"/>
                        <a:pt x="64" y="103"/>
                      </a:cubicBezTo>
                      <a:cubicBezTo>
                        <a:pt x="55" y="103"/>
                        <a:pt x="47" y="99"/>
                        <a:pt x="42" y="92"/>
                      </a:cubicBezTo>
                      <a:cubicBezTo>
                        <a:pt x="37" y="99"/>
                        <a:pt x="29" y="103"/>
                        <a:pt x="20" y="103"/>
                      </a:cubicBezTo>
                      <a:cubicBezTo>
                        <a:pt x="12" y="103"/>
                        <a:pt x="5" y="100"/>
                        <a:pt x="0" y="94"/>
                      </a:cubicBezTo>
                      <a:cubicBezTo>
                        <a:pt x="4" y="105"/>
                        <a:pt x="14" y="113"/>
                        <a:pt x="27" y="113"/>
                      </a:cubicBezTo>
                      <a:cubicBezTo>
                        <a:pt x="36" y="113"/>
                        <a:pt x="45" y="109"/>
                        <a:pt x="50" y="102"/>
                      </a:cubicBezTo>
                      <a:cubicBezTo>
                        <a:pt x="55" y="109"/>
                        <a:pt x="63" y="113"/>
                        <a:pt x="73" y="113"/>
                      </a:cubicBezTo>
                      <a:cubicBezTo>
                        <a:pt x="87" y="113"/>
                        <a:pt x="99" y="102"/>
                        <a:pt x="101" y="88"/>
                      </a:cubicBezTo>
                      <a:cubicBezTo>
                        <a:pt x="114" y="86"/>
                        <a:pt x="125" y="75"/>
                        <a:pt x="125" y="60"/>
                      </a:cubicBezTo>
                      <a:cubicBezTo>
                        <a:pt x="125" y="53"/>
                        <a:pt x="122" y="46"/>
                        <a:pt x="117" y="41"/>
                      </a:cubicBezTo>
                      <a:close/>
                    </a:path>
                  </a:pathLst>
                </a:custGeom>
                <a:solidFill>
                  <a:srgbClr val="0094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4" name="iSḻiḋè" descr="2a4ee6dd-1dec-433c-9b97-ea0ed87bab54">
                  <a:extLst>
                    <a:ext uri="{FF2B5EF4-FFF2-40B4-BE49-F238E27FC236}">
                      <a16:creationId xmlns:a16="http://schemas.microsoft.com/office/drawing/2014/main" id="{C5A2D68C-2E6A-FDDA-C3F1-CF0DB6B6096E}"/>
                    </a:ext>
                  </a:extLst>
                </p:cNvPr>
                <p:cNvSpPr/>
                <p:nvPr/>
              </p:nvSpPr>
              <p:spPr bwMode="auto">
                <a:xfrm>
                  <a:off x="6412465" y="3384856"/>
                  <a:ext cx="57539" cy="64732"/>
                </a:xfrm>
                <a:custGeom>
                  <a:avLst/>
                  <a:gdLst>
                    <a:gd name="T0" fmla="*/ 17 w 23"/>
                    <a:gd name="T1" fmla="*/ 26 h 26"/>
                    <a:gd name="T2" fmla="*/ 23 w 23"/>
                    <a:gd name="T3" fmla="*/ 22 h 26"/>
                    <a:gd name="T4" fmla="*/ 0 w 23"/>
                    <a:gd name="T5" fmla="*/ 0 h 26"/>
                    <a:gd name="T6" fmla="*/ 17 w 23"/>
                    <a:gd name="T7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6">
                      <a:moveTo>
                        <a:pt x="17" y="26"/>
                      </a:moveTo>
                      <a:cubicBezTo>
                        <a:pt x="18" y="25"/>
                        <a:pt x="20" y="24"/>
                        <a:pt x="23" y="22"/>
                      </a:cubicBezTo>
                      <a:cubicBezTo>
                        <a:pt x="20" y="9"/>
                        <a:pt x="9" y="2"/>
                        <a:pt x="0" y="0"/>
                      </a:cubicBezTo>
                      <a:cubicBezTo>
                        <a:pt x="7" y="4"/>
                        <a:pt x="15" y="18"/>
                        <a:pt x="17" y="26"/>
                      </a:cubicBezTo>
                      <a:close/>
                    </a:path>
                  </a:pathLst>
                </a:custGeom>
                <a:solidFill>
                  <a:srgbClr val="0094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5" name="ï$1îḍê" descr="e75ab7b3-b582-4fba-a52e-d0f13445f9b6">
                  <a:extLst>
                    <a:ext uri="{FF2B5EF4-FFF2-40B4-BE49-F238E27FC236}">
                      <a16:creationId xmlns:a16="http://schemas.microsoft.com/office/drawing/2014/main" id="{05098624-4B57-2757-FA1C-D84EA71E4D3D}"/>
                    </a:ext>
                  </a:extLst>
                </p:cNvPr>
                <p:cNvSpPr/>
                <p:nvPr/>
              </p:nvSpPr>
              <p:spPr bwMode="auto">
                <a:xfrm>
                  <a:off x="6215873" y="3603026"/>
                  <a:ext cx="56340" cy="47949"/>
                </a:xfrm>
                <a:custGeom>
                  <a:avLst/>
                  <a:gdLst>
                    <a:gd name="T0" fmla="*/ 21 w 23"/>
                    <a:gd name="T1" fmla="*/ 11 h 19"/>
                    <a:gd name="T2" fmla="*/ 0 w 23"/>
                    <a:gd name="T3" fmla="*/ 0 h 19"/>
                    <a:gd name="T4" fmla="*/ 23 w 23"/>
                    <a:gd name="T5" fmla="*/ 19 h 19"/>
                    <a:gd name="T6" fmla="*/ 21 w 23"/>
                    <a:gd name="T7" fmla="*/ 1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19">
                      <a:moveTo>
                        <a:pt x="21" y="11"/>
                      </a:moveTo>
                      <a:cubicBezTo>
                        <a:pt x="14" y="10"/>
                        <a:pt x="4" y="6"/>
                        <a:pt x="0" y="0"/>
                      </a:cubicBezTo>
                      <a:cubicBezTo>
                        <a:pt x="3" y="9"/>
                        <a:pt x="11" y="17"/>
                        <a:pt x="23" y="19"/>
                      </a:cubicBezTo>
                      <a:cubicBezTo>
                        <a:pt x="22" y="17"/>
                        <a:pt x="21" y="14"/>
                        <a:pt x="21" y="11"/>
                      </a:cubicBezTo>
                      <a:close/>
                    </a:path>
                  </a:pathLst>
                </a:custGeom>
                <a:solidFill>
                  <a:srgbClr val="0094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6" name="iṣlïḍè" descr="b11d1509-97b7-44e7-bb26-5b2a20845ef2">
                  <a:extLst>
                    <a:ext uri="{FF2B5EF4-FFF2-40B4-BE49-F238E27FC236}">
                      <a16:creationId xmlns:a16="http://schemas.microsoft.com/office/drawing/2014/main" id="{2559E91B-1E97-FEE2-E9AF-5E5C738B2BED}"/>
                    </a:ext>
                  </a:extLst>
                </p:cNvPr>
                <p:cNvSpPr/>
                <p:nvPr/>
              </p:nvSpPr>
              <p:spPr bwMode="auto">
                <a:xfrm>
                  <a:off x="7203629" y="3662962"/>
                  <a:ext cx="45552" cy="254131"/>
                </a:xfrm>
                <a:custGeom>
                  <a:avLst/>
                  <a:gdLst>
                    <a:gd name="T0" fmla="*/ 25 w 38"/>
                    <a:gd name="T1" fmla="*/ 0 h 212"/>
                    <a:gd name="T2" fmla="*/ 5 w 38"/>
                    <a:gd name="T3" fmla="*/ 0 h 212"/>
                    <a:gd name="T4" fmla="*/ 0 w 38"/>
                    <a:gd name="T5" fmla="*/ 212 h 212"/>
                    <a:gd name="T6" fmla="*/ 38 w 38"/>
                    <a:gd name="T7" fmla="*/ 212 h 212"/>
                    <a:gd name="T8" fmla="*/ 25 w 38"/>
                    <a:gd name="T9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212">
                      <a:moveTo>
                        <a:pt x="25" y="0"/>
                      </a:moveTo>
                      <a:lnTo>
                        <a:pt x="5" y="0"/>
                      </a:lnTo>
                      <a:lnTo>
                        <a:pt x="0" y="212"/>
                      </a:lnTo>
                      <a:lnTo>
                        <a:pt x="38" y="212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9B5F0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7" name="íślíde" descr="bb314f03-cd08-44d5-bc78-b6feb95a7701">
                  <a:extLst>
                    <a:ext uri="{FF2B5EF4-FFF2-40B4-BE49-F238E27FC236}">
                      <a16:creationId xmlns:a16="http://schemas.microsoft.com/office/drawing/2014/main" id="{5A51A2C3-6583-B74E-BD60-2366D50D648E}"/>
                    </a:ext>
                  </a:extLst>
                </p:cNvPr>
                <p:cNvSpPr/>
                <p:nvPr/>
              </p:nvSpPr>
              <p:spPr bwMode="auto">
                <a:xfrm>
                  <a:off x="7203629" y="3662962"/>
                  <a:ext cx="45552" cy="254131"/>
                </a:xfrm>
                <a:custGeom>
                  <a:avLst/>
                  <a:gdLst>
                    <a:gd name="T0" fmla="*/ 25 w 38"/>
                    <a:gd name="T1" fmla="*/ 0 h 212"/>
                    <a:gd name="T2" fmla="*/ 5 w 38"/>
                    <a:gd name="T3" fmla="*/ 0 h 212"/>
                    <a:gd name="T4" fmla="*/ 0 w 38"/>
                    <a:gd name="T5" fmla="*/ 212 h 212"/>
                    <a:gd name="T6" fmla="*/ 38 w 38"/>
                    <a:gd name="T7" fmla="*/ 212 h 212"/>
                    <a:gd name="T8" fmla="*/ 25 w 38"/>
                    <a:gd name="T9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212">
                      <a:moveTo>
                        <a:pt x="25" y="0"/>
                      </a:moveTo>
                      <a:lnTo>
                        <a:pt x="5" y="0"/>
                      </a:lnTo>
                      <a:lnTo>
                        <a:pt x="0" y="212"/>
                      </a:lnTo>
                      <a:lnTo>
                        <a:pt x="38" y="212"/>
                      </a:lnTo>
                      <a:lnTo>
                        <a:pt x="25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8" name="í$ḷidè" descr="61486a15-a7a1-4b1c-8314-d70b9c0cdcee">
                  <a:extLst>
                    <a:ext uri="{FF2B5EF4-FFF2-40B4-BE49-F238E27FC236}">
                      <a16:creationId xmlns:a16="http://schemas.microsoft.com/office/drawing/2014/main" id="{EB0D9232-64A5-1A67-D4A9-E3D3D52BE3E9}"/>
                    </a:ext>
                  </a:extLst>
                </p:cNvPr>
                <p:cNvSpPr/>
                <p:nvPr/>
              </p:nvSpPr>
              <p:spPr bwMode="auto">
                <a:xfrm>
                  <a:off x="7237193" y="3734886"/>
                  <a:ext cx="2397" cy="13186"/>
                </a:xfrm>
                <a:custGeom>
                  <a:avLst/>
                  <a:gdLst>
                    <a:gd name="T0" fmla="*/ 0 w 2"/>
                    <a:gd name="T1" fmla="*/ 0 h 11"/>
                    <a:gd name="T2" fmla="*/ 0 w 2"/>
                    <a:gd name="T3" fmla="*/ 0 h 11"/>
                    <a:gd name="T4" fmla="*/ 2 w 2"/>
                    <a:gd name="T5" fmla="*/ 11 h 11"/>
                    <a:gd name="T6" fmla="*/ 2 w 2"/>
                    <a:gd name="T7" fmla="*/ 11 h 11"/>
                    <a:gd name="T8" fmla="*/ 0 w 2"/>
                    <a:gd name="T9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" y="11"/>
                      </a:lnTo>
                      <a:lnTo>
                        <a:pt x="2" y="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A80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49" name="ïśḻîḋe" descr="069ee2dd-04b4-45d2-a522-7050740dece9">
                  <a:extLst>
                    <a:ext uri="{FF2B5EF4-FFF2-40B4-BE49-F238E27FC236}">
                      <a16:creationId xmlns:a16="http://schemas.microsoft.com/office/drawing/2014/main" id="{0F0AE93C-6F23-B91B-5F7A-27F9A4884A62}"/>
                    </a:ext>
                  </a:extLst>
                </p:cNvPr>
                <p:cNvSpPr/>
                <p:nvPr/>
              </p:nvSpPr>
              <p:spPr bwMode="auto">
                <a:xfrm>
                  <a:off x="7237193" y="3734886"/>
                  <a:ext cx="2397" cy="13186"/>
                </a:xfrm>
                <a:custGeom>
                  <a:avLst/>
                  <a:gdLst>
                    <a:gd name="T0" fmla="*/ 0 w 2"/>
                    <a:gd name="T1" fmla="*/ 0 h 11"/>
                    <a:gd name="T2" fmla="*/ 0 w 2"/>
                    <a:gd name="T3" fmla="*/ 0 h 11"/>
                    <a:gd name="T4" fmla="*/ 2 w 2"/>
                    <a:gd name="T5" fmla="*/ 11 h 11"/>
                    <a:gd name="T6" fmla="*/ 2 w 2"/>
                    <a:gd name="T7" fmla="*/ 11 h 11"/>
                    <a:gd name="T8" fmla="*/ 0 w 2"/>
                    <a:gd name="T9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" y="11"/>
                      </a:lnTo>
                      <a:lnTo>
                        <a:pt x="2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0" name="iṧ1íḍe" descr="b4cf4819-598b-4bbf-8648-4c7b18473a01">
                  <a:extLst>
                    <a:ext uri="{FF2B5EF4-FFF2-40B4-BE49-F238E27FC236}">
                      <a16:creationId xmlns:a16="http://schemas.microsoft.com/office/drawing/2014/main" id="{F43C75C2-FDE4-9CD0-619E-2B00602D9C18}"/>
                    </a:ext>
                  </a:extLst>
                </p:cNvPr>
                <p:cNvSpPr/>
                <p:nvPr/>
              </p:nvSpPr>
              <p:spPr bwMode="auto">
                <a:xfrm>
                  <a:off x="7221609" y="3662962"/>
                  <a:ext cx="15584" cy="71924"/>
                </a:xfrm>
                <a:custGeom>
                  <a:avLst/>
                  <a:gdLst>
                    <a:gd name="T0" fmla="*/ 10 w 13"/>
                    <a:gd name="T1" fmla="*/ 0 h 60"/>
                    <a:gd name="T2" fmla="*/ 0 w 13"/>
                    <a:gd name="T3" fmla="*/ 0 h 60"/>
                    <a:gd name="T4" fmla="*/ 10 w 13"/>
                    <a:gd name="T5" fmla="*/ 0 h 60"/>
                    <a:gd name="T6" fmla="*/ 13 w 13"/>
                    <a:gd name="T7" fmla="*/ 60 h 60"/>
                    <a:gd name="T8" fmla="*/ 13 w 13"/>
                    <a:gd name="T9" fmla="*/ 60 h 60"/>
                    <a:gd name="T10" fmla="*/ 10 w 13"/>
                    <a:gd name="T11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" h="60">
                      <a:moveTo>
                        <a:pt x="10" y="0"/>
                      </a:move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13" y="60"/>
                      </a:lnTo>
                      <a:lnTo>
                        <a:pt x="13" y="6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A9998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1" name="ïṩḷiḑê" descr="cae31897-3307-4734-997b-823aee5654cb">
                  <a:extLst>
                    <a:ext uri="{FF2B5EF4-FFF2-40B4-BE49-F238E27FC236}">
                      <a16:creationId xmlns:a16="http://schemas.microsoft.com/office/drawing/2014/main" id="{23BD27FA-C315-298F-6A1A-AE0A2C891FB6}"/>
                    </a:ext>
                  </a:extLst>
                </p:cNvPr>
                <p:cNvSpPr/>
                <p:nvPr/>
              </p:nvSpPr>
              <p:spPr bwMode="auto">
                <a:xfrm>
                  <a:off x="7221609" y="3662962"/>
                  <a:ext cx="15584" cy="71924"/>
                </a:xfrm>
                <a:custGeom>
                  <a:avLst/>
                  <a:gdLst>
                    <a:gd name="T0" fmla="*/ 10 w 13"/>
                    <a:gd name="T1" fmla="*/ 0 h 60"/>
                    <a:gd name="T2" fmla="*/ 0 w 13"/>
                    <a:gd name="T3" fmla="*/ 0 h 60"/>
                    <a:gd name="T4" fmla="*/ 10 w 13"/>
                    <a:gd name="T5" fmla="*/ 0 h 60"/>
                    <a:gd name="T6" fmla="*/ 13 w 13"/>
                    <a:gd name="T7" fmla="*/ 60 h 60"/>
                    <a:gd name="T8" fmla="*/ 13 w 13"/>
                    <a:gd name="T9" fmla="*/ 60 h 60"/>
                    <a:gd name="T10" fmla="*/ 10 w 13"/>
                    <a:gd name="T11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" h="60">
                      <a:moveTo>
                        <a:pt x="10" y="0"/>
                      </a:move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13" y="60"/>
                      </a:lnTo>
                      <a:lnTo>
                        <a:pt x="13" y="60"/>
                      </a:lnTo>
                      <a:lnTo>
                        <a:pt x="10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2" name="iSľîḓê" descr="a139211b-6b47-4f01-9936-555b5846fbe1">
                  <a:extLst>
                    <a:ext uri="{FF2B5EF4-FFF2-40B4-BE49-F238E27FC236}">
                      <a16:creationId xmlns:a16="http://schemas.microsoft.com/office/drawing/2014/main" id="{72085041-094B-72E0-14B1-5CA2428451C0}"/>
                    </a:ext>
                  </a:extLst>
                </p:cNvPr>
                <p:cNvSpPr/>
                <p:nvPr/>
              </p:nvSpPr>
              <p:spPr bwMode="auto">
                <a:xfrm>
                  <a:off x="7221609" y="3662962"/>
                  <a:ext cx="27571" cy="254131"/>
                </a:xfrm>
                <a:custGeom>
                  <a:avLst/>
                  <a:gdLst>
                    <a:gd name="T0" fmla="*/ 10 w 23"/>
                    <a:gd name="T1" fmla="*/ 0 h 212"/>
                    <a:gd name="T2" fmla="*/ 0 w 23"/>
                    <a:gd name="T3" fmla="*/ 0 h 212"/>
                    <a:gd name="T4" fmla="*/ 0 w 23"/>
                    <a:gd name="T5" fmla="*/ 212 h 212"/>
                    <a:gd name="T6" fmla="*/ 23 w 23"/>
                    <a:gd name="T7" fmla="*/ 212 h 212"/>
                    <a:gd name="T8" fmla="*/ 23 w 23"/>
                    <a:gd name="T9" fmla="*/ 197 h 212"/>
                    <a:gd name="T10" fmla="*/ 15 w 23"/>
                    <a:gd name="T11" fmla="*/ 71 h 212"/>
                    <a:gd name="T12" fmla="*/ 13 w 23"/>
                    <a:gd name="T13" fmla="*/ 60 h 212"/>
                    <a:gd name="T14" fmla="*/ 10 w 23"/>
                    <a:gd name="T15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3" h="212">
                      <a:moveTo>
                        <a:pt x="10" y="0"/>
                      </a:moveTo>
                      <a:lnTo>
                        <a:pt x="0" y="0"/>
                      </a:lnTo>
                      <a:lnTo>
                        <a:pt x="0" y="212"/>
                      </a:lnTo>
                      <a:lnTo>
                        <a:pt x="23" y="212"/>
                      </a:lnTo>
                      <a:lnTo>
                        <a:pt x="23" y="197"/>
                      </a:lnTo>
                      <a:lnTo>
                        <a:pt x="15" y="71"/>
                      </a:lnTo>
                      <a:lnTo>
                        <a:pt x="13" y="60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723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3" name="ïṧḻîḑe" descr="3bec8154-6102-4baa-b782-0fb74f6d2f03">
                  <a:extLst>
                    <a:ext uri="{FF2B5EF4-FFF2-40B4-BE49-F238E27FC236}">
                      <a16:creationId xmlns:a16="http://schemas.microsoft.com/office/drawing/2014/main" id="{F725BA30-386D-0E02-79CF-EDB3342510D5}"/>
                    </a:ext>
                  </a:extLst>
                </p:cNvPr>
                <p:cNvSpPr/>
                <p:nvPr/>
              </p:nvSpPr>
              <p:spPr bwMode="auto">
                <a:xfrm>
                  <a:off x="7221609" y="3662962"/>
                  <a:ext cx="27571" cy="254131"/>
                </a:xfrm>
                <a:custGeom>
                  <a:avLst/>
                  <a:gdLst>
                    <a:gd name="T0" fmla="*/ 10 w 23"/>
                    <a:gd name="T1" fmla="*/ 0 h 212"/>
                    <a:gd name="T2" fmla="*/ 0 w 23"/>
                    <a:gd name="T3" fmla="*/ 0 h 212"/>
                    <a:gd name="T4" fmla="*/ 0 w 23"/>
                    <a:gd name="T5" fmla="*/ 212 h 212"/>
                    <a:gd name="T6" fmla="*/ 23 w 23"/>
                    <a:gd name="T7" fmla="*/ 212 h 212"/>
                    <a:gd name="T8" fmla="*/ 23 w 23"/>
                    <a:gd name="T9" fmla="*/ 197 h 212"/>
                    <a:gd name="T10" fmla="*/ 15 w 23"/>
                    <a:gd name="T11" fmla="*/ 71 h 212"/>
                    <a:gd name="T12" fmla="*/ 13 w 23"/>
                    <a:gd name="T13" fmla="*/ 60 h 212"/>
                    <a:gd name="T14" fmla="*/ 10 w 23"/>
                    <a:gd name="T15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3" h="212">
                      <a:moveTo>
                        <a:pt x="10" y="0"/>
                      </a:moveTo>
                      <a:lnTo>
                        <a:pt x="0" y="0"/>
                      </a:lnTo>
                      <a:lnTo>
                        <a:pt x="0" y="212"/>
                      </a:lnTo>
                      <a:lnTo>
                        <a:pt x="23" y="212"/>
                      </a:lnTo>
                      <a:lnTo>
                        <a:pt x="23" y="197"/>
                      </a:lnTo>
                      <a:lnTo>
                        <a:pt x="15" y="71"/>
                      </a:lnTo>
                      <a:lnTo>
                        <a:pt x="13" y="60"/>
                      </a:lnTo>
                      <a:lnTo>
                        <a:pt x="10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4" name="îŝlîḑe" descr="3bedd3cc-1515-4dc9-bfe8-5275fbf511d2">
                  <a:extLst>
                    <a:ext uri="{FF2B5EF4-FFF2-40B4-BE49-F238E27FC236}">
                      <a16:creationId xmlns:a16="http://schemas.microsoft.com/office/drawing/2014/main" id="{F30CC524-A67B-DBE6-3406-A458495E44DF}"/>
                    </a:ext>
                  </a:extLst>
                </p:cNvPr>
                <p:cNvSpPr/>
                <p:nvPr/>
              </p:nvSpPr>
              <p:spPr bwMode="auto">
                <a:xfrm>
                  <a:off x="7045396" y="3315330"/>
                  <a:ext cx="363216" cy="407569"/>
                </a:xfrm>
                <a:custGeom>
                  <a:avLst/>
                  <a:gdLst>
                    <a:gd name="T0" fmla="*/ 132 w 146"/>
                    <a:gd name="T1" fmla="*/ 54 h 164"/>
                    <a:gd name="T2" fmla="*/ 73 w 146"/>
                    <a:gd name="T3" fmla="*/ 164 h 164"/>
                    <a:gd name="T4" fmla="*/ 14 w 146"/>
                    <a:gd name="T5" fmla="*/ 54 h 164"/>
                    <a:gd name="T6" fmla="*/ 73 w 146"/>
                    <a:gd name="T7" fmla="*/ 0 h 164"/>
                    <a:gd name="T8" fmla="*/ 132 w 146"/>
                    <a:gd name="T9" fmla="*/ 54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6" h="164">
                      <a:moveTo>
                        <a:pt x="132" y="54"/>
                      </a:moveTo>
                      <a:cubicBezTo>
                        <a:pt x="146" y="103"/>
                        <a:pt x="122" y="164"/>
                        <a:pt x="73" y="164"/>
                      </a:cubicBezTo>
                      <a:cubicBezTo>
                        <a:pt x="24" y="164"/>
                        <a:pt x="0" y="103"/>
                        <a:pt x="14" y="54"/>
                      </a:cubicBezTo>
                      <a:cubicBezTo>
                        <a:pt x="23" y="20"/>
                        <a:pt x="49" y="0"/>
                        <a:pt x="73" y="0"/>
                      </a:cubicBezTo>
                      <a:cubicBezTo>
                        <a:pt x="98" y="0"/>
                        <a:pt x="123" y="20"/>
                        <a:pt x="132" y="54"/>
                      </a:cubicBezTo>
                      <a:close/>
                    </a:path>
                  </a:pathLst>
                </a:custGeom>
                <a:solidFill>
                  <a:srgbClr val="54B94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5" name="iśľiḓé" descr="e5b43473-59dd-4a87-9968-3cd8d38f2879">
                  <a:extLst>
                    <a:ext uri="{FF2B5EF4-FFF2-40B4-BE49-F238E27FC236}">
                      <a16:creationId xmlns:a16="http://schemas.microsoft.com/office/drawing/2014/main" id="{2BADCC60-A475-8659-B10A-8AD2A588D96E}"/>
                    </a:ext>
                  </a:extLst>
                </p:cNvPr>
                <p:cNvSpPr/>
                <p:nvPr/>
              </p:nvSpPr>
              <p:spPr bwMode="auto">
                <a:xfrm>
                  <a:off x="7074165" y="3315330"/>
                  <a:ext cx="334446" cy="407569"/>
                </a:xfrm>
                <a:custGeom>
                  <a:avLst/>
                  <a:gdLst>
                    <a:gd name="T0" fmla="*/ 61 w 134"/>
                    <a:gd name="T1" fmla="*/ 0 h 164"/>
                    <a:gd name="T2" fmla="*/ 59 w 134"/>
                    <a:gd name="T3" fmla="*/ 0 h 164"/>
                    <a:gd name="T4" fmla="*/ 103 w 134"/>
                    <a:gd name="T5" fmla="*/ 47 h 164"/>
                    <a:gd name="T6" fmla="*/ 46 w 134"/>
                    <a:gd name="T7" fmla="*/ 137 h 164"/>
                    <a:gd name="T8" fmla="*/ 0 w 134"/>
                    <a:gd name="T9" fmla="*/ 104 h 164"/>
                    <a:gd name="T10" fmla="*/ 61 w 134"/>
                    <a:gd name="T11" fmla="*/ 164 h 164"/>
                    <a:gd name="T12" fmla="*/ 120 w 134"/>
                    <a:gd name="T13" fmla="*/ 54 h 164"/>
                    <a:gd name="T14" fmla="*/ 61 w 134"/>
                    <a:gd name="T15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4" h="164">
                      <a:moveTo>
                        <a:pt x="61" y="0"/>
                      </a:moveTo>
                      <a:cubicBezTo>
                        <a:pt x="61" y="0"/>
                        <a:pt x="60" y="0"/>
                        <a:pt x="59" y="0"/>
                      </a:cubicBezTo>
                      <a:cubicBezTo>
                        <a:pt x="79" y="3"/>
                        <a:pt x="98" y="20"/>
                        <a:pt x="103" y="47"/>
                      </a:cubicBezTo>
                      <a:cubicBezTo>
                        <a:pt x="111" y="89"/>
                        <a:pt x="87" y="137"/>
                        <a:pt x="46" y="137"/>
                      </a:cubicBezTo>
                      <a:cubicBezTo>
                        <a:pt x="25" y="137"/>
                        <a:pt x="9" y="123"/>
                        <a:pt x="0" y="104"/>
                      </a:cubicBezTo>
                      <a:cubicBezTo>
                        <a:pt x="8" y="137"/>
                        <a:pt x="30" y="164"/>
                        <a:pt x="61" y="164"/>
                      </a:cubicBezTo>
                      <a:cubicBezTo>
                        <a:pt x="110" y="164"/>
                        <a:pt x="134" y="103"/>
                        <a:pt x="120" y="54"/>
                      </a:cubicBezTo>
                      <a:cubicBezTo>
                        <a:pt x="111" y="20"/>
                        <a:pt x="86" y="0"/>
                        <a:pt x="61" y="0"/>
                      </a:cubicBezTo>
                      <a:close/>
                    </a:path>
                  </a:pathLst>
                </a:custGeom>
                <a:solidFill>
                  <a:srgbClr val="49A9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6" name="išḷiḍé" descr="8b6943f1-a557-45ab-84fa-6f1b2b66f09f">
                  <a:extLst>
                    <a:ext uri="{FF2B5EF4-FFF2-40B4-BE49-F238E27FC236}">
                      <a16:creationId xmlns:a16="http://schemas.microsoft.com/office/drawing/2014/main" id="{9A5FD5D7-4557-BA3B-4615-0153B46CB53C}"/>
                    </a:ext>
                  </a:extLst>
                </p:cNvPr>
                <p:cNvSpPr/>
                <p:nvPr/>
              </p:nvSpPr>
              <p:spPr bwMode="auto">
                <a:xfrm>
                  <a:off x="3851972" y="3422017"/>
                  <a:ext cx="44353" cy="254131"/>
                </a:xfrm>
                <a:custGeom>
                  <a:avLst/>
                  <a:gdLst>
                    <a:gd name="T0" fmla="*/ 25 w 37"/>
                    <a:gd name="T1" fmla="*/ 0 h 212"/>
                    <a:gd name="T2" fmla="*/ 4 w 37"/>
                    <a:gd name="T3" fmla="*/ 0 h 212"/>
                    <a:gd name="T4" fmla="*/ 0 w 37"/>
                    <a:gd name="T5" fmla="*/ 212 h 212"/>
                    <a:gd name="T6" fmla="*/ 37 w 37"/>
                    <a:gd name="T7" fmla="*/ 212 h 212"/>
                    <a:gd name="T8" fmla="*/ 25 w 37"/>
                    <a:gd name="T9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" h="212">
                      <a:moveTo>
                        <a:pt x="25" y="0"/>
                      </a:moveTo>
                      <a:lnTo>
                        <a:pt x="4" y="0"/>
                      </a:lnTo>
                      <a:lnTo>
                        <a:pt x="0" y="212"/>
                      </a:lnTo>
                      <a:lnTo>
                        <a:pt x="37" y="212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9B5F0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7" name="íṡļïdê" descr="ffb8f791-8d50-4ccb-816a-5ccbe0483c64">
                  <a:extLst>
                    <a:ext uri="{FF2B5EF4-FFF2-40B4-BE49-F238E27FC236}">
                      <a16:creationId xmlns:a16="http://schemas.microsoft.com/office/drawing/2014/main" id="{0618FB1B-057E-442B-309C-6C052D548587}"/>
                    </a:ext>
                  </a:extLst>
                </p:cNvPr>
                <p:cNvSpPr/>
                <p:nvPr/>
              </p:nvSpPr>
              <p:spPr bwMode="auto">
                <a:xfrm>
                  <a:off x="3851972" y="3422017"/>
                  <a:ext cx="44353" cy="254131"/>
                </a:xfrm>
                <a:custGeom>
                  <a:avLst/>
                  <a:gdLst>
                    <a:gd name="T0" fmla="*/ 25 w 37"/>
                    <a:gd name="T1" fmla="*/ 0 h 212"/>
                    <a:gd name="T2" fmla="*/ 4 w 37"/>
                    <a:gd name="T3" fmla="*/ 0 h 212"/>
                    <a:gd name="T4" fmla="*/ 0 w 37"/>
                    <a:gd name="T5" fmla="*/ 212 h 212"/>
                    <a:gd name="T6" fmla="*/ 37 w 37"/>
                    <a:gd name="T7" fmla="*/ 212 h 212"/>
                    <a:gd name="T8" fmla="*/ 25 w 37"/>
                    <a:gd name="T9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" h="212">
                      <a:moveTo>
                        <a:pt x="25" y="0"/>
                      </a:moveTo>
                      <a:lnTo>
                        <a:pt x="4" y="0"/>
                      </a:lnTo>
                      <a:lnTo>
                        <a:pt x="0" y="212"/>
                      </a:lnTo>
                      <a:lnTo>
                        <a:pt x="37" y="212"/>
                      </a:lnTo>
                      <a:lnTo>
                        <a:pt x="25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8" name="ïṡļïḓè" descr="88c3f8ca-936d-483d-abe2-511fb5e8905c">
                  <a:extLst>
                    <a:ext uri="{FF2B5EF4-FFF2-40B4-BE49-F238E27FC236}">
                      <a16:creationId xmlns:a16="http://schemas.microsoft.com/office/drawing/2014/main" id="{B9D77D40-D502-A834-214F-5E8E90D155F6}"/>
                    </a:ext>
                  </a:extLst>
                </p:cNvPr>
                <p:cNvSpPr/>
                <p:nvPr/>
              </p:nvSpPr>
              <p:spPr bwMode="auto">
                <a:xfrm>
                  <a:off x="3872350" y="3422017"/>
                  <a:ext cx="16782" cy="129463"/>
                </a:xfrm>
                <a:custGeom>
                  <a:avLst/>
                  <a:gdLst>
                    <a:gd name="T0" fmla="*/ 8 w 14"/>
                    <a:gd name="T1" fmla="*/ 0 h 108"/>
                    <a:gd name="T2" fmla="*/ 0 w 14"/>
                    <a:gd name="T3" fmla="*/ 0 h 108"/>
                    <a:gd name="T4" fmla="*/ 8 w 14"/>
                    <a:gd name="T5" fmla="*/ 0 h 108"/>
                    <a:gd name="T6" fmla="*/ 14 w 14"/>
                    <a:gd name="T7" fmla="*/ 108 h 108"/>
                    <a:gd name="T8" fmla="*/ 14 w 14"/>
                    <a:gd name="T9" fmla="*/ 108 h 108"/>
                    <a:gd name="T10" fmla="*/ 8 w 14"/>
                    <a:gd name="T11" fmla="*/ 0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" h="108">
                      <a:moveTo>
                        <a:pt x="8" y="0"/>
                      </a:moveTo>
                      <a:lnTo>
                        <a:pt x="0" y="0"/>
                      </a:lnTo>
                      <a:lnTo>
                        <a:pt x="8" y="0"/>
                      </a:lnTo>
                      <a:lnTo>
                        <a:pt x="14" y="108"/>
                      </a:lnTo>
                      <a:lnTo>
                        <a:pt x="14" y="108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BCA9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59" name="iṩ1iḓé" descr="5a0bdcdf-1ae5-420a-9dbf-5b478977c69e">
                  <a:extLst>
                    <a:ext uri="{FF2B5EF4-FFF2-40B4-BE49-F238E27FC236}">
                      <a16:creationId xmlns:a16="http://schemas.microsoft.com/office/drawing/2014/main" id="{04F7256E-E24D-320C-C401-408C0FE29FDE}"/>
                    </a:ext>
                  </a:extLst>
                </p:cNvPr>
                <p:cNvSpPr/>
                <p:nvPr/>
              </p:nvSpPr>
              <p:spPr bwMode="auto">
                <a:xfrm>
                  <a:off x="3872350" y="3422017"/>
                  <a:ext cx="16782" cy="129463"/>
                </a:xfrm>
                <a:custGeom>
                  <a:avLst/>
                  <a:gdLst>
                    <a:gd name="T0" fmla="*/ 8 w 14"/>
                    <a:gd name="T1" fmla="*/ 0 h 108"/>
                    <a:gd name="T2" fmla="*/ 0 w 14"/>
                    <a:gd name="T3" fmla="*/ 0 h 108"/>
                    <a:gd name="T4" fmla="*/ 8 w 14"/>
                    <a:gd name="T5" fmla="*/ 0 h 108"/>
                    <a:gd name="T6" fmla="*/ 14 w 14"/>
                    <a:gd name="T7" fmla="*/ 108 h 108"/>
                    <a:gd name="T8" fmla="*/ 14 w 14"/>
                    <a:gd name="T9" fmla="*/ 108 h 108"/>
                    <a:gd name="T10" fmla="*/ 8 w 14"/>
                    <a:gd name="T11" fmla="*/ 0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" h="108">
                      <a:moveTo>
                        <a:pt x="8" y="0"/>
                      </a:moveTo>
                      <a:lnTo>
                        <a:pt x="0" y="0"/>
                      </a:lnTo>
                      <a:lnTo>
                        <a:pt x="8" y="0"/>
                      </a:lnTo>
                      <a:lnTo>
                        <a:pt x="14" y="108"/>
                      </a:lnTo>
                      <a:lnTo>
                        <a:pt x="14" y="108"/>
                      </a:lnTo>
                      <a:lnTo>
                        <a:pt x="8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0" name="iṡḻïdè" descr="4254e513-28e5-4d6c-b6dd-14075192778e">
                  <a:extLst>
                    <a:ext uri="{FF2B5EF4-FFF2-40B4-BE49-F238E27FC236}">
                      <a16:creationId xmlns:a16="http://schemas.microsoft.com/office/drawing/2014/main" id="{14333134-2B0C-DEA4-5E13-10E9106C1546}"/>
                    </a:ext>
                  </a:extLst>
                </p:cNvPr>
                <p:cNvSpPr/>
                <p:nvPr/>
              </p:nvSpPr>
              <p:spPr bwMode="auto">
                <a:xfrm>
                  <a:off x="3889133" y="3565865"/>
                  <a:ext cx="2397" cy="20378"/>
                </a:xfrm>
                <a:custGeom>
                  <a:avLst/>
                  <a:gdLst>
                    <a:gd name="T0" fmla="*/ 0 w 2"/>
                    <a:gd name="T1" fmla="*/ 0 h 17"/>
                    <a:gd name="T2" fmla="*/ 0 w 2"/>
                    <a:gd name="T3" fmla="*/ 0 h 17"/>
                    <a:gd name="T4" fmla="*/ 2 w 2"/>
                    <a:gd name="T5" fmla="*/ 17 h 17"/>
                    <a:gd name="T6" fmla="*/ 2 w 2"/>
                    <a:gd name="T7" fmla="*/ 17 h 17"/>
                    <a:gd name="T8" fmla="*/ 0 w 2"/>
                    <a:gd name="T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" y="17"/>
                      </a:lnTo>
                      <a:lnTo>
                        <a:pt x="2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6B3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1" name="íšľïḍê" descr="9a1effe3-1206-4bbb-8dab-9d112fa94c64">
                  <a:extLst>
                    <a:ext uri="{FF2B5EF4-FFF2-40B4-BE49-F238E27FC236}">
                      <a16:creationId xmlns:a16="http://schemas.microsoft.com/office/drawing/2014/main" id="{38981957-40A9-D744-43EF-FDF0A24BAA59}"/>
                    </a:ext>
                  </a:extLst>
                </p:cNvPr>
                <p:cNvSpPr/>
                <p:nvPr/>
              </p:nvSpPr>
              <p:spPr bwMode="auto">
                <a:xfrm>
                  <a:off x="3889133" y="3565865"/>
                  <a:ext cx="2397" cy="20378"/>
                </a:xfrm>
                <a:custGeom>
                  <a:avLst/>
                  <a:gdLst>
                    <a:gd name="T0" fmla="*/ 0 w 2"/>
                    <a:gd name="T1" fmla="*/ 0 h 17"/>
                    <a:gd name="T2" fmla="*/ 0 w 2"/>
                    <a:gd name="T3" fmla="*/ 0 h 17"/>
                    <a:gd name="T4" fmla="*/ 2 w 2"/>
                    <a:gd name="T5" fmla="*/ 17 h 17"/>
                    <a:gd name="T6" fmla="*/ 2 w 2"/>
                    <a:gd name="T7" fmla="*/ 17 h 17"/>
                    <a:gd name="T8" fmla="*/ 0 w 2"/>
                    <a:gd name="T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" y="17"/>
                      </a:lnTo>
                      <a:lnTo>
                        <a:pt x="2" y="1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2" name="işľíḋè" descr="62d0902f-7717-48b8-a15d-2eaf963e9840">
                  <a:extLst>
                    <a:ext uri="{FF2B5EF4-FFF2-40B4-BE49-F238E27FC236}">
                      <a16:creationId xmlns:a16="http://schemas.microsoft.com/office/drawing/2014/main" id="{80880C12-B245-4CFE-E03D-B09953BAD285}"/>
                    </a:ext>
                  </a:extLst>
                </p:cNvPr>
                <p:cNvSpPr/>
                <p:nvPr/>
              </p:nvSpPr>
              <p:spPr bwMode="auto">
                <a:xfrm>
                  <a:off x="3891530" y="3586244"/>
                  <a:ext cx="1199" cy="9590"/>
                </a:xfrm>
                <a:prstGeom prst="rect">
                  <a:avLst/>
                </a:prstGeom>
                <a:solidFill>
                  <a:srgbClr val="004A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3" name="îšḷiḓe" descr="5089123f-f056-417c-bcf2-959e6c07eb68">
                  <a:extLst>
                    <a:ext uri="{FF2B5EF4-FFF2-40B4-BE49-F238E27FC236}">
                      <a16:creationId xmlns:a16="http://schemas.microsoft.com/office/drawing/2014/main" id="{C079D43F-1931-00E6-5E01-A8137780BA17}"/>
                    </a:ext>
                  </a:extLst>
                </p:cNvPr>
                <p:cNvSpPr/>
                <p:nvPr/>
              </p:nvSpPr>
              <p:spPr bwMode="auto">
                <a:xfrm>
                  <a:off x="3891530" y="3586244"/>
                  <a:ext cx="1199" cy="95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4" name="îSļiďè" descr="eb2e492c-fa8f-45e8-924f-a926b01068b6">
                  <a:extLst>
                    <a:ext uri="{FF2B5EF4-FFF2-40B4-BE49-F238E27FC236}">
                      <a16:creationId xmlns:a16="http://schemas.microsoft.com/office/drawing/2014/main" id="{BEFA7D57-EC2E-4B08-67D6-D8C1422EB61D}"/>
                    </a:ext>
                  </a:extLst>
                </p:cNvPr>
                <p:cNvSpPr/>
                <p:nvPr/>
              </p:nvSpPr>
              <p:spPr bwMode="auto">
                <a:xfrm>
                  <a:off x="3889133" y="3551480"/>
                  <a:ext cx="1199" cy="14385"/>
                </a:xfrm>
                <a:prstGeom prst="rect">
                  <a:avLst/>
                </a:prstGeom>
                <a:solidFill>
                  <a:srgbClr val="0D78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5" name="î$liďe" descr="9d97cc3f-1937-4795-a67b-be46d10f0db6">
                  <a:extLst>
                    <a:ext uri="{FF2B5EF4-FFF2-40B4-BE49-F238E27FC236}">
                      <a16:creationId xmlns:a16="http://schemas.microsoft.com/office/drawing/2014/main" id="{23C7D19F-006D-E5B2-1E07-E95DD37B97C2}"/>
                    </a:ext>
                  </a:extLst>
                </p:cNvPr>
                <p:cNvSpPr/>
                <p:nvPr/>
              </p:nvSpPr>
              <p:spPr bwMode="auto">
                <a:xfrm>
                  <a:off x="3889133" y="3551480"/>
                  <a:ext cx="1199" cy="143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6" name="ïṣliḍe" descr="c1308070-5d45-4ca9-b49f-3b9d051e996b">
                  <a:extLst>
                    <a:ext uri="{FF2B5EF4-FFF2-40B4-BE49-F238E27FC236}">
                      <a16:creationId xmlns:a16="http://schemas.microsoft.com/office/drawing/2014/main" id="{7189D0FD-564D-5822-9C18-45CDA95C56F6}"/>
                    </a:ext>
                  </a:extLst>
                </p:cNvPr>
                <p:cNvSpPr/>
                <p:nvPr/>
              </p:nvSpPr>
              <p:spPr bwMode="auto">
                <a:xfrm>
                  <a:off x="3872350" y="3422017"/>
                  <a:ext cx="23975" cy="254131"/>
                </a:xfrm>
                <a:custGeom>
                  <a:avLst/>
                  <a:gdLst>
                    <a:gd name="T0" fmla="*/ 8 w 20"/>
                    <a:gd name="T1" fmla="*/ 0 h 212"/>
                    <a:gd name="T2" fmla="*/ 0 w 20"/>
                    <a:gd name="T3" fmla="*/ 0 h 212"/>
                    <a:gd name="T4" fmla="*/ 0 w 20"/>
                    <a:gd name="T5" fmla="*/ 212 h 212"/>
                    <a:gd name="T6" fmla="*/ 20 w 20"/>
                    <a:gd name="T7" fmla="*/ 212 h 212"/>
                    <a:gd name="T8" fmla="*/ 20 w 20"/>
                    <a:gd name="T9" fmla="*/ 197 h 212"/>
                    <a:gd name="T10" fmla="*/ 16 w 20"/>
                    <a:gd name="T11" fmla="*/ 145 h 212"/>
                    <a:gd name="T12" fmla="*/ 16 w 20"/>
                    <a:gd name="T13" fmla="*/ 137 h 212"/>
                    <a:gd name="T14" fmla="*/ 14 w 20"/>
                    <a:gd name="T15" fmla="*/ 120 h 212"/>
                    <a:gd name="T16" fmla="*/ 14 w 20"/>
                    <a:gd name="T17" fmla="*/ 108 h 212"/>
                    <a:gd name="T18" fmla="*/ 8 w 20"/>
                    <a:gd name="T19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" h="212">
                      <a:moveTo>
                        <a:pt x="8" y="0"/>
                      </a:moveTo>
                      <a:lnTo>
                        <a:pt x="0" y="0"/>
                      </a:lnTo>
                      <a:lnTo>
                        <a:pt x="0" y="212"/>
                      </a:lnTo>
                      <a:lnTo>
                        <a:pt x="20" y="212"/>
                      </a:lnTo>
                      <a:lnTo>
                        <a:pt x="20" y="197"/>
                      </a:lnTo>
                      <a:lnTo>
                        <a:pt x="16" y="145"/>
                      </a:lnTo>
                      <a:lnTo>
                        <a:pt x="16" y="137"/>
                      </a:lnTo>
                      <a:lnTo>
                        <a:pt x="14" y="120"/>
                      </a:lnTo>
                      <a:lnTo>
                        <a:pt x="14" y="108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723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7" name="îs1îďê" descr="431686c2-2f54-4182-8c80-849df99ed42b">
                  <a:extLst>
                    <a:ext uri="{FF2B5EF4-FFF2-40B4-BE49-F238E27FC236}">
                      <a16:creationId xmlns:a16="http://schemas.microsoft.com/office/drawing/2014/main" id="{65966C16-EEB2-2E48-85DD-50D3EAA754A4}"/>
                    </a:ext>
                  </a:extLst>
                </p:cNvPr>
                <p:cNvSpPr/>
                <p:nvPr/>
              </p:nvSpPr>
              <p:spPr bwMode="auto">
                <a:xfrm>
                  <a:off x="3872350" y="3422017"/>
                  <a:ext cx="23975" cy="254131"/>
                </a:xfrm>
                <a:custGeom>
                  <a:avLst/>
                  <a:gdLst>
                    <a:gd name="T0" fmla="*/ 8 w 20"/>
                    <a:gd name="T1" fmla="*/ 0 h 212"/>
                    <a:gd name="T2" fmla="*/ 0 w 20"/>
                    <a:gd name="T3" fmla="*/ 0 h 212"/>
                    <a:gd name="T4" fmla="*/ 0 w 20"/>
                    <a:gd name="T5" fmla="*/ 212 h 212"/>
                    <a:gd name="T6" fmla="*/ 20 w 20"/>
                    <a:gd name="T7" fmla="*/ 212 h 212"/>
                    <a:gd name="T8" fmla="*/ 20 w 20"/>
                    <a:gd name="T9" fmla="*/ 197 h 212"/>
                    <a:gd name="T10" fmla="*/ 16 w 20"/>
                    <a:gd name="T11" fmla="*/ 145 h 212"/>
                    <a:gd name="T12" fmla="*/ 16 w 20"/>
                    <a:gd name="T13" fmla="*/ 137 h 212"/>
                    <a:gd name="T14" fmla="*/ 14 w 20"/>
                    <a:gd name="T15" fmla="*/ 120 h 212"/>
                    <a:gd name="T16" fmla="*/ 14 w 20"/>
                    <a:gd name="T17" fmla="*/ 108 h 212"/>
                    <a:gd name="T18" fmla="*/ 8 w 20"/>
                    <a:gd name="T19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0" h="212">
                      <a:moveTo>
                        <a:pt x="8" y="0"/>
                      </a:moveTo>
                      <a:lnTo>
                        <a:pt x="0" y="0"/>
                      </a:lnTo>
                      <a:lnTo>
                        <a:pt x="0" y="212"/>
                      </a:lnTo>
                      <a:lnTo>
                        <a:pt x="20" y="212"/>
                      </a:lnTo>
                      <a:lnTo>
                        <a:pt x="20" y="197"/>
                      </a:lnTo>
                      <a:lnTo>
                        <a:pt x="16" y="145"/>
                      </a:lnTo>
                      <a:lnTo>
                        <a:pt x="16" y="137"/>
                      </a:lnTo>
                      <a:lnTo>
                        <a:pt x="14" y="120"/>
                      </a:lnTo>
                      <a:lnTo>
                        <a:pt x="14" y="108"/>
                      </a:lnTo>
                      <a:lnTo>
                        <a:pt x="8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8" name="ïš1ïḑê" descr="86baf6fa-b68c-40c7-8cce-fcec2f7d828e">
                  <a:extLst>
                    <a:ext uri="{FF2B5EF4-FFF2-40B4-BE49-F238E27FC236}">
                      <a16:creationId xmlns:a16="http://schemas.microsoft.com/office/drawing/2014/main" id="{577D05E3-3128-A342-6320-E258182E3D38}"/>
                    </a:ext>
                  </a:extLst>
                </p:cNvPr>
                <p:cNvSpPr/>
                <p:nvPr/>
              </p:nvSpPr>
              <p:spPr bwMode="auto">
                <a:xfrm>
                  <a:off x="3692540" y="3073186"/>
                  <a:ext cx="363216" cy="408768"/>
                </a:xfrm>
                <a:custGeom>
                  <a:avLst/>
                  <a:gdLst>
                    <a:gd name="T0" fmla="*/ 132 w 146"/>
                    <a:gd name="T1" fmla="*/ 54 h 164"/>
                    <a:gd name="T2" fmla="*/ 73 w 146"/>
                    <a:gd name="T3" fmla="*/ 164 h 164"/>
                    <a:gd name="T4" fmla="*/ 14 w 146"/>
                    <a:gd name="T5" fmla="*/ 54 h 164"/>
                    <a:gd name="T6" fmla="*/ 73 w 146"/>
                    <a:gd name="T7" fmla="*/ 0 h 164"/>
                    <a:gd name="T8" fmla="*/ 132 w 146"/>
                    <a:gd name="T9" fmla="*/ 54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6" h="164">
                      <a:moveTo>
                        <a:pt x="132" y="54"/>
                      </a:moveTo>
                      <a:cubicBezTo>
                        <a:pt x="146" y="103"/>
                        <a:pt x="123" y="164"/>
                        <a:pt x="73" y="164"/>
                      </a:cubicBezTo>
                      <a:cubicBezTo>
                        <a:pt x="24" y="164"/>
                        <a:pt x="0" y="103"/>
                        <a:pt x="14" y="54"/>
                      </a:cubicBezTo>
                      <a:cubicBezTo>
                        <a:pt x="23" y="20"/>
                        <a:pt x="49" y="0"/>
                        <a:pt x="73" y="0"/>
                      </a:cubicBezTo>
                      <a:cubicBezTo>
                        <a:pt x="98" y="0"/>
                        <a:pt x="123" y="20"/>
                        <a:pt x="132" y="54"/>
                      </a:cubicBezTo>
                      <a:close/>
                    </a:path>
                  </a:pathLst>
                </a:custGeom>
                <a:solidFill>
                  <a:srgbClr val="54B94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69" name="iṧḷîḋê" descr="c9652c26-22b7-4ea2-a5fb-97e5ef28cf10">
                  <a:extLst>
                    <a:ext uri="{FF2B5EF4-FFF2-40B4-BE49-F238E27FC236}">
                      <a16:creationId xmlns:a16="http://schemas.microsoft.com/office/drawing/2014/main" id="{E92FD3E9-DB4A-8701-4B80-78390B13757C}"/>
                    </a:ext>
                  </a:extLst>
                </p:cNvPr>
                <p:cNvSpPr/>
                <p:nvPr/>
              </p:nvSpPr>
              <p:spPr bwMode="auto">
                <a:xfrm>
                  <a:off x="3724906" y="3073186"/>
                  <a:ext cx="330850" cy="408768"/>
                </a:xfrm>
                <a:custGeom>
                  <a:avLst/>
                  <a:gdLst>
                    <a:gd name="T0" fmla="*/ 60 w 133"/>
                    <a:gd name="T1" fmla="*/ 0 h 164"/>
                    <a:gd name="T2" fmla="*/ 59 w 133"/>
                    <a:gd name="T3" fmla="*/ 0 h 164"/>
                    <a:gd name="T4" fmla="*/ 102 w 133"/>
                    <a:gd name="T5" fmla="*/ 47 h 164"/>
                    <a:gd name="T6" fmla="*/ 45 w 133"/>
                    <a:gd name="T7" fmla="*/ 137 h 164"/>
                    <a:gd name="T8" fmla="*/ 0 w 133"/>
                    <a:gd name="T9" fmla="*/ 104 h 164"/>
                    <a:gd name="T10" fmla="*/ 60 w 133"/>
                    <a:gd name="T11" fmla="*/ 164 h 164"/>
                    <a:gd name="T12" fmla="*/ 119 w 133"/>
                    <a:gd name="T13" fmla="*/ 54 h 164"/>
                    <a:gd name="T14" fmla="*/ 60 w 133"/>
                    <a:gd name="T15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3" h="164">
                      <a:moveTo>
                        <a:pt x="60" y="0"/>
                      </a:moveTo>
                      <a:cubicBezTo>
                        <a:pt x="60" y="0"/>
                        <a:pt x="59" y="0"/>
                        <a:pt x="59" y="0"/>
                      </a:cubicBezTo>
                      <a:cubicBezTo>
                        <a:pt x="78" y="3"/>
                        <a:pt x="97" y="20"/>
                        <a:pt x="102" y="47"/>
                      </a:cubicBezTo>
                      <a:cubicBezTo>
                        <a:pt x="110" y="89"/>
                        <a:pt x="86" y="137"/>
                        <a:pt x="45" y="137"/>
                      </a:cubicBezTo>
                      <a:cubicBezTo>
                        <a:pt x="24" y="137"/>
                        <a:pt x="8" y="123"/>
                        <a:pt x="0" y="104"/>
                      </a:cubicBezTo>
                      <a:cubicBezTo>
                        <a:pt x="7" y="137"/>
                        <a:pt x="29" y="164"/>
                        <a:pt x="60" y="164"/>
                      </a:cubicBezTo>
                      <a:cubicBezTo>
                        <a:pt x="110" y="164"/>
                        <a:pt x="133" y="103"/>
                        <a:pt x="119" y="54"/>
                      </a:cubicBezTo>
                      <a:cubicBezTo>
                        <a:pt x="110" y="20"/>
                        <a:pt x="85" y="0"/>
                        <a:pt x="60" y="0"/>
                      </a:cubicBezTo>
                      <a:close/>
                    </a:path>
                  </a:pathLst>
                </a:custGeom>
                <a:solidFill>
                  <a:srgbClr val="49A9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0" name="îṡḻiḋe" descr="d1b1b6a0-6319-4b4c-9daf-e69661a8afc5">
                  <a:extLst>
                    <a:ext uri="{FF2B5EF4-FFF2-40B4-BE49-F238E27FC236}">
                      <a16:creationId xmlns:a16="http://schemas.microsoft.com/office/drawing/2014/main" id="{442495DE-8F25-11C8-6406-A5CC384C103B}"/>
                    </a:ext>
                  </a:extLst>
                </p:cNvPr>
                <p:cNvSpPr/>
                <p:nvPr/>
              </p:nvSpPr>
              <p:spPr bwMode="auto">
                <a:xfrm>
                  <a:off x="5702815" y="3662962"/>
                  <a:ext cx="44353" cy="254131"/>
                </a:xfrm>
                <a:custGeom>
                  <a:avLst/>
                  <a:gdLst>
                    <a:gd name="T0" fmla="*/ 25 w 37"/>
                    <a:gd name="T1" fmla="*/ 0 h 212"/>
                    <a:gd name="T2" fmla="*/ 4 w 37"/>
                    <a:gd name="T3" fmla="*/ 0 h 212"/>
                    <a:gd name="T4" fmla="*/ 0 w 37"/>
                    <a:gd name="T5" fmla="*/ 212 h 212"/>
                    <a:gd name="T6" fmla="*/ 37 w 37"/>
                    <a:gd name="T7" fmla="*/ 212 h 212"/>
                    <a:gd name="T8" fmla="*/ 25 w 37"/>
                    <a:gd name="T9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" h="212">
                      <a:moveTo>
                        <a:pt x="25" y="0"/>
                      </a:moveTo>
                      <a:lnTo>
                        <a:pt x="4" y="0"/>
                      </a:lnTo>
                      <a:lnTo>
                        <a:pt x="0" y="212"/>
                      </a:lnTo>
                      <a:lnTo>
                        <a:pt x="37" y="212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9B5F0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1" name="ïSḻíḑé" descr="02fa68cc-8be6-457a-adad-020b94a1cf98">
                  <a:extLst>
                    <a:ext uri="{FF2B5EF4-FFF2-40B4-BE49-F238E27FC236}">
                      <a16:creationId xmlns:a16="http://schemas.microsoft.com/office/drawing/2014/main" id="{72D586BD-E1DF-5CE3-76E0-D13A37D90B12}"/>
                    </a:ext>
                  </a:extLst>
                </p:cNvPr>
                <p:cNvSpPr/>
                <p:nvPr/>
              </p:nvSpPr>
              <p:spPr bwMode="auto">
                <a:xfrm>
                  <a:off x="5702815" y="3662962"/>
                  <a:ext cx="44353" cy="254131"/>
                </a:xfrm>
                <a:custGeom>
                  <a:avLst/>
                  <a:gdLst>
                    <a:gd name="T0" fmla="*/ 25 w 37"/>
                    <a:gd name="T1" fmla="*/ 0 h 212"/>
                    <a:gd name="T2" fmla="*/ 4 w 37"/>
                    <a:gd name="T3" fmla="*/ 0 h 212"/>
                    <a:gd name="T4" fmla="*/ 0 w 37"/>
                    <a:gd name="T5" fmla="*/ 212 h 212"/>
                    <a:gd name="T6" fmla="*/ 37 w 37"/>
                    <a:gd name="T7" fmla="*/ 212 h 212"/>
                    <a:gd name="T8" fmla="*/ 25 w 37"/>
                    <a:gd name="T9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" h="212">
                      <a:moveTo>
                        <a:pt x="25" y="0"/>
                      </a:moveTo>
                      <a:lnTo>
                        <a:pt x="4" y="0"/>
                      </a:lnTo>
                      <a:lnTo>
                        <a:pt x="0" y="212"/>
                      </a:lnTo>
                      <a:lnTo>
                        <a:pt x="37" y="212"/>
                      </a:lnTo>
                      <a:lnTo>
                        <a:pt x="25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2" name="ïśľîḑé" descr="0eec1ec5-9830-456a-9752-73b576c91951">
                  <a:extLst>
                    <a:ext uri="{FF2B5EF4-FFF2-40B4-BE49-F238E27FC236}">
                      <a16:creationId xmlns:a16="http://schemas.microsoft.com/office/drawing/2014/main" id="{22AB7135-29CE-B12E-B715-8E0B0CF121EB}"/>
                    </a:ext>
                  </a:extLst>
                </p:cNvPr>
                <p:cNvSpPr/>
                <p:nvPr/>
              </p:nvSpPr>
              <p:spPr bwMode="auto">
                <a:xfrm>
                  <a:off x="5735181" y="3734886"/>
                  <a:ext cx="2397" cy="13186"/>
                </a:xfrm>
                <a:custGeom>
                  <a:avLst/>
                  <a:gdLst>
                    <a:gd name="T0" fmla="*/ 2 w 2"/>
                    <a:gd name="T1" fmla="*/ 0 h 11"/>
                    <a:gd name="T2" fmla="*/ 0 w 2"/>
                    <a:gd name="T3" fmla="*/ 0 h 11"/>
                    <a:gd name="T4" fmla="*/ 2 w 2"/>
                    <a:gd name="T5" fmla="*/ 11 h 11"/>
                    <a:gd name="T6" fmla="*/ 2 w 2"/>
                    <a:gd name="T7" fmla="*/ 11 h 11"/>
                    <a:gd name="T8" fmla="*/ 2 w 2"/>
                    <a:gd name="T9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1">
                      <a:moveTo>
                        <a:pt x="2" y="0"/>
                      </a:moveTo>
                      <a:lnTo>
                        <a:pt x="0" y="0"/>
                      </a:lnTo>
                      <a:lnTo>
                        <a:pt x="2" y="11"/>
                      </a:lnTo>
                      <a:lnTo>
                        <a:pt x="2" y="11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5A80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3" name="işlïde" descr="cf8e78ae-3802-4833-a616-d650b7e52729">
                  <a:extLst>
                    <a:ext uri="{FF2B5EF4-FFF2-40B4-BE49-F238E27FC236}">
                      <a16:creationId xmlns:a16="http://schemas.microsoft.com/office/drawing/2014/main" id="{A5791EFE-3BA5-373F-FD6B-92EDDEF1C515}"/>
                    </a:ext>
                  </a:extLst>
                </p:cNvPr>
                <p:cNvSpPr/>
                <p:nvPr/>
              </p:nvSpPr>
              <p:spPr bwMode="auto">
                <a:xfrm>
                  <a:off x="5735181" y="3734886"/>
                  <a:ext cx="2397" cy="13186"/>
                </a:xfrm>
                <a:custGeom>
                  <a:avLst/>
                  <a:gdLst>
                    <a:gd name="T0" fmla="*/ 2 w 2"/>
                    <a:gd name="T1" fmla="*/ 0 h 11"/>
                    <a:gd name="T2" fmla="*/ 0 w 2"/>
                    <a:gd name="T3" fmla="*/ 0 h 11"/>
                    <a:gd name="T4" fmla="*/ 2 w 2"/>
                    <a:gd name="T5" fmla="*/ 11 h 11"/>
                    <a:gd name="T6" fmla="*/ 2 w 2"/>
                    <a:gd name="T7" fmla="*/ 11 h 11"/>
                    <a:gd name="T8" fmla="*/ 2 w 2"/>
                    <a:gd name="T9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1">
                      <a:moveTo>
                        <a:pt x="2" y="0"/>
                      </a:moveTo>
                      <a:lnTo>
                        <a:pt x="0" y="0"/>
                      </a:lnTo>
                      <a:lnTo>
                        <a:pt x="2" y="11"/>
                      </a:lnTo>
                      <a:lnTo>
                        <a:pt x="2" y="11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4" name="iṣļíde" descr="34947ea3-074b-4335-89af-707882e125fc">
                  <a:extLst>
                    <a:ext uri="{FF2B5EF4-FFF2-40B4-BE49-F238E27FC236}">
                      <a16:creationId xmlns:a16="http://schemas.microsoft.com/office/drawing/2014/main" id="{B7CFE22B-876B-41DA-03C9-4D082D31CEA7}"/>
                    </a:ext>
                  </a:extLst>
                </p:cNvPr>
                <p:cNvSpPr/>
                <p:nvPr/>
              </p:nvSpPr>
              <p:spPr bwMode="auto">
                <a:xfrm>
                  <a:off x="5721995" y="3662962"/>
                  <a:ext cx="15584" cy="71924"/>
                </a:xfrm>
                <a:custGeom>
                  <a:avLst/>
                  <a:gdLst>
                    <a:gd name="T0" fmla="*/ 9 w 13"/>
                    <a:gd name="T1" fmla="*/ 0 h 60"/>
                    <a:gd name="T2" fmla="*/ 0 w 13"/>
                    <a:gd name="T3" fmla="*/ 0 h 60"/>
                    <a:gd name="T4" fmla="*/ 9 w 13"/>
                    <a:gd name="T5" fmla="*/ 0 h 60"/>
                    <a:gd name="T6" fmla="*/ 11 w 13"/>
                    <a:gd name="T7" fmla="*/ 60 h 60"/>
                    <a:gd name="T8" fmla="*/ 13 w 13"/>
                    <a:gd name="T9" fmla="*/ 60 h 60"/>
                    <a:gd name="T10" fmla="*/ 9 w 13"/>
                    <a:gd name="T11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" h="60">
                      <a:moveTo>
                        <a:pt x="9" y="0"/>
                      </a:moveTo>
                      <a:lnTo>
                        <a:pt x="0" y="0"/>
                      </a:lnTo>
                      <a:lnTo>
                        <a:pt x="9" y="0"/>
                      </a:lnTo>
                      <a:lnTo>
                        <a:pt x="11" y="60"/>
                      </a:lnTo>
                      <a:lnTo>
                        <a:pt x="13" y="6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A9998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5" name="í$ľíḍe" descr="b270108b-d5a1-4a64-a939-0b534024ab23">
                  <a:extLst>
                    <a:ext uri="{FF2B5EF4-FFF2-40B4-BE49-F238E27FC236}">
                      <a16:creationId xmlns:a16="http://schemas.microsoft.com/office/drawing/2014/main" id="{FCC63AC1-4B99-719D-F491-379B16D62618}"/>
                    </a:ext>
                  </a:extLst>
                </p:cNvPr>
                <p:cNvSpPr/>
                <p:nvPr/>
              </p:nvSpPr>
              <p:spPr bwMode="auto">
                <a:xfrm>
                  <a:off x="5721995" y="3662962"/>
                  <a:ext cx="15584" cy="71924"/>
                </a:xfrm>
                <a:custGeom>
                  <a:avLst/>
                  <a:gdLst>
                    <a:gd name="T0" fmla="*/ 9 w 13"/>
                    <a:gd name="T1" fmla="*/ 0 h 60"/>
                    <a:gd name="T2" fmla="*/ 0 w 13"/>
                    <a:gd name="T3" fmla="*/ 0 h 60"/>
                    <a:gd name="T4" fmla="*/ 9 w 13"/>
                    <a:gd name="T5" fmla="*/ 0 h 60"/>
                    <a:gd name="T6" fmla="*/ 11 w 13"/>
                    <a:gd name="T7" fmla="*/ 60 h 60"/>
                    <a:gd name="T8" fmla="*/ 13 w 13"/>
                    <a:gd name="T9" fmla="*/ 60 h 60"/>
                    <a:gd name="T10" fmla="*/ 9 w 13"/>
                    <a:gd name="T11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" h="60">
                      <a:moveTo>
                        <a:pt x="9" y="0"/>
                      </a:moveTo>
                      <a:lnTo>
                        <a:pt x="0" y="0"/>
                      </a:lnTo>
                      <a:lnTo>
                        <a:pt x="9" y="0"/>
                      </a:lnTo>
                      <a:lnTo>
                        <a:pt x="11" y="60"/>
                      </a:lnTo>
                      <a:lnTo>
                        <a:pt x="13" y="60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6" name="íṥḻïḓê" descr="c7e7ed87-cfcc-45b0-ad00-34931d320ddb">
                  <a:extLst>
                    <a:ext uri="{FF2B5EF4-FFF2-40B4-BE49-F238E27FC236}">
                      <a16:creationId xmlns:a16="http://schemas.microsoft.com/office/drawing/2014/main" id="{928F012E-6278-BD08-C0DE-178E32CF09AF}"/>
                    </a:ext>
                  </a:extLst>
                </p:cNvPr>
                <p:cNvSpPr/>
                <p:nvPr/>
              </p:nvSpPr>
              <p:spPr bwMode="auto">
                <a:xfrm>
                  <a:off x="5721995" y="3662962"/>
                  <a:ext cx="25173" cy="254131"/>
                </a:xfrm>
                <a:custGeom>
                  <a:avLst/>
                  <a:gdLst>
                    <a:gd name="T0" fmla="*/ 9 w 21"/>
                    <a:gd name="T1" fmla="*/ 0 h 212"/>
                    <a:gd name="T2" fmla="*/ 0 w 21"/>
                    <a:gd name="T3" fmla="*/ 0 h 212"/>
                    <a:gd name="T4" fmla="*/ 0 w 21"/>
                    <a:gd name="T5" fmla="*/ 212 h 212"/>
                    <a:gd name="T6" fmla="*/ 21 w 21"/>
                    <a:gd name="T7" fmla="*/ 212 h 212"/>
                    <a:gd name="T8" fmla="*/ 21 w 21"/>
                    <a:gd name="T9" fmla="*/ 197 h 212"/>
                    <a:gd name="T10" fmla="*/ 13 w 21"/>
                    <a:gd name="T11" fmla="*/ 71 h 212"/>
                    <a:gd name="T12" fmla="*/ 11 w 21"/>
                    <a:gd name="T13" fmla="*/ 60 h 212"/>
                    <a:gd name="T14" fmla="*/ 9 w 21"/>
                    <a:gd name="T15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" h="212">
                      <a:moveTo>
                        <a:pt x="9" y="0"/>
                      </a:moveTo>
                      <a:lnTo>
                        <a:pt x="0" y="0"/>
                      </a:lnTo>
                      <a:lnTo>
                        <a:pt x="0" y="212"/>
                      </a:lnTo>
                      <a:lnTo>
                        <a:pt x="21" y="212"/>
                      </a:lnTo>
                      <a:lnTo>
                        <a:pt x="21" y="197"/>
                      </a:lnTo>
                      <a:lnTo>
                        <a:pt x="13" y="71"/>
                      </a:lnTo>
                      <a:lnTo>
                        <a:pt x="11" y="6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723F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7" name="ïŝlíďè" descr="8deac735-c2f8-45d2-9b5d-b12e5b52b826">
                  <a:extLst>
                    <a:ext uri="{FF2B5EF4-FFF2-40B4-BE49-F238E27FC236}">
                      <a16:creationId xmlns:a16="http://schemas.microsoft.com/office/drawing/2014/main" id="{08D2E86A-B17B-F53A-6574-A6DF00EE265E}"/>
                    </a:ext>
                  </a:extLst>
                </p:cNvPr>
                <p:cNvSpPr/>
                <p:nvPr/>
              </p:nvSpPr>
              <p:spPr bwMode="auto">
                <a:xfrm>
                  <a:off x="5721995" y="3662962"/>
                  <a:ext cx="25173" cy="254131"/>
                </a:xfrm>
                <a:custGeom>
                  <a:avLst/>
                  <a:gdLst>
                    <a:gd name="T0" fmla="*/ 9 w 21"/>
                    <a:gd name="T1" fmla="*/ 0 h 212"/>
                    <a:gd name="T2" fmla="*/ 0 w 21"/>
                    <a:gd name="T3" fmla="*/ 0 h 212"/>
                    <a:gd name="T4" fmla="*/ 0 w 21"/>
                    <a:gd name="T5" fmla="*/ 212 h 212"/>
                    <a:gd name="T6" fmla="*/ 21 w 21"/>
                    <a:gd name="T7" fmla="*/ 212 h 212"/>
                    <a:gd name="T8" fmla="*/ 21 w 21"/>
                    <a:gd name="T9" fmla="*/ 197 h 212"/>
                    <a:gd name="T10" fmla="*/ 13 w 21"/>
                    <a:gd name="T11" fmla="*/ 71 h 212"/>
                    <a:gd name="T12" fmla="*/ 11 w 21"/>
                    <a:gd name="T13" fmla="*/ 60 h 212"/>
                    <a:gd name="T14" fmla="*/ 9 w 21"/>
                    <a:gd name="T15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" h="212">
                      <a:moveTo>
                        <a:pt x="9" y="0"/>
                      </a:moveTo>
                      <a:lnTo>
                        <a:pt x="0" y="0"/>
                      </a:lnTo>
                      <a:lnTo>
                        <a:pt x="0" y="212"/>
                      </a:lnTo>
                      <a:lnTo>
                        <a:pt x="21" y="212"/>
                      </a:lnTo>
                      <a:lnTo>
                        <a:pt x="21" y="197"/>
                      </a:lnTo>
                      <a:lnTo>
                        <a:pt x="13" y="71"/>
                      </a:lnTo>
                      <a:lnTo>
                        <a:pt x="11" y="60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8" name="íṥ1iḍe" descr="62e51ee4-08c6-4632-b482-21d7cf2417c3">
                  <a:extLst>
                    <a:ext uri="{FF2B5EF4-FFF2-40B4-BE49-F238E27FC236}">
                      <a16:creationId xmlns:a16="http://schemas.microsoft.com/office/drawing/2014/main" id="{9B92B262-5D31-33A4-900C-619EB2A898A1}"/>
                    </a:ext>
                  </a:extLst>
                </p:cNvPr>
                <p:cNvSpPr/>
                <p:nvPr/>
              </p:nvSpPr>
              <p:spPr bwMode="auto">
                <a:xfrm>
                  <a:off x="5543384" y="3315330"/>
                  <a:ext cx="363216" cy="407569"/>
                </a:xfrm>
                <a:custGeom>
                  <a:avLst/>
                  <a:gdLst>
                    <a:gd name="T0" fmla="*/ 132 w 146"/>
                    <a:gd name="T1" fmla="*/ 54 h 164"/>
                    <a:gd name="T2" fmla="*/ 73 w 146"/>
                    <a:gd name="T3" fmla="*/ 164 h 164"/>
                    <a:gd name="T4" fmla="*/ 14 w 146"/>
                    <a:gd name="T5" fmla="*/ 54 h 164"/>
                    <a:gd name="T6" fmla="*/ 73 w 146"/>
                    <a:gd name="T7" fmla="*/ 0 h 164"/>
                    <a:gd name="T8" fmla="*/ 132 w 146"/>
                    <a:gd name="T9" fmla="*/ 54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6" h="164">
                      <a:moveTo>
                        <a:pt x="132" y="54"/>
                      </a:moveTo>
                      <a:cubicBezTo>
                        <a:pt x="146" y="103"/>
                        <a:pt x="123" y="164"/>
                        <a:pt x="73" y="164"/>
                      </a:cubicBezTo>
                      <a:cubicBezTo>
                        <a:pt x="24" y="164"/>
                        <a:pt x="0" y="103"/>
                        <a:pt x="14" y="54"/>
                      </a:cubicBezTo>
                      <a:cubicBezTo>
                        <a:pt x="23" y="20"/>
                        <a:pt x="49" y="0"/>
                        <a:pt x="73" y="0"/>
                      </a:cubicBezTo>
                      <a:cubicBezTo>
                        <a:pt x="98" y="0"/>
                        <a:pt x="123" y="20"/>
                        <a:pt x="132" y="54"/>
                      </a:cubicBezTo>
                      <a:close/>
                    </a:path>
                  </a:pathLst>
                </a:custGeom>
                <a:solidFill>
                  <a:srgbClr val="54B94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9" name="ïšlîďé" descr="70a5c69e-ed10-4bee-8448-e344f7c75ae1">
                  <a:extLst>
                    <a:ext uri="{FF2B5EF4-FFF2-40B4-BE49-F238E27FC236}">
                      <a16:creationId xmlns:a16="http://schemas.microsoft.com/office/drawing/2014/main" id="{0E09E9B1-F866-F652-8630-CDAB91E9167A}"/>
                    </a:ext>
                  </a:extLst>
                </p:cNvPr>
                <p:cNvSpPr/>
                <p:nvPr/>
              </p:nvSpPr>
              <p:spPr bwMode="auto">
                <a:xfrm>
                  <a:off x="5575750" y="3315330"/>
                  <a:ext cx="330850" cy="407569"/>
                </a:xfrm>
                <a:custGeom>
                  <a:avLst/>
                  <a:gdLst>
                    <a:gd name="T0" fmla="*/ 60 w 133"/>
                    <a:gd name="T1" fmla="*/ 0 h 164"/>
                    <a:gd name="T2" fmla="*/ 58 w 133"/>
                    <a:gd name="T3" fmla="*/ 0 h 164"/>
                    <a:gd name="T4" fmla="*/ 102 w 133"/>
                    <a:gd name="T5" fmla="*/ 47 h 164"/>
                    <a:gd name="T6" fmla="*/ 45 w 133"/>
                    <a:gd name="T7" fmla="*/ 137 h 164"/>
                    <a:gd name="T8" fmla="*/ 0 w 133"/>
                    <a:gd name="T9" fmla="*/ 104 h 164"/>
                    <a:gd name="T10" fmla="*/ 60 w 133"/>
                    <a:gd name="T11" fmla="*/ 164 h 164"/>
                    <a:gd name="T12" fmla="*/ 119 w 133"/>
                    <a:gd name="T13" fmla="*/ 54 h 164"/>
                    <a:gd name="T14" fmla="*/ 60 w 133"/>
                    <a:gd name="T15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3" h="164">
                      <a:moveTo>
                        <a:pt x="60" y="0"/>
                      </a:moveTo>
                      <a:cubicBezTo>
                        <a:pt x="60" y="0"/>
                        <a:pt x="59" y="0"/>
                        <a:pt x="58" y="0"/>
                      </a:cubicBezTo>
                      <a:cubicBezTo>
                        <a:pt x="78" y="3"/>
                        <a:pt x="97" y="20"/>
                        <a:pt x="102" y="47"/>
                      </a:cubicBezTo>
                      <a:cubicBezTo>
                        <a:pt x="110" y="89"/>
                        <a:pt x="86" y="137"/>
                        <a:pt x="45" y="137"/>
                      </a:cubicBezTo>
                      <a:cubicBezTo>
                        <a:pt x="24" y="137"/>
                        <a:pt x="8" y="123"/>
                        <a:pt x="0" y="104"/>
                      </a:cubicBezTo>
                      <a:cubicBezTo>
                        <a:pt x="7" y="137"/>
                        <a:pt x="29" y="164"/>
                        <a:pt x="60" y="164"/>
                      </a:cubicBezTo>
                      <a:cubicBezTo>
                        <a:pt x="110" y="164"/>
                        <a:pt x="133" y="103"/>
                        <a:pt x="119" y="54"/>
                      </a:cubicBezTo>
                      <a:cubicBezTo>
                        <a:pt x="110" y="20"/>
                        <a:pt x="85" y="0"/>
                        <a:pt x="60" y="0"/>
                      </a:cubicBezTo>
                      <a:close/>
                    </a:path>
                  </a:pathLst>
                </a:custGeom>
                <a:solidFill>
                  <a:srgbClr val="49A94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0" name="îṡ1ïďè" descr="c13336c0-d36a-4091-9870-f55c197ed214">
                  <a:extLst>
                    <a:ext uri="{FF2B5EF4-FFF2-40B4-BE49-F238E27FC236}">
                      <a16:creationId xmlns:a16="http://schemas.microsoft.com/office/drawing/2014/main" id="{2A1B408D-9D5D-DF5B-2987-CD7F016DAC0B}"/>
                    </a:ext>
                  </a:extLst>
                </p:cNvPr>
                <p:cNvSpPr/>
                <p:nvPr/>
              </p:nvSpPr>
              <p:spPr bwMode="auto">
                <a:xfrm>
                  <a:off x="5405529" y="1812119"/>
                  <a:ext cx="549020" cy="374005"/>
                </a:xfrm>
                <a:custGeom>
                  <a:avLst/>
                  <a:gdLst>
                    <a:gd name="T0" fmla="*/ 179 w 220"/>
                    <a:gd name="T1" fmla="*/ 44 h 150"/>
                    <a:gd name="T2" fmla="*/ 178 w 220"/>
                    <a:gd name="T3" fmla="*/ 44 h 150"/>
                    <a:gd name="T4" fmla="*/ 127 w 220"/>
                    <a:gd name="T5" fmla="*/ 0 h 150"/>
                    <a:gd name="T6" fmla="*/ 78 w 220"/>
                    <a:gd name="T7" fmla="*/ 38 h 150"/>
                    <a:gd name="T8" fmla="*/ 63 w 220"/>
                    <a:gd name="T9" fmla="*/ 34 h 150"/>
                    <a:gd name="T10" fmla="*/ 33 w 220"/>
                    <a:gd name="T11" fmla="*/ 64 h 150"/>
                    <a:gd name="T12" fmla="*/ 34 w 220"/>
                    <a:gd name="T13" fmla="*/ 70 h 150"/>
                    <a:gd name="T14" fmla="*/ 30 w 220"/>
                    <a:gd name="T15" fmla="*/ 69 h 150"/>
                    <a:gd name="T16" fmla="*/ 0 w 220"/>
                    <a:gd name="T17" fmla="*/ 99 h 150"/>
                    <a:gd name="T18" fmla="*/ 30 w 220"/>
                    <a:gd name="T19" fmla="*/ 129 h 150"/>
                    <a:gd name="T20" fmla="*/ 45 w 220"/>
                    <a:gd name="T21" fmla="*/ 125 h 150"/>
                    <a:gd name="T22" fmla="*/ 170 w 220"/>
                    <a:gd name="T23" fmla="*/ 125 h 150"/>
                    <a:gd name="T24" fmla="*/ 179 w 220"/>
                    <a:gd name="T25" fmla="*/ 126 h 150"/>
                    <a:gd name="T26" fmla="*/ 220 w 220"/>
                    <a:gd name="T27" fmla="*/ 85 h 150"/>
                    <a:gd name="T28" fmla="*/ 179 w 220"/>
                    <a:gd name="T29" fmla="*/ 44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20" h="150">
                      <a:moveTo>
                        <a:pt x="179" y="44"/>
                      </a:moveTo>
                      <a:cubicBezTo>
                        <a:pt x="179" y="44"/>
                        <a:pt x="178" y="44"/>
                        <a:pt x="178" y="44"/>
                      </a:cubicBezTo>
                      <a:cubicBezTo>
                        <a:pt x="174" y="19"/>
                        <a:pt x="153" y="0"/>
                        <a:pt x="127" y="0"/>
                      </a:cubicBezTo>
                      <a:cubicBezTo>
                        <a:pt x="104" y="0"/>
                        <a:pt x="84" y="16"/>
                        <a:pt x="78" y="38"/>
                      </a:cubicBezTo>
                      <a:cubicBezTo>
                        <a:pt x="73" y="36"/>
                        <a:pt x="69" y="34"/>
                        <a:pt x="63" y="34"/>
                      </a:cubicBezTo>
                      <a:cubicBezTo>
                        <a:pt x="47" y="34"/>
                        <a:pt x="33" y="48"/>
                        <a:pt x="33" y="64"/>
                      </a:cubicBezTo>
                      <a:cubicBezTo>
                        <a:pt x="33" y="66"/>
                        <a:pt x="33" y="68"/>
                        <a:pt x="34" y="70"/>
                      </a:cubicBezTo>
                      <a:cubicBezTo>
                        <a:pt x="32" y="69"/>
                        <a:pt x="31" y="69"/>
                        <a:pt x="30" y="69"/>
                      </a:cubicBezTo>
                      <a:cubicBezTo>
                        <a:pt x="13" y="69"/>
                        <a:pt x="0" y="83"/>
                        <a:pt x="0" y="99"/>
                      </a:cubicBezTo>
                      <a:cubicBezTo>
                        <a:pt x="0" y="116"/>
                        <a:pt x="13" y="129"/>
                        <a:pt x="30" y="129"/>
                      </a:cubicBezTo>
                      <a:cubicBezTo>
                        <a:pt x="35" y="129"/>
                        <a:pt x="41" y="128"/>
                        <a:pt x="45" y="125"/>
                      </a:cubicBezTo>
                      <a:cubicBezTo>
                        <a:pt x="82" y="150"/>
                        <a:pt x="165" y="142"/>
                        <a:pt x="170" y="125"/>
                      </a:cubicBezTo>
                      <a:cubicBezTo>
                        <a:pt x="173" y="126"/>
                        <a:pt x="176" y="126"/>
                        <a:pt x="179" y="126"/>
                      </a:cubicBezTo>
                      <a:cubicBezTo>
                        <a:pt x="202" y="126"/>
                        <a:pt x="220" y="108"/>
                        <a:pt x="220" y="85"/>
                      </a:cubicBezTo>
                      <a:cubicBezTo>
                        <a:pt x="220" y="62"/>
                        <a:pt x="202" y="44"/>
                        <a:pt x="179" y="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1" name="iŝḻíḋe" descr="069c814a-76f4-4c6a-81a7-ce95f4297b4f">
                  <a:extLst>
                    <a:ext uri="{FF2B5EF4-FFF2-40B4-BE49-F238E27FC236}">
                      <a16:creationId xmlns:a16="http://schemas.microsoft.com/office/drawing/2014/main" id="{14A0A6DA-CEED-DC49-9D83-32AA04291317}"/>
                    </a:ext>
                  </a:extLst>
                </p:cNvPr>
                <p:cNvSpPr/>
                <p:nvPr/>
              </p:nvSpPr>
              <p:spPr bwMode="auto">
                <a:xfrm>
                  <a:off x="6937510" y="1556789"/>
                  <a:ext cx="762394" cy="516654"/>
                </a:xfrm>
                <a:custGeom>
                  <a:avLst/>
                  <a:gdLst>
                    <a:gd name="T0" fmla="*/ 249 w 306"/>
                    <a:gd name="T1" fmla="*/ 61 h 208"/>
                    <a:gd name="T2" fmla="*/ 247 w 306"/>
                    <a:gd name="T3" fmla="*/ 61 h 208"/>
                    <a:gd name="T4" fmla="*/ 177 w 306"/>
                    <a:gd name="T5" fmla="*/ 0 h 208"/>
                    <a:gd name="T6" fmla="*/ 108 w 306"/>
                    <a:gd name="T7" fmla="*/ 52 h 208"/>
                    <a:gd name="T8" fmla="*/ 88 w 306"/>
                    <a:gd name="T9" fmla="*/ 47 h 208"/>
                    <a:gd name="T10" fmla="*/ 46 w 306"/>
                    <a:gd name="T11" fmla="*/ 89 h 208"/>
                    <a:gd name="T12" fmla="*/ 47 w 306"/>
                    <a:gd name="T13" fmla="*/ 96 h 208"/>
                    <a:gd name="T14" fmla="*/ 41 w 306"/>
                    <a:gd name="T15" fmla="*/ 95 h 208"/>
                    <a:gd name="T16" fmla="*/ 0 w 306"/>
                    <a:gd name="T17" fmla="*/ 137 h 208"/>
                    <a:gd name="T18" fmla="*/ 41 w 306"/>
                    <a:gd name="T19" fmla="*/ 179 h 208"/>
                    <a:gd name="T20" fmla="*/ 63 w 306"/>
                    <a:gd name="T21" fmla="*/ 173 h 208"/>
                    <a:gd name="T22" fmla="*/ 236 w 306"/>
                    <a:gd name="T23" fmla="*/ 173 h 208"/>
                    <a:gd name="T24" fmla="*/ 249 w 306"/>
                    <a:gd name="T25" fmla="*/ 175 h 208"/>
                    <a:gd name="T26" fmla="*/ 306 w 306"/>
                    <a:gd name="T27" fmla="*/ 118 h 208"/>
                    <a:gd name="T28" fmla="*/ 249 w 306"/>
                    <a:gd name="T29" fmla="*/ 61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06" h="208">
                      <a:moveTo>
                        <a:pt x="249" y="61"/>
                      </a:moveTo>
                      <a:cubicBezTo>
                        <a:pt x="248" y="61"/>
                        <a:pt x="248" y="61"/>
                        <a:pt x="247" y="61"/>
                      </a:cubicBezTo>
                      <a:cubicBezTo>
                        <a:pt x="242" y="26"/>
                        <a:pt x="213" y="0"/>
                        <a:pt x="177" y="0"/>
                      </a:cubicBezTo>
                      <a:cubicBezTo>
                        <a:pt x="144" y="0"/>
                        <a:pt x="116" y="22"/>
                        <a:pt x="108" y="52"/>
                      </a:cubicBezTo>
                      <a:cubicBezTo>
                        <a:pt x="102" y="49"/>
                        <a:pt x="95" y="47"/>
                        <a:pt x="88" y="47"/>
                      </a:cubicBezTo>
                      <a:cubicBezTo>
                        <a:pt x="65" y="47"/>
                        <a:pt x="46" y="66"/>
                        <a:pt x="46" y="89"/>
                      </a:cubicBezTo>
                      <a:cubicBezTo>
                        <a:pt x="46" y="91"/>
                        <a:pt x="46" y="94"/>
                        <a:pt x="47" y="96"/>
                      </a:cubicBezTo>
                      <a:cubicBezTo>
                        <a:pt x="45" y="96"/>
                        <a:pt x="43" y="95"/>
                        <a:pt x="41" y="95"/>
                      </a:cubicBezTo>
                      <a:cubicBezTo>
                        <a:pt x="18" y="95"/>
                        <a:pt x="0" y="114"/>
                        <a:pt x="0" y="137"/>
                      </a:cubicBezTo>
                      <a:cubicBezTo>
                        <a:pt x="0" y="160"/>
                        <a:pt x="18" y="179"/>
                        <a:pt x="41" y="179"/>
                      </a:cubicBezTo>
                      <a:cubicBezTo>
                        <a:pt x="49" y="179"/>
                        <a:pt x="56" y="177"/>
                        <a:pt x="63" y="173"/>
                      </a:cubicBezTo>
                      <a:cubicBezTo>
                        <a:pt x="114" y="208"/>
                        <a:pt x="228" y="196"/>
                        <a:pt x="236" y="173"/>
                      </a:cubicBezTo>
                      <a:cubicBezTo>
                        <a:pt x="240" y="174"/>
                        <a:pt x="244" y="175"/>
                        <a:pt x="249" y="175"/>
                      </a:cubicBezTo>
                      <a:cubicBezTo>
                        <a:pt x="280" y="175"/>
                        <a:pt x="306" y="149"/>
                        <a:pt x="306" y="118"/>
                      </a:cubicBezTo>
                      <a:cubicBezTo>
                        <a:pt x="306" y="86"/>
                        <a:pt x="280" y="61"/>
                        <a:pt x="249" y="61"/>
                      </a:cubicBezTo>
                      <a:close/>
                    </a:path>
                  </a:pathLst>
                </a:custGeom>
                <a:solidFill>
                  <a:srgbClr val="C9EBF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2" name="îṡlídè" descr="c2898f14-e09b-4f9a-8c26-c3c78ea8f38d">
                  <a:extLst>
                    <a:ext uri="{FF2B5EF4-FFF2-40B4-BE49-F238E27FC236}">
                      <a16:creationId xmlns:a16="http://schemas.microsoft.com/office/drawing/2014/main" id="{D44A9DDF-A1E5-5064-CBE5-E133468E25C0}"/>
                    </a:ext>
                  </a:extLst>
                </p:cNvPr>
                <p:cNvSpPr/>
                <p:nvPr/>
              </p:nvSpPr>
              <p:spPr bwMode="auto">
                <a:xfrm>
                  <a:off x="3879543" y="2327574"/>
                  <a:ext cx="363216" cy="248138"/>
                </a:xfrm>
                <a:custGeom>
                  <a:avLst/>
                  <a:gdLst>
                    <a:gd name="T0" fmla="*/ 119 w 146"/>
                    <a:gd name="T1" fmla="*/ 29 h 100"/>
                    <a:gd name="T2" fmla="*/ 118 w 146"/>
                    <a:gd name="T3" fmla="*/ 30 h 100"/>
                    <a:gd name="T4" fmla="*/ 85 w 146"/>
                    <a:gd name="T5" fmla="*/ 0 h 100"/>
                    <a:gd name="T6" fmla="*/ 52 w 146"/>
                    <a:gd name="T7" fmla="*/ 26 h 100"/>
                    <a:gd name="T8" fmla="*/ 42 w 146"/>
                    <a:gd name="T9" fmla="*/ 23 h 100"/>
                    <a:gd name="T10" fmla="*/ 22 w 146"/>
                    <a:gd name="T11" fmla="*/ 43 h 100"/>
                    <a:gd name="T12" fmla="*/ 23 w 146"/>
                    <a:gd name="T13" fmla="*/ 46 h 100"/>
                    <a:gd name="T14" fmla="*/ 20 w 146"/>
                    <a:gd name="T15" fmla="*/ 46 h 100"/>
                    <a:gd name="T16" fmla="*/ 0 w 146"/>
                    <a:gd name="T17" fmla="*/ 66 h 100"/>
                    <a:gd name="T18" fmla="*/ 20 w 146"/>
                    <a:gd name="T19" fmla="*/ 86 h 100"/>
                    <a:gd name="T20" fmla="*/ 30 w 146"/>
                    <a:gd name="T21" fmla="*/ 83 h 100"/>
                    <a:gd name="T22" fmla="*/ 113 w 146"/>
                    <a:gd name="T23" fmla="*/ 83 h 100"/>
                    <a:gd name="T24" fmla="*/ 119 w 146"/>
                    <a:gd name="T25" fmla="*/ 84 h 100"/>
                    <a:gd name="T26" fmla="*/ 146 w 146"/>
                    <a:gd name="T27" fmla="*/ 57 h 100"/>
                    <a:gd name="T28" fmla="*/ 119 w 146"/>
                    <a:gd name="T29" fmla="*/ 29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46" h="100">
                      <a:moveTo>
                        <a:pt x="119" y="29"/>
                      </a:moveTo>
                      <a:cubicBezTo>
                        <a:pt x="118" y="30"/>
                        <a:pt x="118" y="30"/>
                        <a:pt x="118" y="30"/>
                      </a:cubicBezTo>
                      <a:cubicBezTo>
                        <a:pt x="116" y="13"/>
                        <a:pt x="102" y="0"/>
                        <a:pt x="85" y="0"/>
                      </a:cubicBezTo>
                      <a:cubicBezTo>
                        <a:pt x="69" y="0"/>
                        <a:pt x="56" y="11"/>
                        <a:pt x="52" y="26"/>
                      </a:cubicBezTo>
                      <a:cubicBezTo>
                        <a:pt x="49" y="24"/>
                        <a:pt x="46" y="23"/>
                        <a:pt x="42" y="23"/>
                      </a:cubicBezTo>
                      <a:cubicBezTo>
                        <a:pt x="31" y="23"/>
                        <a:pt x="22" y="32"/>
                        <a:pt x="22" y="43"/>
                      </a:cubicBezTo>
                      <a:cubicBezTo>
                        <a:pt x="22" y="44"/>
                        <a:pt x="22" y="45"/>
                        <a:pt x="23" y="46"/>
                      </a:cubicBezTo>
                      <a:cubicBezTo>
                        <a:pt x="22" y="46"/>
                        <a:pt x="21" y="46"/>
                        <a:pt x="20" y="46"/>
                      </a:cubicBezTo>
                      <a:cubicBezTo>
                        <a:pt x="9" y="46"/>
                        <a:pt x="0" y="55"/>
                        <a:pt x="0" y="66"/>
                      </a:cubicBezTo>
                      <a:cubicBezTo>
                        <a:pt x="0" y="77"/>
                        <a:pt x="9" y="86"/>
                        <a:pt x="20" y="86"/>
                      </a:cubicBezTo>
                      <a:cubicBezTo>
                        <a:pt x="24" y="86"/>
                        <a:pt x="27" y="85"/>
                        <a:pt x="30" y="83"/>
                      </a:cubicBezTo>
                      <a:cubicBezTo>
                        <a:pt x="55" y="100"/>
                        <a:pt x="110" y="94"/>
                        <a:pt x="113" y="83"/>
                      </a:cubicBezTo>
                      <a:cubicBezTo>
                        <a:pt x="115" y="84"/>
                        <a:pt x="117" y="84"/>
                        <a:pt x="119" y="84"/>
                      </a:cubicBezTo>
                      <a:cubicBezTo>
                        <a:pt x="134" y="84"/>
                        <a:pt x="146" y="72"/>
                        <a:pt x="146" y="57"/>
                      </a:cubicBezTo>
                      <a:cubicBezTo>
                        <a:pt x="146" y="42"/>
                        <a:pt x="134" y="29"/>
                        <a:pt x="119" y="2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3" name="ïŝḷídé" descr="3af63656-3435-4370-a7bb-691b78af9fa9">
                  <a:extLst>
                    <a:ext uri="{FF2B5EF4-FFF2-40B4-BE49-F238E27FC236}">
                      <a16:creationId xmlns:a16="http://schemas.microsoft.com/office/drawing/2014/main" id="{D22E55ED-6949-BECF-D089-502D4EB1DD60}"/>
                    </a:ext>
                  </a:extLst>
                </p:cNvPr>
                <p:cNvSpPr/>
                <p:nvPr/>
              </p:nvSpPr>
              <p:spPr bwMode="auto">
                <a:xfrm>
                  <a:off x="4603577" y="1466884"/>
                  <a:ext cx="618546" cy="420755"/>
                </a:xfrm>
                <a:custGeom>
                  <a:avLst/>
                  <a:gdLst>
                    <a:gd name="T0" fmla="*/ 202 w 248"/>
                    <a:gd name="T1" fmla="*/ 49 h 169"/>
                    <a:gd name="T2" fmla="*/ 201 w 248"/>
                    <a:gd name="T3" fmla="*/ 49 h 169"/>
                    <a:gd name="T4" fmla="*/ 144 w 248"/>
                    <a:gd name="T5" fmla="*/ 0 h 169"/>
                    <a:gd name="T6" fmla="*/ 88 w 248"/>
                    <a:gd name="T7" fmla="*/ 43 h 169"/>
                    <a:gd name="T8" fmla="*/ 71 w 248"/>
                    <a:gd name="T9" fmla="*/ 38 h 169"/>
                    <a:gd name="T10" fmla="*/ 37 w 248"/>
                    <a:gd name="T11" fmla="*/ 72 h 169"/>
                    <a:gd name="T12" fmla="*/ 38 w 248"/>
                    <a:gd name="T13" fmla="*/ 78 h 169"/>
                    <a:gd name="T14" fmla="*/ 34 w 248"/>
                    <a:gd name="T15" fmla="*/ 78 h 169"/>
                    <a:gd name="T16" fmla="*/ 0 w 248"/>
                    <a:gd name="T17" fmla="*/ 111 h 169"/>
                    <a:gd name="T18" fmla="*/ 34 w 248"/>
                    <a:gd name="T19" fmla="*/ 145 h 169"/>
                    <a:gd name="T20" fmla="*/ 51 w 248"/>
                    <a:gd name="T21" fmla="*/ 140 h 169"/>
                    <a:gd name="T22" fmla="*/ 191 w 248"/>
                    <a:gd name="T23" fmla="*/ 141 h 169"/>
                    <a:gd name="T24" fmla="*/ 202 w 248"/>
                    <a:gd name="T25" fmla="*/ 142 h 169"/>
                    <a:gd name="T26" fmla="*/ 248 w 248"/>
                    <a:gd name="T27" fmla="*/ 96 h 169"/>
                    <a:gd name="T28" fmla="*/ 202 w 248"/>
                    <a:gd name="T29" fmla="*/ 4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48" h="169">
                      <a:moveTo>
                        <a:pt x="202" y="49"/>
                      </a:moveTo>
                      <a:cubicBezTo>
                        <a:pt x="202" y="49"/>
                        <a:pt x="201" y="49"/>
                        <a:pt x="201" y="49"/>
                      </a:cubicBezTo>
                      <a:cubicBezTo>
                        <a:pt x="197" y="22"/>
                        <a:pt x="173" y="0"/>
                        <a:pt x="144" y="0"/>
                      </a:cubicBezTo>
                      <a:cubicBezTo>
                        <a:pt x="117" y="0"/>
                        <a:pt x="95" y="18"/>
                        <a:pt x="88" y="43"/>
                      </a:cubicBezTo>
                      <a:cubicBezTo>
                        <a:pt x="83" y="40"/>
                        <a:pt x="77" y="38"/>
                        <a:pt x="71" y="38"/>
                      </a:cubicBezTo>
                      <a:cubicBezTo>
                        <a:pt x="53" y="38"/>
                        <a:pt x="37" y="53"/>
                        <a:pt x="37" y="72"/>
                      </a:cubicBezTo>
                      <a:cubicBezTo>
                        <a:pt x="37" y="74"/>
                        <a:pt x="38" y="76"/>
                        <a:pt x="38" y="78"/>
                      </a:cubicBezTo>
                      <a:cubicBezTo>
                        <a:pt x="37" y="78"/>
                        <a:pt x="35" y="78"/>
                        <a:pt x="34" y="78"/>
                      </a:cubicBezTo>
                      <a:cubicBezTo>
                        <a:pt x="15" y="78"/>
                        <a:pt x="0" y="93"/>
                        <a:pt x="0" y="111"/>
                      </a:cubicBezTo>
                      <a:cubicBezTo>
                        <a:pt x="0" y="130"/>
                        <a:pt x="15" y="145"/>
                        <a:pt x="34" y="145"/>
                      </a:cubicBezTo>
                      <a:cubicBezTo>
                        <a:pt x="40" y="145"/>
                        <a:pt x="46" y="143"/>
                        <a:pt x="51" y="140"/>
                      </a:cubicBezTo>
                      <a:cubicBezTo>
                        <a:pt x="93" y="169"/>
                        <a:pt x="186" y="160"/>
                        <a:pt x="191" y="141"/>
                      </a:cubicBezTo>
                      <a:cubicBezTo>
                        <a:pt x="195" y="141"/>
                        <a:pt x="198" y="142"/>
                        <a:pt x="202" y="142"/>
                      </a:cubicBezTo>
                      <a:cubicBezTo>
                        <a:pt x="228" y="142"/>
                        <a:pt x="248" y="121"/>
                        <a:pt x="248" y="96"/>
                      </a:cubicBezTo>
                      <a:cubicBezTo>
                        <a:pt x="248" y="70"/>
                        <a:pt x="228" y="49"/>
                        <a:pt x="202" y="49"/>
                      </a:cubicBezTo>
                      <a:close/>
                    </a:path>
                  </a:pathLst>
                </a:custGeom>
                <a:solidFill>
                  <a:srgbClr val="C9EBF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10" name="Title" descr="fe65a732-ba5a-48b0-9ece-653a913bfb63">
                <a:extLst>
                  <a:ext uri="{FF2B5EF4-FFF2-40B4-BE49-F238E27FC236}">
                    <a16:creationId xmlns:a16="http://schemas.microsoft.com/office/drawing/2014/main" id="{D0037E58-AEFF-9AA2-9C03-0EF564C4E9C1}"/>
                  </a:ext>
                </a:extLst>
              </p:cNvPr>
              <p:cNvSpPr txBox="1"/>
              <p:nvPr/>
            </p:nvSpPr>
            <p:spPr>
              <a:xfrm>
                <a:off x="660399" y="1139108"/>
                <a:ext cx="3891875" cy="11114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米格在亡灵世界的奇妙经历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真相大白</a:t>
            </a:r>
            <a:endParaRPr lang="en-US" dirty="0"/>
          </a:p>
        </p:txBody>
      </p:sp>
      <p:grpSp>
        <p:nvGrpSpPr>
          <p:cNvPr id="12" name="13ec45c5-e07a-4979-8b97-6a673ba840ae.source.4.zh-Hans.pptx" descr="ad45c8bc-a987-4c24-b99a-e329842a7e51">
            <a:extLst>
              <a:ext uri="{FF2B5EF4-FFF2-40B4-BE49-F238E27FC236}">
                <a16:creationId xmlns:a16="http://schemas.microsoft.com/office/drawing/2014/main" id="{1775EA31-0E18-F794-3A7E-B80A02A535EF}"/>
              </a:ext>
            </a:extLst>
          </p:cNvPr>
          <p:cNvGrpSpPr/>
          <p:nvPr/>
        </p:nvGrpSpPr>
        <p:grpSpPr>
          <a:xfrm>
            <a:off x="1300261" y="1163540"/>
            <a:ext cx="9578778" cy="4970560"/>
            <a:chOff x="1699353" y="1163540"/>
            <a:chExt cx="8647325" cy="4487216"/>
          </a:xfrm>
        </p:grpSpPr>
        <p:sp>
          <p:nvSpPr>
            <p:cNvPr id="4" name="Title" descr="41991334-43ab-4e3e-ba5a-5df7ae041ed5">
              <a:extLst>
                <a:ext uri="{FF2B5EF4-FFF2-40B4-BE49-F238E27FC236}">
                  <a16:creationId xmlns:a16="http://schemas.microsoft.com/office/drawing/2014/main" id="{F2BAFD88-87BE-225E-F76E-A08FD57893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2234" y="1163540"/>
              <a:ext cx="8624444" cy="654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揭开家族背后的秘密</a:t>
              </a:r>
              <a:endParaRPr lang="en-US" dirty="0"/>
            </a:p>
          </p:txBody>
        </p:sp>
        <p:grpSp>
          <p:nvGrpSpPr>
            <p:cNvPr id="6" name="组合 1" descr="d19e294d-553f-42b1-870c-26148c27f29d">
              <a:extLst>
                <a:ext uri="{FF2B5EF4-FFF2-40B4-BE49-F238E27FC236}">
                  <a16:creationId xmlns:a16="http://schemas.microsoft.com/office/drawing/2014/main" id="{0B5E7EC5-42C4-2CB4-EBFC-7CBBC809AF38}"/>
                </a:ext>
              </a:extLst>
            </p:cNvPr>
            <p:cNvGrpSpPr/>
            <p:nvPr/>
          </p:nvGrpSpPr>
          <p:grpSpPr>
            <a:xfrm>
              <a:off x="1908970" y="1941152"/>
              <a:ext cx="3928707" cy="1707980"/>
              <a:chOff x="1908970" y="1941152"/>
              <a:chExt cx="3928707" cy="1707980"/>
            </a:xfrm>
          </p:grpSpPr>
          <p:sp>
            <p:nvSpPr>
              <p:cNvPr id="19" name="ComponentBackground1" descr="98c89a56-eab2-43df-a9a5-ac5a8c3e3022">
                <a:extLst>
                  <a:ext uri="{FF2B5EF4-FFF2-40B4-BE49-F238E27FC236}">
                    <a16:creationId xmlns:a16="http://schemas.microsoft.com/office/drawing/2014/main" id="{25259688-549D-0608-1311-BB1BFCD5D245}"/>
                  </a:ext>
                </a:extLst>
              </p:cNvPr>
              <p:cNvSpPr/>
              <p:nvPr/>
            </p:nvSpPr>
            <p:spPr>
              <a:xfrm>
                <a:off x="1908970" y="2004481"/>
                <a:ext cx="3207549" cy="1644651"/>
              </a:xfrm>
              <a:custGeom>
                <a:avLst/>
                <a:gdLst>
                  <a:gd name="connsiteX0" fmla="*/ 4721249 w 9082714"/>
                  <a:gd name="connsiteY0" fmla="*/ 10304 h 6856112"/>
                  <a:gd name="connsiteX1" fmla="*/ 8136702 w 9082714"/>
                  <a:gd name="connsiteY1" fmla="*/ 145848 h 6856112"/>
                  <a:gd name="connsiteX2" fmla="*/ 8729214 w 9082714"/>
                  <a:gd name="connsiteY2" fmla="*/ 422939 h 6856112"/>
                  <a:gd name="connsiteX3" fmla="*/ 9002842 w 9082714"/>
                  <a:gd name="connsiteY3" fmla="*/ 1192251 h 6856112"/>
                  <a:gd name="connsiteX4" fmla="*/ 9077348 w 9082714"/>
                  <a:gd name="connsiteY4" fmla="*/ 5214534 h 6856112"/>
                  <a:gd name="connsiteX5" fmla="*/ 9031629 w 9082714"/>
                  <a:gd name="connsiteY5" fmla="*/ 6002011 h 6856112"/>
                  <a:gd name="connsiteX6" fmla="*/ 8626075 w 9082714"/>
                  <a:gd name="connsiteY6" fmla="*/ 6658639 h 6856112"/>
                  <a:gd name="connsiteX7" fmla="*/ 7743079 w 9082714"/>
                  <a:gd name="connsiteY7" fmla="*/ 6837671 h 6856112"/>
                  <a:gd name="connsiteX8" fmla="*/ 3200712 w 9082714"/>
                  <a:gd name="connsiteY8" fmla="*/ 6855066 h 6856112"/>
                  <a:gd name="connsiteX9" fmla="*/ 1505378 w 9082714"/>
                  <a:gd name="connsiteY9" fmla="*/ 6824971 h 6856112"/>
                  <a:gd name="connsiteX10" fmla="*/ 528555 w 9082714"/>
                  <a:gd name="connsiteY10" fmla="*/ 6647864 h 6856112"/>
                  <a:gd name="connsiteX11" fmla="*/ 94677 w 9082714"/>
                  <a:gd name="connsiteY11" fmla="*/ 6310275 h 6856112"/>
                  <a:gd name="connsiteX12" fmla="*/ 4 w 9082714"/>
                  <a:gd name="connsiteY12" fmla="*/ 5920038 h 6856112"/>
                  <a:gd name="connsiteX13" fmla="*/ 76974 w 9082714"/>
                  <a:gd name="connsiteY13" fmla="*/ 1347576 h 6856112"/>
                  <a:gd name="connsiteX14" fmla="*/ 274555 w 9082714"/>
                  <a:gd name="connsiteY14" fmla="*/ 716732 h 6856112"/>
                  <a:gd name="connsiteX15" fmla="*/ 709434 w 9082714"/>
                  <a:gd name="connsiteY15" fmla="*/ 308485 h 6856112"/>
                  <a:gd name="connsiteX16" fmla="*/ 4721249 w 9082714"/>
                  <a:gd name="connsiteY16" fmla="*/ 10304 h 685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082714" h="6856112">
                    <a:moveTo>
                      <a:pt x="4721249" y="10304"/>
                    </a:moveTo>
                    <a:cubicBezTo>
                      <a:pt x="4721249" y="10304"/>
                      <a:pt x="6848691" y="-55582"/>
                      <a:pt x="8136702" y="145848"/>
                    </a:cubicBezTo>
                    <a:cubicBezTo>
                      <a:pt x="8250232" y="163628"/>
                      <a:pt x="8522474" y="210657"/>
                      <a:pt x="8729214" y="422939"/>
                    </a:cubicBezTo>
                    <a:cubicBezTo>
                      <a:pt x="8972901" y="673168"/>
                      <a:pt x="8985524" y="1019069"/>
                      <a:pt x="9002842" y="1192251"/>
                    </a:cubicBezTo>
                    <a:cubicBezTo>
                      <a:pt x="9136384" y="2527214"/>
                      <a:pt x="9057413" y="3873106"/>
                      <a:pt x="9077348" y="5214534"/>
                    </a:cubicBezTo>
                    <a:cubicBezTo>
                      <a:pt x="9081274" y="5478078"/>
                      <a:pt x="9088740" y="5744701"/>
                      <a:pt x="9031629" y="6002011"/>
                    </a:cubicBezTo>
                    <a:cubicBezTo>
                      <a:pt x="8974517" y="6259320"/>
                      <a:pt x="8844438" y="6511011"/>
                      <a:pt x="8626075" y="6658639"/>
                    </a:cubicBezTo>
                    <a:cubicBezTo>
                      <a:pt x="8373384" y="6829435"/>
                      <a:pt x="8048110" y="6836516"/>
                      <a:pt x="7743079" y="6837671"/>
                    </a:cubicBezTo>
                    <a:cubicBezTo>
                      <a:pt x="6228931" y="6843443"/>
                      <a:pt x="4714860" y="6849293"/>
                      <a:pt x="3200712" y="6855066"/>
                    </a:cubicBezTo>
                    <a:cubicBezTo>
                      <a:pt x="2635370" y="6857221"/>
                      <a:pt x="2069643" y="6859376"/>
                      <a:pt x="1505378" y="6824971"/>
                    </a:cubicBezTo>
                    <a:cubicBezTo>
                      <a:pt x="1173638" y="6804728"/>
                      <a:pt x="837435" y="6770707"/>
                      <a:pt x="528555" y="6647864"/>
                    </a:cubicBezTo>
                    <a:cubicBezTo>
                      <a:pt x="354758" y="6578744"/>
                      <a:pt x="184347" y="6474451"/>
                      <a:pt x="94677" y="6310275"/>
                    </a:cubicBezTo>
                    <a:cubicBezTo>
                      <a:pt x="3160" y="6142942"/>
                      <a:pt x="-149" y="5979997"/>
                      <a:pt x="4" y="5920038"/>
                    </a:cubicBezTo>
                    <a:cubicBezTo>
                      <a:pt x="9549" y="2159375"/>
                      <a:pt x="32024" y="1888827"/>
                      <a:pt x="76974" y="1347576"/>
                    </a:cubicBezTo>
                    <a:cubicBezTo>
                      <a:pt x="86134" y="1237278"/>
                      <a:pt x="107146" y="976736"/>
                      <a:pt x="274555" y="716732"/>
                    </a:cubicBezTo>
                    <a:cubicBezTo>
                      <a:pt x="274555" y="716732"/>
                      <a:pt x="429572" y="476125"/>
                      <a:pt x="709434" y="308485"/>
                    </a:cubicBezTo>
                    <a:cubicBezTo>
                      <a:pt x="1376915" y="-91296"/>
                      <a:pt x="3369892" y="52176"/>
                      <a:pt x="4721249" y="10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Bullet1" descr="8a2382c0-3a12-46ae-9eac-14cdf9aaa0b5">
                <a:extLst>
                  <a:ext uri="{FF2B5EF4-FFF2-40B4-BE49-F238E27FC236}">
                    <a16:creationId xmlns:a16="http://schemas.microsoft.com/office/drawing/2014/main" id="{B11BCCEB-9648-9814-5833-F66375D768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46829" y="2150630"/>
                <a:ext cx="2945108" cy="52195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rgbClr val="FFFFFF"/>
                    </a:solidFill>
                  </a:rPr>
                  <a:t>家族秘密</a:t>
                </a:r>
                <a:endParaRPr lang="en-US" dirty="0"/>
              </a:p>
            </p:txBody>
          </p:sp>
          <p:sp>
            <p:nvSpPr>
              <p:cNvPr id="21" name="Text1" descr="44198a02-f9c8-43d4-baa6-8429e3af5889">
                <a:extLst>
                  <a:ext uri="{FF2B5EF4-FFF2-40B4-BE49-F238E27FC236}">
                    <a16:creationId xmlns:a16="http://schemas.microsoft.com/office/drawing/2014/main" id="{C64EA570-98A6-6B7E-1B2C-8BD93410D6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6829" y="2672585"/>
                <a:ext cx="2945108" cy="81181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rgbClr val="FFFFFF"/>
                    </a:solidFill>
                  </a:rPr>
                  <a:t>米格发现家族背后隐藏着一个惊人的秘密，与曾曾祖父和音乐有关。</a:t>
                </a:r>
                <a:endParaRPr lang="en-US" dirty="0"/>
              </a:p>
            </p:txBody>
          </p:sp>
          <p:sp>
            <p:nvSpPr>
              <p:cNvPr id="26" name="Shape1" descr="024cdd8f-059f-4ed2-99a9-3204290d1a06">
                <a:extLst>
                  <a:ext uri="{FF2B5EF4-FFF2-40B4-BE49-F238E27FC236}">
                    <a16:creationId xmlns:a16="http://schemas.microsoft.com/office/drawing/2014/main" id="{63727F35-0AB8-1029-B752-497C05DB7CA3}"/>
                  </a:ext>
                </a:extLst>
              </p:cNvPr>
              <p:cNvSpPr/>
              <p:nvPr/>
            </p:nvSpPr>
            <p:spPr>
              <a:xfrm rot="21351842">
                <a:off x="4971623" y="1941152"/>
                <a:ext cx="866054" cy="297110"/>
              </a:xfrm>
              <a:custGeom>
                <a:avLst/>
                <a:gdLst>
                  <a:gd name="connsiteX0" fmla="*/ 6359155 w 7613202"/>
                  <a:gd name="connsiteY0" fmla="*/ 1651060 h 2611788"/>
                  <a:gd name="connsiteX1" fmla="*/ 5787274 w 7613202"/>
                  <a:gd name="connsiteY1" fmla="*/ 1185383 h 2611788"/>
                  <a:gd name="connsiteX2" fmla="*/ 4121447 w 7613202"/>
                  <a:gd name="connsiteY2" fmla="*/ 512537 h 2611788"/>
                  <a:gd name="connsiteX3" fmla="*/ 2936632 w 7613202"/>
                  <a:gd name="connsiteY3" fmla="*/ 460816 h 2611788"/>
                  <a:gd name="connsiteX4" fmla="*/ 1536266 w 7613202"/>
                  <a:gd name="connsiteY4" fmla="*/ 834672 h 2611788"/>
                  <a:gd name="connsiteX5" fmla="*/ 503471 w 7613202"/>
                  <a:gd name="connsiteY5" fmla="*/ 1672396 h 2611788"/>
                  <a:gd name="connsiteX6" fmla="*/ 413078 w 7613202"/>
                  <a:gd name="connsiteY6" fmla="*/ 1806413 h 2611788"/>
                  <a:gd name="connsiteX7" fmla="*/ 103897 w 7613202"/>
                  <a:gd name="connsiteY7" fmla="*/ 1885280 h 2611788"/>
                  <a:gd name="connsiteX8" fmla="*/ 39413 w 7613202"/>
                  <a:gd name="connsiteY8" fmla="*/ 1569050 h 2611788"/>
                  <a:gd name="connsiteX9" fmla="*/ 933905 w 7613202"/>
                  <a:gd name="connsiteY9" fmla="*/ 672938 h 2611788"/>
                  <a:gd name="connsiteX10" fmla="*/ 2373609 w 7613202"/>
                  <a:gd name="connsiteY10" fmla="*/ 90865 h 2611788"/>
                  <a:gd name="connsiteX11" fmla="*/ 3576045 w 7613202"/>
                  <a:gd name="connsiteY11" fmla="*/ 7521 h 2611788"/>
                  <a:gd name="connsiteX12" fmla="*/ 6646143 w 7613202"/>
                  <a:gd name="connsiteY12" fmla="*/ 1312065 h 2611788"/>
                  <a:gd name="connsiteX13" fmla="*/ 6673575 w 7613202"/>
                  <a:gd name="connsiteY13" fmla="*/ 1335973 h 2611788"/>
                  <a:gd name="connsiteX14" fmla="*/ 7023809 w 7613202"/>
                  <a:gd name="connsiteY14" fmla="*/ 985453 h 2611788"/>
                  <a:gd name="connsiteX15" fmla="*/ 7226311 w 7613202"/>
                  <a:gd name="connsiteY15" fmla="*/ 917540 h 2611788"/>
                  <a:gd name="connsiteX16" fmla="*/ 7402428 w 7613202"/>
                  <a:gd name="connsiteY16" fmla="*/ 1087847 h 2611788"/>
                  <a:gd name="connsiteX17" fmla="*/ 7497488 w 7613202"/>
                  <a:gd name="connsiteY17" fmla="*/ 1654394 h 2611788"/>
                  <a:gd name="connsiteX18" fmla="*/ 7607597 w 7613202"/>
                  <a:gd name="connsiteY18" fmla="*/ 2324382 h 2611788"/>
                  <a:gd name="connsiteX19" fmla="*/ 7331562 w 7613202"/>
                  <a:gd name="connsiteY19" fmla="*/ 2607084 h 2611788"/>
                  <a:gd name="connsiteX20" fmla="*/ 6104075 w 7613202"/>
                  <a:gd name="connsiteY20" fmla="*/ 2406298 h 2611788"/>
                  <a:gd name="connsiteX21" fmla="*/ 5925387 w 7613202"/>
                  <a:gd name="connsiteY21" fmla="*/ 2255803 h 2611788"/>
                  <a:gd name="connsiteX22" fmla="*/ 5981108 w 7613202"/>
                  <a:gd name="connsiteY22" fmla="*/ 2028441 h 2611788"/>
                  <a:gd name="connsiteX23" fmla="*/ 6359060 w 7613202"/>
                  <a:gd name="connsiteY23" fmla="*/ 1651060 h 261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13202" h="2611788">
                    <a:moveTo>
                      <a:pt x="6359155" y="1651060"/>
                    </a:moveTo>
                    <a:cubicBezTo>
                      <a:pt x="6180942" y="1474371"/>
                      <a:pt x="5990537" y="1322067"/>
                      <a:pt x="5787274" y="1185383"/>
                    </a:cubicBezTo>
                    <a:cubicBezTo>
                      <a:pt x="5279401" y="843816"/>
                      <a:pt x="4723808" y="619503"/>
                      <a:pt x="4121447" y="512537"/>
                    </a:cubicBezTo>
                    <a:cubicBezTo>
                      <a:pt x="3729112" y="442814"/>
                      <a:pt x="3334110" y="427860"/>
                      <a:pt x="2936632" y="460816"/>
                    </a:cubicBezTo>
                    <a:cubicBezTo>
                      <a:pt x="2447047" y="501393"/>
                      <a:pt x="1977179" y="614645"/>
                      <a:pt x="1536266" y="834672"/>
                    </a:cubicBezTo>
                    <a:cubicBezTo>
                      <a:pt x="1130406" y="1037174"/>
                      <a:pt x="778743" y="1308256"/>
                      <a:pt x="503471" y="1672396"/>
                    </a:cubicBezTo>
                    <a:cubicBezTo>
                      <a:pt x="470990" y="1715354"/>
                      <a:pt x="442225" y="1761074"/>
                      <a:pt x="413078" y="1806413"/>
                    </a:cubicBezTo>
                    <a:cubicBezTo>
                      <a:pt x="341260" y="1918427"/>
                      <a:pt x="211339" y="1951955"/>
                      <a:pt x="103897" y="1885280"/>
                    </a:cubicBezTo>
                    <a:cubicBezTo>
                      <a:pt x="-4212" y="1818224"/>
                      <a:pt x="-31834" y="1683445"/>
                      <a:pt x="39413" y="1569050"/>
                    </a:cubicBezTo>
                    <a:cubicBezTo>
                      <a:pt x="268489" y="1201385"/>
                      <a:pt x="577575" y="912873"/>
                      <a:pt x="933905" y="672938"/>
                    </a:cubicBezTo>
                    <a:cubicBezTo>
                      <a:pt x="1372341" y="377568"/>
                      <a:pt x="1856687" y="193449"/>
                      <a:pt x="2373609" y="90865"/>
                    </a:cubicBezTo>
                    <a:cubicBezTo>
                      <a:pt x="2770992" y="11998"/>
                      <a:pt x="3172757" y="-14672"/>
                      <a:pt x="3576045" y="7521"/>
                    </a:cubicBezTo>
                    <a:cubicBezTo>
                      <a:pt x="4755526" y="72291"/>
                      <a:pt x="5783750" y="498440"/>
                      <a:pt x="6646143" y="1312065"/>
                    </a:cubicBezTo>
                    <a:cubicBezTo>
                      <a:pt x="6654144" y="1319590"/>
                      <a:pt x="6662621" y="1326448"/>
                      <a:pt x="6673575" y="1335973"/>
                    </a:cubicBezTo>
                    <a:cubicBezTo>
                      <a:pt x="6791018" y="1218435"/>
                      <a:pt x="6907509" y="1102039"/>
                      <a:pt x="7023809" y="985453"/>
                    </a:cubicBezTo>
                    <a:cubicBezTo>
                      <a:pt x="7080102" y="929065"/>
                      <a:pt x="7146206" y="901824"/>
                      <a:pt x="7226311" y="917540"/>
                    </a:cubicBezTo>
                    <a:cubicBezTo>
                      <a:pt x="7321466" y="936209"/>
                      <a:pt x="7384902" y="992692"/>
                      <a:pt x="7402428" y="1087847"/>
                    </a:cubicBezTo>
                    <a:cubicBezTo>
                      <a:pt x="7437099" y="1276156"/>
                      <a:pt x="7466436" y="1465418"/>
                      <a:pt x="7497488" y="1654394"/>
                    </a:cubicBezTo>
                    <a:cubicBezTo>
                      <a:pt x="7534159" y="1877755"/>
                      <a:pt x="7568163" y="2101498"/>
                      <a:pt x="7607597" y="2324382"/>
                    </a:cubicBezTo>
                    <a:cubicBezTo>
                      <a:pt x="7641030" y="2513073"/>
                      <a:pt x="7521872" y="2638041"/>
                      <a:pt x="7331562" y="2607084"/>
                    </a:cubicBezTo>
                    <a:cubicBezTo>
                      <a:pt x="6922368" y="2540409"/>
                      <a:pt x="6513270" y="2473258"/>
                      <a:pt x="6104075" y="2406298"/>
                    </a:cubicBezTo>
                    <a:cubicBezTo>
                      <a:pt x="6014636" y="2391629"/>
                      <a:pt x="5952724" y="2342194"/>
                      <a:pt x="5925387" y="2255803"/>
                    </a:cubicBezTo>
                    <a:cubicBezTo>
                      <a:pt x="5898240" y="2170173"/>
                      <a:pt x="5916909" y="2092735"/>
                      <a:pt x="5981108" y="2028441"/>
                    </a:cubicBezTo>
                    <a:cubicBezTo>
                      <a:pt x="6105504" y="1903854"/>
                      <a:pt x="6230282" y="1779648"/>
                      <a:pt x="6359060" y="165106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5" name="Icon1" descr="110bf5c8-115d-498f-a459-ca48112c7017">
                <a:extLst>
                  <a:ext uri="{FF2B5EF4-FFF2-40B4-BE49-F238E27FC236}">
                    <a16:creationId xmlns:a16="http://schemas.microsoft.com/office/drawing/2014/main" id="{DE5687CB-B431-C7CF-6CC0-3C7119BA8F3B}"/>
                  </a:ext>
                </a:extLst>
              </p:cNvPr>
              <p:cNvSpPr/>
              <p:nvPr/>
            </p:nvSpPr>
            <p:spPr>
              <a:xfrm>
                <a:off x="5134402" y="2143900"/>
                <a:ext cx="345708" cy="312184"/>
              </a:xfrm>
              <a:custGeom>
                <a:avLst/>
                <a:gdLst>
                  <a:gd name="T0" fmla="*/ 7773 w 8679"/>
                  <a:gd name="T1" fmla="*/ 4113 h 8409"/>
                  <a:gd name="T2" fmla="*/ 6818 w 8679"/>
                  <a:gd name="T3" fmla="*/ 4140 h 8409"/>
                  <a:gd name="T4" fmla="*/ 5871 w 8679"/>
                  <a:gd name="T5" fmla="*/ 3246 h 8409"/>
                  <a:gd name="T6" fmla="*/ 7211 w 8679"/>
                  <a:gd name="T7" fmla="*/ 1941 h 8409"/>
                  <a:gd name="T8" fmla="*/ 6619 w 8679"/>
                  <a:gd name="T9" fmla="*/ 310 h 8409"/>
                  <a:gd name="T10" fmla="*/ 4889 w 8679"/>
                  <a:gd name="T11" fmla="*/ 773 h 8409"/>
                  <a:gd name="T12" fmla="*/ 4425 w 8679"/>
                  <a:gd name="T13" fmla="*/ 2895 h 8409"/>
                  <a:gd name="T14" fmla="*/ 3364 w 8679"/>
                  <a:gd name="T15" fmla="*/ 2470 h 8409"/>
                  <a:gd name="T16" fmla="*/ 1901 w 8679"/>
                  <a:gd name="T17" fmla="*/ 83 h 8409"/>
                  <a:gd name="T18" fmla="*/ 1527 w 8679"/>
                  <a:gd name="T19" fmla="*/ 131 h 8409"/>
                  <a:gd name="T20" fmla="*/ 1406 w 8679"/>
                  <a:gd name="T21" fmla="*/ 2998 h 8409"/>
                  <a:gd name="T22" fmla="*/ 3499 w 8679"/>
                  <a:gd name="T23" fmla="*/ 4166 h 8409"/>
                  <a:gd name="T24" fmla="*/ 1101 w 8679"/>
                  <a:gd name="T25" fmla="*/ 4637 h 8409"/>
                  <a:gd name="T26" fmla="*/ 2266 w 8679"/>
                  <a:gd name="T27" fmla="*/ 6418 h 8409"/>
                  <a:gd name="T28" fmla="*/ 2885 w 8679"/>
                  <a:gd name="T29" fmla="*/ 5781 h 8409"/>
                  <a:gd name="T30" fmla="*/ 3376 w 8679"/>
                  <a:gd name="T31" fmla="*/ 6164 h 8409"/>
                  <a:gd name="T32" fmla="*/ 3660 w 8679"/>
                  <a:gd name="T33" fmla="*/ 7959 h 8409"/>
                  <a:gd name="T34" fmla="*/ 5643 w 8679"/>
                  <a:gd name="T35" fmla="*/ 7833 h 8409"/>
                  <a:gd name="T36" fmla="*/ 5801 w 8679"/>
                  <a:gd name="T37" fmla="*/ 6460 h 8409"/>
                  <a:gd name="T38" fmla="*/ 5787 w 8679"/>
                  <a:gd name="T39" fmla="*/ 5013 h 8409"/>
                  <a:gd name="T40" fmla="*/ 7655 w 8679"/>
                  <a:gd name="T41" fmla="*/ 6205 h 8409"/>
                  <a:gd name="T42" fmla="*/ 7773 w 8679"/>
                  <a:gd name="T43" fmla="*/ 4113 h 8409"/>
                  <a:gd name="T44" fmla="*/ 1329 w 8679"/>
                  <a:gd name="T45" fmla="*/ 593 h 8409"/>
                  <a:gd name="T46" fmla="*/ 1850 w 8679"/>
                  <a:gd name="T47" fmla="*/ 2738 h 8409"/>
                  <a:gd name="T48" fmla="*/ 1329 w 8679"/>
                  <a:gd name="T49" fmla="*/ 593 h 8409"/>
                  <a:gd name="T50" fmla="*/ 1559 w 8679"/>
                  <a:gd name="T51" fmla="*/ 6228 h 8409"/>
                  <a:gd name="T52" fmla="*/ 1260 w 8679"/>
                  <a:gd name="T53" fmla="*/ 5536 h 8409"/>
                  <a:gd name="T54" fmla="*/ 2510 w 8679"/>
                  <a:gd name="T55" fmla="*/ 5733 h 8409"/>
                  <a:gd name="T56" fmla="*/ 1559 w 8679"/>
                  <a:gd name="T57" fmla="*/ 6228 h 8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679" h="8409">
                    <a:moveTo>
                      <a:pt x="7773" y="4113"/>
                    </a:moveTo>
                    <a:cubicBezTo>
                      <a:pt x="7494" y="3946"/>
                      <a:pt x="7158" y="4065"/>
                      <a:pt x="6818" y="4140"/>
                    </a:cubicBezTo>
                    <a:cubicBezTo>
                      <a:pt x="6184" y="4280"/>
                      <a:pt x="5364" y="3993"/>
                      <a:pt x="5871" y="3246"/>
                    </a:cubicBezTo>
                    <a:cubicBezTo>
                      <a:pt x="6156" y="2827"/>
                      <a:pt x="6992" y="2428"/>
                      <a:pt x="7211" y="1941"/>
                    </a:cubicBezTo>
                    <a:cubicBezTo>
                      <a:pt x="7446" y="1418"/>
                      <a:pt x="7410" y="771"/>
                      <a:pt x="6619" y="310"/>
                    </a:cubicBezTo>
                    <a:cubicBezTo>
                      <a:pt x="6089" y="1"/>
                      <a:pt x="5322" y="204"/>
                      <a:pt x="4889" y="773"/>
                    </a:cubicBezTo>
                    <a:cubicBezTo>
                      <a:pt x="4457" y="1342"/>
                      <a:pt x="4589" y="2189"/>
                      <a:pt x="4425" y="2895"/>
                    </a:cubicBezTo>
                    <a:cubicBezTo>
                      <a:pt x="4175" y="3973"/>
                      <a:pt x="3375" y="3254"/>
                      <a:pt x="3364" y="2470"/>
                    </a:cubicBezTo>
                    <a:cubicBezTo>
                      <a:pt x="3349" y="1448"/>
                      <a:pt x="3625" y="0"/>
                      <a:pt x="1901" y="83"/>
                    </a:cubicBezTo>
                    <a:cubicBezTo>
                      <a:pt x="1767" y="90"/>
                      <a:pt x="1642" y="106"/>
                      <a:pt x="1527" y="131"/>
                    </a:cubicBezTo>
                    <a:cubicBezTo>
                      <a:pt x="0" y="467"/>
                      <a:pt x="161" y="2353"/>
                      <a:pt x="1406" y="2998"/>
                    </a:cubicBezTo>
                    <a:cubicBezTo>
                      <a:pt x="2309" y="3465"/>
                      <a:pt x="3445" y="3650"/>
                      <a:pt x="3499" y="4166"/>
                    </a:cubicBezTo>
                    <a:cubicBezTo>
                      <a:pt x="3486" y="4707"/>
                      <a:pt x="1781" y="3403"/>
                      <a:pt x="1101" y="4637"/>
                    </a:cubicBezTo>
                    <a:cubicBezTo>
                      <a:pt x="578" y="5587"/>
                      <a:pt x="1237" y="7153"/>
                      <a:pt x="2266" y="6418"/>
                    </a:cubicBezTo>
                    <a:cubicBezTo>
                      <a:pt x="2457" y="6282"/>
                      <a:pt x="2663" y="6071"/>
                      <a:pt x="2885" y="5781"/>
                    </a:cubicBezTo>
                    <a:cubicBezTo>
                      <a:pt x="3733" y="4790"/>
                      <a:pt x="4290" y="5377"/>
                      <a:pt x="3376" y="6164"/>
                    </a:cubicBezTo>
                    <a:cubicBezTo>
                      <a:pt x="2659" y="6781"/>
                      <a:pt x="3155" y="7690"/>
                      <a:pt x="3660" y="7959"/>
                    </a:cubicBezTo>
                    <a:cubicBezTo>
                      <a:pt x="4301" y="8300"/>
                      <a:pt x="4950" y="8409"/>
                      <a:pt x="5643" y="7833"/>
                    </a:cubicBezTo>
                    <a:cubicBezTo>
                      <a:pt x="6180" y="7387"/>
                      <a:pt x="6081" y="6766"/>
                      <a:pt x="5801" y="6460"/>
                    </a:cubicBezTo>
                    <a:cubicBezTo>
                      <a:pt x="5010" y="5594"/>
                      <a:pt x="4864" y="4633"/>
                      <a:pt x="5787" y="5013"/>
                    </a:cubicBezTo>
                    <a:cubicBezTo>
                      <a:pt x="6401" y="5265"/>
                      <a:pt x="6899" y="6222"/>
                      <a:pt x="7655" y="6205"/>
                    </a:cubicBezTo>
                    <a:cubicBezTo>
                      <a:pt x="8551" y="5951"/>
                      <a:pt x="8679" y="4595"/>
                      <a:pt x="7773" y="4113"/>
                    </a:cubicBezTo>
                    <a:close/>
                    <a:moveTo>
                      <a:pt x="1329" y="593"/>
                    </a:moveTo>
                    <a:cubicBezTo>
                      <a:pt x="498" y="1472"/>
                      <a:pt x="1166" y="2174"/>
                      <a:pt x="1850" y="2738"/>
                    </a:cubicBezTo>
                    <a:cubicBezTo>
                      <a:pt x="450" y="1905"/>
                      <a:pt x="478" y="1138"/>
                      <a:pt x="1329" y="593"/>
                    </a:cubicBezTo>
                    <a:close/>
                    <a:moveTo>
                      <a:pt x="1559" y="6228"/>
                    </a:moveTo>
                    <a:cubicBezTo>
                      <a:pt x="1286" y="6107"/>
                      <a:pt x="1237" y="5845"/>
                      <a:pt x="1260" y="5536"/>
                    </a:cubicBezTo>
                    <a:cubicBezTo>
                      <a:pt x="1568" y="6396"/>
                      <a:pt x="2170" y="6100"/>
                      <a:pt x="2510" y="5733"/>
                    </a:cubicBezTo>
                    <a:cubicBezTo>
                      <a:pt x="2335" y="5961"/>
                      <a:pt x="2014" y="6429"/>
                      <a:pt x="1559" y="622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3" name="组合 2" descr="1298e919-5593-4f7d-9112-1838e11a1c15">
              <a:extLst>
                <a:ext uri="{FF2B5EF4-FFF2-40B4-BE49-F238E27FC236}">
                  <a16:creationId xmlns:a16="http://schemas.microsoft.com/office/drawing/2014/main" id="{6A0D91E4-066B-95C9-62C0-82787F62136B}"/>
                </a:ext>
              </a:extLst>
            </p:cNvPr>
            <p:cNvGrpSpPr/>
            <p:nvPr/>
          </p:nvGrpSpPr>
          <p:grpSpPr>
            <a:xfrm>
              <a:off x="6327951" y="1872722"/>
              <a:ext cx="3862861" cy="1785152"/>
              <a:chOff x="6327951" y="1872722"/>
              <a:chExt cx="3862861" cy="1785152"/>
            </a:xfrm>
          </p:grpSpPr>
          <p:sp>
            <p:nvSpPr>
              <p:cNvPr id="28" name="Shape2" descr="52ce0b2d-68d9-4fad-a4c0-ceed18adb97f">
                <a:extLst>
                  <a:ext uri="{FF2B5EF4-FFF2-40B4-BE49-F238E27FC236}">
                    <a16:creationId xmlns:a16="http://schemas.microsoft.com/office/drawing/2014/main" id="{7E866898-97D5-7591-D100-35C1A80105A4}"/>
                  </a:ext>
                </a:extLst>
              </p:cNvPr>
              <p:cNvSpPr/>
              <p:nvPr/>
            </p:nvSpPr>
            <p:spPr>
              <a:xfrm rot="3376188">
                <a:off x="9219159" y="3076291"/>
                <a:ext cx="866054" cy="297111"/>
              </a:xfrm>
              <a:custGeom>
                <a:avLst/>
                <a:gdLst>
                  <a:gd name="connsiteX0" fmla="*/ 6359155 w 7613202"/>
                  <a:gd name="connsiteY0" fmla="*/ 1651060 h 2611788"/>
                  <a:gd name="connsiteX1" fmla="*/ 5787274 w 7613202"/>
                  <a:gd name="connsiteY1" fmla="*/ 1185383 h 2611788"/>
                  <a:gd name="connsiteX2" fmla="*/ 4121447 w 7613202"/>
                  <a:gd name="connsiteY2" fmla="*/ 512537 h 2611788"/>
                  <a:gd name="connsiteX3" fmla="*/ 2936632 w 7613202"/>
                  <a:gd name="connsiteY3" fmla="*/ 460816 h 2611788"/>
                  <a:gd name="connsiteX4" fmla="*/ 1536266 w 7613202"/>
                  <a:gd name="connsiteY4" fmla="*/ 834672 h 2611788"/>
                  <a:gd name="connsiteX5" fmla="*/ 503471 w 7613202"/>
                  <a:gd name="connsiteY5" fmla="*/ 1672396 h 2611788"/>
                  <a:gd name="connsiteX6" fmla="*/ 413078 w 7613202"/>
                  <a:gd name="connsiteY6" fmla="*/ 1806413 h 2611788"/>
                  <a:gd name="connsiteX7" fmla="*/ 103897 w 7613202"/>
                  <a:gd name="connsiteY7" fmla="*/ 1885280 h 2611788"/>
                  <a:gd name="connsiteX8" fmla="*/ 39413 w 7613202"/>
                  <a:gd name="connsiteY8" fmla="*/ 1569050 h 2611788"/>
                  <a:gd name="connsiteX9" fmla="*/ 933905 w 7613202"/>
                  <a:gd name="connsiteY9" fmla="*/ 672938 h 2611788"/>
                  <a:gd name="connsiteX10" fmla="*/ 2373609 w 7613202"/>
                  <a:gd name="connsiteY10" fmla="*/ 90865 h 2611788"/>
                  <a:gd name="connsiteX11" fmla="*/ 3576045 w 7613202"/>
                  <a:gd name="connsiteY11" fmla="*/ 7521 h 2611788"/>
                  <a:gd name="connsiteX12" fmla="*/ 6646143 w 7613202"/>
                  <a:gd name="connsiteY12" fmla="*/ 1312065 h 2611788"/>
                  <a:gd name="connsiteX13" fmla="*/ 6673575 w 7613202"/>
                  <a:gd name="connsiteY13" fmla="*/ 1335973 h 2611788"/>
                  <a:gd name="connsiteX14" fmla="*/ 7023809 w 7613202"/>
                  <a:gd name="connsiteY14" fmla="*/ 985453 h 2611788"/>
                  <a:gd name="connsiteX15" fmla="*/ 7226311 w 7613202"/>
                  <a:gd name="connsiteY15" fmla="*/ 917540 h 2611788"/>
                  <a:gd name="connsiteX16" fmla="*/ 7402428 w 7613202"/>
                  <a:gd name="connsiteY16" fmla="*/ 1087847 h 2611788"/>
                  <a:gd name="connsiteX17" fmla="*/ 7497488 w 7613202"/>
                  <a:gd name="connsiteY17" fmla="*/ 1654394 h 2611788"/>
                  <a:gd name="connsiteX18" fmla="*/ 7607597 w 7613202"/>
                  <a:gd name="connsiteY18" fmla="*/ 2324382 h 2611788"/>
                  <a:gd name="connsiteX19" fmla="*/ 7331562 w 7613202"/>
                  <a:gd name="connsiteY19" fmla="*/ 2607084 h 2611788"/>
                  <a:gd name="connsiteX20" fmla="*/ 6104075 w 7613202"/>
                  <a:gd name="connsiteY20" fmla="*/ 2406298 h 2611788"/>
                  <a:gd name="connsiteX21" fmla="*/ 5925387 w 7613202"/>
                  <a:gd name="connsiteY21" fmla="*/ 2255803 h 2611788"/>
                  <a:gd name="connsiteX22" fmla="*/ 5981108 w 7613202"/>
                  <a:gd name="connsiteY22" fmla="*/ 2028441 h 2611788"/>
                  <a:gd name="connsiteX23" fmla="*/ 6359060 w 7613202"/>
                  <a:gd name="connsiteY23" fmla="*/ 1651060 h 261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13202" h="2611788">
                    <a:moveTo>
                      <a:pt x="6359155" y="1651060"/>
                    </a:moveTo>
                    <a:cubicBezTo>
                      <a:pt x="6180942" y="1474371"/>
                      <a:pt x="5990537" y="1322067"/>
                      <a:pt x="5787274" y="1185383"/>
                    </a:cubicBezTo>
                    <a:cubicBezTo>
                      <a:pt x="5279401" y="843816"/>
                      <a:pt x="4723808" y="619503"/>
                      <a:pt x="4121447" y="512537"/>
                    </a:cubicBezTo>
                    <a:cubicBezTo>
                      <a:pt x="3729112" y="442814"/>
                      <a:pt x="3334110" y="427860"/>
                      <a:pt x="2936632" y="460816"/>
                    </a:cubicBezTo>
                    <a:cubicBezTo>
                      <a:pt x="2447047" y="501393"/>
                      <a:pt x="1977179" y="614645"/>
                      <a:pt x="1536266" y="834672"/>
                    </a:cubicBezTo>
                    <a:cubicBezTo>
                      <a:pt x="1130406" y="1037174"/>
                      <a:pt x="778743" y="1308256"/>
                      <a:pt x="503471" y="1672396"/>
                    </a:cubicBezTo>
                    <a:cubicBezTo>
                      <a:pt x="470990" y="1715354"/>
                      <a:pt x="442225" y="1761074"/>
                      <a:pt x="413078" y="1806413"/>
                    </a:cubicBezTo>
                    <a:cubicBezTo>
                      <a:pt x="341260" y="1918427"/>
                      <a:pt x="211339" y="1951955"/>
                      <a:pt x="103897" y="1885280"/>
                    </a:cubicBezTo>
                    <a:cubicBezTo>
                      <a:pt x="-4212" y="1818224"/>
                      <a:pt x="-31834" y="1683445"/>
                      <a:pt x="39413" y="1569050"/>
                    </a:cubicBezTo>
                    <a:cubicBezTo>
                      <a:pt x="268489" y="1201385"/>
                      <a:pt x="577575" y="912873"/>
                      <a:pt x="933905" y="672938"/>
                    </a:cubicBezTo>
                    <a:cubicBezTo>
                      <a:pt x="1372341" y="377568"/>
                      <a:pt x="1856687" y="193449"/>
                      <a:pt x="2373609" y="90865"/>
                    </a:cubicBezTo>
                    <a:cubicBezTo>
                      <a:pt x="2770992" y="11998"/>
                      <a:pt x="3172757" y="-14672"/>
                      <a:pt x="3576045" y="7521"/>
                    </a:cubicBezTo>
                    <a:cubicBezTo>
                      <a:pt x="4755526" y="72291"/>
                      <a:pt x="5783750" y="498440"/>
                      <a:pt x="6646143" y="1312065"/>
                    </a:cubicBezTo>
                    <a:cubicBezTo>
                      <a:pt x="6654144" y="1319590"/>
                      <a:pt x="6662621" y="1326448"/>
                      <a:pt x="6673575" y="1335973"/>
                    </a:cubicBezTo>
                    <a:cubicBezTo>
                      <a:pt x="6791018" y="1218435"/>
                      <a:pt x="6907509" y="1102039"/>
                      <a:pt x="7023809" y="985453"/>
                    </a:cubicBezTo>
                    <a:cubicBezTo>
                      <a:pt x="7080102" y="929065"/>
                      <a:pt x="7146206" y="901824"/>
                      <a:pt x="7226311" y="917540"/>
                    </a:cubicBezTo>
                    <a:cubicBezTo>
                      <a:pt x="7321466" y="936209"/>
                      <a:pt x="7384902" y="992692"/>
                      <a:pt x="7402428" y="1087847"/>
                    </a:cubicBezTo>
                    <a:cubicBezTo>
                      <a:pt x="7437099" y="1276156"/>
                      <a:pt x="7466436" y="1465418"/>
                      <a:pt x="7497488" y="1654394"/>
                    </a:cubicBezTo>
                    <a:cubicBezTo>
                      <a:pt x="7534159" y="1877755"/>
                      <a:pt x="7568163" y="2101498"/>
                      <a:pt x="7607597" y="2324382"/>
                    </a:cubicBezTo>
                    <a:cubicBezTo>
                      <a:pt x="7641030" y="2513073"/>
                      <a:pt x="7521872" y="2638041"/>
                      <a:pt x="7331562" y="2607084"/>
                    </a:cubicBezTo>
                    <a:cubicBezTo>
                      <a:pt x="6922368" y="2540409"/>
                      <a:pt x="6513270" y="2473258"/>
                      <a:pt x="6104075" y="2406298"/>
                    </a:cubicBezTo>
                    <a:cubicBezTo>
                      <a:pt x="6014636" y="2391629"/>
                      <a:pt x="5952724" y="2342194"/>
                      <a:pt x="5925387" y="2255803"/>
                    </a:cubicBezTo>
                    <a:cubicBezTo>
                      <a:pt x="5898240" y="2170173"/>
                      <a:pt x="5916909" y="2092735"/>
                      <a:pt x="5981108" y="2028441"/>
                    </a:cubicBezTo>
                    <a:cubicBezTo>
                      <a:pt x="6105504" y="1903854"/>
                      <a:pt x="6230282" y="1779648"/>
                      <a:pt x="6359060" y="165106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ComponentBackground2" descr="c4ce9271-a123-4269-8514-be8b54649c9f">
                <a:extLst>
                  <a:ext uri="{FF2B5EF4-FFF2-40B4-BE49-F238E27FC236}">
                    <a16:creationId xmlns:a16="http://schemas.microsoft.com/office/drawing/2014/main" id="{FED8DDAC-6491-DD7D-501F-57D080D3452C}"/>
                  </a:ext>
                </a:extLst>
              </p:cNvPr>
              <p:cNvSpPr/>
              <p:nvPr/>
            </p:nvSpPr>
            <p:spPr>
              <a:xfrm>
                <a:off x="6327951" y="1872722"/>
                <a:ext cx="3207549" cy="1644651"/>
              </a:xfrm>
              <a:custGeom>
                <a:avLst/>
                <a:gdLst>
                  <a:gd name="connsiteX0" fmla="*/ 4721249 w 9082714"/>
                  <a:gd name="connsiteY0" fmla="*/ 10304 h 6856112"/>
                  <a:gd name="connsiteX1" fmla="*/ 8136702 w 9082714"/>
                  <a:gd name="connsiteY1" fmla="*/ 145848 h 6856112"/>
                  <a:gd name="connsiteX2" fmla="*/ 8729214 w 9082714"/>
                  <a:gd name="connsiteY2" fmla="*/ 422939 h 6856112"/>
                  <a:gd name="connsiteX3" fmla="*/ 9002842 w 9082714"/>
                  <a:gd name="connsiteY3" fmla="*/ 1192251 h 6856112"/>
                  <a:gd name="connsiteX4" fmla="*/ 9077348 w 9082714"/>
                  <a:gd name="connsiteY4" fmla="*/ 5214534 h 6856112"/>
                  <a:gd name="connsiteX5" fmla="*/ 9031629 w 9082714"/>
                  <a:gd name="connsiteY5" fmla="*/ 6002011 h 6856112"/>
                  <a:gd name="connsiteX6" fmla="*/ 8626075 w 9082714"/>
                  <a:gd name="connsiteY6" fmla="*/ 6658639 h 6856112"/>
                  <a:gd name="connsiteX7" fmla="*/ 7743079 w 9082714"/>
                  <a:gd name="connsiteY7" fmla="*/ 6837671 h 6856112"/>
                  <a:gd name="connsiteX8" fmla="*/ 3200712 w 9082714"/>
                  <a:gd name="connsiteY8" fmla="*/ 6855066 h 6856112"/>
                  <a:gd name="connsiteX9" fmla="*/ 1505378 w 9082714"/>
                  <a:gd name="connsiteY9" fmla="*/ 6824971 h 6856112"/>
                  <a:gd name="connsiteX10" fmla="*/ 528555 w 9082714"/>
                  <a:gd name="connsiteY10" fmla="*/ 6647864 h 6856112"/>
                  <a:gd name="connsiteX11" fmla="*/ 94677 w 9082714"/>
                  <a:gd name="connsiteY11" fmla="*/ 6310275 h 6856112"/>
                  <a:gd name="connsiteX12" fmla="*/ 4 w 9082714"/>
                  <a:gd name="connsiteY12" fmla="*/ 5920038 h 6856112"/>
                  <a:gd name="connsiteX13" fmla="*/ 76974 w 9082714"/>
                  <a:gd name="connsiteY13" fmla="*/ 1347576 h 6856112"/>
                  <a:gd name="connsiteX14" fmla="*/ 274555 w 9082714"/>
                  <a:gd name="connsiteY14" fmla="*/ 716732 h 6856112"/>
                  <a:gd name="connsiteX15" fmla="*/ 709434 w 9082714"/>
                  <a:gd name="connsiteY15" fmla="*/ 308485 h 6856112"/>
                  <a:gd name="connsiteX16" fmla="*/ 4721249 w 9082714"/>
                  <a:gd name="connsiteY16" fmla="*/ 10304 h 685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082714" h="6856112">
                    <a:moveTo>
                      <a:pt x="4721249" y="10304"/>
                    </a:moveTo>
                    <a:cubicBezTo>
                      <a:pt x="4721249" y="10304"/>
                      <a:pt x="6848691" y="-55582"/>
                      <a:pt x="8136702" y="145848"/>
                    </a:cubicBezTo>
                    <a:cubicBezTo>
                      <a:pt x="8250232" y="163628"/>
                      <a:pt x="8522474" y="210657"/>
                      <a:pt x="8729214" y="422939"/>
                    </a:cubicBezTo>
                    <a:cubicBezTo>
                      <a:pt x="8972901" y="673168"/>
                      <a:pt x="8985524" y="1019069"/>
                      <a:pt x="9002842" y="1192251"/>
                    </a:cubicBezTo>
                    <a:cubicBezTo>
                      <a:pt x="9136384" y="2527214"/>
                      <a:pt x="9057413" y="3873106"/>
                      <a:pt x="9077348" y="5214534"/>
                    </a:cubicBezTo>
                    <a:cubicBezTo>
                      <a:pt x="9081274" y="5478078"/>
                      <a:pt x="9088740" y="5744701"/>
                      <a:pt x="9031629" y="6002011"/>
                    </a:cubicBezTo>
                    <a:cubicBezTo>
                      <a:pt x="8974517" y="6259320"/>
                      <a:pt x="8844438" y="6511011"/>
                      <a:pt x="8626075" y="6658639"/>
                    </a:cubicBezTo>
                    <a:cubicBezTo>
                      <a:pt x="8373384" y="6829435"/>
                      <a:pt x="8048110" y="6836516"/>
                      <a:pt x="7743079" y="6837671"/>
                    </a:cubicBezTo>
                    <a:cubicBezTo>
                      <a:pt x="6228931" y="6843443"/>
                      <a:pt x="4714860" y="6849293"/>
                      <a:pt x="3200712" y="6855066"/>
                    </a:cubicBezTo>
                    <a:cubicBezTo>
                      <a:pt x="2635370" y="6857221"/>
                      <a:pt x="2069643" y="6859376"/>
                      <a:pt x="1505378" y="6824971"/>
                    </a:cubicBezTo>
                    <a:cubicBezTo>
                      <a:pt x="1173638" y="6804728"/>
                      <a:pt x="837435" y="6770707"/>
                      <a:pt x="528555" y="6647864"/>
                    </a:cubicBezTo>
                    <a:cubicBezTo>
                      <a:pt x="354758" y="6578744"/>
                      <a:pt x="184347" y="6474451"/>
                      <a:pt x="94677" y="6310275"/>
                    </a:cubicBezTo>
                    <a:cubicBezTo>
                      <a:pt x="3160" y="6142942"/>
                      <a:pt x="-149" y="5979997"/>
                      <a:pt x="4" y="5920038"/>
                    </a:cubicBezTo>
                    <a:cubicBezTo>
                      <a:pt x="9549" y="2159375"/>
                      <a:pt x="32024" y="1888827"/>
                      <a:pt x="76974" y="1347576"/>
                    </a:cubicBezTo>
                    <a:cubicBezTo>
                      <a:pt x="86134" y="1237278"/>
                      <a:pt x="107146" y="976736"/>
                      <a:pt x="274555" y="716732"/>
                    </a:cubicBezTo>
                    <a:cubicBezTo>
                      <a:pt x="274555" y="716732"/>
                      <a:pt x="429572" y="476125"/>
                      <a:pt x="709434" y="308485"/>
                    </a:cubicBezTo>
                    <a:cubicBezTo>
                      <a:pt x="1376915" y="-91296"/>
                      <a:pt x="3369892" y="52176"/>
                      <a:pt x="4721249" y="1030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Bullet2" descr="67f312e5-a0de-49ad-939b-fc0bff3ea822">
                <a:extLst>
                  <a:ext uri="{FF2B5EF4-FFF2-40B4-BE49-F238E27FC236}">
                    <a16:creationId xmlns:a16="http://schemas.microsoft.com/office/drawing/2014/main" id="{E70ADDFB-9D80-2385-16D0-B5C3B1F2360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543270" y="2050679"/>
                <a:ext cx="2945108" cy="52195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rgbClr val="FFFFFF"/>
                    </a:solidFill>
                  </a:rPr>
                  <a:t>曾曾祖父的真相</a:t>
                </a:r>
                <a:endParaRPr lang="en-US" dirty="0"/>
              </a:p>
            </p:txBody>
          </p:sp>
          <p:sp>
            <p:nvSpPr>
              <p:cNvPr id="18" name="Text2" descr="8021f2ae-b565-4186-a51f-84c2a9967a1a">
                <a:extLst>
                  <a:ext uri="{FF2B5EF4-FFF2-40B4-BE49-F238E27FC236}">
                    <a16:creationId xmlns:a16="http://schemas.microsoft.com/office/drawing/2014/main" id="{C5301177-ADBA-8E62-D5F9-13E039A73A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43270" y="2572634"/>
                <a:ext cx="2945108" cy="81181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rgbClr val="FFFFFF"/>
                    </a:solidFill>
                  </a:rPr>
                  <a:t>原来，曾曾祖父埃克托是被他的朋友德拉库斯陷害的，真相让米格震惊。</a:t>
                </a:r>
                <a:endParaRPr lang="en-US" dirty="0"/>
              </a:p>
            </p:txBody>
          </p:sp>
          <p:sp>
            <p:nvSpPr>
              <p:cNvPr id="44" name="Icon2" descr="26af72ac-c8c5-41e3-827a-605b68e48a45">
                <a:extLst>
                  <a:ext uri="{FF2B5EF4-FFF2-40B4-BE49-F238E27FC236}">
                    <a16:creationId xmlns:a16="http://schemas.microsoft.com/office/drawing/2014/main" id="{D9B03D18-9B8B-E237-BCA2-C8710DDB74AA}"/>
                  </a:ext>
                </a:extLst>
              </p:cNvPr>
              <p:cNvSpPr/>
              <p:nvPr/>
            </p:nvSpPr>
            <p:spPr>
              <a:xfrm>
                <a:off x="9924773" y="3157737"/>
                <a:ext cx="266039" cy="291629"/>
              </a:xfrm>
              <a:custGeom>
                <a:avLst/>
                <a:gdLst>
                  <a:gd name="T0" fmla="*/ 1160 w 1187"/>
                  <a:gd name="T1" fmla="*/ 0 h 1303"/>
                  <a:gd name="T2" fmla="*/ 1098 w 1187"/>
                  <a:gd name="T3" fmla="*/ 0 h 1303"/>
                  <a:gd name="T4" fmla="*/ 1071 w 1187"/>
                  <a:gd name="T5" fmla="*/ 27 h 1303"/>
                  <a:gd name="T6" fmla="*/ 1071 w 1187"/>
                  <a:gd name="T7" fmla="*/ 1187 h 1303"/>
                  <a:gd name="T8" fmla="*/ 342 w 1187"/>
                  <a:gd name="T9" fmla="*/ 1187 h 1303"/>
                  <a:gd name="T10" fmla="*/ 246 w 1187"/>
                  <a:gd name="T11" fmla="*/ 1091 h 1303"/>
                  <a:gd name="T12" fmla="*/ 342 w 1187"/>
                  <a:gd name="T13" fmla="*/ 994 h 1303"/>
                  <a:gd name="T14" fmla="*/ 911 w 1187"/>
                  <a:gd name="T15" fmla="*/ 994 h 1303"/>
                  <a:gd name="T16" fmla="*/ 938 w 1187"/>
                  <a:gd name="T17" fmla="*/ 968 h 1303"/>
                  <a:gd name="T18" fmla="*/ 938 w 1187"/>
                  <a:gd name="T19" fmla="*/ 27 h 1303"/>
                  <a:gd name="T20" fmla="*/ 911 w 1187"/>
                  <a:gd name="T21" fmla="*/ 0 h 1303"/>
                  <a:gd name="T22" fmla="*/ 306 w 1187"/>
                  <a:gd name="T23" fmla="*/ 0 h 1303"/>
                  <a:gd name="T24" fmla="*/ 0 w 1187"/>
                  <a:gd name="T25" fmla="*/ 306 h 1303"/>
                  <a:gd name="T26" fmla="*/ 0 w 1187"/>
                  <a:gd name="T27" fmla="*/ 996 h 1303"/>
                  <a:gd name="T28" fmla="*/ 307 w 1187"/>
                  <a:gd name="T29" fmla="*/ 1303 h 1303"/>
                  <a:gd name="T30" fmla="*/ 1160 w 1187"/>
                  <a:gd name="T31" fmla="*/ 1303 h 1303"/>
                  <a:gd name="T32" fmla="*/ 1187 w 1187"/>
                  <a:gd name="T33" fmla="*/ 1276 h 1303"/>
                  <a:gd name="T34" fmla="*/ 1187 w 1187"/>
                  <a:gd name="T35" fmla="*/ 27 h 1303"/>
                  <a:gd name="T36" fmla="*/ 1160 w 1187"/>
                  <a:gd name="T37" fmla="*/ 0 h 1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87" h="1303">
                    <a:moveTo>
                      <a:pt x="1160" y="0"/>
                    </a:moveTo>
                    <a:lnTo>
                      <a:pt x="1098" y="0"/>
                    </a:lnTo>
                    <a:cubicBezTo>
                      <a:pt x="1083" y="0"/>
                      <a:pt x="1071" y="12"/>
                      <a:pt x="1071" y="27"/>
                    </a:cubicBezTo>
                    <a:lnTo>
                      <a:pt x="1071" y="1187"/>
                    </a:lnTo>
                    <a:lnTo>
                      <a:pt x="342" y="1187"/>
                    </a:lnTo>
                    <a:cubicBezTo>
                      <a:pt x="289" y="1187"/>
                      <a:pt x="246" y="1144"/>
                      <a:pt x="246" y="1091"/>
                    </a:cubicBezTo>
                    <a:cubicBezTo>
                      <a:pt x="246" y="1037"/>
                      <a:pt x="289" y="994"/>
                      <a:pt x="342" y="994"/>
                    </a:cubicBezTo>
                    <a:lnTo>
                      <a:pt x="911" y="994"/>
                    </a:lnTo>
                    <a:cubicBezTo>
                      <a:pt x="926" y="994"/>
                      <a:pt x="938" y="982"/>
                      <a:pt x="938" y="968"/>
                    </a:cubicBezTo>
                    <a:lnTo>
                      <a:pt x="938" y="27"/>
                    </a:lnTo>
                    <a:cubicBezTo>
                      <a:pt x="938" y="12"/>
                      <a:pt x="926" y="0"/>
                      <a:pt x="911" y="0"/>
                    </a:cubicBezTo>
                    <a:lnTo>
                      <a:pt x="306" y="0"/>
                    </a:lnTo>
                    <a:cubicBezTo>
                      <a:pt x="138" y="0"/>
                      <a:pt x="0" y="137"/>
                      <a:pt x="0" y="306"/>
                    </a:cubicBezTo>
                    <a:lnTo>
                      <a:pt x="0" y="996"/>
                    </a:lnTo>
                    <a:cubicBezTo>
                      <a:pt x="0" y="1165"/>
                      <a:pt x="138" y="1303"/>
                      <a:pt x="307" y="1303"/>
                    </a:cubicBezTo>
                    <a:lnTo>
                      <a:pt x="1160" y="1303"/>
                    </a:lnTo>
                    <a:cubicBezTo>
                      <a:pt x="1175" y="1303"/>
                      <a:pt x="1187" y="1291"/>
                      <a:pt x="1187" y="1276"/>
                    </a:cubicBezTo>
                    <a:lnTo>
                      <a:pt x="1187" y="27"/>
                    </a:lnTo>
                    <a:cubicBezTo>
                      <a:pt x="1187" y="12"/>
                      <a:pt x="1175" y="0"/>
                      <a:pt x="11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5" name="组合 4" descr="8e899371-47f5-427c-a9f3-0b8d5c9483ef">
              <a:extLst>
                <a:ext uri="{FF2B5EF4-FFF2-40B4-BE49-F238E27FC236}">
                  <a16:creationId xmlns:a16="http://schemas.microsoft.com/office/drawing/2014/main" id="{35ACE2FC-E281-47EF-1017-EBC865527497}"/>
                </a:ext>
              </a:extLst>
            </p:cNvPr>
            <p:cNvGrpSpPr/>
            <p:nvPr/>
          </p:nvGrpSpPr>
          <p:grpSpPr>
            <a:xfrm>
              <a:off x="1699353" y="3912589"/>
              <a:ext cx="3955095" cy="1644651"/>
              <a:chOff x="1699353" y="3912589"/>
              <a:chExt cx="3955095" cy="1644651"/>
            </a:xfrm>
          </p:grpSpPr>
          <p:sp>
            <p:nvSpPr>
              <p:cNvPr id="29" name="Shape3" descr="d85b791a-01ea-4a98-b3ed-aed2a856ffef">
                <a:extLst>
                  <a:ext uri="{FF2B5EF4-FFF2-40B4-BE49-F238E27FC236}">
                    <a16:creationId xmlns:a16="http://schemas.microsoft.com/office/drawing/2014/main" id="{9CBA8D2D-B36E-5FC0-5481-021841B503F6}"/>
                  </a:ext>
                </a:extLst>
              </p:cNvPr>
              <p:cNvSpPr/>
              <p:nvPr/>
            </p:nvSpPr>
            <p:spPr>
              <a:xfrm rot="2840613" flipH="1" flipV="1">
                <a:off x="1893886" y="4839385"/>
                <a:ext cx="866054" cy="297111"/>
              </a:xfrm>
              <a:custGeom>
                <a:avLst/>
                <a:gdLst>
                  <a:gd name="connsiteX0" fmla="*/ 6359155 w 7613202"/>
                  <a:gd name="connsiteY0" fmla="*/ 1651060 h 2611788"/>
                  <a:gd name="connsiteX1" fmla="*/ 5787274 w 7613202"/>
                  <a:gd name="connsiteY1" fmla="*/ 1185383 h 2611788"/>
                  <a:gd name="connsiteX2" fmla="*/ 4121447 w 7613202"/>
                  <a:gd name="connsiteY2" fmla="*/ 512537 h 2611788"/>
                  <a:gd name="connsiteX3" fmla="*/ 2936632 w 7613202"/>
                  <a:gd name="connsiteY3" fmla="*/ 460816 h 2611788"/>
                  <a:gd name="connsiteX4" fmla="*/ 1536266 w 7613202"/>
                  <a:gd name="connsiteY4" fmla="*/ 834672 h 2611788"/>
                  <a:gd name="connsiteX5" fmla="*/ 503471 w 7613202"/>
                  <a:gd name="connsiteY5" fmla="*/ 1672396 h 2611788"/>
                  <a:gd name="connsiteX6" fmla="*/ 413078 w 7613202"/>
                  <a:gd name="connsiteY6" fmla="*/ 1806413 h 2611788"/>
                  <a:gd name="connsiteX7" fmla="*/ 103897 w 7613202"/>
                  <a:gd name="connsiteY7" fmla="*/ 1885280 h 2611788"/>
                  <a:gd name="connsiteX8" fmla="*/ 39413 w 7613202"/>
                  <a:gd name="connsiteY8" fmla="*/ 1569050 h 2611788"/>
                  <a:gd name="connsiteX9" fmla="*/ 933905 w 7613202"/>
                  <a:gd name="connsiteY9" fmla="*/ 672938 h 2611788"/>
                  <a:gd name="connsiteX10" fmla="*/ 2373609 w 7613202"/>
                  <a:gd name="connsiteY10" fmla="*/ 90865 h 2611788"/>
                  <a:gd name="connsiteX11" fmla="*/ 3576045 w 7613202"/>
                  <a:gd name="connsiteY11" fmla="*/ 7521 h 2611788"/>
                  <a:gd name="connsiteX12" fmla="*/ 6646143 w 7613202"/>
                  <a:gd name="connsiteY12" fmla="*/ 1312065 h 2611788"/>
                  <a:gd name="connsiteX13" fmla="*/ 6673575 w 7613202"/>
                  <a:gd name="connsiteY13" fmla="*/ 1335973 h 2611788"/>
                  <a:gd name="connsiteX14" fmla="*/ 7023809 w 7613202"/>
                  <a:gd name="connsiteY14" fmla="*/ 985453 h 2611788"/>
                  <a:gd name="connsiteX15" fmla="*/ 7226311 w 7613202"/>
                  <a:gd name="connsiteY15" fmla="*/ 917540 h 2611788"/>
                  <a:gd name="connsiteX16" fmla="*/ 7402428 w 7613202"/>
                  <a:gd name="connsiteY16" fmla="*/ 1087847 h 2611788"/>
                  <a:gd name="connsiteX17" fmla="*/ 7497488 w 7613202"/>
                  <a:gd name="connsiteY17" fmla="*/ 1654394 h 2611788"/>
                  <a:gd name="connsiteX18" fmla="*/ 7607597 w 7613202"/>
                  <a:gd name="connsiteY18" fmla="*/ 2324382 h 2611788"/>
                  <a:gd name="connsiteX19" fmla="*/ 7331562 w 7613202"/>
                  <a:gd name="connsiteY19" fmla="*/ 2607084 h 2611788"/>
                  <a:gd name="connsiteX20" fmla="*/ 6104075 w 7613202"/>
                  <a:gd name="connsiteY20" fmla="*/ 2406298 h 2611788"/>
                  <a:gd name="connsiteX21" fmla="*/ 5925387 w 7613202"/>
                  <a:gd name="connsiteY21" fmla="*/ 2255803 h 2611788"/>
                  <a:gd name="connsiteX22" fmla="*/ 5981108 w 7613202"/>
                  <a:gd name="connsiteY22" fmla="*/ 2028441 h 2611788"/>
                  <a:gd name="connsiteX23" fmla="*/ 6359060 w 7613202"/>
                  <a:gd name="connsiteY23" fmla="*/ 1651060 h 261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13202" h="2611788">
                    <a:moveTo>
                      <a:pt x="6359155" y="1651060"/>
                    </a:moveTo>
                    <a:cubicBezTo>
                      <a:pt x="6180942" y="1474371"/>
                      <a:pt x="5990537" y="1322067"/>
                      <a:pt x="5787274" y="1185383"/>
                    </a:cubicBezTo>
                    <a:cubicBezTo>
                      <a:pt x="5279401" y="843816"/>
                      <a:pt x="4723808" y="619503"/>
                      <a:pt x="4121447" y="512537"/>
                    </a:cubicBezTo>
                    <a:cubicBezTo>
                      <a:pt x="3729112" y="442814"/>
                      <a:pt x="3334110" y="427860"/>
                      <a:pt x="2936632" y="460816"/>
                    </a:cubicBezTo>
                    <a:cubicBezTo>
                      <a:pt x="2447047" y="501393"/>
                      <a:pt x="1977179" y="614645"/>
                      <a:pt x="1536266" y="834672"/>
                    </a:cubicBezTo>
                    <a:cubicBezTo>
                      <a:pt x="1130406" y="1037174"/>
                      <a:pt x="778743" y="1308256"/>
                      <a:pt x="503471" y="1672396"/>
                    </a:cubicBezTo>
                    <a:cubicBezTo>
                      <a:pt x="470990" y="1715354"/>
                      <a:pt x="442225" y="1761074"/>
                      <a:pt x="413078" y="1806413"/>
                    </a:cubicBezTo>
                    <a:cubicBezTo>
                      <a:pt x="341260" y="1918427"/>
                      <a:pt x="211339" y="1951955"/>
                      <a:pt x="103897" y="1885280"/>
                    </a:cubicBezTo>
                    <a:cubicBezTo>
                      <a:pt x="-4212" y="1818224"/>
                      <a:pt x="-31834" y="1683445"/>
                      <a:pt x="39413" y="1569050"/>
                    </a:cubicBezTo>
                    <a:cubicBezTo>
                      <a:pt x="268489" y="1201385"/>
                      <a:pt x="577575" y="912873"/>
                      <a:pt x="933905" y="672938"/>
                    </a:cubicBezTo>
                    <a:cubicBezTo>
                      <a:pt x="1372341" y="377568"/>
                      <a:pt x="1856687" y="193449"/>
                      <a:pt x="2373609" y="90865"/>
                    </a:cubicBezTo>
                    <a:cubicBezTo>
                      <a:pt x="2770992" y="11998"/>
                      <a:pt x="3172757" y="-14672"/>
                      <a:pt x="3576045" y="7521"/>
                    </a:cubicBezTo>
                    <a:cubicBezTo>
                      <a:pt x="4755526" y="72291"/>
                      <a:pt x="5783750" y="498440"/>
                      <a:pt x="6646143" y="1312065"/>
                    </a:cubicBezTo>
                    <a:cubicBezTo>
                      <a:pt x="6654144" y="1319590"/>
                      <a:pt x="6662621" y="1326448"/>
                      <a:pt x="6673575" y="1335973"/>
                    </a:cubicBezTo>
                    <a:cubicBezTo>
                      <a:pt x="6791018" y="1218435"/>
                      <a:pt x="6907509" y="1102039"/>
                      <a:pt x="7023809" y="985453"/>
                    </a:cubicBezTo>
                    <a:cubicBezTo>
                      <a:pt x="7080102" y="929065"/>
                      <a:pt x="7146206" y="901824"/>
                      <a:pt x="7226311" y="917540"/>
                    </a:cubicBezTo>
                    <a:cubicBezTo>
                      <a:pt x="7321466" y="936209"/>
                      <a:pt x="7384902" y="992692"/>
                      <a:pt x="7402428" y="1087847"/>
                    </a:cubicBezTo>
                    <a:cubicBezTo>
                      <a:pt x="7437099" y="1276156"/>
                      <a:pt x="7466436" y="1465418"/>
                      <a:pt x="7497488" y="1654394"/>
                    </a:cubicBezTo>
                    <a:cubicBezTo>
                      <a:pt x="7534159" y="1877755"/>
                      <a:pt x="7568163" y="2101498"/>
                      <a:pt x="7607597" y="2324382"/>
                    </a:cubicBezTo>
                    <a:cubicBezTo>
                      <a:pt x="7641030" y="2513073"/>
                      <a:pt x="7521872" y="2638041"/>
                      <a:pt x="7331562" y="2607084"/>
                    </a:cubicBezTo>
                    <a:cubicBezTo>
                      <a:pt x="6922368" y="2540409"/>
                      <a:pt x="6513270" y="2473258"/>
                      <a:pt x="6104075" y="2406298"/>
                    </a:cubicBezTo>
                    <a:cubicBezTo>
                      <a:pt x="6014636" y="2391629"/>
                      <a:pt x="5952724" y="2342194"/>
                      <a:pt x="5925387" y="2255803"/>
                    </a:cubicBezTo>
                    <a:cubicBezTo>
                      <a:pt x="5898240" y="2170173"/>
                      <a:pt x="5916909" y="2092735"/>
                      <a:pt x="5981108" y="2028441"/>
                    </a:cubicBezTo>
                    <a:cubicBezTo>
                      <a:pt x="6105504" y="1903854"/>
                      <a:pt x="6230282" y="1779648"/>
                      <a:pt x="6359060" y="165106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ComponentBackground3" descr="8d5f2f7b-b197-4459-aef6-d4b39ae1632a">
                <a:extLst>
                  <a:ext uri="{FF2B5EF4-FFF2-40B4-BE49-F238E27FC236}">
                    <a16:creationId xmlns:a16="http://schemas.microsoft.com/office/drawing/2014/main" id="{36B2C3F9-260C-2863-0E2A-E37E69381877}"/>
                  </a:ext>
                </a:extLst>
              </p:cNvPr>
              <p:cNvSpPr/>
              <p:nvPr/>
            </p:nvSpPr>
            <p:spPr>
              <a:xfrm>
                <a:off x="2446899" y="3912589"/>
                <a:ext cx="3207549" cy="1644651"/>
              </a:xfrm>
              <a:custGeom>
                <a:avLst/>
                <a:gdLst>
                  <a:gd name="connsiteX0" fmla="*/ 4721249 w 9082714"/>
                  <a:gd name="connsiteY0" fmla="*/ 10304 h 6856112"/>
                  <a:gd name="connsiteX1" fmla="*/ 8136702 w 9082714"/>
                  <a:gd name="connsiteY1" fmla="*/ 145848 h 6856112"/>
                  <a:gd name="connsiteX2" fmla="*/ 8729214 w 9082714"/>
                  <a:gd name="connsiteY2" fmla="*/ 422939 h 6856112"/>
                  <a:gd name="connsiteX3" fmla="*/ 9002842 w 9082714"/>
                  <a:gd name="connsiteY3" fmla="*/ 1192251 h 6856112"/>
                  <a:gd name="connsiteX4" fmla="*/ 9077348 w 9082714"/>
                  <a:gd name="connsiteY4" fmla="*/ 5214534 h 6856112"/>
                  <a:gd name="connsiteX5" fmla="*/ 9031629 w 9082714"/>
                  <a:gd name="connsiteY5" fmla="*/ 6002011 h 6856112"/>
                  <a:gd name="connsiteX6" fmla="*/ 8626075 w 9082714"/>
                  <a:gd name="connsiteY6" fmla="*/ 6658639 h 6856112"/>
                  <a:gd name="connsiteX7" fmla="*/ 7743079 w 9082714"/>
                  <a:gd name="connsiteY7" fmla="*/ 6837671 h 6856112"/>
                  <a:gd name="connsiteX8" fmla="*/ 3200712 w 9082714"/>
                  <a:gd name="connsiteY8" fmla="*/ 6855066 h 6856112"/>
                  <a:gd name="connsiteX9" fmla="*/ 1505378 w 9082714"/>
                  <a:gd name="connsiteY9" fmla="*/ 6824971 h 6856112"/>
                  <a:gd name="connsiteX10" fmla="*/ 528555 w 9082714"/>
                  <a:gd name="connsiteY10" fmla="*/ 6647864 h 6856112"/>
                  <a:gd name="connsiteX11" fmla="*/ 94677 w 9082714"/>
                  <a:gd name="connsiteY11" fmla="*/ 6310275 h 6856112"/>
                  <a:gd name="connsiteX12" fmla="*/ 4 w 9082714"/>
                  <a:gd name="connsiteY12" fmla="*/ 5920038 h 6856112"/>
                  <a:gd name="connsiteX13" fmla="*/ 76974 w 9082714"/>
                  <a:gd name="connsiteY13" fmla="*/ 1347576 h 6856112"/>
                  <a:gd name="connsiteX14" fmla="*/ 274555 w 9082714"/>
                  <a:gd name="connsiteY14" fmla="*/ 716732 h 6856112"/>
                  <a:gd name="connsiteX15" fmla="*/ 709434 w 9082714"/>
                  <a:gd name="connsiteY15" fmla="*/ 308485 h 6856112"/>
                  <a:gd name="connsiteX16" fmla="*/ 4721249 w 9082714"/>
                  <a:gd name="connsiteY16" fmla="*/ 10304 h 685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082714" h="6856112">
                    <a:moveTo>
                      <a:pt x="4721249" y="10304"/>
                    </a:moveTo>
                    <a:cubicBezTo>
                      <a:pt x="4721249" y="10304"/>
                      <a:pt x="6848691" y="-55582"/>
                      <a:pt x="8136702" y="145848"/>
                    </a:cubicBezTo>
                    <a:cubicBezTo>
                      <a:pt x="8250232" y="163628"/>
                      <a:pt x="8522474" y="210657"/>
                      <a:pt x="8729214" y="422939"/>
                    </a:cubicBezTo>
                    <a:cubicBezTo>
                      <a:pt x="8972901" y="673168"/>
                      <a:pt x="8985524" y="1019069"/>
                      <a:pt x="9002842" y="1192251"/>
                    </a:cubicBezTo>
                    <a:cubicBezTo>
                      <a:pt x="9136384" y="2527214"/>
                      <a:pt x="9057413" y="3873106"/>
                      <a:pt x="9077348" y="5214534"/>
                    </a:cubicBezTo>
                    <a:cubicBezTo>
                      <a:pt x="9081274" y="5478078"/>
                      <a:pt x="9088740" y="5744701"/>
                      <a:pt x="9031629" y="6002011"/>
                    </a:cubicBezTo>
                    <a:cubicBezTo>
                      <a:pt x="8974517" y="6259320"/>
                      <a:pt x="8844438" y="6511011"/>
                      <a:pt x="8626075" y="6658639"/>
                    </a:cubicBezTo>
                    <a:cubicBezTo>
                      <a:pt x="8373384" y="6829435"/>
                      <a:pt x="8048110" y="6836516"/>
                      <a:pt x="7743079" y="6837671"/>
                    </a:cubicBezTo>
                    <a:cubicBezTo>
                      <a:pt x="6228931" y="6843443"/>
                      <a:pt x="4714860" y="6849293"/>
                      <a:pt x="3200712" y="6855066"/>
                    </a:cubicBezTo>
                    <a:cubicBezTo>
                      <a:pt x="2635370" y="6857221"/>
                      <a:pt x="2069643" y="6859376"/>
                      <a:pt x="1505378" y="6824971"/>
                    </a:cubicBezTo>
                    <a:cubicBezTo>
                      <a:pt x="1173638" y="6804728"/>
                      <a:pt x="837435" y="6770707"/>
                      <a:pt x="528555" y="6647864"/>
                    </a:cubicBezTo>
                    <a:cubicBezTo>
                      <a:pt x="354758" y="6578744"/>
                      <a:pt x="184347" y="6474451"/>
                      <a:pt x="94677" y="6310275"/>
                    </a:cubicBezTo>
                    <a:cubicBezTo>
                      <a:pt x="3160" y="6142942"/>
                      <a:pt x="-149" y="5979997"/>
                      <a:pt x="4" y="5920038"/>
                    </a:cubicBezTo>
                    <a:cubicBezTo>
                      <a:pt x="9549" y="2159375"/>
                      <a:pt x="32024" y="1888827"/>
                      <a:pt x="76974" y="1347576"/>
                    </a:cubicBezTo>
                    <a:cubicBezTo>
                      <a:pt x="86134" y="1237278"/>
                      <a:pt x="107146" y="976736"/>
                      <a:pt x="274555" y="716732"/>
                    </a:cubicBezTo>
                    <a:cubicBezTo>
                      <a:pt x="274555" y="716732"/>
                      <a:pt x="429572" y="476125"/>
                      <a:pt x="709434" y="308485"/>
                    </a:cubicBezTo>
                    <a:cubicBezTo>
                      <a:pt x="1376915" y="-91296"/>
                      <a:pt x="3369892" y="52176"/>
                      <a:pt x="4721249" y="1030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Bullet3" descr="74060686-a39d-4051-b8a4-53591f8372f7">
                <a:extLst>
                  <a:ext uri="{FF2B5EF4-FFF2-40B4-BE49-F238E27FC236}">
                    <a16:creationId xmlns:a16="http://schemas.microsoft.com/office/drawing/2014/main" id="{AE68C186-7D9F-135B-A6EF-058B75C1BF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618304" y="4099310"/>
                <a:ext cx="2945108" cy="52195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rgbClr val="FFFFFF"/>
                    </a:solidFill>
                  </a:rPr>
                  <a:t>德拉库斯的阴谋</a:t>
                </a:r>
                <a:endParaRPr lang="en-US" dirty="0"/>
              </a:p>
            </p:txBody>
          </p:sp>
          <p:sp>
            <p:nvSpPr>
              <p:cNvPr id="15" name="Text3" descr="4f5a7ed4-4246-492c-a575-cc620888559e">
                <a:extLst>
                  <a:ext uri="{FF2B5EF4-FFF2-40B4-BE49-F238E27FC236}">
                    <a16:creationId xmlns:a16="http://schemas.microsoft.com/office/drawing/2014/main" id="{6AFB9502-1411-BD38-9206-973F82F3C0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18304" y="4621265"/>
                <a:ext cx="2945108" cy="81181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rgbClr val="FFFFFF"/>
                    </a:solidFill>
                  </a:rPr>
                  <a:t>德拉库斯为了名利，不仅偷走了埃克托的音乐，还将他杀害，这个阴谋终于被揭开。</a:t>
                </a:r>
                <a:endParaRPr lang="en-US" dirty="0"/>
              </a:p>
            </p:txBody>
          </p:sp>
          <p:sp>
            <p:nvSpPr>
              <p:cNvPr id="45" name="Icon3" descr="3ecaa668-e073-4544-8376-666b54de4264">
                <a:extLst>
                  <a:ext uri="{FF2B5EF4-FFF2-40B4-BE49-F238E27FC236}">
                    <a16:creationId xmlns:a16="http://schemas.microsoft.com/office/drawing/2014/main" id="{B7C6C144-C431-9D3C-A780-F6E88E1DB090}"/>
                  </a:ext>
                </a:extLst>
              </p:cNvPr>
              <p:cNvSpPr/>
              <p:nvPr/>
            </p:nvSpPr>
            <p:spPr>
              <a:xfrm>
                <a:off x="1699353" y="4866845"/>
                <a:ext cx="380439" cy="368817"/>
              </a:xfrm>
              <a:custGeom>
                <a:avLst/>
                <a:gdLst>
                  <a:gd name="T0" fmla="*/ 88862 h 440259"/>
                  <a:gd name="T1" fmla="*/ 88862 h 440259"/>
                  <a:gd name="T2" fmla="*/ 278945 h 440259"/>
                  <a:gd name="T3" fmla="*/ 278945 h 440259"/>
                  <a:gd name="T4" fmla="*/ 278945 h 440259"/>
                  <a:gd name="T5" fmla="*/ 278945 h 440259"/>
                  <a:gd name="T6" fmla="*/ 278945 h 440259"/>
                  <a:gd name="T7" fmla="*/ 278945 h 440259"/>
                  <a:gd name="T8" fmla="*/ 278945 h 440259"/>
                  <a:gd name="T9" fmla="*/ 278945 h 440259"/>
                  <a:gd name="T10" fmla="*/ 278945 h 440259"/>
                  <a:gd name="T11" fmla="*/ 278945 h 440259"/>
                  <a:gd name="T12" fmla="*/ 278945 h 440259"/>
                  <a:gd name="T13" fmla="*/ 278945 h 440259"/>
                  <a:gd name="T14" fmla="*/ 278945 h 440259"/>
                  <a:gd name="T15" fmla="*/ 278945 h 440259"/>
                  <a:gd name="T16" fmla="*/ 88862 h 440259"/>
                  <a:gd name="T17" fmla="*/ 88862 h 440259"/>
                  <a:gd name="T18" fmla="*/ 278945 h 440259"/>
                  <a:gd name="T19" fmla="*/ 278945 h 440259"/>
                  <a:gd name="T20" fmla="*/ 278945 h 440259"/>
                  <a:gd name="T21" fmla="*/ 278945 h 440259"/>
                  <a:gd name="T22" fmla="*/ 278945 h 440259"/>
                  <a:gd name="T23" fmla="*/ 278945 h 440259"/>
                  <a:gd name="T24" fmla="*/ 278945 h 440259"/>
                  <a:gd name="T25" fmla="*/ 278945 h 440259"/>
                  <a:gd name="T26" fmla="*/ 278945 h 440259"/>
                  <a:gd name="T27" fmla="*/ 278945 h 440259"/>
                  <a:gd name="T28" fmla="*/ 88862 h 440259"/>
                  <a:gd name="T29" fmla="*/ 88862 h 440259"/>
                  <a:gd name="T30" fmla="*/ 278945 h 440259"/>
                  <a:gd name="T31" fmla="*/ 278945 h 440259"/>
                  <a:gd name="T32" fmla="*/ 278945 h 440259"/>
                  <a:gd name="T33" fmla="*/ 278945 h 440259"/>
                  <a:gd name="T34" fmla="*/ 278945 h 440259"/>
                  <a:gd name="T35" fmla="*/ 278945 h 440259"/>
                  <a:gd name="T36" fmla="*/ 278945 h 440259"/>
                  <a:gd name="T37" fmla="*/ 278945 h 440259"/>
                  <a:gd name="T38" fmla="*/ 278945 h 440259"/>
                  <a:gd name="T39" fmla="*/ 278945 h 440259"/>
                  <a:gd name="T40" fmla="*/ 88862 h 440259"/>
                  <a:gd name="T41" fmla="*/ 88862 h 440259"/>
                  <a:gd name="T42" fmla="*/ 278945 h 440259"/>
                  <a:gd name="T43" fmla="*/ 278945 h 440259"/>
                  <a:gd name="T44" fmla="*/ 278945 h 440259"/>
                  <a:gd name="T45" fmla="*/ 278945 h 440259"/>
                  <a:gd name="T46" fmla="*/ 278945 h 440259"/>
                  <a:gd name="T47" fmla="*/ 278945 h 440259"/>
                  <a:gd name="T48" fmla="*/ 278945 h 440259"/>
                  <a:gd name="T49" fmla="*/ 278945 h 440259"/>
                  <a:gd name="T50" fmla="*/ 88862 h 440259"/>
                  <a:gd name="T51" fmla="*/ 88862 h 440259"/>
                  <a:gd name="T52" fmla="*/ 278945 h 440259"/>
                  <a:gd name="T53" fmla="*/ 278945 h 440259"/>
                  <a:gd name="T54" fmla="*/ 278945 h 440259"/>
                  <a:gd name="T55" fmla="*/ 278945 h 440259"/>
                  <a:gd name="T56" fmla="*/ 278945 h 440259"/>
                  <a:gd name="T57" fmla="*/ 278945 h 440259"/>
                  <a:gd name="T58" fmla="*/ 278945 h 440259"/>
                  <a:gd name="T59" fmla="*/ 278945 h 440259"/>
                  <a:gd name="T60" fmla="*/ 278945 h 440259"/>
                  <a:gd name="T61" fmla="*/ 278945 h 440259"/>
                  <a:gd name="T62" fmla="*/ 88862 h 440259"/>
                  <a:gd name="T63" fmla="*/ 88862 h 440259"/>
                  <a:gd name="T64" fmla="*/ 278945 h 440259"/>
                  <a:gd name="T65" fmla="*/ 278945 h 440259"/>
                  <a:gd name="T66" fmla="*/ 278945 h 440259"/>
                  <a:gd name="T67" fmla="*/ 278945 h 440259"/>
                  <a:gd name="T68" fmla="*/ 278945 h 440259"/>
                  <a:gd name="T69" fmla="*/ 278945 h 440259"/>
                  <a:gd name="T70" fmla="*/ 278945 h 440259"/>
                  <a:gd name="T71" fmla="*/ 278945 h 440259"/>
                  <a:gd name="T72" fmla="*/ 278945 h 440259"/>
                  <a:gd name="T73" fmla="*/ 278945 h 440259"/>
                  <a:gd name="T74" fmla="*/ 88862 h 440259"/>
                  <a:gd name="T75" fmla="*/ 88862 h 440259"/>
                  <a:gd name="T76" fmla="*/ 278945 h 440259"/>
                  <a:gd name="T77" fmla="*/ 278945 h 440259"/>
                  <a:gd name="T78" fmla="*/ 278945 h 440259"/>
                  <a:gd name="T79" fmla="*/ 278945 h 440259"/>
                  <a:gd name="T80" fmla="*/ 278945 h 440259"/>
                  <a:gd name="T81" fmla="*/ 278945 h 440259"/>
                  <a:gd name="T82" fmla="*/ 278945 h 440259"/>
                  <a:gd name="T83" fmla="*/ 278945 h 440259"/>
                  <a:gd name="T84" fmla="*/ 278945 h 440259"/>
                  <a:gd name="T85" fmla="*/ 278945 h 440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954" h="5781">
                    <a:moveTo>
                      <a:pt x="3474" y="348"/>
                    </a:moveTo>
                    <a:cubicBezTo>
                      <a:pt x="2033" y="0"/>
                      <a:pt x="394" y="636"/>
                      <a:pt x="155" y="2164"/>
                    </a:cubicBezTo>
                    <a:cubicBezTo>
                      <a:pt x="138" y="2177"/>
                      <a:pt x="124" y="2195"/>
                      <a:pt x="118" y="2220"/>
                    </a:cubicBezTo>
                    <a:cubicBezTo>
                      <a:pt x="0" y="2712"/>
                      <a:pt x="225" y="3135"/>
                      <a:pt x="739" y="3274"/>
                    </a:cubicBezTo>
                    <a:cubicBezTo>
                      <a:pt x="1128" y="3380"/>
                      <a:pt x="1588" y="3067"/>
                      <a:pt x="1852" y="3360"/>
                    </a:cubicBezTo>
                    <a:cubicBezTo>
                      <a:pt x="2111" y="3649"/>
                      <a:pt x="1670" y="3888"/>
                      <a:pt x="1793" y="4315"/>
                    </a:cubicBezTo>
                    <a:cubicBezTo>
                      <a:pt x="2215" y="5781"/>
                      <a:pt x="4508" y="4374"/>
                      <a:pt x="4989" y="3699"/>
                    </a:cubicBezTo>
                    <a:cubicBezTo>
                      <a:pt x="5954" y="2345"/>
                      <a:pt x="4951" y="704"/>
                      <a:pt x="3474" y="348"/>
                    </a:cubicBezTo>
                    <a:close/>
                    <a:moveTo>
                      <a:pt x="1379" y="2111"/>
                    </a:moveTo>
                    <a:cubicBezTo>
                      <a:pt x="1252" y="2232"/>
                      <a:pt x="1050" y="2176"/>
                      <a:pt x="988" y="2018"/>
                    </a:cubicBezTo>
                    <a:cubicBezTo>
                      <a:pt x="926" y="1862"/>
                      <a:pt x="1014" y="1699"/>
                      <a:pt x="1168" y="1647"/>
                    </a:cubicBezTo>
                    <a:cubicBezTo>
                      <a:pt x="1234" y="1625"/>
                      <a:pt x="1296" y="1630"/>
                      <a:pt x="1355" y="1645"/>
                    </a:cubicBezTo>
                    <a:cubicBezTo>
                      <a:pt x="1354" y="1663"/>
                      <a:pt x="1356" y="1681"/>
                      <a:pt x="1362" y="1701"/>
                    </a:cubicBezTo>
                    <a:cubicBezTo>
                      <a:pt x="1408" y="1840"/>
                      <a:pt x="1514" y="1983"/>
                      <a:pt x="1379" y="2111"/>
                    </a:cubicBezTo>
                    <a:close/>
                    <a:moveTo>
                      <a:pt x="2054" y="1471"/>
                    </a:moveTo>
                    <a:cubicBezTo>
                      <a:pt x="1969" y="1442"/>
                      <a:pt x="1848" y="1373"/>
                      <a:pt x="1795" y="1300"/>
                    </a:cubicBezTo>
                    <a:cubicBezTo>
                      <a:pt x="1723" y="1202"/>
                      <a:pt x="1786" y="1098"/>
                      <a:pt x="1861" y="1020"/>
                    </a:cubicBezTo>
                    <a:cubicBezTo>
                      <a:pt x="1989" y="887"/>
                      <a:pt x="2171" y="889"/>
                      <a:pt x="2282" y="1010"/>
                    </a:cubicBezTo>
                    <a:cubicBezTo>
                      <a:pt x="2252" y="1033"/>
                      <a:pt x="2231" y="1068"/>
                      <a:pt x="2234" y="1117"/>
                    </a:cubicBezTo>
                    <a:cubicBezTo>
                      <a:pt x="2245" y="1267"/>
                      <a:pt x="2295" y="1554"/>
                      <a:pt x="2054" y="1471"/>
                    </a:cubicBezTo>
                    <a:close/>
                    <a:moveTo>
                      <a:pt x="3057" y="4239"/>
                    </a:moveTo>
                    <a:cubicBezTo>
                      <a:pt x="2946" y="4260"/>
                      <a:pt x="2849" y="4235"/>
                      <a:pt x="2753" y="4205"/>
                    </a:cubicBezTo>
                    <a:cubicBezTo>
                      <a:pt x="2707" y="4052"/>
                      <a:pt x="2712" y="3859"/>
                      <a:pt x="2780" y="3773"/>
                    </a:cubicBezTo>
                    <a:cubicBezTo>
                      <a:pt x="2908" y="3611"/>
                      <a:pt x="3135" y="3660"/>
                      <a:pt x="3243" y="3812"/>
                    </a:cubicBezTo>
                    <a:cubicBezTo>
                      <a:pt x="3384" y="4009"/>
                      <a:pt x="3281" y="4197"/>
                      <a:pt x="3057" y="4239"/>
                    </a:cubicBezTo>
                    <a:close/>
                    <a:moveTo>
                      <a:pt x="3034" y="1498"/>
                    </a:moveTo>
                    <a:cubicBezTo>
                      <a:pt x="2829" y="1478"/>
                      <a:pt x="2723" y="1261"/>
                      <a:pt x="2820" y="1086"/>
                    </a:cubicBezTo>
                    <a:cubicBezTo>
                      <a:pt x="2924" y="899"/>
                      <a:pt x="3193" y="877"/>
                      <a:pt x="3322" y="1054"/>
                    </a:cubicBezTo>
                    <a:cubicBezTo>
                      <a:pt x="3330" y="1065"/>
                      <a:pt x="3335" y="1077"/>
                      <a:pt x="3342" y="1089"/>
                    </a:cubicBezTo>
                    <a:cubicBezTo>
                      <a:pt x="3342" y="1090"/>
                      <a:pt x="3341" y="1090"/>
                      <a:pt x="3341" y="1091"/>
                    </a:cubicBezTo>
                    <a:cubicBezTo>
                      <a:pt x="3359" y="1264"/>
                      <a:pt x="3240" y="1517"/>
                      <a:pt x="3034" y="1498"/>
                    </a:cubicBezTo>
                    <a:close/>
                    <a:moveTo>
                      <a:pt x="3799" y="1854"/>
                    </a:moveTo>
                    <a:cubicBezTo>
                      <a:pt x="3680" y="1642"/>
                      <a:pt x="3878" y="1458"/>
                      <a:pt x="4087" y="1460"/>
                    </a:cubicBezTo>
                    <a:cubicBezTo>
                      <a:pt x="4280" y="1461"/>
                      <a:pt x="4537" y="1598"/>
                      <a:pt x="4556" y="1812"/>
                    </a:cubicBezTo>
                    <a:cubicBezTo>
                      <a:pt x="4563" y="1886"/>
                      <a:pt x="4543" y="1946"/>
                      <a:pt x="4509" y="1996"/>
                    </a:cubicBezTo>
                    <a:cubicBezTo>
                      <a:pt x="4482" y="1986"/>
                      <a:pt x="4452" y="1979"/>
                      <a:pt x="4421" y="1984"/>
                    </a:cubicBezTo>
                    <a:cubicBezTo>
                      <a:pt x="4211" y="2017"/>
                      <a:pt x="3930" y="2088"/>
                      <a:pt x="3799" y="1854"/>
                    </a:cubicBezTo>
                    <a:close/>
                    <a:moveTo>
                      <a:pt x="4476" y="3184"/>
                    </a:moveTo>
                    <a:cubicBezTo>
                      <a:pt x="4476" y="3187"/>
                      <a:pt x="4476" y="3189"/>
                      <a:pt x="4476" y="3191"/>
                    </a:cubicBezTo>
                    <a:cubicBezTo>
                      <a:pt x="4379" y="3210"/>
                      <a:pt x="4282" y="3216"/>
                      <a:pt x="4189" y="3180"/>
                    </a:cubicBezTo>
                    <a:cubicBezTo>
                      <a:pt x="3990" y="3104"/>
                      <a:pt x="3930" y="2784"/>
                      <a:pt x="4085" y="2633"/>
                    </a:cubicBezTo>
                    <a:cubicBezTo>
                      <a:pt x="4197" y="2522"/>
                      <a:pt x="4404" y="2555"/>
                      <a:pt x="4497" y="2671"/>
                    </a:cubicBezTo>
                    <a:cubicBezTo>
                      <a:pt x="4634" y="2843"/>
                      <a:pt x="4528" y="3008"/>
                      <a:pt x="4476" y="318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8" name="组合 7" descr="726d51ad-2c02-4528-9bf7-02828e0ed130">
              <a:extLst>
                <a:ext uri="{FF2B5EF4-FFF2-40B4-BE49-F238E27FC236}">
                  <a16:creationId xmlns:a16="http://schemas.microsoft.com/office/drawing/2014/main" id="{37E01305-03C6-3A40-2BBD-17D99A0C2808}"/>
                </a:ext>
              </a:extLst>
            </p:cNvPr>
            <p:cNvGrpSpPr/>
            <p:nvPr/>
          </p:nvGrpSpPr>
          <p:grpSpPr>
            <a:xfrm>
              <a:off x="6246817" y="4006105"/>
              <a:ext cx="3977967" cy="1644651"/>
              <a:chOff x="6246817" y="4006105"/>
              <a:chExt cx="3977967" cy="1644651"/>
            </a:xfrm>
          </p:grpSpPr>
          <p:sp>
            <p:nvSpPr>
              <p:cNvPr id="27" name="Shape4" descr="04642a90-d235-49cb-abf2-2ec5b9355c8e">
                <a:extLst>
                  <a:ext uri="{FF2B5EF4-FFF2-40B4-BE49-F238E27FC236}">
                    <a16:creationId xmlns:a16="http://schemas.microsoft.com/office/drawing/2014/main" id="{97C10970-0B16-912C-1015-113531319239}"/>
                  </a:ext>
                </a:extLst>
              </p:cNvPr>
              <p:cNvSpPr/>
              <p:nvPr/>
            </p:nvSpPr>
            <p:spPr>
              <a:xfrm rot="21351842" flipH="1" flipV="1">
                <a:off x="6246817" y="5219098"/>
                <a:ext cx="866054" cy="297110"/>
              </a:xfrm>
              <a:custGeom>
                <a:avLst/>
                <a:gdLst>
                  <a:gd name="connsiteX0" fmla="*/ 6359155 w 7613202"/>
                  <a:gd name="connsiteY0" fmla="*/ 1651060 h 2611788"/>
                  <a:gd name="connsiteX1" fmla="*/ 5787274 w 7613202"/>
                  <a:gd name="connsiteY1" fmla="*/ 1185383 h 2611788"/>
                  <a:gd name="connsiteX2" fmla="*/ 4121447 w 7613202"/>
                  <a:gd name="connsiteY2" fmla="*/ 512537 h 2611788"/>
                  <a:gd name="connsiteX3" fmla="*/ 2936632 w 7613202"/>
                  <a:gd name="connsiteY3" fmla="*/ 460816 h 2611788"/>
                  <a:gd name="connsiteX4" fmla="*/ 1536266 w 7613202"/>
                  <a:gd name="connsiteY4" fmla="*/ 834672 h 2611788"/>
                  <a:gd name="connsiteX5" fmla="*/ 503471 w 7613202"/>
                  <a:gd name="connsiteY5" fmla="*/ 1672396 h 2611788"/>
                  <a:gd name="connsiteX6" fmla="*/ 413078 w 7613202"/>
                  <a:gd name="connsiteY6" fmla="*/ 1806413 h 2611788"/>
                  <a:gd name="connsiteX7" fmla="*/ 103897 w 7613202"/>
                  <a:gd name="connsiteY7" fmla="*/ 1885280 h 2611788"/>
                  <a:gd name="connsiteX8" fmla="*/ 39413 w 7613202"/>
                  <a:gd name="connsiteY8" fmla="*/ 1569050 h 2611788"/>
                  <a:gd name="connsiteX9" fmla="*/ 933905 w 7613202"/>
                  <a:gd name="connsiteY9" fmla="*/ 672938 h 2611788"/>
                  <a:gd name="connsiteX10" fmla="*/ 2373609 w 7613202"/>
                  <a:gd name="connsiteY10" fmla="*/ 90865 h 2611788"/>
                  <a:gd name="connsiteX11" fmla="*/ 3576045 w 7613202"/>
                  <a:gd name="connsiteY11" fmla="*/ 7521 h 2611788"/>
                  <a:gd name="connsiteX12" fmla="*/ 6646143 w 7613202"/>
                  <a:gd name="connsiteY12" fmla="*/ 1312065 h 2611788"/>
                  <a:gd name="connsiteX13" fmla="*/ 6673575 w 7613202"/>
                  <a:gd name="connsiteY13" fmla="*/ 1335973 h 2611788"/>
                  <a:gd name="connsiteX14" fmla="*/ 7023809 w 7613202"/>
                  <a:gd name="connsiteY14" fmla="*/ 985453 h 2611788"/>
                  <a:gd name="connsiteX15" fmla="*/ 7226311 w 7613202"/>
                  <a:gd name="connsiteY15" fmla="*/ 917540 h 2611788"/>
                  <a:gd name="connsiteX16" fmla="*/ 7402428 w 7613202"/>
                  <a:gd name="connsiteY16" fmla="*/ 1087847 h 2611788"/>
                  <a:gd name="connsiteX17" fmla="*/ 7497488 w 7613202"/>
                  <a:gd name="connsiteY17" fmla="*/ 1654394 h 2611788"/>
                  <a:gd name="connsiteX18" fmla="*/ 7607597 w 7613202"/>
                  <a:gd name="connsiteY18" fmla="*/ 2324382 h 2611788"/>
                  <a:gd name="connsiteX19" fmla="*/ 7331562 w 7613202"/>
                  <a:gd name="connsiteY19" fmla="*/ 2607084 h 2611788"/>
                  <a:gd name="connsiteX20" fmla="*/ 6104075 w 7613202"/>
                  <a:gd name="connsiteY20" fmla="*/ 2406298 h 2611788"/>
                  <a:gd name="connsiteX21" fmla="*/ 5925387 w 7613202"/>
                  <a:gd name="connsiteY21" fmla="*/ 2255803 h 2611788"/>
                  <a:gd name="connsiteX22" fmla="*/ 5981108 w 7613202"/>
                  <a:gd name="connsiteY22" fmla="*/ 2028441 h 2611788"/>
                  <a:gd name="connsiteX23" fmla="*/ 6359060 w 7613202"/>
                  <a:gd name="connsiteY23" fmla="*/ 1651060 h 261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613202" h="2611788">
                    <a:moveTo>
                      <a:pt x="6359155" y="1651060"/>
                    </a:moveTo>
                    <a:cubicBezTo>
                      <a:pt x="6180942" y="1474371"/>
                      <a:pt x="5990537" y="1322067"/>
                      <a:pt x="5787274" y="1185383"/>
                    </a:cubicBezTo>
                    <a:cubicBezTo>
                      <a:pt x="5279401" y="843816"/>
                      <a:pt x="4723808" y="619503"/>
                      <a:pt x="4121447" y="512537"/>
                    </a:cubicBezTo>
                    <a:cubicBezTo>
                      <a:pt x="3729112" y="442814"/>
                      <a:pt x="3334110" y="427860"/>
                      <a:pt x="2936632" y="460816"/>
                    </a:cubicBezTo>
                    <a:cubicBezTo>
                      <a:pt x="2447047" y="501393"/>
                      <a:pt x="1977179" y="614645"/>
                      <a:pt x="1536266" y="834672"/>
                    </a:cubicBezTo>
                    <a:cubicBezTo>
                      <a:pt x="1130406" y="1037174"/>
                      <a:pt x="778743" y="1308256"/>
                      <a:pt x="503471" y="1672396"/>
                    </a:cubicBezTo>
                    <a:cubicBezTo>
                      <a:pt x="470990" y="1715354"/>
                      <a:pt x="442225" y="1761074"/>
                      <a:pt x="413078" y="1806413"/>
                    </a:cubicBezTo>
                    <a:cubicBezTo>
                      <a:pt x="341260" y="1918427"/>
                      <a:pt x="211339" y="1951955"/>
                      <a:pt x="103897" y="1885280"/>
                    </a:cubicBezTo>
                    <a:cubicBezTo>
                      <a:pt x="-4212" y="1818224"/>
                      <a:pt x="-31834" y="1683445"/>
                      <a:pt x="39413" y="1569050"/>
                    </a:cubicBezTo>
                    <a:cubicBezTo>
                      <a:pt x="268489" y="1201385"/>
                      <a:pt x="577575" y="912873"/>
                      <a:pt x="933905" y="672938"/>
                    </a:cubicBezTo>
                    <a:cubicBezTo>
                      <a:pt x="1372341" y="377568"/>
                      <a:pt x="1856687" y="193449"/>
                      <a:pt x="2373609" y="90865"/>
                    </a:cubicBezTo>
                    <a:cubicBezTo>
                      <a:pt x="2770992" y="11998"/>
                      <a:pt x="3172757" y="-14672"/>
                      <a:pt x="3576045" y="7521"/>
                    </a:cubicBezTo>
                    <a:cubicBezTo>
                      <a:pt x="4755526" y="72291"/>
                      <a:pt x="5783750" y="498440"/>
                      <a:pt x="6646143" y="1312065"/>
                    </a:cubicBezTo>
                    <a:cubicBezTo>
                      <a:pt x="6654144" y="1319590"/>
                      <a:pt x="6662621" y="1326448"/>
                      <a:pt x="6673575" y="1335973"/>
                    </a:cubicBezTo>
                    <a:cubicBezTo>
                      <a:pt x="6791018" y="1218435"/>
                      <a:pt x="6907509" y="1102039"/>
                      <a:pt x="7023809" y="985453"/>
                    </a:cubicBezTo>
                    <a:cubicBezTo>
                      <a:pt x="7080102" y="929065"/>
                      <a:pt x="7146206" y="901824"/>
                      <a:pt x="7226311" y="917540"/>
                    </a:cubicBezTo>
                    <a:cubicBezTo>
                      <a:pt x="7321466" y="936209"/>
                      <a:pt x="7384902" y="992692"/>
                      <a:pt x="7402428" y="1087847"/>
                    </a:cubicBezTo>
                    <a:cubicBezTo>
                      <a:pt x="7437099" y="1276156"/>
                      <a:pt x="7466436" y="1465418"/>
                      <a:pt x="7497488" y="1654394"/>
                    </a:cubicBezTo>
                    <a:cubicBezTo>
                      <a:pt x="7534159" y="1877755"/>
                      <a:pt x="7568163" y="2101498"/>
                      <a:pt x="7607597" y="2324382"/>
                    </a:cubicBezTo>
                    <a:cubicBezTo>
                      <a:pt x="7641030" y="2513073"/>
                      <a:pt x="7521872" y="2638041"/>
                      <a:pt x="7331562" y="2607084"/>
                    </a:cubicBezTo>
                    <a:cubicBezTo>
                      <a:pt x="6922368" y="2540409"/>
                      <a:pt x="6513270" y="2473258"/>
                      <a:pt x="6104075" y="2406298"/>
                    </a:cubicBezTo>
                    <a:cubicBezTo>
                      <a:pt x="6014636" y="2391629"/>
                      <a:pt x="5952724" y="2342194"/>
                      <a:pt x="5925387" y="2255803"/>
                    </a:cubicBezTo>
                    <a:cubicBezTo>
                      <a:pt x="5898240" y="2170173"/>
                      <a:pt x="5916909" y="2092735"/>
                      <a:pt x="5981108" y="2028441"/>
                    </a:cubicBezTo>
                    <a:cubicBezTo>
                      <a:pt x="6105504" y="1903854"/>
                      <a:pt x="6230282" y="1779648"/>
                      <a:pt x="6359060" y="16510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ComponentBackground4" descr="cff0a671-ba96-4871-8b03-07daba76bdab">
                <a:extLst>
                  <a:ext uri="{FF2B5EF4-FFF2-40B4-BE49-F238E27FC236}">
                    <a16:creationId xmlns:a16="http://schemas.microsoft.com/office/drawing/2014/main" id="{3FBE210A-0DB3-1593-51E8-164D2EE2045A}"/>
                  </a:ext>
                </a:extLst>
              </p:cNvPr>
              <p:cNvSpPr/>
              <p:nvPr/>
            </p:nvSpPr>
            <p:spPr>
              <a:xfrm>
                <a:off x="7017235" y="4006105"/>
                <a:ext cx="3207549" cy="1644651"/>
              </a:xfrm>
              <a:custGeom>
                <a:avLst/>
                <a:gdLst>
                  <a:gd name="connsiteX0" fmla="*/ 4721249 w 9082714"/>
                  <a:gd name="connsiteY0" fmla="*/ 10304 h 6856112"/>
                  <a:gd name="connsiteX1" fmla="*/ 8136702 w 9082714"/>
                  <a:gd name="connsiteY1" fmla="*/ 145848 h 6856112"/>
                  <a:gd name="connsiteX2" fmla="*/ 8729214 w 9082714"/>
                  <a:gd name="connsiteY2" fmla="*/ 422939 h 6856112"/>
                  <a:gd name="connsiteX3" fmla="*/ 9002842 w 9082714"/>
                  <a:gd name="connsiteY3" fmla="*/ 1192251 h 6856112"/>
                  <a:gd name="connsiteX4" fmla="*/ 9077348 w 9082714"/>
                  <a:gd name="connsiteY4" fmla="*/ 5214534 h 6856112"/>
                  <a:gd name="connsiteX5" fmla="*/ 9031629 w 9082714"/>
                  <a:gd name="connsiteY5" fmla="*/ 6002011 h 6856112"/>
                  <a:gd name="connsiteX6" fmla="*/ 8626075 w 9082714"/>
                  <a:gd name="connsiteY6" fmla="*/ 6658639 h 6856112"/>
                  <a:gd name="connsiteX7" fmla="*/ 7743079 w 9082714"/>
                  <a:gd name="connsiteY7" fmla="*/ 6837671 h 6856112"/>
                  <a:gd name="connsiteX8" fmla="*/ 3200712 w 9082714"/>
                  <a:gd name="connsiteY8" fmla="*/ 6855066 h 6856112"/>
                  <a:gd name="connsiteX9" fmla="*/ 1505378 w 9082714"/>
                  <a:gd name="connsiteY9" fmla="*/ 6824971 h 6856112"/>
                  <a:gd name="connsiteX10" fmla="*/ 528555 w 9082714"/>
                  <a:gd name="connsiteY10" fmla="*/ 6647864 h 6856112"/>
                  <a:gd name="connsiteX11" fmla="*/ 94677 w 9082714"/>
                  <a:gd name="connsiteY11" fmla="*/ 6310275 h 6856112"/>
                  <a:gd name="connsiteX12" fmla="*/ 4 w 9082714"/>
                  <a:gd name="connsiteY12" fmla="*/ 5920038 h 6856112"/>
                  <a:gd name="connsiteX13" fmla="*/ 76974 w 9082714"/>
                  <a:gd name="connsiteY13" fmla="*/ 1347576 h 6856112"/>
                  <a:gd name="connsiteX14" fmla="*/ 274555 w 9082714"/>
                  <a:gd name="connsiteY14" fmla="*/ 716732 h 6856112"/>
                  <a:gd name="connsiteX15" fmla="*/ 709434 w 9082714"/>
                  <a:gd name="connsiteY15" fmla="*/ 308485 h 6856112"/>
                  <a:gd name="connsiteX16" fmla="*/ 4721249 w 9082714"/>
                  <a:gd name="connsiteY16" fmla="*/ 10304 h 685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082714" h="6856112">
                    <a:moveTo>
                      <a:pt x="4721249" y="10304"/>
                    </a:moveTo>
                    <a:cubicBezTo>
                      <a:pt x="4721249" y="10304"/>
                      <a:pt x="6848691" y="-55582"/>
                      <a:pt x="8136702" y="145848"/>
                    </a:cubicBezTo>
                    <a:cubicBezTo>
                      <a:pt x="8250232" y="163628"/>
                      <a:pt x="8522474" y="210657"/>
                      <a:pt x="8729214" y="422939"/>
                    </a:cubicBezTo>
                    <a:cubicBezTo>
                      <a:pt x="8972901" y="673168"/>
                      <a:pt x="8985524" y="1019069"/>
                      <a:pt x="9002842" y="1192251"/>
                    </a:cubicBezTo>
                    <a:cubicBezTo>
                      <a:pt x="9136384" y="2527214"/>
                      <a:pt x="9057413" y="3873106"/>
                      <a:pt x="9077348" y="5214534"/>
                    </a:cubicBezTo>
                    <a:cubicBezTo>
                      <a:pt x="9081274" y="5478078"/>
                      <a:pt x="9088740" y="5744701"/>
                      <a:pt x="9031629" y="6002011"/>
                    </a:cubicBezTo>
                    <a:cubicBezTo>
                      <a:pt x="8974517" y="6259320"/>
                      <a:pt x="8844438" y="6511011"/>
                      <a:pt x="8626075" y="6658639"/>
                    </a:cubicBezTo>
                    <a:cubicBezTo>
                      <a:pt x="8373384" y="6829435"/>
                      <a:pt x="8048110" y="6836516"/>
                      <a:pt x="7743079" y="6837671"/>
                    </a:cubicBezTo>
                    <a:cubicBezTo>
                      <a:pt x="6228931" y="6843443"/>
                      <a:pt x="4714860" y="6849293"/>
                      <a:pt x="3200712" y="6855066"/>
                    </a:cubicBezTo>
                    <a:cubicBezTo>
                      <a:pt x="2635370" y="6857221"/>
                      <a:pt x="2069643" y="6859376"/>
                      <a:pt x="1505378" y="6824971"/>
                    </a:cubicBezTo>
                    <a:cubicBezTo>
                      <a:pt x="1173638" y="6804728"/>
                      <a:pt x="837435" y="6770707"/>
                      <a:pt x="528555" y="6647864"/>
                    </a:cubicBezTo>
                    <a:cubicBezTo>
                      <a:pt x="354758" y="6578744"/>
                      <a:pt x="184347" y="6474451"/>
                      <a:pt x="94677" y="6310275"/>
                    </a:cubicBezTo>
                    <a:cubicBezTo>
                      <a:pt x="3160" y="6142942"/>
                      <a:pt x="-149" y="5979997"/>
                      <a:pt x="4" y="5920038"/>
                    </a:cubicBezTo>
                    <a:cubicBezTo>
                      <a:pt x="9549" y="2159375"/>
                      <a:pt x="32024" y="1888827"/>
                      <a:pt x="76974" y="1347576"/>
                    </a:cubicBezTo>
                    <a:cubicBezTo>
                      <a:pt x="86134" y="1237278"/>
                      <a:pt x="107146" y="976736"/>
                      <a:pt x="274555" y="716732"/>
                    </a:cubicBezTo>
                    <a:cubicBezTo>
                      <a:pt x="274555" y="716732"/>
                      <a:pt x="429572" y="476125"/>
                      <a:pt x="709434" y="308485"/>
                    </a:cubicBezTo>
                    <a:cubicBezTo>
                      <a:pt x="1376915" y="-91296"/>
                      <a:pt x="3369892" y="52176"/>
                      <a:pt x="4721249" y="1030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Bullet4" descr="1edf214a-bf4a-4221-939a-35c77b73d698">
                <a:extLst>
                  <a:ext uri="{FF2B5EF4-FFF2-40B4-BE49-F238E27FC236}">
                    <a16:creationId xmlns:a16="http://schemas.microsoft.com/office/drawing/2014/main" id="{1B1F54E4-8477-006D-E54A-C0FC921D2C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12685" y="4156200"/>
                <a:ext cx="2945108" cy="52195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rgbClr val="FFFFFF"/>
                    </a:solidFill>
                  </a:rPr>
                  <a:t>家人的原谅</a:t>
                </a:r>
                <a:endParaRPr lang="en-US" dirty="0"/>
              </a:p>
            </p:txBody>
          </p:sp>
          <p:sp>
            <p:nvSpPr>
              <p:cNvPr id="24" name="Text4" descr="f305f5b8-75e9-42f5-96b2-19a8211689e6">
                <a:extLst>
                  <a:ext uri="{FF2B5EF4-FFF2-40B4-BE49-F238E27FC236}">
                    <a16:creationId xmlns:a16="http://schemas.microsoft.com/office/drawing/2014/main" id="{5D1791E1-42DF-4EC4-FF23-DBB978A48B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685" y="4678155"/>
                <a:ext cx="2945108" cy="81181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rgbClr val="FFFFFF"/>
                    </a:solidFill>
                  </a:rPr>
                  <a:t>米格带着真相回到了现实世界，家人原谅了他，并重新接纳了音乐。</a:t>
                </a:r>
                <a:endParaRPr lang="en-US" dirty="0"/>
              </a:p>
            </p:txBody>
          </p:sp>
          <p:sp>
            <p:nvSpPr>
              <p:cNvPr id="46" name="Icon4" descr="066d6c67-6aac-47ba-97b6-c0cbd0ca3000">
                <a:extLst>
                  <a:ext uri="{FF2B5EF4-FFF2-40B4-BE49-F238E27FC236}">
                    <a16:creationId xmlns:a16="http://schemas.microsoft.com/office/drawing/2014/main" id="{2F1377E3-BE48-7073-6C87-AAD622A34ACB}"/>
                  </a:ext>
                </a:extLst>
              </p:cNvPr>
              <p:cNvSpPr/>
              <p:nvPr/>
            </p:nvSpPr>
            <p:spPr>
              <a:xfrm rot="18939546">
                <a:off x="6559076" y="4953026"/>
                <a:ext cx="329406" cy="352316"/>
              </a:xfrm>
              <a:custGeom>
                <a:avLst/>
                <a:gdLst>
                  <a:gd name="T0" fmla="*/ 6771 w 6851"/>
                  <a:gd name="T1" fmla="*/ 3232 h 7338"/>
                  <a:gd name="T2" fmla="*/ 5359 w 6851"/>
                  <a:gd name="T3" fmla="*/ 2155 h 7338"/>
                  <a:gd name="T4" fmla="*/ 5172 w 6851"/>
                  <a:gd name="T5" fmla="*/ 349 h 7338"/>
                  <a:gd name="T6" fmla="*/ 3385 w 6851"/>
                  <a:gd name="T7" fmla="*/ 1425 h 7338"/>
                  <a:gd name="T8" fmla="*/ 1835 w 6851"/>
                  <a:gd name="T9" fmla="*/ 962 h 7338"/>
                  <a:gd name="T10" fmla="*/ 905 w 6851"/>
                  <a:gd name="T11" fmla="*/ 3403 h 7338"/>
                  <a:gd name="T12" fmla="*/ 1542 w 6851"/>
                  <a:gd name="T13" fmla="*/ 4632 h 7338"/>
                  <a:gd name="T14" fmla="*/ 892 w 6851"/>
                  <a:gd name="T15" fmla="*/ 6785 h 7338"/>
                  <a:gd name="T16" fmla="*/ 3505 w 6851"/>
                  <a:gd name="T17" fmla="*/ 6100 h 7338"/>
                  <a:gd name="T18" fmla="*/ 5359 w 6851"/>
                  <a:gd name="T19" fmla="*/ 6785 h 7338"/>
                  <a:gd name="T20" fmla="*/ 5671 w 6851"/>
                  <a:gd name="T21" fmla="*/ 4779 h 7338"/>
                  <a:gd name="T22" fmla="*/ 6771 w 6851"/>
                  <a:gd name="T23" fmla="*/ 3232 h 7338"/>
                  <a:gd name="T24" fmla="*/ 1803 w 6851"/>
                  <a:gd name="T25" fmla="*/ 1597 h 7338"/>
                  <a:gd name="T26" fmla="*/ 1789 w 6851"/>
                  <a:gd name="T27" fmla="*/ 1597 h 7338"/>
                  <a:gd name="T28" fmla="*/ 1185 w 6851"/>
                  <a:gd name="T29" fmla="*/ 1837 h 7338"/>
                  <a:gd name="T30" fmla="*/ 1467 w 6851"/>
                  <a:gd name="T31" fmla="*/ 2997 h 7338"/>
                  <a:gd name="T32" fmla="*/ 1521 w 6851"/>
                  <a:gd name="T33" fmla="*/ 3074 h 7338"/>
                  <a:gd name="T34" fmla="*/ 1501 w 6851"/>
                  <a:gd name="T35" fmla="*/ 3228 h 7338"/>
                  <a:gd name="T36" fmla="*/ 1434 w 6851"/>
                  <a:gd name="T37" fmla="*/ 3251 h 7338"/>
                  <a:gd name="T38" fmla="*/ 1347 w 6851"/>
                  <a:gd name="T39" fmla="*/ 3208 h 7338"/>
                  <a:gd name="T40" fmla="*/ 992 w 6851"/>
                  <a:gd name="T41" fmla="*/ 1730 h 7338"/>
                  <a:gd name="T42" fmla="*/ 1825 w 6851"/>
                  <a:gd name="T43" fmla="*/ 1378 h 7338"/>
                  <a:gd name="T44" fmla="*/ 1923 w 6851"/>
                  <a:gd name="T45" fmla="*/ 1499 h 7338"/>
                  <a:gd name="T46" fmla="*/ 1803 w 6851"/>
                  <a:gd name="T47" fmla="*/ 1597 h 7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851" h="7338">
                    <a:moveTo>
                      <a:pt x="6771" y="3232"/>
                    </a:moveTo>
                    <a:cubicBezTo>
                      <a:pt x="6684" y="2694"/>
                      <a:pt x="5688" y="2590"/>
                      <a:pt x="5359" y="2155"/>
                    </a:cubicBezTo>
                    <a:cubicBezTo>
                      <a:pt x="5017" y="1702"/>
                      <a:pt x="5594" y="728"/>
                      <a:pt x="5172" y="349"/>
                    </a:cubicBezTo>
                    <a:cubicBezTo>
                      <a:pt x="4784" y="0"/>
                      <a:pt x="3879" y="1257"/>
                      <a:pt x="3385" y="1425"/>
                    </a:cubicBezTo>
                    <a:cubicBezTo>
                      <a:pt x="3085" y="1527"/>
                      <a:pt x="2144" y="1037"/>
                      <a:pt x="1835" y="962"/>
                    </a:cubicBezTo>
                    <a:cubicBezTo>
                      <a:pt x="551" y="650"/>
                      <a:pt x="0" y="1806"/>
                      <a:pt x="905" y="3403"/>
                    </a:cubicBezTo>
                    <a:cubicBezTo>
                      <a:pt x="1073" y="3700"/>
                      <a:pt x="1440" y="4306"/>
                      <a:pt x="1542" y="4632"/>
                    </a:cubicBezTo>
                    <a:cubicBezTo>
                      <a:pt x="1721" y="5208"/>
                      <a:pt x="502" y="6325"/>
                      <a:pt x="892" y="6785"/>
                    </a:cubicBezTo>
                    <a:cubicBezTo>
                      <a:pt x="1361" y="7338"/>
                      <a:pt x="2780" y="6136"/>
                      <a:pt x="3505" y="6100"/>
                    </a:cubicBezTo>
                    <a:cubicBezTo>
                      <a:pt x="4053" y="6073"/>
                      <a:pt x="4854" y="6999"/>
                      <a:pt x="5359" y="6785"/>
                    </a:cubicBezTo>
                    <a:cubicBezTo>
                      <a:pt x="5851" y="6576"/>
                      <a:pt x="5529" y="5295"/>
                      <a:pt x="5671" y="4779"/>
                    </a:cubicBezTo>
                    <a:cubicBezTo>
                      <a:pt x="5803" y="4297"/>
                      <a:pt x="6851" y="3725"/>
                      <a:pt x="6771" y="3232"/>
                    </a:cubicBezTo>
                    <a:close/>
                    <a:moveTo>
                      <a:pt x="1803" y="1597"/>
                    </a:moveTo>
                    <a:cubicBezTo>
                      <a:pt x="1798" y="1597"/>
                      <a:pt x="1793" y="1597"/>
                      <a:pt x="1789" y="1597"/>
                    </a:cubicBezTo>
                    <a:cubicBezTo>
                      <a:pt x="1500" y="1572"/>
                      <a:pt x="1286" y="1656"/>
                      <a:pt x="1185" y="1837"/>
                    </a:cubicBezTo>
                    <a:cubicBezTo>
                      <a:pt x="1035" y="2107"/>
                      <a:pt x="1145" y="2546"/>
                      <a:pt x="1467" y="2997"/>
                    </a:cubicBezTo>
                    <a:cubicBezTo>
                      <a:pt x="1485" y="3023"/>
                      <a:pt x="1502" y="3048"/>
                      <a:pt x="1521" y="3074"/>
                    </a:cubicBezTo>
                    <a:cubicBezTo>
                      <a:pt x="1558" y="3122"/>
                      <a:pt x="1549" y="3191"/>
                      <a:pt x="1501" y="3228"/>
                    </a:cubicBezTo>
                    <a:cubicBezTo>
                      <a:pt x="1481" y="3244"/>
                      <a:pt x="1457" y="3251"/>
                      <a:pt x="1434" y="3251"/>
                    </a:cubicBezTo>
                    <a:cubicBezTo>
                      <a:pt x="1401" y="3251"/>
                      <a:pt x="1368" y="3236"/>
                      <a:pt x="1347" y="3208"/>
                    </a:cubicBezTo>
                    <a:cubicBezTo>
                      <a:pt x="919" y="2651"/>
                      <a:pt x="787" y="2098"/>
                      <a:pt x="992" y="1730"/>
                    </a:cubicBezTo>
                    <a:cubicBezTo>
                      <a:pt x="1138" y="1468"/>
                      <a:pt x="1441" y="1340"/>
                      <a:pt x="1825" y="1378"/>
                    </a:cubicBezTo>
                    <a:cubicBezTo>
                      <a:pt x="1885" y="1384"/>
                      <a:pt x="1929" y="1438"/>
                      <a:pt x="1923" y="1499"/>
                    </a:cubicBezTo>
                    <a:cubicBezTo>
                      <a:pt x="1917" y="1559"/>
                      <a:pt x="1864" y="1604"/>
                      <a:pt x="1803" y="159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f9198ad-46ef-44fe-b808-3048209029d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角色介绍</a:t>
            </a:r>
            <a:endParaRPr lang="en-US" dirty="0"/>
          </a:p>
        </p:txBody>
      </p:sp>
      <p:sp>
        <p:nvSpPr>
          <p:cNvPr id="25" name="文本占位符 24" descr="8d2fb86b-9385-4f81-9215-cfa24f028e7a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认识电影中的主要角色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米格</a:t>
            </a:r>
            <a:endParaRPr lang="en-US" dirty="0"/>
          </a:p>
        </p:txBody>
      </p:sp>
      <p:grpSp>
        <p:nvGrpSpPr>
          <p:cNvPr id="9" name="10d28a64-2b3d-40c9-a434-7d58d8e6477b.source.4.zh-Hans.pptx" descr="d7d8c06c-394c-4d93-8daa-7a0ae635b320">
            <a:extLst>
              <a:ext uri="{FF2B5EF4-FFF2-40B4-BE49-F238E27FC236}">
                <a16:creationId xmlns:a16="http://schemas.microsoft.com/office/drawing/2014/main" id="{1D64BBEF-D4B5-3AD0-F81C-E72AD6851827}"/>
              </a:ext>
            </a:extLst>
          </p:cNvPr>
          <p:cNvGrpSpPr/>
          <p:nvPr/>
        </p:nvGrpSpPr>
        <p:grpSpPr>
          <a:xfrm>
            <a:off x="660400" y="1338342"/>
            <a:ext cx="10888922" cy="4795758"/>
            <a:chOff x="1512639" y="1338342"/>
            <a:chExt cx="9312524" cy="4101472"/>
          </a:xfrm>
        </p:grpSpPr>
        <p:cxnSp>
          <p:nvCxnSpPr>
            <p:cNvPr id="6" name="直接连接符 5" descr="d9091ec4-878e-4e0d-83e0-5c08dddda90d">
              <a:extLst>
                <a:ext uri="{FF2B5EF4-FFF2-40B4-BE49-F238E27FC236}">
                  <a16:creationId xmlns:a16="http://schemas.microsoft.com/office/drawing/2014/main" id="{58FC04C6-E4BC-BCE0-FD5D-610F77D10D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2133" y="2821024"/>
              <a:ext cx="8315716" cy="1439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itle" descr="071e69b6-e3a7-4a0b-80ce-c3336f6a5484">
              <a:extLst>
                <a:ext uri="{FF2B5EF4-FFF2-40B4-BE49-F238E27FC236}">
                  <a16:creationId xmlns:a16="http://schemas.microsoft.com/office/drawing/2014/main" id="{CFD32C9B-4260-A774-9FD2-F76666EABF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2234" y="1338342"/>
              <a:ext cx="8624444" cy="7506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勇敢追梦的少年</a:t>
              </a:r>
              <a:endParaRPr lang="en-US" dirty="0"/>
            </a:p>
          </p:txBody>
        </p:sp>
        <p:sp>
          <p:nvSpPr>
            <p:cNvPr id="32" name="任意多边形: 形状 31" descr="dcc02aa5-f096-46c9-bf52-391d2e87ab12">
              <a:extLst>
                <a:ext uri="{FF2B5EF4-FFF2-40B4-BE49-F238E27FC236}">
                  <a16:creationId xmlns:a16="http://schemas.microsoft.com/office/drawing/2014/main" id="{ECCEA9DF-031A-3851-8332-C8D508A38A3A}"/>
                </a:ext>
              </a:extLst>
            </p:cNvPr>
            <p:cNvSpPr/>
            <p:nvPr/>
          </p:nvSpPr>
          <p:spPr>
            <a:xfrm>
              <a:off x="1563930" y="2450050"/>
              <a:ext cx="835560" cy="750626"/>
            </a:xfrm>
            <a:custGeom>
              <a:avLst/>
              <a:gdLst>
                <a:gd name="connsiteX0" fmla="*/ 1904926 w 3844197"/>
                <a:gd name="connsiteY0" fmla="*/ 0 h 3506914"/>
                <a:gd name="connsiteX1" fmla="*/ 2704251 w 3844197"/>
                <a:gd name="connsiteY1" fmla="*/ 651469 h 3506914"/>
                <a:gd name="connsiteX2" fmla="*/ 2708467 w 3844197"/>
                <a:gd name="connsiteY2" fmla="*/ 693290 h 3506914"/>
                <a:gd name="connsiteX3" fmla="*/ 2710711 w 3844197"/>
                <a:gd name="connsiteY3" fmla="*/ 692073 h 3506914"/>
                <a:gd name="connsiteX4" fmla="*/ 3028296 w 3844197"/>
                <a:gd name="connsiteY4" fmla="*/ 627955 h 3506914"/>
                <a:gd name="connsiteX5" fmla="*/ 3844197 w 3844197"/>
                <a:gd name="connsiteY5" fmla="*/ 1443856 h 3506914"/>
                <a:gd name="connsiteX6" fmla="*/ 3270920 w 3844197"/>
                <a:gd name="connsiteY6" fmla="*/ 2223076 h 3506914"/>
                <a:gd name="connsiteX7" fmla="*/ 3266940 w 3844197"/>
                <a:gd name="connsiteY7" fmla="*/ 2224100 h 3506914"/>
                <a:gd name="connsiteX8" fmla="*/ 3275797 w 3844197"/>
                <a:gd name="connsiteY8" fmla="*/ 2234835 h 3506914"/>
                <a:gd name="connsiteX9" fmla="*/ 3415140 w 3844197"/>
                <a:gd name="connsiteY9" fmla="*/ 2691013 h 3506914"/>
                <a:gd name="connsiteX10" fmla="*/ 2599239 w 3844197"/>
                <a:gd name="connsiteY10" fmla="*/ 3506914 h 3506914"/>
                <a:gd name="connsiteX11" fmla="*/ 1922681 w 3844197"/>
                <a:gd name="connsiteY11" fmla="*/ 3147191 h 3506914"/>
                <a:gd name="connsiteX12" fmla="*/ 1921882 w 3844197"/>
                <a:gd name="connsiteY12" fmla="*/ 3145720 h 3506914"/>
                <a:gd name="connsiteX13" fmla="*/ 1921084 w 3844197"/>
                <a:gd name="connsiteY13" fmla="*/ 3147191 h 3506914"/>
                <a:gd name="connsiteX14" fmla="*/ 1244526 w 3844197"/>
                <a:gd name="connsiteY14" fmla="*/ 3506914 h 3506914"/>
                <a:gd name="connsiteX15" fmla="*/ 428625 w 3844197"/>
                <a:gd name="connsiteY15" fmla="*/ 2691013 h 3506914"/>
                <a:gd name="connsiteX16" fmla="*/ 567968 w 3844197"/>
                <a:gd name="connsiteY16" fmla="*/ 2234835 h 3506914"/>
                <a:gd name="connsiteX17" fmla="*/ 576901 w 3844197"/>
                <a:gd name="connsiteY17" fmla="*/ 2224008 h 3506914"/>
                <a:gd name="connsiteX18" fmla="*/ 573277 w 3844197"/>
                <a:gd name="connsiteY18" fmla="*/ 2223076 h 3506914"/>
                <a:gd name="connsiteX19" fmla="*/ 0 w 3844197"/>
                <a:gd name="connsiteY19" fmla="*/ 1443856 h 3506914"/>
                <a:gd name="connsiteX20" fmla="*/ 815901 w 3844197"/>
                <a:gd name="connsiteY20" fmla="*/ 627955 h 3506914"/>
                <a:gd name="connsiteX21" fmla="*/ 1058525 w 3844197"/>
                <a:gd name="connsiteY21" fmla="*/ 664636 h 3506914"/>
                <a:gd name="connsiteX22" fmla="*/ 1102646 w 3844197"/>
                <a:gd name="connsiteY22" fmla="*/ 680785 h 3506914"/>
                <a:gd name="connsiteX23" fmla="*/ 1105601 w 3844197"/>
                <a:gd name="connsiteY23" fmla="*/ 651469 h 3506914"/>
                <a:gd name="connsiteX24" fmla="*/ 1904926 w 3844197"/>
                <a:gd name="connsiteY24" fmla="*/ 0 h 350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844197" h="3506914">
                  <a:moveTo>
                    <a:pt x="1904926" y="0"/>
                  </a:moveTo>
                  <a:cubicBezTo>
                    <a:pt x="2299210" y="0"/>
                    <a:pt x="2628171" y="279676"/>
                    <a:pt x="2704251" y="651469"/>
                  </a:cubicBezTo>
                  <a:lnTo>
                    <a:pt x="2708467" y="693290"/>
                  </a:lnTo>
                  <a:lnTo>
                    <a:pt x="2710711" y="692073"/>
                  </a:lnTo>
                  <a:cubicBezTo>
                    <a:pt x="2808324" y="650786"/>
                    <a:pt x="2915644" y="627955"/>
                    <a:pt x="3028296" y="627955"/>
                  </a:cubicBezTo>
                  <a:cubicBezTo>
                    <a:pt x="3478906" y="627955"/>
                    <a:pt x="3844197" y="993246"/>
                    <a:pt x="3844197" y="1443856"/>
                  </a:cubicBezTo>
                  <a:cubicBezTo>
                    <a:pt x="3844197" y="1809977"/>
                    <a:pt x="3603048" y="2119774"/>
                    <a:pt x="3270920" y="2223076"/>
                  </a:cubicBezTo>
                  <a:lnTo>
                    <a:pt x="3266940" y="2224100"/>
                  </a:lnTo>
                  <a:lnTo>
                    <a:pt x="3275797" y="2234835"/>
                  </a:lnTo>
                  <a:cubicBezTo>
                    <a:pt x="3363771" y="2365054"/>
                    <a:pt x="3415140" y="2522034"/>
                    <a:pt x="3415140" y="2691013"/>
                  </a:cubicBezTo>
                  <a:cubicBezTo>
                    <a:pt x="3415140" y="3141623"/>
                    <a:pt x="3049849" y="3506914"/>
                    <a:pt x="2599239" y="3506914"/>
                  </a:cubicBezTo>
                  <a:cubicBezTo>
                    <a:pt x="2317608" y="3506914"/>
                    <a:pt x="2069304" y="3364222"/>
                    <a:pt x="1922681" y="3147191"/>
                  </a:cubicBezTo>
                  <a:lnTo>
                    <a:pt x="1921882" y="3145720"/>
                  </a:lnTo>
                  <a:lnTo>
                    <a:pt x="1921084" y="3147191"/>
                  </a:lnTo>
                  <a:cubicBezTo>
                    <a:pt x="1774461" y="3364222"/>
                    <a:pt x="1526157" y="3506914"/>
                    <a:pt x="1244526" y="3506914"/>
                  </a:cubicBezTo>
                  <a:cubicBezTo>
                    <a:pt x="793916" y="3506914"/>
                    <a:pt x="428625" y="3141623"/>
                    <a:pt x="428625" y="2691013"/>
                  </a:cubicBezTo>
                  <a:cubicBezTo>
                    <a:pt x="428625" y="2522034"/>
                    <a:pt x="479994" y="2365054"/>
                    <a:pt x="567968" y="2234835"/>
                  </a:cubicBezTo>
                  <a:lnTo>
                    <a:pt x="576901" y="2224008"/>
                  </a:lnTo>
                  <a:lnTo>
                    <a:pt x="573277" y="2223076"/>
                  </a:lnTo>
                  <a:cubicBezTo>
                    <a:pt x="241149" y="2119774"/>
                    <a:pt x="0" y="1809977"/>
                    <a:pt x="0" y="1443856"/>
                  </a:cubicBezTo>
                  <a:cubicBezTo>
                    <a:pt x="0" y="993246"/>
                    <a:pt x="365291" y="627955"/>
                    <a:pt x="815901" y="627955"/>
                  </a:cubicBezTo>
                  <a:cubicBezTo>
                    <a:pt x="900390" y="627955"/>
                    <a:pt x="981880" y="640797"/>
                    <a:pt x="1058525" y="664636"/>
                  </a:cubicBezTo>
                  <a:lnTo>
                    <a:pt x="1102646" y="680785"/>
                  </a:lnTo>
                  <a:lnTo>
                    <a:pt x="1105601" y="651469"/>
                  </a:lnTo>
                  <a:cubicBezTo>
                    <a:pt x="1181681" y="279676"/>
                    <a:pt x="1510642" y="0"/>
                    <a:pt x="190492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: 形状 36" descr="cdc0887d-de87-4370-a5bb-600142f2e24f">
              <a:extLst>
                <a:ext uri="{FF2B5EF4-FFF2-40B4-BE49-F238E27FC236}">
                  <a16:creationId xmlns:a16="http://schemas.microsoft.com/office/drawing/2014/main" id="{71D2976A-E3FA-E844-7275-9ED576967D91}"/>
                </a:ext>
              </a:extLst>
            </p:cNvPr>
            <p:cNvSpPr/>
            <p:nvPr/>
          </p:nvSpPr>
          <p:spPr>
            <a:xfrm>
              <a:off x="3898199" y="2450050"/>
              <a:ext cx="835560" cy="750626"/>
            </a:xfrm>
            <a:custGeom>
              <a:avLst/>
              <a:gdLst>
                <a:gd name="connsiteX0" fmla="*/ 1904926 w 3844197"/>
                <a:gd name="connsiteY0" fmla="*/ 0 h 3506914"/>
                <a:gd name="connsiteX1" fmla="*/ 2704251 w 3844197"/>
                <a:gd name="connsiteY1" fmla="*/ 651469 h 3506914"/>
                <a:gd name="connsiteX2" fmla="*/ 2708467 w 3844197"/>
                <a:gd name="connsiteY2" fmla="*/ 693290 h 3506914"/>
                <a:gd name="connsiteX3" fmla="*/ 2710711 w 3844197"/>
                <a:gd name="connsiteY3" fmla="*/ 692073 h 3506914"/>
                <a:gd name="connsiteX4" fmla="*/ 3028296 w 3844197"/>
                <a:gd name="connsiteY4" fmla="*/ 627955 h 3506914"/>
                <a:gd name="connsiteX5" fmla="*/ 3844197 w 3844197"/>
                <a:gd name="connsiteY5" fmla="*/ 1443856 h 3506914"/>
                <a:gd name="connsiteX6" fmla="*/ 3270920 w 3844197"/>
                <a:gd name="connsiteY6" fmla="*/ 2223076 h 3506914"/>
                <a:gd name="connsiteX7" fmla="*/ 3266940 w 3844197"/>
                <a:gd name="connsiteY7" fmla="*/ 2224100 h 3506914"/>
                <a:gd name="connsiteX8" fmla="*/ 3275797 w 3844197"/>
                <a:gd name="connsiteY8" fmla="*/ 2234835 h 3506914"/>
                <a:gd name="connsiteX9" fmla="*/ 3415140 w 3844197"/>
                <a:gd name="connsiteY9" fmla="*/ 2691013 h 3506914"/>
                <a:gd name="connsiteX10" fmla="*/ 2599239 w 3844197"/>
                <a:gd name="connsiteY10" fmla="*/ 3506914 h 3506914"/>
                <a:gd name="connsiteX11" fmla="*/ 1922681 w 3844197"/>
                <a:gd name="connsiteY11" fmla="*/ 3147191 h 3506914"/>
                <a:gd name="connsiteX12" fmla="*/ 1921882 w 3844197"/>
                <a:gd name="connsiteY12" fmla="*/ 3145720 h 3506914"/>
                <a:gd name="connsiteX13" fmla="*/ 1921084 w 3844197"/>
                <a:gd name="connsiteY13" fmla="*/ 3147191 h 3506914"/>
                <a:gd name="connsiteX14" fmla="*/ 1244526 w 3844197"/>
                <a:gd name="connsiteY14" fmla="*/ 3506914 h 3506914"/>
                <a:gd name="connsiteX15" fmla="*/ 428625 w 3844197"/>
                <a:gd name="connsiteY15" fmla="*/ 2691013 h 3506914"/>
                <a:gd name="connsiteX16" fmla="*/ 567968 w 3844197"/>
                <a:gd name="connsiteY16" fmla="*/ 2234835 h 3506914"/>
                <a:gd name="connsiteX17" fmla="*/ 576901 w 3844197"/>
                <a:gd name="connsiteY17" fmla="*/ 2224008 h 3506914"/>
                <a:gd name="connsiteX18" fmla="*/ 573277 w 3844197"/>
                <a:gd name="connsiteY18" fmla="*/ 2223076 h 3506914"/>
                <a:gd name="connsiteX19" fmla="*/ 0 w 3844197"/>
                <a:gd name="connsiteY19" fmla="*/ 1443856 h 3506914"/>
                <a:gd name="connsiteX20" fmla="*/ 815901 w 3844197"/>
                <a:gd name="connsiteY20" fmla="*/ 627955 h 3506914"/>
                <a:gd name="connsiteX21" fmla="*/ 1058525 w 3844197"/>
                <a:gd name="connsiteY21" fmla="*/ 664636 h 3506914"/>
                <a:gd name="connsiteX22" fmla="*/ 1102646 w 3844197"/>
                <a:gd name="connsiteY22" fmla="*/ 680785 h 3506914"/>
                <a:gd name="connsiteX23" fmla="*/ 1105601 w 3844197"/>
                <a:gd name="connsiteY23" fmla="*/ 651469 h 3506914"/>
                <a:gd name="connsiteX24" fmla="*/ 1904926 w 3844197"/>
                <a:gd name="connsiteY24" fmla="*/ 0 h 350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844197" h="3506914">
                  <a:moveTo>
                    <a:pt x="1904926" y="0"/>
                  </a:moveTo>
                  <a:cubicBezTo>
                    <a:pt x="2299210" y="0"/>
                    <a:pt x="2628171" y="279676"/>
                    <a:pt x="2704251" y="651469"/>
                  </a:cubicBezTo>
                  <a:lnTo>
                    <a:pt x="2708467" y="693290"/>
                  </a:lnTo>
                  <a:lnTo>
                    <a:pt x="2710711" y="692073"/>
                  </a:lnTo>
                  <a:cubicBezTo>
                    <a:pt x="2808324" y="650786"/>
                    <a:pt x="2915644" y="627955"/>
                    <a:pt x="3028296" y="627955"/>
                  </a:cubicBezTo>
                  <a:cubicBezTo>
                    <a:pt x="3478906" y="627955"/>
                    <a:pt x="3844197" y="993246"/>
                    <a:pt x="3844197" y="1443856"/>
                  </a:cubicBezTo>
                  <a:cubicBezTo>
                    <a:pt x="3844197" y="1809977"/>
                    <a:pt x="3603048" y="2119774"/>
                    <a:pt x="3270920" y="2223076"/>
                  </a:cubicBezTo>
                  <a:lnTo>
                    <a:pt x="3266940" y="2224100"/>
                  </a:lnTo>
                  <a:lnTo>
                    <a:pt x="3275797" y="2234835"/>
                  </a:lnTo>
                  <a:cubicBezTo>
                    <a:pt x="3363771" y="2365054"/>
                    <a:pt x="3415140" y="2522034"/>
                    <a:pt x="3415140" y="2691013"/>
                  </a:cubicBezTo>
                  <a:cubicBezTo>
                    <a:pt x="3415140" y="3141623"/>
                    <a:pt x="3049849" y="3506914"/>
                    <a:pt x="2599239" y="3506914"/>
                  </a:cubicBezTo>
                  <a:cubicBezTo>
                    <a:pt x="2317608" y="3506914"/>
                    <a:pt x="2069304" y="3364222"/>
                    <a:pt x="1922681" y="3147191"/>
                  </a:cubicBezTo>
                  <a:lnTo>
                    <a:pt x="1921882" y="3145720"/>
                  </a:lnTo>
                  <a:lnTo>
                    <a:pt x="1921084" y="3147191"/>
                  </a:lnTo>
                  <a:cubicBezTo>
                    <a:pt x="1774461" y="3364222"/>
                    <a:pt x="1526157" y="3506914"/>
                    <a:pt x="1244526" y="3506914"/>
                  </a:cubicBezTo>
                  <a:cubicBezTo>
                    <a:pt x="793916" y="3506914"/>
                    <a:pt x="428625" y="3141623"/>
                    <a:pt x="428625" y="2691013"/>
                  </a:cubicBezTo>
                  <a:cubicBezTo>
                    <a:pt x="428625" y="2522034"/>
                    <a:pt x="479994" y="2365054"/>
                    <a:pt x="567968" y="2234835"/>
                  </a:cubicBezTo>
                  <a:lnTo>
                    <a:pt x="576901" y="2224008"/>
                  </a:lnTo>
                  <a:lnTo>
                    <a:pt x="573277" y="2223076"/>
                  </a:lnTo>
                  <a:cubicBezTo>
                    <a:pt x="241149" y="2119774"/>
                    <a:pt x="0" y="1809977"/>
                    <a:pt x="0" y="1443856"/>
                  </a:cubicBezTo>
                  <a:cubicBezTo>
                    <a:pt x="0" y="993246"/>
                    <a:pt x="365291" y="627955"/>
                    <a:pt x="815901" y="627955"/>
                  </a:cubicBezTo>
                  <a:cubicBezTo>
                    <a:pt x="900390" y="627955"/>
                    <a:pt x="981880" y="640797"/>
                    <a:pt x="1058525" y="664636"/>
                  </a:cubicBezTo>
                  <a:lnTo>
                    <a:pt x="1102646" y="680785"/>
                  </a:lnTo>
                  <a:lnTo>
                    <a:pt x="1105601" y="651469"/>
                  </a:lnTo>
                  <a:cubicBezTo>
                    <a:pt x="1181681" y="279676"/>
                    <a:pt x="1510642" y="0"/>
                    <a:pt x="1904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 descr="3d18912b-9f9a-4ee8-8d90-78fb39be92c2">
              <a:extLst>
                <a:ext uri="{FF2B5EF4-FFF2-40B4-BE49-F238E27FC236}">
                  <a16:creationId xmlns:a16="http://schemas.microsoft.com/office/drawing/2014/main" id="{3698A422-A4A3-D5A0-39F9-1EA8A095AD4F}"/>
                </a:ext>
              </a:extLst>
            </p:cNvPr>
            <p:cNvSpPr/>
            <p:nvPr/>
          </p:nvSpPr>
          <p:spPr>
            <a:xfrm>
              <a:off x="6232468" y="2450050"/>
              <a:ext cx="835560" cy="750626"/>
            </a:xfrm>
            <a:custGeom>
              <a:avLst/>
              <a:gdLst>
                <a:gd name="connsiteX0" fmla="*/ 1904926 w 3844197"/>
                <a:gd name="connsiteY0" fmla="*/ 0 h 3506914"/>
                <a:gd name="connsiteX1" fmla="*/ 2704251 w 3844197"/>
                <a:gd name="connsiteY1" fmla="*/ 651469 h 3506914"/>
                <a:gd name="connsiteX2" fmla="*/ 2708467 w 3844197"/>
                <a:gd name="connsiteY2" fmla="*/ 693290 h 3506914"/>
                <a:gd name="connsiteX3" fmla="*/ 2710711 w 3844197"/>
                <a:gd name="connsiteY3" fmla="*/ 692073 h 3506914"/>
                <a:gd name="connsiteX4" fmla="*/ 3028296 w 3844197"/>
                <a:gd name="connsiteY4" fmla="*/ 627955 h 3506914"/>
                <a:gd name="connsiteX5" fmla="*/ 3844197 w 3844197"/>
                <a:gd name="connsiteY5" fmla="*/ 1443856 h 3506914"/>
                <a:gd name="connsiteX6" fmla="*/ 3270920 w 3844197"/>
                <a:gd name="connsiteY6" fmla="*/ 2223076 h 3506914"/>
                <a:gd name="connsiteX7" fmla="*/ 3266940 w 3844197"/>
                <a:gd name="connsiteY7" fmla="*/ 2224100 h 3506914"/>
                <a:gd name="connsiteX8" fmla="*/ 3275797 w 3844197"/>
                <a:gd name="connsiteY8" fmla="*/ 2234835 h 3506914"/>
                <a:gd name="connsiteX9" fmla="*/ 3415140 w 3844197"/>
                <a:gd name="connsiteY9" fmla="*/ 2691013 h 3506914"/>
                <a:gd name="connsiteX10" fmla="*/ 2599239 w 3844197"/>
                <a:gd name="connsiteY10" fmla="*/ 3506914 h 3506914"/>
                <a:gd name="connsiteX11" fmla="*/ 1922681 w 3844197"/>
                <a:gd name="connsiteY11" fmla="*/ 3147191 h 3506914"/>
                <a:gd name="connsiteX12" fmla="*/ 1921882 w 3844197"/>
                <a:gd name="connsiteY12" fmla="*/ 3145720 h 3506914"/>
                <a:gd name="connsiteX13" fmla="*/ 1921084 w 3844197"/>
                <a:gd name="connsiteY13" fmla="*/ 3147191 h 3506914"/>
                <a:gd name="connsiteX14" fmla="*/ 1244526 w 3844197"/>
                <a:gd name="connsiteY14" fmla="*/ 3506914 h 3506914"/>
                <a:gd name="connsiteX15" fmla="*/ 428625 w 3844197"/>
                <a:gd name="connsiteY15" fmla="*/ 2691013 h 3506914"/>
                <a:gd name="connsiteX16" fmla="*/ 567968 w 3844197"/>
                <a:gd name="connsiteY16" fmla="*/ 2234835 h 3506914"/>
                <a:gd name="connsiteX17" fmla="*/ 576901 w 3844197"/>
                <a:gd name="connsiteY17" fmla="*/ 2224008 h 3506914"/>
                <a:gd name="connsiteX18" fmla="*/ 573277 w 3844197"/>
                <a:gd name="connsiteY18" fmla="*/ 2223076 h 3506914"/>
                <a:gd name="connsiteX19" fmla="*/ 0 w 3844197"/>
                <a:gd name="connsiteY19" fmla="*/ 1443856 h 3506914"/>
                <a:gd name="connsiteX20" fmla="*/ 815901 w 3844197"/>
                <a:gd name="connsiteY20" fmla="*/ 627955 h 3506914"/>
                <a:gd name="connsiteX21" fmla="*/ 1058525 w 3844197"/>
                <a:gd name="connsiteY21" fmla="*/ 664636 h 3506914"/>
                <a:gd name="connsiteX22" fmla="*/ 1102646 w 3844197"/>
                <a:gd name="connsiteY22" fmla="*/ 680785 h 3506914"/>
                <a:gd name="connsiteX23" fmla="*/ 1105601 w 3844197"/>
                <a:gd name="connsiteY23" fmla="*/ 651469 h 3506914"/>
                <a:gd name="connsiteX24" fmla="*/ 1904926 w 3844197"/>
                <a:gd name="connsiteY24" fmla="*/ 0 h 350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844197" h="3506914">
                  <a:moveTo>
                    <a:pt x="1904926" y="0"/>
                  </a:moveTo>
                  <a:cubicBezTo>
                    <a:pt x="2299210" y="0"/>
                    <a:pt x="2628171" y="279676"/>
                    <a:pt x="2704251" y="651469"/>
                  </a:cubicBezTo>
                  <a:lnTo>
                    <a:pt x="2708467" y="693290"/>
                  </a:lnTo>
                  <a:lnTo>
                    <a:pt x="2710711" y="692073"/>
                  </a:lnTo>
                  <a:cubicBezTo>
                    <a:pt x="2808324" y="650786"/>
                    <a:pt x="2915644" y="627955"/>
                    <a:pt x="3028296" y="627955"/>
                  </a:cubicBezTo>
                  <a:cubicBezTo>
                    <a:pt x="3478906" y="627955"/>
                    <a:pt x="3844197" y="993246"/>
                    <a:pt x="3844197" y="1443856"/>
                  </a:cubicBezTo>
                  <a:cubicBezTo>
                    <a:pt x="3844197" y="1809977"/>
                    <a:pt x="3603048" y="2119774"/>
                    <a:pt x="3270920" y="2223076"/>
                  </a:cubicBezTo>
                  <a:lnTo>
                    <a:pt x="3266940" y="2224100"/>
                  </a:lnTo>
                  <a:lnTo>
                    <a:pt x="3275797" y="2234835"/>
                  </a:lnTo>
                  <a:cubicBezTo>
                    <a:pt x="3363771" y="2365054"/>
                    <a:pt x="3415140" y="2522034"/>
                    <a:pt x="3415140" y="2691013"/>
                  </a:cubicBezTo>
                  <a:cubicBezTo>
                    <a:pt x="3415140" y="3141623"/>
                    <a:pt x="3049849" y="3506914"/>
                    <a:pt x="2599239" y="3506914"/>
                  </a:cubicBezTo>
                  <a:cubicBezTo>
                    <a:pt x="2317608" y="3506914"/>
                    <a:pt x="2069304" y="3364222"/>
                    <a:pt x="1922681" y="3147191"/>
                  </a:cubicBezTo>
                  <a:lnTo>
                    <a:pt x="1921882" y="3145720"/>
                  </a:lnTo>
                  <a:lnTo>
                    <a:pt x="1921084" y="3147191"/>
                  </a:lnTo>
                  <a:cubicBezTo>
                    <a:pt x="1774461" y="3364222"/>
                    <a:pt x="1526157" y="3506914"/>
                    <a:pt x="1244526" y="3506914"/>
                  </a:cubicBezTo>
                  <a:cubicBezTo>
                    <a:pt x="793916" y="3506914"/>
                    <a:pt x="428625" y="3141623"/>
                    <a:pt x="428625" y="2691013"/>
                  </a:cubicBezTo>
                  <a:cubicBezTo>
                    <a:pt x="428625" y="2522034"/>
                    <a:pt x="479994" y="2365054"/>
                    <a:pt x="567968" y="2234835"/>
                  </a:cubicBezTo>
                  <a:lnTo>
                    <a:pt x="576901" y="2224008"/>
                  </a:lnTo>
                  <a:lnTo>
                    <a:pt x="573277" y="2223076"/>
                  </a:lnTo>
                  <a:cubicBezTo>
                    <a:pt x="241149" y="2119774"/>
                    <a:pt x="0" y="1809977"/>
                    <a:pt x="0" y="1443856"/>
                  </a:cubicBezTo>
                  <a:cubicBezTo>
                    <a:pt x="0" y="993246"/>
                    <a:pt x="365291" y="627955"/>
                    <a:pt x="815901" y="627955"/>
                  </a:cubicBezTo>
                  <a:cubicBezTo>
                    <a:pt x="900390" y="627955"/>
                    <a:pt x="981880" y="640797"/>
                    <a:pt x="1058525" y="664636"/>
                  </a:cubicBezTo>
                  <a:lnTo>
                    <a:pt x="1102646" y="680785"/>
                  </a:lnTo>
                  <a:lnTo>
                    <a:pt x="1105601" y="651469"/>
                  </a:lnTo>
                  <a:cubicBezTo>
                    <a:pt x="1181681" y="279676"/>
                    <a:pt x="1510642" y="0"/>
                    <a:pt x="19049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: 形状 38" descr="2464ecba-ad8a-434d-a070-55e7656fd429">
              <a:extLst>
                <a:ext uri="{FF2B5EF4-FFF2-40B4-BE49-F238E27FC236}">
                  <a16:creationId xmlns:a16="http://schemas.microsoft.com/office/drawing/2014/main" id="{38855952-EA96-D17B-1300-D1A2738F756B}"/>
                </a:ext>
              </a:extLst>
            </p:cNvPr>
            <p:cNvSpPr/>
            <p:nvPr/>
          </p:nvSpPr>
          <p:spPr>
            <a:xfrm>
              <a:off x="8566737" y="2450050"/>
              <a:ext cx="835560" cy="750626"/>
            </a:xfrm>
            <a:custGeom>
              <a:avLst/>
              <a:gdLst>
                <a:gd name="connsiteX0" fmla="*/ 1904926 w 3844197"/>
                <a:gd name="connsiteY0" fmla="*/ 0 h 3506914"/>
                <a:gd name="connsiteX1" fmla="*/ 2704251 w 3844197"/>
                <a:gd name="connsiteY1" fmla="*/ 651469 h 3506914"/>
                <a:gd name="connsiteX2" fmla="*/ 2708467 w 3844197"/>
                <a:gd name="connsiteY2" fmla="*/ 693290 h 3506914"/>
                <a:gd name="connsiteX3" fmla="*/ 2710711 w 3844197"/>
                <a:gd name="connsiteY3" fmla="*/ 692073 h 3506914"/>
                <a:gd name="connsiteX4" fmla="*/ 3028296 w 3844197"/>
                <a:gd name="connsiteY4" fmla="*/ 627955 h 3506914"/>
                <a:gd name="connsiteX5" fmla="*/ 3844197 w 3844197"/>
                <a:gd name="connsiteY5" fmla="*/ 1443856 h 3506914"/>
                <a:gd name="connsiteX6" fmla="*/ 3270920 w 3844197"/>
                <a:gd name="connsiteY6" fmla="*/ 2223076 h 3506914"/>
                <a:gd name="connsiteX7" fmla="*/ 3266940 w 3844197"/>
                <a:gd name="connsiteY7" fmla="*/ 2224100 h 3506914"/>
                <a:gd name="connsiteX8" fmla="*/ 3275797 w 3844197"/>
                <a:gd name="connsiteY8" fmla="*/ 2234835 h 3506914"/>
                <a:gd name="connsiteX9" fmla="*/ 3415140 w 3844197"/>
                <a:gd name="connsiteY9" fmla="*/ 2691013 h 3506914"/>
                <a:gd name="connsiteX10" fmla="*/ 2599239 w 3844197"/>
                <a:gd name="connsiteY10" fmla="*/ 3506914 h 3506914"/>
                <a:gd name="connsiteX11" fmla="*/ 1922681 w 3844197"/>
                <a:gd name="connsiteY11" fmla="*/ 3147191 h 3506914"/>
                <a:gd name="connsiteX12" fmla="*/ 1921882 w 3844197"/>
                <a:gd name="connsiteY12" fmla="*/ 3145720 h 3506914"/>
                <a:gd name="connsiteX13" fmla="*/ 1921084 w 3844197"/>
                <a:gd name="connsiteY13" fmla="*/ 3147191 h 3506914"/>
                <a:gd name="connsiteX14" fmla="*/ 1244526 w 3844197"/>
                <a:gd name="connsiteY14" fmla="*/ 3506914 h 3506914"/>
                <a:gd name="connsiteX15" fmla="*/ 428625 w 3844197"/>
                <a:gd name="connsiteY15" fmla="*/ 2691013 h 3506914"/>
                <a:gd name="connsiteX16" fmla="*/ 567968 w 3844197"/>
                <a:gd name="connsiteY16" fmla="*/ 2234835 h 3506914"/>
                <a:gd name="connsiteX17" fmla="*/ 576901 w 3844197"/>
                <a:gd name="connsiteY17" fmla="*/ 2224008 h 3506914"/>
                <a:gd name="connsiteX18" fmla="*/ 573277 w 3844197"/>
                <a:gd name="connsiteY18" fmla="*/ 2223076 h 3506914"/>
                <a:gd name="connsiteX19" fmla="*/ 0 w 3844197"/>
                <a:gd name="connsiteY19" fmla="*/ 1443856 h 3506914"/>
                <a:gd name="connsiteX20" fmla="*/ 815901 w 3844197"/>
                <a:gd name="connsiteY20" fmla="*/ 627955 h 3506914"/>
                <a:gd name="connsiteX21" fmla="*/ 1058525 w 3844197"/>
                <a:gd name="connsiteY21" fmla="*/ 664636 h 3506914"/>
                <a:gd name="connsiteX22" fmla="*/ 1102646 w 3844197"/>
                <a:gd name="connsiteY22" fmla="*/ 680785 h 3506914"/>
                <a:gd name="connsiteX23" fmla="*/ 1105601 w 3844197"/>
                <a:gd name="connsiteY23" fmla="*/ 651469 h 3506914"/>
                <a:gd name="connsiteX24" fmla="*/ 1904926 w 3844197"/>
                <a:gd name="connsiteY24" fmla="*/ 0 h 350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844197" h="3506914">
                  <a:moveTo>
                    <a:pt x="1904926" y="0"/>
                  </a:moveTo>
                  <a:cubicBezTo>
                    <a:pt x="2299210" y="0"/>
                    <a:pt x="2628171" y="279676"/>
                    <a:pt x="2704251" y="651469"/>
                  </a:cubicBezTo>
                  <a:lnTo>
                    <a:pt x="2708467" y="693290"/>
                  </a:lnTo>
                  <a:lnTo>
                    <a:pt x="2710711" y="692073"/>
                  </a:lnTo>
                  <a:cubicBezTo>
                    <a:pt x="2808324" y="650786"/>
                    <a:pt x="2915644" y="627955"/>
                    <a:pt x="3028296" y="627955"/>
                  </a:cubicBezTo>
                  <a:cubicBezTo>
                    <a:pt x="3478906" y="627955"/>
                    <a:pt x="3844197" y="993246"/>
                    <a:pt x="3844197" y="1443856"/>
                  </a:cubicBezTo>
                  <a:cubicBezTo>
                    <a:pt x="3844197" y="1809977"/>
                    <a:pt x="3603048" y="2119774"/>
                    <a:pt x="3270920" y="2223076"/>
                  </a:cubicBezTo>
                  <a:lnTo>
                    <a:pt x="3266940" y="2224100"/>
                  </a:lnTo>
                  <a:lnTo>
                    <a:pt x="3275797" y="2234835"/>
                  </a:lnTo>
                  <a:cubicBezTo>
                    <a:pt x="3363771" y="2365054"/>
                    <a:pt x="3415140" y="2522034"/>
                    <a:pt x="3415140" y="2691013"/>
                  </a:cubicBezTo>
                  <a:cubicBezTo>
                    <a:pt x="3415140" y="3141623"/>
                    <a:pt x="3049849" y="3506914"/>
                    <a:pt x="2599239" y="3506914"/>
                  </a:cubicBezTo>
                  <a:cubicBezTo>
                    <a:pt x="2317608" y="3506914"/>
                    <a:pt x="2069304" y="3364222"/>
                    <a:pt x="1922681" y="3147191"/>
                  </a:cubicBezTo>
                  <a:lnTo>
                    <a:pt x="1921882" y="3145720"/>
                  </a:lnTo>
                  <a:lnTo>
                    <a:pt x="1921084" y="3147191"/>
                  </a:lnTo>
                  <a:cubicBezTo>
                    <a:pt x="1774461" y="3364222"/>
                    <a:pt x="1526157" y="3506914"/>
                    <a:pt x="1244526" y="3506914"/>
                  </a:cubicBezTo>
                  <a:cubicBezTo>
                    <a:pt x="793916" y="3506914"/>
                    <a:pt x="428625" y="3141623"/>
                    <a:pt x="428625" y="2691013"/>
                  </a:cubicBezTo>
                  <a:cubicBezTo>
                    <a:pt x="428625" y="2522034"/>
                    <a:pt x="479994" y="2365054"/>
                    <a:pt x="567968" y="2234835"/>
                  </a:cubicBezTo>
                  <a:lnTo>
                    <a:pt x="576901" y="2224008"/>
                  </a:lnTo>
                  <a:lnTo>
                    <a:pt x="573277" y="2223076"/>
                  </a:lnTo>
                  <a:cubicBezTo>
                    <a:pt x="241149" y="2119774"/>
                    <a:pt x="0" y="1809977"/>
                    <a:pt x="0" y="1443856"/>
                  </a:cubicBezTo>
                  <a:cubicBezTo>
                    <a:pt x="0" y="993246"/>
                    <a:pt x="365291" y="627955"/>
                    <a:pt x="815901" y="627955"/>
                  </a:cubicBezTo>
                  <a:cubicBezTo>
                    <a:pt x="900390" y="627955"/>
                    <a:pt x="981880" y="640797"/>
                    <a:pt x="1058525" y="664636"/>
                  </a:cubicBezTo>
                  <a:lnTo>
                    <a:pt x="1102646" y="680785"/>
                  </a:lnTo>
                  <a:lnTo>
                    <a:pt x="1105601" y="651469"/>
                  </a:lnTo>
                  <a:cubicBezTo>
                    <a:pt x="1181681" y="279676"/>
                    <a:pt x="1510642" y="0"/>
                    <a:pt x="1904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: 形状 39" descr="1ec3816d-6ad0-4482-affa-c12b7050eb6e">
              <a:extLst>
                <a:ext uri="{FF2B5EF4-FFF2-40B4-BE49-F238E27FC236}">
                  <a16:creationId xmlns:a16="http://schemas.microsoft.com/office/drawing/2014/main" id="{1809D9DD-7011-CC9D-CD92-24DACC49F8A2}"/>
                </a:ext>
              </a:extLst>
            </p:cNvPr>
            <p:cNvSpPr/>
            <p:nvPr/>
          </p:nvSpPr>
          <p:spPr>
            <a:xfrm>
              <a:off x="10495653" y="2677356"/>
              <a:ext cx="329510" cy="296014"/>
            </a:xfrm>
            <a:custGeom>
              <a:avLst/>
              <a:gdLst>
                <a:gd name="connsiteX0" fmla="*/ 1904926 w 3844197"/>
                <a:gd name="connsiteY0" fmla="*/ 0 h 3506914"/>
                <a:gd name="connsiteX1" fmla="*/ 2704251 w 3844197"/>
                <a:gd name="connsiteY1" fmla="*/ 651469 h 3506914"/>
                <a:gd name="connsiteX2" fmla="*/ 2708467 w 3844197"/>
                <a:gd name="connsiteY2" fmla="*/ 693290 h 3506914"/>
                <a:gd name="connsiteX3" fmla="*/ 2710711 w 3844197"/>
                <a:gd name="connsiteY3" fmla="*/ 692073 h 3506914"/>
                <a:gd name="connsiteX4" fmla="*/ 3028296 w 3844197"/>
                <a:gd name="connsiteY4" fmla="*/ 627955 h 3506914"/>
                <a:gd name="connsiteX5" fmla="*/ 3844197 w 3844197"/>
                <a:gd name="connsiteY5" fmla="*/ 1443856 h 3506914"/>
                <a:gd name="connsiteX6" fmla="*/ 3270920 w 3844197"/>
                <a:gd name="connsiteY6" fmla="*/ 2223076 h 3506914"/>
                <a:gd name="connsiteX7" fmla="*/ 3266940 w 3844197"/>
                <a:gd name="connsiteY7" fmla="*/ 2224100 h 3506914"/>
                <a:gd name="connsiteX8" fmla="*/ 3275797 w 3844197"/>
                <a:gd name="connsiteY8" fmla="*/ 2234835 h 3506914"/>
                <a:gd name="connsiteX9" fmla="*/ 3415140 w 3844197"/>
                <a:gd name="connsiteY9" fmla="*/ 2691013 h 3506914"/>
                <a:gd name="connsiteX10" fmla="*/ 2599239 w 3844197"/>
                <a:gd name="connsiteY10" fmla="*/ 3506914 h 3506914"/>
                <a:gd name="connsiteX11" fmla="*/ 1922681 w 3844197"/>
                <a:gd name="connsiteY11" fmla="*/ 3147191 h 3506914"/>
                <a:gd name="connsiteX12" fmla="*/ 1921882 w 3844197"/>
                <a:gd name="connsiteY12" fmla="*/ 3145720 h 3506914"/>
                <a:gd name="connsiteX13" fmla="*/ 1921084 w 3844197"/>
                <a:gd name="connsiteY13" fmla="*/ 3147191 h 3506914"/>
                <a:gd name="connsiteX14" fmla="*/ 1244526 w 3844197"/>
                <a:gd name="connsiteY14" fmla="*/ 3506914 h 3506914"/>
                <a:gd name="connsiteX15" fmla="*/ 428625 w 3844197"/>
                <a:gd name="connsiteY15" fmla="*/ 2691013 h 3506914"/>
                <a:gd name="connsiteX16" fmla="*/ 567968 w 3844197"/>
                <a:gd name="connsiteY16" fmla="*/ 2234835 h 3506914"/>
                <a:gd name="connsiteX17" fmla="*/ 576901 w 3844197"/>
                <a:gd name="connsiteY17" fmla="*/ 2224008 h 3506914"/>
                <a:gd name="connsiteX18" fmla="*/ 573277 w 3844197"/>
                <a:gd name="connsiteY18" fmla="*/ 2223076 h 3506914"/>
                <a:gd name="connsiteX19" fmla="*/ 0 w 3844197"/>
                <a:gd name="connsiteY19" fmla="*/ 1443856 h 3506914"/>
                <a:gd name="connsiteX20" fmla="*/ 815901 w 3844197"/>
                <a:gd name="connsiteY20" fmla="*/ 627955 h 3506914"/>
                <a:gd name="connsiteX21" fmla="*/ 1058525 w 3844197"/>
                <a:gd name="connsiteY21" fmla="*/ 664636 h 3506914"/>
                <a:gd name="connsiteX22" fmla="*/ 1102646 w 3844197"/>
                <a:gd name="connsiteY22" fmla="*/ 680785 h 3506914"/>
                <a:gd name="connsiteX23" fmla="*/ 1105601 w 3844197"/>
                <a:gd name="connsiteY23" fmla="*/ 651469 h 3506914"/>
                <a:gd name="connsiteX24" fmla="*/ 1904926 w 3844197"/>
                <a:gd name="connsiteY24" fmla="*/ 0 h 350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844197" h="3506914">
                  <a:moveTo>
                    <a:pt x="1904926" y="0"/>
                  </a:moveTo>
                  <a:cubicBezTo>
                    <a:pt x="2299210" y="0"/>
                    <a:pt x="2628171" y="279676"/>
                    <a:pt x="2704251" y="651469"/>
                  </a:cubicBezTo>
                  <a:lnTo>
                    <a:pt x="2708467" y="693290"/>
                  </a:lnTo>
                  <a:lnTo>
                    <a:pt x="2710711" y="692073"/>
                  </a:lnTo>
                  <a:cubicBezTo>
                    <a:pt x="2808324" y="650786"/>
                    <a:pt x="2915644" y="627955"/>
                    <a:pt x="3028296" y="627955"/>
                  </a:cubicBezTo>
                  <a:cubicBezTo>
                    <a:pt x="3478906" y="627955"/>
                    <a:pt x="3844197" y="993246"/>
                    <a:pt x="3844197" y="1443856"/>
                  </a:cubicBezTo>
                  <a:cubicBezTo>
                    <a:pt x="3844197" y="1809977"/>
                    <a:pt x="3603048" y="2119774"/>
                    <a:pt x="3270920" y="2223076"/>
                  </a:cubicBezTo>
                  <a:lnTo>
                    <a:pt x="3266940" y="2224100"/>
                  </a:lnTo>
                  <a:lnTo>
                    <a:pt x="3275797" y="2234835"/>
                  </a:lnTo>
                  <a:cubicBezTo>
                    <a:pt x="3363771" y="2365054"/>
                    <a:pt x="3415140" y="2522034"/>
                    <a:pt x="3415140" y="2691013"/>
                  </a:cubicBezTo>
                  <a:cubicBezTo>
                    <a:pt x="3415140" y="3141623"/>
                    <a:pt x="3049849" y="3506914"/>
                    <a:pt x="2599239" y="3506914"/>
                  </a:cubicBezTo>
                  <a:cubicBezTo>
                    <a:pt x="2317608" y="3506914"/>
                    <a:pt x="2069304" y="3364222"/>
                    <a:pt x="1922681" y="3147191"/>
                  </a:cubicBezTo>
                  <a:lnTo>
                    <a:pt x="1921882" y="3145720"/>
                  </a:lnTo>
                  <a:lnTo>
                    <a:pt x="1921084" y="3147191"/>
                  </a:lnTo>
                  <a:cubicBezTo>
                    <a:pt x="1774461" y="3364222"/>
                    <a:pt x="1526157" y="3506914"/>
                    <a:pt x="1244526" y="3506914"/>
                  </a:cubicBezTo>
                  <a:cubicBezTo>
                    <a:pt x="793916" y="3506914"/>
                    <a:pt x="428625" y="3141623"/>
                    <a:pt x="428625" y="2691013"/>
                  </a:cubicBezTo>
                  <a:cubicBezTo>
                    <a:pt x="428625" y="2522034"/>
                    <a:pt x="479994" y="2365054"/>
                    <a:pt x="567968" y="2234835"/>
                  </a:cubicBezTo>
                  <a:lnTo>
                    <a:pt x="576901" y="2224008"/>
                  </a:lnTo>
                  <a:lnTo>
                    <a:pt x="573277" y="2223076"/>
                  </a:lnTo>
                  <a:cubicBezTo>
                    <a:pt x="241149" y="2119774"/>
                    <a:pt x="0" y="1809977"/>
                    <a:pt x="0" y="1443856"/>
                  </a:cubicBezTo>
                  <a:cubicBezTo>
                    <a:pt x="0" y="993246"/>
                    <a:pt x="365291" y="627955"/>
                    <a:pt x="815901" y="627955"/>
                  </a:cubicBezTo>
                  <a:cubicBezTo>
                    <a:pt x="900390" y="627955"/>
                    <a:pt x="981880" y="640797"/>
                    <a:pt x="1058525" y="664636"/>
                  </a:cubicBezTo>
                  <a:lnTo>
                    <a:pt x="1102646" y="680785"/>
                  </a:lnTo>
                  <a:lnTo>
                    <a:pt x="1105601" y="651469"/>
                  </a:lnTo>
                  <a:cubicBezTo>
                    <a:pt x="1181681" y="279676"/>
                    <a:pt x="1510642" y="0"/>
                    <a:pt x="190492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1" descr="d6245c08-57c3-4861-86ad-9c75b4894547">
              <a:extLst>
                <a:ext uri="{FF2B5EF4-FFF2-40B4-BE49-F238E27FC236}">
                  <a16:creationId xmlns:a16="http://schemas.microsoft.com/office/drawing/2014/main" id="{45D64AAB-1D83-FF9A-695F-423442FB3C0E}"/>
                </a:ext>
              </a:extLst>
            </p:cNvPr>
            <p:cNvGrpSpPr/>
            <p:nvPr/>
          </p:nvGrpSpPr>
          <p:grpSpPr>
            <a:xfrm>
              <a:off x="1512639" y="2517132"/>
              <a:ext cx="2144963" cy="2922682"/>
              <a:chOff x="1512639" y="2517132"/>
              <a:chExt cx="2144963" cy="2922682"/>
            </a:xfrm>
          </p:grpSpPr>
          <p:sp>
            <p:nvSpPr>
              <p:cNvPr id="27" name="Bullet1" descr="6bd60de8-faab-4ea9-adc9-3d4101bbb355">
                <a:extLst>
                  <a:ext uri="{FF2B5EF4-FFF2-40B4-BE49-F238E27FC236}">
                    <a16:creationId xmlns:a16="http://schemas.microsoft.com/office/drawing/2014/main" id="{A3CC90BE-7032-9D81-0C83-1481E7CC08E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12639" y="3230493"/>
                <a:ext cx="2144961" cy="59920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chemeClr val="tx1"/>
                    </a:solidFill>
                  </a:rPr>
                  <a:t>年龄</a:t>
                </a:r>
                <a:endParaRPr lang="en-US" dirty="0"/>
              </a:p>
            </p:txBody>
          </p:sp>
          <p:sp>
            <p:nvSpPr>
              <p:cNvPr id="28" name="Text1" descr="7df71422-e7ba-412c-b42f-a5b71ef1729e">
                <a:extLst>
                  <a:ext uri="{FF2B5EF4-FFF2-40B4-BE49-F238E27FC236}">
                    <a16:creationId xmlns:a16="http://schemas.microsoft.com/office/drawing/2014/main" id="{C26BDE5E-A674-F24A-B48E-96B72A514839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512641" y="3829698"/>
                <a:ext cx="2144961" cy="161011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米格是一个十几岁的少年，正值青春叛逆期，对世界充满了好奇和探索的欲望。</a:t>
                </a:r>
                <a:endParaRPr lang="en-US" dirty="0"/>
              </a:p>
            </p:txBody>
          </p:sp>
          <p:sp>
            <p:nvSpPr>
              <p:cNvPr id="31" name="Number1" descr="88d1055c-c755-4e0d-9dee-72153fe51f5c">
                <a:extLst>
                  <a:ext uri="{FF2B5EF4-FFF2-40B4-BE49-F238E27FC236}">
                    <a16:creationId xmlns:a16="http://schemas.microsoft.com/office/drawing/2014/main" id="{3EA11F6C-B15F-ADB2-4AF2-B9FB122D68C5}"/>
                  </a:ext>
                </a:extLst>
              </p:cNvPr>
              <p:cNvSpPr/>
              <p:nvPr/>
            </p:nvSpPr>
            <p:spPr>
              <a:xfrm>
                <a:off x="1644083" y="2517132"/>
                <a:ext cx="675255" cy="64004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20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" name="组合 2" descr="37c4d738-1862-4204-8467-ebae161fae6d">
              <a:extLst>
                <a:ext uri="{FF2B5EF4-FFF2-40B4-BE49-F238E27FC236}">
                  <a16:creationId xmlns:a16="http://schemas.microsoft.com/office/drawing/2014/main" id="{F5A31321-6F53-DE2B-C09A-C87656C23995}"/>
                </a:ext>
              </a:extLst>
            </p:cNvPr>
            <p:cNvGrpSpPr/>
            <p:nvPr/>
          </p:nvGrpSpPr>
          <p:grpSpPr>
            <a:xfrm>
              <a:off x="3846908" y="2517132"/>
              <a:ext cx="2144963" cy="2922682"/>
              <a:chOff x="3846908" y="2517132"/>
              <a:chExt cx="2144963" cy="2922682"/>
            </a:xfrm>
          </p:grpSpPr>
          <p:sp>
            <p:nvSpPr>
              <p:cNvPr id="22" name="Bullet2" descr="d72fb46c-7011-4830-a201-422274383b19">
                <a:extLst>
                  <a:ext uri="{FF2B5EF4-FFF2-40B4-BE49-F238E27FC236}">
                    <a16:creationId xmlns:a16="http://schemas.microsoft.com/office/drawing/2014/main" id="{E20E9DAC-3621-6B0B-F0B4-71A2DCC5704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846908" y="3230493"/>
                <a:ext cx="2144961" cy="59920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chemeClr val="tx1"/>
                    </a:solidFill>
                  </a:rPr>
                  <a:t>性格</a:t>
                </a:r>
                <a:endParaRPr lang="en-US" dirty="0"/>
              </a:p>
            </p:txBody>
          </p:sp>
          <p:sp>
            <p:nvSpPr>
              <p:cNvPr id="23" name="Text2" descr="66e3a4a7-d0a5-420c-bb10-19d7ef4bcc08">
                <a:extLst>
                  <a:ext uri="{FF2B5EF4-FFF2-40B4-BE49-F238E27FC236}">
                    <a16:creationId xmlns:a16="http://schemas.microsoft.com/office/drawing/2014/main" id="{5938AADD-0958-822E-9B63-CC18D935167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846910" y="3829698"/>
                <a:ext cx="2144961" cy="161011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他勇敢、执着，为了追求音乐梦想，敢于挑战家族的禁令，不怕困难和危险。</a:t>
                </a:r>
                <a:endParaRPr lang="en-US" dirty="0"/>
              </a:p>
            </p:txBody>
          </p:sp>
          <p:sp>
            <p:nvSpPr>
              <p:cNvPr id="26" name="Number2" descr="0c81138f-afbb-44ac-b693-f8ca024c8a72">
                <a:extLst>
                  <a:ext uri="{FF2B5EF4-FFF2-40B4-BE49-F238E27FC236}">
                    <a16:creationId xmlns:a16="http://schemas.microsoft.com/office/drawing/2014/main" id="{EB2DC47E-3D06-C5A3-CAB0-738D547CFB66}"/>
                  </a:ext>
                </a:extLst>
              </p:cNvPr>
              <p:cNvSpPr/>
              <p:nvPr/>
            </p:nvSpPr>
            <p:spPr>
              <a:xfrm>
                <a:off x="3978352" y="2517132"/>
                <a:ext cx="675255" cy="64004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20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" name="组合 4" descr="a9ff5e32-d935-43b9-9fa6-6e5043a04106">
              <a:extLst>
                <a:ext uri="{FF2B5EF4-FFF2-40B4-BE49-F238E27FC236}">
                  <a16:creationId xmlns:a16="http://schemas.microsoft.com/office/drawing/2014/main" id="{D1BD7415-2F33-D65E-7367-C96C8E185646}"/>
                </a:ext>
              </a:extLst>
            </p:cNvPr>
            <p:cNvGrpSpPr/>
            <p:nvPr/>
          </p:nvGrpSpPr>
          <p:grpSpPr>
            <a:xfrm>
              <a:off x="6181177" y="2517132"/>
              <a:ext cx="2144963" cy="2922682"/>
              <a:chOff x="6181177" y="2517132"/>
              <a:chExt cx="2144963" cy="2922682"/>
            </a:xfrm>
          </p:grpSpPr>
          <p:sp>
            <p:nvSpPr>
              <p:cNvPr id="17" name="Bullet3" descr="6657b878-c64c-4471-8a1d-55c7c0a8c316">
                <a:extLst>
                  <a:ext uri="{FF2B5EF4-FFF2-40B4-BE49-F238E27FC236}">
                    <a16:creationId xmlns:a16="http://schemas.microsoft.com/office/drawing/2014/main" id="{F02FDCBD-F854-C735-00D2-BF58D985B9D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81177" y="3230493"/>
                <a:ext cx="2144961" cy="59920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chemeClr val="tx1"/>
                    </a:solidFill>
                  </a:rPr>
                  <a:t>梦想</a:t>
                </a:r>
                <a:endParaRPr lang="en-US" dirty="0"/>
              </a:p>
            </p:txBody>
          </p:sp>
          <p:sp>
            <p:nvSpPr>
              <p:cNvPr id="18" name="Text3" descr="cd24601f-9122-438b-b6ea-565e28d95c4a">
                <a:extLst>
                  <a:ext uri="{FF2B5EF4-FFF2-40B4-BE49-F238E27FC236}">
                    <a16:creationId xmlns:a16="http://schemas.microsoft.com/office/drawing/2014/main" id="{75A73BD3-8BE6-B4EA-306C-90E2CF60BBC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181179" y="3829698"/>
                <a:ext cx="2144961" cy="161011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米格梦想成为一名伟大的音乐家，他相信音乐能改变自己的命运。</a:t>
                </a:r>
                <a:endParaRPr lang="en-US" dirty="0"/>
              </a:p>
            </p:txBody>
          </p:sp>
          <p:sp>
            <p:nvSpPr>
              <p:cNvPr id="21" name="Number3" descr="39d2ce4c-8877-40b5-9bb7-89b246b550c3">
                <a:extLst>
                  <a:ext uri="{FF2B5EF4-FFF2-40B4-BE49-F238E27FC236}">
                    <a16:creationId xmlns:a16="http://schemas.microsoft.com/office/drawing/2014/main" id="{219CF16B-A2E0-90F5-790A-32A5FDFA0602}"/>
                  </a:ext>
                </a:extLst>
              </p:cNvPr>
              <p:cNvSpPr/>
              <p:nvPr/>
            </p:nvSpPr>
            <p:spPr>
              <a:xfrm>
                <a:off x="6312621" y="2517132"/>
                <a:ext cx="675255" cy="64004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rgbClr val="FFFFFF"/>
                    </a:solidFill>
                  </a:rPr>
                  <a:t>03</a:t>
                </a:r>
                <a:endParaRPr lang="zh-CN" altLang="en-US" sz="20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7" name="组合 6" descr="74129f83-5509-465d-8bef-9cf72640adbb">
              <a:extLst>
                <a:ext uri="{FF2B5EF4-FFF2-40B4-BE49-F238E27FC236}">
                  <a16:creationId xmlns:a16="http://schemas.microsoft.com/office/drawing/2014/main" id="{46F3B90E-7134-AB2F-C186-451DBDE986B6}"/>
                </a:ext>
              </a:extLst>
            </p:cNvPr>
            <p:cNvGrpSpPr/>
            <p:nvPr/>
          </p:nvGrpSpPr>
          <p:grpSpPr>
            <a:xfrm>
              <a:off x="8515447" y="2517132"/>
              <a:ext cx="2144963" cy="2922682"/>
              <a:chOff x="8515447" y="2517132"/>
              <a:chExt cx="2144963" cy="2922682"/>
            </a:xfrm>
          </p:grpSpPr>
          <p:sp>
            <p:nvSpPr>
              <p:cNvPr id="11" name="Bullet4" descr="3b2c322c-0809-4d3c-ae17-a329ee773d85">
                <a:extLst>
                  <a:ext uri="{FF2B5EF4-FFF2-40B4-BE49-F238E27FC236}">
                    <a16:creationId xmlns:a16="http://schemas.microsoft.com/office/drawing/2014/main" id="{5068E3A5-0483-C291-B5FB-C2323794E68E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515447" y="3230493"/>
                <a:ext cx="2144961" cy="599204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chemeClr val="tx1"/>
                    </a:solidFill>
                  </a:rPr>
                  <a:t>成长历程</a:t>
                </a:r>
                <a:endParaRPr lang="en-US" dirty="0"/>
              </a:p>
            </p:txBody>
          </p:sp>
          <p:sp>
            <p:nvSpPr>
              <p:cNvPr id="12" name="Text4" descr="0f5c1fd3-6e62-43d8-9842-52d31e4768a5">
                <a:extLst>
                  <a:ext uri="{FF2B5EF4-FFF2-40B4-BE49-F238E27FC236}">
                    <a16:creationId xmlns:a16="http://schemas.microsoft.com/office/drawing/2014/main" id="{72D747DA-BAD8-4F65-AB0C-2EB8CF7CE0E1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8515449" y="3829698"/>
                <a:ext cx="2144961" cy="161011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在亡灵世界的冒险中，米格逐渐成熟，懂得了家庭和梦想的意义，实现了自我成长。</a:t>
                </a:r>
                <a:endParaRPr lang="en-US" dirty="0"/>
              </a:p>
            </p:txBody>
          </p:sp>
          <p:sp>
            <p:nvSpPr>
              <p:cNvPr id="15" name="Number4" descr="1ee833f4-d68a-4b7e-aca1-be2d8f45a964">
                <a:extLst>
                  <a:ext uri="{FF2B5EF4-FFF2-40B4-BE49-F238E27FC236}">
                    <a16:creationId xmlns:a16="http://schemas.microsoft.com/office/drawing/2014/main" id="{FDC31313-B299-922C-4AD8-DC503A61694A}"/>
                  </a:ext>
                </a:extLst>
              </p:cNvPr>
              <p:cNvSpPr/>
              <p:nvPr/>
            </p:nvSpPr>
            <p:spPr>
              <a:xfrm>
                <a:off x="8646891" y="2517132"/>
                <a:ext cx="675255" cy="64004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rgbClr val="FFFFFF"/>
                    </a:solidFill>
                  </a:rPr>
                  <a:t>04</a:t>
                </a:r>
                <a:endParaRPr lang="zh-CN" altLang="en-US" sz="2000" b="1" dirty="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埃克托</a:t>
            </a:r>
            <a:endParaRPr lang="en-US" dirty="0"/>
          </a:p>
        </p:txBody>
      </p:sp>
      <p:grpSp>
        <p:nvGrpSpPr>
          <p:cNvPr id="69" name="4c3fd767-6ac5-4eb7-8167-ed82dac6b6f0.source.4.zh-Hans.pptx" descr="3660d92b-ce70-4005-a3c7-20eae4dd16a7">
            <a:extLst>
              <a:ext uri="{FF2B5EF4-FFF2-40B4-BE49-F238E27FC236}">
                <a16:creationId xmlns:a16="http://schemas.microsoft.com/office/drawing/2014/main" id="{C80B47AC-0E55-5854-C73B-38F0A7A3B596}"/>
              </a:ext>
            </a:extLst>
          </p:cNvPr>
          <p:cNvGrpSpPr/>
          <p:nvPr/>
        </p:nvGrpSpPr>
        <p:grpSpPr>
          <a:xfrm>
            <a:off x="658812" y="1130301"/>
            <a:ext cx="10874376" cy="4768020"/>
            <a:chOff x="658812" y="1130301"/>
            <a:chExt cx="10874376" cy="4768020"/>
          </a:xfrm>
        </p:grpSpPr>
        <p:cxnSp>
          <p:nvCxnSpPr>
            <p:cNvPr id="4" name="直接连接符 3" descr="24364acb-6486-4022-9c0d-4ecd293a7076">
              <a:extLst>
                <a:ext uri="{FF2B5EF4-FFF2-40B4-BE49-F238E27FC236}">
                  <a16:creationId xmlns:a16="http://schemas.microsoft.com/office/drawing/2014/main" id="{AAF8EA63-B343-F090-02FA-06A3B94E2838}"/>
                </a:ext>
              </a:extLst>
            </p:cNvPr>
            <p:cNvCxnSpPr>
              <a:cxnSpLocks/>
            </p:cNvCxnSpPr>
            <p:nvPr/>
          </p:nvCxnSpPr>
          <p:spPr>
            <a:xfrm>
              <a:off x="9969647" y="3991294"/>
              <a:ext cx="0" cy="445323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 descr="b6d5736f-4a25-4fb3-afa0-f85e5a211766">
              <a:extLst>
                <a:ext uri="{FF2B5EF4-FFF2-40B4-BE49-F238E27FC236}">
                  <a16:creationId xmlns:a16="http://schemas.microsoft.com/office/drawing/2014/main" id="{8AC0735C-8F6D-A979-8AA4-D801E59B73C0}"/>
                </a:ext>
              </a:extLst>
            </p:cNvPr>
            <p:cNvCxnSpPr>
              <a:cxnSpLocks/>
            </p:cNvCxnSpPr>
            <p:nvPr/>
          </p:nvCxnSpPr>
          <p:spPr>
            <a:xfrm>
              <a:off x="6089848" y="4031741"/>
              <a:ext cx="0" cy="445323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 descr="2de898e3-57cf-43c9-b1de-72497a71a60b">
              <a:extLst>
                <a:ext uri="{FF2B5EF4-FFF2-40B4-BE49-F238E27FC236}">
                  <a16:creationId xmlns:a16="http://schemas.microsoft.com/office/drawing/2014/main" id="{D7F99C79-8586-117C-4EB8-A130DA33B78E}"/>
                </a:ext>
              </a:extLst>
            </p:cNvPr>
            <p:cNvCxnSpPr>
              <a:cxnSpLocks/>
            </p:cNvCxnSpPr>
            <p:nvPr/>
          </p:nvCxnSpPr>
          <p:spPr>
            <a:xfrm>
              <a:off x="2216441" y="3981770"/>
              <a:ext cx="0" cy="445323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 descr="fad287cb-c6e7-4812-9b10-c4e21be4ad76">
              <a:extLst>
                <a:ext uri="{FF2B5EF4-FFF2-40B4-BE49-F238E27FC236}">
                  <a16:creationId xmlns:a16="http://schemas.microsoft.com/office/drawing/2014/main" id="{B9CBAAF7-F5FB-24D9-3399-EC7788F78B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441" y="3972245"/>
              <a:ext cx="7753206" cy="0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组合 64" descr="6e650805-35da-4a5b-911f-2940a1c7a7f2">
              <a:extLst>
                <a:ext uri="{FF2B5EF4-FFF2-40B4-BE49-F238E27FC236}">
                  <a16:creationId xmlns:a16="http://schemas.microsoft.com/office/drawing/2014/main" id="{5AF5935D-C85F-0ABE-A677-00E7EDD7BC51}"/>
                </a:ext>
              </a:extLst>
            </p:cNvPr>
            <p:cNvGrpSpPr/>
            <p:nvPr/>
          </p:nvGrpSpPr>
          <p:grpSpPr>
            <a:xfrm>
              <a:off x="3605390" y="2519808"/>
              <a:ext cx="4981221" cy="1411733"/>
              <a:chOff x="3605390" y="2519808"/>
              <a:chExt cx="4981221" cy="1411733"/>
            </a:xfrm>
          </p:grpSpPr>
          <p:sp>
            <p:nvSpPr>
              <p:cNvPr id="25" name="Text1" descr="2180b02b-4960-43da-88f5-3f310377728c">
                <a:extLst>
                  <a:ext uri="{FF2B5EF4-FFF2-40B4-BE49-F238E27FC236}">
                    <a16:creationId xmlns:a16="http://schemas.microsoft.com/office/drawing/2014/main" id="{316CDAB0-E527-48DB-42C5-35B599F617CE}"/>
                  </a:ext>
                </a:extLst>
              </p:cNvPr>
              <p:cNvSpPr/>
              <p:nvPr/>
            </p:nvSpPr>
            <p:spPr>
              <a:xfrm>
                <a:off x="3605390" y="2940050"/>
                <a:ext cx="4981221" cy="991491"/>
              </a:xfrm>
              <a:prstGeom prst="round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埃克托是米格的曾曾祖父，一位落魄的乐手，在亡灵世界中过着孤独的生活。</a:t>
                </a:r>
                <a:endParaRPr lang="en-US" dirty="0"/>
              </a:p>
            </p:txBody>
          </p:sp>
          <p:sp>
            <p:nvSpPr>
              <p:cNvPr id="26" name="Bullet1" descr="36b531a6-2fab-448b-8861-80fbeb558a7e">
                <a:extLst>
                  <a:ext uri="{FF2B5EF4-FFF2-40B4-BE49-F238E27FC236}">
                    <a16:creationId xmlns:a16="http://schemas.microsoft.com/office/drawing/2014/main" id="{C73A7918-2237-1210-CA6F-C909B1C996AB}"/>
                  </a:ext>
                </a:extLst>
              </p:cNvPr>
              <p:cNvSpPr/>
              <p:nvPr/>
            </p:nvSpPr>
            <p:spPr>
              <a:xfrm>
                <a:off x="4037075" y="2519808"/>
                <a:ext cx="4117850" cy="492728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r>
                  <a:rPr lang="zh-CN" altLang="en-US" b="1" dirty="0">
                    <a:solidFill>
                      <a:srgbClr val="FFFFFF"/>
                    </a:solidFill>
                  </a:rPr>
                  <a:t>身份</a:t>
                </a:r>
                <a:endParaRPr lang="en-US" dirty="0"/>
              </a:p>
            </p:txBody>
          </p:sp>
        </p:grpSp>
        <p:grpSp>
          <p:nvGrpSpPr>
            <p:cNvPr id="66" name="组合 65" descr="7556e406-7461-43ed-96f1-1961ecbdf46d">
              <a:extLst>
                <a:ext uri="{FF2B5EF4-FFF2-40B4-BE49-F238E27FC236}">
                  <a16:creationId xmlns:a16="http://schemas.microsoft.com/office/drawing/2014/main" id="{C8CDF32A-8FD3-BFFD-88DD-7EC17D64801A}"/>
                </a:ext>
              </a:extLst>
            </p:cNvPr>
            <p:cNvGrpSpPr/>
            <p:nvPr/>
          </p:nvGrpSpPr>
          <p:grpSpPr>
            <a:xfrm>
              <a:off x="1162442" y="4436617"/>
              <a:ext cx="2107998" cy="1411733"/>
              <a:chOff x="1162442" y="4436617"/>
              <a:chExt cx="2107998" cy="1411733"/>
            </a:xfrm>
          </p:grpSpPr>
          <p:sp>
            <p:nvSpPr>
              <p:cNvPr id="23" name="Text2" descr="5c5d96c0-4f0c-4ca9-a1fe-935aac827739">
                <a:extLst>
                  <a:ext uri="{FF2B5EF4-FFF2-40B4-BE49-F238E27FC236}">
                    <a16:creationId xmlns:a16="http://schemas.microsoft.com/office/drawing/2014/main" id="{DB4CECB5-59E1-ABE5-62A9-CA2D542E7074}"/>
                  </a:ext>
                </a:extLst>
              </p:cNvPr>
              <p:cNvSpPr/>
              <p:nvPr/>
            </p:nvSpPr>
            <p:spPr>
              <a:xfrm>
                <a:off x="1162442" y="4856859"/>
                <a:ext cx="2107998" cy="991491"/>
              </a:xfrm>
              <a:prstGeom prst="roundRect">
                <a:avLst/>
              </a:prstGeom>
              <a:solidFill>
                <a:schemeClr val="accent3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他曾被朋友德拉库斯陷害，失去了自己的音乐和生命，一直在寻找回家的机会。</a:t>
                </a:r>
                <a:endParaRPr lang="en-US" dirty="0"/>
              </a:p>
            </p:txBody>
          </p:sp>
          <p:sp>
            <p:nvSpPr>
              <p:cNvPr id="24" name="Bullet2" descr="283501ef-39db-4984-9bbd-1afb2e436635">
                <a:extLst>
                  <a:ext uri="{FF2B5EF4-FFF2-40B4-BE49-F238E27FC236}">
                    <a16:creationId xmlns:a16="http://schemas.microsoft.com/office/drawing/2014/main" id="{F7065C23-74DD-C904-1319-4A6C35E88AAA}"/>
                  </a:ext>
                </a:extLst>
              </p:cNvPr>
              <p:cNvSpPr/>
              <p:nvPr/>
            </p:nvSpPr>
            <p:spPr>
              <a:xfrm>
                <a:off x="1345126" y="4436617"/>
                <a:ext cx="1742630" cy="492728"/>
              </a:xfrm>
              <a:prstGeom prst="roundRect">
                <a:avLst>
                  <a:gd name="adj" fmla="val 20000"/>
                </a:avLst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rmAutofit fontScale="85000" lnSpcReduction="10000"/>
              </a:bodyPr>
              <a:lstStyle/>
              <a:p>
                <a:pPr algn="ctr" defTabSz="914354"/>
                <a:r>
                  <a:rPr lang="zh-CN" altLang="en-US" b="1" dirty="0">
                    <a:solidFill>
                      <a:srgbClr val="FFFFFF"/>
                    </a:solidFill>
                  </a:rPr>
                  <a:t>经历</a:t>
                </a:r>
                <a:endParaRPr lang="en-US" dirty="0"/>
              </a:p>
            </p:txBody>
          </p:sp>
        </p:grpSp>
        <p:grpSp>
          <p:nvGrpSpPr>
            <p:cNvPr id="67" name="组合 66" descr="c7414e59-fd54-4754-aeca-5b29a37ad7ae">
              <a:extLst>
                <a:ext uri="{FF2B5EF4-FFF2-40B4-BE49-F238E27FC236}">
                  <a16:creationId xmlns:a16="http://schemas.microsoft.com/office/drawing/2014/main" id="{27F7381A-701C-952D-F04D-E2FF0173DAE3}"/>
                </a:ext>
              </a:extLst>
            </p:cNvPr>
            <p:cNvGrpSpPr/>
            <p:nvPr/>
          </p:nvGrpSpPr>
          <p:grpSpPr>
            <a:xfrm>
              <a:off x="5035849" y="4486588"/>
              <a:ext cx="2107998" cy="1411733"/>
              <a:chOff x="5035849" y="4486588"/>
              <a:chExt cx="2107998" cy="1411733"/>
            </a:xfrm>
          </p:grpSpPr>
          <p:sp>
            <p:nvSpPr>
              <p:cNvPr id="19" name="Text3" descr="62f72df4-374a-4021-af8c-8f965258df23">
                <a:extLst>
                  <a:ext uri="{FF2B5EF4-FFF2-40B4-BE49-F238E27FC236}">
                    <a16:creationId xmlns:a16="http://schemas.microsoft.com/office/drawing/2014/main" id="{7A95B032-4314-D71F-204E-A6272E937F51}"/>
                  </a:ext>
                </a:extLst>
              </p:cNvPr>
              <p:cNvSpPr/>
              <p:nvPr/>
            </p:nvSpPr>
            <p:spPr>
              <a:xfrm>
                <a:off x="5035849" y="4906830"/>
                <a:ext cx="2107998" cy="991491"/>
              </a:xfrm>
              <a:prstGeom prst="roundRect">
                <a:avLst/>
              </a:prstGeom>
              <a:solidFill>
                <a:schemeClr val="accent3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埃克托善良、乐观，即使身处困境，也始终保持着对生活的热爱和对家人的思念。</a:t>
                </a:r>
                <a:endParaRPr lang="en-US" dirty="0"/>
              </a:p>
            </p:txBody>
          </p:sp>
          <p:sp>
            <p:nvSpPr>
              <p:cNvPr id="20" name="Bullet3" descr="1620b901-84cb-46b8-a5e9-f36d31b74922">
                <a:extLst>
                  <a:ext uri="{FF2B5EF4-FFF2-40B4-BE49-F238E27FC236}">
                    <a16:creationId xmlns:a16="http://schemas.microsoft.com/office/drawing/2014/main" id="{89BB3D46-2791-8311-23E9-38458159BB84}"/>
                  </a:ext>
                </a:extLst>
              </p:cNvPr>
              <p:cNvSpPr/>
              <p:nvPr/>
            </p:nvSpPr>
            <p:spPr>
              <a:xfrm>
                <a:off x="5218533" y="4486588"/>
                <a:ext cx="1742630" cy="492728"/>
              </a:xfrm>
              <a:prstGeom prst="roundRect">
                <a:avLst>
                  <a:gd name="adj" fmla="val 20000"/>
                </a:avLst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rmAutofit fontScale="85000" lnSpcReduction="10000"/>
              </a:bodyPr>
              <a:lstStyle/>
              <a:p>
                <a:pPr algn="ctr" defTabSz="914354"/>
                <a:r>
                  <a:rPr lang="zh-CN" altLang="en-US" b="1" dirty="0">
                    <a:solidFill>
                      <a:srgbClr val="FFFFFF"/>
                    </a:solidFill>
                  </a:rPr>
                  <a:t>性格特点</a:t>
                </a:r>
                <a:endParaRPr lang="en-US" dirty="0"/>
              </a:p>
            </p:txBody>
          </p:sp>
        </p:grpSp>
        <p:grpSp>
          <p:nvGrpSpPr>
            <p:cNvPr id="68" name="组合 67" descr="7c52dec2-dab8-40cd-89fe-974bd76dcbb7">
              <a:extLst>
                <a:ext uri="{FF2B5EF4-FFF2-40B4-BE49-F238E27FC236}">
                  <a16:creationId xmlns:a16="http://schemas.microsoft.com/office/drawing/2014/main" id="{957421FE-C393-53C0-3544-AE3376020D73}"/>
                </a:ext>
              </a:extLst>
            </p:cNvPr>
            <p:cNvGrpSpPr/>
            <p:nvPr/>
          </p:nvGrpSpPr>
          <p:grpSpPr>
            <a:xfrm>
              <a:off x="8915648" y="4446141"/>
              <a:ext cx="2107998" cy="1411733"/>
              <a:chOff x="8915648" y="4446141"/>
              <a:chExt cx="2107998" cy="1411733"/>
            </a:xfrm>
          </p:grpSpPr>
          <p:sp>
            <p:nvSpPr>
              <p:cNvPr id="17" name="Text4" descr="99f51eb4-b104-4778-a40f-3a55b0ffdcd3">
                <a:extLst>
                  <a:ext uri="{FF2B5EF4-FFF2-40B4-BE49-F238E27FC236}">
                    <a16:creationId xmlns:a16="http://schemas.microsoft.com/office/drawing/2014/main" id="{9AC2BE15-B4E1-F30D-7176-B07329D0268D}"/>
                  </a:ext>
                </a:extLst>
              </p:cNvPr>
              <p:cNvSpPr/>
              <p:nvPr/>
            </p:nvSpPr>
            <p:spPr>
              <a:xfrm>
                <a:off x="8915648" y="4866383"/>
                <a:ext cx="2107998" cy="991491"/>
              </a:xfrm>
              <a:prstGeom prst="roundRect">
                <a:avLst/>
              </a:prstGeom>
              <a:solidFill>
                <a:schemeClr val="accent3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他与米格一起冒险，帮助米格找到了家族的真相，两人建立了深厚的友谊。</a:t>
                </a:r>
                <a:endParaRPr lang="en-US" dirty="0"/>
              </a:p>
            </p:txBody>
          </p:sp>
          <p:sp>
            <p:nvSpPr>
              <p:cNvPr id="18" name="Bullet4" descr="baf773a2-df24-4c0e-b8f7-fc90164bfb96">
                <a:extLst>
                  <a:ext uri="{FF2B5EF4-FFF2-40B4-BE49-F238E27FC236}">
                    <a16:creationId xmlns:a16="http://schemas.microsoft.com/office/drawing/2014/main" id="{C48DE932-E67C-09ED-CFFC-7D514FC8A72F}"/>
                  </a:ext>
                </a:extLst>
              </p:cNvPr>
              <p:cNvSpPr/>
              <p:nvPr/>
            </p:nvSpPr>
            <p:spPr>
              <a:xfrm>
                <a:off x="9098332" y="4446141"/>
                <a:ext cx="1742630" cy="492728"/>
              </a:xfrm>
              <a:prstGeom prst="roundRect">
                <a:avLst>
                  <a:gd name="adj" fmla="val 20000"/>
                </a:avLst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rmAutofit fontScale="85000" lnSpcReduction="10000"/>
              </a:bodyPr>
              <a:lstStyle/>
              <a:p>
                <a:pPr algn="ctr" defTabSz="914354"/>
                <a:r>
                  <a:rPr lang="zh-CN" altLang="en-US" b="1" dirty="0">
                    <a:solidFill>
                      <a:srgbClr val="FFFFFF"/>
                    </a:solidFill>
                  </a:rPr>
                  <a:t>与米格的关系</a:t>
                </a:r>
                <a:endParaRPr lang="en-US" dirty="0"/>
              </a:p>
            </p:txBody>
          </p:sp>
        </p:grpSp>
        <p:sp>
          <p:nvSpPr>
            <p:cNvPr id="16" name="Title" descr="69f69961-fad4-47dc-a058-30b8d8490609">
              <a:extLst>
                <a:ext uri="{FF2B5EF4-FFF2-40B4-BE49-F238E27FC236}">
                  <a16:creationId xmlns:a16="http://schemas.microsoft.com/office/drawing/2014/main" id="{A9056E28-B7EA-EA99-E658-2CC4CE7D85F2}"/>
                </a:ext>
              </a:extLst>
            </p:cNvPr>
            <p:cNvSpPr txBox="1"/>
            <p:nvPr/>
          </p:nvSpPr>
          <p:spPr>
            <a:xfrm>
              <a:off x="658812" y="1130301"/>
              <a:ext cx="10874376" cy="1229936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落魄却善良的乐手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德拉库斯</a:t>
            </a:r>
            <a:endParaRPr lang="en-US" dirty="0"/>
          </a:p>
        </p:txBody>
      </p:sp>
      <p:grpSp>
        <p:nvGrpSpPr>
          <p:cNvPr id="46" name="232fe6d6-181c-4b0f-b38d-91c730bfdb14.source.4.zh-Hans.pptx" descr="cb520fd1-1fc4-4d49-8381-c93c9991ee47">
            <a:extLst>
              <a:ext uri="{FF2B5EF4-FFF2-40B4-BE49-F238E27FC236}">
                <a16:creationId xmlns:a16="http://schemas.microsoft.com/office/drawing/2014/main" id="{712F8976-C9CD-2C35-A2E2-B68B825524DB}"/>
              </a:ext>
            </a:extLst>
          </p:cNvPr>
          <p:cNvGrpSpPr/>
          <p:nvPr/>
        </p:nvGrpSpPr>
        <p:grpSpPr>
          <a:xfrm>
            <a:off x="669924" y="1422400"/>
            <a:ext cx="10850564" cy="4721223"/>
            <a:chOff x="669924" y="1422400"/>
            <a:chExt cx="10850564" cy="4721223"/>
          </a:xfrm>
        </p:grpSpPr>
        <p:sp>
          <p:nvSpPr>
            <p:cNvPr id="3" name="Title" descr="73a5737c-93fd-4574-a6ad-9e938806939b">
              <a:extLst>
                <a:ext uri="{FF2B5EF4-FFF2-40B4-BE49-F238E27FC236}">
                  <a16:creationId xmlns:a16="http://schemas.microsoft.com/office/drawing/2014/main" id="{4D681EEA-E2AE-4E4F-8E5E-6E10BA2147FC}"/>
                </a:ext>
              </a:extLst>
            </p:cNvPr>
            <p:cNvSpPr/>
            <p:nvPr/>
          </p:nvSpPr>
          <p:spPr bwMode="auto">
            <a:xfrm>
              <a:off x="1106311" y="1422400"/>
              <a:ext cx="9979378" cy="809063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 anchorCtr="1">
              <a:norm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阴险狡诈的野心家</a:t>
              </a:r>
              <a:endParaRPr lang="en-US" dirty="0"/>
            </a:p>
          </p:txBody>
        </p:sp>
        <p:cxnSp>
          <p:nvCxnSpPr>
            <p:cNvPr id="8" name="íṣlîḑê" descr="61117186-70f4-4e59-8e48-2db8fe4bcf2a">
              <a:extLst>
                <a:ext uri="{FF2B5EF4-FFF2-40B4-BE49-F238E27FC236}">
                  <a16:creationId xmlns:a16="http://schemas.microsoft.com/office/drawing/2014/main" id="{D5710168-CF00-4964-BA41-13BB14ED30D6}"/>
                </a:ext>
              </a:extLst>
            </p:cNvPr>
            <p:cNvCxnSpPr>
              <a:cxnSpLocks/>
              <a:stCxn id="3" idx="2"/>
              <a:endCxn id="4" idx="0"/>
            </p:cNvCxnSpPr>
            <p:nvPr/>
          </p:nvCxnSpPr>
          <p:spPr>
            <a:xfrm rot="5400000">
              <a:off x="3708100" y="473665"/>
              <a:ext cx="630102" cy="4145698"/>
            </a:xfrm>
            <a:prstGeom prst="bentConnector3">
              <a:avLst/>
            </a:prstGeom>
            <a:ln w="3175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î$lïḑe" descr="2ed81576-503c-4958-b127-1eacb00f07f0">
              <a:extLst>
                <a:ext uri="{FF2B5EF4-FFF2-40B4-BE49-F238E27FC236}">
                  <a16:creationId xmlns:a16="http://schemas.microsoft.com/office/drawing/2014/main" id="{EEF58D6F-3606-4919-AE15-772C62B26D2D}"/>
                </a:ext>
              </a:extLst>
            </p:cNvPr>
            <p:cNvCxnSpPr>
              <a:cxnSpLocks/>
              <a:stCxn id="3" idx="2"/>
              <a:endCxn id="5" idx="0"/>
            </p:cNvCxnSpPr>
            <p:nvPr/>
          </p:nvCxnSpPr>
          <p:spPr>
            <a:xfrm rot="5400000">
              <a:off x="5089735" y="1855300"/>
              <a:ext cx="630102" cy="1382428"/>
            </a:xfrm>
            <a:prstGeom prst="bentConnector3">
              <a:avLst/>
            </a:prstGeom>
            <a:ln w="3175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iS1íḋé" descr="1f2138ad-a7f5-447e-87e5-40550b912f27">
              <a:extLst>
                <a:ext uri="{FF2B5EF4-FFF2-40B4-BE49-F238E27FC236}">
                  <a16:creationId xmlns:a16="http://schemas.microsoft.com/office/drawing/2014/main" id="{6921EEF1-CECB-411E-A5FB-018D29B9EDCE}"/>
                </a:ext>
              </a:extLst>
            </p:cNvPr>
            <p:cNvCxnSpPr>
              <a:cxnSpLocks/>
              <a:stCxn id="3" idx="2"/>
              <a:endCxn id="6" idx="0"/>
            </p:cNvCxnSpPr>
            <p:nvPr/>
          </p:nvCxnSpPr>
          <p:spPr>
            <a:xfrm rot="16200000" flipH="1">
              <a:off x="6471369" y="1856093"/>
              <a:ext cx="630102" cy="1380841"/>
            </a:xfrm>
            <a:prstGeom prst="bentConnector3">
              <a:avLst/>
            </a:prstGeom>
            <a:ln w="3175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iṩļîḍè" descr="4ab9ecd0-bc35-4fe2-8faa-77c9219f1516">
              <a:extLst>
                <a:ext uri="{FF2B5EF4-FFF2-40B4-BE49-F238E27FC236}">
                  <a16:creationId xmlns:a16="http://schemas.microsoft.com/office/drawing/2014/main" id="{29949BB6-EFF7-4B6F-8057-A0F294CD7327}"/>
                </a:ext>
              </a:extLst>
            </p:cNvPr>
            <p:cNvCxnSpPr>
              <a:cxnSpLocks/>
              <a:stCxn id="3" idx="2"/>
              <a:endCxn id="7" idx="0"/>
            </p:cNvCxnSpPr>
            <p:nvPr/>
          </p:nvCxnSpPr>
          <p:spPr>
            <a:xfrm rot="16200000" flipH="1">
              <a:off x="7853004" y="474458"/>
              <a:ext cx="630102" cy="4144111"/>
            </a:xfrm>
            <a:prstGeom prst="bentConnector3">
              <a:avLst/>
            </a:prstGeom>
            <a:ln w="3175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ïṩlïde" descr="00a75689-e1af-4493-b929-66c8319ab9f7">
              <a:extLst>
                <a:ext uri="{FF2B5EF4-FFF2-40B4-BE49-F238E27FC236}">
                  <a16:creationId xmlns:a16="http://schemas.microsoft.com/office/drawing/2014/main" id="{35939A4D-56EC-44ED-89A0-699E6B8EE237}"/>
                </a:ext>
              </a:extLst>
            </p:cNvPr>
            <p:cNvCxnSpPr>
              <a:cxnSpLocks/>
              <a:stCxn id="4" idx="2"/>
              <a:endCxn id="12" idx="0"/>
            </p:cNvCxnSpPr>
            <p:nvPr/>
          </p:nvCxnSpPr>
          <p:spPr>
            <a:xfrm>
              <a:off x="1950302" y="3429000"/>
              <a:ext cx="0" cy="245985"/>
            </a:xfrm>
            <a:prstGeom prst="line">
              <a:avLst/>
            </a:prstGeom>
            <a:ln w="3175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ïŝ1ïḋe" descr="9c55e2ed-146e-41f4-a023-1e6e454f5d06">
              <a:extLst>
                <a:ext uri="{FF2B5EF4-FFF2-40B4-BE49-F238E27FC236}">
                  <a16:creationId xmlns:a16="http://schemas.microsoft.com/office/drawing/2014/main" id="{043669BA-25C9-4525-B423-25007565C85D}"/>
                </a:ext>
              </a:extLst>
            </p:cNvPr>
            <p:cNvCxnSpPr>
              <a:cxnSpLocks/>
              <a:stCxn id="5" idx="2"/>
              <a:endCxn id="13" idx="0"/>
            </p:cNvCxnSpPr>
            <p:nvPr/>
          </p:nvCxnSpPr>
          <p:spPr>
            <a:xfrm flipH="1">
              <a:off x="4713571" y="3429000"/>
              <a:ext cx="1" cy="245985"/>
            </a:xfrm>
            <a:prstGeom prst="line">
              <a:avLst/>
            </a:prstGeom>
            <a:ln w="3175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îṡľiḋe" descr="5a25fe72-e6e1-47c6-a936-c85ea07e79b8">
              <a:extLst>
                <a:ext uri="{FF2B5EF4-FFF2-40B4-BE49-F238E27FC236}">
                  <a16:creationId xmlns:a16="http://schemas.microsoft.com/office/drawing/2014/main" id="{6912F16D-2793-45EB-886F-B30649688D9F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7476839" y="3429000"/>
              <a:ext cx="2" cy="245984"/>
            </a:xfrm>
            <a:prstGeom prst="line">
              <a:avLst/>
            </a:prstGeom>
            <a:ln w="3175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íṧľiḋé" descr="b4a4e408-39fa-4333-8d20-b3ea2c52db5c">
              <a:extLst>
                <a:ext uri="{FF2B5EF4-FFF2-40B4-BE49-F238E27FC236}">
                  <a16:creationId xmlns:a16="http://schemas.microsoft.com/office/drawing/2014/main" id="{5984ACC6-E9F7-40E1-BCE5-C16981EF9769}"/>
                </a:ext>
              </a:extLst>
            </p:cNvPr>
            <p:cNvCxnSpPr>
              <a:cxnSpLocks/>
              <a:stCxn id="7" idx="2"/>
              <a:endCxn id="15" idx="0"/>
            </p:cNvCxnSpPr>
            <p:nvPr/>
          </p:nvCxnSpPr>
          <p:spPr>
            <a:xfrm flipH="1">
              <a:off x="10240109" y="3429000"/>
              <a:ext cx="2" cy="245985"/>
            </a:xfrm>
            <a:prstGeom prst="line">
              <a:avLst/>
            </a:prstGeom>
            <a:ln w="3175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41" descr="4ff8adac-9674-4021-94d6-44b18b23bc7f">
              <a:extLst>
                <a:ext uri="{FF2B5EF4-FFF2-40B4-BE49-F238E27FC236}">
                  <a16:creationId xmlns:a16="http://schemas.microsoft.com/office/drawing/2014/main" id="{89C4F5F8-C872-ACD4-BD67-08DC1FC800E8}"/>
                </a:ext>
              </a:extLst>
            </p:cNvPr>
            <p:cNvGrpSpPr/>
            <p:nvPr/>
          </p:nvGrpSpPr>
          <p:grpSpPr>
            <a:xfrm>
              <a:off x="669924" y="2861565"/>
              <a:ext cx="2560755" cy="3282058"/>
              <a:chOff x="669924" y="2861565"/>
              <a:chExt cx="2560755" cy="3282058"/>
            </a:xfrm>
          </p:grpSpPr>
          <p:sp>
            <p:nvSpPr>
              <p:cNvPr id="4" name="Bullet1" descr="a2ee6910-06db-44df-b575-3c62eebc50b5">
                <a:extLst>
                  <a:ext uri="{FF2B5EF4-FFF2-40B4-BE49-F238E27FC236}">
                    <a16:creationId xmlns:a16="http://schemas.microsoft.com/office/drawing/2014/main" id="{28BCE1AB-142A-41A4-B89D-A579F16B0F56}"/>
                  </a:ext>
                </a:extLst>
              </p:cNvPr>
              <p:cNvSpPr/>
              <p:nvPr/>
            </p:nvSpPr>
            <p:spPr bwMode="auto">
              <a:xfrm>
                <a:off x="669924" y="2861565"/>
                <a:ext cx="2560755" cy="567435"/>
              </a:xfrm>
              <a:prstGeom prst="rect">
                <a:avLst/>
              </a:prstGeom>
              <a:noFill/>
              <a:ln w="3175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b="1" dirty="0">
                    <a:solidFill>
                      <a:schemeClr val="tx1"/>
                    </a:solidFill>
                  </a:rPr>
                  <a:t>身份</a:t>
                </a:r>
                <a:endParaRPr lang="en-US" dirty="0"/>
              </a:p>
            </p:txBody>
          </p:sp>
          <p:sp>
            <p:nvSpPr>
              <p:cNvPr id="12" name="Text1" descr="e3fa69ee-167c-42ea-b13d-2554b0b6c281">
                <a:extLst>
                  <a:ext uri="{FF2B5EF4-FFF2-40B4-BE49-F238E27FC236}">
                    <a16:creationId xmlns:a16="http://schemas.microsoft.com/office/drawing/2014/main" id="{0BC9CAF6-96B0-4B08-B7EB-6BB060D150DF}"/>
                  </a:ext>
                </a:extLst>
              </p:cNvPr>
              <p:cNvSpPr/>
              <p:nvPr/>
            </p:nvSpPr>
            <p:spPr bwMode="auto">
              <a:xfrm>
                <a:off x="669924" y="3674985"/>
                <a:ext cx="2560755" cy="2468638"/>
              </a:xfrm>
              <a:prstGeom prst="rect">
                <a:avLst/>
              </a:prstGeom>
              <a:noFill/>
              <a:ln w="3175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t" anchorCtr="1">
                <a:normAutofit/>
              </a:bodyPr>
              <a:lstStyle/>
              <a:p>
                <a:pPr marL="144000" indent="-144000" algn="ctr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200" dirty="0" err="1">
                    <a:solidFill>
                      <a:schemeClr val="tx1"/>
                    </a:solidFill>
                  </a:rPr>
                  <a:t>德拉库斯是当时著名的音乐家，表面上风光无限，实际上却是一个阴险狡诈的野心家。</a:t>
                </a:r>
                <a:endParaRPr lang="en-US" dirty="0"/>
              </a:p>
            </p:txBody>
          </p:sp>
        </p:grpSp>
        <p:grpSp>
          <p:nvGrpSpPr>
            <p:cNvPr id="43" name="组合 42" descr="24f3cf7a-f16e-485b-9be1-48efff4ce1b0">
              <a:extLst>
                <a:ext uri="{FF2B5EF4-FFF2-40B4-BE49-F238E27FC236}">
                  <a16:creationId xmlns:a16="http://schemas.microsoft.com/office/drawing/2014/main" id="{329F99FB-F8E1-ACDF-6E02-601A60C6ACB1}"/>
                </a:ext>
              </a:extLst>
            </p:cNvPr>
            <p:cNvGrpSpPr/>
            <p:nvPr/>
          </p:nvGrpSpPr>
          <p:grpSpPr>
            <a:xfrm>
              <a:off x="3433193" y="2861565"/>
              <a:ext cx="2560756" cy="3282058"/>
              <a:chOff x="3433193" y="2861565"/>
              <a:chExt cx="2560756" cy="3282058"/>
            </a:xfrm>
          </p:grpSpPr>
          <p:sp>
            <p:nvSpPr>
              <p:cNvPr id="5" name="Bullet2" descr="fcd4fc2a-1587-484a-9812-221b40f35aed">
                <a:extLst>
                  <a:ext uri="{FF2B5EF4-FFF2-40B4-BE49-F238E27FC236}">
                    <a16:creationId xmlns:a16="http://schemas.microsoft.com/office/drawing/2014/main" id="{9F44A039-AEF3-4846-A9EE-EC3EEE7A8B24}"/>
                  </a:ext>
                </a:extLst>
              </p:cNvPr>
              <p:cNvSpPr/>
              <p:nvPr/>
            </p:nvSpPr>
            <p:spPr bwMode="auto">
              <a:xfrm>
                <a:off x="3433194" y="2861565"/>
                <a:ext cx="2560755" cy="567435"/>
              </a:xfrm>
              <a:prstGeom prst="rect">
                <a:avLst/>
              </a:prstGeom>
              <a:noFill/>
              <a:ln w="3175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b="1" dirty="0">
                    <a:solidFill>
                      <a:schemeClr val="tx1"/>
                    </a:solidFill>
                  </a:rPr>
                  <a:t>性格</a:t>
                </a:r>
                <a:endParaRPr lang="en-US" dirty="0"/>
              </a:p>
            </p:txBody>
          </p:sp>
          <p:sp>
            <p:nvSpPr>
              <p:cNvPr id="13" name="Text2" descr="b714d1a1-6b0f-452f-9d5d-c787d757dde5">
                <a:extLst>
                  <a:ext uri="{FF2B5EF4-FFF2-40B4-BE49-F238E27FC236}">
                    <a16:creationId xmlns:a16="http://schemas.microsoft.com/office/drawing/2014/main" id="{C8B0EC36-0499-4B89-A008-FCBEB5494D01}"/>
                  </a:ext>
                </a:extLst>
              </p:cNvPr>
              <p:cNvSpPr/>
              <p:nvPr/>
            </p:nvSpPr>
            <p:spPr bwMode="auto">
              <a:xfrm>
                <a:off x="3433193" y="3674985"/>
                <a:ext cx="2560755" cy="2468638"/>
              </a:xfrm>
              <a:prstGeom prst="rect">
                <a:avLst/>
              </a:prstGeom>
              <a:noFill/>
              <a:ln w="3175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t" anchorCtr="1">
                <a:normAutofit/>
              </a:bodyPr>
              <a:lstStyle/>
              <a:p>
                <a:pPr marL="144000" indent="-144000" algn="ctr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他自私、贪婪，为了名利不择手段，甚至不惜杀害自己的朋友。</a:t>
                </a:r>
                <a:endParaRPr lang="en-US" dirty="0"/>
              </a:p>
            </p:txBody>
          </p:sp>
        </p:grpSp>
        <p:grpSp>
          <p:nvGrpSpPr>
            <p:cNvPr id="44" name="组合 43" descr="814b6249-b9ef-4d23-85dc-07f77e9efd32">
              <a:extLst>
                <a:ext uri="{FF2B5EF4-FFF2-40B4-BE49-F238E27FC236}">
                  <a16:creationId xmlns:a16="http://schemas.microsoft.com/office/drawing/2014/main" id="{BF0ADE83-B44A-EFAC-5AA2-338FFBA07A4E}"/>
                </a:ext>
              </a:extLst>
            </p:cNvPr>
            <p:cNvGrpSpPr/>
            <p:nvPr/>
          </p:nvGrpSpPr>
          <p:grpSpPr>
            <a:xfrm>
              <a:off x="6196462" y="2861565"/>
              <a:ext cx="2560756" cy="3282058"/>
              <a:chOff x="6196462" y="2861565"/>
              <a:chExt cx="2560756" cy="3282058"/>
            </a:xfrm>
          </p:grpSpPr>
          <p:sp>
            <p:nvSpPr>
              <p:cNvPr id="6" name="Bullet3" descr="21759beb-569b-4f1c-a4fe-590058a5853c">
                <a:extLst>
                  <a:ext uri="{FF2B5EF4-FFF2-40B4-BE49-F238E27FC236}">
                    <a16:creationId xmlns:a16="http://schemas.microsoft.com/office/drawing/2014/main" id="{DBD069CC-A148-4510-82C6-38F5D20551BA}"/>
                  </a:ext>
                </a:extLst>
              </p:cNvPr>
              <p:cNvSpPr/>
              <p:nvPr/>
            </p:nvSpPr>
            <p:spPr bwMode="auto">
              <a:xfrm>
                <a:off x="6196463" y="2861565"/>
                <a:ext cx="2560755" cy="567435"/>
              </a:xfrm>
              <a:prstGeom prst="rect">
                <a:avLst/>
              </a:prstGeom>
              <a:noFill/>
              <a:ln w="3175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b="1" dirty="0">
                    <a:solidFill>
                      <a:schemeClr val="tx1"/>
                    </a:solidFill>
                  </a:rPr>
                  <a:t>罪行</a:t>
                </a:r>
                <a:endParaRPr lang="en-US" dirty="0"/>
              </a:p>
            </p:txBody>
          </p:sp>
          <p:sp>
            <p:nvSpPr>
              <p:cNvPr id="14" name="Text3" descr="5bbe780a-16d8-4520-bd9c-917835f4a964">
                <a:extLst>
                  <a:ext uri="{FF2B5EF4-FFF2-40B4-BE49-F238E27FC236}">
                    <a16:creationId xmlns:a16="http://schemas.microsoft.com/office/drawing/2014/main" id="{BE0180F4-BC29-4C02-8719-F4EEF9322AD8}"/>
                  </a:ext>
                </a:extLst>
              </p:cNvPr>
              <p:cNvSpPr/>
              <p:nvPr/>
            </p:nvSpPr>
            <p:spPr bwMode="auto">
              <a:xfrm>
                <a:off x="6196462" y="3674985"/>
                <a:ext cx="2560755" cy="2468638"/>
              </a:xfrm>
              <a:prstGeom prst="rect">
                <a:avLst/>
              </a:prstGeom>
              <a:noFill/>
              <a:ln w="3175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t" anchorCtr="1">
                <a:normAutofit/>
              </a:bodyPr>
              <a:lstStyle/>
              <a:p>
                <a:pPr marL="144000" indent="-144000" algn="ctr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德拉库斯偷走了埃克托的音乐，并将其据为己有，还设计杀害了埃克托。</a:t>
                </a:r>
                <a:endParaRPr lang="en-US" dirty="0"/>
              </a:p>
            </p:txBody>
          </p:sp>
        </p:grpSp>
        <p:grpSp>
          <p:nvGrpSpPr>
            <p:cNvPr id="45" name="组合 44" descr="4233ce3b-ced8-481c-ae6c-180dc6d91886">
              <a:extLst>
                <a:ext uri="{FF2B5EF4-FFF2-40B4-BE49-F238E27FC236}">
                  <a16:creationId xmlns:a16="http://schemas.microsoft.com/office/drawing/2014/main" id="{04652717-6666-5952-176E-69222F1606CD}"/>
                </a:ext>
              </a:extLst>
            </p:cNvPr>
            <p:cNvGrpSpPr/>
            <p:nvPr/>
          </p:nvGrpSpPr>
          <p:grpSpPr>
            <a:xfrm>
              <a:off x="8959731" y="2861565"/>
              <a:ext cx="2560757" cy="3282058"/>
              <a:chOff x="8959731" y="2861565"/>
              <a:chExt cx="2560757" cy="3282058"/>
            </a:xfrm>
          </p:grpSpPr>
          <p:sp>
            <p:nvSpPr>
              <p:cNvPr id="7" name="Bullet4" descr="962c54fb-7d50-412d-88f6-15680cb7c0d7">
                <a:extLst>
                  <a:ext uri="{FF2B5EF4-FFF2-40B4-BE49-F238E27FC236}">
                    <a16:creationId xmlns:a16="http://schemas.microsoft.com/office/drawing/2014/main" id="{E976BDC9-E324-485A-953C-2AD93D718B29}"/>
                  </a:ext>
                </a:extLst>
              </p:cNvPr>
              <p:cNvSpPr/>
              <p:nvPr/>
            </p:nvSpPr>
            <p:spPr bwMode="auto">
              <a:xfrm>
                <a:off x="8959733" y="2861565"/>
                <a:ext cx="2560755" cy="567435"/>
              </a:xfrm>
              <a:prstGeom prst="rect">
                <a:avLst/>
              </a:prstGeom>
              <a:noFill/>
              <a:ln w="3175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b="1" dirty="0">
                    <a:solidFill>
                      <a:schemeClr val="tx1"/>
                    </a:solidFill>
                  </a:rPr>
                  <a:t>结局</a:t>
                </a:r>
                <a:endParaRPr lang="en-US" dirty="0"/>
              </a:p>
            </p:txBody>
          </p:sp>
          <p:sp>
            <p:nvSpPr>
              <p:cNvPr id="15" name="Text4" descr="bd5192ca-8271-4925-ad28-7ad45cec00e0">
                <a:extLst>
                  <a:ext uri="{FF2B5EF4-FFF2-40B4-BE49-F238E27FC236}">
                    <a16:creationId xmlns:a16="http://schemas.microsoft.com/office/drawing/2014/main" id="{0F373279-BAD1-4A4D-AE81-9CC5C3468911}"/>
                  </a:ext>
                </a:extLst>
              </p:cNvPr>
              <p:cNvSpPr/>
              <p:nvPr/>
            </p:nvSpPr>
            <p:spPr bwMode="auto">
              <a:xfrm>
                <a:off x="8959731" y="3674985"/>
                <a:ext cx="2560755" cy="2468638"/>
              </a:xfrm>
              <a:prstGeom prst="rect">
                <a:avLst/>
              </a:prstGeom>
              <a:noFill/>
              <a:ln w="3175">
                <a:solidFill>
                  <a:schemeClr val="tx2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t" anchorCtr="1">
                <a:normAutofit/>
              </a:bodyPr>
              <a:lstStyle/>
              <a:p>
                <a:pPr marL="144000" indent="-144000" algn="ctr">
                  <a:lnSpc>
                    <a:spcPct val="12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最终，德拉库斯的阴谋被揭开，他受到了应有的惩罚，在亡灵世界中失去了永生。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可可</a:t>
            </a:r>
            <a:endParaRPr lang="en-US" dirty="0"/>
          </a:p>
        </p:txBody>
      </p:sp>
      <p:grpSp>
        <p:nvGrpSpPr>
          <p:cNvPr id="23" name="fbd86e12-630e-4843-9c6f-e69277eb375c.source.4.zh-Hans.pptx" descr="9b083557-6036-46b6-a00f-490d1cbb0d3c">
            <a:extLst>
              <a:ext uri="{FF2B5EF4-FFF2-40B4-BE49-F238E27FC236}">
                <a16:creationId xmlns:a16="http://schemas.microsoft.com/office/drawing/2014/main" id="{E05C75A7-E01E-E565-6519-2B357E7AFAAE}"/>
              </a:ext>
            </a:extLst>
          </p:cNvPr>
          <p:cNvGrpSpPr/>
          <p:nvPr/>
        </p:nvGrpSpPr>
        <p:grpSpPr>
          <a:xfrm>
            <a:off x="1359644" y="1130300"/>
            <a:ext cx="9460012" cy="5003800"/>
            <a:chOff x="1722234" y="1130300"/>
            <a:chExt cx="8624444" cy="4561833"/>
          </a:xfrm>
        </p:grpSpPr>
        <p:sp>
          <p:nvSpPr>
            <p:cNvPr id="4" name="Title" descr="2844979a-095b-450b-b82d-e545f840b053">
              <a:extLst>
                <a:ext uri="{FF2B5EF4-FFF2-40B4-BE49-F238E27FC236}">
                  <a16:creationId xmlns:a16="http://schemas.microsoft.com/office/drawing/2014/main" id="{0CBE10EC-7C3F-6464-5F64-2F0F510F2B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2234" y="1130300"/>
              <a:ext cx="8624444" cy="6217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米格太奶奶的记忆守护者</a:t>
              </a:r>
              <a:endParaRPr lang="en-US" dirty="0"/>
            </a:p>
          </p:txBody>
        </p:sp>
        <p:grpSp>
          <p:nvGrpSpPr>
            <p:cNvPr id="16" name="组合 15" descr="e94d8685-2111-42fd-bea7-d7a2ebd54660">
              <a:extLst>
                <a:ext uri="{FF2B5EF4-FFF2-40B4-BE49-F238E27FC236}">
                  <a16:creationId xmlns:a16="http://schemas.microsoft.com/office/drawing/2014/main" id="{BC978D2C-9351-6332-70FB-6D32A4C0307B}"/>
                </a:ext>
              </a:extLst>
            </p:cNvPr>
            <p:cNvGrpSpPr/>
            <p:nvPr/>
          </p:nvGrpSpPr>
          <p:grpSpPr>
            <a:xfrm>
              <a:off x="2263724" y="2707099"/>
              <a:ext cx="2486686" cy="2672364"/>
              <a:chOff x="2263724" y="2707099"/>
              <a:chExt cx="2486686" cy="2672364"/>
            </a:xfrm>
          </p:grpSpPr>
          <p:sp>
            <p:nvSpPr>
              <p:cNvPr id="15" name="IconBackground1" descr="e607b243-f752-490c-a018-f9d49a1d20e2">
                <a:extLst>
                  <a:ext uri="{FF2B5EF4-FFF2-40B4-BE49-F238E27FC236}">
                    <a16:creationId xmlns:a16="http://schemas.microsoft.com/office/drawing/2014/main" id="{D1E19551-DD90-4ADC-EED1-16B09230A65B}"/>
                  </a:ext>
                </a:extLst>
              </p:cNvPr>
              <p:cNvSpPr/>
              <p:nvPr/>
            </p:nvSpPr>
            <p:spPr>
              <a:xfrm>
                <a:off x="4012175" y="4842875"/>
                <a:ext cx="517066" cy="536588"/>
              </a:xfrm>
              <a:custGeom>
                <a:avLst/>
                <a:gdLst>
                  <a:gd name="connsiteX0" fmla="*/ 8846 w 160511"/>
                  <a:gd name="connsiteY0" fmla="*/ 9103 h 166571"/>
                  <a:gd name="connsiteX1" fmla="*/ 30563 w 160511"/>
                  <a:gd name="connsiteY1" fmla="*/ 150740 h 166571"/>
                  <a:gd name="connsiteX2" fmla="*/ 160389 w 160511"/>
                  <a:gd name="connsiteY2" fmla="*/ 109782 h 166571"/>
                  <a:gd name="connsiteX3" fmla="*/ 110097 w 160511"/>
                  <a:gd name="connsiteY3" fmla="*/ 41488 h 166571"/>
                  <a:gd name="connsiteX4" fmla="*/ 17514 w 160511"/>
                  <a:gd name="connsiteY4" fmla="*/ 5388 h 166571"/>
                  <a:gd name="connsiteX5" fmla="*/ 8846 w 160511"/>
                  <a:gd name="connsiteY5" fmla="*/ 9103 h 166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511" h="166571">
                    <a:moveTo>
                      <a:pt x="8846" y="9103"/>
                    </a:moveTo>
                    <a:cubicBezTo>
                      <a:pt x="8846" y="9103"/>
                      <a:pt x="-21634" y="111592"/>
                      <a:pt x="30563" y="150740"/>
                    </a:cubicBezTo>
                    <a:cubicBezTo>
                      <a:pt x="82760" y="189888"/>
                      <a:pt x="164103" y="148835"/>
                      <a:pt x="160389" y="109782"/>
                    </a:cubicBezTo>
                    <a:cubicBezTo>
                      <a:pt x="156674" y="70730"/>
                      <a:pt x="145149" y="52632"/>
                      <a:pt x="110097" y="41488"/>
                    </a:cubicBezTo>
                    <a:cubicBezTo>
                      <a:pt x="75045" y="30344"/>
                      <a:pt x="22181" y="19009"/>
                      <a:pt x="17514" y="5388"/>
                    </a:cubicBezTo>
                    <a:cubicBezTo>
                      <a:pt x="12846" y="-8232"/>
                      <a:pt x="9132" y="8151"/>
                      <a:pt x="8846" y="9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ComponentBackground1" descr="34994d18-6f69-4279-a48e-89177763c967">
                <a:extLst>
                  <a:ext uri="{FF2B5EF4-FFF2-40B4-BE49-F238E27FC236}">
                    <a16:creationId xmlns:a16="http://schemas.microsoft.com/office/drawing/2014/main" id="{67F27076-2009-70D5-4AD6-3D36C7368356}"/>
                  </a:ext>
                </a:extLst>
              </p:cNvPr>
              <p:cNvSpPr/>
              <p:nvPr/>
            </p:nvSpPr>
            <p:spPr>
              <a:xfrm>
                <a:off x="2263724" y="2707099"/>
                <a:ext cx="2486686" cy="2245332"/>
              </a:xfrm>
              <a:custGeom>
                <a:avLst/>
                <a:gdLst>
                  <a:gd name="connsiteX0" fmla="*/ 804692 w 1648981"/>
                  <a:gd name="connsiteY0" fmla="*/ 1646820 h 1647090"/>
                  <a:gd name="connsiteX1" fmla="*/ 478080 w 1648981"/>
                  <a:gd name="connsiteY1" fmla="*/ 1524329 h 1647090"/>
                  <a:gd name="connsiteX2" fmla="*/ 111368 w 1648981"/>
                  <a:gd name="connsiteY2" fmla="*/ 1139614 h 1647090"/>
                  <a:gd name="connsiteX3" fmla="*/ 94889 w 1648981"/>
                  <a:gd name="connsiteY3" fmla="*/ 577163 h 1647090"/>
                  <a:gd name="connsiteX4" fmla="*/ 533135 w 1648981"/>
                  <a:gd name="connsiteY4" fmla="*/ 114153 h 1647090"/>
                  <a:gd name="connsiteX5" fmla="*/ 1152641 w 1648981"/>
                  <a:gd name="connsiteY5" fmla="*/ 84244 h 1647090"/>
                  <a:gd name="connsiteX6" fmla="*/ 1536022 w 1648981"/>
                  <a:gd name="connsiteY6" fmla="*/ 420858 h 1647090"/>
                  <a:gd name="connsiteX7" fmla="*/ 1614698 w 1648981"/>
                  <a:gd name="connsiteY7" fmla="*/ 919777 h 1647090"/>
                  <a:gd name="connsiteX8" fmla="*/ 1077107 w 1648981"/>
                  <a:gd name="connsiteY8" fmla="*/ 1575097 h 1647090"/>
                  <a:gd name="connsiteX9" fmla="*/ 804692 w 1648981"/>
                  <a:gd name="connsiteY9" fmla="*/ 1646916 h 1647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48981" h="1647090">
                    <a:moveTo>
                      <a:pt x="804692" y="1646820"/>
                    </a:moveTo>
                    <a:cubicBezTo>
                      <a:pt x="679343" y="1649869"/>
                      <a:pt x="571520" y="1602625"/>
                      <a:pt x="478080" y="1524329"/>
                    </a:cubicBezTo>
                    <a:cubicBezTo>
                      <a:pt x="341777" y="1409934"/>
                      <a:pt x="216619" y="1283632"/>
                      <a:pt x="111368" y="1139614"/>
                    </a:cubicBezTo>
                    <a:cubicBezTo>
                      <a:pt x="-31888" y="943685"/>
                      <a:pt x="-36460" y="781189"/>
                      <a:pt x="94889" y="577163"/>
                    </a:cubicBezTo>
                    <a:cubicBezTo>
                      <a:pt x="211761" y="395617"/>
                      <a:pt x="353588" y="238454"/>
                      <a:pt x="533135" y="114153"/>
                    </a:cubicBezTo>
                    <a:cubicBezTo>
                      <a:pt x="736208" y="-26436"/>
                      <a:pt x="940614" y="-38057"/>
                      <a:pt x="1152641" y="84244"/>
                    </a:cubicBezTo>
                    <a:cubicBezTo>
                      <a:pt x="1302469" y="170731"/>
                      <a:pt x="1432104" y="281793"/>
                      <a:pt x="1536022" y="420858"/>
                    </a:cubicBezTo>
                    <a:cubicBezTo>
                      <a:pt x="1649750" y="572972"/>
                      <a:pt x="1680707" y="742612"/>
                      <a:pt x="1614698" y="919777"/>
                    </a:cubicBezTo>
                    <a:cubicBezTo>
                      <a:pt x="1511162" y="1198193"/>
                      <a:pt x="1336759" y="1423459"/>
                      <a:pt x="1077107" y="1575097"/>
                    </a:cubicBezTo>
                    <a:cubicBezTo>
                      <a:pt x="994049" y="1623580"/>
                      <a:pt x="902514" y="1649487"/>
                      <a:pt x="804692" y="164691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8" name="Bullet1" descr="f52ccca8-f859-43d5-82b2-0f1342486cb4">
                <a:extLst>
                  <a:ext uri="{FF2B5EF4-FFF2-40B4-BE49-F238E27FC236}">
                    <a16:creationId xmlns:a16="http://schemas.microsoft.com/office/drawing/2014/main" id="{AFD837E8-4D39-D83B-276A-BF6D5897FE6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61461" y="3062630"/>
                <a:ext cx="2132746" cy="599567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rgbClr val="FFFFFF"/>
                    </a:solidFill>
                  </a:rPr>
                  <a:t>年龄</a:t>
                </a:r>
                <a:endParaRPr lang="en-US" dirty="0"/>
              </a:p>
            </p:txBody>
          </p:sp>
          <p:sp>
            <p:nvSpPr>
              <p:cNvPr id="29" name="Text1" descr="85f62dd6-7cd6-44ea-8c5d-547b89d8dfdf">
                <a:extLst>
                  <a:ext uri="{FF2B5EF4-FFF2-40B4-BE49-F238E27FC236}">
                    <a16:creationId xmlns:a16="http://schemas.microsoft.com/office/drawing/2014/main" id="{A27B50AB-3D0B-CF0B-A4AB-14A849F5B8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61462" y="3662197"/>
                <a:ext cx="2091576" cy="85406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rgbClr val="FFFFFF"/>
                    </a:solidFill>
                  </a:rPr>
                  <a:t>可可是一位年迈的老人，是米格家族中年龄最大的成员。</a:t>
                </a:r>
                <a:endParaRPr lang="en-US" dirty="0"/>
              </a:p>
            </p:txBody>
          </p:sp>
          <p:sp>
            <p:nvSpPr>
              <p:cNvPr id="50" name="Icon1" descr="35ac9ac9-0c57-4fa0-be8d-cb08bbff8aec">
                <a:extLst>
                  <a:ext uri="{FF2B5EF4-FFF2-40B4-BE49-F238E27FC236}">
                    <a16:creationId xmlns:a16="http://schemas.microsoft.com/office/drawing/2014/main" id="{D8906250-D393-4602-52F5-E0C86F743607}"/>
                  </a:ext>
                </a:extLst>
              </p:cNvPr>
              <p:cNvSpPr/>
              <p:nvPr/>
            </p:nvSpPr>
            <p:spPr>
              <a:xfrm>
                <a:off x="4140500" y="5045370"/>
                <a:ext cx="228468" cy="209207"/>
              </a:xfrm>
              <a:custGeom>
                <a:avLst/>
                <a:gdLst>
                  <a:gd name="connsiteX0" fmla="*/ 268748 w 606376"/>
                  <a:gd name="connsiteY0" fmla="*/ 374905 h 555256"/>
                  <a:gd name="connsiteX1" fmla="*/ 267105 w 606376"/>
                  <a:gd name="connsiteY1" fmla="*/ 383577 h 555256"/>
                  <a:gd name="connsiteX2" fmla="*/ 266167 w 606376"/>
                  <a:gd name="connsiteY2" fmla="*/ 395764 h 555256"/>
                  <a:gd name="connsiteX3" fmla="*/ 289168 w 606376"/>
                  <a:gd name="connsiteY3" fmla="*/ 380061 h 555256"/>
                  <a:gd name="connsiteX4" fmla="*/ 268748 w 606376"/>
                  <a:gd name="connsiteY4" fmla="*/ 374905 h 555256"/>
                  <a:gd name="connsiteX5" fmla="*/ 249737 w 606376"/>
                  <a:gd name="connsiteY5" fmla="*/ 371624 h 555256"/>
                  <a:gd name="connsiteX6" fmla="*/ 240348 w 606376"/>
                  <a:gd name="connsiteY6" fmla="*/ 406545 h 555256"/>
                  <a:gd name="connsiteX7" fmla="*/ 239879 w 606376"/>
                  <a:gd name="connsiteY7" fmla="*/ 410295 h 555256"/>
                  <a:gd name="connsiteX8" fmla="*/ 242930 w 606376"/>
                  <a:gd name="connsiteY8" fmla="*/ 407482 h 555256"/>
                  <a:gd name="connsiteX9" fmla="*/ 255135 w 606376"/>
                  <a:gd name="connsiteY9" fmla="*/ 401623 h 555256"/>
                  <a:gd name="connsiteX10" fmla="*/ 255135 w 606376"/>
                  <a:gd name="connsiteY10" fmla="*/ 380999 h 555256"/>
                  <a:gd name="connsiteX11" fmla="*/ 255839 w 606376"/>
                  <a:gd name="connsiteY11" fmla="*/ 372562 h 555256"/>
                  <a:gd name="connsiteX12" fmla="*/ 249737 w 606376"/>
                  <a:gd name="connsiteY12" fmla="*/ 371624 h 555256"/>
                  <a:gd name="connsiteX13" fmla="*/ 140595 w 606376"/>
                  <a:gd name="connsiteY13" fmla="*/ 364124 h 555256"/>
                  <a:gd name="connsiteX14" fmla="*/ 137309 w 606376"/>
                  <a:gd name="connsiteY14" fmla="*/ 364828 h 555256"/>
                  <a:gd name="connsiteX15" fmla="*/ 118532 w 606376"/>
                  <a:gd name="connsiteY15" fmla="*/ 366234 h 555256"/>
                  <a:gd name="connsiteX16" fmla="*/ 117593 w 606376"/>
                  <a:gd name="connsiteY16" fmla="*/ 385921 h 555256"/>
                  <a:gd name="connsiteX17" fmla="*/ 137074 w 606376"/>
                  <a:gd name="connsiteY17" fmla="*/ 396233 h 555256"/>
                  <a:gd name="connsiteX18" fmla="*/ 137544 w 606376"/>
                  <a:gd name="connsiteY18" fmla="*/ 396936 h 555256"/>
                  <a:gd name="connsiteX19" fmla="*/ 140595 w 606376"/>
                  <a:gd name="connsiteY19" fmla="*/ 364124 h 555256"/>
                  <a:gd name="connsiteX20" fmla="*/ 215234 w 606376"/>
                  <a:gd name="connsiteY20" fmla="*/ 361078 h 555256"/>
                  <a:gd name="connsiteX21" fmla="*/ 206080 w 606376"/>
                  <a:gd name="connsiteY21" fmla="*/ 440997 h 555256"/>
                  <a:gd name="connsiteX22" fmla="*/ 230021 w 606376"/>
                  <a:gd name="connsiteY22" fmla="*/ 467715 h 555256"/>
                  <a:gd name="connsiteX23" fmla="*/ 226265 w 606376"/>
                  <a:gd name="connsiteY23" fmla="*/ 412170 h 555256"/>
                  <a:gd name="connsiteX24" fmla="*/ 233072 w 606376"/>
                  <a:gd name="connsiteY24" fmla="*/ 371624 h 555256"/>
                  <a:gd name="connsiteX25" fmla="*/ 225796 w 606376"/>
                  <a:gd name="connsiteY25" fmla="*/ 365296 h 555256"/>
                  <a:gd name="connsiteX26" fmla="*/ 215234 w 606376"/>
                  <a:gd name="connsiteY26" fmla="*/ 361078 h 555256"/>
                  <a:gd name="connsiteX27" fmla="*/ 174863 w 606376"/>
                  <a:gd name="connsiteY27" fmla="*/ 333188 h 555256"/>
                  <a:gd name="connsiteX28" fmla="*/ 158903 w 606376"/>
                  <a:gd name="connsiteY28" fmla="*/ 361546 h 555256"/>
                  <a:gd name="connsiteX29" fmla="*/ 156321 w 606376"/>
                  <a:gd name="connsiteY29" fmla="*/ 364124 h 555256"/>
                  <a:gd name="connsiteX30" fmla="*/ 155851 w 606376"/>
                  <a:gd name="connsiteY30" fmla="*/ 371624 h 555256"/>
                  <a:gd name="connsiteX31" fmla="*/ 151392 w 606376"/>
                  <a:gd name="connsiteY31" fmla="*/ 406311 h 555256"/>
                  <a:gd name="connsiteX32" fmla="*/ 145993 w 606376"/>
                  <a:gd name="connsiteY32" fmla="*/ 443809 h 555256"/>
                  <a:gd name="connsiteX33" fmla="*/ 142707 w 606376"/>
                  <a:gd name="connsiteY33" fmla="*/ 459746 h 555256"/>
                  <a:gd name="connsiteX34" fmla="*/ 172047 w 606376"/>
                  <a:gd name="connsiteY34" fmla="*/ 435372 h 555256"/>
                  <a:gd name="connsiteX35" fmla="*/ 169465 w 606376"/>
                  <a:gd name="connsiteY35" fmla="*/ 378187 h 555256"/>
                  <a:gd name="connsiteX36" fmla="*/ 174863 w 606376"/>
                  <a:gd name="connsiteY36" fmla="*/ 333188 h 555256"/>
                  <a:gd name="connsiteX37" fmla="*/ 479943 w 606376"/>
                  <a:gd name="connsiteY37" fmla="*/ 324081 h 555256"/>
                  <a:gd name="connsiteX38" fmla="*/ 481585 w 606376"/>
                  <a:gd name="connsiteY38" fmla="*/ 381243 h 555256"/>
                  <a:gd name="connsiteX39" fmla="*/ 476893 w 606376"/>
                  <a:gd name="connsiteY39" fmla="*/ 440046 h 555256"/>
                  <a:gd name="connsiteX40" fmla="*/ 488155 w 606376"/>
                  <a:gd name="connsiteY40" fmla="*/ 438406 h 555256"/>
                  <a:gd name="connsiteX41" fmla="*/ 481585 w 606376"/>
                  <a:gd name="connsiteY41" fmla="*/ 324081 h 555256"/>
                  <a:gd name="connsiteX42" fmla="*/ 479943 w 606376"/>
                  <a:gd name="connsiteY42" fmla="*/ 324081 h 555256"/>
                  <a:gd name="connsiteX43" fmla="*/ 462345 w 606376"/>
                  <a:gd name="connsiteY43" fmla="*/ 323612 h 555256"/>
                  <a:gd name="connsiteX44" fmla="*/ 457887 w 606376"/>
                  <a:gd name="connsiteY44" fmla="*/ 376089 h 555256"/>
                  <a:gd name="connsiteX45" fmla="*/ 455775 w 606376"/>
                  <a:gd name="connsiteY45" fmla="*/ 441920 h 555256"/>
                  <a:gd name="connsiteX46" fmla="*/ 464457 w 606376"/>
                  <a:gd name="connsiteY46" fmla="*/ 441451 h 555256"/>
                  <a:gd name="connsiteX47" fmla="*/ 465630 w 606376"/>
                  <a:gd name="connsiteY47" fmla="*/ 373746 h 555256"/>
                  <a:gd name="connsiteX48" fmla="*/ 465630 w 606376"/>
                  <a:gd name="connsiteY48" fmla="*/ 323846 h 555256"/>
                  <a:gd name="connsiteX49" fmla="*/ 462345 w 606376"/>
                  <a:gd name="connsiteY49" fmla="*/ 323612 h 555256"/>
                  <a:gd name="connsiteX50" fmla="*/ 436066 w 606376"/>
                  <a:gd name="connsiteY50" fmla="*/ 323143 h 555256"/>
                  <a:gd name="connsiteX51" fmla="*/ 429261 w 606376"/>
                  <a:gd name="connsiteY51" fmla="*/ 441217 h 555256"/>
                  <a:gd name="connsiteX52" fmla="*/ 429027 w 606376"/>
                  <a:gd name="connsiteY52" fmla="*/ 441686 h 555256"/>
                  <a:gd name="connsiteX53" fmla="*/ 447328 w 606376"/>
                  <a:gd name="connsiteY53" fmla="*/ 442154 h 555256"/>
                  <a:gd name="connsiteX54" fmla="*/ 442870 w 606376"/>
                  <a:gd name="connsiteY54" fmla="*/ 367187 h 555256"/>
                  <a:gd name="connsiteX55" fmla="*/ 444982 w 606376"/>
                  <a:gd name="connsiteY55" fmla="*/ 323378 h 555256"/>
                  <a:gd name="connsiteX56" fmla="*/ 436066 w 606376"/>
                  <a:gd name="connsiteY56" fmla="*/ 323143 h 555256"/>
                  <a:gd name="connsiteX57" fmla="*/ 412602 w 606376"/>
                  <a:gd name="connsiteY57" fmla="*/ 321972 h 555256"/>
                  <a:gd name="connsiteX58" fmla="*/ 410490 w 606376"/>
                  <a:gd name="connsiteY58" fmla="*/ 365781 h 555256"/>
                  <a:gd name="connsiteX59" fmla="*/ 404624 w 606376"/>
                  <a:gd name="connsiteY59" fmla="*/ 439109 h 555256"/>
                  <a:gd name="connsiteX60" fmla="*/ 422926 w 606376"/>
                  <a:gd name="connsiteY60" fmla="*/ 441451 h 555256"/>
                  <a:gd name="connsiteX61" fmla="*/ 422926 w 606376"/>
                  <a:gd name="connsiteY61" fmla="*/ 441217 h 555256"/>
                  <a:gd name="connsiteX62" fmla="*/ 420580 w 606376"/>
                  <a:gd name="connsiteY62" fmla="*/ 376089 h 555256"/>
                  <a:gd name="connsiteX63" fmla="*/ 422691 w 606376"/>
                  <a:gd name="connsiteY63" fmla="*/ 322441 h 555256"/>
                  <a:gd name="connsiteX64" fmla="*/ 412602 w 606376"/>
                  <a:gd name="connsiteY64" fmla="*/ 321972 h 555256"/>
                  <a:gd name="connsiteX65" fmla="*/ 391250 w 606376"/>
                  <a:gd name="connsiteY65" fmla="*/ 320801 h 555256"/>
                  <a:gd name="connsiteX66" fmla="*/ 381630 w 606376"/>
                  <a:gd name="connsiteY66" fmla="*/ 437235 h 555256"/>
                  <a:gd name="connsiteX67" fmla="*/ 396881 w 606376"/>
                  <a:gd name="connsiteY67" fmla="*/ 438172 h 555256"/>
                  <a:gd name="connsiteX68" fmla="*/ 398055 w 606376"/>
                  <a:gd name="connsiteY68" fmla="*/ 360159 h 555256"/>
                  <a:gd name="connsiteX69" fmla="*/ 396881 w 606376"/>
                  <a:gd name="connsiteY69" fmla="*/ 321035 h 555256"/>
                  <a:gd name="connsiteX70" fmla="*/ 391250 w 606376"/>
                  <a:gd name="connsiteY70" fmla="*/ 320801 h 555256"/>
                  <a:gd name="connsiteX71" fmla="*/ 184486 w 606376"/>
                  <a:gd name="connsiteY71" fmla="*/ 315845 h 555256"/>
                  <a:gd name="connsiteX72" fmla="*/ 178619 w 606376"/>
                  <a:gd name="connsiteY72" fmla="*/ 326391 h 555256"/>
                  <a:gd name="connsiteX73" fmla="*/ 180731 w 606376"/>
                  <a:gd name="connsiteY73" fmla="*/ 323579 h 555256"/>
                  <a:gd name="connsiteX74" fmla="*/ 188711 w 606376"/>
                  <a:gd name="connsiteY74" fmla="*/ 325688 h 555256"/>
                  <a:gd name="connsiteX75" fmla="*/ 181905 w 606376"/>
                  <a:gd name="connsiteY75" fmla="*/ 385218 h 555256"/>
                  <a:gd name="connsiteX76" fmla="*/ 182139 w 606376"/>
                  <a:gd name="connsiteY76" fmla="*/ 426701 h 555256"/>
                  <a:gd name="connsiteX77" fmla="*/ 195518 w 606376"/>
                  <a:gd name="connsiteY77" fmla="*/ 427169 h 555256"/>
                  <a:gd name="connsiteX78" fmla="*/ 203263 w 606376"/>
                  <a:gd name="connsiteY78" fmla="*/ 346313 h 555256"/>
                  <a:gd name="connsiteX79" fmla="*/ 203733 w 606376"/>
                  <a:gd name="connsiteY79" fmla="*/ 345141 h 555256"/>
                  <a:gd name="connsiteX80" fmla="*/ 202559 w 606376"/>
                  <a:gd name="connsiteY80" fmla="*/ 343500 h 555256"/>
                  <a:gd name="connsiteX81" fmla="*/ 184486 w 606376"/>
                  <a:gd name="connsiteY81" fmla="*/ 315845 h 555256"/>
                  <a:gd name="connsiteX82" fmla="*/ 379284 w 606376"/>
                  <a:gd name="connsiteY82" fmla="*/ 291517 h 555256"/>
                  <a:gd name="connsiteX83" fmla="*/ 494021 w 606376"/>
                  <a:gd name="connsiteY83" fmla="*/ 295733 h 555256"/>
                  <a:gd name="connsiteX84" fmla="*/ 507630 w 606376"/>
                  <a:gd name="connsiteY84" fmla="*/ 306276 h 555256"/>
                  <a:gd name="connsiteX85" fmla="*/ 516781 w 606376"/>
                  <a:gd name="connsiteY85" fmla="*/ 449885 h 555256"/>
                  <a:gd name="connsiteX86" fmla="*/ 506222 w 606376"/>
                  <a:gd name="connsiteY86" fmla="*/ 463473 h 555256"/>
                  <a:gd name="connsiteX87" fmla="*/ 423395 w 606376"/>
                  <a:gd name="connsiteY87" fmla="*/ 470033 h 555256"/>
                  <a:gd name="connsiteX88" fmla="*/ 368021 w 606376"/>
                  <a:gd name="connsiteY88" fmla="*/ 458553 h 555256"/>
                  <a:gd name="connsiteX89" fmla="*/ 361920 w 606376"/>
                  <a:gd name="connsiteY89" fmla="*/ 452228 h 555256"/>
                  <a:gd name="connsiteX90" fmla="*/ 365675 w 606376"/>
                  <a:gd name="connsiteY90" fmla="*/ 302059 h 555256"/>
                  <a:gd name="connsiteX91" fmla="*/ 379284 w 606376"/>
                  <a:gd name="connsiteY91" fmla="*/ 291517 h 555256"/>
                  <a:gd name="connsiteX92" fmla="*/ 184017 w 606376"/>
                  <a:gd name="connsiteY92" fmla="*/ 280397 h 555256"/>
                  <a:gd name="connsiteX93" fmla="*/ 195049 w 606376"/>
                  <a:gd name="connsiteY93" fmla="*/ 286549 h 555256"/>
                  <a:gd name="connsiteX94" fmla="*/ 224153 w 606376"/>
                  <a:gd name="connsiteY94" fmla="*/ 330844 h 555256"/>
                  <a:gd name="connsiteX95" fmla="*/ 233776 w 606376"/>
                  <a:gd name="connsiteY95" fmla="*/ 346781 h 555256"/>
                  <a:gd name="connsiteX96" fmla="*/ 254900 w 606376"/>
                  <a:gd name="connsiteY96" fmla="*/ 345844 h 555256"/>
                  <a:gd name="connsiteX97" fmla="*/ 320385 w 606376"/>
                  <a:gd name="connsiteY97" fmla="*/ 368812 h 555256"/>
                  <a:gd name="connsiteX98" fmla="*/ 320385 w 606376"/>
                  <a:gd name="connsiteY98" fmla="*/ 386858 h 555256"/>
                  <a:gd name="connsiteX99" fmla="*/ 255839 w 606376"/>
                  <a:gd name="connsiteY99" fmla="*/ 422951 h 555256"/>
                  <a:gd name="connsiteX100" fmla="*/ 260299 w 606376"/>
                  <a:gd name="connsiteY100" fmla="*/ 496542 h 555256"/>
                  <a:gd name="connsiteX101" fmla="*/ 241522 w 606376"/>
                  <a:gd name="connsiteY101" fmla="*/ 507089 h 555256"/>
                  <a:gd name="connsiteX102" fmla="*/ 186364 w 606376"/>
                  <a:gd name="connsiteY102" fmla="*/ 455762 h 555256"/>
                  <a:gd name="connsiteX103" fmla="*/ 119471 w 606376"/>
                  <a:gd name="connsiteY103" fmla="*/ 499823 h 555256"/>
                  <a:gd name="connsiteX104" fmla="*/ 103745 w 606376"/>
                  <a:gd name="connsiteY104" fmla="*/ 487871 h 555256"/>
                  <a:gd name="connsiteX105" fmla="*/ 118297 w 606376"/>
                  <a:gd name="connsiteY105" fmla="*/ 415685 h 555256"/>
                  <a:gd name="connsiteX106" fmla="*/ 66660 w 606376"/>
                  <a:gd name="connsiteY106" fmla="*/ 367406 h 555256"/>
                  <a:gd name="connsiteX107" fmla="*/ 74406 w 606376"/>
                  <a:gd name="connsiteY107" fmla="*/ 348188 h 555256"/>
                  <a:gd name="connsiteX108" fmla="*/ 141534 w 606376"/>
                  <a:gd name="connsiteY108" fmla="*/ 349359 h 555256"/>
                  <a:gd name="connsiteX109" fmla="*/ 151861 w 606376"/>
                  <a:gd name="connsiteY109" fmla="*/ 322407 h 555256"/>
                  <a:gd name="connsiteX110" fmla="*/ 172985 w 606376"/>
                  <a:gd name="connsiteY110" fmla="*/ 286549 h 555256"/>
                  <a:gd name="connsiteX111" fmla="*/ 184017 w 606376"/>
                  <a:gd name="connsiteY111" fmla="*/ 280397 h 555256"/>
                  <a:gd name="connsiteX112" fmla="*/ 486028 w 606376"/>
                  <a:gd name="connsiteY112" fmla="*/ 191450 h 555256"/>
                  <a:gd name="connsiteX113" fmla="*/ 482978 w 606376"/>
                  <a:gd name="connsiteY113" fmla="*/ 216522 h 555256"/>
                  <a:gd name="connsiteX114" fmla="*/ 495884 w 606376"/>
                  <a:gd name="connsiteY114" fmla="*/ 215819 h 555256"/>
                  <a:gd name="connsiteX115" fmla="*/ 486028 w 606376"/>
                  <a:gd name="connsiteY115" fmla="*/ 191450 h 555256"/>
                  <a:gd name="connsiteX116" fmla="*/ 425016 w 606376"/>
                  <a:gd name="connsiteY116" fmla="*/ 176687 h 555256"/>
                  <a:gd name="connsiteX117" fmla="*/ 409998 w 606376"/>
                  <a:gd name="connsiteY117" fmla="*/ 214647 h 555256"/>
                  <a:gd name="connsiteX118" fmla="*/ 423843 w 606376"/>
                  <a:gd name="connsiteY118" fmla="*/ 216522 h 555256"/>
                  <a:gd name="connsiteX119" fmla="*/ 425016 w 606376"/>
                  <a:gd name="connsiteY119" fmla="*/ 176687 h 555256"/>
                  <a:gd name="connsiteX120" fmla="*/ 465144 w 606376"/>
                  <a:gd name="connsiteY120" fmla="*/ 152318 h 555256"/>
                  <a:gd name="connsiteX121" fmla="*/ 465378 w 606376"/>
                  <a:gd name="connsiteY121" fmla="*/ 170361 h 555256"/>
                  <a:gd name="connsiteX122" fmla="*/ 465613 w 606376"/>
                  <a:gd name="connsiteY122" fmla="*/ 217225 h 555256"/>
                  <a:gd name="connsiteX123" fmla="*/ 472183 w 606376"/>
                  <a:gd name="connsiteY123" fmla="*/ 216991 h 555256"/>
                  <a:gd name="connsiteX124" fmla="*/ 473357 w 606376"/>
                  <a:gd name="connsiteY124" fmla="*/ 179968 h 555256"/>
                  <a:gd name="connsiteX125" fmla="*/ 471245 w 606376"/>
                  <a:gd name="connsiteY125" fmla="*/ 162628 h 555256"/>
                  <a:gd name="connsiteX126" fmla="*/ 465144 w 606376"/>
                  <a:gd name="connsiteY126" fmla="*/ 152318 h 555256"/>
                  <a:gd name="connsiteX127" fmla="*/ 248791 w 606376"/>
                  <a:gd name="connsiteY127" fmla="*/ 137790 h 555256"/>
                  <a:gd name="connsiteX128" fmla="*/ 243862 w 606376"/>
                  <a:gd name="connsiteY128" fmla="*/ 164267 h 555256"/>
                  <a:gd name="connsiteX129" fmla="*/ 241984 w 606376"/>
                  <a:gd name="connsiteY129" fmla="*/ 198945 h 555256"/>
                  <a:gd name="connsiteX130" fmla="*/ 254659 w 606376"/>
                  <a:gd name="connsiteY130" fmla="*/ 158175 h 555256"/>
                  <a:gd name="connsiteX131" fmla="*/ 248791 w 606376"/>
                  <a:gd name="connsiteY131" fmla="*/ 137790 h 555256"/>
                  <a:gd name="connsiteX132" fmla="*/ 157718 w 606376"/>
                  <a:gd name="connsiteY132" fmla="*/ 134978 h 555256"/>
                  <a:gd name="connsiteX133" fmla="*/ 152789 w 606376"/>
                  <a:gd name="connsiteY133" fmla="*/ 161455 h 555256"/>
                  <a:gd name="connsiteX134" fmla="*/ 163821 w 606376"/>
                  <a:gd name="connsiteY134" fmla="*/ 198242 h 555256"/>
                  <a:gd name="connsiteX135" fmla="*/ 159596 w 606376"/>
                  <a:gd name="connsiteY135" fmla="*/ 158175 h 555256"/>
                  <a:gd name="connsiteX136" fmla="*/ 157718 w 606376"/>
                  <a:gd name="connsiteY136" fmla="*/ 134978 h 555256"/>
                  <a:gd name="connsiteX137" fmla="*/ 447075 w 606376"/>
                  <a:gd name="connsiteY137" fmla="*/ 125605 h 555256"/>
                  <a:gd name="connsiteX138" fmla="*/ 443789 w 606376"/>
                  <a:gd name="connsiteY138" fmla="*/ 133104 h 555256"/>
                  <a:gd name="connsiteX139" fmla="*/ 444728 w 606376"/>
                  <a:gd name="connsiteY139" fmla="*/ 134510 h 555256"/>
                  <a:gd name="connsiteX140" fmla="*/ 441208 w 606376"/>
                  <a:gd name="connsiteY140" fmla="*/ 172001 h 555256"/>
                  <a:gd name="connsiteX141" fmla="*/ 436984 w 606376"/>
                  <a:gd name="connsiteY141" fmla="*/ 217459 h 555256"/>
                  <a:gd name="connsiteX142" fmla="*/ 454114 w 606376"/>
                  <a:gd name="connsiteY142" fmla="*/ 217225 h 555256"/>
                  <a:gd name="connsiteX143" fmla="*/ 449891 w 606376"/>
                  <a:gd name="connsiteY143" fmla="*/ 170361 h 555256"/>
                  <a:gd name="connsiteX144" fmla="*/ 449891 w 606376"/>
                  <a:gd name="connsiteY144" fmla="*/ 137087 h 555256"/>
                  <a:gd name="connsiteX145" fmla="*/ 453176 w 606376"/>
                  <a:gd name="connsiteY145" fmla="*/ 134510 h 555256"/>
                  <a:gd name="connsiteX146" fmla="*/ 447075 w 606376"/>
                  <a:gd name="connsiteY146" fmla="*/ 125605 h 555256"/>
                  <a:gd name="connsiteX147" fmla="*/ 211939 w 606376"/>
                  <a:gd name="connsiteY147" fmla="*/ 111312 h 555256"/>
                  <a:gd name="connsiteX148" fmla="*/ 202081 w 606376"/>
                  <a:gd name="connsiteY148" fmla="*/ 112952 h 555256"/>
                  <a:gd name="connsiteX149" fmla="*/ 202785 w 606376"/>
                  <a:gd name="connsiteY149" fmla="*/ 115061 h 555256"/>
                  <a:gd name="connsiteX150" fmla="*/ 197856 w 606376"/>
                  <a:gd name="connsiteY150" fmla="*/ 164735 h 555256"/>
                  <a:gd name="connsiteX151" fmla="*/ 197387 w 606376"/>
                  <a:gd name="connsiteY151" fmla="*/ 208317 h 555256"/>
                  <a:gd name="connsiteX152" fmla="*/ 187763 w 606376"/>
                  <a:gd name="connsiteY152" fmla="*/ 208317 h 555256"/>
                  <a:gd name="connsiteX153" fmla="*/ 188467 w 606376"/>
                  <a:gd name="connsiteY153" fmla="*/ 119279 h 555256"/>
                  <a:gd name="connsiteX154" fmla="*/ 178139 w 606376"/>
                  <a:gd name="connsiteY154" fmla="*/ 126543 h 555256"/>
                  <a:gd name="connsiteX155" fmla="*/ 176027 w 606376"/>
                  <a:gd name="connsiteY155" fmla="*/ 127714 h 555256"/>
                  <a:gd name="connsiteX156" fmla="*/ 175323 w 606376"/>
                  <a:gd name="connsiteY156" fmla="*/ 158175 h 555256"/>
                  <a:gd name="connsiteX157" fmla="*/ 175557 w 606376"/>
                  <a:gd name="connsiteY157" fmla="*/ 212301 h 555256"/>
                  <a:gd name="connsiteX158" fmla="*/ 189406 w 606376"/>
                  <a:gd name="connsiteY158" fmla="*/ 219799 h 555256"/>
                  <a:gd name="connsiteX159" fmla="*/ 229309 w 606376"/>
                  <a:gd name="connsiteY159" fmla="*/ 211129 h 555256"/>
                  <a:gd name="connsiteX160" fmla="*/ 228605 w 606376"/>
                  <a:gd name="connsiteY160" fmla="*/ 208317 h 555256"/>
                  <a:gd name="connsiteX161" fmla="*/ 228605 w 606376"/>
                  <a:gd name="connsiteY161" fmla="*/ 158175 h 555256"/>
                  <a:gd name="connsiteX162" fmla="*/ 237055 w 606376"/>
                  <a:gd name="connsiteY162" fmla="*/ 121622 h 555256"/>
                  <a:gd name="connsiteX163" fmla="*/ 226727 w 606376"/>
                  <a:gd name="connsiteY163" fmla="*/ 114593 h 555256"/>
                  <a:gd name="connsiteX164" fmla="*/ 225319 w 606376"/>
                  <a:gd name="connsiteY164" fmla="*/ 113890 h 555256"/>
                  <a:gd name="connsiteX165" fmla="*/ 222737 w 606376"/>
                  <a:gd name="connsiteY165" fmla="*/ 162627 h 555256"/>
                  <a:gd name="connsiteX166" fmla="*/ 211235 w 606376"/>
                  <a:gd name="connsiteY166" fmla="*/ 217221 h 555256"/>
                  <a:gd name="connsiteX167" fmla="*/ 207714 w 606376"/>
                  <a:gd name="connsiteY167" fmla="*/ 216753 h 555256"/>
                  <a:gd name="connsiteX168" fmla="*/ 208184 w 606376"/>
                  <a:gd name="connsiteY168" fmla="*/ 160752 h 555256"/>
                  <a:gd name="connsiteX169" fmla="*/ 210766 w 606376"/>
                  <a:gd name="connsiteY169" fmla="*/ 112952 h 555256"/>
                  <a:gd name="connsiteX170" fmla="*/ 211939 w 606376"/>
                  <a:gd name="connsiteY170" fmla="*/ 111312 h 555256"/>
                  <a:gd name="connsiteX171" fmla="*/ 439595 w 606376"/>
                  <a:gd name="connsiteY171" fmla="*/ 84365 h 555256"/>
                  <a:gd name="connsiteX172" fmla="*/ 452941 w 606376"/>
                  <a:gd name="connsiteY172" fmla="*/ 87880 h 555256"/>
                  <a:gd name="connsiteX173" fmla="*/ 528737 w 606376"/>
                  <a:gd name="connsiteY173" fmla="*/ 225660 h 555256"/>
                  <a:gd name="connsiteX174" fmla="*/ 515126 w 606376"/>
                  <a:gd name="connsiteY174" fmla="*/ 243469 h 555256"/>
                  <a:gd name="connsiteX175" fmla="*/ 430883 w 606376"/>
                  <a:gd name="connsiteY175" fmla="*/ 243703 h 555256"/>
                  <a:gd name="connsiteX176" fmla="*/ 377615 w 606376"/>
                  <a:gd name="connsiteY176" fmla="*/ 226832 h 555256"/>
                  <a:gd name="connsiteX177" fmla="*/ 386063 w 606376"/>
                  <a:gd name="connsiteY177" fmla="*/ 209258 h 555256"/>
                  <a:gd name="connsiteX178" fmla="*/ 429240 w 606376"/>
                  <a:gd name="connsiteY178" fmla="*/ 94207 h 555256"/>
                  <a:gd name="connsiteX179" fmla="*/ 439595 w 606376"/>
                  <a:gd name="connsiteY179" fmla="*/ 84365 h 555256"/>
                  <a:gd name="connsiteX180" fmla="*/ 206589 w 606376"/>
                  <a:gd name="connsiteY180" fmla="*/ 84268 h 555256"/>
                  <a:gd name="connsiteX181" fmla="*/ 281418 w 606376"/>
                  <a:gd name="connsiteY181" fmla="*/ 145522 h 555256"/>
                  <a:gd name="connsiteX182" fmla="*/ 195039 w 606376"/>
                  <a:gd name="connsiteY182" fmla="*/ 249322 h 555256"/>
                  <a:gd name="connsiteX183" fmla="*/ 173445 w 606376"/>
                  <a:gd name="connsiteY183" fmla="*/ 95848 h 555256"/>
                  <a:gd name="connsiteX184" fmla="*/ 206589 w 606376"/>
                  <a:gd name="connsiteY184" fmla="*/ 84268 h 555256"/>
                  <a:gd name="connsiteX185" fmla="*/ 309643 w 606376"/>
                  <a:gd name="connsiteY185" fmla="*/ 33473 h 555256"/>
                  <a:gd name="connsiteX186" fmla="*/ 163110 w 606376"/>
                  <a:gd name="connsiteY186" fmla="*/ 40561 h 555256"/>
                  <a:gd name="connsiteX187" fmla="*/ 52573 w 606376"/>
                  <a:gd name="connsiteY187" fmla="*/ 45481 h 555256"/>
                  <a:gd name="connsiteX188" fmla="*/ 42482 w 606376"/>
                  <a:gd name="connsiteY188" fmla="*/ 442188 h 555256"/>
                  <a:gd name="connsiteX189" fmla="*/ 127673 w 606376"/>
                  <a:gd name="connsiteY189" fmla="*/ 526310 h 555256"/>
                  <a:gd name="connsiteX190" fmla="*/ 250179 w 606376"/>
                  <a:gd name="connsiteY190" fmla="*/ 519749 h 555256"/>
                  <a:gd name="connsiteX191" fmla="*/ 531098 w 606376"/>
                  <a:gd name="connsiteY191" fmla="*/ 516468 h 555256"/>
                  <a:gd name="connsiteX192" fmla="*/ 533445 w 606376"/>
                  <a:gd name="connsiteY192" fmla="*/ 513891 h 555256"/>
                  <a:gd name="connsiteX193" fmla="*/ 570291 w 606376"/>
                  <a:gd name="connsiteY193" fmla="*/ 240203 h 555256"/>
                  <a:gd name="connsiteX194" fmla="*/ 574515 w 606376"/>
                  <a:gd name="connsiteY194" fmla="*/ 107811 h 555256"/>
                  <a:gd name="connsiteX195" fmla="*/ 456703 w 606376"/>
                  <a:gd name="connsiteY195" fmla="*/ 35171 h 555256"/>
                  <a:gd name="connsiteX196" fmla="*/ 309643 w 606376"/>
                  <a:gd name="connsiteY196" fmla="*/ 33473 h 555256"/>
                  <a:gd name="connsiteX197" fmla="*/ 486537 w 606376"/>
                  <a:gd name="connsiteY197" fmla="*/ 52 h 555256"/>
                  <a:gd name="connsiteX198" fmla="*/ 587423 w 606376"/>
                  <a:gd name="connsiteY198" fmla="*/ 40561 h 555256"/>
                  <a:gd name="connsiteX199" fmla="*/ 598218 w 606376"/>
                  <a:gd name="connsiteY199" fmla="*/ 179045 h 555256"/>
                  <a:gd name="connsiteX200" fmla="*/ 605259 w 606376"/>
                  <a:gd name="connsiteY200" fmla="*/ 332994 h 555256"/>
                  <a:gd name="connsiteX201" fmla="*/ 547761 w 606376"/>
                  <a:gd name="connsiteY201" fmla="*/ 538260 h 555256"/>
                  <a:gd name="connsiteX202" fmla="*/ 540720 w 606376"/>
                  <a:gd name="connsiteY202" fmla="*/ 540838 h 555256"/>
                  <a:gd name="connsiteX203" fmla="*/ 532037 w 606376"/>
                  <a:gd name="connsiteY203" fmla="*/ 544118 h 555256"/>
                  <a:gd name="connsiteX204" fmla="*/ 168273 w 606376"/>
                  <a:gd name="connsiteY204" fmla="*/ 555131 h 555256"/>
                  <a:gd name="connsiteX205" fmla="*/ 25819 w 606376"/>
                  <a:gd name="connsiteY205" fmla="*/ 486944 h 555256"/>
                  <a:gd name="connsiteX206" fmla="*/ 1177 w 606376"/>
                  <a:gd name="connsiteY206" fmla="*/ 243249 h 555256"/>
                  <a:gd name="connsiteX207" fmla="*/ 31921 w 606376"/>
                  <a:gd name="connsiteY207" fmla="*/ 26970 h 555256"/>
                  <a:gd name="connsiteX208" fmla="*/ 39900 w 606376"/>
                  <a:gd name="connsiteY208" fmla="*/ 19472 h 555256"/>
                  <a:gd name="connsiteX209" fmla="*/ 56563 w 606376"/>
                  <a:gd name="connsiteY209" fmla="*/ 17128 h 555256"/>
                  <a:gd name="connsiteX210" fmla="*/ 171324 w 606376"/>
                  <a:gd name="connsiteY210" fmla="*/ 11739 h 555256"/>
                  <a:gd name="connsiteX211" fmla="*/ 371042 w 606376"/>
                  <a:gd name="connsiteY211" fmla="*/ 6818 h 555256"/>
                  <a:gd name="connsiteX212" fmla="*/ 486537 w 606376"/>
                  <a:gd name="connsiteY212" fmla="*/ 52 h 555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</a:cxnLst>
                <a:rect l="l" t="t" r="r" b="b"/>
                <a:pathLst>
                  <a:path w="606376" h="555256">
                    <a:moveTo>
                      <a:pt x="268748" y="374905"/>
                    </a:moveTo>
                    <a:cubicBezTo>
                      <a:pt x="268044" y="377718"/>
                      <a:pt x="267340" y="380765"/>
                      <a:pt x="267105" y="383577"/>
                    </a:cubicBezTo>
                    <a:cubicBezTo>
                      <a:pt x="266636" y="387561"/>
                      <a:pt x="266401" y="391545"/>
                      <a:pt x="266167" y="395764"/>
                    </a:cubicBezTo>
                    <a:cubicBezTo>
                      <a:pt x="274382" y="391077"/>
                      <a:pt x="281892" y="385921"/>
                      <a:pt x="289168" y="380061"/>
                    </a:cubicBezTo>
                    <a:cubicBezTo>
                      <a:pt x="282362" y="377718"/>
                      <a:pt x="274851" y="376077"/>
                      <a:pt x="268748" y="374905"/>
                    </a:cubicBezTo>
                    <a:close/>
                    <a:moveTo>
                      <a:pt x="249737" y="371624"/>
                    </a:moveTo>
                    <a:cubicBezTo>
                      <a:pt x="246451" y="383108"/>
                      <a:pt x="242226" y="394827"/>
                      <a:pt x="240348" y="406545"/>
                    </a:cubicBezTo>
                    <a:cubicBezTo>
                      <a:pt x="240113" y="407951"/>
                      <a:pt x="239879" y="409123"/>
                      <a:pt x="239879" y="410295"/>
                    </a:cubicBezTo>
                    <a:cubicBezTo>
                      <a:pt x="240583" y="409123"/>
                      <a:pt x="241522" y="408186"/>
                      <a:pt x="242930" y="407482"/>
                    </a:cubicBezTo>
                    <a:cubicBezTo>
                      <a:pt x="247155" y="405608"/>
                      <a:pt x="251145" y="403733"/>
                      <a:pt x="255135" y="401623"/>
                    </a:cubicBezTo>
                    <a:cubicBezTo>
                      <a:pt x="254431" y="394827"/>
                      <a:pt x="254666" y="387796"/>
                      <a:pt x="255135" y="380999"/>
                    </a:cubicBezTo>
                    <a:cubicBezTo>
                      <a:pt x="255370" y="378187"/>
                      <a:pt x="255370" y="375374"/>
                      <a:pt x="255839" y="372562"/>
                    </a:cubicBezTo>
                    <a:cubicBezTo>
                      <a:pt x="253727" y="372327"/>
                      <a:pt x="251614" y="371859"/>
                      <a:pt x="249737" y="371624"/>
                    </a:cubicBezTo>
                    <a:close/>
                    <a:moveTo>
                      <a:pt x="140595" y="364124"/>
                    </a:moveTo>
                    <a:cubicBezTo>
                      <a:pt x="139656" y="364593"/>
                      <a:pt x="138483" y="365062"/>
                      <a:pt x="137309" y="364828"/>
                    </a:cubicBezTo>
                    <a:cubicBezTo>
                      <a:pt x="130737" y="364828"/>
                      <a:pt x="124635" y="365296"/>
                      <a:pt x="118532" y="366234"/>
                    </a:cubicBezTo>
                    <a:cubicBezTo>
                      <a:pt x="119001" y="372562"/>
                      <a:pt x="118532" y="379358"/>
                      <a:pt x="117593" y="385921"/>
                    </a:cubicBezTo>
                    <a:cubicBezTo>
                      <a:pt x="123930" y="389905"/>
                      <a:pt x="130502" y="392483"/>
                      <a:pt x="137074" y="396233"/>
                    </a:cubicBezTo>
                    <a:cubicBezTo>
                      <a:pt x="137309" y="396467"/>
                      <a:pt x="137309" y="396702"/>
                      <a:pt x="137544" y="396936"/>
                    </a:cubicBezTo>
                    <a:cubicBezTo>
                      <a:pt x="138013" y="387327"/>
                      <a:pt x="137544" y="373968"/>
                      <a:pt x="140595" y="364124"/>
                    </a:cubicBezTo>
                    <a:close/>
                    <a:moveTo>
                      <a:pt x="215234" y="361078"/>
                    </a:moveTo>
                    <a:cubicBezTo>
                      <a:pt x="213356" y="387561"/>
                      <a:pt x="208427" y="414513"/>
                      <a:pt x="206080" y="440997"/>
                    </a:cubicBezTo>
                    <a:cubicBezTo>
                      <a:pt x="213356" y="450840"/>
                      <a:pt x="221336" y="459746"/>
                      <a:pt x="230021" y="467715"/>
                    </a:cubicBezTo>
                    <a:cubicBezTo>
                      <a:pt x="224388" y="449903"/>
                      <a:pt x="223918" y="430919"/>
                      <a:pt x="226265" y="412170"/>
                    </a:cubicBezTo>
                    <a:cubicBezTo>
                      <a:pt x="227908" y="399514"/>
                      <a:pt x="229317" y="384983"/>
                      <a:pt x="233072" y="371624"/>
                    </a:cubicBezTo>
                    <a:cubicBezTo>
                      <a:pt x="230021" y="369984"/>
                      <a:pt x="227439" y="368109"/>
                      <a:pt x="225796" y="365296"/>
                    </a:cubicBezTo>
                    <a:cubicBezTo>
                      <a:pt x="222041" y="365765"/>
                      <a:pt x="218285" y="363890"/>
                      <a:pt x="215234" y="361078"/>
                    </a:cubicBezTo>
                    <a:close/>
                    <a:moveTo>
                      <a:pt x="174863" y="333188"/>
                    </a:moveTo>
                    <a:cubicBezTo>
                      <a:pt x="169699" y="342797"/>
                      <a:pt x="164536" y="352172"/>
                      <a:pt x="158903" y="361546"/>
                    </a:cubicBezTo>
                    <a:cubicBezTo>
                      <a:pt x="158199" y="362718"/>
                      <a:pt x="157260" y="363421"/>
                      <a:pt x="156321" y="364124"/>
                    </a:cubicBezTo>
                    <a:cubicBezTo>
                      <a:pt x="156321" y="366468"/>
                      <a:pt x="156086" y="369046"/>
                      <a:pt x="155851" y="371624"/>
                    </a:cubicBezTo>
                    <a:cubicBezTo>
                      <a:pt x="154208" y="383108"/>
                      <a:pt x="152800" y="394592"/>
                      <a:pt x="151392" y="406311"/>
                    </a:cubicBezTo>
                    <a:cubicBezTo>
                      <a:pt x="149749" y="418732"/>
                      <a:pt x="148106" y="431388"/>
                      <a:pt x="145993" y="443809"/>
                    </a:cubicBezTo>
                    <a:cubicBezTo>
                      <a:pt x="145289" y="448497"/>
                      <a:pt x="144585" y="454825"/>
                      <a:pt x="142707" y="459746"/>
                    </a:cubicBezTo>
                    <a:cubicBezTo>
                      <a:pt x="153035" y="452481"/>
                      <a:pt x="162658" y="444044"/>
                      <a:pt x="172047" y="435372"/>
                    </a:cubicBezTo>
                    <a:cubicBezTo>
                      <a:pt x="168526" y="416623"/>
                      <a:pt x="168291" y="396936"/>
                      <a:pt x="169465" y="378187"/>
                    </a:cubicBezTo>
                    <a:cubicBezTo>
                      <a:pt x="170169" y="365999"/>
                      <a:pt x="169465" y="346781"/>
                      <a:pt x="174863" y="333188"/>
                    </a:cubicBezTo>
                    <a:close/>
                    <a:moveTo>
                      <a:pt x="479943" y="324081"/>
                    </a:moveTo>
                    <a:cubicBezTo>
                      <a:pt x="485340" y="341182"/>
                      <a:pt x="481820" y="364141"/>
                      <a:pt x="481585" y="381243"/>
                    </a:cubicBezTo>
                    <a:cubicBezTo>
                      <a:pt x="481351" y="401156"/>
                      <a:pt x="480412" y="420835"/>
                      <a:pt x="476893" y="440046"/>
                    </a:cubicBezTo>
                    <a:cubicBezTo>
                      <a:pt x="480647" y="439577"/>
                      <a:pt x="484401" y="439109"/>
                      <a:pt x="488155" y="438406"/>
                    </a:cubicBezTo>
                    <a:cubicBezTo>
                      <a:pt x="487921" y="400219"/>
                      <a:pt x="486982" y="362033"/>
                      <a:pt x="481585" y="324081"/>
                    </a:cubicBezTo>
                    <a:cubicBezTo>
                      <a:pt x="480882" y="324081"/>
                      <a:pt x="480412" y="324081"/>
                      <a:pt x="479943" y="324081"/>
                    </a:cubicBezTo>
                    <a:close/>
                    <a:moveTo>
                      <a:pt x="462345" y="323612"/>
                    </a:moveTo>
                    <a:cubicBezTo>
                      <a:pt x="461172" y="341182"/>
                      <a:pt x="458356" y="358753"/>
                      <a:pt x="457887" y="376089"/>
                    </a:cubicBezTo>
                    <a:cubicBezTo>
                      <a:pt x="457418" y="398111"/>
                      <a:pt x="457887" y="420133"/>
                      <a:pt x="455775" y="441920"/>
                    </a:cubicBezTo>
                    <a:cubicBezTo>
                      <a:pt x="458591" y="441920"/>
                      <a:pt x="461407" y="441451"/>
                      <a:pt x="464457" y="441451"/>
                    </a:cubicBezTo>
                    <a:cubicBezTo>
                      <a:pt x="466334" y="418961"/>
                      <a:pt x="466334" y="396237"/>
                      <a:pt x="465630" y="373746"/>
                    </a:cubicBezTo>
                    <a:cubicBezTo>
                      <a:pt x="465161" y="358284"/>
                      <a:pt x="461172" y="339074"/>
                      <a:pt x="465630" y="323846"/>
                    </a:cubicBezTo>
                    <a:cubicBezTo>
                      <a:pt x="464457" y="323846"/>
                      <a:pt x="463284" y="323612"/>
                      <a:pt x="462345" y="323612"/>
                    </a:cubicBezTo>
                    <a:close/>
                    <a:moveTo>
                      <a:pt x="436066" y="323143"/>
                    </a:moveTo>
                    <a:cubicBezTo>
                      <a:pt x="436300" y="358284"/>
                      <a:pt x="433485" y="406779"/>
                      <a:pt x="429261" y="441217"/>
                    </a:cubicBezTo>
                    <a:cubicBezTo>
                      <a:pt x="429261" y="441451"/>
                      <a:pt x="429027" y="441451"/>
                      <a:pt x="429027" y="441686"/>
                    </a:cubicBezTo>
                    <a:cubicBezTo>
                      <a:pt x="435127" y="441920"/>
                      <a:pt x="441228" y="442154"/>
                      <a:pt x="447328" y="442154"/>
                    </a:cubicBezTo>
                    <a:cubicBezTo>
                      <a:pt x="444278" y="417321"/>
                      <a:pt x="442636" y="392254"/>
                      <a:pt x="442870" y="367187"/>
                    </a:cubicBezTo>
                    <a:cubicBezTo>
                      <a:pt x="442870" y="352896"/>
                      <a:pt x="442401" y="337668"/>
                      <a:pt x="444982" y="323378"/>
                    </a:cubicBezTo>
                    <a:cubicBezTo>
                      <a:pt x="442166" y="323143"/>
                      <a:pt x="439116" y="323143"/>
                      <a:pt x="436066" y="323143"/>
                    </a:cubicBezTo>
                    <a:close/>
                    <a:moveTo>
                      <a:pt x="412602" y="321972"/>
                    </a:moveTo>
                    <a:cubicBezTo>
                      <a:pt x="413541" y="336497"/>
                      <a:pt x="410960" y="352428"/>
                      <a:pt x="410490" y="365781"/>
                    </a:cubicBezTo>
                    <a:cubicBezTo>
                      <a:pt x="409317" y="390146"/>
                      <a:pt x="408613" y="414979"/>
                      <a:pt x="404624" y="439109"/>
                    </a:cubicBezTo>
                    <a:cubicBezTo>
                      <a:pt x="410960" y="440046"/>
                      <a:pt x="417060" y="441217"/>
                      <a:pt x="422926" y="441451"/>
                    </a:cubicBezTo>
                    <a:cubicBezTo>
                      <a:pt x="422926" y="441451"/>
                      <a:pt x="422926" y="441451"/>
                      <a:pt x="422926" y="441217"/>
                    </a:cubicBezTo>
                    <a:cubicBezTo>
                      <a:pt x="421518" y="420601"/>
                      <a:pt x="420110" y="398111"/>
                      <a:pt x="420580" y="376089"/>
                    </a:cubicBezTo>
                    <a:cubicBezTo>
                      <a:pt x="421049" y="362267"/>
                      <a:pt x="417060" y="337434"/>
                      <a:pt x="422691" y="322441"/>
                    </a:cubicBezTo>
                    <a:cubicBezTo>
                      <a:pt x="419407" y="322206"/>
                      <a:pt x="415887" y="322206"/>
                      <a:pt x="412602" y="321972"/>
                    </a:cubicBezTo>
                    <a:close/>
                    <a:moveTo>
                      <a:pt x="391250" y="320801"/>
                    </a:moveTo>
                    <a:cubicBezTo>
                      <a:pt x="385853" y="359456"/>
                      <a:pt x="385619" y="398579"/>
                      <a:pt x="381630" y="437235"/>
                    </a:cubicBezTo>
                    <a:cubicBezTo>
                      <a:pt x="386557" y="437000"/>
                      <a:pt x="391719" y="437469"/>
                      <a:pt x="396881" y="438172"/>
                    </a:cubicBezTo>
                    <a:cubicBezTo>
                      <a:pt x="398759" y="412167"/>
                      <a:pt x="398289" y="385929"/>
                      <a:pt x="398055" y="360159"/>
                    </a:cubicBezTo>
                    <a:cubicBezTo>
                      <a:pt x="397820" y="347976"/>
                      <a:pt x="395943" y="333920"/>
                      <a:pt x="396881" y="321035"/>
                    </a:cubicBezTo>
                    <a:cubicBezTo>
                      <a:pt x="395004" y="321035"/>
                      <a:pt x="393127" y="321035"/>
                      <a:pt x="391250" y="320801"/>
                    </a:cubicBezTo>
                    <a:close/>
                    <a:moveTo>
                      <a:pt x="184486" y="315845"/>
                    </a:moveTo>
                    <a:cubicBezTo>
                      <a:pt x="182374" y="319126"/>
                      <a:pt x="180496" y="322876"/>
                      <a:pt x="178619" y="326391"/>
                    </a:cubicBezTo>
                    <a:cubicBezTo>
                      <a:pt x="179323" y="325454"/>
                      <a:pt x="179792" y="324282"/>
                      <a:pt x="180731" y="323579"/>
                    </a:cubicBezTo>
                    <a:cubicBezTo>
                      <a:pt x="183078" y="321235"/>
                      <a:pt x="187772" y="321938"/>
                      <a:pt x="188711" y="325688"/>
                    </a:cubicBezTo>
                    <a:cubicBezTo>
                      <a:pt x="192467" y="343735"/>
                      <a:pt x="182843" y="366703"/>
                      <a:pt x="181905" y="385218"/>
                    </a:cubicBezTo>
                    <a:cubicBezTo>
                      <a:pt x="181200" y="399045"/>
                      <a:pt x="181435" y="412873"/>
                      <a:pt x="182139" y="426701"/>
                    </a:cubicBezTo>
                    <a:cubicBezTo>
                      <a:pt x="186599" y="424123"/>
                      <a:pt x="191528" y="424591"/>
                      <a:pt x="195518" y="427169"/>
                    </a:cubicBezTo>
                    <a:cubicBezTo>
                      <a:pt x="194814" y="400451"/>
                      <a:pt x="196691" y="371390"/>
                      <a:pt x="203263" y="346313"/>
                    </a:cubicBezTo>
                    <a:cubicBezTo>
                      <a:pt x="203263" y="345844"/>
                      <a:pt x="203498" y="345609"/>
                      <a:pt x="203733" y="345141"/>
                    </a:cubicBezTo>
                    <a:cubicBezTo>
                      <a:pt x="203263" y="344672"/>
                      <a:pt x="203029" y="343969"/>
                      <a:pt x="202559" y="343500"/>
                    </a:cubicBezTo>
                    <a:cubicBezTo>
                      <a:pt x="196691" y="334125"/>
                      <a:pt x="190589" y="324985"/>
                      <a:pt x="184486" y="315845"/>
                    </a:cubicBezTo>
                    <a:close/>
                    <a:moveTo>
                      <a:pt x="379284" y="291517"/>
                    </a:moveTo>
                    <a:cubicBezTo>
                      <a:pt x="417529" y="295265"/>
                      <a:pt x="455541" y="295733"/>
                      <a:pt x="494021" y="295733"/>
                    </a:cubicBezTo>
                    <a:cubicBezTo>
                      <a:pt x="499887" y="295733"/>
                      <a:pt x="506692" y="299950"/>
                      <a:pt x="507630" y="306276"/>
                    </a:cubicBezTo>
                    <a:cubicBezTo>
                      <a:pt x="515608" y="353833"/>
                      <a:pt x="516781" y="401625"/>
                      <a:pt x="516781" y="449885"/>
                    </a:cubicBezTo>
                    <a:cubicBezTo>
                      <a:pt x="516781" y="456211"/>
                      <a:pt x="512323" y="461833"/>
                      <a:pt x="506222" y="463473"/>
                    </a:cubicBezTo>
                    <a:cubicBezTo>
                      <a:pt x="479708" y="471438"/>
                      <a:pt x="450848" y="471907"/>
                      <a:pt x="423395" y="470033"/>
                    </a:cubicBezTo>
                    <a:cubicBezTo>
                      <a:pt x="406502" y="468861"/>
                      <a:pt x="381865" y="470267"/>
                      <a:pt x="368021" y="458553"/>
                    </a:cubicBezTo>
                    <a:cubicBezTo>
                      <a:pt x="364971" y="457616"/>
                      <a:pt x="362390" y="455742"/>
                      <a:pt x="361920" y="452228"/>
                    </a:cubicBezTo>
                    <a:cubicBezTo>
                      <a:pt x="355116" y="402562"/>
                      <a:pt x="357697" y="351256"/>
                      <a:pt x="365675" y="302059"/>
                    </a:cubicBezTo>
                    <a:cubicBezTo>
                      <a:pt x="366613" y="296202"/>
                      <a:pt x="373652" y="291048"/>
                      <a:pt x="379284" y="291517"/>
                    </a:cubicBezTo>
                    <a:close/>
                    <a:moveTo>
                      <a:pt x="184017" y="280397"/>
                    </a:moveTo>
                    <a:cubicBezTo>
                      <a:pt x="188066" y="280397"/>
                      <a:pt x="192115" y="282448"/>
                      <a:pt x="195049" y="286549"/>
                    </a:cubicBezTo>
                    <a:cubicBezTo>
                      <a:pt x="205611" y="300845"/>
                      <a:pt x="214764" y="316079"/>
                      <a:pt x="224153" y="330844"/>
                    </a:cubicBezTo>
                    <a:cubicBezTo>
                      <a:pt x="226500" y="334594"/>
                      <a:pt x="231194" y="340688"/>
                      <a:pt x="233776" y="346781"/>
                    </a:cubicBezTo>
                    <a:cubicBezTo>
                      <a:pt x="240113" y="343969"/>
                      <a:pt x="247859" y="344906"/>
                      <a:pt x="254900" y="345844"/>
                    </a:cubicBezTo>
                    <a:cubicBezTo>
                      <a:pt x="276025" y="348656"/>
                      <a:pt x="304190" y="353812"/>
                      <a:pt x="320385" y="368812"/>
                    </a:cubicBezTo>
                    <a:cubicBezTo>
                      <a:pt x="325549" y="373265"/>
                      <a:pt x="325314" y="382171"/>
                      <a:pt x="320385" y="386858"/>
                    </a:cubicBezTo>
                    <a:cubicBezTo>
                      <a:pt x="302547" y="403733"/>
                      <a:pt x="278841" y="414279"/>
                      <a:pt x="255839" y="422951"/>
                    </a:cubicBezTo>
                    <a:cubicBezTo>
                      <a:pt x="263819" y="444981"/>
                      <a:pt x="260299" y="474277"/>
                      <a:pt x="260299" y="496542"/>
                    </a:cubicBezTo>
                    <a:cubicBezTo>
                      <a:pt x="260299" y="506151"/>
                      <a:pt x="249737" y="511776"/>
                      <a:pt x="241522" y="507089"/>
                    </a:cubicBezTo>
                    <a:cubicBezTo>
                      <a:pt x="218285" y="494667"/>
                      <a:pt x="201620" y="476387"/>
                      <a:pt x="186364" y="455762"/>
                    </a:cubicBezTo>
                    <a:cubicBezTo>
                      <a:pt x="166413" y="474043"/>
                      <a:pt x="145289" y="490214"/>
                      <a:pt x="119471" y="499823"/>
                    </a:cubicBezTo>
                    <a:cubicBezTo>
                      <a:pt x="111960" y="502636"/>
                      <a:pt x="103510" y="495370"/>
                      <a:pt x="103745" y="487871"/>
                    </a:cubicBezTo>
                    <a:cubicBezTo>
                      <a:pt x="104919" y="463496"/>
                      <a:pt x="110786" y="439122"/>
                      <a:pt x="118297" y="415685"/>
                    </a:cubicBezTo>
                    <a:cubicBezTo>
                      <a:pt x="96234" y="407482"/>
                      <a:pt x="76988" y="386858"/>
                      <a:pt x="66660" y="367406"/>
                    </a:cubicBezTo>
                    <a:cubicBezTo>
                      <a:pt x="62905" y="360375"/>
                      <a:pt x="65722" y="349828"/>
                      <a:pt x="74406" y="348188"/>
                    </a:cubicBezTo>
                    <a:cubicBezTo>
                      <a:pt x="95295" y="343969"/>
                      <a:pt x="121349" y="340688"/>
                      <a:pt x="141534" y="349359"/>
                    </a:cubicBezTo>
                    <a:cubicBezTo>
                      <a:pt x="142942" y="339750"/>
                      <a:pt x="147636" y="330610"/>
                      <a:pt x="151861" y="322407"/>
                    </a:cubicBezTo>
                    <a:cubicBezTo>
                      <a:pt x="157964" y="309751"/>
                      <a:pt x="164771" y="297799"/>
                      <a:pt x="172985" y="286549"/>
                    </a:cubicBezTo>
                    <a:cubicBezTo>
                      <a:pt x="175919" y="282448"/>
                      <a:pt x="179968" y="280397"/>
                      <a:pt x="184017" y="280397"/>
                    </a:cubicBezTo>
                    <a:close/>
                    <a:moveTo>
                      <a:pt x="486028" y="191450"/>
                    </a:moveTo>
                    <a:cubicBezTo>
                      <a:pt x="485559" y="199885"/>
                      <a:pt x="484620" y="208321"/>
                      <a:pt x="482978" y="216522"/>
                    </a:cubicBezTo>
                    <a:cubicBezTo>
                      <a:pt x="487202" y="216288"/>
                      <a:pt x="491660" y="216053"/>
                      <a:pt x="495884" y="215819"/>
                    </a:cubicBezTo>
                    <a:cubicBezTo>
                      <a:pt x="493068" y="207618"/>
                      <a:pt x="489548" y="199416"/>
                      <a:pt x="486028" y="191450"/>
                    </a:cubicBezTo>
                    <a:close/>
                    <a:moveTo>
                      <a:pt x="425016" y="176687"/>
                    </a:moveTo>
                    <a:cubicBezTo>
                      <a:pt x="419619" y="189341"/>
                      <a:pt x="414457" y="201994"/>
                      <a:pt x="409998" y="214647"/>
                    </a:cubicBezTo>
                    <a:cubicBezTo>
                      <a:pt x="414457" y="215585"/>
                      <a:pt x="419150" y="216053"/>
                      <a:pt x="423843" y="216522"/>
                    </a:cubicBezTo>
                    <a:cubicBezTo>
                      <a:pt x="423374" y="203166"/>
                      <a:pt x="423843" y="190044"/>
                      <a:pt x="425016" y="176687"/>
                    </a:cubicBezTo>
                    <a:close/>
                    <a:moveTo>
                      <a:pt x="465144" y="152318"/>
                    </a:moveTo>
                    <a:cubicBezTo>
                      <a:pt x="465613" y="158410"/>
                      <a:pt x="465144" y="164737"/>
                      <a:pt x="465378" y="170361"/>
                    </a:cubicBezTo>
                    <a:cubicBezTo>
                      <a:pt x="465848" y="186060"/>
                      <a:pt x="466317" y="201760"/>
                      <a:pt x="465613" y="217225"/>
                    </a:cubicBezTo>
                    <a:cubicBezTo>
                      <a:pt x="467725" y="217225"/>
                      <a:pt x="469837" y="216991"/>
                      <a:pt x="472183" y="216991"/>
                    </a:cubicBezTo>
                    <a:cubicBezTo>
                      <a:pt x="473826" y="204806"/>
                      <a:pt x="474295" y="192387"/>
                      <a:pt x="473357" y="179968"/>
                    </a:cubicBezTo>
                    <a:cubicBezTo>
                      <a:pt x="472887" y="174110"/>
                      <a:pt x="471714" y="168486"/>
                      <a:pt x="471245" y="162628"/>
                    </a:cubicBezTo>
                    <a:cubicBezTo>
                      <a:pt x="469367" y="159113"/>
                      <a:pt x="467255" y="155599"/>
                      <a:pt x="465144" y="152318"/>
                    </a:cubicBezTo>
                    <a:close/>
                    <a:moveTo>
                      <a:pt x="248791" y="137790"/>
                    </a:moveTo>
                    <a:cubicBezTo>
                      <a:pt x="247148" y="146693"/>
                      <a:pt x="244801" y="155363"/>
                      <a:pt x="243862" y="164267"/>
                    </a:cubicBezTo>
                    <a:cubicBezTo>
                      <a:pt x="243158" y="175748"/>
                      <a:pt x="242688" y="187464"/>
                      <a:pt x="241984" y="198945"/>
                    </a:cubicBezTo>
                    <a:cubicBezTo>
                      <a:pt x="251138" y="187229"/>
                      <a:pt x="256537" y="172468"/>
                      <a:pt x="254659" y="158175"/>
                    </a:cubicBezTo>
                    <a:cubicBezTo>
                      <a:pt x="253955" y="151380"/>
                      <a:pt x="251842" y="144350"/>
                      <a:pt x="248791" y="137790"/>
                    </a:cubicBezTo>
                    <a:close/>
                    <a:moveTo>
                      <a:pt x="157718" y="134978"/>
                    </a:moveTo>
                    <a:cubicBezTo>
                      <a:pt x="153728" y="142241"/>
                      <a:pt x="151850" y="151145"/>
                      <a:pt x="152789" y="161455"/>
                    </a:cubicBezTo>
                    <a:cubicBezTo>
                      <a:pt x="153493" y="172936"/>
                      <a:pt x="157249" y="186761"/>
                      <a:pt x="163821" y="198242"/>
                    </a:cubicBezTo>
                    <a:cubicBezTo>
                      <a:pt x="161474" y="185121"/>
                      <a:pt x="160300" y="171530"/>
                      <a:pt x="159596" y="158175"/>
                    </a:cubicBezTo>
                    <a:cubicBezTo>
                      <a:pt x="159127" y="151145"/>
                      <a:pt x="157718" y="142944"/>
                      <a:pt x="157718" y="134978"/>
                    </a:cubicBezTo>
                    <a:close/>
                    <a:moveTo>
                      <a:pt x="447075" y="125605"/>
                    </a:moveTo>
                    <a:cubicBezTo>
                      <a:pt x="445901" y="127949"/>
                      <a:pt x="444728" y="130526"/>
                      <a:pt x="443789" y="133104"/>
                    </a:cubicBezTo>
                    <a:cubicBezTo>
                      <a:pt x="444024" y="133572"/>
                      <a:pt x="444493" y="134041"/>
                      <a:pt x="444728" y="134510"/>
                    </a:cubicBezTo>
                    <a:cubicBezTo>
                      <a:pt x="448717" y="145523"/>
                      <a:pt x="442851" y="160519"/>
                      <a:pt x="441208" y="172001"/>
                    </a:cubicBezTo>
                    <a:cubicBezTo>
                      <a:pt x="439331" y="186997"/>
                      <a:pt x="438157" y="202228"/>
                      <a:pt x="436984" y="217459"/>
                    </a:cubicBezTo>
                    <a:cubicBezTo>
                      <a:pt x="442616" y="217693"/>
                      <a:pt x="448248" y="217459"/>
                      <a:pt x="454114" y="217225"/>
                    </a:cubicBezTo>
                    <a:cubicBezTo>
                      <a:pt x="452706" y="201760"/>
                      <a:pt x="451299" y="186060"/>
                      <a:pt x="449891" y="170361"/>
                    </a:cubicBezTo>
                    <a:cubicBezTo>
                      <a:pt x="448717" y="159816"/>
                      <a:pt x="444963" y="146929"/>
                      <a:pt x="449891" y="137087"/>
                    </a:cubicBezTo>
                    <a:cubicBezTo>
                      <a:pt x="450595" y="135681"/>
                      <a:pt x="452003" y="134978"/>
                      <a:pt x="453176" y="134510"/>
                    </a:cubicBezTo>
                    <a:cubicBezTo>
                      <a:pt x="451064" y="131463"/>
                      <a:pt x="449187" y="128417"/>
                      <a:pt x="447075" y="125605"/>
                    </a:cubicBezTo>
                    <a:close/>
                    <a:moveTo>
                      <a:pt x="211939" y="111312"/>
                    </a:moveTo>
                    <a:cubicBezTo>
                      <a:pt x="208653" y="111312"/>
                      <a:pt x="205367" y="111781"/>
                      <a:pt x="202081" y="112952"/>
                    </a:cubicBezTo>
                    <a:cubicBezTo>
                      <a:pt x="202316" y="113421"/>
                      <a:pt x="202785" y="114124"/>
                      <a:pt x="202785" y="115061"/>
                    </a:cubicBezTo>
                    <a:cubicBezTo>
                      <a:pt x="202551" y="131697"/>
                      <a:pt x="198091" y="147865"/>
                      <a:pt x="197856" y="164735"/>
                    </a:cubicBezTo>
                    <a:cubicBezTo>
                      <a:pt x="197856" y="179263"/>
                      <a:pt x="198326" y="193790"/>
                      <a:pt x="197387" y="208317"/>
                    </a:cubicBezTo>
                    <a:cubicBezTo>
                      <a:pt x="196917" y="214409"/>
                      <a:pt x="188232" y="214409"/>
                      <a:pt x="187763" y="208317"/>
                    </a:cubicBezTo>
                    <a:cubicBezTo>
                      <a:pt x="185416" y="181840"/>
                      <a:pt x="178844" y="145756"/>
                      <a:pt x="188467" y="119279"/>
                    </a:cubicBezTo>
                    <a:cubicBezTo>
                      <a:pt x="184946" y="121622"/>
                      <a:pt x="181425" y="123965"/>
                      <a:pt x="178139" y="126543"/>
                    </a:cubicBezTo>
                    <a:cubicBezTo>
                      <a:pt x="177435" y="127011"/>
                      <a:pt x="176731" y="127246"/>
                      <a:pt x="176027" y="127714"/>
                    </a:cubicBezTo>
                    <a:cubicBezTo>
                      <a:pt x="177435" y="137555"/>
                      <a:pt x="175323" y="149037"/>
                      <a:pt x="175323" y="158175"/>
                    </a:cubicBezTo>
                    <a:cubicBezTo>
                      <a:pt x="175323" y="176217"/>
                      <a:pt x="175323" y="194259"/>
                      <a:pt x="175557" y="212301"/>
                    </a:cubicBezTo>
                    <a:cubicBezTo>
                      <a:pt x="179548" y="215581"/>
                      <a:pt x="184242" y="218393"/>
                      <a:pt x="189406" y="219799"/>
                    </a:cubicBezTo>
                    <a:cubicBezTo>
                      <a:pt x="203724" y="223313"/>
                      <a:pt x="217808" y="219330"/>
                      <a:pt x="229309" y="211129"/>
                    </a:cubicBezTo>
                    <a:cubicBezTo>
                      <a:pt x="228840" y="210192"/>
                      <a:pt x="228605" y="209255"/>
                      <a:pt x="228605" y="208317"/>
                    </a:cubicBezTo>
                    <a:cubicBezTo>
                      <a:pt x="227431" y="191681"/>
                      <a:pt x="226962" y="174811"/>
                      <a:pt x="228605" y="158175"/>
                    </a:cubicBezTo>
                    <a:cubicBezTo>
                      <a:pt x="229778" y="145990"/>
                      <a:pt x="230248" y="132166"/>
                      <a:pt x="237055" y="121622"/>
                    </a:cubicBezTo>
                    <a:cubicBezTo>
                      <a:pt x="234003" y="118810"/>
                      <a:pt x="230717" y="116233"/>
                      <a:pt x="226727" y="114593"/>
                    </a:cubicBezTo>
                    <a:cubicBezTo>
                      <a:pt x="226258" y="114124"/>
                      <a:pt x="225788" y="114124"/>
                      <a:pt x="225319" y="113890"/>
                    </a:cubicBezTo>
                    <a:cubicBezTo>
                      <a:pt x="228840" y="129354"/>
                      <a:pt x="224849" y="147162"/>
                      <a:pt x="222737" y="162627"/>
                    </a:cubicBezTo>
                    <a:cubicBezTo>
                      <a:pt x="220155" y="181372"/>
                      <a:pt x="216869" y="199179"/>
                      <a:pt x="211235" y="217221"/>
                    </a:cubicBezTo>
                    <a:cubicBezTo>
                      <a:pt x="210766" y="219330"/>
                      <a:pt x="207714" y="218861"/>
                      <a:pt x="207714" y="216753"/>
                    </a:cubicBezTo>
                    <a:cubicBezTo>
                      <a:pt x="206776" y="197773"/>
                      <a:pt x="207480" y="179497"/>
                      <a:pt x="208184" y="160752"/>
                    </a:cubicBezTo>
                    <a:cubicBezTo>
                      <a:pt x="208888" y="145288"/>
                      <a:pt x="206776" y="127948"/>
                      <a:pt x="210766" y="112952"/>
                    </a:cubicBezTo>
                    <a:cubicBezTo>
                      <a:pt x="211001" y="112250"/>
                      <a:pt x="211705" y="111781"/>
                      <a:pt x="211939" y="111312"/>
                    </a:cubicBezTo>
                    <a:close/>
                    <a:moveTo>
                      <a:pt x="439595" y="84365"/>
                    </a:moveTo>
                    <a:cubicBezTo>
                      <a:pt x="444141" y="82842"/>
                      <a:pt x="449187" y="83545"/>
                      <a:pt x="452941" y="87880"/>
                    </a:cubicBezTo>
                    <a:cubicBezTo>
                      <a:pt x="487906" y="128417"/>
                      <a:pt x="513953" y="174344"/>
                      <a:pt x="528737" y="225660"/>
                    </a:cubicBezTo>
                    <a:cubicBezTo>
                      <a:pt x="531318" y="234565"/>
                      <a:pt x="524278" y="243469"/>
                      <a:pt x="515126" y="243469"/>
                    </a:cubicBezTo>
                    <a:cubicBezTo>
                      <a:pt x="486967" y="243703"/>
                      <a:pt x="458808" y="245109"/>
                      <a:pt x="430883" y="243703"/>
                    </a:cubicBezTo>
                    <a:cubicBezTo>
                      <a:pt x="412110" y="242766"/>
                      <a:pt x="389583" y="243469"/>
                      <a:pt x="377615" y="226832"/>
                    </a:cubicBezTo>
                    <a:cubicBezTo>
                      <a:pt x="372687" y="220271"/>
                      <a:pt x="378554" y="210430"/>
                      <a:pt x="386063" y="209258"/>
                    </a:cubicBezTo>
                    <a:cubicBezTo>
                      <a:pt x="392399" y="169658"/>
                      <a:pt x="414926" y="131229"/>
                      <a:pt x="429240" y="94207"/>
                    </a:cubicBezTo>
                    <a:cubicBezTo>
                      <a:pt x="431000" y="89638"/>
                      <a:pt x="435048" y="85888"/>
                      <a:pt x="439595" y="84365"/>
                    </a:cubicBezTo>
                    <a:close/>
                    <a:moveTo>
                      <a:pt x="206589" y="84268"/>
                    </a:moveTo>
                    <a:cubicBezTo>
                      <a:pt x="240576" y="81950"/>
                      <a:pt x="274200" y="106158"/>
                      <a:pt x="281418" y="145522"/>
                    </a:cubicBezTo>
                    <a:cubicBezTo>
                      <a:pt x="290337" y="194962"/>
                      <a:pt x="251138" y="256117"/>
                      <a:pt x="195039" y="249322"/>
                    </a:cubicBezTo>
                    <a:cubicBezTo>
                      <a:pt x="115938" y="239715"/>
                      <a:pt x="100446" y="101003"/>
                      <a:pt x="173445" y="95848"/>
                    </a:cubicBezTo>
                    <a:cubicBezTo>
                      <a:pt x="183890" y="88760"/>
                      <a:pt x="195260" y="85040"/>
                      <a:pt x="206589" y="84268"/>
                    </a:cubicBezTo>
                    <a:close/>
                    <a:moveTo>
                      <a:pt x="309643" y="33473"/>
                    </a:moveTo>
                    <a:cubicBezTo>
                      <a:pt x="260153" y="33648"/>
                      <a:pt x="210752" y="35289"/>
                      <a:pt x="163110" y="40561"/>
                    </a:cubicBezTo>
                    <a:cubicBezTo>
                      <a:pt x="130020" y="44310"/>
                      <a:pt x="85664" y="57432"/>
                      <a:pt x="52573" y="45481"/>
                    </a:cubicBezTo>
                    <a:cubicBezTo>
                      <a:pt x="17605" y="164283"/>
                      <a:pt x="14085" y="324324"/>
                      <a:pt x="42482" y="442188"/>
                    </a:cubicBezTo>
                    <a:cubicBezTo>
                      <a:pt x="53981" y="490224"/>
                      <a:pt x="70644" y="524435"/>
                      <a:pt x="127673" y="526310"/>
                    </a:cubicBezTo>
                    <a:cubicBezTo>
                      <a:pt x="168977" y="527716"/>
                      <a:pt x="209343" y="523732"/>
                      <a:pt x="250179" y="519749"/>
                    </a:cubicBezTo>
                    <a:cubicBezTo>
                      <a:pt x="342645" y="510610"/>
                      <a:pt x="438162" y="514828"/>
                      <a:pt x="531098" y="516468"/>
                    </a:cubicBezTo>
                    <a:cubicBezTo>
                      <a:pt x="531802" y="515531"/>
                      <a:pt x="532506" y="514594"/>
                      <a:pt x="533445" y="513891"/>
                    </a:cubicBezTo>
                    <a:cubicBezTo>
                      <a:pt x="607371" y="457653"/>
                      <a:pt x="574515" y="318935"/>
                      <a:pt x="570291" y="240203"/>
                    </a:cubicBezTo>
                    <a:cubicBezTo>
                      <a:pt x="567944" y="195682"/>
                      <a:pt x="576862" y="151629"/>
                      <a:pt x="574515" y="107811"/>
                    </a:cubicBezTo>
                    <a:cubicBezTo>
                      <a:pt x="570291" y="27673"/>
                      <a:pt x="516313" y="35874"/>
                      <a:pt x="456703" y="35171"/>
                    </a:cubicBezTo>
                    <a:cubicBezTo>
                      <a:pt x="408710" y="34586"/>
                      <a:pt x="359132" y="33297"/>
                      <a:pt x="309643" y="33473"/>
                    </a:cubicBezTo>
                    <a:close/>
                    <a:moveTo>
                      <a:pt x="486537" y="52"/>
                    </a:moveTo>
                    <a:cubicBezTo>
                      <a:pt x="530570" y="785"/>
                      <a:pt x="572168" y="9396"/>
                      <a:pt x="587423" y="40561"/>
                    </a:cubicBezTo>
                    <a:cubicBezTo>
                      <a:pt x="609483" y="85785"/>
                      <a:pt x="600331" y="130072"/>
                      <a:pt x="598218" y="179045"/>
                    </a:cubicBezTo>
                    <a:cubicBezTo>
                      <a:pt x="595871" y="230596"/>
                      <a:pt x="603147" y="281443"/>
                      <a:pt x="605259" y="332994"/>
                    </a:cubicBezTo>
                    <a:cubicBezTo>
                      <a:pt x="608075" y="404462"/>
                      <a:pt x="610422" y="490693"/>
                      <a:pt x="547761" y="538260"/>
                    </a:cubicBezTo>
                    <a:cubicBezTo>
                      <a:pt x="545414" y="540135"/>
                      <a:pt x="543067" y="540838"/>
                      <a:pt x="540720" y="540838"/>
                    </a:cubicBezTo>
                    <a:cubicBezTo>
                      <a:pt x="538608" y="542712"/>
                      <a:pt x="535792" y="544118"/>
                      <a:pt x="532037" y="544118"/>
                    </a:cubicBezTo>
                    <a:cubicBezTo>
                      <a:pt x="410704" y="546461"/>
                      <a:pt x="289371" y="552788"/>
                      <a:pt x="168273" y="555131"/>
                    </a:cubicBezTo>
                    <a:cubicBezTo>
                      <a:pt x="108194" y="556303"/>
                      <a:pt x="47645" y="550445"/>
                      <a:pt x="25819" y="486944"/>
                    </a:cubicBezTo>
                    <a:cubicBezTo>
                      <a:pt x="-701" y="410321"/>
                      <a:pt x="-1874" y="323387"/>
                      <a:pt x="1177" y="243249"/>
                    </a:cubicBezTo>
                    <a:cubicBezTo>
                      <a:pt x="3758" y="172718"/>
                      <a:pt x="4932" y="93517"/>
                      <a:pt x="31921" y="26970"/>
                    </a:cubicBezTo>
                    <a:cubicBezTo>
                      <a:pt x="33564" y="22986"/>
                      <a:pt x="36615" y="20643"/>
                      <a:pt x="39900" y="19472"/>
                    </a:cubicBezTo>
                    <a:cubicBezTo>
                      <a:pt x="43420" y="13379"/>
                      <a:pt x="51400" y="12676"/>
                      <a:pt x="56563" y="17128"/>
                    </a:cubicBezTo>
                    <a:cubicBezTo>
                      <a:pt x="79562" y="35874"/>
                      <a:pt x="143866" y="11973"/>
                      <a:pt x="171324" y="11739"/>
                    </a:cubicBezTo>
                    <a:cubicBezTo>
                      <a:pt x="237975" y="11270"/>
                      <a:pt x="304391" y="7990"/>
                      <a:pt x="371042" y="6818"/>
                    </a:cubicBezTo>
                    <a:cubicBezTo>
                      <a:pt x="396036" y="6467"/>
                      <a:pt x="442504" y="-680"/>
                      <a:pt x="486537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组合 16" descr="8b1d2a1e-191c-4d88-b5ec-97f73008fe2f">
              <a:extLst>
                <a:ext uri="{FF2B5EF4-FFF2-40B4-BE49-F238E27FC236}">
                  <a16:creationId xmlns:a16="http://schemas.microsoft.com/office/drawing/2014/main" id="{F09E03B3-8CAB-5AFF-B99A-107B08A5BA31}"/>
                </a:ext>
              </a:extLst>
            </p:cNvPr>
            <p:cNvGrpSpPr/>
            <p:nvPr/>
          </p:nvGrpSpPr>
          <p:grpSpPr>
            <a:xfrm>
              <a:off x="3560110" y="1770701"/>
              <a:ext cx="3573944" cy="1752895"/>
              <a:chOff x="3560110" y="1770701"/>
              <a:chExt cx="3573944" cy="1752895"/>
            </a:xfrm>
          </p:grpSpPr>
          <p:sp>
            <p:nvSpPr>
              <p:cNvPr id="24" name="IconBackground2" descr="83440b5f-9f9f-49b2-a612-8d60e65ab0c3">
                <a:extLst>
                  <a:ext uri="{FF2B5EF4-FFF2-40B4-BE49-F238E27FC236}">
                    <a16:creationId xmlns:a16="http://schemas.microsoft.com/office/drawing/2014/main" id="{4C908CCC-A455-792D-4D26-B2A115625123}"/>
                  </a:ext>
                </a:extLst>
              </p:cNvPr>
              <p:cNvSpPr/>
              <p:nvPr/>
            </p:nvSpPr>
            <p:spPr>
              <a:xfrm rot="7302224">
                <a:off x="3607017" y="2377924"/>
                <a:ext cx="594633" cy="688448"/>
              </a:xfrm>
              <a:custGeom>
                <a:avLst/>
                <a:gdLst>
                  <a:gd name="connsiteX0" fmla="*/ 8846 w 160511"/>
                  <a:gd name="connsiteY0" fmla="*/ 9103 h 166571"/>
                  <a:gd name="connsiteX1" fmla="*/ 30563 w 160511"/>
                  <a:gd name="connsiteY1" fmla="*/ 150740 h 166571"/>
                  <a:gd name="connsiteX2" fmla="*/ 160389 w 160511"/>
                  <a:gd name="connsiteY2" fmla="*/ 109782 h 166571"/>
                  <a:gd name="connsiteX3" fmla="*/ 110097 w 160511"/>
                  <a:gd name="connsiteY3" fmla="*/ 41488 h 166571"/>
                  <a:gd name="connsiteX4" fmla="*/ 17514 w 160511"/>
                  <a:gd name="connsiteY4" fmla="*/ 5388 h 166571"/>
                  <a:gd name="connsiteX5" fmla="*/ 8846 w 160511"/>
                  <a:gd name="connsiteY5" fmla="*/ 9103 h 166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511" h="166571">
                    <a:moveTo>
                      <a:pt x="8846" y="9103"/>
                    </a:moveTo>
                    <a:cubicBezTo>
                      <a:pt x="8846" y="9103"/>
                      <a:pt x="-21634" y="111592"/>
                      <a:pt x="30563" y="150740"/>
                    </a:cubicBezTo>
                    <a:cubicBezTo>
                      <a:pt x="82760" y="189888"/>
                      <a:pt x="164103" y="148835"/>
                      <a:pt x="160389" y="109782"/>
                    </a:cubicBezTo>
                    <a:cubicBezTo>
                      <a:pt x="156674" y="70730"/>
                      <a:pt x="145149" y="52632"/>
                      <a:pt x="110097" y="41488"/>
                    </a:cubicBezTo>
                    <a:cubicBezTo>
                      <a:pt x="75045" y="30344"/>
                      <a:pt x="22181" y="19009"/>
                      <a:pt x="17514" y="5388"/>
                    </a:cubicBezTo>
                    <a:cubicBezTo>
                      <a:pt x="12846" y="-8232"/>
                      <a:pt x="9132" y="8151"/>
                      <a:pt x="8846" y="910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ComponentBackground2" descr="f3ed592e-47c7-492c-a6eb-a74bc3d2e555">
                <a:extLst>
                  <a:ext uri="{FF2B5EF4-FFF2-40B4-BE49-F238E27FC236}">
                    <a16:creationId xmlns:a16="http://schemas.microsoft.com/office/drawing/2014/main" id="{F469DC39-3FE8-A674-B800-8C47986A4F8E}"/>
                  </a:ext>
                </a:extLst>
              </p:cNvPr>
              <p:cNvSpPr/>
              <p:nvPr/>
            </p:nvSpPr>
            <p:spPr>
              <a:xfrm>
                <a:off x="4433418" y="1770701"/>
                <a:ext cx="2700636" cy="1752895"/>
              </a:xfrm>
              <a:custGeom>
                <a:avLst/>
                <a:gdLst>
                  <a:gd name="connsiteX0" fmla="*/ 1135970 w 1893022"/>
                  <a:gd name="connsiteY0" fmla="*/ 1283595 h 1285857"/>
                  <a:gd name="connsiteX1" fmla="*/ 479602 w 1893022"/>
                  <a:gd name="connsiteY1" fmla="*/ 1208157 h 1285857"/>
                  <a:gd name="connsiteX2" fmla="*/ 126796 w 1893022"/>
                  <a:gd name="connsiteY2" fmla="*/ 1021658 h 1285857"/>
                  <a:gd name="connsiteX3" fmla="*/ 17545 w 1893022"/>
                  <a:gd name="connsiteY3" fmla="*/ 800201 h 1285857"/>
                  <a:gd name="connsiteX4" fmla="*/ 10496 w 1893022"/>
                  <a:gd name="connsiteY4" fmla="*/ 521976 h 1285857"/>
                  <a:gd name="connsiteX5" fmla="*/ 158229 w 1893022"/>
                  <a:gd name="connsiteY5" fmla="*/ 267182 h 1285857"/>
                  <a:gd name="connsiteX6" fmla="*/ 746588 w 1893022"/>
                  <a:gd name="connsiteY6" fmla="*/ 12389 h 1285857"/>
                  <a:gd name="connsiteX7" fmla="*/ 1437437 w 1893022"/>
                  <a:gd name="connsiteY7" fmla="*/ 114497 h 1285857"/>
                  <a:gd name="connsiteX8" fmla="*/ 1861013 w 1893022"/>
                  <a:gd name="connsiteY8" fmla="*/ 559600 h 1285857"/>
                  <a:gd name="connsiteX9" fmla="*/ 1442866 w 1893022"/>
                  <a:gd name="connsiteY9" fmla="*/ 1266355 h 1285857"/>
                  <a:gd name="connsiteX10" fmla="*/ 1135970 w 1893022"/>
                  <a:gd name="connsiteY10" fmla="*/ 1283595 h 128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3022" h="1285857">
                    <a:moveTo>
                      <a:pt x="1135970" y="1283595"/>
                    </a:moveTo>
                    <a:cubicBezTo>
                      <a:pt x="901941" y="1273499"/>
                      <a:pt x="688295" y="1259687"/>
                      <a:pt x="479602" y="1208157"/>
                    </a:cubicBezTo>
                    <a:cubicBezTo>
                      <a:pt x="347205" y="1175486"/>
                      <a:pt x="225094" y="1120337"/>
                      <a:pt x="126796" y="1021658"/>
                    </a:cubicBezTo>
                    <a:cubicBezTo>
                      <a:pt x="65455" y="960031"/>
                      <a:pt x="28879" y="887165"/>
                      <a:pt x="17545" y="800201"/>
                    </a:cubicBezTo>
                    <a:cubicBezTo>
                      <a:pt x="5448" y="707523"/>
                      <a:pt x="-11126" y="615607"/>
                      <a:pt x="10496" y="521976"/>
                    </a:cubicBezTo>
                    <a:cubicBezTo>
                      <a:pt x="33737" y="421583"/>
                      <a:pt x="81934" y="336429"/>
                      <a:pt x="158229" y="267182"/>
                    </a:cubicBezTo>
                    <a:cubicBezTo>
                      <a:pt x="325488" y="115544"/>
                      <a:pt x="527704" y="42583"/>
                      <a:pt x="746588" y="12389"/>
                    </a:cubicBezTo>
                    <a:cubicBezTo>
                      <a:pt x="985951" y="-20663"/>
                      <a:pt x="1217885" y="12103"/>
                      <a:pt x="1437437" y="114497"/>
                    </a:cubicBezTo>
                    <a:cubicBezTo>
                      <a:pt x="1636033" y="207080"/>
                      <a:pt x="1788433" y="346145"/>
                      <a:pt x="1861013" y="559600"/>
                    </a:cubicBezTo>
                    <a:cubicBezTo>
                      <a:pt x="1972456" y="887355"/>
                      <a:pt x="1783289" y="1207109"/>
                      <a:pt x="1442866" y="1266355"/>
                    </a:cubicBezTo>
                    <a:cubicBezTo>
                      <a:pt x="1334662" y="1285214"/>
                      <a:pt x="1225410" y="1289024"/>
                      <a:pt x="1135970" y="128359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3175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4" name="Bullet2" descr="9573f005-458c-4451-ab5b-a2af79d3f43e">
                <a:extLst>
                  <a:ext uri="{FF2B5EF4-FFF2-40B4-BE49-F238E27FC236}">
                    <a16:creationId xmlns:a16="http://schemas.microsoft.com/office/drawing/2014/main" id="{66878FCC-C71E-85BD-3778-99234EE858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89621" y="1971406"/>
                <a:ext cx="2316004" cy="52195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rgbClr val="FFFFFF"/>
                    </a:solidFill>
                  </a:rPr>
                  <a:t>身体状况</a:t>
                </a:r>
                <a:endParaRPr lang="en-US" dirty="0"/>
              </a:p>
            </p:txBody>
          </p:sp>
          <p:sp>
            <p:nvSpPr>
              <p:cNvPr id="45" name="Text2" descr="b45ff8a5-3e85-416e-8fe5-25e2cf7a78b0">
                <a:extLst>
                  <a:ext uri="{FF2B5EF4-FFF2-40B4-BE49-F238E27FC236}">
                    <a16:creationId xmlns:a16="http://schemas.microsoft.com/office/drawing/2014/main" id="{B12E5B76-2D21-F2DC-58FD-3E1CDE1021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89621" y="2493361"/>
                <a:ext cx="2316004" cy="81181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rgbClr val="FFFFFF"/>
                    </a:solidFill>
                  </a:rPr>
                  <a:t>她身体虚弱，记忆力逐渐衰退，但始终记得自己的父亲埃克托。</a:t>
                </a:r>
                <a:endParaRPr lang="en-US" dirty="0"/>
              </a:p>
            </p:txBody>
          </p:sp>
          <p:sp>
            <p:nvSpPr>
              <p:cNvPr id="48" name="Icon2" descr="0255a952-a089-4949-8a6b-5f1b82debc8b">
                <a:extLst>
                  <a:ext uri="{FF2B5EF4-FFF2-40B4-BE49-F238E27FC236}">
                    <a16:creationId xmlns:a16="http://schemas.microsoft.com/office/drawing/2014/main" id="{7B2D23D7-97CF-5973-FB0E-2D446E321A90}"/>
                  </a:ext>
                </a:extLst>
              </p:cNvPr>
              <p:cNvSpPr/>
              <p:nvPr/>
            </p:nvSpPr>
            <p:spPr>
              <a:xfrm>
                <a:off x="3730255" y="2519559"/>
                <a:ext cx="310969" cy="310518"/>
              </a:xfrm>
              <a:custGeom>
                <a:avLst/>
                <a:gdLst>
                  <a:gd name="connsiteX0" fmla="*/ 233078 w 607461"/>
                  <a:gd name="connsiteY0" fmla="*/ 470666 h 606580"/>
                  <a:gd name="connsiteX1" fmla="*/ 217710 w 607461"/>
                  <a:gd name="connsiteY1" fmla="*/ 476943 h 606580"/>
                  <a:gd name="connsiteX2" fmla="*/ 211428 w 607461"/>
                  <a:gd name="connsiteY2" fmla="*/ 492299 h 606580"/>
                  <a:gd name="connsiteX3" fmla="*/ 217710 w 607461"/>
                  <a:gd name="connsiteY3" fmla="*/ 507656 h 606580"/>
                  <a:gd name="connsiteX4" fmla="*/ 233078 w 607461"/>
                  <a:gd name="connsiteY4" fmla="*/ 513933 h 606580"/>
                  <a:gd name="connsiteX5" fmla="*/ 248446 w 607461"/>
                  <a:gd name="connsiteY5" fmla="*/ 507656 h 606580"/>
                  <a:gd name="connsiteX6" fmla="*/ 254728 w 607461"/>
                  <a:gd name="connsiteY6" fmla="*/ 492299 h 606580"/>
                  <a:gd name="connsiteX7" fmla="*/ 248446 w 607461"/>
                  <a:gd name="connsiteY7" fmla="*/ 476943 h 606580"/>
                  <a:gd name="connsiteX8" fmla="*/ 233078 w 607461"/>
                  <a:gd name="connsiteY8" fmla="*/ 470666 h 606580"/>
                  <a:gd name="connsiteX9" fmla="*/ 233078 w 607461"/>
                  <a:gd name="connsiteY9" fmla="*/ 446679 h 606580"/>
                  <a:gd name="connsiteX10" fmla="*/ 265273 w 607461"/>
                  <a:gd name="connsiteY10" fmla="*/ 460130 h 606580"/>
                  <a:gd name="connsiteX11" fmla="*/ 278734 w 607461"/>
                  <a:gd name="connsiteY11" fmla="*/ 492299 h 606580"/>
                  <a:gd name="connsiteX12" fmla="*/ 265273 w 607461"/>
                  <a:gd name="connsiteY12" fmla="*/ 524581 h 606580"/>
                  <a:gd name="connsiteX13" fmla="*/ 233078 w 607461"/>
                  <a:gd name="connsiteY13" fmla="*/ 537920 h 606580"/>
                  <a:gd name="connsiteX14" fmla="*/ 200771 w 607461"/>
                  <a:gd name="connsiteY14" fmla="*/ 524581 h 606580"/>
                  <a:gd name="connsiteX15" fmla="*/ 187422 w 607461"/>
                  <a:gd name="connsiteY15" fmla="*/ 492299 h 606580"/>
                  <a:gd name="connsiteX16" fmla="*/ 200771 w 607461"/>
                  <a:gd name="connsiteY16" fmla="*/ 460018 h 606580"/>
                  <a:gd name="connsiteX17" fmla="*/ 233078 w 607461"/>
                  <a:gd name="connsiteY17" fmla="*/ 446679 h 606580"/>
                  <a:gd name="connsiteX18" fmla="*/ 116164 w 607461"/>
                  <a:gd name="connsiteY18" fmla="*/ 356584 h 606580"/>
                  <a:gd name="connsiteX19" fmla="*/ 108083 w 607461"/>
                  <a:gd name="connsiteY19" fmla="*/ 358152 h 606580"/>
                  <a:gd name="connsiteX20" fmla="*/ 96075 w 607461"/>
                  <a:gd name="connsiteY20" fmla="*/ 386278 h 606580"/>
                  <a:gd name="connsiteX21" fmla="*/ 116276 w 607461"/>
                  <a:gd name="connsiteY21" fmla="*/ 399948 h 606580"/>
                  <a:gd name="connsiteX22" fmla="*/ 124245 w 607461"/>
                  <a:gd name="connsiteY22" fmla="*/ 398380 h 606580"/>
                  <a:gd name="connsiteX23" fmla="*/ 136141 w 607461"/>
                  <a:gd name="connsiteY23" fmla="*/ 386726 h 606580"/>
                  <a:gd name="connsiteX24" fmla="*/ 136365 w 607461"/>
                  <a:gd name="connsiteY24" fmla="*/ 370142 h 606580"/>
                  <a:gd name="connsiteX25" fmla="*/ 116164 w 607461"/>
                  <a:gd name="connsiteY25" fmla="*/ 356584 h 606580"/>
                  <a:gd name="connsiteX26" fmla="*/ 369995 w 607461"/>
                  <a:gd name="connsiteY26" fmla="*/ 336516 h 606580"/>
                  <a:gd name="connsiteX27" fmla="*/ 355294 w 607461"/>
                  <a:gd name="connsiteY27" fmla="*/ 357695 h 606580"/>
                  <a:gd name="connsiteX28" fmla="*/ 333972 w 607461"/>
                  <a:gd name="connsiteY28" fmla="*/ 372375 h 606580"/>
                  <a:gd name="connsiteX29" fmla="*/ 502192 w 607461"/>
                  <a:gd name="connsiteY29" fmla="*/ 540241 h 606580"/>
                  <a:gd name="connsiteX30" fmla="*/ 537542 w 607461"/>
                  <a:gd name="connsiteY30" fmla="*/ 540241 h 606580"/>
                  <a:gd name="connsiteX31" fmla="*/ 538103 w 607461"/>
                  <a:gd name="connsiteY31" fmla="*/ 539792 h 606580"/>
                  <a:gd name="connsiteX32" fmla="*/ 545509 w 607461"/>
                  <a:gd name="connsiteY32" fmla="*/ 522087 h 606580"/>
                  <a:gd name="connsiteX33" fmla="*/ 538103 w 607461"/>
                  <a:gd name="connsiteY33" fmla="*/ 504381 h 606580"/>
                  <a:gd name="connsiteX34" fmla="*/ 116164 w 607461"/>
                  <a:gd name="connsiteY34" fmla="*/ 332716 h 606580"/>
                  <a:gd name="connsiteX35" fmla="*/ 158587 w 607461"/>
                  <a:gd name="connsiteY35" fmla="*/ 361290 h 606580"/>
                  <a:gd name="connsiteX36" fmla="*/ 158138 w 607461"/>
                  <a:gd name="connsiteY36" fmla="*/ 396139 h 606580"/>
                  <a:gd name="connsiteX37" fmla="*/ 133223 w 607461"/>
                  <a:gd name="connsiteY37" fmla="*/ 420566 h 606580"/>
                  <a:gd name="connsiteX38" fmla="*/ 116276 w 607461"/>
                  <a:gd name="connsiteY38" fmla="*/ 423816 h 606580"/>
                  <a:gd name="connsiteX39" fmla="*/ 73853 w 607461"/>
                  <a:gd name="connsiteY39" fmla="*/ 395242 h 606580"/>
                  <a:gd name="connsiteX40" fmla="*/ 99217 w 607461"/>
                  <a:gd name="connsiteY40" fmla="*/ 335966 h 606580"/>
                  <a:gd name="connsiteX41" fmla="*/ 116164 w 607461"/>
                  <a:gd name="connsiteY41" fmla="*/ 332716 h 606580"/>
                  <a:gd name="connsiteX42" fmla="*/ 247561 w 607461"/>
                  <a:gd name="connsiteY42" fmla="*/ 250118 h 606580"/>
                  <a:gd name="connsiteX43" fmla="*/ 270679 w 607461"/>
                  <a:gd name="connsiteY43" fmla="*/ 340886 h 606580"/>
                  <a:gd name="connsiteX44" fmla="*/ 304457 w 607461"/>
                  <a:gd name="connsiteY44" fmla="*/ 354781 h 606580"/>
                  <a:gd name="connsiteX45" fmla="*/ 309844 w 607461"/>
                  <a:gd name="connsiteY45" fmla="*/ 354557 h 606580"/>
                  <a:gd name="connsiteX46" fmla="*/ 338348 w 607461"/>
                  <a:gd name="connsiteY46" fmla="*/ 340886 h 606580"/>
                  <a:gd name="connsiteX47" fmla="*/ 352152 w 607461"/>
                  <a:gd name="connsiteY47" fmla="*/ 312311 h 606580"/>
                  <a:gd name="connsiteX48" fmla="*/ 338348 w 607461"/>
                  <a:gd name="connsiteY48" fmla="*/ 273202 h 606580"/>
                  <a:gd name="connsiteX49" fmla="*/ 247561 w 607461"/>
                  <a:gd name="connsiteY49" fmla="*/ 250118 h 606580"/>
                  <a:gd name="connsiteX50" fmla="*/ 502108 w 607461"/>
                  <a:gd name="connsiteY50" fmla="*/ 243256 h 606580"/>
                  <a:gd name="connsiteX51" fmla="*/ 486728 w 607461"/>
                  <a:gd name="connsiteY51" fmla="*/ 249643 h 606580"/>
                  <a:gd name="connsiteX52" fmla="*/ 480441 w 607461"/>
                  <a:gd name="connsiteY52" fmla="*/ 264882 h 606580"/>
                  <a:gd name="connsiteX53" fmla="*/ 486728 w 607461"/>
                  <a:gd name="connsiteY53" fmla="*/ 280233 h 606580"/>
                  <a:gd name="connsiteX54" fmla="*/ 502108 w 607461"/>
                  <a:gd name="connsiteY54" fmla="*/ 286620 h 606580"/>
                  <a:gd name="connsiteX55" fmla="*/ 517488 w 607461"/>
                  <a:gd name="connsiteY55" fmla="*/ 280233 h 606580"/>
                  <a:gd name="connsiteX56" fmla="*/ 523775 w 607461"/>
                  <a:gd name="connsiteY56" fmla="*/ 264882 h 606580"/>
                  <a:gd name="connsiteX57" fmla="*/ 517488 w 607461"/>
                  <a:gd name="connsiteY57" fmla="*/ 249643 h 606580"/>
                  <a:gd name="connsiteX58" fmla="*/ 502108 w 607461"/>
                  <a:gd name="connsiteY58" fmla="*/ 243256 h 606580"/>
                  <a:gd name="connsiteX59" fmla="*/ 502108 w 607461"/>
                  <a:gd name="connsiteY59" fmla="*/ 219388 h 606580"/>
                  <a:gd name="connsiteX60" fmla="*/ 534327 w 607461"/>
                  <a:gd name="connsiteY60" fmla="*/ 232722 h 606580"/>
                  <a:gd name="connsiteX61" fmla="*/ 547799 w 607461"/>
                  <a:gd name="connsiteY61" fmla="*/ 264882 h 606580"/>
                  <a:gd name="connsiteX62" fmla="*/ 534327 w 607461"/>
                  <a:gd name="connsiteY62" fmla="*/ 297154 h 606580"/>
                  <a:gd name="connsiteX63" fmla="*/ 502108 w 607461"/>
                  <a:gd name="connsiteY63" fmla="*/ 310488 h 606580"/>
                  <a:gd name="connsiteX64" fmla="*/ 469776 w 607461"/>
                  <a:gd name="connsiteY64" fmla="*/ 297154 h 606580"/>
                  <a:gd name="connsiteX65" fmla="*/ 456417 w 607461"/>
                  <a:gd name="connsiteY65" fmla="*/ 264882 h 606580"/>
                  <a:gd name="connsiteX66" fmla="*/ 469776 w 607461"/>
                  <a:gd name="connsiteY66" fmla="*/ 232722 h 606580"/>
                  <a:gd name="connsiteX67" fmla="*/ 502108 w 607461"/>
                  <a:gd name="connsiteY67" fmla="*/ 219388 h 606580"/>
                  <a:gd name="connsiteX68" fmla="*/ 122098 w 607461"/>
                  <a:gd name="connsiteY68" fmla="*/ 193626 h 606580"/>
                  <a:gd name="connsiteX69" fmla="*/ 102673 w 607461"/>
                  <a:gd name="connsiteY69" fmla="*/ 205396 h 606580"/>
                  <a:gd name="connsiteX70" fmla="*/ 102561 w 607461"/>
                  <a:gd name="connsiteY70" fmla="*/ 205844 h 606580"/>
                  <a:gd name="connsiteX71" fmla="*/ 101551 w 607461"/>
                  <a:gd name="connsiteY71" fmla="*/ 222321 h 606580"/>
                  <a:gd name="connsiteX72" fmla="*/ 112554 w 607461"/>
                  <a:gd name="connsiteY72" fmla="*/ 234763 h 606580"/>
                  <a:gd name="connsiteX73" fmla="*/ 121986 w 607461"/>
                  <a:gd name="connsiteY73" fmla="*/ 237005 h 606580"/>
                  <a:gd name="connsiteX74" fmla="*/ 141523 w 607461"/>
                  <a:gd name="connsiteY74" fmla="*/ 224787 h 606580"/>
                  <a:gd name="connsiteX75" fmla="*/ 131530 w 607461"/>
                  <a:gd name="connsiteY75" fmla="*/ 195756 h 606580"/>
                  <a:gd name="connsiteX76" fmla="*/ 122098 w 607461"/>
                  <a:gd name="connsiteY76" fmla="*/ 193626 h 606580"/>
                  <a:gd name="connsiteX77" fmla="*/ 122098 w 607461"/>
                  <a:gd name="connsiteY77" fmla="*/ 169639 h 606580"/>
                  <a:gd name="connsiteX78" fmla="*/ 141972 w 607461"/>
                  <a:gd name="connsiteY78" fmla="*/ 174347 h 606580"/>
                  <a:gd name="connsiteX79" fmla="*/ 163081 w 607461"/>
                  <a:gd name="connsiteY79" fmla="*/ 235211 h 606580"/>
                  <a:gd name="connsiteX80" fmla="*/ 121986 w 607461"/>
                  <a:gd name="connsiteY80" fmla="*/ 260880 h 606580"/>
                  <a:gd name="connsiteX81" fmla="*/ 102000 w 607461"/>
                  <a:gd name="connsiteY81" fmla="*/ 256284 h 606580"/>
                  <a:gd name="connsiteX82" fmla="*/ 78870 w 607461"/>
                  <a:gd name="connsiteY82" fmla="*/ 230167 h 606580"/>
                  <a:gd name="connsiteX83" fmla="*/ 80666 w 607461"/>
                  <a:gd name="connsiteY83" fmla="*/ 195868 h 606580"/>
                  <a:gd name="connsiteX84" fmla="*/ 81003 w 607461"/>
                  <a:gd name="connsiteY84" fmla="*/ 195308 h 606580"/>
                  <a:gd name="connsiteX85" fmla="*/ 122098 w 607461"/>
                  <a:gd name="connsiteY85" fmla="*/ 169639 h 606580"/>
                  <a:gd name="connsiteX86" fmla="*/ 408481 w 607461"/>
                  <a:gd name="connsiteY86" fmla="*/ 109393 h 606580"/>
                  <a:gd name="connsiteX87" fmla="*/ 389970 w 607461"/>
                  <a:gd name="connsiteY87" fmla="*/ 119702 h 606580"/>
                  <a:gd name="connsiteX88" fmla="*/ 397150 w 607461"/>
                  <a:gd name="connsiteY88" fmla="*/ 149508 h 606580"/>
                  <a:gd name="connsiteX89" fmla="*/ 408481 w 607461"/>
                  <a:gd name="connsiteY89" fmla="*/ 152757 h 606580"/>
                  <a:gd name="connsiteX90" fmla="*/ 426992 w 607461"/>
                  <a:gd name="connsiteY90" fmla="*/ 142336 h 606580"/>
                  <a:gd name="connsiteX91" fmla="*/ 429572 w 607461"/>
                  <a:gd name="connsiteY91" fmla="*/ 125977 h 606580"/>
                  <a:gd name="connsiteX92" fmla="*/ 419812 w 607461"/>
                  <a:gd name="connsiteY92" fmla="*/ 112530 h 606580"/>
                  <a:gd name="connsiteX93" fmla="*/ 408481 w 607461"/>
                  <a:gd name="connsiteY93" fmla="*/ 109393 h 606580"/>
                  <a:gd name="connsiteX94" fmla="*/ 246682 w 607461"/>
                  <a:gd name="connsiteY94" fmla="*/ 88201 h 606580"/>
                  <a:gd name="connsiteX95" fmla="*/ 240508 w 607461"/>
                  <a:gd name="connsiteY95" fmla="*/ 89098 h 606580"/>
                  <a:gd name="connsiteX96" fmla="*/ 227597 w 607461"/>
                  <a:gd name="connsiteY96" fmla="*/ 99522 h 606580"/>
                  <a:gd name="connsiteX97" fmla="*/ 225801 w 607461"/>
                  <a:gd name="connsiteY97" fmla="*/ 115999 h 606580"/>
                  <a:gd name="connsiteX98" fmla="*/ 246570 w 607461"/>
                  <a:gd name="connsiteY98" fmla="*/ 131468 h 606580"/>
                  <a:gd name="connsiteX99" fmla="*/ 252745 w 607461"/>
                  <a:gd name="connsiteY99" fmla="*/ 130571 h 606580"/>
                  <a:gd name="connsiteX100" fmla="*/ 265655 w 607461"/>
                  <a:gd name="connsiteY100" fmla="*/ 120147 h 606580"/>
                  <a:gd name="connsiteX101" fmla="*/ 267451 w 607461"/>
                  <a:gd name="connsiteY101" fmla="*/ 103670 h 606580"/>
                  <a:gd name="connsiteX102" fmla="*/ 246682 w 607461"/>
                  <a:gd name="connsiteY102" fmla="*/ 88201 h 606580"/>
                  <a:gd name="connsiteX103" fmla="*/ 408481 w 607461"/>
                  <a:gd name="connsiteY103" fmla="*/ 85525 h 606580"/>
                  <a:gd name="connsiteX104" fmla="*/ 432265 w 607461"/>
                  <a:gd name="connsiteY104" fmla="*/ 92248 h 606580"/>
                  <a:gd name="connsiteX105" fmla="*/ 452795 w 607461"/>
                  <a:gd name="connsiteY105" fmla="*/ 120374 h 606580"/>
                  <a:gd name="connsiteX106" fmla="*/ 447410 w 607461"/>
                  <a:gd name="connsiteY106" fmla="*/ 154887 h 606580"/>
                  <a:gd name="connsiteX107" fmla="*/ 408481 w 607461"/>
                  <a:gd name="connsiteY107" fmla="*/ 176625 h 606580"/>
                  <a:gd name="connsiteX108" fmla="*/ 384697 w 607461"/>
                  <a:gd name="connsiteY108" fmla="*/ 169902 h 606580"/>
                  <a:gd name="connsiteX109" fmla="*/ 369552 w 607461"/>
                  <a:gd name="connsiteY109" fmla="*/ 107263 h 606580"/>
                  <a:gd name="connsiteX110" fmla="*/ 408481 w 607461"/>
                  <a:gd name="connsiteY110" fmla="*/ 85525 h 606580"/>
                  <a:gd name="connsiteX111" fmla="*/ 246682 w 607461"/>
                  <a:gd name="connsiteY111" fmla="*/ 64214 h 606580"/>
                  <a:gd name="connsiteX112" fmla="*/ 290466 w 607461"/>
                  <a:gd name="connsiteY112" fmla="*/ 96944 h 606580"/>
                  <a:gd name="connsiteX113" fmla="*/ 286761 w 607461"/>
                  <a:gd name="connsiteY113" fmla="*/ 131580 h 606580"/>
                  <a:gd name="connsiteX114" fmla="*/ 259593 w 607461"/>
                  <a:gd name="connsiteY114" fmla="*/ 153549 h 606580"/>
                  <a:gd name="connsiteX115" fmla="*/ 246570 w 607461"/>
                  <a:gd name="connsiteY115" fmla="*/ 155455 h 606580"/>
                  <a:gd name="connsiteX116" fmla="*/ 202898 w 607461"/>
                  <a:gd name="connsiteY116" fmla="*/ 122725 h 606580"/>
                  <a:gd name="connsiteX117" fmla="*/ 206491 w 607461"/>
                  <a:gd name="connsiteY117" fmla="*/ 88089 h 606580"/>
                  <a:gd name="connsiteX118" fmla="*/ 233659 w 607461"/>
                  <a:gd name="connsiteY118" fmla="*/ 66120 h 606580"/>
                  <a:gd name="connsiteX119" fmla="*/ 246682 w 607461"/>
                  <a:gd name="connsiteY119" fmla="*/ 64214 h 606580"/>
                  <a:gd name="connsiteX120" fmla="*/ 303784 w 607461"/>
                  <a:gd name="connsiteY120" fmla="*/ 23869 h 606580"/>
                  <a:gd name="connsiteX121" fmla="*/ 23903 w 607461"/>
                  <a:gd name="connsiteY121" fmla="*/ 303346 h 606580"/>
                  <a:gd name="connsiteX122" fmla="*/ 303784 w 607461"/>
                  <a:gd name="connsiteY122" fmla="*/ 582711 h 606580"/>
                  <a:gd name="connsiteX123" fmla="*/ 304008 w 607461"/>
                  <a:gd name="connsiteY123" fmla="*/ 582711 h 606580"/>
                  <a:gd name="connsiteX124" fmla="*/ 312201 w 607461"/>
                  <a:gd name="connsiteY124" fmla="*/ 578677 h 606580"/>
                  <a:gd name="connsiteX125" fmla="*/ 314108 w 607461"/>
                  <a:gd name="connsiteY125" fmla="*/ 569824 h 606580"/>
                  <a:gd name="connsiteX126" fmla="*/ 308722 w 607461"/>
                  <a:gd name="connsiteY126" fmla="*/ 525337 h 606580"/>
                  <a:gd name="connsiteX127" fmla="*/ 344745 w 607461"/>
                  <a:gd name="connsiteY127" fmla="*/ 416975 h 606580"/>
                  <a:gd name="connsiteX128" fmla="*/ 306477 w 607461"/>
                  <a:gd name="connsiteY128" fmla="*/ 378650 h 606580"/>
                  <a:gd name="connsiteX129" fmla="*/ 304457 w 607461"/>
                  <a:gd name="connsiteY129" fmla="*/ 378762 h 606580"/>
                  <a:gd name="connsiteX130" fmla="*/ 253733 w 607461"/>
                  <a:gd name="connsiteY130" fmla="*/ 357695 h 606580"/>
                  <a:gd name="connsiteX131" fmla="*/ 222760 w 607461"/>
                  <a:gd name="connsiteY131" fmla="*/ 237903 h 606580"/>
                  <a:gd name="connsiteX132" fmla="*/ 226239 w 607461"/>
                  <a:gd name="connsiteY132" fmla="*/ 228826 h 606580"/>
                  <a:gd name="connsiteX133" fmla="*/ 235217 w 607461"/>
                  <a:gd name="connsiteY133" fmla="*/ 225352 h 606580"/>
                  <a:gd name="connsiteX134" fmla="*/ 355294 w 607461"/>
                  <a:gd name="connsiteY134" fmla="*/ 256281 h 606580"/>
                  <a:gd name="connsiteX135" fmla="*/ 376279 w 607461"/>
                  <a:gd name="connsiteY135" fmla="*/ 308949 h 606580"/>
                  <a:gd name="connsiteX136" fmla="*/ 423300 w 607461"/>
                  <a:gd name="connsiteY136" fmla="*/ 355902 h 606580"/>
                  <a:gd name="connsiteX137" fmla="*/ 491194 w 607461"/>
                  <a:gd name="connsiteY137" fmla="*/ 342455 h 606580"/>
                  <a:gd name="connsiteX138" fmla="*/ 492204 w 607461"/>
                  <a:gd name="connsiteY138" fmla="*/ 342455 h 606580"/>
                  <a:gd name="connsiteX139" fmla="*/ 565148 w 607461"/>
                  <a:gd name="connsiteY139" fmla="*/ 357471 h 606580"/>
                  <a:gd name="connsiteX140" fmla="*/ 569300 w 607461"/>
                  <a:gd name="connsiteY140" fmla="*/ 358367 h 606580"/>
                  <a:gd name="connsiteX141" fmla="*/ 579737 w 607461"/>
                  <a:gd name="connsiteY141" fmla="*/ 349515 h 606580"/>
                  <a:gd name="connsiteX142" fmla="*/ 583553 w 607461"/>
                  <a:gd name="connsiteY142" fmla="*/ 302786 h 606580"/>
                  <a:gd name="connsiteX143" fmla="*/ 303784 w 607461"/>
                  <a:gd name="connsiteY143" fmla="*/ 23869 h 606580"/>
                  <a:gd name="connsiteX144" fmla="*/ 303672 w 607461"/>
                  <a:gd name="connsiteY144" fmla="*/ 0 h 606580"/>
                  <a:gd name="connsiteX145" fmla="*/ 607456 w 607461"/>
                  <a:gd name="connsiteY145" fmla="*/ 302674 h 606580"/>
                  <a:gd name="connsiteX146" fmla="*/ 603304 w 607461"/>
                  <a:gd name="connsiteY146" fmla="*/ 353437 h 606580"/>
                  <a:gd name="connsiteX147" fmla="*/ 569300 w 607461"/>
                  <a:gd name="connsiteY147" fmla="*/ 382348 h 606580"/>
                  <a:gd name="connsiteX148" fmla="*/ 555609 w 607461"/>
                  <a:gd name="connsiteY148" fmla="*/ 379435 h 606580"/>
                  <a:gd name="connsiteX149" fmla="*/ 492204 w 607461"/>
                  <a:gd name="connsiteY149" fmla="*/ 366324 h 606580"/>
                  <a:gd name="connsiteX150" fmla="*/ 491306 w 607461"/>
                  <a:gd name="connsiteY150" fmla="*/ 366324 h 606580"/>
                  <a:gd name="connsiteX151" fmla="*/ 441929 w 607461"/>
                  <a:gd name="connsiteY151" fmla="*/ 374504 h 606580"/>
                  <a:gd name="connsiteX152" fmla="*/ 555048 w 607461"/>
                  <a:gd name="connsiteY152" fmla="*/ 487460 h 606580"/>
                  <a:gd name="connsiteX153" fmla="*/ 569413 w 607461"/>
                  <a:gd name="connsiteY153" fmla="*/ 522087 h 606580"/>
                  <a:gd name="connsiteX154" fmla="*/ 555048 w 607461"/>
                  <a:gd name="connsiteY154" fmla="*/ 556601 h 606580"/>
                  <a:gd name="connsiteX155" fmla="*/ 554487 w 607461"/>
                  <a:gd name="connsiteY155" fmla="*/ 557162 h 606580"/>
                  <a:gd name="connsiteX156" fmla="*/ 519923 w 607461"/>
                  <a:gd name="connsiteY156" fmla="*/ 571505 h 606580"/>
                  <a:gd name="connsiteX157" fmla="*/ 485246 w 607461"/>
                  <a:gd name="connsiteY157" fmla="*/ 557162 h 606580"/>
                  <a:gd name="connsiteX158" fmla="*/ 361915 w 607461"/>
                  <a:gd name="connsiteY158" fmla="*/ 434008 h 606580"/>
                  <a:gd name="connsiteX159" fmla="*/ 332625 w 607461"/>
                  <a:gd name="connsiteY159" fmla="*/ 525449 h 606580"/>
                  <a:gd name="connsiteX160" fmla="*/ 337338 w 607461"/>
                  <a:gd name="connsiteY160" fmla="*/ 564109 h 606580"/>
                  <a:gd name="connsiteX161" fmla="*/ 331054 w 607461"/>
                  <a:gd name="connsiteY161" fmla="*/ 593469 h 606580"/>
                  <a:gd name="connsiteX162" fmla="*/ 304121 w 607461"/>
                  <a:gd name="connsiteY162" fmla="*/ 606580 h 606580"/>
                  <a:gd name="connsiteX163" fmla="*/ 304008 w 607461"/>
                  <a:gd name="connsiteY163" fmla="*/ 606580 h 606580"/>
                  <a:gd name="connsiteX164" fmla="*/ 303784 w 607461"/>
                  <a:gd name="connsiteY164" fmla="*/ 606580 h 606580"/>
                  <a:gd name="connsiteX165" fmla="*/ 0 w 607461"/>
                  <a:gd name="connsiteY165" fmla="*/ 303346 h 606580"/>
                  <a:gd name="connsiteX166" fmla="*/ 88880 w 607461"/>
                  <a:gd name="connsiteY166" fmla="*/ 88863 h 606580"/>
                  <a:gd name="connsiteX167" fmla="*/ 303672 w 607461"/>
                  <a:gd name="connsiteY167" fmla="*/ 0 h 606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</a:cxnLst>
                <a:rect l="l" t="t" r="r" b="b"/>
                <a:pathLst>
                  <a:path w="607461" h="606580">
                    <a:moveTo>
                      <a:pt x="233078" y="470666"/>
                    </a:moveTo>
                    <a:cubicBezTo>
                      <a:pt x="227357" y="470666"/>
                      <a:pt x="221748" y="472908"/>
                      <a:pt x="217710" y="476943"/>
                    </a:cubicBezTo>
                    <a:cubicBezTo>
                      <a:pt x="213671" y="480978"/>
                      <a:pt x="211428" y="486583"/>
                      <a:pt x="211428" y="492299"/>
                    </a:cubicBezTo>
                    <a:cubicBezTo>
                      <a:pt x="211428" y="498016"/>
                      <a:pt x="213671" y="503621"/>
                      <a:pt x="217710" y="507656"/>
                    </a:cubicBezTo>
                    <a:cubicBezTo>
                      <a:pt x="221748" y="511691"/>
                      <a:pt x="227357" y="513933"/>
                      <a:pt x="233078" y="513933"/>
                    </a:cubicBezTo>
                    <a:cubicBezTo>
                      <a:pt x="238799" y="513933"/>
                      <a:pt x="244408" y="511691"/>
                      <a:pt x="248446" y="507656"/>
                    </a:cubicBezTo>
                    <a:cubicBezTo>
                      <a:pt x="252485" y="503621"/>
                      <a:pt x="254728" y="498016"/>
                      <a:pt x="254728" y="492299"/>
                    </a:cubicBezTo>
                    <a:cubicBezTo>
                      <a:pt x="254728" y="486583"/>
                      <a:pt x="252485" y="480978"/>
                      <a:pt x="248446" y="476943"/>
                    </a:cubicBezTo>
                    <a:cubicBezTo>
                      <a:pt x="244408" y="472908"/>
                      <a:pt x="238799" y="470666"/>
                      <a:pt x="233078" y="470666"/>
                    </a:cubicBezTo>
                    <a:close/>
                    <a:moveTo>
                      <a:pt x="233078" y="446679"/>
                    </a:moveTo>
                    <a:cubicBezTo>
                      <a:pt x="245081" y="446679"/>
                      <a:pt x="256860" y="451611"/>
                      <a:pt x="265273" y="460130"/>
                    </a:cubicBezTo>
                    <a:cubicBezTo>
                      <a:pt x="273798" y="468536"/>
                      <a:pt x="278734" y="480306"/>
                      <a:pt x="278734" y="492299"/>
                    </a:cubicBezTo>
                    <a:cubicBezTo>
                      <a:pt x="278734" y="504293"/>
                      <a:pt x="273798" y="516063"/>
                      <a:pt x="265273" y="524581"/>
                    </a:cubicBezTo>
                    <a:cubicBezTo>
                      <a:pt x="256860" y="532988"/>
                      <a:pt x="245081" y="537920"/>
                      <a:pt x="233078" y="537920"/>
                    </a:cubicBezTo>
                    <a:cubicBezTo>
                      <a:pt x="221075" y="537920"/>
                      <a:pt x="209297" y="532988"/>
                      <a:pt x="200771" y="524581"/>
                    </a:cubicBezTo>
                    <a:cubicBezTo>
                      <a:pt x="192358" y="516063"/>
                      <a:pt x="187422" y="504293"/>
                      <a:pt x="187422" y="492299"/>
                    </a:cubicBezTo>
                    <a:cubicBezTo>
                      <a:pt x="187422" y="480306"/>
                      <a:pt x="192358" y="468536"/>
                      <a:pt x="200771" y="460018"/>
                    </a:cubicBezTo>
                    <a:cubicBezTo>
                      <a:pt x="209297" y="451611"/>
                      <a:pt x="221075" y="446679"/>
                      <a:pt x="233078" y="446679"/>
                    </a:cubicBezTo>
                    <a:close/>
                    <a:moveTo>
                      <a:pt x="116164" y="356584"/>
                    </a:moveTo>
                    <a:cubicBezTo>
                      <a:pt x="113470" y="356584"/>
                      <a:pt x="110777" y="357144"/>
                      <a:pt x="108083" y="358152"/>
                    </a:cubicBezTo>
                    <a:cubicBezTo>
                      <a:pt x="96973" y="362634"/>
                      <a:pt x="91586" y="375297"/>
                      <a:pt x="96075" y="386278"/>
                    </a:cubicBezTo>
                    <a:cubicBezTo>
                      <a:pt x="99442" y="394570"/>
                      <a:pt x="107298" y="399948"/>
                      <a:pt x="116276" y="399948"/>
                    </a:cubicBezTo>
                    <a:cubicBezTo>
                      <a:pt x="118970" y="399948"/>
                      <a:pt x="121663" y="399388"/>
                      <a:pt x="124245" y="398380"/>
                    </a:cubicBezTo>
                    <a:cubicBezTo>
                      <a:pt x="129632" y="396251"/>
                      <a:pt x="133896" y="392105"/>
                      <a:pt x="136141" y="386726"/>
                    </a:cubicBezTo>
                    <a:cubicBezTo>
                      <a:pt x="138498" y="381460"/>
                      <a:pt x="138498" y="375521"/>
                      <a:pt x="136365" y="370142"/>
                    </a:cubicBezTo>
                    <a:cubicBezTo>
                      <a:pt x="132998" y="361962"/>
                      <a:pt x="125142" y="356584"/>
                      <a:pt x="116164" y="356584"/>
                    </a:cubicBezTo>
                    <a:close/>
                    <a:moveTo>
                      <a:pt x="369995" y="336516"/>
                    </a:moveTo>
                    <a:cubicBezTo>
                      <a:pt x="366404" y="344360"/>
                      <a:pt x="361466" y="351532"/>
                      <a:pt x="355294" y="357695"/>
                    </a:cubicBezTo>
                    <a:cubicBezTo>
                      <a:pt x="349122" y="363858"/>
                      <a:pt x="341939" y="368789"/>
                      <a:pt x="333972" y="372375"/>
                    </a:cubicBezTo>
                    <a:lnTo>
                      <a:pt x="502192" y="540241"/>
                    </a:lnTo>
                    <a:cubicBezTo>
                      <a:pt x="511955" y="549990"/>
                      <a:pt x="527778" y="549990"/>
                      <a:pt x="537542" y="540241"/>
                    </a:cubicBezTo>
                    <a:lnTo>
                      <a:pt x="538103" y="539792"/>
                    </a:lnTo>
                    <a:cubicBezTo>
                      <a:pt x="542816" y="534974"/>
                      <a:pt x="545509" y="528698"/>
                      <a:pt x="545509" y="522087"/>
                    </a:cubicBezTo>
                    <a:cubicBezTo>
                      <a:pt x="545509" y="515363"/>
                      <a:pt x="542816" y="509088"/>
                      <a:pt x="538103" y="504381"/>
                    </a:cubicBezTo>
                    <a:close/>
                    <a:moveTo>
                      <a:pt x="116164" y="332716"/>
                    </a:moveTo>
                    <a:cubicBezTo>
                      <a:pt x="134906" y="332716"/>
                      <a:pt x="151629" y="343921"/>
                      <a:pt x="158587" y="361290"/>
                    </a:cubicBezTo>
                    <a:cubicBezTo>
                      <a:pt x="163076" y="372607"/>
                      <a:pt x="162964" y="384933"/>
                      <a:pt x="158138" y="396139"/>
                    </a:cubicBezTo>
                    <a:cubicBezTo>
                      <a:pt x="153424" y="407344"/>
                      <a:pt x="144558" y="415972"/>
                      <a:pt x="133223" y="420566"/>
                    </a:cubicBezTo>
                    <a:cubicBezTo>
                      <a:pt x="127836" y="422695"/>
                      <a:pt x="122112" y="423816"/>
                      <a:pt x="116276" y="423816"/>
                    </a:cubicBezTo>
                    <a:cubicBezTo>
                      <a:pt x="97534" y="423816"/>
                      <a:pt x="80812" y="412611"/>
                      <a:pt x="73853" y="395242"/>
                    </a:cubicBezTo>
                    <a:cubicBezTo>
                      <a:pt x="64426" y="371935"/>
                      <a:pt x="75873" y="345378"/>
                      <a:pt x="99217" y="335966"/>
                    </a:cubicBezTo>
                    <a:cubicBezTo>
                      <a:pt x="104604" y="333724"/>
                      <a:pt x="110328" y="332716"/>
                      <a:pt x="116164" y="332716"/>
                    </a:cubicBezTo>
                    <a:close/>
                    <a:moveTo>
                      <a:pt x="247561" y="250118"/>
                    </a:moveTo>
                    <a:cubicBezTo>
                      <a:pt x="250254" y="282951"/>
                      <a:pt x="257885" y="328111"/>
                      <a:pt x="270679" y="340886"/>
                    </a:cubicBezTo>
                    <a:cubicBezTo>
                      <a:pt x="279769" y="349851"/>
                      <a:pt x="291776" y="354781"/>
                      <a:pt x="304457" y="354781"/>
                    </a:cubicBezTo>
                    <a:cubicBezTo>
                      <a:pt x="306253" y="354781"/>
                      <a:pt x="308048" y="354781"/>
                      <a:pt x="309844" y="354557"/>
                    </a:cubicBezTo>
                    <a:cubicBezTo>
                      <a:pt x="320729" y="353325"/>
                      <a:pt x="330605" y="348618"/>
                      <a:pt x="338348" y="340886"/>
                    </a:cubicBezTo>
                    <a:cubicBezTo>
                      <a:pt x="346204" y="333042"/>
                      <a:pt x="350917" y="323181"/>
                      <a:pt x="352152" y="312311"/>
                    </a:cubicBezTo>
                    <a:cubicBezTo>
                      <a:pt x="353723" y="297743"/>
                      <a:pt x="348673" y="283511"/>
                      <a:pt x="338348" y="273202"/>
                    </a:cubicBezTo>
                    <a:cubicBezTo>
                      <a:pt x="325555" y="260427"/>
                      <a:pt x="280442" y="252807"/>
                      <a:pt x="247561" y="250118"/>
                    </a:cubicBezTo>
                    <a:close/>
                    <a:moveTo>
                      <a:pt x="502108" y="243256"/>
                    </a:moveTo>
                    <a:cubicBezTo>
                      <a:pt x="496383" y="243256"/>
                      <a:pt x="490769" y="245609"/>
                      <a:pt x="486728" y="249643"/>
                    </a:cubicBezTo>
                    <a:cubicBezTo>
                      <a:pt x="482687" y="253677"/>
                      <a:pt x="480441" y="259167"/>
                      <a:pt x="480441" y="264882"/>
                    </a:cubicBezTo>
                    <a:cubicBezTo>
                      <a:pt x="480441" y="270597"/>
                      <a:pt x="482687" y="276199"/>
                      <a:pt x="486728" y="280233"/>
                    </a:cubicBezTo>
                    <a:cubicBezTo>
                      <a:pt x="490769" y="284267"/>
                      <a:pt x="496383" y="286620"/>
                      <a:pt x="502108" y="286620"/>
                    </a:cubicBezTo>
                    <a:cubicBezTo>
                      <a:pt x="507833" y="286620"/>
                      <a:pt x="513447" y="284267"/>
                      <a:pt x="517488" y="280233"/>
                    </a:cubicBezTo>
                    <a:cubicBezTo>
                      <a:pt x="521529" y="276199"/>
                      <a:pt x="523775" y="270597"/>
                      <a:pt x="523775" y="264882"/>
                    </a:cubicBezTo>
                    <a:cubicBezTo>
                      <a:pt x="523775" y="259167"/>
                      <a:pt x="521529" y="253677"/>
                      <a:pt x="517488" y="249643"/>
                    </a:cubicBezTo>
                    <a:cubicBezTo>
                      <a:pt x="513447" y="245609"/>
                      <a:pt x="507833" y="243256"/>
                      <a:pt x="502108" y="243256"/>
                    </a:cubicBezTo>
                    <a:close/>
                    <a:moveTo>
                      <a:pt x="502108" y="219388"/>
                    </a:moveTo>
                    <a:cubicBezTo>
                      <a:pt x="514120" y="219388"/>
                      <a:pt x="525908" y="224206"/>
                      <a:pt x="534327" y="232722"/>
                    </a:cubicBezTo>
                    <a:cubicBezTo>
                      <a:pt x="542859" y="241127"/>
                      <a:pt x="547799" y="252892"/>
                      <a:pt x="547799" y="264882"/>
                    </a:cubicBezTo>
                    <a:cubicBezTo>
                      <a:pt x="547799" y="276872"/>
                      <a:pt x="542859" y="288637"/>
                      <a:pt x="534327" y="297154"/>
                    </a:cubicBezTo>
                    <a:cubicBezTo>
                      <a:pt x="525908" y="305670"/>
                      <a:pt x="514120" y="310488"/>
                      <a:pt x="502108" y="310488"/>
                    </a:cubicBezTo>
                    <a:cubicBezTo>
                      <a:pt x="490096" y="310488"/>
                      <a:pt x="478308" y="305670"/>
                      <a:pt x="469776" y="297154"/>
                    </a:cubicBezTo>
                    <a:cubicBezTo>
                      <a:pt x="461357" y="288637"/>
                      <a:pt x="456417" y="276984"/>
                      <a:pt x="456417" y="264882"/>
                    </a:cubicBezTo>
                    <a:cubicBezTo>
                      <a:pt x="456417" y="252892"/>
                      <a:pt x="461357" y="241127"/>
                      <a:pt x="469776" y="232722"/>
                    </a:cubicBezTo>
                    <a:cubicBezTo>
                      <a:pt x="478308" y="224206"/>
                      <a:pt x="490096" y="219388"/>
                      <a:pt x="502108" y="219388"/>
                    </a:cubicBezTo>
                    <a:close/>
                    <a:moveTo>
                      <a:pt x="122098" y="193626"/>
                    </a:moveTo>
                    <a:cubicBezTo>
                      <a:pt x="113789" y="193626"/>
                      <a:pt x="106491" y="198110"/>
                      <a:pt x="102673" y="205396"/>
                    </a:cubicBezTo>
                    <a:cubicBezTo>
                      <a:pt x="102673" y="205508"/>
                      <a:pt x="102561" y="205620"/>
                      <a:pt x="102561" y="205844"/>
                    </a:cubicBezTo>
                    <a:cubicBezTo>
                      <a:pt x="99979" y="211000"/>
                      <a:pt x="99642" y="216829"/>
                      <a:pt x="101551" y="222321"/>
                    </a:cubicBezTo>
                    <a:cubicBezTo>
                      <a:pt x="103347" y="227814"/>
                      <a:pt x="107277" y="232185"/>
                      <a:pt x="112554" y="234763"/>
                    </a:cubicBezTo>
                    <a:cubicBezTo>
                      <a:pt x="115473" y="236220"/>
                      <a:pt x="118730" y="237005"/>
                      <a:pt x="121986" y="237005"/>
                    </a:cubicBezTo>
                    <a:cubicBezTo>
                      <a:pt x="130407" y="237005"/>
                      <a:pt x="137817" y="232297"/>
                      <a:pt x="141523" y="224787"/>
                    </a:cubicBezTo>
                    <a:cubicBezTo>
                      <a:pt x="146800" y="214027"/>
                      <a:pt x="142309" y="201024"/>
                      <a:pt x="131530" y="195756"/>
                    </a:cubicBezTo>
                    <a:cubicBezTo>
                      <a:pt x="128498" y="194299"/>
                      <a:pt x="125354" y="193626"/>
                      <a:pt x="122098" y="193626"/>
                    </a:cubicBezTo>
                    <a:close/>
                    <a:moveTo>
                      <a:pt x="122098" y="169639"/>
                    </a:moveTo>
                    <a:cubicBezTo>
                      <a:pt x="128947" y="169639"/>
                      <a:pt x="135684" y="171208"/>
                      <a:pt x="141972" y="174347"/>
                    </a:cubicBezTo>
                    <a:cubicBezTo>
                      <a:pt x="164652" y="185332"/>
                      <a:pt x="174084" y="212681"/>
                      <a:pt x="163081" y="235211"/>
                    </a:cubicBezTo>
                    <a:cubicBezTo>
                      <a:pt x="155333" y="251016"/>
                      <a:pt x="139614" y="260880"/>
                      <a:pt x="121986" y="260880"/>
                    </a:cubicBezTo>
                    <a:cubicBezTo>
                      <a:pt x="115024" y="260880"/>
                      <a:pt x="108287" y="259311"/>
                      <a:pt x="102000" y="256284"/>
                    </a:cubicBezTo>
                    <a:cubicBezTo>
                      <a:pt x="91108" y="250904"/>
                      <a:pt x="82800" y="241601"/>
                      <a:pt x="78870" y="230167"/>
                    </a:cubicBezTo>
                    <a:cubicBezTo>
                      <a:pt x="74940" y="218846"/>
                      <a:pt x="75614" y="206741"/>
                      <a:pt x="80666" y="195868"/>
                    </a:cubicBezTo>
                    <a:cubicBezTo>
                      <a:pt x="80779" y="195644"/>
                      <a:pt x="80891" y="195532"/>
                      <a:pt x="81003" y="195308"/>
                    </a:cubicBezTo>
                    <a:cubicBezTo>
                      <a:pt x="88638" y="179503"/>
                      <a:pt x="104470" y="169639"/>
                      <a:pt x="122098" y="169639"/>
                    </a:cubicBezTo>
                    <a:close/>
                    <a:moveTo>
                      <a:pt x="408481" y="109393"/>
                    </a:moveTo>
                    <a:cubicBezTo>
                      <a:pt x="400852" y="109393"/>
                      <a:pt x="394009" y="113202"/>
                      <a:pt x="389970" y="119702"/>
                    </a:cubicBezTo>
                    <a:cubicBezTo>
                      <a:pt x="383688" y="129898"/>
                      <a:pt x="386941" y="143233"/>
                      <a:pt x="397150" y="149508"/>
                    </a:cubicBezTo>
                    <a:cubicBezTo>
                      <a:pt x="400516" y="151637"/>
                      <a:pt x="404442" y="152757"/>
                      <a:pt x="408481" y="152757"/>
                    </a:cubicBezTo>
                    <a:cubicBezTo>
                      <a:pt x="416110" y="152757"/>
                      <a:pt x="422953" y="148836"/>
                      <a:pt x="426992" y="142336"/>
                    </a:cubicBezTo>
                    <a:cubicBezTo>
                      <a:pt x="430021" y="137406"/>
                      <a:pt x="430919" y="131579"/>
                      <a:pt x="429572" y="125977"/>
                    </a:cubicBezTo>
                    <a:cubicBezTo>
                      <a:pt x="428226" y="120374"/>
                      <a:pt x="424748" y="115556"/>
                      <a:pt x="419812" y="112530"/>
                    </a:cubicBezTo>
                    <a:cubicBezTo>
                      <a:pt x="416446" y="110513"/>
                      <a:pt x="412520" y="109393"/>
                      <a:pt x="408481" y="109393"/>
                    </a:cubicBezTo>
                    <a:close/>
                    <a:moveTo>
                      <a:pt x="246682" y="88201"/>
                    </a:moveTo>
                    <a:cubicBezTo>
                      <a:pt x="244549" y="88201"/>
                      <a:pt x="242528" y="88425"/>
                      <a:pt x="240508" y="89098"/>
                    </a:cubicBezTo>
                    <a:cubicBezTo>
                      <a:pt x="234894" y="90667"/>
                      <a:pt x="230291" y="94366"/>
                      <a:pt x="227597" y="99522"/>
                    </a:cubicBezTo>
                    <a:cubicBezTo>
                      <a:pt x="224790" y="104566"/>
                      <a:pt x="224229" y="110395"/>
                      <a:pt x="225801" y="115999"/>
                    </a:cubicBezTo>
                    <a:cubicBezTo>
                      <a:pt x="228495" y="125079"/>
                      <a:pt x="237027" y="131468"/>
                      <a:pt x="246570" y="131468"/>
                    </a:cubicBezTo>
                    <a:cubicBezTo>
                      <a:pt x="248703" y="131468"/>
                      <a:pt x="250724" y="131244"/>
                      <a:pt x="252745" y="130571"/>
                    </a:cubicBezTo>
                    <a:cubicBezTo>
                      <a:pt x="258358" y="129002"/>
                      <a:pt x="262961" y="125303"/>
                      <a:pt x="265655" y="120147"/>
                    </a:cubicBezTo>
                    <a:cubicBezTo>
                      <a:pt x="268462" y="115103"/>
                      <a:pt x="269135" y="109274"/>
                      <a:pt x="267451" y="103670"/>
                    </a:cubicBezTo>
                    <a:cubicBezTo>
                      <a:pt x="264757" y="94590"/>
                      <a:pt x="256225" y="88201"/>
                      <a:pt x="246682" y="88201"/>
                    </a:cubicBezTo>
                    <a:close/>
                    <a:moveTo>
                      <a:pt x="408481" y="85525"/>
                    </a:moveTo>
                    <a:cubicBezTo>
                      <a:pt x="416895" y="85525"/>
                      <a:pt x="425085" y="87766"/>
                      <a:pt x="432265" y="92248"/>
                    </a:cubicBezTo>
                    <a:cubicBezTo>
                      <a:pt x="442698" y="98523"/>
                      <a:pt x="449990" y="108608"/>
                      <a:pt x="452795" y="120374"/>
                    </a:cubicBezTo>
                    <a:cubicBezTo>
                      <a:pt x="455712" y="132252"/>
                      <a:pt x="453693" y="144465"/>
                      <a:pt x="447410" y="154887"/>
                    </a:cubicBezTo>
                    <a:cubicBezTo>
                      <a:pt x="438996" y="168445"/>
                      <a:pt x="424412" y="176625"/>
                      <a:pt x="408481" y="176625"/>
                    </a:cubicBezTo>
                    <a:cubicBezTo>
                      <a:pt x="400067" y="176625"/>
                      <a:pt x="391877" y="174272"/>
                      <a:pt x="384697" y="169902"/>
                    </a:cubicBezTo>
                    <a:cubicBezTo>
                      <a:pt x="363157" y="156791"/>
                      <a:pt x="356426" y="128666"/>
                      <a:pt x="369552" y="107263"/>
                    </a:cubicBezTo>
                    <a:cubicBezTo>
                      <a:pt x="377966" y="93593"/>
                      <a:pt x="392438" y="85525"/>
                      <a:pt x="408481" y="85525"/>
                    </a:cubicBezTo>
                    <a:close/>
                    <a:moveTo>
                      <a:pt x="246682" y="64214"/>
                    </a:moveTo>
                    <a:cubicBezTo>
                      <a:pt x="266778" y="64214"/>
                      <a:pt x="284740" y="77665"/>
                      <a:pt x="290466" y="96944"/>
                    </a:cubicBezTo>
                    <a:cubicBezTo>
                      <a:pt x="293834" y="108602"/>
                      <a:pt x="292599" y="120931"/>
                      <a:pt x="286761" y="131580"/>
                    </a:cubicBezTo>
                    <a:cubicBezTo>
                      <a:pt x="280923" y="142341"/>
                      <a:pt x="271268" y="150075"/>
                      <a:pt x="259593" y="153549"/>
                    </a:cubicBezTo>
                    <a:cubicBezTo>
                      <a:pt x="255327" y="154782"/>
                      <a:pt x="250948" y="155455"/>
                      <a:pt x="246570" y="155455"/>
                    </a:cubicBezTo>
                    <a:cubicBezTo>
                      <a:pt x="226587" y="155455"/>
                      <a:pt x="208512" y="142004"/>
                      <a:pt x="202898" y="122725"/>
                    </a:cubicBezTo>
                    <a:cubicBezTo>
                      <a:pt x="199418" y="111067"/>
                      <a:pt x="200653" y="98738"/>
                      <a:pt x="206491" y="88089"/>
                    </a:cubicBezTo>
                    <a:cubicBezTo>
                      <a:pt x="212329" y="77328"/>
                      <a:pt x="221984" y="69594"/>
                      <a:pt x="233659" y="66120"/>
                    </a:cubicBezTo>
                    <a:cubicBezTo>
                      <a:pt x="237925" y="64887"/>
                      <a:pt x="242304" y="64214"/>
                      <a:pt x="246682" y="64214"/>
                    </a:cubicBezTo>
                    <a:close/>
                    <a:moveTo>
                      <a:pt x="303784" y="23869"/>
                    </a:moveTo>
                    <a:cubicBezTo>
                      <a:pt x="149367" y="23981"/>
                      <a:pt x="23903" y="149264"/>
                      <a:pt x="23903" y="303346"/>
                    </a:cubicBezTo>
                    <a:cubicBezTo>
                      <a:pt x="23903" y="457428"/>
                      <a:pt x="149479" y="582711"/>
                      <a:pt x="303784" y="582711"/>
                    </a:cubicBezTo>
                    <a:lnTo>
                      <a:pt x="304008" y="582711"/>
                    </a:lnTo>
                    <a:cubicBezTo>
                      <a:pt x="307263" y="582711"/>
                      <a:pt x="310181" y="581255"/>
                      <a:pt x="312201" y="578677"/>
                    </a:cubicBezTo>
                    <a:cubicBezTo>
                      <a:pt x="314108" y="576212"/>
                      <a:pt x="314894" y="572962"/>
                      <a:pt x="314108" y="569824"/>
                    </a:cubicBezTo>
                    <a:cubicBezTo>
                      <a:pt x="310517" y="555369"/>
                      <a:pt x="308722" y="540353"/>
                      <a:pt x="308722" y="525337"/>
                    </a:cubicBezTo>
                    <a:cubicBezTo>
                      <a:pt x="308834" y="484883"/>
                      <a:pt x="322188" y="447343"/>
                      <a:pt x="344745" y="416975"/>
                    </a:cubicBezTo>
                    <a:lnTo>
                      <a:pt x="306477" y="378650"/>
                    </a:lnTo>
                    <a:cubicBezTo>
                      <a:pt x="305804" y="378650"/>
                      <a:pt x="305131" y="378762"/>
                      <a:pt x="304457" y="378762"/>
                    </a:cubicBezTo>
                    <a:cubicBezTo>
                      <a:pt x="285380" y="378762"/>
                      <a:pt x="267312" y="371254"/>
                      <a:pt x="253733" y="357695"/>
                    </a:cubicBezTo>
                    <a:cubicBezTo>
                      <a:pt x="227810" y="331809"/>
                      <a:pt x="223209" y="247428"/>
                      <a:pt x="222760" y="237903"/>
                    </a:cubicBezTo>
                    <a:cubicBezTo>
                      <a:pt x="222648" y="234541"/>
                      <a:pt x="223882" y="231179"/>
                      <a:pt x="226239" y="228826"/>
                    </a:cubicBezTo>
                    <a:cubicBezTo>
                      <a:pt x="228596" y="226473"/>
                      <a:pt x="231850" y="225240"/>
                      <a:pt x="235217" y="225352"/>
                    </a:cubicBezTo>
                    <a:cubicBezTo>
                      <a:pt x="244868" y="225801"/>
                      <a:pt x="329371" y="230395"/>
                      <a:pt x="355294" y="256281"/>
                    </a:cubicBezTo>
                    <a:cubicBezTo>
                      <a:pt x="369434" y="270400"/>
                      <a:pt x="376840" y="289339"/>
                      <a:pt x="376279" y="308949"/>
                    </a:cubicBezTo>
                    <a:lnTo>
                      <a:pt x="423300" y="355902"/>
                    </a:lnTo>
                    <a:cubicBezTo>
                      <a:pt x="444286" y="347386"/>
                      <a:pt x="467179" y="342567"/>
                      <a:pt x="491194" y="342455"/>
                    </a:cubicBezTo>
                    <a:lnTo>
                      <a:pt x="492204" y="342455"/>
                    </a:lnTo>
                    <a:cubicBezTo>
                      <a:pt x="517566" y="342455"/>
                      <a:pt x="542143" y="347498"/>
                      <a:pt x="565148" y="357471"/>
                    </a:cubicBezTo>
                    <a:cubicBezTo>
                      <a:pt x="566495" y="358143"/>
                      <a:pt x="567954" y="358367"/>
                      <a:pt x="569300" y="358367"/>
                    </a:cubicBezTo>
                    <a:cubicBezTo>
                      <a:pt x="573789" y="358367"/>
                      <a:pt x="578727" y="355342"/>
                      <a:pt x="579737" y="349515"/>
                    </a:cubicBezTo>
                    <a:cubicBezTo>
                      <a:pt x="582318" y="334163"/>
                      <a:pt x="583553" y="318474"/>
                      <a:pt x="583553" y="302786"/>
                    </a:cubicBezTo>
                    <a:cubicBezTo>
                      <a:pt x="583216" y="149040"/>
                      <a:pt x="457752" y="23869"/>
                      <a:pt x="303784" y="23869"/>
                    </a:cubicBezTo>
                    <a:close/>
                    <a:moveTo>
                      <a:pt x="303672" y="0"/>
                    </a:moveTo>
                    <a:cubicBezTo>
                      <a:pt x="470882" y="0"/>
                      <a:pt x="607119" y="135817"/>
                      <a:pt x="607456" y="302674"/>
                    </a:cubicBezTo>
                    <a:cubicBezTo>
                      <a:pt x="607568" y="319707"/>
                      <a:pt x="606109" y="336852"/>
                      <a:pt x="603304" y="353437"/>
                    </a:cubicBezTo>
                    <a:cubicBezTo>
                      <a:pt x="600610" y="370134"/>
                      <a:pt x="586246" y="382348"/>
                      <a:pt x="569300" y="382348"/>
                    </a:cubicBezTo>
                    <a:cubicBezTo>
                      <a:pt x="564587" y="382348"/>
                      <a:pt x="559986" y="381340"/>
                      <a:pt x="555609" y="379435"/>
                    </a:cubicBezTo>
                    <a:cubicBezTo>
                      <a:pt x="535634" y="370806"/>
                      <a:pt x="514312" y="366324"/>
                      <a:pt x="492204" y="366324"/>
                    </a:cubicBezTo>
                    <a:lnTo>
                      <a:pt x="491306" y="366324"/>
                    </a:lnTo>
                    <a:cubicBezTo>
                      <a:pt x="474024" y="366436"/>
                      <a:pt x="457528" y="369349"/>
                      <a:pt x="441929" y="374504"/>
                    </a:cubicBezTo>
                    <a:lnTo>
                      <a:pt x="555048" y="487460"/>
                    </a:lnTo>
                    <a:cubicBezTo>
                      <a:pt x="564363" y="496649"/>
                      <a:pt x="569413" y="508976"/>
                      <a:pt x="569413" y="522087"/>
                    </a:cubicBezTo>
                    <a:cubicBezTo>
                      <a:pt x="569413" y="535086"/>
                      <a:pt x="564363" y="547412"/>
                      <a:pt x="555048" y="556601"/>
                    </a:cubicBezTo>
                    <a:lnTo>
                      <a:pt x="554487" y="557162"/>
                    </a:lnTo>
                    <a:cubicBezTo>
                      <a:pt x="544948" y="566687"/>
                      <a:pt x="532380" y="571505"/>
                      <a:pt x="519923" y="571505"/>
                    </a:cubicBezTo>
                    <a:cubicBezTo>
                      <a:pt x="507354" y="571505"/>
                      <a:pt x="494785" y="566687"/>
                      <a:pt x="485246" y="557162"/>
                    </a:cubicBezTo>
                    <a:lnTo>
                      <a:pt x="361915" y="434008"/>
                    </a:lnTo>
                    <a:cubicBezTo>
                      <a:pt x="343623" y="459894"/>
                      <a:pt x="332737" y="491495"/>
                      <a:pt x="332625" y="525449"/>
                    </a:cubicBezTo>
                    <a:cubicBezTo>
                      <a:pt x="332625" y="538448"/>
                      <a:pt x="334196" y="551447"/>
                      <a:pt x="337338" y="564109"/>
                    </a:cubicBezTo>
                    <a:cubicBezTo>
                      <a:pt x="339919" y="574307"/>
                      <a:pt x="337563" y="585065"/>
                      <a:pt x="331054" y="593469"/>
                    </a:cubicBezTo>
                    <a:cubicBezTo>
                      <a:pt x="324433" y="601761"/>
                      <a:pt x="314670" y="606580"/>
                      <a:pt x="304121" y="606580"/>
                    </a:cubicBezTo>
                    <a:lnTo>
                      <a:pt x="304008" y="606580"/>
                    </a:lnTo>
                    <a:lnTo>
                      <a:pt x="303784" y="606580"/>
                    </a:lnTo>
                    <a:cubicBezTo>
                      <a:pt x="136237" y="606580"/>
                      <a:pt x="0" y="470539"/>
                      <a:pt x="0" y="303346"/>
                    </a:cubicBezTo>
                    <a:cubicBezTo>
                      <a:pt x="0" y="222327"/>
                      <a:pt x="31534" y="146126"/>
                      <a:pt x="88880" y="88863"/>
                    </a:cubicBezTo>
                    <a:cubicBezTo>
                      <a:pt x="146225" y="31601"/>
                      <a:pt x="222536" y="0"/>
                      <a:pt x="3036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组合 18" descr="5a4821d9-23d1-4cc5-aeae-e8e4647cc006">
              <a:extLst>
                <a:ext uri="{FF2B5EF4-FFF2-40B4-BE49-F238E27FC236}">
                  <a16:creationId xmlns:a16="http://schemas.microsoft.com/office/drawing/2014/main" id="{03637241-12EA-C8F3-AFD8-37C085E63A6A}"/>
                </a:ext>
              </a:extLst>
            </p:cNvPr>
            <p:cNvGrpSpPr/>
            <p:nvPr/>
          </p:nvGrpSpPr>
          <p:grpSpPr>
            <a:xfrm>
              <a:off x="7016090" y="2262644"/>
              <a:ext cx="3074529" cy="2524229"/>
              <a:chOff x="7016090" y="2262644"/>
              <a:chExt cx="3074529" cy="2524229"/>
            </a:xfrm>
          </p:grpSpPr>
          <p:sp>
            <p:nvSpPr>
              <p:cNvPr id="21" name="IconBackground3" descr="c55858f2-f8e3-4325-9956-e7f49f6ffcff">
                <a:extLst>
                  <a:ext uri="{FF2B5EF4-FFF2-40B4-BE49-F238E27FC236}">
                    <a16:creationId xmlns:a16="http://schemas.microsoft.com/office/drawing/2014/main" id="{93375F12-CFA1-BE71-5BC9-767CD1E9CE2A}"/>
                  </a:ext>
                </a:extLst>
              </p:cNvPr>
              <p:cNvSpPr/>
              <p:nvPr/>
            </p:nvSpPr>
            <p:spPr>
              <a:xfrm rot="9301222">
                <a:off x="7016090" y="2262644"/>
                <a:ext cx="594633" cy="688448"/>
              </a:xfrm>
              <a:custGeom>
                <a:avLst/>
                <a:gdLst>
                  <a:gd name="connsiteX0" fmla="*/ 8846 w 160511"/>
                  <a:gd name="connsiteY0" fmla="*/ 9103 h 166571"/>
                  <a:gd name="connsiteX1" fmla="*/ 30563 w 160511"/>
                  <a:gd name="connsiteY1" fmla="*/ 150740 h 166571"/>
                  <a:gd name="connsiteX2" fmla="*/ 160389 w 160511"/>
                  <a:gd name="connsiteY2" fmla="*/ 109782 h 166571"/>
                  <a:gd name="connsiteX3" fmla="*/ 110097 w 160511"/>
                  <a:gd name="connsiteY3" fmla="*/ 41488 h 166571"/>
                  <a:gd name="connsiteX4" fmla="*/ 17514 w 160511"/>
                  <a:gd name="connsiteY4" fmla="*/ 5388 h 166571"/>
                  <a:gd name="connsiteX5" fmla="*/ 8846 w 160511"/>
                  <a:gd name="connsiteY5" fmla="*/ 9103 h 166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511" h="166571">
                    <a:moveTo>
                      <a:pt x="8846" y="9103"/>
                    </a:moveTo>
                    <a:cubicBezTo>
                      <a:pt x="8846" y="9103"/>
                      <a:pt x="-21634" y="111592"/>
                      <a:pt x="30563" y="150740"/>
                    </a:cubicBezTo>
                    <a:cubicBezTo>
                      <a:pt x="82760" y="189888"/>
                      <a:pt x="164103" y="148835"/>
                      <a:pt x="160389" y="109782"/>
                    </a:cubicBezTo>
                    <a:cubicBezTo>
                      <a:pt x="156674" y="70730"/>
                      <a:pt x="145149" y="52632"/>
                      <a:pt x="110097" y="41488"/>
                    </a:cubicBezTo>
                    <a:cubicBezTo>
                      <a:pt x="75045" y="30344"/>
                      <a:pt x="22181" y="19009"/>
                      <a:pt x="17514" y="5388"/>
                    </a:cubicBezTo>
                    <a:cubicBezTo>
                      <a:pt x="12846" y="-8232"/>
                      <a:pt x="9132" y="8151"/>
                      <a:pt x="8846" y="910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40" name="ComponentBackground3" descr="7308fea2-9dc3-44d7-aa65-4246c6956338">
                <a:extLst>
                  <a:ext uri="{FF2B5EF4-FFF2-40B4-BE49-F238E27FC236}">
                    <a16:creationId xmlns:a16="http://schemas.microsoft.com/office/drawing/2014/main" id="{6786A209-394A-18DE-7E22-014CC9C3A2C4}"/>
                  </a:ext>
                </a:extLst>
              </p:cNvPr>
              <p:cNvSpPr/>
              <p:nvPr/>
            </p:nvSpPr>
            <p:spPr>
              <a:xfrm>
                <a:off x="7245533" y="2809204"/>
                <a:ext cx="2845086" cy="1977669"/>
              </a:xfrm>
              <a:custGeom>
                <a:avLst/>
                <a:gdLst>
                  <a:gd name="connsiteX0" fmla="*/ 877727 w 1994275"/>
                  <a:gd name="connsiteY0" fmla="*/ 1450401 h 1450743"/>
                  <a:gd name="connsiteX1" fmla="*/ 393857 w 1994275"/>
                  <a:gd name="connsiteY1" fmla="*/ 1422683 h 1450743"/>
                  <a:gd name="connsiteX2" fmla="*/ 89724 w 1994275"/>
                  <a:gd name="connsiteY2" fmla="*/ 1164651 h 1450743"/>
                  <a:gd name="connsiteX3" fmla="*/ 1903 w 1994275"/>
                  <a:gd name="connsiteY3" fmla="*/ 494472 h 1450743"/>
                  <a:gd name="connsiteX4" fmla="*/ 70674 w 1994275"/>
                  <a:gd name="connsiteY4" fmla="*/ 325689 h 1450743"/>
                  <a:gd name="connsiteX5" fmla="*/ 575404 w 1994275"/>
                  <a:gd name="connsiteY5" fmla="*/ 41749 h 1450743"/>
                  <a:gd name="connsiteX6" fmla="*/ 1224628 w 1994275"/>
                  <a:gd name="connsiteY6" fmla="*/ 3268 h 1450743"/>
                  <a:gd name="connsiteX7" fmla="*/ 1710308 w 1994275"/>
                  <a:gd name="connsiteY7" fmla="*/ 85754 h 1450743"/>
                  <a:gd name="connsiteX8" fmla="*/ 1987199 w 1994275"/>
                  <a:gd name="connsiteY8" fmla="*/ 415986 h 1450743"/>
                  <a:gd name="connsiteX9" fmla="*/ 1934050 w 1994275"/>
                  <a:gd name="connsiteY9" fmla="*/ 1032634 h 1450743"/>
                  <a:gd name="connsiteX10" fmla="*/ 1479707 w 1994275"/>
                  <a:gd name="connsiteY10" fmla="*/ 1421921 h 1450743"/>
                  <a:gd name="connsiteX11" fmla="*/ 877632 w 1994275"/>
                  <a:gd name="connsiteY11" fmla="*/ 1450401 h 145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94275" h="1450743">
                    <a:moveTo>
                      <a:pt x="877727" y="1450401"/>
                    </a:moveTo>
                    <a:cubicBezTo>
                      <a:pt x="732661" y="1436494"/>
                      <a:pt x="562354" y="1448496"/>
                      <a:pt x="393857" y="1422683"/>
                    </a:cubicBezTo>
                    <a:cubicBezTo>
                      <a:pt x="239076" y="1399061"/>
                      <a:pt x="136301" y="1312955"/>
                      <a:pt x="89724" y="1164651"/>
                    </a:cubicBezTo>
                    <a:cubicBezTo>
                      <a:pt x="21334" y="946719"/>
                      <a:pt x="-8098" y="722881"/>
                      <a:pt x="1903" y="494472"/>
                    </a:cubicBezTo>
                    <a:cubicBezTo>
                      <a:pt x="4666" y="430654"/>
                      <a:pt x="31431" y="375409"/>
                      <a:pt x="70674" y="325689"/>
                    </a:cubicBezTo>
                    <a:cubicBezTo>
                      <a:pt x="200024" y="161764"/>
                      <a:pt x="370616" y="71371"/>
                      <a:pt x="575404" y="41749"/>
                    </a:cubicBezTo>
                    <a:cubicBezTo>
                      <a:pt x="790764" y="10602"/>
                      <a:pt x="1006982" y="-7877"/>
                      <a:pt x="1224628" y="3268"/>
                    </a:cubicBezTo>
                    <a:cubicBezTo>
                      <a:pt x="1389601" y="11745"/>
                      <a:pt x="1552478" y="34605"/>
                      <a:pt x="1710308" y="85754"/>
                    </a:cubicBezTo>
                    <a:cubicBezTo>
                      <a:pt x="1871185" y="137856"/>
                      <a:pt x="1974340" y="240726"/>
                      <a:pt x="1987199" y="415986"/>
                    </a:cubicBezTo>
                    <a:cubicBezTo>
                      <a:pt x="2002439" y="624107"/>
                      <a:pt x="1996629" y="831085"/>
                      <a:pt x="1934050" y="1032634"/>
                    </a:cubicBezTo>
                    <a:cubicBezTo>
                      <a:pt x="1864327" y="1257138"/>
                      <a:pt x="1704783" y="1377058"/>
                      <a:pt x="1479707" y="1421921"/>
                    </a:cubicBezTo>
                    <a:cubicBezTo>
                      <a:pt x="1288159" y="1460116"/>
                      <a:pt x="1094611" y="1448686"/>
                      <a:pt x="877632" y="145040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175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8" name="Bullet3" descr="79e9253b-0e8f-4ffe-8331-388a73afcaa7">
                <a:extLst>
                  <a:ext uri="{FF2B5EF4-FFF2-40B4-BE49-F238E27FC236}">
                    <a16:creationId xmlns:a16="http://schemas.microsoft.com/office/drawing/2014/main" id="{3A9FB14D-156D-4C19-E73B-222193506DD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88471" y="3079667"/>
                <a:ext cx="2494529" cy="521955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rgbClr val="FFFFFF"/>
                    </a:solidFill>
                  </a:rPr>
                  <a:t>与米格的关系</a:t>
                </a:r>
                <a:endParaRPr lang="en-US" dirty="0"/>
              </a:p>
            </p:txBody>
          </p:sp>
          <p:sp>
            <p:nvSpPr>
              <p:cNvPr id="39" name="Text3" descr="adf526fa-7409-43a4-85cd-b2ca9b0e2a9f">
                <a:extLst>
                  <a:ext uri="{FF2B5EF4-FFF2-40B4-BE49-F238E27FC236}">
                    <a16:creationId xmlns:a16="http://schemas.microsoft.com/office/drawing/2014/main" id="{F6DD4FBC-4B64-3318-1221-38AEB5C5A0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88471" y="3601622"/>
                <a:ext cx="2494529" cy="85406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rgbClr val="FFFFFF"/>
                    </a:solidFill>
                  </a:rPr>
                  <a:t>米格通过自己的努力，让可可重新记起了父亲，两人之间建立了深厚的感情。</a:t>
                </a:r>
                <a:endParaRPr lang="en-US" dirty="0"/>
              </a:p>
            </p:txBody>
          </p:sp>
          <p:sp>
            <p:nvSpPr>
              <p:cNvPr id="49" name="Icon3" descr="853a36c6-a656-42c1-94da-b01e3ebcc29b">
                <a:extLst>
                  <a:ext uri="{FF2B5EF4-FFF2-40B4-BE49-F238E27FC236}">
                    <a16:creationId xmlns:a16="http://schemas.microsoft.com/office/drawing/2014/main" id="{8FEC73E7-9EFC-7EE7-1E3C-C5D219619C79}"/>
                  </a:ext>
                </a:extLst>
              </p:cNvPr>
              <p:cNvSpPr/>
              <p:nvPr/>
            </p:nvSpPr>
            <p:spPr>
              <a:xfrm>
                <a:off x="7133392" y="2381578"/>
                <a:ext cx="315227" cy="285350"/>
              </a:xfrm>
              <a:custGeom>
                <a:avLst/>
                <a:gdLst>
                  <a:gd name="T0" fmla="*/ 5830 w 5971"/>
                  <a:gd name="T1" fmla="*/ 5553 h 6414"/>
                  <a:gd name="T2" fmla="*/ 5567 w 5971"/>
                  <a:gd name="T3" fmla="*/ 4104 h 6414"/>
                  <a:gd name="T4" fmla="*/ 5434 w 5971"/>
                  <a:gd name="T5" fmla="*/ 1983 h 6414"/>
                  <a:gd name="T6" fmla="*/ 1334 w 5971"/>
                  <a:gd name="T7" fmla="*/ 2116 h 6414"/>
                  <a:gd name="T8" fmla="*/ 863 w 5971"/>
                  <a:gd name="T9" fmla="*/ 2611 h 6414"/>
                  <a:gd name="T10" fmla="*/ 926 w 5971"/>
                  <a:gd name="T11" fmla="*/ 4398 h 6414"/>
                  <a:gd name="T12" fmla="*/ 926 w 5971"/>
                  <a:gd name="T13" fmla="*/ 4132 h 6414"/>
                  <a:gd name="T14" fmla="*/ 863 w 5971"/>
                  <a:gd name="T15" fmla="*/ 2877 h 6414"/>
                  <a:gd name="T16" fmla="*/ 1334 w 5971"/>
                  <a:gd name="T17" fmla="*/ 4104 h 6414"/>
                  <a:gd name="T18" fmla="*/ 1071 w 5971"/>
                  <a:gd name="T19" fmla="*/ 5553 h 6414"/>
                  <a:gd name="T20" fmla="*/ 960 w 5971"/>
                  <a:gd name="T21" fmla="*/ 5760 h 6414"/>
                  <a:gd name="T22" fmla="*/ 4719 w 5971"/>
                  <a:gd name="T23" fmla="*/ 6414 h 6414"/>
                  <a:gd name="T24" fmla="*/ 5948 w 5971"/>
                  <a:gd name="T25" fmla="*/ 5623 h 6414"/>
                  <a:gd name="T26" fmla="*/ 1601 w 5971"/>
                  <a:gd name="T27" fmla="*/ 2250 h 6414"/>
                  <a:gd name="T28" fmla="*/ 5301 w 5971"/>
                  <a:gd name="T29" fmla="*/ 4104 h 6414"/>
                  <a:gd name="T30" fmla="*/ 3017 w 5971"/>
                  <a:gd name="T31" fmla="*/ 5520 h 6414"/>
                  <a:gd name="T32" fmla="*/ 4719 w 5971"/>
                  <a:gd name="T33" fmla="*/ 6148 h 6414"/>
                  <a:gd name="T34" fmla="*/ 1357 w 5971"/>
                  <a:gd name="T35" fmla="*/ 5819 h 6414"/>
                  <a:gd name="T36" fmla="*/ 4719 w 5971"/>
                  <a:gd name="T37" fmla="*/ 6148 h 6414"/>
                  <a:gd name="T38" fmla="*/ 2183 w 5971"/>
                  <a:gd name="T39" fmla="*/ 927 h 6414"/>
                  <a:gd name="T40" fmla="*/ 2555 w 5971"/>
                  <a:gd name="T41" fmla="*/ 133 h 6414"/>
                  <a:gd name="T42" fmla="*/ 2822 w 5971"/>
                  <a:gd name="T43" fmla="*/ 133 h 6414"/>
                  <a:gd name="T44" fmla="*/ 2450 w 5971"/>
                  <a:gd name="T45" fmla="*/ 927 h 6414"/>
                  <a:gd name="T46" fmla="*/ 2822 w 5971"/>
                  <a:gd name="T47" fmla="*/ 1720 h 6414"/>
                  <a:gd name="T48" fmla="*/ 2555 w 5971"/>
                  <a:gd name="T49" fmla="*/ 1720 h 6414"/>
                  <a:gd name="T50" fmla="*/ 3198 w 5971"/>
                  <a:gd name="T51" fmla="*/ 1414 h 6414"/>
                  <a:gd name="T52" fmla="*/ 3198 w 5971"/>
                  <a:gd name="T53" fmla="*/ 439 h 6414"/>
                  <a:gd name="T54" fmla="*/ 3482 w 5971"/>
                  <a:gd name="T55" fmla="*/ 0 h 6414"/>
                  <a:gd name="T56" fmla="*/ 3393 w 5971"/>
                  <a:gd name="T57" fmla="*/ 621 h 6414"/>
                  <a:gd name="T58" fmla="*/ 3393 w 5971"/>
                  <a:gd name="T59" fmla="*/ 1232 h 6414"/>
                  <a:gd name="T60" fmla="*/ 3482 w 5971"/>
                  <a:gd name="T61" fmla="*/ 1853 h 6414"/>
                  <a:gd name="T62" fmla="*/ 3198 w 5971"/>
                  <a:gd name="T63" fmla="*/ 1414 h 6414"/>
                  <a:gd name="T64" fmla="*/ 3770 w 5971"/>
                  <a:gd name="T65" fmla="*/ 927 h 6414"/>
                  <a:gd name="T66" fmla="*/ 4142 w 5971"/>
                  <a:gd name="T67" fmla="*/ 133 h 6414"/>
                  <a:gd name="T68" fmla="*/ 4408 w 5971"/>
                  <a:gd name="T69" fmla="*/ 133 h 6414"/>
                  <a:gd name="T70" fmla="*/ 4036 w 5971"/>
                  <a:gd name="T71" fmla="*/ 927 h 6414"/>
                  <a:gd name="T72" fmla="*/ 4408 w 5971"/>
                  <a:gd name="T73" fmla="*/ 1720 h 6414"/>
                  <a:gd name="T74" fmla="*/ 4142 w 5971"/>
                  <a:gd name="T75" fmla="*/ 1720 h 6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971" h="6414">
                    <a:moveTo>
                      <a:pt x="5948" y="5623"/>
                    </a:moveTo>
                    <a:cubicBezTo>
                      <a:pt x="5925" y="5580"/>
                      <a:pt x="5880" y="5553"/>
                      <a:pt x="5830" y="5553"/>
                    </a:cubicBezTo>
                    <a:lnTo>
                      <a:pt x="4739" y="5553"/>
                    </a:lnTo>
                    <a:cubicBezTo>
                      <a:pt x="5234" y="5259"/>
                      <a:pt x="5567" y="4720"/>
                      <a:pt x="5567" y="4104"/>
                    </a:cubicBezTo>
                    <a:lnTo>
                      <a:pt x="5567" y="2116"/>
                    </a:lnTo>
                    <a:cubicBezTo>
                      <a:pt x="5567" y="2043"/>
                      <a:pt x="5507" y="1983"/>
                      <a:pt x="5434" y="1983"/>
                    </a:cubicBezTo>
                    <a:lnTo>
                      <a:pt x="1468" y="1983"/>
                    </a:lnTo>
                    <a:cubicBezTo>
                      <a:pt x="1394" y="1983"/>
                      <a:pt x="1334" y="2043"/>
                      <a:pt x="1334" y="2116"/>
                    </a:cubicBezTo>
                    <a:lnTo>
                      <a:pt x="1334" y="2611"/>
                    </a:lnTo>
                    <a:lnTo>
                      <a:pt x="863" y="2611"/>
                    </a:lnTo>
                    <a:cubicBezTo>
                      <a:pt x="387" y="2611"/>
                      <a:pt x="0" y="2997"/>
                      <a:pt x="0" y="3473"/>
                    </a:cubicBezTo>
                    <a:cubicBezTo>
                      <a:pt x="0" y="3983"/>
                      <a:pt x="416" y="4398"/>
                      <a:pt x="926" y="4398"/>
                    </a:cubicBezTo>
                    <a:cubicBezTo>
                      <a:pt x="1000" y="4398"/>
                      <a:pt x="1059" y="4339"/>
                      <a:pt x="1059" y="4265"/>
                    </a:cubicBezTo>
                    <a:cubicBezTo>
                      <a:pt x="1059" y="4192"/>
                      <a:pt x="1000" y="4132"/>
                      <a:pt x="926" y="4132"/>
                    </a:cubicBezTo>
                    <a:cubicBezTo>
                      <a:pt x="563" y="4132"/>
                      <a:pt x="267" y="3836"/>
                      <a:pt x="267" y="3473"/>
                    </a:cubicBezTo>
                    <a:cubicBezTo>
                      <a:pt x="267" y="3144"/>
                      <a:pt x="534" y="2877"/>
                      <a:pt x="863" y="2877"/>
                    </a:cubicBezTo>
                    <a:lnTo>
                      <a:pt x="1334" y="2877"/>
                    </a:lnTo>
                    <a:lnTo>
                      <a:pt x="1334" y="4104"/>
                    </a:lnTo>
                    <a:cubicBezTo>
                      <a:pt x="1334" y="4720"/>
                      <a:pt x="1667" y="5259"/>
                      <a:pt x="2163" y="5553"/>
                    </a:cubicBezTo>
                    <a:lnTo>
                      <a:pt x="1071" y="5553"/>
                    </a:lnTo>
                    <a:cubicBezTo>
                      <a:pt x="1022" y="5553"/>
                      <a:pt x="977" y="5580"/>
                      <a:pt x="954" y="5623"/>
                    </a:cubicBezTo>
                    <a:cubicBezTo>
                      <a:pt x="930" y="5666"/>
                      <a:pt x="933" y="5719"/>
                      <a:pt x="960" y="5760"/>
                    </a:cubicBezTo>
                    <a:cubicBezTo>
                      <a:pt x="1233" y="6170"/>
                      <a:pt x="1690" y="6414"/>
                      <a:pt x="2183" y="6414"/>
                    </a:cubicBezTo>
                    <a:lnTo>
                      <a:pt x="4719" y="6414"/>
                    </a:lnTo>
                    <a:cubicBezTo>
                      <a:pt x="5211" y="6414"/>
                      <a:pt x="5668" y="6170"/>
                      <a:pt x="5941" y="5760"/>
                    </a:cubicBezTo>
                    <a:cubicBezTo>
                      <a:pt x="5969" y="5719"/>
                      <a:pt x="5971" y="5666"/>
                      <a:pt x="5948" y="5623"/>
                    </a:cubicBezTo>
                    <a:close/>
                    <a:moveTo>
                      <a:pt x="1601" y="4104"/>
                    </a:moveTo>
                    <a:lnTo>
                      <a:pt x="1601" y="2250"/>
                    </a:lnTo>
                    <a:lnTo>
                      <a:pt x="5301" y="2250"/>
                    </a:lnTo>
                    <a:lnTo>
                      <a:pt x="5301" y="4104"/>
                    </a:lnTo>
                    <a:cubicBezTo>
                      <a:pt x="5301" y="4884"/>
                      <a:pt x="4665" y="5520"/>
                      <a:pt x="3885" y="5520"/>
                    </a:cubicBezTo>
                    <a:lnTo>
                      <a:pt x="3017" y="5520"/>
                    </a:lnTo>
                    <a:cubicBezTo>
                      <a:pt x="2236" y="5520"/>
                      <a:pt x="1601" y="4884"/>
                      <a:pt x="1601" y="4104"/>
                    </a:cubicBezTo>
                    <a:close/>
                    <a:moveTo>
                      <a:pt x="4719" y="6148"/>
                    </a:moveTo>
                    <a:lnTo>
                      <a:pt x="2183" y="6148"/>
                    </a:lnTo>
                    <a:cubicBezTo>
                      <a:pt x="1871" y="6148"/>
                      <a:pt x="1577" y="6028"/>
                      <a:pt x="1357" y="5819"/>
                    </a:cubicBezTo>
                    <a:lnTo>
                      <a:pt x="5545" y="5819"/>
                    </a:lnTo>
                    <a:cubicBezTo>
                      <a:pt x="5324" y="6028"/>
                      <a:pt x="5030" y="6148"/>
                      <a:pt x="4719" y="6148"/>
                    </a:cubicBezTo>
                    <a:close/>
                    <a:moveTo>
                      <a:pt x="2405" y="1414"/>
                    </a:moveTo>
                    <a:cubicBezTo>
                      <a:pt x="2306" y="1309"/>
                      <a:pt x="2183" y="1178"/>
                      <a:pt x="2183" y="927"/>
                    </a:cubicBezTo>
                    <a:cubicBezTo>
                      <a:pt x="2183" y="676"/>
                      <a:pt x="2306" y="544"/>
                      <a:pt x="2405" y="439"/>
                    </a:cubicBezTo>
                    <a:cubicBezTo>
                      <a:pt x="2492" y="346"/>
                      <a:pt x="2555" y="279"/>
                      <a:pt x="2555" y="133"/>
                    </a:cubicBezTo>
                    <a:cubicBezTo>
                      <a:pt x="2555" y="60"/>
                      <a:pt x="2615" y="0"/>
                      <a:pt x="2688" y="0"/>
                    </a:cubicBezTo>
                    <a:cubicBezTo>
                      <a:pt x="2762" y="0"/>
                      <a:pt x="2822" y="60"/>
                      <a:pt x="2822" y="133"/>
                    </a:cubicBezTo>
                    <a:cubicBezTo>
                      <a:pt x="2822" y="384"/>
                      <a:pt x="2699" y="516"/>
                      <a:pt x="2600" y="621"/>
                    </a:cubicBezTo>
                    <a:cubicBezTo>
                      <a:pt x="2513" y="714"/>
                      <a:pt x="2450" y="781"/>
                      <a:pt x="2450" y="927"/>
                    </a:cubicBezTo>
                    <a:cubicBezTo>
                      <a:pt x="2450" y="1072"/>
                      <a:pt x="2513" y="1139"/>
                      <a:pt x="2600" y="1232"/>
                    </a:cubicBezTo>
                    <a:cubicBezTo>
                      <a:pt x="2699" y="1337"/>
                      <a:pt x="2822" y="1469"/>
                      <a:pt x="2822" y="1720"/>
                    </a:cubicBezTo>
                    <a:cubicBezTo>
                      <a:pt x="2822" y="1793"/>
                      <a:pt x="2762" y="1853"/>
                      <a:pt x="2688" y="1853"/>
                    </a:cubicBezTo>
                    <a:cubicBezTo>
                      <a:pt x="2615" y="1853"/>
                      <a:pt x="2555" y="1793"/>
                      <a:pt x="2555" y="1720"/>
                    </a:cubicBezTo>
                    <a:cubicBezTo>
                      <a:pt x="2555" y="1574"/>
                      <a:pt x="2492" y="1507"/>
                      <a:pt x="2405" y="1414"/>
                    </a:cubicBezTo>
                    <a:close/>
                    <a:moveTo>
                      <a:pt x="3198" y="1414"/>
                    </a:moveTo>
                    <a:cubicBezTo>
                      <a:pt x="3100" y="1309"/>
                      <a:pt x="2977" y="1178"/>
                      <a:pt x="2977" y="927"/>
                    </a:cubicBezTo>
                    <a:cubicBezTo>
                      <a:pt x="2977" y="676"/>
                      <a:pt x="3100" y="544"/>
                      <a:pt x="3198" y="439"/>
                    </a:cubicBezTo>
                    <a:cubicBezTo>
                      <a:pt x="3285" y="346"/>
                      <a:pt x="3348" y="279"/>
                      <a:pt x="3348" y="133"/>
                    </a:cubicBezTo>
                    <a:cubicBezTo>
                      <a:pt x="3348" y="60"/>
                      <a:pt x="3408" y="0"/>
                      <a:pt x="3482" y="0"/>
                    </a:cubicBezTo>
                    <a:cubicBezTo>
                      <a:pt x="3555" y="0"/>
                      <a:pt x="3615" y="60"/>
                      <a:pt x="3615" y="133"/>
                    </a:cubicBezTo>
                    <a:cubicBezTo>
                      <a:pt x="3615" y="384"/>
                      <a:pt x="3492" y="516"/>
                      <a:pt x="3393" y="621"/>
                    </a:cubicBezTo>
                    <a:cubicBezTo>
                      <a:pt x="3306" y="714"/>
                      <a:pt x="3243" y="781"/>
                      <a:pt x="3243" y="927"/>
                    </a:cubicBezTo>
                    <a:cubicBezTo>
                      <a:pt x="3243" y="1072"/>
                      <a:pt x="3306" y="1139"/>
                      <a:pt x="3393" y="1232"/>
                    </a:cubicBezTo>
                    <a:cubicBezTo>
                      <a:pt x="3492" y="1337"/>
                      <a:pt x="3615" y="1469"/>
                      <a:pt x="3615" y="1720"/>
                    </a:cubicBezTo>
                    <a:cubicBezTo>
                      <a:pt x="3615" y="1793"/>
                      <a:pt x="3555" y="1853"/>
                      <a:pt x="3482" y="1853"/>
                    </a:cubicBezTo>
                    <a:cubicBezTo>
                      <a:pt x="3408" y="1853"/>
                      <a:pt x="3348" y="1793"/>
                      <a:pt x="3348" y="1720"/>
                    </a:cubicBezTo>
                    <a:cubicBezTo>
                      <a:pt x="3348" y="1574"/>
                      <a:pt x="3285" y="1507"/>
                      <a:pt x="3198" y="1414"/>
                    </a:cubicBezTo>
                    <a:close/>
                    <a:moveTo>
                      <a:pt x="3992" y="1414"/>
                    </a:moveTo>
                    <a:cubicBezTo>
                      <a:pt x="3893" y="1309"/>
                      <a:pt x="3770" y="1178"/>
                      <a:pt x="3770" y="927"/>
                    </a:cubicBezTo>
                    <a:cubicBezTo>
                      <a:pt x="3770" y="676"/>
                      <a:pt x="3893" y="544"/>
                      <a:pt x="3992" y="439"/>
                    </a:cubicBezTo>
                    <a:cubicBezTo>
                      <a:pt x="4079" y="346"/>
                      <a:pt x="4142" y="279"/>
                      <a:pt x="4142" y="133"/>
                    </a:cubicBezTo>
                    <a:cubicBezTo>
                      <a:pt x="4142" y="60"/>
                      <a:pt x="4201" y="0"/>
                      <a:pt x="4275" y="0"/>
                    </a:cubicBezTo>
                    <a:cubicBezTo>
                      <a:pt x="4349" y="0"/>
                      <a:pt x="4408" y="60"/>
                      <a:pt x="4408" y="133"/>
                    </a:cubicBezTo>
                    <a:cubicBezTo>
                      <a:pt x="4408" y="384"/>
                      <a:pt x="4285" y="516"/>
                      <a:pt x="4186" y="621"/>
                    </a:cubicBezTo>
                    <a:cubicBezTo>
                      <a:pt x="4099" y="714"/>
                      <a:pt x="4036" y="781"/>
                      <a:pt x="4036" y="927"/>
                    </a:cubicBezTo>
                    <a:cubicBezTo>
                      <a:pt x="4036" y="1072"/>
                      <a:pt x="4099" y="1139"/>
                      <a:pt x="4186" y="1232"/>
                    </a:cubicBezTo>
                    <a:cubicBezTo>
                      <a:pt x="4285" y="1337"/>
                      <a:pt x="4408" y="1469"/>
                      <a:pt x="4408" y="1720"/>
                    </a:cubicBezTo>
                    <a:cubicBezTo>
                      <a:pt x="4408" y="1793"/>
                      <a:pt x="4349" y="1853"/>
                      <a:pt x="4275" y="1853"/>
                    </a:cubicBezTo>
                    <a:cubicBezTo>
                      <a:pt x="4201" y="1853"/>
                      <a:pt x="4142" y="1793"/>
                      <a:pt x="4142" y="1720"/>
                    </a:cubicBezTo>
                    <a:cubicBezTo>
                      <a:pt x="4142" y="1574"/>
                      <a:pt x="4079" y="1507"/>
                      <a:pt x="3992" y="14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20" name="组合 19" descr="203769d5-2126-47c8-8d5b-44dd0ed1470c">
              <a:extLst>
                <a:ext uri="{FF2B5EF4-FFF2-40B4-BE49-F238E27FC236}">
                  <a16:creationId xmlns:a16="http://schemas.microsoft.com/office/drawing/2014/main" id="{41BC6F14-01E0-DB7A-340B-D0690688314C}"/>
                </a:ext>
              </a:extLst>
            </p:cNvPr>
            <p:cNvGrpSpPr/>
            <p:nvPr/>
          </p:nvGrpSpPr>
          <p:grpSpPr>
            <a:xfrm>
              <a:off x="4487395" y="3752137"/>
              <a:ext cx="3638601" cy="1939996"/>
              <a:chOff x="4487395" y="3752137"/>
              <a:chExt cx="3638601" cy="1939996"/>
            </a:xfrm>
          </p:grpSpPr>
          <p:sp>
            <p:nvSpPr>
              <p:cNvPr id="18" name="IconBackground4" descr="5fb72a9e-ca15-4de9-93f5-450de6c9d428">
                <a:extLst>
                  <a:ext uri="{FF2B5EF4-FFF2-40B4-BE49-F238E27FC236}">
                    <a16:creationId xmlns:a16="http://schemas.microsoft.com/office/drawing/2014/main" id="{E82CA9F3-90A4-5495-1266-C914E8EAE241}"/>
                  </a:ext>
                </a:extLst>
              </p:cNvPr>
              <p:cNvSpPr/>
              <p:nvPr/>
            </p:nvSpPr>
            <p:spPr>
              <a:xfrm rot="18188051">
                <a:off x="7484455" y="4530215"/>
                <a:ext cx="594634" cy="688448"/>
              </a:xfrm>
              <a:custGeom>
                <a:avLst/>
                <a:gdLst>
                  <a:gd name="connsiteX0" fmla="*/ 8846 w 160511"/>
                  <a:gd name="connsiteY0" fmla="*/ 9103 h 166571"/>
                  <a:gd name="connsiteX1" fmla="*/ 30563 w 160511"/>
                  <a:gd name="connsiteY1" fmla="*/ 150740 h 166571"/>
                  <a:gd name="connsiteX2" fmla="*/ 160389 w 160511"/>
                  <a:gd name="connsiteY2" fmla="*/ 109782 h 166571"/>
                  <a:gd name="connsiteX3" fmla="*/ 110097 w 160511"/>
                  <a:gd name="connsiteY3" fmla="*/ 41488 h 166571"/>
                  <a:gd name="connsiteX4" fmla="*/ 17514 w 160511"/>
                  <a:gd name="connsiteY4" fmla="*/ 5388 h 166571"/>
                  <a:gd name="connsiteX5" fmla="*/ 8846 w 160511"/>
                  <a:gd name="connsiteY5" fmla="*/ 9103 h 166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511" h="166571">
                    <a:moveTo>
                      <a:pt x="8846" y="9103"/>
                    </a:moveTo>
                    <a:cubicBezTo>
                      <a:pt x="8846" y="9103"/>
                      <a:pt x="-21634" y="111592"/>
                      <a:pt x="30563" y="150740"/>
                    </a:cubicBezTo>
                    <a:cubicBezTo>
                      <a:pt x="82760" y="189888"/>
                      <a:pt x="164103" y="148835"/>
                      <a:pt x="160389" y="109782"/>
                    </a:cubicBezTo>
                    <a:cubicBezTo>
                      <a:pt x="156674" y="70730"/>
                      <a:pt x="145149" y="52632"/>
                      <a:pt x="110097" y="41488"/>
                    </a:cubicBezTo>
                    <a:cubicBezTo>
                      <a:pt x="75045" y="30344"/>
                      <a:pt x="22181" y="19009"/>
                      <a:pt x="17514" y="5388"/>
                    </a:cubicBezTo>
                    <a:cubicBezTo>
                      <a:pt x="12846" y="-8232"/>
                      <a:pt x="9132" y="8151"/>
                      <a:pt x="8846" y="910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ComponentBackground4" descr="d476f8a6-c28d-41c7-a896-95d8b0d847af">
                <a:extLst>
                  <a:ext uri="{FF2B5EF4-FFF2-40B4-BE49-F238E27FC236}">
                    <a16:creationId xmlns:a16="http://schemas.microsoft.com/office/drawing/2014/main" id="{B3BC9902-E84B-309E-ECC8-AA1A92DFA2A8}"/>
                  </a:ext>
                </a:extLst>
              </p:cNvPr>
              <p:cNvSpPr/>
              <p:nvPr/>
            </p:nvSpPr>
            <p:spPr>
              <a:xfrm>
                <a:off x="4487395" y="3752137"/>
                <a:ext cx="2826349" cy="1939996"/>
              </a:xfrm>
              <a:custGeom>
                <a:avLst/>
                <a:gdLst>
                  <a:gd name="connsiteX0" fmla="*/ 1028698 w 1981142"/>
                  <a:gd name="connsiteY0" fmla="*/ 1415810 h 1423107"/>
                  <a:gd name="connsiteX1" fmla="*/ 372044 w 1981142"/>
                  <a:gd name="connsiteY1" fmla="*/ 1305892 h 1423107"/>
                  <a:gd name="connsiteX2" fmla="*/ 6665 w 1981142"/>
                  <a:gd name="connsiteY2" fmla="*/ 897650 h 1423107"/>
                  <a:gd name="connsiteX3" fmla="*/ 120680 w 1981142"/>
                  <a:gd name="connsiteY3" fmla="*/ 488266 h 1423107"/>
                  <a:gd name="connsiteX4" fmla="*/ 505490 w 1981142"/>
                  <a:gd name="connsiteY4" fmla="*/ 123172 h 1423107"/>
                  <a:gd name="connsiteX5" fmla="*/ 925161 w 1981142"/>
                  <a:gd name="connsiteY5" fmla="*/ 3062 h 1423107"/>
                  <a:gd name="connsiteX6" fmla="*/ 1882138 w 1981142"/>
                  <a:gd name="connsiteY6" fmla="*/ 447975 h 1423107"/>
                  <a:gd name="connsiteX7" fmla="*/ 1897569 w 1981142"/>
                  <a:gd name="connsiteY7" fmla="*/ 904699 h 1423107"/>
                  <a:gd name="connsiteX8" fmla="*/ 1408364 w 1981142"/>
                  <a:gd name="connsiteY8" fmla="*/ 1359422 h 1423107"/>
                  <a:gd name="connsiteX9" fmla="*/ 1028793 w 1981142"/>
                  <a:gd name="connsiteY9" fmla="*/ 1415620 h 14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81142" h="1423107">
                    <a:moveTo>
                      <a:pt x="1028698" y="1415810"/>
                    </a:moveTo>
                    <a:cubicBezTo>
                      <a:pt x="817148" y="1418858"/>
                      <a:pt x="592072" y="1375996"/>
                      <a:pt x="372044" y="1305892"/>
                    </a:cubicBezTo>
                    <a:cubicBezTo>
                      <a:pt x="171162" y="1241979"/>
                      <a:pt x="41336" y="1111201"/>
                      <a:pt x="6665" y="897650"/>
                    </a:cubicBezTo>
                    <a:cubicBezTo>
                      <a:pt x="-18290" y="744107"/>
                      <a:pt x="28382" y="609424"/>
                      <a:pt x="120680" y="488266"/>
                    </a:cubicBezTo>
                    <a:cubicBezTo>
                      <a:pt x="229169" y="345867"/>
                      <a:pt x="356138" y="222994"/>
                      <a:pt x="505490" y="123172"/>
                    </a:cubicBezTo>
                    <a:cubicBezTo>
                      <a:pt x="632934" y="38019"/>
                      <a:pt x="776286" y="13921"/>
                      <a:pt x="925161" y="3062"/>
                    </a:cubicBezTo>
                    <a:cubicBezTo>
                      <a:pt x="1327307" y="-26180"/>
                      <a:pt x="1631345" y="156415"/>
                      <a:pt x="1882138" y="447975"/>
                    </a:cubicBezTo>
                    <a:cubicBezTo>
                      <a:pt x="2008535" y="594946"/>
                      <a:pt x="2014155" y="750584"/>
                      <a:pt x="1897569" y="904699"/>
                    </a:cubicBezTo>
                    <a:cubicBezTo>
                      <a:pt x="1761837" y="1084150"/>
                      <a:pt x="1593435" y="1232359"/>
                      <a:pt x="1408364" y="1359422"/>
                    </a:cubicBezTo>
                    <a:cubicBezTo>
                      <a:pt x="1300446" y="1433527"/>
                      <a:pt x="1173954" y="1428193"/>
                      <a:pt x="1028793" y="141562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175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2" name="Bullet4" descr="9738b7d3-41b8-4f66-8bd4-c5d8586e5fdb">
                <a:extLst>
                  <a:ext uri="{FF2B5EF4-FFF2-40B4-BE49-F238E27FC236}">
                    <a16:creationId xmlns:a16="http://schemas.microsoft.com/office/drawing/2014/main" id="{BFE435D1-78A9-987B-62FE-9763DB64F0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76842" y="4033839"/>
                <a:ext cx="2324033" cy="562952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b="1" dirty="0">
                    <a:solidFill>
                      <a:srgbClr val="FFFFFF"/>
                    </a:solidFill>
                  </a:rPr>
                  <a:t>重要性</a:t>
                </a:r>
                <a:endParaRPr lang="en-US" dirty="0"/>
              </a:p>
            </p:txBody>
          </p:sp>
          <p:sp>
            <p:nvSpPr>
              <p:cNvPr id="33" name="Text4" descr="0b882d0a-846a-4ddd-8a60-6cb11409303f">
                <a:extLst>
                  <a:ext uri="{FF2B5EF4-FFF2-40B4-BE49-F238E27FC236}">
                    <a16:creationId xmlns:a16="http://schemas.microsoft.com/office/drawing/2014/main" id="{FBD73484-05E0-6B24-6CD8-72FBEECD2C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6842" y="4596790"/>
                <a:ext cx="2324033" cy="85406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rgbClr val="FFFFFF"/>
                    </a:solidFill>
                  </a:rPr>
                  <a:t>可可是连接现实世界和亡灵世界的关键人物，她的记忆决定了埃克托能否回家。</a:t>
                </a:r>
                <a:endParaRPr lang="en-US" dirty="0"/>
              </a:p>
            </p:txBody>
          </p:sp>
          <p:sp>
            <p:nvSpPr>
              <p:cNvPr id="51" name="Icon4" descr="903859f4-b236-498f-a9ce-b07b751fa7e6">
                <a:extLst>
                  <a:ext uri="{FF2B5EF4-FFF2-40B4-BE49-F238E27FC236}">
                    <a16:creationId xmlns:a16="http://schemas.microsoft.com/office/drawing/2014/main" id="{1E050A50-9257-130D-8071-DA6B1118445E}"/>
                  </a:ext>
                </a:extLst>
              </p:cNvPr>
              <p:cNvSpPr/>
              <p:nvPr/>
            </p:nvSpPr>
            <p:spPr>
              <a:xfrm>
                <a:off x="7679414" y="4764238"/>
                <a:ext cx="261262" cy="294457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  <a:gd name="connsiteX41" fmla="*/ 373273 h 605239"/>
                  <a:gd name="connsiteY41" fmla="*/ 373273 h 605239"/>
                  <a:gd name="connsiteX42" fmla="*/ 373273 h 605239"/>
                  <a:gd name="connsiteY42" fmla="*/ 373273 h 605239"/>
                  <a:gd name="connsiteX43" fmla="*/ 373273 h 605239"/>
                  <a:gd name="connsiteY43" fmla="*/ 373273 h 605239"/>
                  <a:gd name="connsiteX44" fmla="*/ 373273 h 605239"/>
                  <a:gd name="connsiteY44" fmla="*/ 373273 h 605239"/>
                  <a:gd name="connsiteX45" fmla="*/ 373273 h 605239"/>
                  <a:gd name="connsiteY45" fmla="*/ 373273 h 605239"/>
                  <a:gd name="connsiteX46" fmla="*/ 373273 h 605239"/>
                  <a:gd name="connsiteY46" fmla="*/ 373273 h 605239"/>
                  <a:gd name="connsiteX47" fmla="*/ 373273 h 605239"/>
                  <a:gd name="connsiteY47" fmla="*/ 373273 h 605239"/>
                  <a:gd name="connsiteX48" fmla="*/ 373273 h 605239"/>
                  <a:gd name="connsiteY48" fmla="*/ 373273 h 605239"/>
                  <a:gd name="connsiteX49" fmla="*/ 373273 h 605239"/>
                  <a:gd name="connsiteY49" fmla="*/ 373273 h 605239"/>
                  <a:gd name="connsiteX50" fmla="*/ 373273 h 605239"/>
                  <a:gd name="connsiteY50" fmla="*/ 373273 h 605239"/>
                  <a:gd name="connsiteX51" fmla="*/ 373273 h 605239"/>
                  <a:gd name="connsiteY51" fmla="*/ 373273 h 605239"/>
                  <a:gd name="connsiteX52" fmla="*/ 373273 h 605239"/>
                  <a:gd name="connsiteY52" fmla="*/ 373273 h 605239"/>
                  <a:gd name="connsiteX53" fmla="*/ 373273 h 605239"/>
                  <a:gd name="connsiteY53" fmla="*/ 373273 h 605239"/>
                  <a:gd name="connsiteX54" fmla="*/ 373273 h 605239"/>
                  <a:gd name="connsiteY54" fmla="*/ 373273 h 605239"/>
                  <a:gd name="connsiteX55" fmla="*/ 373273 h 605239"/>
                  <a:gd name="connsiteY55" fmla="*/ 373273 h 605239"/>
                  <a:gd name="connsiteX56" fmla="*/ 373273 h 605239"/>
                  <a:gd name="connsiteY56" fmla="*/ 373273 h 605239"/>
                  <a:gd name="connsiteX57" fmla="*/ 373273 h 605239"/>
                  <a:gd name="connsiteY57" fmla="*/ 373273 h 605239"/>
                  <a:gd name="connsiteX58" fmla="*/ 373273 h 605239"/>
                  <a:gd name="connsiteY58" fmla="*/ 373273 h 605239"/>
                  <a:gd name="connsiteX59" fmla="*/ 373273 h 605239"/>
                  <a:gd name="connsiteY59" fmla="*/ 373273 h 605239"/>
                  <a:gd name="connsiteX60" fmla="*/ 373273 h 605239"/>
                  <a:gd name="connsiteY60" fmla="*/ 373273 h 605239"/>
                  <a:gd name="connsiteX61" fmla="*/ 373273 h 605239"/>
                  <a:gd name="connsiteY61" fmla="*/ 373273 h 605239"/>
                  <a:gd name="connsiteX62" fmla="*/ 373273 h 605239"/>
                  <a:gd name="connsiteY62" fmla="*/ 373273 h 605239"/>
                  <a:gd name="connsiteX63" fmla="*/ 373273 h 605239"/>
                  <a:gd name="connsiteY63" fmla="*/ 373273 h 605239"/>
                  <a:gd name="connsiteX64" fmla="*/ 373273 h 605239"/>
                  <a:gd name="connsiteY64" fmla="*/ 373273 h 605239"/>
                  <a:gd name="connsiteX65" fmla="*/ 373273 h 605239"/>
                  <a:gd name="connsiteY65" fmla="*/ 373273 h 605239"/>
                  <a:gd name="connsiteX66" fmla="*/ 373273 h 605239"/>
                  <a:gd name="connsiteY66" fmla="*/ 373273 h 605239"/>
                  <a:gd name="connsiteX67" fmla="*/ 373273 h 605239"/>
                  <a:gd name="connsiteY67" fmla="*/ 373273 h 605239"/>
                  <a:gd name="connsiteX68" fmla="*/ 373273 h 605239"/>
                  <a:gd name="connsiteY68" fmla="*/ 373273 h 605239"/>
                  <a:gd name="connsiteX69" fmla="*/ 373273 h 605239"/>
                  <a:gd name="connsiteY69" fmla="*/ 373273 h 605239"/>
                  <a:gd name="connsiteX70" fmla="*/ 373273 h 605239"/>
                  <a:gd name="connsiteY70" fmla="*/ 373273 h 605239"/>
                  <a:gd name="connsiteX71" fmla="*/ 373273 h 605239"/>
                  <a:gd name="connsiteY71" fmla="*/ 373273 h 605239"/>
                  <a:gd name="connsiteX72" fmla="*/ 373273 h 605239"/>
                  <a:gd name="connsiteY72" fmla="*/ 373273 h 605239"/>
                  <a:gd name="connsiteX73" fmla="*/ 373273 h 605239"/>
                  <a:gd name="connsiteY73" fmla="*/ 373273 h 605239"/>
                  <a:gd name="connsiteX74" fmla="*/ 373273 h 605239"/>
                  <a:gd name="connsiteY74" fmla="*/ 373273 h 605239"/>
                  <a:gd name="connsiteX75" fmla="*/ 373273 h 605239"/>
                  <a:gd name="connsiteY75" fmla="*/ 373273 h 605239"/>
                  <a:gd name="connsiteX76" fmla="*/ 373273 h 605239"/>
                  <a:gd name="connsiteY76" fmla="*/ 373273 h 605239"/>
                  <a:gd name="connsiteX77" fmla="*/ 373273 h 605239"/>
                  <a:gd name="connsiteY77" fmla="*/ 373273 h 605239"/>
                  <a:gd name="connsiteX78" fmla="*/ 373273 h 605239"/>
                  <a:gd name="connsiteY78" fmla="*/ 373273 h 605239"/>
                  <a:gd name="connsiteX79" fmla="*/ 373273 h 605239"/>
                  <a:gd name="connsiteY79" fmla="*/ 373273 h 605239"/>
                  <a:gd name="connsiteX80" fmla="*/ 373273 h 605239"/>
                  <a:gd name="connsiteY80" fmla="*/ 373273 h 605239"/>
                  <a:gd name="connsiteX81" fmla="*/ 373273 h 605239"/>
                  <a:gd name="connsiteY81" fmla="*/ 373273 h 605239"/>
                  <a:gd name="connsiteX82" fmla="*/ 373273 h 605239"/>
                  <a:gd name="connsiteY82" fmla="*/ 373273 h 605239"/>
                  <a:gd name="connsiteX83" fmla="*/ 373273 h 605239"/>
                  <a:gd name="connsiteY83" fmla="*/ 373273 h 605239"/>
                  <a:gd name="connsiteX84" fmla="*/ 373273 h 605239"/>
                  <a:gd name="connsiteY84" fmla="*/ 373273 h 605239"/>
                  <a:gd name="connsiteX85" fmla="*/ 373273 h 605239"/>
                  <a:gd name="connsiteY85" fmla="*/ 373273 h 605239"/>
                  <a:gd name="connsiteX86" fmla="*/ 373273 h 605239"/>
                  <a:gd name="connsiteY86" fmla="*/ 373273 h 605239"/>
                  <a:gd name="connsiteX87" fmla="*/ 373273 h 605239"/>
                  <a:gd name="connsiteY87" fmla="*/ 373273 h 605239"/>
                  <a:gd name="connsiteX88" fmla="*/ 373273 h 605239"/>
                  <a:gd name="connsiteY88" fmla="*/ 373273 h 605239"/>
                  <a:gd name="connsiteX89" fmla="*/ 373273 h 605239"/>
                  <a:gd name="connsiteY89" fmla="*/ 373273 h 605239"/>
                  <a:gd name="connsiteX90" fmla="*/ 373273 h 605239"/>
                  <a:gd name="connsiteY90" fmla="*/ 373273 h 605239"/>
                  <a:gd name="connsiteX91" fmla="*/ 373273 h 605239"/>
                  <a:gd name="connsiteY91" fmla="*/ 373273 h 605239"/>
                  <a:gd name="connsiteX92" fmla="*/ 373273 h 605239"/>
                  <a:gd name="connsiteY92" fmla="*/ 373273 h 605239"/>
                  <a:gd name="connsiteX93" fmla="*/ 373273 h 605239"/>
                  <a:gd name="connsiteY93" fmla="*/ 373273 h 605239"/>
                  <a:gd name="connsiteX94" fmla="*/ 373273 h 605239"/>
                  <a:gd name="connsiteY94" fmla="*/ 373273 h 605239"/>
                  <a:gd name="connsiteX95" fmla="*/ 373273 h 605239"/>
                  <a:gd name="connsiteY95" fmla="*/ 373273 h 605239"/>
                  <a:gd name="connsiteX96" fmla="*/ 373273 h 605239"/>
                  <a:gd name="connsiteY96" fmla="*/ 373273 h 605239"/>
                  <a:gd name="connsiteX97" fmla="*/ 373273 h 605239"/>
                  <a:gd name="connsiteY97" fmla="*/ 373273 h 605239"/>
                  <a:gd name="connsiteX98" fmla="*/ 373273 h 605239"/>
                  <a:gd name="connsiteY98" fmla="*/ 373273 h 605239"/>
                  <a:gd name="connsiteX99" fmla="*/ 373273 h 605239"/>
                  <a:gd name="connsiteY99" fmla="*/ 373273 h 605239"/>
                  <a:gd name="connsiteX100" fmla="*/ 373273 h 605239"/>
                  <a:gd name="connsiteY100" fmla="*/ 373273 h 605239"/>
                  <a:gd name="connsiteX101" fmla="*/ 373273 h 605239"/>
                  <a:gd name="connsiteY101" fmla="*/ 373273 h 605239"/>
                  <a:gd name="connsiteX102" fmla="*/ 373273 h 605239"/>
                  <a:gd name="connsiteY102" fmla="*/ 373273 h 605239"/>
                  <a:gd name="connsiteX103" fmla="*/ 373273 h 605239"/>
                  <a:gd name="connsiteY103" fmla="*/ 373273 h 605239"/>
                  <a:gd name="connsiteX104" fmla="*/ 373273 h 605239"/>
                  <a:gd name="connsiteY104" fmla="*/ 373273 h 605239"/>
                  <a:gd name="connsiteX105" fmla="*/ 373273 h 605239"/>
                  <a:gd name="connsiteY105" fmla="*/ 373273 h 605239"/>
                  <a:gd name="connsiteX106" fmla="*/ 373273 h 605239"/>
                  <a:gd name="connsiteY106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534083" h="601942">
                    <a:moveTo>
                      <a:pt x="107349" y="500030"/>
                    </a:moveTo>
                    <a:cubicBezTo>
                      <a:pt x="101591" y="500030"/>
                      <a:pt x="95833" y="500427"/>
                      <a:pt x="90274" y="501022"/>
                    </a:cubicBezTo>
                    <a:cubicBezTo>
                      <a:pt x="69030" y="503996"/>
                      <a:pt x="49375" y="511926"/>
                      <a:pt x="36072" y="523030"/>
                    </a:cubicBezTo>
                    <a:cubicBezTo>
                      <a:pt x="25550" y="531754"/>
                      <a:pt x="20189" y="541866"/>
                      <a:pt x="21380" y="550391"/>
                    </a:cubicBezTo>
                    <a:cubicBezTo>
                      <a:pt x="23564" y="567443"/>
                      <a:pt x="50963" y="580925"/>
                      <a:pt x="83722" y="580925"/>
                    </a:cubicBezTo>
                    <a:cubicBezTo>
                      <a:pt x="89282" y="580925"/>
                      <a:pt x="95039" y="580529"/>
                      <a:pt x="100797" y="579736"/>
                    </a:cubicBezTo>
                    <a:cubicBezTo>
                      <a:pt x="121842" y="576960"/>
                      <a:pt x="141697" y="568831"/>
                      <a:pt x="154800" y="557926"/>
                    </a:cubicBezTo>
                    <a:cubicBezTo>
                      <a:pt x="165323" y="549003"/>
                      <a:pt x="170684" y="539090"/>
                      <a:pt x="169691" y="530564"/>
                    </a:cubicBezTo>
                    <a:cubicBezTo>
                      <a:pt x="167308" y="513314"/>
                      <a:pt x="139910" y="500030"/>
                      <a:pt x="107349" y="500030"/>
                    </a:cubicBezTo>
                    <a:close/>
                    <a:moveTo>
                      <a:pt x="382726" y="430238"/>
                    </a:moveTo>
                    <a:cubicBezTo>
                      <a:pt x="377167" y="430238"/>
                      <a:pt x="371409" y="430635"/>
                      <a:pt x="365651" y="431428"/>
                    </a:cubicBezTo>
                    <a:cubicBezTo>
                      <a:pt x="323163" y="436980"/>
                      <a:pt x="294375" y="462160"/>
                      <a:pt x="296757" y="480599"/>
                    </a:cubicBezTo>
                    <a:cubicBezTo>
                      <a:pt x="299140" y="497651"/>
                      <a:pt x="326539" y="511133"/>
                      <a:pt x="359099" y="511133"/>
                    </a:cubicBezTo>
                    <a:cubicBezTo>
                      <a:pt x="364659" y="511133"/>
                      <a:pt x="370416" y="510737"/>
                      <a:pt x="376174" y="509944"/>
                    </a:cubicBezTo>
                    <a:cubicBezTo>
                      <a:pt x="397418" y="507168"/>
                      <a:pt x="417074" y="499237"/>
                      <a:pt x="430376" y="488134"/>
                    </a:cubicBezTo>
                    <a:cubicBezTo>
                      <a:pt x="440899" y="479212"/>
                      <a:pt x="446259" y="469298"/>
                      <a:pt x="445068" y="460772"/>
                    </a:cubicBezTo>
                    <a:cubicBezTo>
                      <a:pt x="442685" y="443721"/>
                      <a:pt x="415485" y="430238"/>
                      <a:pt x="382726" y="430238"/>
                    </a:cubicBezTo>
                    <a:close/>
                    <a:moveTo>
                      <a:pt x="456186" y="171493"/>
                    </a:moveTo>
                    <a:cubicBezTo>
                      <a:pt x="461944" y="171493"/>
                      <a:pt x="466709" y="176252"/>
                      <a:pt x="466709" y="182200"/>
                    </a:cubicBezTo>
                    <a:lnTo>
                      <a:pt x="466510" y="463945"/>
                    </a:lnTo>
                    <a:cubicBezTo>
                      <a:pt x="466510" y="464341"/>
                      <a:pt x="466312" y="464738"/>
                      <a:pt x="466312" y="465333"/>
                    </a:cubicBezTo>
                    <a:cubicBezTo>
                      <a:pt x="464724" y="495866"/>
                      <a:pt x="427795" y="524418"/>
                      <a:pt x="378954" y="530961"/>
                    </a:cubicBezTo>
                    <a:cubicBezTo>
                      <a:pt x="372203" y="531952"/>
                      <a:pt x="365651" y="532349"/>
                      <a:pt x="359099" y="532349"/>
                    </a:cubicBezTo>
                    <a:cubicBezTo>
                      <a:pt x="315222" y="532349"/>
                      <a:pt x="279683" y="512323"/>
                      <a:pt x="275911" y="483375"/>
                    </a:cubicBezTo>
                    <a:cubicBezTo>
                      <a:pt x="271344" y="450066"/>
                      <a:pt x="310258" y="417549"/>
                      <a:pt x="362872" y="410411"/>
                    </a:cubicBezTo>
                    <a:cubicBezTo>
                      <a:pt x="369622" y="409618"/>
                      <a:pt x="376373" y="409023"/>
                      <a:pt x="382726" y="409023"/>
                    </a:cubicBezTo>
                    <a:cubicBezTo>
                      <a:pt x="407742" y="409023"/>
                      <a:pt x="429979" y="415566"/>
                      <a:pt x="445267" y="426471"/>
                    </a:cubicBezTo>
                    <a:lnTo>
                      <a:pt x="445465" y="195682"/>
                    </a:lnTo>
                    <a:lnTo>
                      <a:pt x="191133" y="260517"/>
                    </a:lnTo>
                    <a:lnTo>
                      <a:pt x="190935" y="534133"/>
                    </a:lnTo>
                    <a:cubicBezTo>
                      <a:pt x="190935" y="534331"/>
                      <a:pt x="190935" y="534728"/>
                      <a:pt x="190935" y="534926"/>
                    </a:cubicBezTo>
                    <a:cubicBezTo>
                      <a:pt x="189346" y="565658"/>
                      <a:pt x="152219" y="594209"/>
                      <a:pt x="103577" y="600752"/>
                    </a:cubicBezTo>
                    <a:cubicBezTo>
                      <a:pt x="96826" y="601546"/>
                      <a:pt x="90076" y="601942"/>
                      <a:pt x="83722" y="601942"/>
                    </a:cubicBezTo>
                    <a:cubicBezTo>
                      <a:pt x="39845" y="601942"/>
                      <a:pt x="4306" y="582115"/>
                      <a:pt x="335" y="553167"/>
                    </a:cubicBezTo>
                    <a:cubicBezTo>
                      <a:pt x="-4033" y="519857"/>
                      <a:pt x="34881" y="487142"/>
                      <a:pt x="87296" y="480203"/>
                    </a:cubicBezTo>
                    <a:cubicBezTo>
                      <a:pt x="94245" y="479212"/>
                      <a:pt x="100797" y="478815"/>
                      <a:pt x="107349" y="478815"/>
                    </a:cubicBezTo>
                    <a:cubicBezTo>
                      <a:pt x="132167" y="478815"/>
                      <a:pt x="154602" y="485358"/>
                      <a:pt x="169889" y="496263"/>
                    </a:cubicBezTo>
                    <a:lnTo>
                      <a:pt x="170088" y="252388"/>
                    </a:lnTo>
                    <a:cubicBezTo>
                      <a:pt x="170088" y="247233"/>
                      <a:pt x="173662" y="243069"/>
                      <a:pt x="178427" y="242078"/>
                    </a:cubicBezTo>
                    <a:cubicBezTo>
                      <a:pt x="178824" y="241880"/>
                      <a:pt x="179221" y="241681"/>
                      <a:pt x="179816" y="241681"/>
                    </a:cubicBezTo>
                    <a:lnTo>
                      <a:pt x="453010" y="171890"/>
                    </a:lnTo>
                    <a:cubicBezTo>
                      <a:pt x="453407" y="171890"/>
                      <a:pt x="453605" y="171890"/>
                      <a:pt x="453804" y="171890"/>
                    </a:cubicBezTo>
                    <a:cubicBezTo>
                      <a:pt x="454201" y="171691"/>
                      <a:pt x="454399" y="171691"/>
                      <a:pt x="454797" y="171691"/>
                    </a:cubicBezTo>
                    <a:cubicBezTo>
                      <a:pt x="454995" y="171691"/>
                      <a:pt x="455194" y="171691"/>
                      <a:pt x="455392" y="171691"/>
                    </a:cubicBezTo>
                    <a:cubicBezTo>
                      <a:pt x="455591" y="171691"/>
                      <a:pt x="455789" y="171493"/>
                      <a:pt x="456186" y="171493"/>
                    </a:cubicBezTo>
                    <a:close/>
                    <a:moveTo>
                      <a:pt x="114480" y="88450"/>
                    </a:moveTo>
                    <a:cubicBezTo>
                      <a:pt x="109317" y="87062"/>
                      <a:pt x="103559" y="88053"/>
                      <a:pt x="98000" y="91226"/>
                    </a:cubicBezTo>
                    <a:cubicBezTo>
                      <a:pt x="93036" y="94002"/>
                      <a:pt x="89264" y="98562"/>
                      <a:pt x="87477" y="103916"/>
                    </a:cubicBezTo>
                    <a:cubicBezTo>
                      <a:pt x="85888" y="109467"/>
                      <a:pt x="80130" y="112640"/>
                      <a:pt x="74372" y="111053"/>
                    </a:cubicBezTo>
                    <a:cubicBezTo>
                      <a:pt x="72585" y="110657"/>
                      <a:pt x="70798" y="110459"/>
                      <a:pt x="69011" y="110459"/>
                    </a:cubicBezTo>
                    <a:cubicBezTo>
                      <a:pt x="65239" y="110459"/>
                      <a:pt x="61466" y="111450"/>
                      <a:pt x="58289" y="113234"/>
                    </a:cubicBezTo>
                    <a:cubicBezTo>
                      <a:pt x="48759" y="118390"/>
                      <a:pt x="41611" y="128898"/>
                      <a:pt x="49553" y="143174"/>
                    </a:cubicBezTo>
                    <a:cubicBezTo>
                      <a:pt x="55112" y="153286"/>
                      <a:pt x="98000" y="165778"/>
                      <a:pt x="114281" y="167760"/>
                    </a:cubicBezTo>
                    <a:cubicBezTo>
                      <a:pt x="121231" y="152691"/>
                      <a:pt x="133541" y="109666"/>
                      <a:pt x="127981" y="99752"/>
                    </a:cubicBezTo>
                    <a:cubicBezTo>
                      <a:pt x="124606" y="93803"/>
                      <a:pt x="120039" y="89838"/>
                      <a:pt x="114480" y="88450"/>
                    </a:cubicBezTo>
                    <a:close/>
                    <a:moveTo>
                      <a:pt x="119841" y="67235"/>
                    </a:moveTo>
                    <a:cubicBezTo>
                      <a:pt x="131357" y="70209"/>
                      <a:pt x="140689" y="77743"/>
                      <a:pt x="147042" y="89243"/>
                    </a:cubicBezTo>
                    <a:cubicBezTo>
                      <a:pt x="156573" y="106295"/>
                      <a:pt x="146844" y="141390"/>
                      <a:pt x="140093" y="161019"/>
                    </a:cubicBezTo>
                    <a:cubicBezTo>
                      <a:pt x="132548" y="183226"/>
                      <a:pt x="128776" y="186597"/>
                      <a:pt x="125797" y="188183"/>
                    </a:cubicBezTo>
                    <a:cubicBezTo>
                      <a:pt x="124407" y="188976"/>
                      <a:pt x="122422" y="189769"/>
                      <a:pt x="118451" y="189769"/>
                    </a:cubicBezTo>
                    <a:cubicBezTo>
                      <a:pt x="113884" y="189769"/>
                      <a:pt x="106538" y="188778"/>
                      <a:pt x="94227" y="185804"/>
                    </a:cubicBezTo>
                    <a:cubicBezTo>
                      <a:pt x="74571" y="181045"/>
                      <a:pt x="39824" y="170734"/>
                      <a:pt x="30492" y="153881"/>
                    </a:cubicBezTo>
                    <a:cubicBezTo>
                      <a:pt x="17983" y="131278"/>
                      <a:pt x="24932" y="106691"/>
                      <a:pt x="47567" y="94200"/>
                    </a:cubicBezTo>
                    <a:cubicBezTo>
                      <a:pt x="54715" y="90235"/>
                      <a:pt x="62657" y="88450"/>
                      <a:pt x="70600" y="88648"/>
                    </a:cubicBezTo>
                    <a:cubicBezTo>
                      <a:pt x="74571" y="81709"/>
                      <a:pt x="80329" y="76157"/>
                      <a:pt x="87278" y="72191"/>
                    </a:cubicBezTo>
                    <a:cubicBezTo>
                      <a:pt x="97801" y="66441"/>
                      <a:pt x="109317" y="64657"/>
                      <a:pt x="119841" y="67235"/>
                    </a:cubicBezTo>
                    <a:close/>
                    <a:moveTo>
                      <a:pt x="506645" y="54871"/>
                    </a:moveTo>
                    <a:cubicBezTo>
                      <a:pt x="504561" y="54425"/>
                      <a:pt x="502377" y="54970"/>
                      <a:pt x="500491" y="55763"/>
                    </a:cubicBezTo>
                    <a:cubicBezTo>
                      <a:pt x="498308" y="56754"/>
                      <a:pt x="496720" y="58341"/>
                      <a:pt x="495926" y="60522"/>
                    </a:cubicBezTo>
                    <a:cubicBezTo>
                      <a:pt x="493742" y="65876"/>
                      <a:pt x="487588" y="68453"/>
                      <a:pt x="482228" y="66470"/>
                    </a:cubicBezTo>
                    <a:cubicBezTo>
                      <a:pt x="480044" y="65876"/>
                      <a:pt x="477662" y="65876"/>
                      <a:pt x="475677" y="66867"/>
                    </a:cubicBezTo>
                    <a:cubicBezTo>
                      <a:pt x="473096" y="67858"/>
                      <a:pt x="471310" y="69643"/>
                      <a:pt x="470516" y="71428"/>
                    </a:cubicBezTo>
                    <a:cubicBezTo>
                      <a:pt x="469722" y="73410"/>
                      <a:pt x="469920" y="75790"/>
                      <a:pt x="470913" y="78367"/>
                    </a:cubicBezTo>
                    <a:cubicBezTo>
                      <a:pt x="471111" y="78367"/>
                      <a:pt x="471111" y="78566"/>
                      <a:pt x="471111" y="78566"/>
                    </a:cubicBezTo>
                    <a:cubicBezTo>
                      <a:pt x="474486" y="83126"/>
                      <a:pt x="492352" y="90463"/>
                      <a:pt x="502278" y="93239"/>
                    </a:cubicBezTo>
                    <a:cubicBezTo>
                      <a:pt x="507042" y="83721"/>
                      <a:pt x="513593" y="65281"/>
                      <a:pt x="512204" y="59927"/>
                    </a:cubicBezTo>
                    <a:cubicBezTo>
                      <a:pt x="510715" y="56754"/>
                      <a:pt x="508730" y="55317"/>
                      <a:pt x="506645" y="54871"/>
                    </a:cubicBezTo>
                    <a:close/>
                    <a:moveTo>
                      <a:pt x="515256" y="34794"/>
                    </a:moveTo>
                    <a:cubicBezTo>
                      <a:pt x="522477" y="37570"/>
                      <a:pt x="528582" y="43271"/>
                      <a:pt x="532254" y="51401"/>
                    </a:cubicBezTo>
                    <a:cubicBezTo>
                      <a:pt x="537415" y="62901"/>
                      <a:pt x="530666" y="82928"/>
                      <a:pt x="524313" y="97601"/>
                    </a:cubicBezTo>
                    <a:cubicBezTo>
                      <a:pt x="518358" y="111085"/>
                      <a:pt x="515380" y="113861"/>
                      <a:pt x="512005" y="115249"/>
                    </a:cubicBezTo>
                    <a:cubicBezTo>
                      <a:pt x="510814" y="115843"/>
                      <a:pt x="509226" y="116240"/>
                      <a:pt x="507241" y="116240"/>
                    </a:cubicBezTo>
                    <a:cubicBezTo>
                      <a:pt x="503866" y="116240"/>
                      <a:pt x="498903" y="115249"/>
                      <a:pt x="490169" y="112274"/>
                    </a:cubicBezTo>
                    <a:cubicBezTo>
                      <a:pt x="475280" y="107317"/>
                      <a:pt x="456223" y="98989"/>
                      <a:pt x="451061" y="87489"/>
                    </a:cubicBezTo>
                    <a:cubicBezTo>
                      <a:pt x="447488" y="79161"/>
                      <a:pt x="447091" y="70634"/>
                      <a:pt x="450267" y="63100"/>
                    </a:cubicBezTo>
                    <a:cubicBezTo>
                      <a:pt x="453245" y="55961"/>
                      <a:pt x="459200" y="50211"/>
                      <a:pt x="466744" y="46840"/>
                    </a:cubicBezTo>
                    <a:cubicBezTo>
                      <a:pt x="471111" y="44857"/>
                      <a:pt x="475677" y="44064"/>
                      <a:pt x="480441" y="44262"/>
                    </a:cubicBezTo>
                    <a:cubicBezTo>
                      <a:pt x="483419" y="40693"/>
                      <a:pt x="487191" y="37719"/>
                      <a:pt x="491558" y="35736"/>
                    </a:cubicBezTo>
                    <a:cubicBezTo>
                      <a:pt x="499697" y="32167"/>
                      <a:pt x="508035" y="32018"/>
                      <a:pt x="515256" y="34794"/>
                    </a:cubicBezTo>
                    <a:close/>
                    <a:moveTo>
                      <a:pt x="206598" y="22034"/>
                    </a:moveTo>
                    <a:cubicBezTo>
                      <a:pt x="202626" y="21242"/>
                      <a:pt x="197661" y="21836"/>
                      <a:pt x="196270" y="28969"/>
                    </a:cubicBezTo>
                    <a:cubicBezTo>
                      <a:pt x="196072" y="34319"/>
                      <a:pt x="206598" y="50963"/>
                      <a:pt x="213350" y="59086"/>
                    </a:cubicBezTo>
                    <a:cubicBezTo>
                      <a:pt x="222685" y="53935"/>
                      <a:pt x="238573" y="42641"/>
                      <a:pt x="240559" y="37489"/>
                    </a:cubicBezTo>
                    <a:cubicBezTo>
                      <a:pt x="241950" y="30554"/>
                      <a:pt x="237382" y="27978"/>
                      <a:pt x="233410" y="27186"/>
                    </a:cubicBezTo>
                    <a:cubicBezTo>
                      <a:pt x="231225" y="26790"/>
                      <a:pt x="228842" y="27186"/>
                      <a:pt x="227054" y="28573"/>
                    </a:cubicBezTo>
                    <a:cubicBezTo>
                      <a:pt x="222089" y="31545"/>
                      <a:pt x="215535" y="30356"/>
                      <a:pt x="212159" y="25601"/>
                    </a:cubicBezTo>
                    <a:cubicBezTo>
                      <a:pt x="210967" y="23818"/>
                      <a:pt x="208981" y="22431"/>
                      <a:pt x="206598" y="22034"/>
                    </a:cubicBezTo>
                    <a:close/>
                    <a:moveTo>
                      <a:pt x="210768" y="635"/>
                    </a:moveTo>
                    <a:cubicBezTo>
                      <a:pt x="215535" y="1626"/>
                      <a:pt x="219904" y="3607"/>
                      <a:pt x="223678" y="6381"/>
                    </a:cubicBezTo>
                    <a:cubicBezTo>
                      <a:pt x="228047" y="5192"/>
                      <a:pt x="232814" y="4994"/>
                      <a:pt x="237580" y="5787"/>
                    </a:cubicBezTo>
                    <a:cubicBezTo>
                      <a:pt x="255058" y="9353"/>
                      <a:pt x="265385" y="24412"/>
                      <a:pt x="262009" y="41848"/>
                    </a:cubicBezTo>
                    <a:cubicBezTo>
                      <a:pt x="259427" y="54331"/>
                      <a:pt x="242744" y="66814"/>
                      <a:pt x="229040" y="75136"/>
                    </a:cubicBezTo>
                    <a:cubicBezTo>
                      <a:pt x="218911" y="81080"/>
                      <a:pt x="214145" y="82863"/>
                      <a:pt x="210967" y="82863"/>
                    </a:cubicBezTo>
                    <a:cubicBezTo>
                      <a:pt x="210173" y="82863"/>
                      <a:pt x="209378" y="82665"/>
                      <a:pt x="208782" y="82467"/>
                    </a:cubicBezTo>
                    <a:cubicBezTo>
                      <a:pt x="205208" y="81872"/>
                      <a:pt x="201434" y="79693"/>
                      <a:pt x="192497" y="67804"/>
                    </a:cubicBezTo>
                    <a:cubicBezTo>
                      <a:pt x="183162" y="55123"/>
                      <a:pt x="172239" y="37291"/>
                      <a:pt x="174821" y="25006"/>
                    </a:cubicBezTo>
                    <a:cubicBezTo>
                      <a:pt x="178197" y="7570"/>
                      <a:pt x="193291" y="-2733"/>
                      <a:pt x="210768" y="6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f9198ad-46ef-44fe-b808-3048209029d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文化元素</a:t>
            </a:r>
            <a:endParaRPr lang="en-US" dirty="0"/>
          </a:p>
        </p:txBody>
      </p:sp>
      <p:sp>
        <p:nvSpPr>
          <p:cNvPr id="25" name="文本占位符 24" descr="8d2fb86b-9385-4f81-9215-cfa24f028e7a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探寻电影中的墨西哥文化元素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亡灵节</a:t>
            </a:r>
            <a:endParaRPr lang="en-US" dirty="0"/>
          </a:p>
        </p:txBody>
      </p:sp>
      <p:grpSp>
        <p:nvGrpSpPr>
          <p:cNvPr id="3" name="2a3a6766-90ff-4dc9-b46d-9cca8353303c.source.4.zh-Hans.pptx" descr="be3ee228-b7e9-4521-9135-ff89c4d4068e">
            <a:extLst>
              <a:ext uri="{FF2B5EF4-FFF2-40B4-BE49-F238E27FC236}">
                <a16:creationId xmlns:a16="http://schemas.microsoft.com/office/drawing/2014/main" id="{870E0DDC-3468-3EB3-98DC-23ACC022C2AF}"/>
              </a:ext>
            </a:extLst>
          </p:cNvPr>
          <p:cNvGrpSpPr/>
          <p:nvPr/>
        </p:nvGrpSpPr>
        <p:grpSpPr>
          <a:xfrm>
            <a:off x="660400" y="1130300"/>
            <a:ext cx="10858500" cy="5600822"/>
            <a:chOff x="660400" y="1130300"/>
            <a:chExt cx="10858500" cy="5600822"/>
          </a:xfrm>
        </p:grpSpPr>
        <p:cxnSp>
          <p:nvCxnSpPr>
            <p:cNvPr id="9" name="íşľiḋè" descr="bf63b84f-d553-4ee7-a36b-21e64cb32523">
              <a:extLst>
                <a:ext uri="{FF2B5EF4-FFF2-40B4-BE49-F238E27FC236}">
                  <a16:creationId xmlns:a16="http://schemas.microsoft.com/office/drawing/2014/main" id="{F0CE7B19-0436-42DA-A993-61653265F4B6}"/>
                </a:ext>
              </a:extLst>
            </p:cNvPr>
            <p:cNvCxnSpPr>
              <a:endCxn id="15" idx="2"/>
            </p:cNvCxnSpPr>
            <p:nvPr/>
          </p:nvCxnSpPr>
          <p:spPr>
            <a:xfrm>
              <a:off x="6405028" y="3573044"/>
              <a:ext cx="2016000" cy="0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isľíḍe" descr="e5e52ea9-a889-483e-a66a-514de75004ac">
              <a:extLst>
                <a:ext uri="{FF2B5EF4-FFF2-40B4-BE49-F238E27FC236}">
                  <a16:creationId xmlns:a16="http://schemas.microsoft.com/office/drawing/2014/main" id="{FDF41C9F-22A5-45C3-B7C1-8A0A2457FEDD}"/>
                </a:ext>
              </a:extLst>
            </p:cNvPr>
            <p:cNvCxnSpPr/>
            <p:nvPr/>
          </p:nvCxnSpPr>
          <p:spPr>
            <a:xfrm>
              <a:off x="6880735" y="5308926"/>
              <a:ext cx="1328400" cy="0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iŝ1iḋe" descr="0317f345-8119-437d-9026-e6bfb7005c9a">
              <a:extLst>
                <a:ext uri="{FF2B5EF4-FFF2-40B4-BE49-F238E27FC236}">
                  <a16:creationId xmlns:a16="http://schemas.microsoft.com/office/drawing/2014/main" id="{9EE2DD41-C0A2-442B-B372-1E84CC81D443}"/>
                </a:ext>
              </a:extLst>
            </p:cNvPr>
            <p:cNvCxnSpPr/>
            <p:nvPr/>
          </p:nvCxnSpPr>
          <p:spPr>
            <a:xfrm>
              <a:off x="3711000" y="4645267"/>
              <a:ext cx="2037312" cy="0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ïś1iḓê" descr="355a3742-f5d2-4026-b70d-1cd06b459feb">
              <a:extLst>
                <a:ext uri="{FF2B5EF4-FFF2-40B4-BE49-F238E27FC236}">
                  <a16:creationId xmlns:a16="http://schemas.microsoft.com/office/drawing/2014/main" id="{36B15FC9-02FC-4FEF-822B-8E80D17CB1FF}"/>
                </a:ext>
              </a:extLst>
            </p:cNvPr>
            <p:cNvCxnSpPr/>
            <p:nvPr/>
          </p:nvCxnSpPr>
          <p:spPr>
            <a:xfrm flipH="1">
              <a:off x="4217091" y="2489592"/>
              <a:ext cx="1858084" cy="0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îṥľïde" descr="caeddcc3-72d6-4181-bebc-82eef33d795f">
              <a:extLst>
                <a:ext uri="{FF2B5EF4-FFF2-40B4-BE49-F238E27FC236}">
                  <a16:creationId xmlns:a16="http://schemas.microsoft.com/office/drawing/2014/main" id="{8BB27AAA-B768-4E4D-9AE8-57A813E4B587}"/>
                </a:ext>
              </a:extLst>
            </p:cNvPr>
            <p:cNvCxnSpPr/>
            <p:nvPr/>
          </p:nvCxnSpPr>
          <p:spPr>
            <a:xfrm flipH="1">
              <a:off x="5402506" y="2489592"/>
              <a:ext cx="0" cy="491098"/>
            </a:xfrm>
            <a:prstGeom prst="line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60" descr="d692fd80-05fe-478d-9abc-0832adbbfb97">
              <a:extLst>
                <a:ext uri="{FF2B5EF4-FFF2-40B4-BE49-F238E27FC236}">
                  <a16:creationId xmlns:a16="http://schemas.microsoft.com/office/drawing/2014/main" id="{EF755B25-53D4-67B0-8427-B467B91D423E}"/>
                </a:ext>
              </a:extLst>
            </p:cNvPr>
            <p:cNvGrpSpPr/>
            <p:nvPr/>
          </p:nvGrpSpPr>
          <p:grpSpPr>
            <a:xfrm>
              <a:off x="4982395" y="1980037"/>
              <a:ext cx="2347119" cy="4751085"/>
              <a:chOff x="4982395" y="1980037"/>
              <a:chExt cx="2347119" cy="4751085"/>
            </a:xfrm>
          </p:grpSpPr>
          <p:sp>
            <p:nvSpPr>
              <p:cNvPr id="6" name="ïŝliḍe" descr="015ff846-869c-402b-9b04-655d661bc592">
                <a:extLst>
                  <a:ext uri="{FF2B5EF4-FFF2-40B4-BE49-F238E27FC236}">
                    <a16:creationId xmlns:a16="http://schemas.microsoft.com/office/drawing/2014/main" id="{A7D2B247-0A57-49DF-BE76-75A05FE94447}"/>
                  </a:ext>
                </a:extLst>
              </p:cNvPr>
              <p:cNvSpPr/>
              <p:nvPr/>
            </p:nvSpPr>
            <p:spPr bwMode="auto">
              <a:xfrm>
                <a:off x="5811143" y="5567286"/>
                <a:ext cx="169041" cy="650731"/>
              </a:xfrm>
              <a:custGeom>
                <a:avLst/>
                <a:gdLst>
                  <a:gd name="T0" fmla="*/ 32 w 65"/>
                  <a:gd name="T1" fmla="*/ 0 h 251"/>
                  <a:gd name="T2" fmla="*/ 0 w 65"/>
                  <a:gd name="T3" fmla="*/ 33 h 251"/>
                  <a:gd name="T4" fmla="*/ 32 w 65"/>
                  <a:gd name="T5" fmla="*/ 251 h 251"/>
                  <a:gd name="T6" fmla="*/ 65 w 65"/>
                  <a:gd name="T7" fmla="*/ 33 h 251"/>
                  <a:gd name="T8" fmla="*/ 32 w 65"/>
                  <a:gd name="T9" fmla="*/ 0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251">
                    <a:moveTo>
                      <a:pt x="32" y="0"/>
                    </a:moveTo>
                    <a:cubicBezTo>
                      <a:pt x="14" y="0"/>
                      <a:pt x="0" y="15"/>
                      <a:pt x="0" y="33"/>
                    </a:cubicBezTo>
                    <a:cubicBezTo>
                      <a:pt x="0" y="51"/>
                      <a:pt x="32" y="251"/>
                      <a:pt x="32" y="251"/>
                    </a:cubicBezTo>
                    <a:cubicBezTo>
                      <a:pt x="32" y="251"/>
                      <a:pt x="65" y="51"/>
                      <a:pt x="65" y="33"/>
                    </a:cubicBezTo>
                    <a:cubicBezTo>
                      <a:pt x="65" y="15"/>
                      <a:pt x="50" y="0"/>
                      <a:pt x="32" y="0"/>
                    </a:cubicBezTo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" name="ïsľiḑé" descr="5c80fc6f-9079-4d40-ad08-7b99cc1a362f">
                <a:extLst>
                  <a:ext uri="{FF2B5EF4-FFF2-40B4-BE49-F238E27FC236}">
                    <a16:creationId xmlns:a16="http://schemas.microsoft.com/office/drawing/2014/main" id="{6F303568-4D09-491C-A0DA-A1C1C3D0E3AB}"/>
                  </a:ext>
                </a:extLst>
              </p:cNvPr>
              <p:cNvSpPr/>
              <p:nvPr/>
            </p:nvSpPr>
            <p:spPr bwMode="auto">
              <a:xfrm>
                <a:off x="6068442" y="6080391"/>
                <a:ext cx="167544" cy="650731"/>
              </a:xfrm>
              <a:custGeom>
                <a:avLst/>
                <a:gdLst>
                  <a:gd name="T0" fmla="*/ 33 w 65"/>
                  <a:gd name="T1" fmla="*/ 0 h 251"/>
                  <a:gd name="T2" fmla="*/ 0 w 65"/>
                  <a:gd name="T3" fmla="*/ 33 h 251"/>
                  <a:gd name="T4" fmla="*/ 33 w 65"/>
                  <a:gd name="T5" fmla="*/ 251 h 251"/>
                  <a:gd name="T6" fmla="*/ 65 w 65"/>
                  <a:gd name="T7" fmla="*/ 33 h 251"/>
                  <a:gd name="T8" fmla="*/ 33 w 65"/>
                  <a:gd name="T9" fmla="*/ 0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251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51"/>
                      <a:pt x="33" y="251"/>
                      <a:pt x="33" y="251"/>
                    </a:cubicBezTo>
                    <a:cubicBezTo>
                      <a:pt x="33" y="251"/>
                      <a:pt x="65" y="51"/>
                      <a:pt x="65" y="33"/>
                    </a:cubicBezTo>
                    <a:cubicBezTo>
                      <a:pt x="65" y="15"/>
                      <a:pt x="51" y="0"/>
                      <a:pt x="33" y="0"/>
                    </a:cubicBezTo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" name="iṡḻîḍé" descr="eeb47ee8-a76d-4e0d-ac2b-dfe488ce32a5">
                <a:extLst>
                  <a:ext uri="{FF2B5EF4-FFF2-40B4-BE49-F238E27FC236}">
                    <a16:creationId xmlns:a16="http://schemas.microsoft.com/office/drawing/2014/main" id="{905580A1-9D04-4273-921C-5D64C1A47380}"/>
                  </a:ext>
                </a:extLst>
              </p:cNvPr>
              <p:cNvSpPr/>
              <p:nvPr/>
            </p:nvSpPr>
            <p:spPr bwMode="auto">
              <a:xfrm>
                <a:off x="6337712" y="5652554"/>
                <a:ext cx="169041" cy="647739"/>
              </a:xfrm>
              <a:custGeom>
                <a:avLst/>
                <a:gdLst>
                  <a:gd name="T0" fmla="*/ 33 w 65"/>
                  <a:gd name="T1" fmla="*/ 0 h 250"/>
                  <a:gd name="T2" fmla="*/ 0 w 65"/>
                  <a:gd name="T3" fmla="*/ 32 h 250"/>
                  <a:gd name="T4" fmla="*/ 33 w 65"/>
                  <a:gd name="T5" fmla="*/ 250 h 250"/>
                  <a:gd name="T6" fmla="*/ 65 w 65"/>
                  <a:gd name="T7" fmla="*/ 32 h 250"/>
                  <a:gd name="T8" fmla="*/ 33 w 65"/>
                  <a:gd name="T9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250">
                    <a:moveTo>
                      <a:pt x="33" y="0"/>
                    </a:moveTo>
                    <a:cubicBezTo>
                      <a:pt x="15" y="0"/>
                      <a:pt x="0" y="14"/>
                      <a:pt x="0" y="32"/>
                    </a:cubicBezTo>
                    <a:cubicBezTo>
                      <a:pt x="0" y="50"/>
                      <a:pt x="33" y="250"/>
                      <a:pt x="33" y="250"/>
                    </a:cubicBezTo>
                    <a:cubicBezTo>
                      <a:pt x="33" y="250"/>
                      <a:pt x="65" y="50"/>
                      <a:pt x="65" y="32"/>
                    </a:cubicBezTo>
                    <a:cubicBezTo>
                      <a:pt x="65" y="14"/>
                      <a:pt x="51" y="0"/>
                      <a:pt x="33" y="0"/>
                    </a:cubicBezTo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ïSľîḑê" descr="35a7769a-2967-4b86-bcaf-5a4869436017">
                <a:extLst>
                  <a:ext uri="{FF2B5EF4-FFF2-40B4-BE49-F238E27FC236}">
                    <a16:creationId xmlns:a16="http://schemas.microsoft.com/office/drawing/2014/main" id="{E21447F5-2746-46EB-ACE5-8B535AC79A6A}"/>
                  </a:ext>
                </a:extLst>
              </p:cNvPr>
              <p:cNvSpPr/>
              <p:nvPr/>
            </p:nvSpPr>
            <p:spPr bwMode="auto">
              <a:xfrm>
                <a:off x="5821613" y="5298008"/>
                <a:ext cx="668682" cy="22289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îSliḓè" descr="0912c945-5cdb-4bd6-bcb6-d547834ca5b5">
                <a:extLst>
                  <a:ext uri="{FF2B5EF4-FFF2-40B4-BE49-F238E27FC236}">
                    <a16:creationId xmlns:a16="http://schemas.microsoft.com/office/drawing/2014/main" id="{BB736B4F-6C11-4E2D-A6C5-D53F065BF418}"/>
                  </a:ext>
                </a:extLst>
              </p:cNvPr>
              <p:cNvSpPr/>
              <p:nvPr/>
            </p:nvSpPr>
            <p:spPr bwMode="auto">
              <a:xfrm>
                <a:off x="5821613" y="5298008"/>
                <a:ext cx="335089" cy="2228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išḻîḋé" descr="ed270467-5543-4238-9585-478bc5abd7cd">
                <a:extLst>
                  <a:ext uri="{FF2B5EF4-FFF2-40B4-BE49-F238E27FC236}">
                    <a16:creationId xmlns:a16="http://schemas.microsoft.com/office/drawing/2014/main" id="{AD7E8587-01E4-4E47-8D16-740877D4FC9B}"/>
                  </a:ext>
                </a:extLst>
              </p:cNvPr>
              <p:cNvSpPr/>
              <p:nvPr/>
            </p:nvSpPr>
            <p:spPr bwMode="auto">
              <a:xfrm>
                <a:off x="4982395" y="4367540"/>
                <a:ext cx="2347118" cy="1596157"/>
              </a:xfrm>
              <a:custGeom>
                <a:avLst/>
                <a:gdLst>
                  <a:gd name="T0" fmla="*/ 452 w 904"/>
                  <a:gd name="T1" fmla="*/ 329 h 616"/>
                  <a:gd name="T2" fmla="*/ 873 w 904"/>
                  <a:gd name="T3" fmla="*/ 616 h 616"/>
                  <a:gd name="T4" fmla="*/ 904 w 904"/>
                  <a:gd name="T5" fmla="*/ 452 h 616"/>
                  <a:gd name="T6" fmla="*/ 452 w 904"/>
                  <a:gd name="T7" fmla="*/ 0 h 616"/>
                  <a:gd name="T8" fmla="*/ 0 w 904"/>
                  <a:gd name="T9" fmla="*/ 452 h 616"/>
                  <a:gd name="T10" fmla="*/ 31 w 904"/>
                  <a:gd name="T11" fmla="*/ 616 h 616"/>
                  <a:gd name="T12" fmla="*/ 452 w 904"/>
                  <a:gd name="T13" fmla="*/ 329 h 6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4" h="616">
                    <a:moveTo>
                      <a:pt x="452" y="329"/>
                    </a:moveTo>
                    <a:cubicBezTo>
                      <a:pt x="644" y="329"/>
                      <a:pt x="807" y="448"/>
                      <a:pt x="873" y="616"/>
                    </a:cubicBezTo>
                    <a:cubicBezTo>
                      <a:pt x="893" y="566"/>
                      <a:pt x="904" y="510"/>
                      <a:pt x="904" y="452"/>
                    </a:cubicBezTo>
                    <a:cubicBezTo>
                      <a:pt x="904" y="203"/>
                      <a:pt x="702" y="0"/>
                      <a:pt x="452" y="0"/>
                    </a:cubicBezTo>
                    <a:cubicBezTo>
                      <a:pt x="203" y="0"/>
                      <a:pt x="0" y="203"/>
                      <a:pt x="0" y="452"/>
                    </a:cubicBezTo>
                    <a:cubicBezTo>
                      <a:pt x="0" y="510"/>
                      <a:pt x="11" y="566"/>
                      <a:pt x="31" y="616"/>
                    </a:cubicBezTo>
                    <a:cubicBezTo>
                      <a:pt x="97" y="448"/>
                      <a:pt x="260" y="329"/>
                      <a:pt x="452" y="329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îšḷiḑê" descr="2f8bb46f-8262-4662-8993-3f923bbf0038">
                <a:extLst>
                  <a:ext uri="{FF2B5EF4-FFF2-40B4-BE49-F238E27FC236}">
                    <a16:creationId xmlns:a16="http://schemas.microsoft.com/office/drawing/2014/main" id="{953FA157-EABC-44C2-9474-8CC434BFA2FA}"/>
                  </a:ext>
                </a:extLst>
              </p:cNvPr>
              <p:cNvSpPr/>
              <p:nvPr/>
            </p:nvSpPr>
            <p:spPr bwMode="auto">
              <a:xfrm>
                <a:off x="6454393" y="4406434"/>
                <a:ext cx="875121" cy="1557263"/>
              </a:xfrm>
              <a:custGeom>
                <a:avLst/>
                <a:gdLst>
                  <a:gd name="T0" fmla="*/ 0 w 337"/>
                  <a:gd name="T1" fmla="*/ 0 h 601"/>
                  <a:gd name="T2" fmla="*/ 0 w 337"/>
                  <a:gd name="T3" fmla="*/ 329 h 601"/>
                  <a:gd name="T4" fmla="*/ 306 w 337"/>
                  <a:gd name="T5" fmla="*/ 601 h 601"/>
                  <a:gd name="T6" fmla="*/ 337 w 337"/>
                  <a:gd name="T7" fmla="*/ 437 h 601"/>
                  <a:gd name="T8" fmla="*/ 0 w 337"/>
                  <a:gd name="T9" fmla="*/ 0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601">
                    <a:moveTo>
                      <a:pt x="0" y="0"/>
                    </a:moveTo>
                    <a:cubicBezTo>
                      <a:pt x="0" y="329"/>
                      <a:pt x="0" y="329"/>
                      <a:pt x="0" y="329"/>
                    </a:cubicBezTo>
                    <a:cubicBezTo>
                      <a:pt x="140" y="366"/>
                      <a:pt x="254" y="468"/>
                      <a:pt x="306" y="601"/>
                    </a:cubicBezTo>
                    <a:cubicBezTo>
                      <a:pt x="326" y="551"/>
                      <a:pt x="337" y="495"/>
                      <a:pt x="337" y="437"/>
                    </a:cubicBezTo>
                    <a:cubicBezTo>
                      <a:pt x="337" y="228"/>
                      <a:pt x="194" y="51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íṧļiḑè" descr="186f30e4-c537-42bf-b281-c69e72f5f603">
                <a:extLst>
                  <a:ext uri="{FF2B5EF4-FFF2-40B4-BE49-F238E27FC236}">
                    <a16:creationId xmlns:a16="http://schemas.microsoft.com/office/drawing/2014/main" id="{CFF7D425-E30E-4693-B534-39A8CFE8E334}"/>
                  </a:ext>
                </a:extLst>
              </p:cNvPr>
              <p:cNvSpPr/>
              <p:nvPr/>
            </p:nvSpPr>
            <p:spPr bwMode="auto">
              <a:xfrm>
                <a:off x="5431174" y="1980037"/>
                <a:ext cx="1449559" cy="3455596"/>
              </a:xfrm>
              <a:custGeom>
                <a:avLst/>
                <a:gdLst>
                  <a:gd name="T0" fmla="*/ 279 w 558"/>
                  <a:gd name="T1" fmla="*/ 1309 h 1333"/>
                  <a:gd name="T2" fmla="*/ 438 w 558"/>
                  <a:gd name="T3" fmla="*/ 1333 h 1333"/>
                  <a:gd name="T4" fmla="*/ 558 w 558"/>
                  <a:gd name="T5" fmla="*/ 774 h 1333"/>
                  <a:gd name="T6" fmla="*/ 279 w 558"/>
                  <a:gd name="T7" fmla="*/ 0 h 1333"/>
                  <a:gd name="T8" fmla="*/ 0 w 558"/>
                  <a:gd name="T9" fmla="*/ 774 h 1333"/>
                  <a:gd name="T10" fmla="*/ 120 w 558"/>
                  <a:gd name="T11" fmla="*/ 1333 h 1333"/>
                  <a:gd name="T12" fmla="*/ 279 w 558"/>
                  <a:gd name="T13" fmla="*/ 1309 h 1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8" h="1333">
                    <a:moveTo>
                      <a:pt x="279" y="1309"/>
                    </a:moveTo>
                    <a:cubicBezTo>
                      <a:pt x="335" y="1309"/>
                      <a:pt x="388" y="1317"/>
                      <a:pt x="438" y="1333"/>
                    </a:cubicBezTo>
                    <a:cubicBezTo>
                      <a:pt x="513" y="1182"/>
                      <a:pt x="558" y="987"/>
                      <a:pt x="558" y="774"/>
                    </a:cubicBezTo>
                    <a:cubicBezTo>
                      <a:pt x="558" y="436"/>
                      <a:pt x="445" y="143"/>
                      <a:pt x="279" y="0"/>
                    </a:cubicBezTo>
                    <a:cubicBezTo>
                      <a:pt x="113" y="143"/>
                      <a:pt x="0" y="436"/>
                      <a:pt x="0" y="774"/>
                    </a:cubicBezTo>
                    <a:cubicBezTo>
                      <a:pt x="0" y="987"/>
                      <a:pt x="45" y="1182"/>
                      <a:pt x="120" y="1333"/>
                    </a:cubicBezTo>
                    <a:cubicBezTo>
                      <a:pt x="170" y="1317"/>
                      <a:pt x="223" y="1309"/>
                      <a:pt x="279" y="1309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i$lïďé" descr="203085a0-a6ef-461a-91dc-62dc43ddb1f7">
                <a:extLst>
                  <a:ext uri="{FF2B5EF4-FFF2-40B4-BE49-F238E27FC236}">
                    <a16:creationId xmlns:a16="http://schemas.microsoft.com/office/drawing/2014/main" id="{1160B46F-4AEE-4317-A13B-048C02955CF2}"/>
                  </a:ext>
                </a:extLst>
              </p:cNvPr>
              <p:cNvSpPr/>
              <p:nvPr/>
            </p:nvSpPr>
            <p:spPr bwMode="auto">
              <a:xfrm>
                <a:off x="6150719" y="1980037"/>
                <a:ext cx="730015" cy="3455596"/>
              </a:xfrm>
              <a:custGeom>
                <a:avLst/>
                <a:gdLst>
                  <a:gd name="T0" fmla="*/ 2 w 281"/>
                  <a:gd name="T1" fmla="*/ 0 h 1333"/>
                  <a:gd name="T2" fmla="*/ 0 w 281"/>
                  <a:gd name="T3" fmla="*/ 1 h 1333"/>
                  <a:gd name="T4" fmla="*/ 0 w 281"/>
                  <a:gd name="T5" fmla="*/ 1309 h 1333"/>
                  <a:gd name="T6" fmla="*/ 2 w 281"/>
                  <a:gd name="T7" fmla="*/ 1309 h 1333"/>
                  <a:gd name="T8" fmla="*/ 161 w 281"/>
                  <a:gd name="T9" fmla="*/ 1333 h 1333"/>
                  <a:gd name="T10" fmla="*/ 281 w 281"/>
                  <a:gd name="T11" fmla="*/ 774 h 1333"/>
                  <a:gd name="T12" fmla="*/ 2 w 281"/>
                  <a:gd name="T13" fmla="*/ 0 h 1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1" h="1333">
                    <a:moveTo>
                      <a:pt x="2" y="0"/>
                    </a:moveTo>
                    <a:cubicBezTo>
                      <a:pt x="1" y="0"/>
                      <a:pt x="1" y="1"/>
                      <a:pt x="0" y="1"/>
                    </a:cubicBezTo>
                    <a:cubicBezTo>
                      <a:pt x="0" y="1309"/>
                      <a:pt x="0" y="1309"/>
                      <a:pt x="0" y="1309"/>
                    </a:cubicBezTo>
                    <a:cubicBezTo>
                      <a:pt x="1" y="1309"/>
                      <a:pt x="1" y="1309"/>
                      <a:pt x="2" y="1309"/>
                    </a:cubicBezTo>
                    <a:cubicBezTo>
                      <a:pt x="58" y="1309"/>
                      <a:pt x="111" y="1317"/>
                      <a:pt x="161" y="1333"/>
                    </a:cubicBezTo>
                    <a:cubicBezTo>
                      <a:pt x="236" y="1182"/>
                      <a:pt x="281" y="987"/>
                      <a:pt x="281" y="774"/>
                    </a:cubicBezTo>
                    <a:cubicBezTo>
                      <a:pt x="281" y="436"/>
                      <a:pt x="168" y="143"/>
                      <a:pt x="2" y="0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íṥ1íďé" descr="c590a961-df72-4930-b2c1-9bc0cada2db0">
                <a:extLst>
                  <a:ext uri="{FF2B5EF4-FFF2-40B4-BE49-F238E27FC236}">
                    <a16:creationId xmlns:a16="http://schemas.microsoft.com/office/drawing/2014/main" id="{AA6AEB8F-1E92-4FE5-81FD-02136D0D6677}"/>
                  </a:ext>
                </a:extLst>
              </p:cNvPr>
              <p:cNvSpPr/>
              <p:nvPr/>
            </p:nvSpPr>
            <p:spPr bwMode="auto">
              <a:xfrm>
                <a:off x="5621160" y="1980037"/>
                <a:ext cx="1069592" cy="848192"/>
              </a:xfrm>
              <a:custGeom>
                <a:avLst/>
                <a:gdLst>
                  <a:gd name="T0" fmla="*/ 206 w 412"/>
                  <a:gd name="T1" fmla="*/ 320 h 327"/>
                  <a:gd name="T2" fmla="*/ 412 w 412"/>
                  <a:gd name="T3" fmla="*/ 327 h 327"/>
                  <a:gd name="T4" fmla="*/ 206 w 412"/>
                  <a:gd name="T5" fmla="*/ 0 h 327"/>
                  <a:gd name="T6" fmla="*/ 0 w 412"/>
                  <a:gd name="T7" fmla="*/ 327 h 327"/>
                  <a:gd name="T8" fmla="*/ 206 w 412"/>
                  <a:gd name="T9" fmla="*/ 320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2" h="327">
                    <a:moveTo>
                      <a:pt x="206" y="320"/>
                    </a:moveTo>
                    <a:cubicBezTo>
                      <a:pt x="276" y="320"/>
                      <a:pt x="345" y="322"/>
                      <a:pt x="412" y="327"/>
                    </a:cubicBezTo>
                    <a:cubicBezTo>
                      <a:pt x="363" y="188"/>
                      <a:pt x="291" y="74"/>
                      <a:pt x="206" y="0"/>
                    </a:cubicBezTo>
                    <a:cubicBezTo>
                      <a:pt x="121" y="74"/>
                      <a:pt x="49" y="188"/>
                      <a:pt x="0" y="327"/>
                    </a:cubicBezTo>
                    <a:cubicBezTo>
                      <a:pt x="67" y="322"/>
                      <a:pt x="136" y="320"/>
                      <a:pt x="206" y="32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iṧḻiḋé" descr="32f7ed98-cd81-42d5-bd7a-e54e5f2c7e59">
                <a:extLst>
                  <a:ext uri="{FF2B5EF4-FFF2-40B4-BE49-F238E27FC236}">
                    <a16:creationId xmlns:a16="http://schemas.microsoft.com/office/drawing/2014/main" id="{42C41322-6665-4919-BB96-16DF435CF795}"/>
                  </a:ext>
                </a:extLst>
              </p:cNvPr>
              <p:cNvSpPr/>
              <p:nvPr/>
            </p:nvSpPr>
            <p:spPr bwMode="auto">
              <a:xfrm>
                <a:off x="6150719" y="1980037"/>
                <a:ext cx="540032" cy="848192"/>
              </a:xfrm>
              <a:custGeom>
                <a:avLst/>
                <a:gdLst>
                  <a:gd name="T0" fmla="*/ 0 w 208"/>
                  <a:gd name="T1" fmla="*/ 1 h 327"/>
                  <a:gd name="T2" fmla="*/ 0 w 208"/>
                  <a:gd name="T3" fmla="*/ 320 h 327"/>
                  <a:gd name="T4" fmla="*/ 2 w 208"/>
                  <a:gd name="T5" fmla="*/ 320 h 327"/>
                  <a:gd name="T6" fmla="*/ 208 w 208"/>
                  <a:gd name="T7" fmla="*/ 327 h 327"/>
                  <a:gd name="T8" fmla="*/ 2 w 208"/>
                  <a:gd name="T9" fmla="*/ 0 h 327"/>
                  <a:gd name="T10" fmla="*/ 0 w 208"/>
                  <a:gd name="T11" fmla="*/ 1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8" h="327">
                    <a:moveTo>
                      <a:pt x="0" y="1"/>
                    </a:moveTo>
                    <a:cubicBezTo>
                      <a:pt x="0" y="320"/>
                      <a:pt x="0" y="320"/>
                      <a:pt x="0" y="320"/>
                    </a:cubicBezTo>
                    <a:cubicBezTo>
                      <a:pt x="1" y="320"/>
                      <a:pt x="1" y="320"/>
                      <a:pt x="2" y="320"/>
                    </a:cubicBezTo>
                    <a:cubicBezTo>
                      <a:pt x="72" y="320"/>
                      <a:pt x="141" y="322"/>
                      <a:pt x="208" y="327"/>
                    </a:cubicBezTo>
                    <a:cubicBezTo>
                      <a:pt x="159" y="188"/>
                      <a:pt x="87" y="74"/>
                      <a:pt x="2" y="0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iŝḷîḍé" descr="5dd4ece6-ff19-42a1-8daa-e6f8e21b3253">
                <a:extLst>
                  <a:ext uri="{FF2B5EF4-FFF2-40B4-BE49-F238E27FC236}">
                    <a16:creationId xmlns:a16="http://schemas.microsoft.com/office/drawing/2014/main" id="{4D4FBAF5-ECE6-42F9-A658-D53327D1662B}"/>
                  </a:ext>
                </a:extLst>
              </p:cNvPr>
              <p:cNvSpPr/>
              <p:nvPr/>
            </p:nvSpPr>
            <p:spPr bwMode="auto">
              <a:xfrm>
                <a:off x="5999630" y="4297232"/>
                <a:ext cx="312650" cy="1670953"/>
              </a:xfrm>
              <a:custGeom>
                <a:avLst/>
                <a:gdLst>
                  <a:gd name="T0" fmla="*/ 60 w 120"/>
                  <a:gd name="T1" fmla="*/ 0 h 645"/>
                  <a:gd name="T2" fmla="*/ 0 w 120"/>
                  <a:gd name="T3" fmla="*/ 322 h 645"/>
                  <a:gd name="T4" fmla="*/ 60 w 120"/>
                  <a:gd name="T5" fmla="*/ 645 h 645"/>
                  <a:gd name="T6" fmla="*/ 120 w 120"/>
                  <a:gd name="T7" fmla="*/ 322 h 645"/>
                  <a:gd name="T8" fmla="*/ 60 w 120"/>
                  <a:gd name="T9" fmla="*/ 0 h 6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" h="645">
                    <a:moveTo>
                      <a:pt x="60" y="0"/>
                    </a:moveTo>
                    <a:cubicBezTo>
                      <a:pt x="24" y="60"/>
                      <a:pt x="0" y="182"/>
                      <a:pt x="0" y="322"/>
                    </a:cubicBezTo>
                    <a:cubicBezTo>
                      <a:pt x="0" y="463"/>
                      <a:pt x="24" y="585"/>
                      <a:pt x="60" y="645"/>
                    </a:cubicBezTo>
                    <a:cubicBezTo>
                      <a:pt x="96" y="585"/>
                      <a:pt x="120" y="463"/>
                      <a:pt x="120" y="322"/>
                    </a:cubicBezTo>
                    <a:cubicBezTo>
                      <a:pt x="120" y="182"/>
                      <a:pt x="96" y="60"/>
                      <a:pt x="60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31" name="ïśḻïḋè" descr="356e17a9-c069-4b1c-9902-243bd6f8a636">
                <a:extLst>
                  <a:ext uri="{FF2B5EF4-FFF2-40B4-BE49-F238E27FC236}">
                    <a16:creationId xmlns:a16="http://schemas.microsoft.com/office/drawing/2014/main" id="{23A34F60-43ED-41A6-BD66-F6683DBED86C}"/>
                  </a:ext>
                </a:extLst>
              </p:cNvPr>
              <p:cNvSpPr/>
              <p:nvPr/>
            </p:nvSpPr>
            <p:spPr bwMode="auto">
              <a:xfrm>
                <a:off x="6150719" y="4297232"/>
                <a:ext cx="161561" cy="1670953"/>
              </a:xfrm>
              <a:custGeom>
                <a:avLst/>
                <a:gdLst>
                  <a:gd name="T0" fmla="*/ 0 w 62"/>
                  <a:gd name="T1" fmla="*/ 3 h 645"/>
                  <a:gd name="T2" fmla="*/ 0 w 62"/>
                  <a:gd name="T3" fmla="*/ 642 h 645"/>
                  <a:gd name="T4" fmla="*/ 2 w 62"/>
                  <a:gd name="T5" fmla="*/ 645 h 645"/>
                  <a:gd name="T6" fmla="*/ 62 w 62"/>
                  <a:gd name="T7" fmla="*/ 322 h 645"/>
                  <a:gd name="T8" fmla="*/ 2 w 62"/>
                  <a:gd name="T9" fmla="*/ 0 h 645"/>
                  <a:gd name="T10" fmla="*/ 0 w 62"/>
                  <a:gd name="T11" fmla="*/ 3 h 6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" h="645">
                    <a:moveTo>
                      <a:pt x="0" y="3"/>
                    </a:moveTo>
                    <a:cubicBezTo>
                      <a:pt x="0" y="642"/>
                      <a:pt x="0" y="642"/>
                      <a:pt x="0" y="642"/>
                    </a:cubicBezTo>
                    <a:cubicBezTo>
                      <a:pt x="1" y="643"/>
                      <a:pt x="1" y="644"/>
                      <a:pt x="2" y="645"/>
                    </a:cubicBezTo>
                    <a:cubicBezTo>
                      <a:pt x="38" y="585"/>
                      <a:pt x="62" y="463"/>
                      <a:pt x="62" y="322"/>
                    </a:cubicBezTo>
                    <a:cubicBezTo>
                      <a:pt x="62" y="182"/>
                      <a:pt x="38" y="60"/>
                      <a:pt x="2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ślíḑè" descr="2b6ce084-53f2-4bde-8c85-3924d184e08f">
                <a:extLst>
                  <a:ext uri="{FF2B5EF4-FFF2-40B4-BE49-F238E27FC236}">
                    <a16:creationId xmlns:a16="http://schemas.microsoft.com/office/drawing/2014/main" id="{98077ADF-ECC0-4022-9D9D-A2C0A297E5E9}"/>
                  </a:ext>
                </a:extLst>
              </p:cNvPr>
              <p:cNvSpPr/>
              <p:nvPr/>
            </p:nvSpPr>
            <p:spPr bwMode="auto">
              <a:xfrm>
                <a:off x="5748310" y="3175285"/>
                <a:ext cx="815283" cy="81079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33" name="îSľiďe" descr="e42432f8-4a8f-417c-b2b9-49caffbfbd21">
                <a:extLst>
                  <a:ext uri="{FF2B5EF4-FFF2-40B4-BE49-F238E27FC236}">
                    <a16:creationId xmlns:a16="http://schemas.microsoft.com/office/drawing/2014/main" id="{B65F8EB9-4BEA-4300-9795-28EB26BB3143}"/>
                  </a:ext>
                </a:extLst>
              </p:cNvPr>
              <p:cNvSpPr/>
              <p:nvPr/>
            </p:nvSpPr>
            <p:spPr bwMode="auto">
              <a:xfrm>
                <a:off x="5872477" y="3299446"/>
                <a:ext cx="566959" cy="56546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ïṥḷíḍè" descr="d494641a-7d9e-4566-8157-cfb4effc680a">
                <a:extLst>
                  <a:ext uri="{FF2B5EF4-FFF2-40B4-BE49-F238E27FC236}">
                    <a16:creationId xmlns:a16="http://schemas.microsoft.com/office/drawing/2014/main" id="{CA5BB37C-30E7-4AA6-AAC3-437E4AF1926E}"/>
                  </a:ext>
                </a:extLst>
              </p:cNvPr>
              <p:cNvSpPr/>
              <p:nvPr/>
            </p:nvSpPr>
            <p:spPr bwMode="auto">
              <a:xfrm>
                <a:off x="6150716" y="3175285"/>
                <a:ext cx="412877" cy="810794"/>
              </a:xfrm>
              <a:custGeom>
                <a:avLst/>
                <a:gdLst>
                  <a:gd name="T0" fmla="*/ 2 w 159"/>
                  <a:gd name="T1" fmla="*/ 0 h 313"/>
                  <a:gd name="T2" fmla="*/ 0 w 159"/>
                  <a:gd name="T3" fmla="*/ 0 h 313"/>
                  <a:gd name="T4" fmla="*/ 0 w 159"/>
                  <a:gd name="T5" fmla="*/ 48 h 313"/>
                  <a:gd name="T6" fmla="*/ 2 w 159"/>
                  <a:gd name="T7" fmla="*/ 48 h 313"/>
                  <a:gd name="T8" fmla="*/ 111 w 159"/>
                  <a:gd name="T9" fmla="*/ 157 h 313"/>
                  <a:gd name="T10" fmla="*/ 2 w 159"/>
                  <a:gd name="T11" fmla="*/ 266 h 313"/>
                  <a:gd name="T12" fmla="*/ 0 w 159"/>
                  <a:gd name="T13" fmla="*/ 265 h 313"/>
                  <a:gd name="T14" fmla="*/ 0 w 159"/>
                  <a:gd name="T15" fmla="*/ 313 h 313"/>
                  <a:gd name="T16" fmla="*/ 2 w 159"/>
                  <a:gd name="T17" fmla="*/ 313 h 313"/>
                  <a:gd name="T18" fmla="*/ 159 w 159"/>
                  <a:gd name="T19" fmla="*/ 157 h 313"/>
                  <a:gd name="T20" fmla="*/ 2 w 159"/>
                  <a:gd name="T21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9" h="313">
                    <a:moveTo>
                      <a:pt x="2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1" y="48"/>
                      <a:pt x="1" y="48"/>
                      <a:pt x="2" y="48"/>
                    </a:cubicBezTo>
                    <a:cubicBezTo>
                      <a:pt x="62" y="48"/>
                      <a:pt x="111" y="96"/>
                      <a:pt x="111" y="157"/>
                    </a:cubicBezTo>
                    <a:cubicBezTo>
                      <a:pt x="111" y="217"/>
                      <a:pt x="62" y="266"/>
                      <a:pt x="2" y="266"/>
                    </a:cubicBezTo>
                    <a:cubicBezTo>
                      <a:pt x="1" y="266"/>
                      <a:pt x="1" y="265"/>
                      <a:pt x="0" y="265"/>
                    </a:cubicBezTo>
                    <a:cubicBezTo>
                      <a:pt x="0" y="313"/>
                      <a:pt x="0" y="313"/>
                      <a:pt x="0" y="313"/>
                    </a:cubicBezTo>
                    <a:cubicBezTo>
                      <a:pt x="1" y="313"/>
                      <a:pt x="1" y="313"/>
                      <a:pt x="2" y="313"/>
                    </a:cubicBezTo>
                    <a:cubicBezTo>
                      <a:pt x="88" y="313"/>
                      <a:pt x="159" y="243"/>
                      <a:pt x="159" y="157"/>
                    </a:cubicBezTo>
                    <a:cubicBezTo>
                      <a:pt x="159" y="70"/>
                      <a:pt x="88" y="0"/>
                      <a:pt x="2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iṣ1iḍê" descr="cfe829aa-0c02-4ba6-b45b-606d3ebfdf81">
                <a:extLst>
                  <a:ext uri="{FF2B5EF4-FFF2-40B4-BE49-F238E27FC236}">
                    <a16:creationId xmlns:a16="http://schemas.microsoft.com/office/drawing/2014/main" id="{EFD8AB39-B655-4EA1-A81E-0C6A33A50C82}"/>
                  </a:ext>
                </a:extLst>
              </p:cNvPr>
              <p:cNvSpPr/>
              <p:nvPr/>
            </p:nvSpPr>
            <p:spPr bwMode="auto">
              <a:xfrm>
                <a:off x="6150708" y="3299445"/>
                <a:ext cx="288715" cy="565461"/>
              </a:xfrm>
              <a:custGeom>
                <a:avLst/>
                <a:gdLst>
                  <a:gd name="T0" fmla="*/ 111 w 111"/>
                  <a:gd name="T1" fmla="*/ 109 h 218"/>
                  <a:gd name="T2" fmla="*/ 2 w 111"/>
                  <a:gd name="T3" fmla="*/ 0 h 218"/>
                  <a:gd name="T4" fmla="*/ 0 w 111"/>
                  <a:gd name="T5" fmla="*/ 0 h 218"/>
                  <a:gd name="T6" fmla="*/ 0 w 111"/>
                  <a:gd name="T7" fmla="*/ 217 h 218"/>
                  <a:gd name="T8" fmla="*/ 2 w 111"/>
                  <a:gd name="T9" fmla="*/ 218 h 218"/>
                  <a:gd name="T10" fmla="*/ 111 w 111"/>
                  <a:gd name="T11" fmla="*/ 109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1" h="218">
                    <a:moveTo>
                      <a:pt x="111" y="109"/>
                    </a:moveTo>
                    <a:cubicBezTo>
                      <a:pt x="111" y="48"/>
                      <a:pt x="6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217"/>
                      <a:pt x="0" y="217"/>
                      <a:pt x="0" y="217"/>
                    </a:cubicBezTo>
                    <a:cubicBezTo>
                      <a:pt x="1" y="217"/>
                      <a:pt x="1" y="218"/>
                      <a:pt x="2" y="218"/>
                    </a:cubicBezTo>
                    <a:cubicBezTo>
                      <a:pt x="62" y="218"/>
                      <a:pt x="111" y="169"/>
                      <a:pt x="111" y="10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4" name="Title" descr="3ca0c4cc-3280-45cd-b412-488b7d418514">
              <a:extLst>
                <a:ext uri="{FF2B5EF4-FFF2-40B4-BE49-F238E27FC236}">
                  <a16:creationId xmlns:a16="http://schemas.microsoft.com/office/drawing/2014/main" id="{19BC0A63-298F-4AB6-9FF8-E160AA0EFE35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688571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墨西哥独特的传统节日</a:t>
              </a:r>
              <a:endParaRPr lang="en-US" dirty="0"/>
            </a:p>
          </p:txBody>
        </p:sp>
        <p:grpSp>
          <p:nvGrpSpPr>
            <p:cNvPr id="11" name="组合 10" descr="3715836d-dc22-473b-aba2-60f909e43a0c">
              <a:extLst>
                <a:ext uri="{FF2B5EF4-FFF2-40B4-BE49-F238E27FC236}">
                  <a16:creationId xmlns:a16="http://schemas.microsoft.com/office/drawing/2014/main" id="{4C00E2E8-E468-AD0B-5EDD-55F21FCB8B21}"/>
                </a:ext>
              </a:extLst>
            </p:cNvPr>
            <p:cNvGrpSpPr/>
            <p:nvPr/>
          </p:nvGrpSpPr>
          <p:grpSpPr>
            <a:xfrm>
              <a:off x="1328414" y="2632112"/>
              <a:ext cx="3219107" cy="1308913"/>
              <a:chOff x="1328414" y="2632112"/>
              <a:chExt cx="3219107" cy="1308913"/>
            </a:xfrm>
          </p:grpSpPr>
          <p:sp>
            <p:nvSpPr>
              <p:cNvPr id="38" name="Bullet1" descr="0f7697a1-b13a-475e-87ad-c99c924352fe">
                <a:extLst>
                  <a:ext uri="{FF2B5EF4-FFF2-40B4-BE49-F238E27FC236}">
                    <a16:creationId xmlns:a16="http://schemas.microsoft.com/office/drawing/2014/main" id="{05038C9A-C067-4138-944C-1E9AC2AB2EB2}"/>
                  </a:ext>
                </a:extLst>
              </p:cNvPr>
              <p:cNvSpPr txBox="1"/>
              <p:nvPr/>
            </p:nvSpPr>
            <p:spPr>
              <a:xfrm>
                <a:off x="1328414" y="2632112"/>
                <a:ext cx="2635200" cy="42518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b" anchorCtr="0">
                <a:normAutofit/>
              </a:bodyPr>
              <a:lstStyle/>
              <a:p>
                <a:pPr algn="r"/>
                <a:r>
                  <a:rPr lang="zh-CN" altLang="en-US" b="1" dirty="0"/>
                  <a:t>起源</a:t>
                </a:r>
                <a:endParaRPr lang="en-US" dirty="0"/>
              </a:p>
            </p:txBody>
          </p:sp>
          <p:sp>
            <p:nvSpPr>
              <p:cNvPr id="39" name="Text1" descr="2e8d0ee2-6497-4c4e-bf2d-dbb5c5b09dbe">
                <a:extLst>
                  <a:ext uri="{FF2B5EF4-FFF2-40B4-BE49-F238E27FC236}">
                    <a16:creationId xmlns:a16="http://schemas.microsoft.com/office/drawing/2014/main" id="{64A755B0-29FB-4A69-9C62-4444A32932BA}"/>
                  </a:ext>
                </a:extLst>
              </p:cNvPr>
              <p:cNvSpPr/>
              <p:nvPr/>
            </p:nvSpPr>
            <p:spPr>
              <a:xfrm>
                <a:off x="1328414" y="3057296"/>
                <a:ext cx="2635200" cy="883729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 dirty="0"/>
                  <a:t>亡灵节起源于墨西哥的土著文化，是祭祀和纪念祖先的重要节日。</a:t>
                </a:r>
                <a:endParaRPr lang="en-US" dirty="0"/>
              </a:p>
            </p:txBody>
          </p:sp>
          <p:sp>
            <p:nvSpPr>
              <p:cNvPr id="17" name="Number1" descr="16c72c8d-822a-453a-a8fd-6e571cf2f545">
                <a:extLst>
                  <a:ext uri="{FF2B5EF4-FFF2-40B4-BE49-F238E27FC236}">
                    <a16:creationId xmlns:a16="http://schemas.microsoft.com/office/drawing/2014/main" id="{B22D4EB1-B8DD-4726-AAF9-C8FACB96F67E}"/>
                  </a:ext>
                </a:extLst>
              </p:cNvPr>
              <p:cNvSpPr/>
              <p:nvPr/>
            </p:nvSpPr>
            <p:spPr>
              <a:xfrm>
                <a:off x="3963614" y="2829129"/>
                <a:ext cx="583907" cy="583905"/>
              </a:xfrm>
              <a:prstGeom prst="ellipse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 fontScale="92500" lnSpcReduction="10000"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</p:grpSp>
        <p:grpSp>
          <p:nvGrpSpPr>
            <p:cNvPr id="13" name="组合 12" descr="c244cbf6-6aee-4b00-809c-80344b339728">
              <a:extLst>
                <a:ext uri="{FF2B5EF4-FFF2-40B4-BE49-F238E27FC236}">
                  <a16:creationId xmlns:a16="http://schemas.microsoft.com/office/drawing/2014/main" id="{B91332B1-2330-E6A6-F597-4D86FDD31230}"/>
                </a:ext>
              </a:extLst>
            </p:cNvPr>
            <p:cNvGrpSpPr/>
            <p:nvPr/>
          </p:nvGrpSpPr>
          <p:grpSpPr>
            <a:xfrm>
              <a:off x="8284800" y="3102436"/>
              <a:ext cx="3219107" cy="1308913"/>
              <a:chOff x="8284800" y="3102436"/>
              <a:chExt cx="3219107" cy="1308913"/>
            </a:xfrm>
          </p:grpSpPr>
          <p:sp>
            <p:nvSpPr>
              <p:cNvPr id="42" name="Bullet2" descr="31888441-6949-4b1e-9e5d-309e11843be7">
                <a:extLst>
                  <a:ext uri="{FF2B5EF4-FFF2-40B4-BE49-F238E27FC236}">
                    <a16:creationId xmlns:a16="http://schemas.microsoft.com/office/drawing/2014/main" id="{317387ED-6A25-42A8-A801-1296B26C9E7A}"/>
                  </a:ext>
                </a:extLst>
              </p:cNvPr>
              <p:cNvSpPr txBox="1"/>
              <p:nvPr/>
            </p:nvSpPr>
            <p:spPr>
              <a:xfrm>
                <a:off x="8868707" y="3102436"/>
                <a:ext cx="2635200" cy="42518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b" anchorCtr="0">
                <a:normAutofit/>
              </a:bodyPr>
              <a:lstStyle/>
              <a:p>
                <a:r>
                  <a:rPr lang="zh-CN" altLang="en-US" b="1" dirty="0"/>
                  <a:t>庆祝方式</a:t>
                </a:r>
                <a:endParaRPr lang="en-US" dirty="0"/>
              </a:p>
            </p:txBody>
          </p:sp>
          <p:sp>
            <p:nvSpPr>
              <p:cNvPr id="43" name="Text2" descr="99261472-334f-4aea-94d7-f96a2360e5a1">
                <a:extLst>
                  <a:ext uri="{FF2B5EF4-FFF2-40B4-BE49-F238E27FC236}">
                    <a16:creationId xmlns:a16="http://schemas.microsoft.com/office/drawing/2014/main" id="{7A9C23DA-7E5E-49D0-B4AD-916730E935ED}"/>
                  </a:ext>
                </a:extLst>
              </p:cNvPr>
              <p:cNvSpPr/>
              <p:nvPr/>
            </p:nvSpPr>
            <p:spPr>
              <a:xfrm>
                <a:off x="8868707" y="3527620"/>
                <a:ext cx="2635200" cy="883729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人们会在这一天祭拜逝去的亲人，摆放祭坛，用鲜花、食物等物品来装饰。</a:t>
                </a:r>
                <a:endParaRPr lang="en-US" dirty="0"/>
              </a:p>
            </p:txBody>
          </p:sp>
          <p:sp>
            <p:nvSpPr>
              <p:cNvPr id="15" name="Number2" descr="7082e529-4a3b-4d83-bca9-a4ab9565ff11">
                <a:extLst>
                  <a:ext uri="{FF2B5EF4-FFF2-40B4-BE49-F238E27FC236}">
                    <a16:creationId xmlns:a16="http://schemas.microsoft.com/office/drawing/2014/main" id="{646648B0-79AF-4BC3-B9C0-D6C78E6C7A87}"/>
                  </a:ext>
                </a:extLst>
              </p:cNvPr>
              <p:cNvSpPr/>
              <p:nvPr/>
            </p:nvSpPr>
            <p:spPr>
              <a:xfrm>
                <a:off x="8284800" y="3299452"/>
                <a:ext cx="583907" cy="583905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 fontScale="92500" lnSpcReduction="10000"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02</a:t>
                </a:r>
              </a:p>
            </p:txBody>
          </p:sp>
        </p:grpSp>
        <p:grpSp>
          <p:nvGrpSpPr>
            <p:cNvPr id="14" name="组合 13" descr="c61ac469-861a-474f-9a05-74c29618806f">
              <a:extLst>
                <a:ext uri="{FF2B5EF4-FFF2-40B4-BE49-F238E27FC236}">
                  <a16:creationId xmlns:a16="http://schemas.microsoft.com/office/drawing/2014/main" id="{DDD042A2-C148-930D-652B-D7FE4DAA9F3E}"/>
                </a:ext>
              </a:extLst>
            </p:cNvPr>
            <p:cNvGrpSpPr/>
            <p:nvPr/>
          </p:nvGrpSpPr>
          <p:grpSpPr>
            <a:xfrm>
              <a:off x="688094" y="4196570"/>
              <a:ext cx="3219107" cy="1308913"/>
              <a:chOff x="688094" y="4196570"/>
              <a:chExt cx="3219107" cy="1308913"/>
            </a:xfrm>
          </p:grpSpPr>
          <p:sp>
            <p:nvSpPr>
              <p:cNvPr id="18" name="Number3" descr="4e6cdb15-4831-4b0d-889e-df2dd592dfa4">
                <a:extLst>
                  <a:ext uri="{FF2B5EF4-FFF2-40B4-BE49-F238E27FC236}">
                    <a16:creationId xmlns:a16="http://schemas.microsoft.com/office/drawing/2014/main" id="{A827AC17-9AB7-4B82-A8C7-89A68BC29252}"/>
                  </a:ext>
                </a:extLst>
              </p:cNvPr>
              <p:cNvSpPr/>
              <p:nvPr/>
            </p:nvSpPr>
            <p:spPr>
              <a:xfrm>
                <a:off x="3323294" y="4393588"/>
                <a:ext cx="583907" cy="583905"/>
              </a:xfrm>
              <a:prstGeom prst="ellipse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 fontScale="92500" lnSpcReduction="10000"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03</a:t>
                </a:r>
              </a:p>
            </p:txBody>
          </p:sp>
          <p:sp>
            <p:nvSpPr>
              <p:cNvPr id="20" name="Bullet3" descr="0e06cdbd-2e67-402e-8c57-ccb297c65f1f">
                <a:extLst>
                  <a:ext uri="{FF2B5EF4-FFF2-40B4-BE49-F238E27FC236}">
                    <a16:creationId xmlns:a16="http://schemas.microsoft.com/office/drawing/2014/main" id="{5C6FE8C2-1E54-409E-B7B7-1316CA8DB22E}"/>
                  </a:ext>
                </a:extLst>
              </p:cNvPr>
              <p:cNvSpPr txBox="1"/>
              <p:nvPr/>
            </p:nvSpPr>
            <p:spPr>
              <a:xfrm>
                <a:off x="688094" y="4196570"/>
                <a:ext cx="2635200" cy="42518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b" anchorCtr="0">
                <a:normAutofit/>
              </a:bodyPr>
              <a:lstStyle/>
              <a:p>
                <a:pPr algn="r"/>
                <a:r>
                  <a:rPr lang="zh-CN" altLang="en-US" b="1" dirty="0"/>
                  <a:t>在电影中的体现</a:t>
                </a:r>
                <a:endParaRPr lang="en-US" dirty="0"/>
              </a:p>
            </p:txBody>
          </p:sp>
          <p:sp>
            <p:nvSpPr>
              <p:cNvPr id="21" name="Text3" descr="657361cb-8156-4636-8fda-56249151035b">
                <a:extLst>
                  <a:ext uri="{FF2B5EF4-FFF2-40B4-BE49-F238E27FC236}">
                    <a16:creationId xmlns:a16="http://schemas.microsoft.com/office/drawing/2014/main" id="{49C5607D-E7BB-4D2B-91C0-A8AA1EBAD212}"/>
                  </a:ext>
                </a:extLst>
              </p:cNvPr>
              <p:cNvSpPr/>
              <p:nvPr/>
            </p:nvSpPr>
            <p:spPr>
              <a:xfrm>
                <a:off x="688094" y="4621754"/>
                <a:ext cx="2635200" cy="883729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 dirty="0"/>
                  <a:t>电影以亡灵节为背景，展现了亡灵世界的奇幻景象和人们的庆祝活动。</a:t>
                </a:r>
                <a:endParaRPr lang="en-US" dirty="0"/>
              </a:p>
            </p:txBody>
          </p:sp>
        </p:grpSp>
        <p:grpSp>
          <p:nvGrpSpPr>
            <p:cNvPr id="19" name="组合 18" descr="be4ba28f-be19-4615-b0e3-73fb472a6079">
              <a:extLst>
                <a:ext uri="{FF2B5EF4-FFF2-40B4-BE49-F238E27FC236}">
                  <a16:creationId xmlns:a16="http://schemas.microsoft.com/office/drawing/2014/main" id="{53664CB3-E233-20B8-7306-396E28347F28}"/>
                </a:ext>
              </a:extLst>
            </p:cNvPr>
            <p:cNvGrpSpPr/>
            <p:nvPr/>
          </p:nvGrpSpPr>
          <p:grpSpPr>
            <a:xfrm>
              <a:off x="8094816" y="4825186"/>
              <a:ext cx="3219455" cy="1308913"/>
              <a:chOff x="8094816" y="4825186"/>
              <a:chExt cx="3219455" cy="1308913"/>
            </a:xfrm>
          </p:grpSpPr>
          <p:sp>
            <p:nvSpPr>
              <p:cNvPr id="40" name="Bullet4" descr="f491ca18-e227-4173-9620-314d6089ed31">
                <a:extLst>
                  <a:ext uri="{FF2B5EF4-FFF2-40B4-BE49-F238E27FC236}">
                    <a16:creationId xmlns:a16="http://schemas.microsoft.com/office/drawing/2014/main" id="{AADE349A-08EB-49D2-9E31-F203D9E98739}"/>
                  </a:ext>
                </a:extLst>
              </p:cNvPr>
              <p:cNvSpPr txBox="1"/>
              <p:nvPr/>
            </p:nvSpPr>
            <p:spPr>
              <a:xfrm>
                <a:off x="8678723" y="4825186"/>
                <a:ext cx="2635548" cy="42518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b" anchorCtr="0">
                <a:normAutofit/>
              </a:bodyPr>
              <a:lstStyle/>
              <a:p>
                <a:r>
                  <a:rPr lang="zh-CN" altLang="en-US" b="1" dirty="0"/>
                  <a:t>意义</a:t>
                </a:r>
                <a:endParaRPr lang="en-US" dirty="0"/>
              </a:p>
            </p:txBody>
          </p:sp>
          <p:sp>
            <p:nvSpPr>
              <p:cNvPr id="41" name="Text4" descr="881d42e3-113f-437d-a339-4f67d05f0df5">
                <a:extLst>
                  <a:ext uri="{FF2B5EF4-FFF2-40B4-BE49-F238E27FC236}">
                    <a16:creationId xmlns:a16="http://schemas.microsoft.com/office/drawing/2014/main" id="{8AD96DAC-AA96-432F-995B-3876588835B4}"/>
                  </a:ext>
                </a:extLst>
              </p:cNvPr>
              <p:cNvSpPr/>
              <p:nvPr/>
            </p:nvSpPr>
            <p:spPr>
              <a:xfrm>
                <a:off x="8678723" y="5250370"/>
                <a:ext cx="2635548" cy="883729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亡灵节让人们相信，逝去的亲人会在这一天回到人间，与家人团聚，体现了对生命的尊重和对亲人的思念。</a:t>
                </a:r>
                <a:endParaRPr lang="en-US" dirty="0"/>
              </a:p>
            </p:txBody>
          </p:sp>
          <p:sp>
            <p:nvSpPr>
              <p:cNvPr id="16" name="Number4" descr="3d123b60-ed6a-4b4b-8e66-b404040721f8">
                <a:extLst>
                  <a:ext uri="{FF2B5EF4-FFF2-40B4-BE49-F238E27FC236}">
                    <a16:creationId xmlns:a16="http://schemas.microsoft.com/office/drawing/2014/main" id="{9F912FDE-B25F-4C97-BACF-E63B383E4754}"/>
                  </a:ext>
                </a:extLst>
              </p:cNvPr>
              <p:cNvSpPr/>
              <p:nvPr/>
            </p:nvSpPr>
            <p:spPr>
              <a:xfrm>
                <a:off x="8094816" y="5022201"/>
                <a:ext cx="583907" cy="583905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 fontScale="92500" lnSpcReduction="10000"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04</a:t>
                </a: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音乐</a:t>
            </a:r>
            <a:endParaRPr lang="en-US" dirty="0"/>
          </a:p>
        </p:txBody>
      </p:sp>
      <p:grpSp>
        <p:nvGrpSpPr>
          <p:cNvPr id="13" name="5c9d359d-2176-4aa8-ad10-001d30d425f1.source.4.zh-Hans.pptx" descr="a97e405d-7b40-4531-97d1-230ead525196">
            <a:extLst>
              <a:ext uri="{FF2B5EF4-FFF2-40B4-BE49-F238E27FC236}">
                <a16:creationId xmlns:a16="http://schemas.microsoft.com/office/drawing/2014/main" id="{43743A5D-E283-C01A-7E4E-D33B0958D0BA}"/>
              </a:ext>
            </a:extLst>
          </p:cNvPr>
          <p:cNvGrpSpPr/>
          <p:nvPr/>
        </p:nvGrpSpPr>
        <p:grpSpPr>
          <a:xfrm>
            <a:off x="660400" y="1130300"/>
            <a:ext cx="10864851" cy="4806407"/>
            <a:chOff x="660400" y="1130300"/>
            <a:chExt cx="10864851" cy="4806407"/>
          </a:xfrm>
        </p:grpSpPr>
        <p:sp>
          <p:nvSpPr>
            <p:cNvPr id="26" name="矩形: 圆顶角 25" descr="91d3b9d5-bd59-494b-b42e-44c11901252c">
              <a:extLst>
                <a:ext uri="{FF2B5EF4-FFF2-40B4-BE49-F238E27FC236}">
                  <a16:creationId xmlns:a16="http://schemas.microsoft.com/office/drawing/2014/main" id="{019344F6-DFDB-4B70-AA4A-4B49B9CBDD45}"/>
                </a:ext>
              </a:extLst>
            </p:cNvPr>
            <p:cNvSpPr/>
            <p:nvPr/>
          </p:nvSpPr>
          <p:spPr>
            <a:xfrm>
              <a:off x="5187112" y="2071767"/>
              <a:ext cx="1894163" cy="386494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sym typeface="+mn-lt"/>
              </a:endParaRPr>
            </a:p>
          </p:txBody>
        </p:sp>
        <p:sp>
          <p:nvSpPr>
            <p:cNvPr id="98" name="任意多边形: 形状 97" descr="56ee5c82-d461-4c99-b088-b760e0cb4cac">
              <a:extLst>
                <a:ext uri="{FF2B5EF4-FFF2-40B4-BE49-F238E27FC236}">
                  <a16:creationId xmlns:a16="http://schemas.microsoft.com/office/drawing/2014/main" id="{EA04ECD3-1B02-4C1A-9C54-EED3D9705E67}"/>
                </a:ext>
              </a:extLst>
            </p:cNvPr>
            <p:cNvSpPr/>
            <p:nvPr/>
          </p:nvSpPr>
          <p:spPr>
            <a:xfrm rot="21190573">
              <a:off x="5953249" y="3532204"/>
              <a:ext cx="220546" cy="256339"/>
            </a:xfrm>
            <a:custGeom>
              <a:avLst/>
              <a:gdLst>
                <a:gd name="connsiteX0" fmla="*/ 163259 w 204876"/>
                <a:gd name="connsiteY0" fmla="*/ 135636 h 238125"/>
                <a:gd name="connsiteX1" fmla="*/ 0 w 204876"/>
                <a:gd name="connsiteY1" fmla="*/ 238125 h 238125"/>
                <a:gd name="connsiteX2" fmla="*/ 72676 w 204876"/>
                <a:gd name="connsiteY2" fmla="*/ 59817 h 238125"/>
                <a:gd name="connsiteX3" fmla="*/ 173260 w 204876"/>
                <a:gd name="connsiteY3" fmla="*/ 0 h 238125"/>
                <a:gd name="connsiteX4" fmla="*/ 204692 w 204876"/>
                <a:gd name="connsiteY4" fmla="*/ 26479 h 238125"/>
                <a:gd name="connsiteX5" fmla="*/ 163259 w 204876"/>
                <a:gd name="connsiteY5" fmla="*/ 135636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4876" h="238125">
                  <a:moveTo>
                    <a:pt x="163259" y="135636"/>
                  </a:moveTo>
                  <a:cubicBezTo>
                    <a:pt x="116396" y="191453"/>
                    <a:pt x="0" y="238125"/>
                    <a:pt x="0" y="238125"/>
                  </a:cubicBezTo>
                  <a:cubicBezTo>
                    <a:pt x="0" y="238125"/>
                    <a:pt x="25813" y="115633"/>
                    <a:pt x="72676" y="59817"/>
                  </a:cubicBezTo>
                  <a:cubicBezTo>
                    <a:pt x="119539" y="4000"/>
                    <a:pt x="173260" y="0"/>
                    <a:pt x="173260" y="0"/>
                  </a:cubicBezTo>
                  <a:lnTo>
                    <a:pt x="204692" y="26479"/>
                  </a:lnTo>
                  <a:cubicBezTo>
                    <a:pt x="204692" y="26479"/>
                    <a:pt x="210026" y="79820"/>
                    <a:pt x="163259" y="135636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任意多边形: 形状 98" descr="b1d871bf-a174-4aa5-ad7a-f9a2f93065b4">
              <a:extLst>
                <a:ext uri="{FF2B5EF4-FFF2-40B4-BE49-F238E27FC236}">
                  <a16:creationId xmlns:a16="http://schemas.microsoft.com/office/drawing/2014/main" id="{308FAF9C-7D40-40D3-9B65-D906F7D341F7}"/>
                </a:ext>
              </a:extLst>
            </p:cNvPr>
            <p:cNvSpPr/>
            <p:nvPr/>
          </p:nvSpPr>
          <p:spPr>
            <a:xfrm rot="21190573">
              <a:off x="6007588" y="3533059"/>
              <a:ext cx="157091" cy="182820"/>
            </a:xfrm>
            <a:custGeom>
              <a:avLst/>
              <a:gdLst>
                <a:gd name="connsiteX0" fmla="*/ 116300 w 145929"/>
                <a:gd name="connsiteY0" fmla="*/ 96869 h 169830"/>
                <a:gd name="connsiteX1" fmla="*/ 0 w 145929"/>
                <a:gd name="connsiteY1" fmla="*/ 169831 h 169830"/>
                <a:gd name="connsiteX2" fmla="*/ 51816 w 145929"/>
                <a:gd name="connsiteY2" fmla="*/ 42672 h 169830"/>
                <a:gd name="connsiteX3" fmla="*/ 123444 w 145929"/>
                <a:gd name="connsiteY3" fmla="*/ 0 h 169830"/>
                <a:gd name="connsiteX4" fmla="*/ 145923 w 145929"/>
                <a:gd name="connsiteY4" fmla="*/ 19050 h 169830"/>
                <a:gd name="connsiteX5" fmla="*/ 116300 w 145929"/>
                <a:gd name="connsiteY5" fmla="*/ 96869 h 16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929" h="169830">
                  <a:moveTo>
                    <a:pt x="116300" y="96869"/>
                  </a:moveTo>
                  <a:cubicBezTo>
                    <a:pt x="82963" y="136684"/>
                    <a:pt x="0" y="169831"/>
                    <a:pt x="0" y="169831"/>
                  </a:cubicBezTo>
                  <a:cubicBezTo>
                    <a:pt x="0" y="169831"/>
                    <a:pt x="18383" y="82487"/>
                    <a:pt x="51816" y="42672"/>
                  </a:cubicBezTo>
                  <a:cubicBezTo>
                    <a:pt x="69466" y="19936"/>
                    <a:pt x="95050" y="4696"/>
                    <a:pt x="123444" y="0"/>
                  </a:cubicBezTo>
                  <a:lnTo>
                    <a:pt x="145923" y="19050"/>
                  </a:lnTo>
                  <a:cubicBezTo>
                    <a:pt x="146237" y="47806"/>
                    <a:pt x="135655" y="75609"/>
                    <a:pt x="116300" y="96869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任意多边形: 形状 99" descr="d2bf3bce-434c-4621-a2b2-c89944f44c60">
              <a:extLst>
                <a:ext uri="{FF2B5EF4-FFF2-40B4-BE49-F238E27FC236}">
                  <a16:creationId xmlns:a16="http://schemas.microsoft.com/office/drawing/2014/main" id="{0364F897-A779-42F7-B89E-1E79AC599B22}"/>
                </a:ext>
              </a:extLst>
            </p:cNvPr>
            <p:cNvSpPr/>
            <p:nvPr/>
          </p:nvSpPr>
          <p:spPr>
            <a:xfrm rot="21190573">
              <a:off x="6068694" y="2666442"/>
              <a:ext cx="727372" cy="825303"/>
            </a:xfrm>
            <a:custGeom>
              <a:avLst/>
              <a:gdLst>
                <a:gd name="connsiteX0" fmla="*/ 574834 w 675689"/>
                <a:gd name="connsiteY0" fmla="*/ 292985 h 766662"/>
                <a:gd name="connsiteX1" fmla="*/ 176974 w 675689"/>
                <a:gd name="connsiteY1" fmla="*/ 766663 h 766662"/>
                <a:gd name="connsiteX2" fmla="*/ 0 w 675689"/>
                <a:gd name="connsiteY2" fmla="*/ 618073 h 766662"/>
                <a:gd name="connsiteX3" fmla="*/ 397383 w 675689"/>
                <a:gd name="connsiteY3" fmla="*/ 143823 h 766662"/>
                <a:gd name="connsiteX4" fmla="*/ 565785 w 675689"/>
                <a:gd name="connsiteY4" fmla="*/ 13902 h 766662"/>
                <a:gd name="connsiteX5" fmla="*/ 665321 w 675689"/>
                <a:gd name="connsiteY5" fmla="*/ 4377 h 766662"/>
                <a:gd name="connsiteX6" fmla="*/ 673418 w 675689"/>
                <a:gd name="connsiteY6" fmla="*/ 104104 h 766662"/>
                <a:gd name="connsiteX7" fmla="*/ 574834 w 675689"/>
                <a:gd name="connsiteY7" fmla="*/ 292985 h 766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5689" h="766662">
                  <a:moveTo>
                    <a:pt x="574834" y="292985"/>
                  </a:moveTo>
                  <a:lnTo>
                    <a:pt x="176974" y="766663"/>
                  </a:lnTo>
                  <a:lnTo>
                    <a:pt x="0" y="618073"/>
                  </a:lnTo>
                  <a:lnTo>
                    <a:pt x="397383" y="143823"/>
                  </a:lnTo>
                  <a:cubicBezTo>
                    <a:pt x="452628" y="78101"/>
                    <a:pt x="480155" y="36286"/>
                    <a:pt x="565785" y="13902"/>
                  </a:cubicBezTo>
                  <a:cubicBezTo>
                    <a:pt x="640271" y="-5148"/>
                    <a:pt x="659035" y="-671"/>
                    <a:pt x="665321" y="4377"/>
                  </a:cubicBezTo>
                  <a:cubicBezTo>
                    <a:pt x="671608" y="9425"/>
                    <a:pt x="679704" y="27332"/>
                    <a:pt x="673418" y="104104"/>
                  </a:cubicBezTo>
                  <a:cubicBezTo>
                    <a:pt x="666464" y="192401"/>
                    <a:pt x="629984" y="226786"/>
                    <a:pt x="574834" y="292985"/>
                  </a:cubicBezTo>
                  <a:close/>
                </a:path>
              </a:pathLst>
            </a:custGeom>
            <a:solidFill>
              <a:srgbClr val="DBD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1" name="任意多边形: 形状 100" descr="0c68edf0-f3bc-4fae-a76e-1841f49b9b83">
              <a:extLst>
                <a:ext uri="{FF2B5EF4-FFF2-40B4-BE49-F238E27FC236}">
                  <a16:creationId xmlns:a16="http://schemas.microsoft.com/office/drawing/2014/main" id="{85DD2092-CE34-45D5-8F68-AE548745664E}"/>
                </a:ext>
              </a:extLst>
            </p:cNvPr>
            <p:cNvSpPr/>
            <p:nvPr/>
          </p:nvSpPr>
          <p:spPr>
            <a:xfrm rot="21190573">
              <a:off x="6672292" y="2630308"/>
              <a:ext cx="77007" cy="69947"/>
            </a:xfrm>
            <a:custGeom>
              <a:avLst/>
              <a:gdLst>
                <a:gd name="connsiteX0" fmla="*/ 71438 w 71535"/>
                <a:gd name="connsiteY0" fmla="*/ 64976 h 64976"/>
                <a:gd name="connsiteX1" fmla="*/ 0 w 71535"/>
                <a:gd name="connsiteY1" fmla="*/ 4969 h 64976"/>
                <a:gd name="connsiteX2" fmla="*/ 61151 w 71535"/>
                <a:gd name="connsiteY2" fmla="*/ 4969 h 64976"/>
                <a:gd name="connsiteX3" fmla="*/ 71438 w 71535"/>
                <a:gd name="connsiteY3" fmla="*/ 64976 h 6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535" h="64976">
                  <a:moveTo>
                    <a:pt x="71438" y="64976"/>
                  </a:moveTo>
                  <a:lnTo>
                    <a:pt x="0" y="4969"/>
                  </a:lnTo>
                  <a:cubicBezTo>
                    <a:pt x="43148" y="-3509"/>
                    <a:pt x="56102" y="492"/>
                    <a:pt x="61151" y="4969"/>
                  </a:cubicBezTo>
                  <a:cubicBezTo>
                    <a:pt x="66199" y="9445"/>
                    <a:pt x="72390" y="21066"/>
                    <a:pt x="71438" y="64976"/>
                  </a:cubicBezTo>
                  <a:close/>
                </a:path>
              </a:pathLst>
            </a:custGeom>
            <a:solidFill>
              <a:srgbClr val="C7C7C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任意多边形: 形状 102" descr="3706d053-8a49-4c4e-91ce-30b2b0e7bcf5">
              <a:extLst>
                <a:ext uri="{FF2B5EF4-FFF2-40B4-BE49-F238E27FC236}">
                  <a16:creationId xmlns:a16="http://schemas.microsoft.com/office/drawing/2014/main" id="{3A5132FB-8803-4302-ACA3-3975F6BFC90E}"/>
                </a:ext>
              </a:extLst>
            </p:cNvPr>
            <p:cNvSpPr/>
            <p:nvPr/>
          </p:nvSpPr>
          <p:spPr>
            <a:xfrm rot="21190573">
              <a:off x="6614797" y="2655481"/>
              <a:ext cx="134834" cy="113199"/>
            </a:xfrm>
            <a:custGeom>
              <a:avLst/>
              <a:gdLst>
                <a:gd name="connsiteX0" fmla="*/ 0 w 125253"/>
                <a:gd name="connsiteY0" fmla="*/ 0 h 105156"/>
                <a:gd name="connsiteX1" fmla="*/ 63341 w 125253"/>
                <a:gd name="connsiteY1" fmla="*/ 51625 h 105156"/>
                <a:gd name="connsiteX2" fmla="*/ 125254 w 125253"/>
                <a:gd name="connsiteY2" fmla="*/ 105156 h 105156"/>
                <a:gd name="connsiteX3" fmla="*/ 61817 w 125253"/>
                <a:gd name="connsiteY3" fmla="*/ 53435 h 105156"/>
                <a:gd name="connsiteX4" fmla="*/ 0 w 125253"/>
                <a:gd name="connsiteY4" fmla="*/ 0 h 10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53" h="105156">
                  <a:moveTo>
                    <a:pt x="0" y="0"/>
                  </a:moveTo>
                  <a:cubicBezTo>
                    <a:pt x="21527" y="16764"/>
                    <a:pt x="42291" y="34481"/>
                    <a:pt x="63341" y="51625"/>
                  </a:cubicBezTo>
                  <a:cubicBezTo>
                    <a:pt x="84392" y="68771"/>
                    <a:pt x="104966" y="86773"/>
                    <a:pt x="125254" y="105156"/>
                  </a:cubicBezTo>
                  <a:cubicBezTo>
                    <a:pt x="103727" y="88392"/>
                    <a:pt x="82963" y="70675"/>
                    <a:pt x="61817" y="53435"/>
                  </a:cubicBezTo>
                  <a:cubicBezTo>
                    <a:pt x="40672" y="36195"/>
                    <a:pt x="20193" y="18288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任意多边形: 形状 103" descr="4eda09e4-cf9f-4f9a-88fa-20d365a0f9d2">
              <a:extLst>
                <a:ext uri="{FF2B5EF4-FFF2-40B4-BE49-F238E27FC236}">
                  <a16:creationId xmlns:a16="http://schemas.microsoft.com/office/drawing/2014/main" id="{C62F1F47-E0C1-4AC2-8772-41BB5C268F64}"/>
                </a:ext>
              </a:extLst>
            </p:cNvPr>
            <p:cNvSpPr/>
            <p:nvPr/>
          </p:nvSpPr>
          <p:spPr>
            <a:xfrm rot="21190573">
              <a:off x="6509653" y="2750192"/>
              <a:ext cx="190614" cy="160058"/>
            </a:xfrm>
            <a:custGeom>
              <a:avLst/>
              <a:gdLst>
                <a:gd name="connsiteX0" fmla="*/ 0 w 177070"/>
                <a:gd name="connsiteY0" fmla="*/ 0 h 148685"/>
                <a:gd name="connsiteX1" fmla="*/ 89345 w 177070"/>
                <a:gd name="connsiteY1" fmla="*/ 73438 h 148685"/>
                <a:gd name="connsiteX2" fmla="*/ 177070 w 177070"/>
                <a:gd name="connsiteY2" fmla="*/ 148685 h 148685"/>
                <a:gd name="connsiteX3" fmla="*/ 87821 w 177070"/>
                <a:gd name="connsiteY3" fmla="*/ 75248 h 148685"/>
                <a:gd name="connsiteX4" fmla="*/ 0 w 177070"/>
                <a:gd name="connsiteY4" fmla="*/ 0 h 14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070" h="148685">
                  <a:moveTo>
                    <a:pt x="0" y="0"/>
                  </a:moveTo>
                  <a:cubicBezTo>
                    <a:pt x="30194" y="24003"/>
                    <a:pt x="59531" y="48958"/>
                    <a:pt x="89345" y="73438"/>
                  </a:cubicBezTo>
                  <a:cubicBezTo>
                    <a:pt x="119158" y="97917"/>
                    <a:pt x="148209" y="123158"/>
                    <a:pt x="177070" y="148685"/>
                  </a:cubicBezTo>
                  <a:cubicBezTo>
                    <a:pt x="146876" y="124682"/>
                    <a:pt x="117539" y="99727"/>
                    <a:pt x="87821" y="75248"/>
                  </a:cubicBezTo>
                  <a:cubicBezTo>
                    <a:pt x="58103" y="50768"/>
                    <a:pt x="28861" y="25527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3" name="任意多边形: 形状 142" descr="bfd5d8b8-baab-485e-8c9d-b5a4f2bd0d4a">
              <a:extLst>
                <a:ext uri="{FF2B5EF4-FFF2-40B4-BE49-F238E27FC236}">
                  <a16:creationId xmlns:a16="http://schemas.microsoft.com/office/drawing/2014/main" id="{5F8FFC42-A02B-4189-8A1C-F8EE0FEF4F65}"/>
                </a:ext>
              </a:extLst>
            </p:cNvPr>
            <p:cNvSpPr/>
            <p:nvPr/>
          </p:nvSpPr>
          <p:spPr>
            <a:xfrm rot="21190573">
              <a:off x="6532032" y="2719279"/>
              <a:ext cx="187742" cy="157699"/>
            </a:xfrm>
            <a:custGeom>
              <a:avLst/>
              <a:gdLst>
                <a:gd name="connsiteX0" fmla="*/ 0 w 174402"/>
                <a:gd name="connsiteY0" fmla="*/ 0 h 146494"/>
                <a:gd name="connsiteX1" fmla="*/ 87916 w 174402"/>
                <a:gd name="connsiteY1" fmla="*/ 72295 h 146494"/>
                <a:gd name="connsiteX2" fmla="*/ 174403 w 174402"/>
                <a:gd name="connsiteY2" fmla="*/ 146495 h 146494"/>
                <a:gd name="connsiteX3" fmla="*/ 86392 w 174402"/>
                <a:gd name="connsiteY3" fmla="*/ 74200 h 146494"/>
                <a:gd name="connsiteX4" fmla="*/ 0 w 174402"/>
                <a:gd name="connsiteY4" fmla="*/ 0 h 146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402" h="146494">
                  <a:moveTo>
                    <a:pt x="0" y="0"/>
                  </a:moveTo>
                  <a:cubicBezTo>
                    <a:pt x="29718" y="23622"/>
                    <a:pt x="58579" y="48292"/>
                    <a:pt x="87916" y="72295"/>
                  </a:cubicBezTo>
                  <a:cubicBezTo>
                    <a:pt x="117253" y="96298"/>
                    <a:pt x="145923" y="121253"/>
                    <a:pt x="174403" y="146495"/>
                  </a:cubicBezTo>
                  <a:cubicBezTo>
                    <a:pt x="144589" y="122873"/>
                    <a:pt x="115729" y="98203"/>
                    <a:pt x="86392" y="74200"/>
                  </a:cubicBezTo>
                  <a:cubicBezTo>
                    <a:pt x="57055" y="50197"/>
                    <a:pt x="28385" y="25241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4" name="任意多边形: 形状 143" descr="bcdcd757-088f-4c84-8f50-166456c01f32">
              <a:extLst>
                <a:ext uri="{FF2B5EF4-FFF2-40B4-BE49-F238E27FC236}">
                  <a16:creationId xmlns:a16="http://schemas.microsoft.com/office/drawing/2014/main" id="{F3793C35-78C1-4326-B306-3B36CC2AFC08}"/>
                </a:ext>
              </a:extLst>
            </p:cNvPr>
            <p:cNvSpPr/>
            <p:nvPr/>
          </p:nvSpPr>
          <p:spPr>
            <a:xfrm rot="21190573">
              <a:off x="6428468" y="2874327"/>
              <a:ext cx="190613" cy="160058"/>
            </a:xfrm>
            <a:custGeom>
              <a:avLst/>
              <a:gdLst>
                <a:gd name="connsiteX0" fmla="*/ 0 w 177069"/>
                <a:gd name="connsiteY0" fmla="*/ 0 h 148685"/>
                <a:gd name="connsiteX1" fmla="*/ 89345 w 177069"/>
                <a:gd name="connsiteY1" fmla="*/ 73438 h 148685"/>
                <a:gd name="connsiteX2" fmla="*/ 177070 w 177069"/>
                <a:gd name="connsiteY2" fmla="*/ 148685 h 148685"/>
                <a:gd name="connsiteX3" fmla="*/ 87725 w 177069"/>
                <a:gd name="connsiteY3" fmla="*/ 75247 h 148685"/>
                <a:gd name="connsiteX4" fmla="*/ 0 w 177069"/>
                <a:gd name="connsiteY4" fmla="*/ 0 h 14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069" h="148685">
                  <a:moveTo>
                    <a:pt x="0" y="0"/>
                  </a:moveTo>
                  <a:cubicBezTo>
                    <a:pt x="30194" y="24003"/>
                    <a:pt x="59531" y="48958"/>
                    <a:pt x="89345" y="73438"/>
                  </a:cubicBezTo>
                  <a:cubicBezTo>
                    <a:pt x="119158" y="97917"/>
                    <a:pt x="148209" y="123063"/>
                    <a:pt x="177070" y="148685"/>
                  </a:cubicBezTo>
                  <a:cubicBezTo>
                    <a:pt x="146876" y="124682"/>
                    <a:pt x="117538" y="99631"/>
                    <a:pt x="87725" y="75247"/>
                  </a:cubicBezTo>
                  <a:cubicBezTo>
                    <a:pt x="57912" y="50863"/>
                    <a:pt x="28861" y="25527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5" name="任意多边形: 形状 144" descr="e336a3aa-9b75-4732-9ff8-956641673d0d">
              <a:extLst>
                <a:ext uri="{FF2B5EF4-FFF2-40B4-BE49-F238E27FC236}">
                  <a16:creationId xmlns:a16="http://schemas.microsoft.com/office/drawing/2014/main" id="{E55F5B93-0ED8-4FD6-8E24-2FC32CA4EF75}"/>
                </a:ext>
              </a:extLst>
            </p:cNvPr>
            <p:cNvSpPr/>
            <p:nvPr/>
          </p:nvSpPr>
          <p:spPr>
            <a:xfrm rot="21190573">
              <a:off x="6347273" y="2998360"/>
              <a:ext cx="190613" cy="160058"/>
            </a:xfrm>
            <a:custGeom>
              <a:avLst/>
              <a:gdLst>
                <a:gd name="connsiteX0" fmla="*/ 0 w 177069"/>
                <a:gd name="connsiteY0" fmla="*/ 0 h 148685"/>
                <a:gd name="connsiteX1" fmla="*/ 89249 w 177069"/>
                <a:gd name="connsiteY1" fmla="*/ 73438 h 148685"/>
                <a:gd name="connsiteX2" fmla="*/ 177070 w 177069"/>
                <a:gd name="connsiteY2" fmla="*/ 148685 h 148685"/>
                <a:gd name="connsiteX3" fmla="*/ 87725 w 177069"/>
                <a:gd name="connsiteY3" fmla="*/ 75248 h 148685"/>
                <a:gd name="connsiteX4" fmla="*/ 0 w 177069"/>
                <a:gd name="connsiteY4" fmla="*/ 0 h 14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069" h="148685">
                  <a:moveTo>
                    <a:pt x="0" y="0"/>
                  </a:moveTo>
                  <a:cubicBezTo>
                    <a:pt x="30194" y="24003"/>
                    <a:pt x="59531" y="49054"/>
                    <a:pt x="89249" y="73438"/>
                  </a:cubicBezTo>
                  <a:cubicBezTo>
                    <a:pt x="118967" y="97822"/>
                    <a:pt x="148209" y="123158"/>
                    <a:pt x="177070" y="148685"/>
                  </a:cubicBezTo>
                  <a:cubicBezTo>
                    <a:pt x="146875" y="124682"/>
                    <a:pt x="117538" y="99727"/>
                    <a:pt x="87725" y="75248"/>
                  </a:cubicBezTo>
                  <a:cubicBezTo>
                    <a:pt x="57912" y="50768"/>
                    <a:pt x="28861" y="25622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6" name="任意多边形: 形状 145" descr="4831c83e-1982-4afb-8fe6-0fef842859e1">
              <a:extLst>
                <a:ext uri="{FF2B5EF4-FFF2-40B4-BE49-F238E27FC236}">
                  <a16:creationId xmlns:a16="http://schemas.microsoft.com/office/drawing/2014/main" id="{84E23221-4C18-460A-8050-4A548867A57C}"/>
                </a:ext>
              </a:extLst>
            </p:cNvPr>
            <p:cNvSpPr/>
            <p:nvPr/>
          </p:nvSpPr>
          <p:spPr>
            <a:xfrm rot="21190573">
              <a:off x="6266088" y="3122501"/>
              <a:ext cx="190511" cy="160058"/>
            </a:xfrm>
            <a:custGeom>
              <a:avLst/>
              <a:gdLst>
                <a:gd name="connsiteX0" fmla="*/ 0 w 176974"/>
                <a:gd name="connsiteY0" fmla="*/ 0 h 148685"/>
                <a:gd name="connsiteX1" fmla="*/ 89249 w 176974"/>
                <a:gd name="connsiteY1" fmla="*/ 73438 h 148685"/>
                <a:gd name="connsiteX2" fmla="*/ 176975 w 176974"/>
                <a:gd name="connsiteY2" fmla="*/ 148685 h 148685"/>
                <a:gd name="connsiteX3" fmla="*/ 87725 w 176974"/>
                <a:gd name="connsiteY3" fmla="*/ 75248 h 148685"/>
                <a:gd name="connsiteX4" fmla="*/ 0 w 176974"/>
                <a:gd name="connsiteY4" fmla="*/ 0 h 14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974" h="148685">
                  <a:moveTo>
                    <a:pt x="0" y="0"/>
                  </a:moveTo>
                  <a:cubicBezTo>
                    <a:pt x="30099" y="24003"/>
                    <a:pt x="59436" y="48958"/>
                    <a:pt x="89249" y="73438"/>
                  </a:cubicBezTo>
                  <a:cubicBezTo>
                    <a:pt x="119063" y="97917"/>
                    <a:pt x="148209" y="123063"/>
                    <a:pt x="176975" y="148685"/>
                  </a:cubicBezTo>
                  <a:cubicBezTo>
                    <a:pt x="146876" y="124682"/>
                    <a:pt x="117538" y="99727"/>
                    <a:pt x="87725" y="75248"/>
                  </a:cubicBezTo>
                  <a:cubicBezTo>
                    <a:pt x="57912" y="50768"/>
                    <a:pt x="28861" y="25527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7" name="任意多边形: 形状 146" descr="182fb5bf-cfff-4573-af4e-9f80637974e0">
              <a:extLst>
                <a:ext uri="{FF2B5EF4-FFF2-40B4-BE49-F238E27FC236}">
                  <a16:creationId xmlns:a16="http://schemas.microsoft.com/office/drawing/2014/main" id="{CFE4EE8C-37AD-4213-BF6C-31FE691BE93A}"/>
                </a:ext>
              </a:extLst>
            </p:cNvPr>
            <p:cNvSpPr/>
            <p:nvPr/>
          </p:nvSpPr>
          <p:spPr>
            <a:xfrm rot="21190573">
              <a:off x="6184899" y="3246636"/>
              <a:ext cx="190511" cy="159955"/>
            </a:xfrm>
            <a:custGeom>
              <a:avLst/>
              <a:gdLst>
                <a:gd name="connsiteX0" fmla="*/ 0 w 176974"/>
                <a:gd name="connsiteY0" fmla="*/ 0 h 148590"/>
                <a:gd name="connsiteX1" fmla="*/ 89249 w 176974"/>
                <a:gd name="connsiteY1" fmla="*/ 73342 h 148590"/>
                <a:gd name="connsiteX2" fmla="*/ 176974 w 176974"/>
                <a:gd name="connsiteY2" fmla="*/ 148590 h 148590"/>
                <a:gd name="connsiteX3" fmla="*/ 87725 w 176974"/>
                <a:gd name="connsiteY3" fmla="*/ 75247 h 148590"/>
                <a:gd name="connsiteX4" fmla="*/ 0 w 176974"/>
                <a:gd name="connsiteY4" fmla="*/ 0 h 1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974" h="148590">
                  <a:moveTo>
                    <a:pt x="0" y="0"/>
                  </a:moveTo>
                  <a:cubicBezTo>
                    <a:pt x="30099" y="24003"/>
                    <a:pt x="59436" y="48958"/>
                    <a:pt x="89249" y="73342"/>
                  </a:cubicBezTo>
                  <a:cubicBezTo>
                    <a:pt x="119063" y="97726"/>
                    <a:pt x="148114" y="123063"/>
                    <a:pt x="176974" y="148590"/>
                  </a:cubicBezTo>
                  <a:cubicBezTo>
                    <a:pt x="146780" y="124682"/>
                    <a:pt x="117443" y="99632"/>
                    <a:pt x="87725" y="75247"/>
                  </a:cubicBezTo>
                  <a:cubicBezTo>
                    <a:pt x="58007" y="50863"/>
                    <a:pt x="28765" y="25527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8" name="任意多边形: 形状 147" descr="e1de1726-7b39-4ec7-9f4b-fb62b71f0bb8">
              <a:extLst>
                <a:ext uri="{FF2B5EF4-FFF2-40B4-BE49-F238E27FC236}">
                  <a16:creationId xmlns:a16="http://schemas.microsoft.com/office/drawing/2014/main" id="{4D1D8304-C73A-4201-8C3C-AD0074F2DD9E}"/>
                </a:ext>
              </a:extLst>
            </p:cNvPr>
            <p:cNvSpPr/>
            <p:nvPr/>
          </p:nvSpPr>
          <p:spPr>
            <a:xfrm rot="21190573">
              <a:off x="6604443" y="2671489"/>
              <a:ext cx="7414" cy="7459"/>
            </a:xfrm>
            <a:custGeom>
              <a:avLst/>
              <a:gdLst>
                <a:gd name="connsiteX0" fmla="*/ 6110 w 6887"/>
                <a:gd name="connsiteY0" fmla="*/ 5446 h 6929"/>
                <a:gd name="connsiteX1" fmla="*/ 1490 w 6887"/>
                <a:gd name="connsiteY1" fmla="*/ 6369 h 6929"/>
                <a:gd name="connsiteX2" fmla="*/ 557 w 6887"/>
                <a:gd name="connsiteY2" fmla="*/ 1750 h 6929"/>
                <a:gd name="connsiteX3" fmla="*/ 1062 w 6887"/>
                <a:gd name="connsiteY3" fmla="*/ 1159 h 6929"/>
                <a:gd name="connsiteX4" fmla="*/ 5901 w 6887"/>
                <a:gd name="connsiteY4" fmla="*/ 854 h 6929"/>
                <a:gd name="connsiteX5" fmla="*/ 6205 w 6887"/>
                <a:gd name="connsiteY5" fmla="*/ 1159 h 6929"/>
                <a:gd name="connsiteX6" fmla="*/ 6110 w 6887"/>
                <a:gd name="connsiteY6" fmla="*/ 5446 h 6929"/>
                <a:gd name="connsiteX7" fmla="*/ 6110 w 6887"/>
                <a:gd name="connsiteY7" fmla="*/ 5446 h 6929"/>
                <a:gd name="connsiteX8" fmla="*/ 5939 w 6887"/>
                <a:gd name="connsiteY8" fmla="*/ 2350 h 6929"/>
                <a:gd name="connsiteX9" fmla="*/ 5443 w 6887"/>
                <a:gd name="connsiteY9" fmla="*/ 2017 h 6929"/>
                <a:gd name="connsiteX10" fmla="*/ 2872 w 6887"/>
                <a:gd name="connsiteY10" fmla="*/ 2683 h 6929"/>
                <a:gd name="connsiteX11" fmla="*/ 2872 w 6887"/>
                <a:gd name="connsiteY11" fmla="*/ 5255 h 6929"/>
                <a:gd name="connsiteX12" fmla="*/ 5948 w 6887"/>
                <a:gd name="connsiteY12" fmla="*/ 5588 h 6929"/>
                <a:gd name="connsiteX13" fmla="*/ 6110 w 6887"/>
                <a:gd name="connsiteY13" fmla="*/ 5446 h 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7" h="6929">
                  <a:moveTo>
                    <a:pt x="6110" y="5446"/>
                  </a:moveTo>
                  <a:cubicBezTo>
                    <a:pt x="5091" y="6979"/>
                    <a:pt x="3024" y="7389"/>
                    <a:pt x="1490" y="6369"/>
                  </a:cubicBezTo>
                  <a:cubicBezTo>
                    <a:pt x="-43" y="5350"/>
                    <a:pt x="-462" y="3283"/>
                    <a:pt x="557" y="1750"/>
                  </a:cubicBezTo>
                  <a:cubicBezTo>
                    <a:pt x="709" y="1531"/>
                    <a:pt x="871" y="1340"/>
                    <a:pt x="1062" y="1159"/>
                  </a:cubicBezTo>
                  <a:cubicBezTo>
                    <a:pt x="2319" y="-260"/>
                    <a:pt x="4481" y="-393"/>
                    <a:pt x="5901" y="854"/>
                  </a:cubicBezTo>
                  <a:cubicBezTo>
                    <a:pt x="6005" y="950"/>
                    <a:pt x="6110" y="1054"/>
                    <a:pt x="6205" y="1159"/>
                  </a:cubicBezTo>
                  <a:cubicBezTo>
                    <a:pt x="7148" y="2445"/>
                    <a:pt x="7110" y="4207"/>
                    <a:pt x="6110" y="5446"/>
                  </a:cubicBezTo>
                  <a:close/>
                  <a:moveTo>
                    <a:pt x="6110" y="5446"/>
                  </a:moveTo>
                  <a:cubicBezTo>
                    <a:pt x="6920" y="4541"/>
                    <a:pt x="6843" y="3159"/>
                    <a:pt x="5939" y="2350"/>
                  </a:cubicBezTo>
                  <a:cubicBezTo>
                    <a:pt x="5796" y="2216"/>
                    <a:pt x="5624" y="2102"/>
                    <a:pt x="5443" y="2017"/>
                  </a:cubicBezTo>
                  <a:cubicBezTo>
                    <a:pt x="4538" y="1559"/>
                    <a:pt x="3434" y="1845"/>
                    <a:pt x="2872" y="2683"/>
                  </a:cubicBezTo>
                  <a:cubicBezTo>
                    <a:pt x="2243" y="3426"/>
                    <a:pt x="2243" y="4512"/>
                    <a:pt x="2872" y="5255"/>
                  </a:cubicBezTo>
                  <a:cubicBezTo>
                    <a:pt x="3633" y="6198"/>
                    <a:pt x="5015" y="6341"/>
                    <a:pt x="5948" y="5588"/>
                  </a:cubicBezTo>
                  <a:cubicBezTo>
                    <a:pt x="6005" y="5541"/>
                    <a:pt x="6062" y="5493"/>
                    <a:pt x="611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9" name="任意多边形: 形状 148" descr="f1f5ddfe-5736-463a-a55b-e11902da0d98">
              <a:extLst>
                <a:ext uri="{FF2B5EF4-FFF2-40B4-BE49-F238E27FC236}">
                  <a16:creationId xmlns:a16="http://schemas.microsoft.com/office/drawing/2014/main" id="{31E9BC43-C5A7-4211-AF46-AE73D22F323E}"/>
                </a:ext>
              </a:extLst>
            </p:cNvPr>
            <p:cNvSpPr/>
            <p:nvPr/>
          </p:nvSpPr>
          <p:spPr>
            <a:xfrm rot="21190573">
              <a:off x="6631980" y="2689271"/>
              <a:ext cx="7184" cy="7155"/>
            </a:xfrm>
            <a:custGeom>
              <a:avLst/>
              <a:gdLst>
                <a:gd name="connsiteX0" fmla="*/ 5896 w 6674"/>
                <a:gd name="connsiteY0" fmla="*/ 5446 h 6647"/>
                <a:gd name="connsiteX1" fmla="*/ 1610 w 6674"/>
                <a:gd name="connsiteY1" fmla="*/ 6208 h 6647"/>
                <a:gd name="connsiteX2" fmla="*/ 524 w 6674"/>
                <a:gd name="connsiteY2" fmla="*/ 1483 h 6647"/>
                <a:gd name="connsiteX3" fmla="*/ 753 w 6674"/>
                <a:gd name="connsiteY3" fmla="*/ 1159 h 6647"/>
                <a:gd name="connsiteX4" fmla="*/ 5592 w 6674"/>
                <a:gd name="connsiteY4" fmla="*/ 854 h 6647"/>
                <a:gd name="connsiteX5" fmla="*/ 5896 w 6674"/>
                <a:gd name="connsiteY5" fmla="*/ 1159 h 6647"/>
                <a:gd name="connsiteX6" fmla="*/ 5896 w 6674"/>
                <a:gd name="connsiteY6" fmla="*/ 5446 h 6647"/>
                <a:gd name="connsiteX7" fmla="*/ 5896 w 6674"/>
                <a:gd name="connsiteY7" fmla="*/ 5446 h 6647"/>
                <a:gd name="connsiteX8" fmla="*/ 5544 w 6674"/>
                <a:gd name="connsiteY8" fmla="*/ 2369 h 6647"/>
                <a:gd name="connsiteX9" fmla="*/ 5134 w 6674"/>
                <a:gd name="connsiteY9" fmla="*/ 2112 h 6647"/>
                <a:gd name="connsiteX10" fmla="*/ 2563 w 6674"/>
                <a:gd name="connsiteY10" fmla="*/ 2683 h 6647"/>
                <a:gd name="connsiteX11" fmla="*/ 2563 w 6674"/>
                <a:gd name="connsiteY11" fmla="*/ 5350 h 6647"/>
                <a:gd name="connsiteX12" fmla="*/ 5792 w 6674"/>
                <a:gd name="connsiteY12" fmla="*/ 5550 h 6647"/>
                <a:gd name="connsiteX13" fmla="*/ 5896 w 6674"/>
                <a:gd name="connsiteY13" fmla="*/ 5446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4" h="6647">
                  <a:moveTo>
                    <a:pt x="5896" y="5446"/>
                  </a:moveTo>
                  <a:cubicBezTo>
                    <a:pt x="4830" y="6693"/>
                    <a:pt x="3039" y="7008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2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35" y="2398"/>
                    <a:pt x="6935" y="4207"/>
                    <a:pt x="5896" y="5446"/>
                  </a:cubicBezTo>
                  <a:close/>
                  <a:moveTo>
                    <a:pt x="5896" y="5446"/>
                  </a:moveTo>
                  <a:cubicBezTo>
                    <a:pt x="6649" y="4493"/>
                    <a:pt x="6487" y="3121"/>
                    <a:pt x="5544" y="2369"/>
                  </a:cubicBezTo>
                  <a:cubicBezTo>
                    <a:pt x="5420" y="2264"/>
                    <a:pt x="5277" y="2178"/>
                    <a:pt x="5134" y="2112"/>
                  </a:cubicBezTo>
                  <a:cubicBezTo>
                    <a:pt x="4249" y="1674"/>
                    <a:pt x="3182" y="1912"/>
                    <a:pt x="2563" y="2683"/>
                  </a:cubicBezTo>
                  <a:cubicBezTo>
                    <a:pt x="1962" y="3474"/>
                    <a:pt x="1962" y="4560"/>
                    <a:pt x="2563" y="5350"/>
                  </a:cubicBezTo>
                  <a:cubicBezTo>
                    <a:pt x="3401" y="6293"/>
                    <a:pt x="4849" y="6379"/>
                    <a:pt x="5792" y="5550"/>
                  </a:cubicBezTo>
                  <a:cubicBezTo>
                    <a:pt x="5830" y="5512"/>
                    <a:pt x="5858" y="5484"/>
                    <a:pt x="5896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0" name="任意多边形: 形状 149" descr="8f6ac421-9931-43d2-9ea3-5d101905696b">
              <a:extLst>
                <a:ext uri="{FF2B5EF4-FFF2-40B4-BE49-F238E27FC236}">
                  <a16:creationId xmlns:a16="http://schemas.microsoft.com/office/drawing/2014/main" id="{D3509F4E-788D-4CC7-98E8-811282EB3DD3}"/>
                </a:ext>
              </a:extLst>
            </p:cNvPr>
            <p:cNvSpPr/>
            <p:nvPr/>
          </p:nvSpPr>
          <p:spPr>
            <a:xfrm rot="21190573">
              <a:off x="6659006" y="2707194"/>
              <a:ext cx="7436" cy="7459"/>
            </a:xfrm>
            <a:custGeom>
              <a:avLst/>
              <a:gdLst>
                <a:gd name="connsiteX0" fmla="*/ 6110 w 6908"/>
                <a:gd name="connsiteY0" fmla="*/ 5446 h 6929"/>
                <a:gd name="connsiteX1" fmla="*/ 1490 w 6908"/>
                <a:gd name="connsiteY1" fmla="*/ 6369 h 6929"/>
                <a:gd name="connsiteX2" fmla="*/ 557 w 6908"/>
                <a:gd name="connsiteY2" fmla="*/ 1750 h 6929"/>
                <a:gd name="connsiteX3" fmla="*/ 1062 w 6908"/>
                <a:gd name="connsiteY3" fmla="*/ 1159 h 6929"/>
                <a:gd name="connsiteX4" fmla="*/ 5901 w 6908"/>
                <a:gd name="connsiteY4" fmla="*/ 854 h 6929"/>
                <a:gd name="connsiteX5" fmla="*/ 6205 w 6908"/>
                <a:gd name="connsiteY5" fmla="*/ 1159 h 6929"/>
                <a:gd name="connsiteX6" fmla="*/ 6110 w 6908"/>
                <a:gd name="connsiteY6" fmla="*/ 5446 h 6929"/>
                <a:gd name="connsiteX7" fmla="*/ 6110 w 6908"/>
                <a:gd name="connsiteY7" fmla="*/ 5446 h 6929"/>
                <a:gd name="connsiteX8" fmla="*/ 5939 w 6908"/>
                <a:gd name="connsiteY8" fmla="*/ 2350 h 6929"/>
                <a:gd name="connsiteX9" fmla="*/ 5443 w 6908"/>
                <a:gd name="connsiteY9" fmla="*/ 2017 h 6929"/>
                <a:gd name="connsiteX10" fmla="*/ 2872 w 6908"/>
                <a:gd name="connsiteY10" fmla="*/ 2683 h 6929"/>
                <a:gd name="connsiteX11" fmla="*/ 2872 w 6908"/>
                <a:gd name="connsiteY11" fmla="*/ 5255 h 6929"/>
                <a:gd name="connsiteX12" fmla="*/ 5948 w 6908"/>
                <a:gd name="connsiteY12" fmla="*/ 5588 h 6929"/>
                <a:gd name="connsiteX13" fmla="*/ 6110 w 6908"/>
                <a:gd name="connsiteY13" fmla="*/ 5446 h 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08" h="6929">
                  <a:moveTo>
                    <a:pt x="6110" y="5446"/>
                  </a:moveTo>
                  <a:cubicBezTo>
                    <a:pt x="5091" y="6979"/>
                    <a:pt x="3024" y="7389"/>
                    <a:pt x="1490" y="6369"/>
                  </a:cubicBezTo>
                  <a:cubicBezTo>
                    <a:pt x="-43" y="5350"/>
                    <a:pt x="-462" y="3283"/>
                    <a:pt x="557" y="1750"/>
                  </a:cubicBezTo>
                  <a:cubicBezTo>
                    <a:pt x="709" y="1531"/>
                    <a:pt x="871" y="1340"/>
                    <a:pt x="1062" y="1159"/>
                  </a:cubicBezTo>
                  <a:cubicBezTo>
                    <a:pt x="2319" y="-260"/>
                    <a:pt x="4481" y="-393"/>
                    <a:pt x="5901" y="854"/>
                  </a:cubicBezTo>
                  <a:cubicBezTo>
                    <a:pt x="6005" y="950"/>
                    <a:pt x="6110" y="1054"/>
                    <a:pt x="6205" y="1159"/>
                  </a:cubicBezTo>
                  <a:cubicBezTo>
                    <a:pt x="7177" y="2436"/>
                    <a:pt x="7139" y="4217"/>
                    <a:pt x="6110" y="5446"/>
                  </a:cubicBezTo>
                  <a:close/>
                  <a:moveTo>
                    <a:pt x="6110" y="5446"/>
                  </a:moveTo>
                  <a:cubicBezTo>
                    <a:pt x="6920" y="4541"/>
                    <a:pt x="6843" y="3160"/>
                    <a:pt x="5939" y="2350"/>
                  </a:cubicBezTo>
                  <a:cubicBezTo>
                    <a:pt x="5786" y="2217"/>
                    <a:pt x="5624" y="2102"/>
                    <a:pt x="5443" y="2017"/>
                  </a:cubicBezTo>
                  <a:cubicBezTo>
                    <a:pt x="4538" y="1559"/>
                    <a:pt x="3434" y="1845"/>
                    <a:pt x="2872" y="2683"/>
                  </a:cubicBezTo>
                  <a:cubicBezTo>
                    <a:pt x="2243" y="3426"/>
                    <a:pt x="2243" y="4512"/>
                    <a:pt x="2872" y="5255"/>
                  </a:cubicBezTo>
                  <a:cubicBezTo>
                    <a:pt x="3633" y="6198"/>
                    <a:pt x="5015" y="6341"/>
                    <a:pt x="5948" y="5588"/>
                  </a:cubicBezTo>
                  <a:cubicBezTo>
                    <a:pt x="6005" y="5541"/>
                    <a:pt x="6062" y="5493"/>
                    <a:pt x="611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1" name="任意多边形: 形状 150" descr="97b31989-16f6-41d2-8e09-7400d1c15e5c">
              <a:extLst>
                <a:ext uri="{FF2B5EF4-FFF2-40B4-BE49-F238E27FC236}">
                  <a16:creationId xmlns:a16="http://schemas.microsoft.com/office/drawing/2014/main" id="{8B19DC1E-11E7-4921-A100-10BD4C528995}"/>
                </a:ext>
              </a:extLst>
            </p:cNvPr>
            <p:cNvSpPr/>
            <p:nvPr/>
          </p:nvSpPr>
          <p:spPr>
            <a:xfrm rot="21190573">
              <a:off x="6686147" y="2724995"/>
              <a:ext cx="7173" cy="7174"/>
            </a:xfrm>
            <a:custGeom>
              <a:avLst/>
              <a:gdLst>
                <a:gd name="connsiteX0" fmla="*/ 5885 w 6663"/>
                <a:gd name="connsiteY0" fmla="*/ 5475 h 6664"/>
                <a:gd name="connsiteX1" fmla="*/ 1189 w 6663"/>
                <a:gd name="connsiteY1" fmla="*/ 5885 h 6664"/>
                <a:gd name="connsiteX2" fmla="*/ 779 w 6663"/>
                <a:gd name="connsiteY2" fmla="*/ 1189 h 6664"/>
                <a:gd name="connsiteX3" fmla="*/ 5475 w 6663"/>
                <a:gd name="connsiteY3" fmla="*/ 779 h 6664"/>
                <a:gd name="connsiteX4" fmla="*/ 5885 w 6663"/>
                <a:gd name="connsiteY4" fmla="*/ 1189 h 6664"/>
                <a:gd name="connsiteX5" fmla="*/ 5885 w 6663"/>
                <a:gd name="connsiteY5" fmla="*/ 5475 h 6664"/>
                <a:gd name="connsiteX6" fmla="*/ 5885 w 6663"/>
                <a:gd name="connsiteY6" fmla="*/ 5475 h 6664"/>
                <a:gd name="connsiteX7" fmla="*/ 5532 w 6663"/>
                <a:gd name="connsiteY7" fmla="*/ 2399 h 6664"/>
                <a:gd name="connsiteX8" fmla="*/ 5123 w 6663"/>
                <a:gd name="connsiteY8" fmla="*/ 2141 h 6664"/>
                <a:gd name="connsiteX9" fmla="*/ 2551 w 6663"/>
                <a:gd name="connsiteY9" fmla="*/ 2713 h 6664"/>
                <a:gd name="connsiteX10" fmla="*/ 2551 w 6663"/>
                <a:gd name="connsiteY10" fmla="*/ 5380 h 6664"/>
                <a:gd name="connsiteX11" fmla="*/ 5780 w 6663"/>
                <a:gd name="connsiteY11" fmla="*/ 5580 h 6664"/>
                <a:gd name="connsiteX12" fmla="*/ 5885 w 6663"/>
                <a:gd name="connsiteY12" fmla="*/ 5475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63" h="6664">
                  <a:moveTo>
                    <a:pt x="5885" y="5475"/>
                  </a:moveTo>
                  <a:cubicBezTo>
                    <a:pt x="4704" y="6885"/>
                    <a:pt x="2599" y="7066"/>
                    <a:pt x="1189" y="5885"/>
                  </a:cubicBezTo>
                  <a:cubicBezTo>
                    <a:pt x="-221" y="4704"/>
                    <a:pt x="-402" y="2599"/>
                    <a:pt x="779" y="1189"/>
                  </a:cubicBezTo>
                  <a:cubicBezTo>
                    <a:pt x="1961" y="-221"/>
                    <a:pt x="4065" y="-402"/>
                    <a:pt x="5475" y="779"/>
                  </a:cubicBezTo>
                  <a:cubicBezTo>
                    <a:pt x="5628" y="903"/>
                    <a:pt x="5761" y="1036"/>
                    <a:pt x="5885" y="1189"/>
                  </a:cubicBezTo>
                  <a:cubicBezTo>
                    <a:pt x="6923" y="2427"/>
                    <a:pt x="6923" y="4237"/>
                    <a:pt x="5885" y="5475"/>
                  </a:cubicBezTo>
                  <a:close/>
                  <a:moveTo>
                    <a:pt x="5885" y="5475"/>
                  </a:moveTo>
                  <a:cubicBezTo>
                    <a:pt x="6637" y="4523"/>
                    <a:pt x="6475" y="3151"/>
                    <a:pt x="5532" y="2399"/>
                  </a:cubicBezTo>
                  <a:cubicBezTo>
                    <a:pt x="5409" y="2294"/>
                    <a:pt x="5266" y="2208"/>
                    <a:pt x="5123" y="2141"/>
                  </a:cubicBezTo>
                  <a:cubicBezTo>
                    <a:pt x="4237" y="1703"/>
                    <a:pt x="3170" y="1941"/>
                    <a:pt x="2551" y="2713"/>
                  </a:cubicBezTo>
                  <a:cubicBezTo>
                    <a:pt x="1951" y="3503"/>
                    <a:pt x="1951" y="4589"/>
                    <a:pt x="2551" y="5380"/>
                  </a:cubicBezTo>
                  <a:cubicBezTo>
                    <a:pt x="3389" y="6323"/>
                    <a:pt x="4837" y="6409"/>
                    <a:pt x="5780" y="5580"/>
                  </a:cubicBezTo>
                  <a:cubicBezTo>
                    <a:pt x="5818" y="5542"/>
                    <a:pt x="5847" y="5513"/>
                    <a:pt x="5885" y="547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2" name="任意多边形: 形状 151" descr="da6c867e-40f3-4f4e-8fc7-28f3f6d93232">
              <a:extLst>
                <a:ext uri="{FF2B5EF4-FFF2-40B4-BE49-F238E27FC236}">
                  <a16:creationId xmlns:a16="http://schemas.microsoft.com/office/drawing/2014/main" id="{AE677DD6-B0E1-4382-937B-A580937FDAD4}"/>
                </a:ext>
              </a:extLst>
            </p:cNvPr>
            <p:cNvSpPr/>
            <p:nvPr/>
          </p:nvSpPr>
          <p:spPr>
            <a:xfrm rot="21190573">
              <a:off x="6713831" y="2742883"/>
              <a:ext cx="7189" cy="7174"/>
            </a:xfrm>
            <a:custGeom>
              <a:avLst/>
              <a:gdLst>
                <a:gd name="connsiteX0" fmla="*/ 5851 w 6678"/>
                <a:gd name="connsiteY0" fmla="*/ 5446 h 6664"/>
                <a:gd name="connsiteX1" fmla="*/ 1660 w 6678"/>
                <a:gd name="connsiteY1" fmla="*/ 6208 h 6664"/>
                <a:gd name="connsiteX2" fmla="*/ 451 w 6678"/>
                <a:gd name="connsiteY2" fmla="*/ 1645 h 6664"/>
                <a:gd name="connsiteX3" fmla="*/ 803 w 6678"/>
                <a:gd name="connsiteY3" fmla="*/ 1159 h 6664"/>
                <a:gd name="connsiteX4" fmla="*/ 5642 w 6678"/>
                <a:gd name="connsiteY4" fmla="*/ 854 h 6664"/>
                <a:gd name="connsiteX5" fmla="*/ 5947 w 6678"/>
                <a:gd name="connsiteY5" fmla="*/ 1159 h 6664"/>
                <a:gd name="connsiteX6" fmla="*/ 5851 w 6678"/>
                <a:gd name="connsiteY6" fmla="*/ 5446 h 6664"/>
                <a:gd name="connsiteX7" fmla="*/ 5851 w 6678"/>
                <a:gd name="connsiteY7" fmla="*/ 5446 h 6664"/>
                <a:gd name="connsiteX8" fmla="*/ 5499 w 6678"/>
                <a:gd name="connsiteY8" fmla="*/ 2236 h 6664"/>
                <a:gd name="connsiteX9" fmla="*/ 5184 w 6678"/>
                <a:gd name="connsiteY9" fmla="*/ 2017 h 6664"/>
                <a:gd name="connsiteX10" fmla="*/ 2613 w 6678"/>
                <a:gd name="connsiteY10" fmla="*/ 2683 h 6664"/>
                <a:gd name="connsiteX11" fmla="*/ 2613 w 6678"/>
                <a:gd name="connsiteY11" fmla="*/ 5255 h 6664"/>
                <a:gd name="connsiteX12" fmla="*/ 5537 w 6678"/>
                <a:gd name="connsiteY12" fmla="*/ 5722 h 6664"/>
                <a:gd name="connsiteX13" fmla="*/ 5851 w 6678"/>
                <a:gd name="connsiteY13" fmla="*/ 5446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8" h="6664">
                  <a:moveTo>
                    <a:pt x="5851" y="5446"/>
                  </a:moveTo>
                  <a:cubicBezTo>
                    <a:pt x="4842" y="6712"/>
                    <a:pt x="3051" y="7036"/>
                    <a:pt x="1660" y="6208"/>
                  </a:cubicBezTo>
                  <a:cubicBezTo>
                    <a:pt x="70" y="5284"/>
                    <a:pt x="-473" y="3245"/>
                    <a:pt x="451" y="1645"/>
                  </a:cubicBezTo>
                  <a:cubicBezTo>
                    <a:pt x="555" y="1474"/>
                    <a:pt x="669" y="1312"/>
                    <a:pt x="803" y="1159"/>
                  </a:cubicBezTo>
                  <a:cubicBezTo>
                    <a:pt x="2060" y="-260"/>
                    <a:pt x="4222" y="-393"/>
                    <a:pt x="5642" y="854"/>
                  </a:cubicBezTo>
                  <a:cubicBezTo>
                    <a:pt x="5747" y="950"/>
                    <a:pt x="5851" y="1054"/>
                    <a:pt x="5947" y="1159"/>
                  </a:cubicBezTo>
                  <a:cubicBezTo>
                    <a:pt x="6956" y="2426"/>
                    <a:pt x="6918" y="4226"/>
                    <a:pt x="5851" y="5446"/>
                  </a:cubicBezTo>
                  <a:close/>
                  <a:moveTo>
                    <a:pt x="5851" y="5446"/>
                  </a:moveTo>
                  <a:cubicBezTo>
                    <a:pt x="6642" y="4464"/>
                    <a:pt x="6489" y="3026"/>
                    <a:pt x="5499" y="2236"/>
                  </a:cubicBezTo>
                  <a:cubicBezTo>
                    <a:pt x="5404" y="2150"/>
                    <a:pt x="5299" y="2083"/>
                    <a:pt x="5184" y="2017"/>
                  </a:cubicBezTo>
                  <a:cubicBezTo>
                    <a:pt x="4279" y="1636"/>
                    <a:pt x="3222" y="1912"/>
                    <a:pt x="2613" y="2683"/>
                  </a:cubicBezTo>
                  <a:cubicBezTo>
                    <a:pt x="1984" y="3426"/>
                    <a:pt x="1984" y="4512"/>
                    <a:pt x="2613" y="5255"/>
                  </a:cubicBezTo>
                  <a:cubicBezTo>
                    <a:pt x="3289" y="6188"/>
                    <a:pt x="4603" y="6398"/>
                    <a:pt x="5537" y="5722"/>
                  </a:cubicBezTo>
                  <a:cubicBezTo>
                    <a:pt x="5651" y="5646"/>
                    <a:pt x="5756" y="5550"/>
                    <a:pt x="585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3" name="任意多边形: 形状 152" descr="34688c03-5007-42fa-bba7-02c80094ab5f">
              <a:extLst>
                <a:ext uri="{FF2B5EF4-FFF2-40B4-BE49-F238E27FC236}">
                  <a16:creationId xmlns:a16="http://schemas.microsoft.com/office/drawing/2014/main" id="{97D5A30B-88EE-4C45-B5BA-9AC6EE641A72}"/>
                </a:ext>
              </a:extLst>
            </p:cNvPr>
            <p:cNvSpPr/>
            <p:nvPr/>
          </p:nvSpPr>
          <p:spPr>
            <a:xfrm rot="21190573">
              <a:off x="6741254" y="2760781"/>
              <a:ext cx="7049" cy="7112"/>
            </a:xfrm>
            <a:custGeom>
              <a:avLst/>
              <a:gdLst>
                <a:gd name="connsiteX0" fmla="*/ 5770 w 6548"/>
                <a:gd name="connsiteY0" fmla="*/ 5348 h 6607"/>
                <a:gd name="connsiteX1" fmla="*/ 1484 w 6548"/>
                <a:gd name="connsiteY1" fmla="*/ 6110 h 6607"/>
                <a:gd name="connsiteX2" fmla="*/ 560 w 6548"/>
                <a:gd name="connsiteY2" fmla="*/ 1490 h 6607"/>
                <a:gd name="connsiteX3" fmla="*/ 5179 w 6548"/>
                <a:gd name="connsiteY3" fmla="*/ 557 h 6607"/>
                <a:gd name="connsiteX4" fmla="*/ 5770 w 6548"/>
                <a:gd name="connsiteY4" fmla="*/ 1062 h 6607"/>
                <a:gd name="connsiteX5" fmla="*/ 5770 w 6548"/>
                <a:gd name="connsiteY5" fmla="*/ 5348 h 6607"/>
                <a:gd name="connsiteX6" fmla="*/ 5770 w 6548"/>
                <a:gd name="connsiteY6" fmla="*/ 5348 h 6607"/>
                <a:gd name="connsiteX7" fmla="*/ 5417 w 6548"/>
                <a:gd name="connsiteY7" fmla="*/ 2271 h 6607"/>
                <a:gd name="connsiteX8" fmla="*/ 5008 w 6548"/>
                <a:gd name="connsiteY8" fmla="*/ 2014 h 6607"/>
                <a:gd name="connsiteX9" fmla="*/ 2065 w 6548"/>
                <a:gd name="connsiteY9" fmla="*/ 2986 h 6607"/>
                <a:gd name="connsiteX10" fmla="*/ 2246 w 6548"/>
                <a:gd name="connsiteY10" fmla="*/ 5253 h 6607"/>
                <a:gd name="connsiteX11" fmla="*/ 5456 w 6548"/>
                <a:gd name="connsiteY11" fmla="*/ 5643 h 6607"/>
                <a:gd name="connsiteX12" fmla="*/ 5770 w 6548"/>
                <a:gd name="connsiteY12" fmla="*/ 5348 h 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48" h="6607">
                  <a:moveTo>
                    <a:pt x="5770" y="5348"/>
                  </a:moveTo>
                  <a:cubicBezTo>
                    <a:pt x="4751" y="6672"/>
                    <a:pt x="2893" y="6996"/>
                    <a:pt x="1484" y="6110"/>
                  </a:cubicBezTo>
                  <a:cubicBezTo>
                    <a:pt x="-50" y="5091"/>
                    <a:pt x="-459" y="3024"/>
                    <a:pt x="560" y="1490"/>
                  </a:cubicBezTo>
                  <a:cubicBezTo>
                    <a:pt x="1579" y="-43"/>
                    <a:pt x="3646" y="-462"/>
                    <a:pt x="5179" y="557"/>
                  </a:cubicBezTo>
                  <a:cubicBezTo>
                    <a:pt x="5399" y="700"/>
                    <a:pt x="5589" y="871"/>
                    <a:pt x="5770" y="1062"/>
                  </a:cubicBezTo>
                  <a:cubicBezTo>
                    <a:pt x="6808" y="2300"/>
                    <a:pt x="6808" y="4110"/>
                    <a:pt x="5770" y="5348"/>
                  </a:cubicBezTo>
                  <a:close/>
                  <a:moveTo>
                    <a:pt x="5770" y="5348"/>
                  </a:moveTo>
                  <a:cubicBezTo>
                    <a:pt x="6523" y="4396"/>
                    <a:pt x="6360" y="3024"/>
                    <a:pt x="5417" y="2271"/>
                  </a:cubicBezTo>
                  <a:cubicBezTo>
                    <a:pt x="5294" y="2167"/>
                    <a:pt x="5151" y="2081"/>
                    <a:pt x="5008" y="2014"/>
                  </a:cubicBezTo>
                  <a:cubicBezTo>
                    <a:pt x="3932" y="1471"/>
                    <a:pt x="2608" y="1900"/>
                    <a:pt x="2065" y="2986"/>
                  </a:cubicBezTo>
                  <a:cubicBezTo>
                    <a:pt x="1693" y="3719"/>
                    <a:pt x="1769" y="4586"/>
                    <a:pt x="2246" y="5253"/>
                  </a:cubicBezTo>
                  <a:cubicBezTo>
                    <a:pt x="3027" y="6243"/>
                    <a:pt x="4456" y="6424"/>
                    <a:pt x="5456" y="5643"/>
                  </a:cubicBezTo>
                  <a:cubicBezTo>
                    <a:pt x="5570" y="5558"/>
                    <a:pt x="5675" y="5453"/>
                    <a:pt x="5770" y="534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4" name="任意多边形: 形状 153" descr="bd75eca7-14a2-46a3-8ab6-b7aaa9cd90e5">
              <a:extLst>
                <a:ext uri="{FF2B5EF4-FFF2-40B4-BE49-F238E27FC236}">
                  <a16:creationId xmlns:a16="http://schemas.microsoft.com/office/drawing/2014/main" id="{7A29B9C5-51A8-4C95-B36D-BD4975A90B9A}"/>
                </a:ext>
              </a:extLst>
            </p:cNvPr>
            <p:cNvSpPr/>
            <p:nvPr/>
          </p:nvSpPr>
          <p:spPr>
            <a:xfrm rot="21190573">
              <a:off x="6528010" y="2788665"/>
              <a:ext cx="7169" cy="7174"/>
            </a:xfrm>
            <a:custGeom>
              <a:avLst/>
              <a:gdLst>
                <a:gd name="connsiteX0" fmla="*/ 5801 w 6660"/>
                <a:gd name="connsiteY0" fmla="*/ 5446 h 6664"/>
                <a:gd name="connsiteX1" fmla="*/ 1610 w 6660"/>
                <a:gd name="connsiteY1" fmla="*/ 6208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2 w 6660"/>
                <a:gd name="connsiteY4" fmla="*/ 854 h 6664"/>
                <a:gd name="connsiteX5" fmla="*/ 5896 w 6660"/>
                <a:gd name="connsiteY5" fmla="*/ 1159 h 6664"/>
                <a:gd name="connsiteX6" fmla="*/ 5801 w 6660"/>
                <a:gd name="connsiteY6" fmla="*/ 5446 h 6664"/>
                <a:gd name="connsiteX7" fmla="*/ 5801 w 6660"/>
                <a:gd name="connsiteY7" fmla="*/ 5446 h 6664"/>
                <a:gd name="connsiteX8" fmla="*/ 5449 w 6660"/>
                <a:gd name="connsiteY8" fmla="*/ 2236 h 6664"/>
                <a:gd name="connsiteX9" fmla="*/ 5134 w 6660"/>
                <a:gd name="connsiteY9" fmla="*/ 2017 h 6664"/>
                <a:gd name="connsiteX10" fmla="*/ 2563 w 6660"/>
                <a:gd name="connsiteY10" fmla="*/ 2683 h 6664"/>
                <a:gd name="connsiteX11" fmla="*/ 2563 w 6660"/>
                <a:gd name="connsiteY11" fmla="*/ 5350 h 6664"/>
                <a:gd name="connsiteX12" fmla="*/ 5649 w 6660"/>
                <a:gd name="connsiteY12" fmla="*/ 5588 h 6664"/>
                <a:gd name="connsiteX13" fmla="*/ 5801 w 6660"/>
                <a:gd name="connsiteY13" fmla="*/ 5446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0" h="6664">
                  <a:moveTo>
                    <a:pt x="5801" y="5446"/>
                  </a:moveTo>
                  <a:cubicBezTo>
                    <a:pt x="4792" y="6712"/>
                    <a:pt x="3001" y="7036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2" y="854"/>
                  </a:cubicBezTo>
                  <a:cubicBezTo>
                    <a:pt x="5696" y="950"/>
                    <a:pt x="5801" y="1055"/>
                    <a:pt x="5896" y="1159"/>
                  </a:cubicBezTo>
                  <a:cubicBezTo>
                    <a:pt x="6954" y="2407"/>
                    <a:pt x="6906" y="4245"/>
                    <a:pt x="5801" y="5446"/>
                  </a:cubicBezTo>
                  <a:close/>
                  <a:moveTo>
                    <a:pt x="5801" y="5446"/>
                  </a:moveTo>
                  <a:cubicBezTo>
                    <a:pt x="6592" y="4464"/>
                    <a:pt x="6439" y="3026"/>
                    <a:pt x="5449" y="2236"/>
                  </a:cubicBezTo>
                  <a:cubicBezTo>
                    <a:pt x="5353" y="2150"/>
                    <a:pt x="5249" y="2083"/>
                    <a:pt x="5134" y="2017"/>
                  </a:cubicBezTo>
                  <a:cubicBezTo>
                    <a:pt x="4229" y="1636"/>
                    <a:pt x="3172" y="1912"/>
                    <a:pt x="2563" y="2683"/>
                  </a:cubicBezTo>
                  <a:cubicBezTo>
                    <a:pt x="1924" y="3455"/>
                    <a:pt x="1924" y="4579"/>
                    <a:pt x="2563" y="5350"/>
                  </a:cubicBezTo>
                  <a:cubicBezTo>
                    <a:pt x="3353" y="6265"/>
                    <a:pt x="4734" y="6369"/>
                    <a:pt x="5649" y="5588"/>
                  </a:cubicBezTo>
                  <a:cubicBezTo>
                    <a:pt x="5706" y="5541"/>
                    <a:pt x="5753" y="5493"/>
                    <a:pt x="580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5" name="任意多边形: 形状 154" descr="51a6420d-f070-4809-805f-b23c1e23756f">
              <a:extLst>
                <a:ext uri="{FF2B5EF4-FFF2-40B4-BE49-F238E27FC236}">
                  <a16:creationId xmlns:a16="http://schemas.microsoft.com/office/drawing/2014/main" id="{8004BB79-91B5-4247-B9DB-893012BCB875}"/>
                </a:ext>
              </a:extLst>
            </p:cNvPr>
            <p:cNvSpPr/>
            <p:nvPr/>
          </p:nvSpPr>
          <p:spPr>
            <a:xfrm rot="21190573">
              <a:off x="6555479" y="2806663"/>
              <a:ext cx="6956" cy="7039"/>
            </a:xfrm>
            <a:custGeom>
              <a:avLst/>
              <a:gdLst>
                <a:gd name="connsiteX0" fmla="*/ 5684 w 6462"/>
                <a:gd name="connsiteY0" fmla="*/ 5255 h 6539"/>
                <a:gd name="connsiteX1" fmla="*/ 1493 w 6462"/>
                <a:gd name="connsiteY1" fmla="*/ 6112 h 6539"/>
                <a:gd name="connsiteX2" fmla="*/ 550 w 6462"/>
                <a:gd name="connsiteY2" fmla="*/ 1493 h 6539"/>
                <a:gd name="connsiteX3" fmla="*/ 5169 w 6462"/>
                <a:gd name="connsiteY3" fmla="*/ 550 h 6539"/>
                <a:gd name="connsiteX4" fmla="*/ 5684 w 6462"/>
                <a:gd name="connsiteY4" fmla="*/ 969 h 6539"/>
                <a:gd name="connsiteX5" fmla="*/ 5684 w 6462"/>
                <a:gd name="connsiteY5" fmla="*/ 5255 h 6539"/>
                <a:gd name="connsiteX6" fmla="*/ 5684 w 6462"/>
                <a:gd name="connsiteY6" fmla="*/ 5255 h 6539"/>
                <a:gd name="connsiteX7" fmla="*/ 5522 w 6462"/>
                <a:gd name="connsiteY7" fmla="*/ 2293 h 6539"/>
                <a:gd name="connsiteX8" fmla="*/ 4922 w 6462"/>
                <a:gd name="connsiteY8" fmla="*/ 1921 h 6539"/>
                <a:gd name="connsiteX9" fmla="*/ 2445 w 6462"/>
                <a:gd name="connsiteY9" fmla="*/ 2588 h 6539"/>
                <a:gd name="connsiteX10" fmla="*/ 2445 w 6462"/>
                <a:gd name="connsiteY10" fmla="*/ 5160 h 6539"/>
                <a:gd name="connsiteX11" fmla="*/ 5532 w 6462"/>
                <a:gd name="connsiteY11" fmla="*/ 5398 h 6539"/>
                <a:gd name="connsiteX12" fmla="*/ 5684 w 6462"/>
                <a:gd name="connsiteY12" fmla="*/ 5255 h 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462" h="6539">
                  <a:moveTo>
                    <a:pt x="5684" y="5255"/>
                  </a:moveTo>
                  <a:cubicBezTo>
                    <a:pt x="4703" y="6551"/>
                    <a:pt x="2903" y="6922"/>
                    <a:pt x="1493" y="6112"/>
                  </a:cubicBezTo>
                  <a:cubicBezTo>
                    <a:pt x="-41" y="5093"/>
                    <a:pt x="-460" y="3026"/>
                    <a:pt x="550" y="1493"/>
                  </a:cubicBezTo>
                  <a:cubicBezTo>
                    <a:pt x="1569" y="-41"/>
                    <a:pt x="3636" y="-460"/>
                    <a:pt x="5169" y="550"/>
                  </a:cubicBezTo>
                  <a:cubicBezTo>
                    <a:pt x="5360" y="674"/>
                    <a:pt x="5532" y="817"/>
                    <a:pt x="5684" y="969"/>
                  </a:cubicBezTo>
                  <a:cubicBezTo>
                    <a:pt x="6722" y="2207"/>
                    <a:pt x="6722" y="4017"/>
                    <a:pt x="5684" y="5255"/>
                  </a:cubicBezTo>
                  <a:close/>
                  <a:moveTo>
                    <a:pt x="5684" y="5255"/>
                  </a:moveTo>
                  <a:cubicBezTo>
                    <a:pt x="6455" y="4388"/>
                    <a:pt x="6379" y="3064"/>
                    <a:pt x="5522" y="2293"/>
                  </a:cubicBezTo>
                  <a:cubicBezTo>
                    <a:pt x="5341" y="2141"/>
                    <a:pt x="5141" y="2007"/>
                    <a:pt x="4922" y="1921"/>
                  </a:cubicBezTo>
                  <a:cubicBezTo>
                    <a:pt x="4046" y="1474"/>
                    <a:pt x="2979" y="1760"/>
                    <a:pt x="2445" y="2588"/>
                  </a:cubicBezTo>
                  <a:cubicBezTo>
                    <a:pt x="1817" y="3331"/>
                    <a:pt x="1817" y="4417"/>
                    <a:pt x="2445" y="5160"/>
                  </a:cubicBezTo>
                  <a:cubicBezTo>
                    <a:pt x="3236" y="6074"/>
                    <a:pt x="4617" y="6179"/>
                    <a:pt x="5532" y="5398"/>
                  </a:cubicBezTo>
                  <a:cubicBezTo>
                    <a:pt x="5589" y="5350"/>
                    <a:pt x="5636" y="5303"/>
                    <a:pt x="5684" y="525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6" name="任意多边形: 形状 155" descr="18eb2a11-a354-4118-8373-1f0815879867">
              <a:extLst>
                <a:ext uri="{FF2B5EF4-FFF2-40B4-BE49-F238E27FC236}">
                  <a16:creationId xmlns:a16="http://schemas.microsoft.com/office/drawing/2014/main" id="{9E182E1F-5168-4444-A696-A82D8FE49DC2}"/>
                </a:ext>
              </a:extLst>
            </p:cNvPr>
            <p:cNvSpPr/>
            <p:nvPr/>
          </p:nvSpPr>
          <p:spPr>
            <a:xfrm rot="21190573">
              <a:off x="6500633" y="2770461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4 w 6678"/>
                <a:gd name="connsiteY1" fmla="*/ 6303 h 6712"/>
                <a:gd name="connsiteX2" fmla="*/ 566 w 6678"/>
                <a:gd name="connsiteY2" fmla="*/ 1436 h 6712"/>
                <a:gd name="connsiteX3" fmla="*/ 756 w 6678"/>
                <a:gd name="connsiteY3" fmla="*/ 1159 h 6712"/>
                <a:gd name="connsiteX4" fmla="*/ 5595 w 6678"/>
                <a:gd name="connsiteY4" fmla="*/ 854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547 w 6678"/>
                <a:gd name="connsiteY8" fmla="*/ 2369 h 6712"/>
                <a:gd name="connsiteX9" fmla="*/ 5138 w 6678"/>
                <a:gd name="connsiteY9" fmla="*/ 2112 h 6712"/>
                <a:gd name="connsiteX10" fmla="*/ 2233 w 6678"/>
                <a:gd name="connsiteY10" fmla="*/ 3531 h 6712"/>
                <a:gd name="connsiteX11" fmla="*/ 2376 w 6678"/>
                <a:gd name="connsiteY11" fmla="*/ 5350 h 6712"/>
                <a:gd name="connsiteX12" fmla="*/ 5585 w 6678"/>
                <a:gd name="connsiteY12" fmla="*/ 5741 h 6712"/>
                <a:gd name="connsiteX13" fmla="*/ 5900 w 6678"/>
                <a:gd name="connsiteY13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2" y="6722"/>
                    <a:pt x="3061" y="7084"/>
                    <a:pt x="1614" y="6303"/>
                  </a:cubicBezTo>
                  <a:cubicBezTo>
                    <a:pt x="-25" y="5245"/>
                    <a:pt x="-492" y="3064"/>
                    <a:pt x="566" y="1436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14" y="-260"/>
                    <a:pt x="4176" y="-393"/>
                    <a:pt x="5595" y="854"/>
                  </a:cubicBezTo>
                  <a:cubicBezTo>
                    <a:pt x="5700" y="950"/>
                    <a:pt x="5805" y="1054"/>
                    <a:pt x="5900" y="1159"/>
                  </a:cubicBezTo>
                  <a:cubicBezTo>
                    <a:pt x="6938" y="2398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52" y="4493"/>
                    <a:pt x="6490" y="3121"/>
                    <a:pt x="5547" y="2369"/>
                  </a:cubicBezTo>
                  <a:cubicBezTo>
                    <a:pt x="5423" y="2264"/>
                    <a:pt x="5281" y="2178"/>
                    <a:pt x="5138" y="2112"/>
                  </a:cubicBezTo>
                  <a:cubicBezTo>
                    <a:pt x="3947" y="1702"/>
                    <a:pt x="2642" y="2331"/>
                    <a:pt x="2233" y="3531"/>
                  </a:cubicBezTo>
                  <a:cubicBezTo>
                    <a:pt x="2023" y="4131"/>
                    <a:pt x="2080" y="4788"/>
                    <a:pt x="2376" y="5350"/>
                  </a:cubicBezTo>
                  <a:cubicBezTo>
                    <a:pt x="3156" y="6341"/>
                    <a:pt x="4585" y="6522"/>
                    <a:pt x="5585" y="5741"/>
                  </a:cubicBezTo>
                  <a:cubicBezTo>
                    <a:pt x="5700" y="5655"/>
                    <a:pt x="5805" y="5550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7" name="任意多边形: 形状 156" descr="43d06733-4c95-4222-94cc-c7fff9525d49">
              <a:extLst>
                <a:ext uri="{FF2B5EF4-FFF2-40B4-BE49-F238E27FC236}">
                  <a16:creationId xmlns:a16="http://schemas.microsoft.com/office/drawing/2014/main" id="{E3BB8522-D868-4B44-A052-160E726B14A2}"/>
                </a:ext>
              </a:extLst>
            </p:cNvPr>
            <p:cNvSpPr/>
            <p:nvPr/>
          </p:nvSpPr>
          <p:spPr>
            <a:xfrm rot="21190573">
              <a:off x="6582574" y="2824372"/>
              <a:ext cx="7169" cy="7174"/>
            </a:xfrm>
            <a:custGeom>
              <a:avLst/>
              <a:gdLst>
                <a:gd name="connsiteX0" fmla="*/ 5801 w 6660"/>
                <a:gd name="connsiteY0" fmla="*/ 5445 h 6664"/>
                <a:gd name="connsiteX1" fmla="*/ 1610 w 6660"/>
                <a:gd name="connsiteY1" fmla="*/ 6208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1 w 6660"/>
                <a:gd name="connsiteY4" fmla="*/ 854 h 6664"/>
                <a:gd name="connsiteX5" fmla="*/ 5896 w 6660"/>
                <a:gd name="connsiteY5" fmla="*/ 1159 h 6664"/>
                <a:gd name="connsiteX6" fmla="*/ 5801 w 6660"/>
                <a:gd name="connsiteY6" fmla="*/ 5445 h 6664"/>
                <a:gd name="connsiteX7" fmla="*/ 5801 w 6660"/>
                <a:gd name="connsiteY7" fmla="*/ 5445 h 6664"/>
                <a:gd name="connsiteX8" fmla="*/ 5449 w 6660"/>
                <a:gd name="connsiteY8" fmla="*/ 2236 h 6664"/>
                <a:gd name="connsiteX9" fmla="*/ 5134 w 6660"/>
                <a:gd name="connsiteY9" fmla="*/ 2016 h 6664"/>
                <a:gd name="connsiteX10" fmla="*/ 2563 w 6660"/>
                <a:gd name="connsiteY10" fmla="*/ 2683 h 6664"/>
                <a:gd name="connsiteX11" fmla="*/ 2563 w 6660"/>
                <a:gd name="connsiteY11" fmla="*/ 5350 h 6664"/>
                <a:gd name="connsiteX12" fmla="*/ 5649 w 6660"/>
                <a:gd name="connsiteY12" fmla="*/ 5588 h 6664"/>
                <a:gd name="connsiteX13" fmla="*/ 5801 w 6660"/>
                <a:gd name="connsiteY13" fmla="*/ 5445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0" h="6664">
                  <a:moveTo>
                    <a:pt x="5801" y="5445"/>
                  </a:moveTo>
                  <a:cubicBezTo>
                    <a:pt x="4792" y="6712"/>
                    <a:pt x="3001" y="7036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01" y="-260"/>
                    <a:pt x="4172" y="-393"/>
                    <a:pt x="5591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54" y="2407"/>
                    <a:pt x="6906" y="4245"/>
                    <a:pt x="5801" y="5445"/>
                  </a:cubicBezTo>
                  <a:close/>
                  <a:moveTo>
                    <a:pt x="5801" y="5445"/>
                  </a:moveTo>
                  <a:cubicBezTo>
                    <a:pt x="6592" y="4464"/>
                    <a:pt x="6439" y="3026"/>
                    <a:pt x="5449" y="2236"/>
                  </a:cubicBezTo>
                  <a:cubicBezTo>
                    <a:pt x="5353" y="2150"/>
                    <a:pt x="5249" y="2083"/>
                    <a:pt x="5134" y="2016"/>
                  </a:cubicBezTo>
                  <a:cubicBezTo>
                    <a:pt x="4229" y="1635"/>
                    <a:pt x="3172" y="1912"/>
                    <a:pt x="2563" y="2683"/>
                  </a:cubicBezTo>
                  <a:cubicBezTo>
                    <a:pt x="1963" y="3474"/>
                    <a:pt x="1963" y="4560"/>
                    <a:pt x="2563" y="5350"/>
                  </a:cubicBezTo>
                  <a:cubicBezTo>
                    <a:pt x="3353" y="6265"/>
                    <a:pt x="4734" y="6369"/>
                    <a:pt x="5649" y="5588"/>
                  </a:cubicBezTo>
                  <a:cubicBezTo>
                    <a:pt x="5706" y="5541"/>
                    <a:pt x="5753" y="5493"/>
                    <a:pt x="5801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8" name="任意多边形: 形状 157" descr="a564c641-032a-428a-8556-c179107f92ff">
              <a:extLst>
                <a:ext uri="{FF2B5EF4-FFF2-40B4-BE49-F238E27FC236}">
                  <a16:creationId xmlns:a16="http://schemas.microsoft.com/office/drawing/2014/main" id="{267AFCC2-DA3F-48A4-B076-45D643021C0E}"/>
                </a:ext>
              </a:extLst>
            </p:cNvPr>
            <p:cNvSpPr/>
            <p:nvPr/>
          </p:nvSpPr>
          <p:spPr>
            <a:xfrm rot="21190573">
              <a:off x="6609616" y="2841996"/>
              <a:ext cx="7381" cy="7439"/>
            </a:xfrm>
            <a:custGeom>
              <a:avLst/>
              <a:gdLst>
                <a:gd name="connsiteX0" fmla="*/ 6060 w 6857"/>
                <a:gd name="connsiteY0" fmla="*/ 5626 h 6910"/>
                <a:gd name="connsiteX1" fmla="*/ 1869 w 6857"/>
                <a:gd name="connsiteY1" fmla="*/ 6484 h 6910"/>
                <a:gd name="connsiteX2" fmla="*/ 374 w 6857"/>
                <a:gd name="connsiteY2" fmla="*/ 1873 h 6910"/>
                <a:gd name="connsiteX3" fmla="*/ 4984 w 6857"/>
                <a:gd name="connsiteY3" fmla="*/ 378 h 6910"/>
                <a:gd name="connsiteX4" fmla="*/ 6479 w 6857"/>
                <a:gd name="connsiteY4" fmla="*/ 4988 h 6910"/>
                <a:gd name="connsiteX5" fmla="*/ 6060 w 6857"/>
                <a:gd name="connsiteY5" fmla="*/ 5626 h 6910"/>
                <a:gd name="connsiteX6" fmla="*/ 6060 w 6857"/>
                <a:gd name="connsiteY6" fmla="*/ 5626 h 6910"/>
                <a:gd name="connsiteX7" fmla="*/ 5898 w 6857"/>
                <a:gd name="connsiteY7" fmla="*/ 2664 h 6910"/>
                <a:gd name="connsiteX8" fmla="*/ 5298 w 6857"/>
                <a:gd name="connsiteY8" fmla="*/ 2292 h 6910"/>
                <a:gd name="connsiteX9" fmla="*/ 2822 w 6857"/>
                <a:gd name="connsiteY9" fmla="*/ 2959 h 6910"/>
                <a:gd name="connsiteX10" fmla="*/ 2822 w 6857"/>
                <a:gd name="connsiteY10" fmla="*/ 5531 h 6910"/>
                <a:gd name="connsiteX11" fmla="*/ 5765 w 6857"/>
                <a:gd name="connsiteY11" fmla="*/ 5912 h 6910"/>
                <a:gd name="connsiteX12" fmla="*/ 6060 w 6857"/>
                <a:gd name="connsiteY12" fmla="*/ 5626 h 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57" h="6910">
                  <a:moveTo>
                    <a:pt x="6060" y="5626"/>
                  </a:moveTo>
                  <a:cubicBezTo>
                    <a:pt x="5079" y="6922"/>
                    <a:pt x="3279" y="7293"/>
                    <a:pt x="1869" y="6484"/>
                  </a:cubicBezTo>
                  <a:cubicBezTo>
                    <a:pt x="183" y="5626"/>
                    <a:pt x="-484" y="3559"/>
                    <a:pt x="374" y="1873"/>
                  </a:cubicBezTo>
                  <a:cubicBezTo>
                    <a:pt x="1231" y="187"/>
                    <a:pt x="3298" y="-489"/>
                    <a:pt x="4984" y="378"/>
                  </a:cubicBezTo>
                  <a:cubicBezTo>
                    <a:pt x="6670" y="1235"/>
                    <a:pt x="7346" y="3302"/>
                    <a:pt x="6479" y="4988"/>
                  </a:cubicBezTo>
                  <a:cubicBezTo>
                    <a:pt x="6365" y="5217"/>
                    <a:pt x="6222" y="5426"/>
                    <a:pt x="6060" y="5626"/>
                  </a:cubicBezTo>
                  <a:close/>
                  <a:moveTo>
                    <a:pt x="6060" y="5626"/>
                  </a:moveTo>
                  <a:cubicBezTo>
                    <a:pt x="6832" y="4759"/>
                    <a:pt x="6755" y="3436"/>
                    <a:pt x="5898" y="2664"/>
                  </a:cubicBezTo>
                  <a:cubicBezTo>
                    <a:pt x="5717" y="2512"/>
                    <a:pt x="5517" y="2378"/>
                    <a:pt x="5298" y="2292"/>
                  </a:cubicBezTo>
                  <a:cubicBezTo>
                    <a:pt x="4422" y="1845"/>
                    <a:pt x="3355" y="2131"/>
                    <a:pt x="2822" y="2959"/>
                  </a:cubicBezTo>
                  <a:cubicBezTo>
                    <a:pt x="2193" y="3702"/>
                    <a:pt x="2193" y="4788"/>
                    <a:pt x="2822" y="5531"/>
                  </a:cubicBezTo>
                  <a:cubicBezTo>
                    <a:pt x="3527" y="6445"/>
                    <a:pt x="4841" y="6617"/>
                    <a:pt x="5765" y="5912"/>
                  </a:cubicBezTo>
                  <a:cubicBezTo>
                    <a:pt x="5870" y="5826"/>
                    <a:pt x="5974" y="5731"/>
                    <a:pt x="6060" y="562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9" name="任意多边形: 形状 158" descr="b0e55739-868b-4677-95df-b7550d68574b">
              <a:extLst>
                <a:ext uri="{FF2B5EF4-FFF2-40B4-BE49-F238E27FC236}">
                  <a16:creationId xmlns:a16="http://schemas.microsoft.com/office/drawing/2014/main" id="{598457F3-8ECE-4093-9F73-A15DCD1D7C9F}"/>
                </a:ext>
              </a:extLst>
            </p:cNvPr>
            <p:cNvSpPr/>
            <p:nvPr/>
          </p:nvSpPr>
          <p:spPr>
            <a:xfrm rot="21190573">
              <a:off x="6637136" y="2860079"/>
              <a:ext cx="7186" cy="7155"/>
            </a:xfrm>
            <a:custGeom>
              <a:avLst/>
              <a:gdLst>
                <a:gd name="connsiteX0" fmla="*/ 5896 w 6675"/>
                <a:gd name="connsiteY0" fmla="*/ 5446 h 6647"/>
                <a:gd name="connsiteX1" fmla="*/ 1610 w 6675"/>
                <a:gd name="connsiteY1" fmla="*/ 6207 h 6647"/>
                <a:gd name="connsiteX2" fmla="*/ 524 w 6675"/>
                <a:gd name="connsiteY2" fmla="*/ 1483 h 6647"/>
                <a:gd name="connsiteX3" fmla="*/ 753 w 6675"/>
                <a:gd name="connsiteY3" fmla="*/ 1159 h 6647"/>
                <a:gd name="connsiteX4" fmla="*/ 5591 w 6675"/>
                <a:gd name="connsiteY4" fmla="*/ 854 h 6647"/>
                <a:gd name="connsiteX5" fmla="*/ 5896 w 6675"/>
                <a:gd name="connsiteY5" fmla="*/ 1159 h 6647"/>
                <a:gd name="connsiteX6" fmla="*/ 5896 w 6675"/>
                <a:gd name="connsiteY6" fmla="*/ 5446 h 6647"/>
                <a:gd name="connsiteX7" fmla="*/ 5896 w 6675"/>
                <a:gd name="connsiteY7" fmla="*/ 5446 h 6647"/>
                <a:gd name="connsiteX8" fmla="*/ 5315 w 6675"/>
                <a:gd name="connsiteY8" fmla="*/ 2131 h 6647"/>
                <a:gd name="connsiteX9" fmla="*/ 5134 w 6675"/>
                <a:gd name="connsiteY9" fmla="*/ 2017 h 6647"/>
                <a:gd name="connsiteX10" fmla="*/ 2182 w 6675"/>
                <a:gd name="connsiteY10" fmla="*/ 3340 h 6647"/>
                <a:gd name="connsiteX11" fmla="*/ 2372 w 6675"/>
                <a:gd name="connsiteY11" fmla="*/ 5350 h 6647"/>
                <a:gd name="connsiteX12" fmla="*/ 5582 w 6675"/>
                <a:gd name="connsiteY12" fmla="*/ 5741 h 6647"/>
                <a:gd name="connsiteX13" fmla="*/ 5896 w 6675"/>
                <a:gd name="connsiteY13" fmla="*/ 5446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5" h="6647">
                  <a:moveTo>
                    <a:pt x="5896" y="5446"/>
                  </a:moveTo>
                  <a:cubicBezTo>
                    <a:pt x="4830" y="6693"/>
                    <a:pt x="3039" y="7008"/>
                    <a:pt x="1610" y="6207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01" y="-260"/>
                    <a:pt x="4172" y="-393"/>
                    <a:pt x="5591" y="854"/>
                  </a:cubicBezTo>
                  <a:cubicBezTo>
                    <a:pt x="5696" y="950"/>
                    <a:pt x="5801" y="1055"/>
                    <a:pt x="5896" y="1159"/>
                  </a:cubicBezTo>
                  <a:cubicBezTo>
                    <a:pt x="6935" y="2398"/>
                    <a:pt x="6935" y="4207"/>
                    <a:pt x="5896" y="5446"/>
                  </a:cubicBezTo>
                  <a:close/>
                  <a:moveTo>
                    <a:pt x="5896" y="5446"/>
                  </a:moveTo>
                  <a:cubicBezTo>
                    <a:pt x="6649" y="4369"/>
                    <a:pt x="6392" y="2883"/>
                    <a:pt x="5315" y="2131"/>
                  </a:cubicBezTo>
                  <a:cubicBezTo>
                    <a:pt x="5258" y="2093"/>
                    <a:pt x="5192" y="2055"/>
                    <a:pt x="5134" y="2017"/>
                  </a:cubicBezTo>
                  <a:cubicBezTo>
                    <a:pt x="3953" y="1569"/>
                    <a:pt x="2629" y="2159"/>
                    <a:pt x="2182" y="3340"/>
                  </a:cubicBezTo>
                  <a:cubicBezTo>
                    <a:pt x="1934" y="3998"/>
                    <a:pt x="2001" y="4741"/>
                    <a:pt x="2372" y="5350"/>
                  </a:cubicBezTo>
                  <a:cubicBezTo>
                    <a:pt x="3153" y="6341"/>
                    <a:pt x="4582" y="6522"/>
                    <a:pt x="5582" y="5741"/>
                  </a:cubicBezTo>
                  <a:cubicBezTo>
                    <a:pt x="5696" y="5655"/>
                    <a:pt x="5801" y="5550"/>
                    <a:pt x="5896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0" name="任意多边形: 形状 159" descr="740a9733-6b50-41f3-bc84-7d887318ec62">
              <a:extLst>
                <a:ext uri="{FF2B5EF4-FFF2-40B4-BE49-F238E27FC236}">
                  <a16:creationId xmlns:a16="http://schemas.microsoft.com/office/drawing/2014/main" id="{7C734D5E-1BF1-45D9-9C1C-106AD4EB1B92}"/>
                </a:ext>
              </a:extLst>
            </p:cNvPr>
            <p:cNvSpPr/>
            <p:nvPr/>
          </p:nvSpPr>
          <p:spPr>
            <a:xfrm rot="21190573">
              <a:off x="6664162" y="2878002"/>
              <a:ext cx="7414" cy="7459"/>
            </a:xfrm>
            <a:custGeom>
              <a:avLst/>
              <a:gdLst>
                <a:gd name="connsiteX0" fmla="*/ 6110 w 6887"/>
                <a:gd name="connsiteY0" fmla="*/ 5445 h 6929"/>
                <a:gd name="connsiteX1" fmla="*/ 1491 w 6887"/>
                <a:gd name="connsiteY1" fmla="*/ 6369 h 6929"/>
                <a:gd name="connsiteX2" fmla="*/ 557 w 6887"/>
                <a:gd name="connsiteY2" fmla="*/ 1750 h 6929"/>
                <a:gd name="connsiteX3" fmla="*/ 1062 w 6887"/>
                <a:gd name="connsiteY3" fmla="*/ 1159 h 6929"/>
                <a:gd name="connsiteX4" fmla="*/ 5900 w 6887"/>
                <a:gd name="connsiteY4" fmla="*/ 854 h 6929"/>
                <a:gd name="connsiteX5" fmla="*/ 6205 w 6887"/>
                <a:gd name="connsiteY5" fmla="*/ 1159 h 6929"/>
                <a:gd name="connsiteX6" fmla="*/ 6110 w 6887"/>
                <a:gd name="connsiteY6" fmla="*/ 5445 h 6929"/>
                <a:gd name="connsiteX7" fmla="*/ 6110 w 6887"/>
                <a:gd name="connsiteY7" fmla="*/ 5445 h 6929"/>
                <a:gd name="connsiteX8" fmla="*/ 5053 w 6887"/>
                <a:gd name="connsiteY8" fmla="*/ 2531 h 6929"/>
                <a:gd name="connsiteX9" fmla="*/ 4967 w 6887"/>
                <a:gd name="connsiteY9" fmla="*/ 2493 h 6929"/>
                <a:gd name="connsiteX10" fmla="*/ 2491 w 6887"/>
                <a:gd name="connsiteY10" fmla="*/ 3160 h 6929"/>
                <a:gd name="connsiteX11" fmla="*/ 2491 w 6887"/>
                <a:gd name="connsiteY11" fmla="*/ 5731 h 6929"/>
                <a:gd name="connsiteX12" fmla="*/ 5567 w 6887"/>
                <a:gd name="connsiteY12" fmla="*/ 6084 h 6929"/>
                <a:gd name="connsiteX13" fmla="*/ 6110 w 6887"/>
                <a:gd name="connsiteY13" fmla="*/ 5445 h 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7" h="6929">
                  <a:moveTo>
                    <a:pt x="6110" y="5445"/>
                  </a:moveTo>
                  <a:cubicBezTo>
                    <a:pt x="5091" y="6979"/>
                    <a:pt x="3024" y="7389"/>
                    <a:pt x="1491" y="6369"/>
                  </a:cubicBezTo>
                  <a:cubicBezTo>
                    <a:pt x="-43" y="5350"/>
                    <a:pt x="-462" y="3283"/>
                    <a:pt x="557" y="1750"/>
                  </a:cubicBezTo>
                  <a:cubicBezTo>
                    <a:pt x="700" y="1531"/>
                    <a:pt x="871" y="1340"/>
                    <a:pt x="1062" y="1159"/>
                  </a:cubicBezTo>
                  <a:cubicBezTo>
                    <a:pt x="2310" y="-260"/>
                    <a:pt x="4481" y="-393"/>
                    <a:pt x="5900" y="854"/>
                  </a:cubicBezTo>
                  <a:cubicBezTo>
                    <a:pt x="6005" y="950"/>
                    <a:pt x="6110" y="1054"/>
                    <a:pt x="6205" y="1159"/>
                  </a:cubicBezTo>
                  <a:cubicBezTo>
                    <a:pt x="7148" y="2445"/>
                    <a:pt x="7110" y="4207"/>
                    <a:pt x="6110" y="5445"/>
                  </a:cubicBezTo>
                  <a:close/>
                  <a:moveTo>
                    <a:pt x="6110" y="5445"/>
                  </a:moveTo>
                  <a:cubicBezTo>
                    <a:pt x="6625" y="4350"/>
                    <a:pt x="6148" y="3045"/>
                    <a:pt x="5053" y="2531"/>
                  </a:cubicBezTo>
                  <a:cubicBezTo>
                    <a:pt x="5024" y="2521"/>
                    <a:pt x="4996" y="2502"/>
                    <a:pt x="4967" y="2493"/>
                  </a:cubicBezTo>
                  <a:cubicBezTo>
                    <a:pt x="4091" y="2045"/>
                    <a:pt x="3024" y="2331"/>
                    <a:pt x="2491" y="3160"/>
                  </a:cubicBezTo>
                  <a:cubicBezTo>
                    <a:pt x="1862" y="3902"/>
                    <a:pt x="1862" y="4988"/>
                    <a:pt x="2491" y="5731"/>
                  </a:cubicBezTo>
                  <a:cubicBezTo>
                    <a:pt x="3243" y="6674"/>
                    <a:pt x="4624" y="6836"/>
                    <a:pt x="5567" y="6084"/>
                  </a:cubicBezTo>
                  <a:cubicBezTo>
                    <a:pt x="5786" y="5903"/>
                    <a:pt x="5967" y="5693"/>
                    <a:pt x="6110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1" name="任意多边形: 形状 160" descr="32ae7568-1e82-4f76-a642-4d066288a47b">
              <a:extLst>
                <a:ext uri="{FF2B5EF4-FFF2-40B4-BE49-F238E27FC236}">
                  <a16:creationId xmlns:a16="http://schemas.microsoft.com/office/drawing/2014/main" id="{0A0F4431-C767-43BB-8933-EC180356E4EE}"/>
                </a:ext>
              </a:extLst>
            </p:cNvPr>
            <p:cNvSpPr/>
            <p:nvPr/>
          </p:nvSpPr>
          <p:spPr>
            <a:xfrm rot="21190573">
              <a:off x="6691698" y="2895786"/>
              <a:ext cx="7188" cy="7155"/>
            </a:xfrm>
            <a:custGeom>
              <a:avLst/>
              <a:gdLst>
                <a:gd name="connsiteX0" fmla="*/ 5899 w 6677"/>
                <a:gd name="connsiteY0" fmla="*/ 5446 h 6647"/>
                <a:gd name="connsiteX1" fmla="*/ 1612 w 6677"/>
                <a:gd name="connsiteY1" fmla="*/ 6207 h 6647"/>
                <a:gd name="connsiteX2" fmla="*/ 526 w 6677"/>
                <a:gd name="connsiteY2" fmla="*/ 1483 h 6647"/>
                <a:gd name="connsiteX3" fmla="*/ 755 w 6677"/>
                <a:gd name="connsiteY3" fmla="*/ 1159 h 6647"/>
                <a:gd name="connsiteX4" fmla="*/ 5594 w 6677"/>
                <a:gd name="connsiteY4" fmla="*/ 854 h 6647"/>
                <a:gd name="connsiteX5" fmla="*/ 5899 w 6677"/>
                <a:gd name="connsiteY5" fmla="*/ 1159 h 6647"/>
                <a:gd name="connsiteX6" fmla="*/ 5899 w 6677"/>
                <a:gd name="connsiteY6" fmla="*/ 5446 h 6647"/>
                <a:gd name="connsiteX7" fmla="*/ 5899 w 6677"/>
                <a:gd name="connsiteY7" fmla="*/ 5446 h 6647"/>
                <a:gd name="connsiteX8" fmla="*/ 5317 w 6677"/>
                <a:gd name="connsiteY8" fmla="*/ 2131 h 6647"/>
                <a:gd name="connsiteX9" fmla="*/ 5137 w 6677"/>
                <a:gd name="connsiteY9" fmla="*/ 2017 h 6647"/>
                <a:gd name="connsiteX10" fmla="*/ 2184 w 6677"/>
                <a:gd name="connsiteY10" fmla="*/ 3340 h 6647"/>
                <a:gd name="connsiteX11" fmla="*/ 2374 w 6677"/>
                <a:gd name="connsiteY11" fmla="*/ 5350 h 6647"/>
                <a:gd name="connsiteX12" fmla="*/ 5584 w 6677"/>
                <a:gd name="connsiteY12" fmla="*/ 5741 h 6647"/>
                <a:gd name="connsiteX13" fmla="*/ 5899 w 6677"/>
                <a:gd name="connsiteY13" fmla="*/ 5446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7" h="6647">
                  <a:moveTo>
                    <a:pt x="5899" y="5446"/>
                  </a:moveTo>
                  <a:cubicBezTo>
                    <a:pt x="4832" y="6693"/>
                    <a:pt x="3041" y="7008"/>
                    <a:pt x="1612" y="6207"/>
                  </a:cubicBezTo>
                  <a:cubicBezTo>
                    <a:pt x="3" y="5198"/>
                    <a:pt x="-483" y="3083"/>
                    <a:pt x="526" y="1483"/>
                  </a:cubicBezTo>
                  <a:cubicBezTo>
                    <a:pt x="593" y="1369"/>
                    <a:pt x="669" y="1264"/>
                    <a:pt x="755" y="1159"/>
                  </a:cubicBezTo>
                  <a:cubicBezTo>
                    <a:pt x="2003" y="-260"/>
                    <a:pt x="4175" y="-393"/>
                    <a:pt x="5594" y="854"/>
                  </a:cubicBezTo>
                  <a:cubicBezTo>
                    <a:pt x="5699" y="950"/>
                    <a:pt x="5803" y="1055"/>
                    <a:pt x="5899" y="1159"/>
                  </a:cubicBezTo>
                  <a:cubicBezTo>
                    <a:pt x="6937" y="2397"/>
                    <a:pt x="6937" y="4207"/>
                    <a:pt x="5899" y="5446"/>
                  </a:cubicBezTo>
                  <a:close/>
                  <a:moveTo>
                    <a:pt x="5899" y="5446"/>
                  </a:moveTo>
                  <a:cubicBezTo>
                    <a:pt x="6651" y="4369"/>
                    <a:pt x="6394" y="2883"/>
                    <a:pt x="5317" y="2131"/>
                  </a:cubicBezTo>
                  <a:cubicBezTo>
                    <a:pt x="5260" y="2093"/>
                    <a:pt x="5194" y="2055"/>
                    <a:pt x="5137" y="2017"/>
                  </a:cubicBezTo>
                  <a:cubicBezTo>
                    <a:pt x="3955" y="1569"/>
                    <a:pt x="2632" y="2159"/>
                    <a:pt x="2184" y="3340"/>
                  </a:cubicBezTo>
                  <a:cubicBezTo>
                    <a:pt x="1936" y="3998"/>
                    <a:pt x="2003" y="4741"/>
                    <a:pt x="2374" y="5350"/>
                  </a:cubicBezTo>
                  <a:cubicBezTo>
                    <a:pt x="3155" y="6341"/>
                    <a:pt x="4584" y="6522"/>
                    <a:pt x="5584" y="5741"/>
                  </a:cubicBezTo>
                  <a:cubicBezTo>
                    <a:pt x="5699" y="5655"/>
                    <a:pt x="5803" y="5550"/>
                    <a:pt x="5899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2" name="任意多边形: 形状 161" descr="cc1e8e73-3357-4939-aea0-9960c40b98c3">
              <a:extLst>
                <a:ext uri="{FF2B5EF4-FFF2-40B4-BE49-F238E27FC236}">
                  <a16:creationId xmlns:a16="http://schemas.microsoft.com/office/drawing/2014/main" id="{6A53DEFA-D468-4E76-A087-4E99849BDA15}"/>
                </a:ext>
              </a:extLst>
            </p:cNvPr>
            <p:cNvSpPr/>
            <p:nvPr/>
          </p:nvSpPr>
          <p:spPr>
            <a:xfrm rot="21190573">
              <a:off x="6548213" y="2757743"/>
              <a:ext cx="7223" cy="7174"/>
            </a:xfrm>
            <a:custGeom>
              <a:avLst/>
              <a:gdLst>
                <a:gd name="connsiteX0" fmla="*/ 5851 w 6710"/>
                <a:gd name="connsiteY0" fmla="*/ 5446 h 6664"/>
                <a:gd name="connsiteX1" fmla="*/ 1660 w 6710"/>
                <a:gd name="connsiteY1" fmla="*/ 6208 h 6664"/>
                <a:gd name="connsiteX2" fmla="*/ 450 w 6710"/>
                <a:gd name="connsiteY2" fmla="*/ 1645 h 6664"/>
                <a:gd name="connsiteX3" fmla="*/ 803 w 6710"/>
                <a:gd name="connsiteY3" fmla="*/ 1159 h 6664"/>
                <a:gd name="connsiteX4" fmla="*/ 5642 w 6710"/>
                <a:gd name="connsiteY4" fmla="*/ 854 h 6664"/>
                <a:gd name="connsiteX5" fmla="*/ 5946 w 6710"/>
                <a:gd name="connsiteY5" fmla="*/ 1159 h 6664"/>
                <a:gd name="connsiteX6" fmla="*/ 5851 w 6710"/>
                <a:gd name="connsiteY6" fmla="*/ 5446 h 6664"/>
                <a:gd name="connsiteX7" fmla="*/ 5851 w 6710"/>
                <a:gd name="connsiteY7" fmla="*/ 5446 h 6664"/>
                <a:gd name="connsiteX8" fmla="*/ 5499 w 6710"/>
                <a:gd name="connsiteY8" fmla="*/ 2236 h 6664"/>
                <a:gd name="connsiteX9" fmla="*/ 5184 w 6710"/>
                <a:gd name="connsiteY9" fmla="*/ 2017 h 6664"/>
                <a:gd name="connsiteX10" fmla="*/ 2613 w 6710"/>
                <a:gd name="connsiteY10" fmla="*/ 2683 h 6664"/>
                <a:gd name="connsiteX11" fmla="*/ 2613 w 6710"/>
                <a:gd name="connsiteY11" fmla="*/ 5255 h 6664"/>
                <a:gd name="connsiteX12" fmla="*/ 5537 w 6710"/>
                <a:gd name="connsiteY12" fmla="*/ 5722 h 6664"/>
                <a:gd name="connsiteX13" fmla="*/ 5851 w 6710"/>
                <a:gd name="connsiteY13" fmla="*/ 5446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10" h="6664">
                  <a:moveTo>
                    <a:pt x="5851" y="5446"/>
                  </a:moveTo>
                  <a:cubicBezTo>
                    <a:pt x="4841" y="6712"/>
                    <a:pt x="3051" y="7036"/>
                    <a:pt x="1660" y="6208"/>
                  </a:cubicBezTo>
                  <a:cubicBezTo>
                    <a:pt x="70" y="5284"/>
                    <a:pt x="-473" y="3245"/>
                    <a:pt x="450" y="1645"/>
                  </a:cubicBezTo>
                  <a:cubicBezTo>
                    <a:pt x="555" y="1474"/>
                    <a:pt x="670" y="1312"/>
                    <a:pt x="803" y="1159"/>
                  </a:cubicBezTo>
                  <a:cubicBezTo>
                    <a:pt x="2060" y="-260"/>
                    <a:pt x="4222" y="-393"/>
                    <a:pt x="5642" y="854"/>
                  </a:cubicBezTo>
                  <a:cubicBezTo>
                    <a:pt x="5746" y="950"/>
                    <a:pt x="5851" y="1054"/>
                    <a:pt x="5946" y="1159"/>
                  </a:cubicBezTo>
                  <a:cubicBezTo>
                    <a:pt x="7004" y="2407"/>
                    <a:pt x="6956" y="4245"/>
                    <a:pt x="5851" y="5446"/>
                  </a:cubicBezTo>
                  <a:close/>
                  <a:moveTo>
                    <a:pt x="5851" y="5446"/>
                  </a:moveTo>
                  <a:cubicBezTo>
                    <a:pt x="6642" y="4464"/>
                    <a:pt x="6489" y="3026"/>
                    <a:pt x="5499" y="2236"/>
                  </a:cubicBezTo>
                  <a:cubicBezTo>
                    <a:pt x="5404" y="2150"/>
                    <a:pt x="5299" y="2083"/>
                    <a:pt x="5184" y="2017"/>
                  </a:cubicBezTo>
                  <a:cubicBezTo>
                    <a:pt x="4280" y="1635"/>
                    <a:pt x="3222" y="1912"/>
                    <a:pt x="2613" y="2683"/>
                  </a:cubicBezTo>
                  <a:cubicBezTo>
                    <a:pt x="1984" y="3426"/>
                    <a:pt x="1984" y="4512"/>
                    <a:pt x="2613" y="5255"/>
                  </a:cubicBezTo>
                  <a:cubicBezTo>
                    <a:pt x="3289" y="6188"/>
                    <a:pt x="4603" y="6398"/>
                    <a:pt x="5537" y="5722"/>
                  </a:cubicBezTo>
                  <a:cubicBezTo>
                    <a:pt x="5651" y="5646"/>
                    <a:pt x="5756" y="5550"/>
                    <a:pt x="585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3" name="任意多边形: 形状 162" descr="8a52ce05-e54d-41df-ad79-8fc1c0f26413">
              <a:extLst>
                <a:ext uri="{FF2B5EF4-FFF2-40B4-BE49-F238E27FC236}">
                  <a16:creationId xmlns:a16="http://schemas.microsoft.com/office/drawing/2014/main" id="{841AD7C0-8838-4DA3-AD20-38282503E5E5}"/>
                </a:ext>
              </a:extLst>
            </p:cNvPr>
            <p:cNvSpPr/>
            <p:nvPr/>
          </p:nvSpPr>
          <p:spPr>
            <a:xfrm rot="21190573">
              <a:off x="6575491" y="2775547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4 w 6678"/>
                <a:gd name="connsiteY1" fmla="*/ 6303 h 6712"/>
                <a:gd name="connsiteX2" fmla="*/ 566 w 6678"/>
                <a:gd name="connsiteY2" fmla="*/ 1436 h 6712"/>
                <a:gd name="connsiteX3" fmla="*/ 756 w 6678"/>
                <a:gd name="connsiteY3" fmla="*/ 1159 h 6712"/>
                <a:gd name="connsiteX4" fmla="*/ 5595 w 6678"/>
                <a:gd name="connsiteY4" fmla="*/ 854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547 w 6678"/>
                <a:gd name="connsiteY8" fmla="*/ 2369 h 6712"/>
                <a:gd name="connsiteX9" fmla="*/ 5138 w 6678"/>
                <a:gd name="connsiteY9" fmla="*/ 2112 h 6712"/>
                <a:gd name="connsiteX10" fmla="*/ 2566 w 6678"/>
                <a:gd name="connsiteY10" fmla="*/ 2683 h 6712"/>
                <a:gd name="connsiteX11" fmla="*/ 2566 w 6678"/>
                <a:gd name="connsiteY11" fmla="*/ 5350 h 6712"/>
                <a:gd name="connsiteX12" fmla="*/ 5795 w 6678"/>
                <a:gd name="connsiteY12" fmla="*/ 5550 h 6712"/>
                <a:gd name="connsiteX13" fmla="*/ 5900 w 6678"/>
                <a:gd name="connsiteY13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2" y="6722"/>
                    <a:pt x="3061" y="7084"/>
                    <a:pt x="1614" y="6303"/>
                  </a:cubicBezTo>
                  <a:cubicBezTo>
                    <a:pt x="-25" y="5245"/>
                    <a:pt x="-492" y="3064"/>
                    <a:pt x="566" y="1436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14" y="-260"/>
                    <a:pt x="4176" y="-393"/>
                    <a:pt x="5595" y="854"/>
                  </a:cubicBezTo>
                  <a:cubicBezTo>
                    <a:pt x="5700" y="950"/>
                    <a:pt x="5805" y="1054"/>
                    <a:pt x="5900" y="1159"/>
                  </a:cubicBezTo>
                  <a:cubicBezTo>
                    <a:pt x="6938" y="2398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52" y="4493"/>
                    <a:pt x="6490" y="3121"/>
                    <a:pt x="5547" y="2369"/>
                  </a:cubicBezTo>
                  <a:cubicBezTo>
                    <a:pt x="5423" y="2264"/>
                    <a:pt x="5281" y="2178"/>
                    <a:pt x="5138" y="2112"/>
                  </a:cubicBezTo>
                  <a:cubicBezTo>
                    <a:pt x="4252" y="1712"/>
                    <a:pt x="3204" y="1940"/>
                    <a:pt x="2566" y="2683"/>
                  </a:cubicBezTo>
                  <a:cubicBezTo>
                    <a:pt x="1995" y="3483"/>
                    <a:pt x="1995" y="4550"/>
                    <a:pt x="2566" y="5350"/>
                  </a:cubicBezTo>
                  <a:cubicBezTo>
                    <a:pt x="3404" y="6293"/>
                    <a:pt x="4852" y="6379"/>
                    <a:pt x="5795" y="5550"/>
                  </a:cubicBezTo>
                  <a:cubicBezTo>
                    <a:pt x="5833" y="5512"/>
                    <a:pt x="5862" y="5484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4" name="任意多边形: 形状 163" descr="cf69d17a-03c9-4396-8f23-e845a40994d3">
              <a:extLst>
                <a:ext uri="{FF2B5EF4-FFF2-40B4-BE49-F238E27FC236}">
                  <a16:creationId xmlns:a16="http://schemas.microsoft.com/office/drawing/2014/main" id="{B6D15DC7-615B-4878-98B5-2520BC4ACAA8}"/>
                </a:ext>
              </a:extLst>
            </p:cNvPr>
            <p:cNvSpPr/>
            <p:nvPr/>
          </p:nvSpPr>
          <p:spPr>
            <a:xfrm rot="21190573">
              <a:off x="6521072" y="2739936"/>
              <a:ext cx="7049" cy="7112"/>
            </a:xfrm>
            <a:custGeom>
              <a:avLst/>
              <a:gdLst>
                <a:gd name="connsiteX0" fmla="*/ 5770 w 6548"/>
                <a:gd name="connsiteY0" fmla="*/ 5348 h 6607"/>
                <a:gd name="connsiteX1" fmla="*/ 1484 w 6548"/>
                <a:gd name="connsiteY1" fmla="*/ 6110 h 6607"/>
                <a:gd name="connsiteX2" fmla="*/ 560 w 6548"/>
                <a:gd name="connsiteY2" fmla="*/ 1490 h 6607"/>
                <a:gd name="connsiteX3" fmla="*/ 5180 w 6548"/>
                <a:gd name="connsiteY3" fmla="*/ 557 h 6607"/>
                <a:gd name="connsiteX4" fmla="*/ 5770 w 6548"/>
                <a:gd name="connsiteY4" fmla="*/ 1062 h 6607"/>
                <a:gd name="connsiteX5" fmla="*/ 5770 w 6548"/>
                <a:gd name="connsiteY5" fmla="*/ 5348 h 6607"/>
                <a:gd name="connsiteX6" fmla="*/ 5770 w 6548"/>
                <a:gd name="connsiteY6" fmla="*/ 5348 h 6607"/>
                <a:gd name="connsiteX7" fmla="*/ 5418 w 6548"/>
                <a:gd name="connsiteY7" fmla="*/ 2271 h 6607"/>
                <a:gd name="connsiteX8" fmla="*/ 5008 w 6548"/>
                <a:gd name="connsiteY8" fmla="*/ 2014 h 6607"/>
                <a:gd name="connsiteX9" fmla="*/ 2437 w 6548"/>
                <a:gd name="connsiteY9" fmla="*/ 2586 h 6607"/>
                <a:gd name="connsiteX10" fmla="*/ 2437 w 6548"/>
                <a:gd name="connsiteY10" fmla="*/ 5253 h 6607"/>
                <a:gd name="connsiteX11" fmla="*/ 5665 w 6548"/>
                <a:gd name="connsiteY11" fmla="*/ 5453 h 6607"/>
                <a:gd name="connsiteX12" fmla="*/ 5770 w 6548"/>
                <a:gd name="connsiteY12" fmla="*/ 5348 h 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48" h="6607">
                  <a:moveTo>
                    <a:pt x="5770" y="5348"/>
                  </a:moveTo>
                  <a:cubicBezTo>
                    <a:pt x="4751" y="6672"/>
                    <a:pt x="2894" y="6996"/>
                    <a:pt x="1484" y="6110"/>
                  </a:cubicBezTo>
                  <a:cubicBezTo>
                    <a:pt x="-50" y="5091"/>
                    <a:pt x="-459" y="3024"/>
                    <a:pt x="560" y="1490"/>
                  </a:cubicBezTo>
                  <a:cubicBezTo>
                    <a:pt x="1579" y="-43"/>
                    <a:pt x="3646" y="-462"/>
                    <a:pt x="5180" y="557"/>
                  </a:cubicBezTo>
                  <a:cubicBezTo>
                    <a:pt x="5399" y="700"/>
                    <a:pt x="5589" y="871"/>
                    <a:pt x="5770" y="1062"/>
                  </a:cubicBezTo>
                  <a:cubicBezTo>
                    <a:pt x="6808" y="2300"/>
                    <a:pt x="6808" y="4110"/>
                    <a:pt x="5770" y="5348"/>
                  </a:cubicBezTo>
                  <a:close/>
                  <a:moveTo>
                    <a:pt x="5770" y="5348"/>
                  </a:moveTo>
                  <a:cubicBezTo>
                    <a:pt x="6523" y="4396"/>
                    <a:pt x="6361" y="3024"/>
                    <a:pt x="5418" y="2271"/>
                  </a:cubicBezTo>
                  <a:cubicBezTo>
                    <a:pt x="5294" y="2167"/>
                    <a:pt x="5151" y="2081"/>
                    <a:pt x="5008" y="2014"/>
                  </a:cubicBezTo>
                  <a:cubicBezTo>
                    <a:pt x="4122" y="1614"/>
                    <a:pt x="3075" y="1843"/>
                    <a:pt x="2437" y="2586"/>
                  </a:cubicBezTo>
                  <a:cubicBezTo>
                    <a:pt x="1865" y="3386"/>
                    <a:pt x="1865" y="4453"/>
                    <a:pt x="2437" y="5253"/>
                  </a:cubicBezTo>
                  <a:cubicBezTo>
                    <a:pt x="3275" y="6196"/>
                    <a:pt x="4722" y="6281"/>
                    <a:pt x="5665" y="5453"/>
                  </a:cubicBezTo>
                  <a:cubicBezTo>
                    <a:pt x="5703" y="5415"/>
                    <a:pt x="5732" y="5386"/>
                    <a:pt x="5770" y="534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5" name="任意多边形: 形状 164" descr="f7b0586a-7c7f-4bed-9a78-450509154761">
              <a:extLst>
                <a:ext uri="{FF2B5EF4-FFF2-40B4-BE49-F238E27FC236}">
                  <a16:creationId xmlns:a16="http://schemas.microsoft.com/office/drawing/2014/main" id="{3EA39E7F-A221-4FB9-8661-E1B1B956C0B1}"/>
                </a:ext>
              </a:extLst>
            </p:cNvPr>
            <p:cNvSpPr/>
            <p:nvPr/>
          </p:nvSpPr>
          <p:spPr>
            <a:xfrm rot="21190573">
              <a:off x="6602831" y="2793446"/>
              <a:ext cx="7169" cy="7174"/>
            </a:xfrm>
            <a:custGeom>
              <a:avLst/>
              <a:gdLst>
                <a:gd name="connsiteX0" fmla="*/ 5801 w 6660"/>
                <a:gd name="connsiteY0" fmla="*/ 5446 h 6664"/>
                <a:gd name="connsiteX1" fmla="*/ 1610 w 6660"/>
                <a:gd name="connsiteY1" fmla="*/ 6208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2 w 6660"/>
                <a:gd name="connsiteY4" fmla="*/ 854 h 6664"/>
                <a:gd name="connsiteX5" fmla="*/ 5896 w 6660"/>
                <a:gd name="connsiteY5" fmla="*/ 1159 h 6664"/>
                <a:gd name="connsiteX6" fmla="*/ 5801 w 6660"/>
                <a:gd name="connsiteY6" fmla="*/ 5446 h 6664"/>
                <a:gd name="connsiteX7" fmla="*/ 5801 w 6660"/>
                <a:gd name="connsiteY7" fmla="*/ 5446 h 6664"/>
                <a:gd name="connsiteX8" fmla="*/ 5449 w 6660"/>
                <a:gd name="connsiteY8" fmla="*/ 2236 h 6664"/>
                <a:gd name="connsiteX9" fmla="*/ 5134 w 6660"/>
                <a:gd name="connsiteY9" fmla="*/ 2017 h 6664"/>
                <a:gd name="connsiteX10" fmla="*/ 2563 w 6660"/>
                <a:gd name="connsiteY10" fmla="*/ 2683 h 6664"/>
                <a:gd name="connsiteX11" fmla="*/ 2563 w 6660"/>
                <a:gd name="connsiteY11" fmla="*/ 5350 h 6664"/>
                <a:gd name="connsiteX12" fmla="*/ 5649 w 6660"/>
                <a:gd name="connsiteY12" fmla="*/ 5588 h 6664"/>
                <a:gd name="connsiteX13" fmla="*/ 5801 w 6660"/>
                <a:gd name="connsiteY13" fmla="*/ 5446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0" h="6664">
                  <a:moveTo>
                    <a:pt x="5801" y="5446"/>
                  </a:moveTo>
                  <a:cubicBezTo>
                    <a:pt x="4791" y="6712"/>
                    <a:pt x="3001" y="7036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2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54" y="2407"/>
                    <a:pt x="6906" y="4245"/>
                    <a:pt x="5801" y="5446"/>
                  </a:cubicBezTo>
                  <a:close/>
                  <a:moveTo>
                    <a:pt x="5801" y="5446"/>
                  </a:moveTo>
                  <a:cubicBezTo>
                    <a:pt x="6592" y="4464"/>
                    <a:pt x="6439" y="3026"/>
                    <a:pt x="5449" y="2236"/>
                  </a:cubicBezTo>
                  <a:cubicBezTo>
                    <a:pt x="5353" y="2150"/>
                    <a:pt x="5249" y="2083"/>
                    <a:pt x="5134" y="2017"/>
                  </a:cubicBezTo>
                  <a:cubicBezTo>
                    <a:pt x="4229" y="1636"/>
                    <a:pt x="3172" y="1912"/>
                    <a:pt x="2563" y="2683"/>
                  </a:cubicBezTo>
                  <a:cubicBezTo>
                    <a:pt x="1924" y="3455"/>
                    <a:pt x="1924" y="4579"/>
                    <a:pt x="2563" y="5350"/>
                  </a:cubicBezTo>
                  <a:cubicBezTo>
                    <a:pt x="3353" y="6265"/>
                    <a:pt x="4734" y="6369"/>
                    <a:pt x="5649" y="5588"/>
                  </a:cubicBezTo>
                  <a:cubicBezTo>
                    <a:pt x="5706" y="5541"/>
                    <a:pt x="5753" y="5493"/>
                    <a:pt x="580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6" name="任意多边形: 形状 165" descr="b4a0b1c7-5953-41e9-aedf-eb6f6b83f2d8">
              <a:extLst>
                <a:ext uri="{FF2B5EF4-FFF2-40B4-BE49-F238E27FC236}">
                  <a16:creationId xmlns:a16="http://schemas.microsoft.com/office/drawing/2014/main" id="{879FD097-1DB1-48DF-A074-D2201D5E3084}"/>
                </a:ext>
              </a:extLst>
            </p:cNvPr>
            <p:cNvSpPr/>
            <p:nvPr/>
          </p:nvSpPr>
          <p:spPr>
            <a:xfrm rot="21190573">
              <a:off x="6630090" y="2811252"/>
              <a:ext cx="7153" cy="7214"/>
            </a:xfrm>
            <a:custGeom>
              <a:avLst/>
              <a:gdLst>
                <a:gd name="connsiteX0" fmla="*/ 5867 w 6645"/>
                <a:gd name="connsiteY0" fmla="*/ 5445 h 6701"/>
                <a:gd name="connsiteX1" fmla="*/ 1676 w 6645"/>
                <a:gd name="connsiteY1" fmla="*/ 6303 h 6701"/>
                <a:gd name="connsiteX2" fmla="*/ 523 w 6645"/>
                <a:gd name="connsiteY2" fmla="*/ 1455 h 6701"/>
                <a:gd name="connsiteX3" fmla="*/ 723 w 6645"/>
                <a:gd name="connsiteY3" fmla="*/ 1159 h 6701"/>
                <a:gd name="connsiteX4" fmla="*/ 5562 w 6645"/>
                <a:gd name="connsiteY4" fmla="*/ 854 h 6701"/>
                <a:gd name="connsiteX5" fmla="*/ 5867 w 6645"/>
                <a:gd name="connsiteY5" fmla="*/ 1159 h 6701"/>
                <a:gd name="connsiteX6" fmla="*/ 5867 w 6645"/>
                <a:gd name="connsiteY6" fmla="*/ 5445 h 6701"/>
                <a:gd name="connsiteX7" fmla="*/ 5867 w 6645"/>
                <a:gd name="connsiteY7" fmla="*/ 5445 h 6701"/>
                <a:gd name="connsiteX8" fmla="*/ 5705 w 6645"/>
                <a:gd name="connsiteY8" fmla="*/ 2483 h 6701"/>
                <a:gd name="connsiteX9" fmla="*/ 5105 w 6645"/>
                <a:gd name="connsiteY9" fmla="*/ 2112 h 6701"/>
                <a:gd name="connsiteX10" fmla="*/ 2628 w 6645"/>
                <a:gd name="connsiteY10" fmla="*/ 2683 h 6701"/>
                <a:gd name="connsiteX11" fmla="*/ 2628 w 6645"/>
                <a:gd name="connsiteY11" fmla="*/ 5350 h 6701"/>
                <a:gd name="connsiteX12" fmla="*/ 5714 w 6645"/>
                <a:gd name="connsiteY12" fmla="*/ 5588 h 6701"/>
                <a:gd name="connsiteX13" fmla="*/ 5867 w 6645"/>
                <a:gd name="connsiteY13" fmla="*/ 5445 h 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45" h="6701">
                  <a:moveTo>
                    <a:pt x="5867" y="5445"/>
                  </a:moveTo>
                  <a:cubicBezTo>
                    <a:pt x="4857" y="6712"/>
                    <a:pt x="3095" y="7065"/>
                    <a:pt x="1676" y="6303"/>
                  </a:cubicBezTo>
                  <a:cubicBezTo>
                    <a:pt x="18" y="5284"/>
                    <a:pt x="-496" y="3112"/>
                    <a:pt x="523" y="1455"/>
                  </a:cubicBezTo>
                  <a:cubicBezTo>
                    <a:pt x="581" y="1350"/>
                    <a:pt x="647" y="1255"/>
                    <a:pt x="723" y="1159"/>
                  </a:cubicBezTo>
                  <a:cubicBezTo>
                    <a:pt x="1971" y="-260"/>
                    <a:pt x="4143" y="-393"/>
                    <a:pt x="5562" y="854"/>
                  </a:cubicBezTo>
                  <a:cubicBezTo>
                    <a:pt x="5667" y="950"/>
                    <a:pt x="5772" y="1054"/>
                    <a:pt x="5867" y="1159"/>
                  </a:cubicBezTo>
                  <a:cubicBezTo>
                    <a:pt x="6905" y="2398"/>
                    <a:pt x="6905" y="4207"/>
                    <a:pt x="5867" y="5445"/>
                  </a:cubicBezTo>
                  <a:close/>
                  <a:moveTo>
                    <a:pt x="5867" y="5445"/>
                  </a:moveTo>
                  <a:cubicBezTo>
                    <a:pt x="6638" y="4579"/>
                    <a:pt x="6562" y="3255"/>
                    <a:pt x="5705" y="2483"/>
                  </a:cubicBezTo>
                  <a:cubicBezTo>
                    <a:pt x="5524" y="2331"/>
                    <a:pt x="5324" y="2198"/>
                    <a:pt x="5105" y="2112"/>
                  </a:cubicBezTo>
                  <a:cubicBezTo>
                    <a:pt x="4248" y="1683"/>
                    <a:pt x="3209" y="1921"/>
                    <a:pt x="2628" y="2683"/>
                  </a:cubicBezTo>
                  <a:cubicBezTo>
                    <a:pt x="1990" y="3455"/>
                    <a:pt x="1990" y="4579"/>
                    <a:pt x="2628" y="5350"/>
                  </a:cubicBezTo>
                  <a:cubicBezTo>
                    <a:pt x="3419" y="6265"/>
                    <a:pt x="4800" y="6369"/>
                    <a:pt x="5714" y="5588"/>
                  </a:cubicBezTo>
                  <a:cubicBezTo>
                    <a:pt x="5772" y="5541"/>
                    <a:pt x="5819" y="5493"/>
                    <a:pt x="5867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7" name="任意多边形: 形状 166" descr="74f43490-bd96-4a12-8eb4-e98f796473ad">
              <a:extLst>
                <a:ext uri="{FF2B5EF4-FFF2-40B4-BE49-F238E27FC236}">
                  <a16:creationId xmlns:a16="http://schemas.microsoft.com/office/drawing/2014/main" id="{161A73D5-06C5-4B1E-AC1D-0F4F946D620D}"/>
                </a:ext>
              </a:extLst>
            </p:cNvPr>
            <p:cNvSpPr/>
            <p:nvPr/>
          </p:nvSpPr>
          <p:spPr>
            <a:xfrm rot="21190573">
              <a:off x="6657394" y="2829153"/>
              <a:ext cx="7169" cy="7174"/>
            </a:xfrm>
            <a:custGeom>
              <a:avLst/>
              <a:gdLst>
                <a:gd name="connsiteX0" fmla="*/ 5801 w 6660"/>
                <a:gd name="connsiteY0" fmla="*/ 5446 h 6664"/>
                <a:gd name="connsiteX1" fmla="*/ 1610 w 6660"/>
                <a:gd name="connsiteY1" fmla="*/ 6208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1 w 6660"/>
                <a:gd name="connsiteY4" fmla="*/ 854 h 6664"/>
                <a:gd name="connsiteX5" fmla="*/ 5896 w 6660"/>
                <a:gd name="connsiteY5" fmla="*/ 1159 h 6664"/>
                <a:gd name="connsiteX6" fmla="*/ 5801 w 6660"/>
                <a:gd name="connsiteY6" fmla="*/ 5446 h 6664"/>
                <a:gd name="connsiteX7" fmla="*/ 5801 w 6660"/>
                <a:gd name="connsiteY7" fmla="*/ 5446 h 6664"/>
                <a:gd name="connsiteX8" fmla="*/ 5449 w 6660"/>
                <a:gd name="connsiteY8" fmla="*/ 2236 h 6664"/>
                <a:gd name="connsiteX9" fmla="*/ 5134 w 6660"/>
                <a:gd name="connsiteY9" fmla="*/ 2017 h 6664"/>
                <a:gd name="connsiteX10" fmla="*/ 2563 w 6660"/>
                <a:gd name="connsiteY10" fmla="*/ 2683 h 6664"/>
                <a:gd name="connsiteX11" fmla="*/ 2563 w 6660"/>
                <a:gd name="connsiteY11" fmla="*/ 5350 h 6664"/>
                <a:gd name="connsiteX12" fmla="*/ 5649 w 6660"/>
                <a:gd name="connsiteY12" fmla="*/ 5588 h 6664"/>
                <a:gd name="connsiteX13" fmla="*/ 5801 w 6660"/>
                <a:gd name="connsiteY13" fmla="*/ 5446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0" h="6664">
                  <a:moveTo>
                    <a:pt x="5801" y="5446"/>
                  </a:moveTo>
                  <a:cubicBezTo>
                    <a:pt x="4792" y="6712"/>
                    <a:pt x="3001" y="7036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1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54" y="2407"/>
                    <a:pt x="6906" y="4245"/>
                    <a:pt x="5801" y="5446"/>
                  </a:cubicBezTo>
                  <a:close/>
                  <a:moveTo>
                    <a:pt x="5801" y="5446"/>
                  </a:moveTo>
                  <a:cubicBezTo>
                    <a:pt x="6592" y="4464"/>
                    <a:pt x="6439" y="3026"/>
                    <a:pt x="5449" y="2236"/>
                  </a:cubicBezTo>
                  <a:cubicBezTo>
                    <a:pt x="5353" y="2150"/>
                    <a:pt x="5248" y="2083"/>
                    <a:pt x="5134" y="2017"/>
                  </a:cubicBezTo>
                  <a:cubicBezTo>
                    <a:pt x="4229" y="1635"/>
                    <a:pt x="3172" y="1912"/>
                    <a:pt x="2563" y="2683"/>
                  </a:cubicBezTo>
                  <a:cubicBezTo>
                    <a:pt x="1962" y="3474"/>
                    <a:pt x="1962" y="4560"/>
                    <a:pt x="2563" y="5350"/>
                  </a:cubicBezTo>
                  <a:cubicBezTo>
                    <a:pt x="3353" y="6265"/>
                    <a:pt x="4734" y="6369"/>
                    <a:pt x="5649" y="5588"/>
                  </a:cubicBezTo>
                  <a:cubicBezTo>
                    <a:pt x="5706" y="5541"/>
                    <a:pt x="5753" y="5493"/>
                    <a:pt x="580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8" name="任意多边形: 形状 167" descr="c21d4f0a-526f-4316-874c-4d1792a9662c">
              <a:extLst>
                <a:ext uri="{FF2B5EF4-FFF2-40B4-BE49-F238E27FC236}">
                  <a16:creationId xmlns:a16="http://schemas.microsoft.com/office/drawing/2014/main" id="{BC6E02D1-E582-4E04-BDCB-2F2C89D4C0DC}"/>
                </a:ext>
              </a:extLst>
            </p:cNvPr>
            <p:cNvSpPr/>
            <p:nvPr/>
          </p:nvSpPr>
          <p:spPr>
            <a:xfrm rot="21190573">
              <a:off x="6684675" y="2847008"/>
              <a:ext cx="7098" cy="7196"/>
            </a:xfrm>
            <a:custGeom>
              <a:avLst/>
              <a:gdLst>
                <a:gd name="connsiteX0" fmla="*/ 5851 w 6594"/>
                <a:gd name="connsiteY0" fmla="*/ 5401 h 6685"/>
                <a:gd name="connsiteX1" fmla="*/ 1660 w 6594"/>
                <a:gd name="connsiteY1" fmla="*/ 6258 h 6685"/>
                <a:gd name="connsiteX2" fmla="*/ 450 w 6594"/>
                <a:gd name="connsiteY2" fmla="*/ 1696 h 6685"/>
                <a:gd name="connsiteX3" fmla="*/ 803 w 6594"/>
                <a:gd name="connsiteY3" fmla="*/ 1210 h 6685"/>
                <a:gd name="connsiteX4" fmla="*/ 5356 w 6594"/>
                <a:gd name="connsiteY4" fmla="*/ 715 h 6685"/>
                <a:gd name="connsiteX5" fmla="*/ 5851 w 6594"/>
                <a:gd name="connsiteY5" fmla="*/ 1210 h 6685"/>
                <a:gd name="connsiteX6" fmla="*/ 5851 w 6594"/>
                <a:gd name="connsiteY6" fmla="*/ 5401 h 6685"/>
                <a:gd name="connsiteX7" fmla="*/ 5851 w 6594"/>
                <a:gd name="connsiteY7" fmla="*/ 5401 h 6685"/>
                <a:gd name="connsiteX8" fmla="*/ 5689 w 6594"/>
                <a:gd name="connsiteY8" fmla="*/ 2439 h 6685"/>
                <a:gd name="connsiteX9" fmla="*/ 5089 w 6594"/>
                <a:gd name="connsiteY9" fmla="*/ 2067 h 6685"/>
                <a:gd name="connsiteX10" fmla="*/ 2613 w 6594"/>
                <a:gd name="connsiteY10" fmla="*/ 2734 h 6685"/>
                <a:gd name="connsiteX11" fmla="*/ 2613 w 6594"/>
                <a:gd name="connsiteY11" fmla="*/ 5306 h 6685"/>
                <a:gd name="connsiteX12" fmla="*/ 5699 w 6594"/>
                <a:gd name="connsiteY12" fmla="*/ 5544 h 6685"/>
                <a:gd name="connsiteX13" fmla="*/ 5851 w 6594"/>
                <a:gd name="connsiteY13" fmla="*/ 5401 h 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94" h="6685">
                  <a:moveTo>
                    <a:pt x="5851" y="5401"/>
                  </a:moveTo>
                  <a:cubicBezTo>
                    <a:pt x="4870" y="6697"/>
                    <a:pt x="3070" y="7068"/>
                    <a:pt x="1660" y="6258"/>
                  </a:cubicBezTo>
                  <a:cubicBezTo>
                    <a:pt x="70" y="5334"/>
                    <a:pt x="-473" y="3296"/>
                    <a:pt x="450" y="1696"/>
                  </a:cubicBezTo>
                  <a:cubicBezTo>
                    <a:pt x="555" y="1524"/>
                    <a:pt x="670" y="1362"/>
                    <a:pt x="803" y="1210"/>
                  </a:cubicBezTo>
                  <a:cubicBezTo>
                    <a:pt x="1927" y="-181"/>
                    <a:pt x="3965" y="-409"/>
                    <a:pt x="5356" y="715"/>
                  </a:cubicBezTo>
                  <a:cubicBezTo>
                    <a:pt x="5537" y="858"/>
                    <a:pt x="5708" y="1029"/>
                    <a:pt x="5851" y="1210"/>
                  </a:cubicBezTo>
                  <a:cubicBezTo>
                    <a:pt x="6842" y="2429"/>
                    <a:pt x="6842" y="4182"/>
                    <a:pt x="5851" y="5401"/>
                  </a:cubicBezTo>
                  <a:close/>
                  <a:moveTo>
                    <a:pt x="5851" y="5401"/>
                  </a:moveTo>
                  <a:cubicBezTo>
                    <a:pt x="6623" y="4534"/>
                    <a:pt x="6547" y="3210"/>
                    <a:pt x="5689" y="2439"/>
                  </a:cubicBezTo>
                  <a:cubicBezTo>
                    <a:pt x="5508" y="2286"/>
                    <a:pt x="5308" y="2153"/>
                    <a:pt x="5089" y="2067"/>
                  </a:cubicBezTo>
                  <a:cubicBezTo>
                    <a:pt x="4213" y="1620"/>
                    <a:pt x="3146" y="1905"/>
                    <a:pt x="2613" y="2734"/>
                  </a:cubicBezTo>
                  <a:cubicBezTo>
                    <a:pt x="1984" y="3477"/>
                    <a:pt x="1984" y="4563"/>
                    <a:pt x="2613" y="5306"/>
                  </a:cubicBezTo>
                  <a:cubicBezTo>
                    <a:pt x="3403" y="6220"/>
                    <a:pt x="4784" y="6325"/>
                    <a:pt x="5699" y="5544"/>
                  </a:cubicBezTo>
                  <a:cubicBezTo>
                    <a:pt x="5756" y="5496"/>
                    <a:pt x="5804" y="5449"/>
                    <a:pt x="5851" y="5401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9" name="任意多边形: 形状 168" descr="1676ce57-2101-41b4-a028-65bfb30a8285">
              <a:extLst>
                <a:ext uri="{FF2B5EF4-FFF2-40B4-BE49-F238E27FC236}">
                  <a16:creationId xmlns:a16="http://schemas.microsoft.com/office/drawing/2014/main" id="{2E2FC734-CE1F-4E55-84FD-0E949E8E62D9}"/>
                </a:ext>
              </a:extLst>
            </p:cNvPr>
            <p:cNvSpPr/>
            <p:nvPr/>
          </p:nvSpPr>
          <p:spPr>
            <a:xfrm rot="21190573">
              <a:off x="6711957" y="2864860"/>
              <a:ext cx="7186" cy="7155"/>
            </a:xfrm>
            <a:custGeom>
              <a:avLst/>
              <a:gdLst>
                <a:gd name="connsiteX0" fmla="*/ 5896 w 6675"/>
                <a:gd name="connsiteY0" fmla="*/ 5445 h 6647"/>
                <a:gd name="connsiteX1" fmla="*/ 1610 w 6675"/>
                <a:gd name="connsiteY1" fmla="*/ 6208 h 6647"/>
                <a:gd name="connsiteX2" fmla="*/ 524 w 6675"/>
                <a:gd name="connsiteY2" fmla="*/ 1483 h 6647"/>
                <a:gd name="connsiteX3" fmla="*/ 753 w 6675"/>
                <a:gd name="connsiteY3" fmla="*/ 1159 h 6647"/>
                <a:gd name="connsiteX4" fmla="*/ 5591 w 6675"/>
                <a:gd name="connsiteY4" fmla="*/ 854 h 6647"/>
                <a:gd name="connsiteX5" fmla="*/ 5896 w 6675"/>
                <a:gd name="connsiteY5" fmla="*/ 1159 h 6647"/>
                <a:gd name="connsiteX6" fmla="*/ 5896 w 6675"/>
                <a:gd name="connsiteY6" fmla="*/ 5445 h 6647"/>
                <a:gd name="connsiteX7" fmla="*/ 5896 w 6675"/>
                <a:gd name="connsiteY7" fmla="*/ 5445 h 6647"/>
                <a:gd name="connsiteX8" fmla="*/ 5315 w 6675"/>
                <a:gd name="connsiteY8" fmla="*/ 2131 h 6647"/>
                <a:gd name="connsiteX9" fmla="*/ 5134 w 6675"/>
                <a:gd name="connsiteY9" fmla="*/ 2016 h 6647"/>
                <a:gd name="connsiteX10" fmla="*/ 2182 w 6675"/>
                <a:gd name="connsiteY10" fmla="*/ 3341 h 6647"/>
                <a:gd name="connsiteX11" fmla="*/ 2372 w 6675"/>
                <a:gd name="connsiteY11" fmla="*/ 5350 h 6647"/>
                <a:gd name="connsiteX12" fmla="*/ 5582 w 6675"/>
                <a:gd name="connsiteY12" fmla="*/ 5741 h 6647"/>
                <a:gd name="connsiteX13" fmla="*/ 5896 w 6675"/>
                <a:gd name="connsiteY13" fmla="*/ 5445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5" h="6647">
                  <a:moveTo>
                    <a:pt x="5896" y="5445"/>
                  </a:moveTo>
                  <a:cubicBezTo>
                    <a:pt x="4830" y="6693"/>
                    <a:pt x="3039" y="7008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01" y="-260"/>
                    <a:pt x="4172" y="-393"/>
                    <a:pt x="5591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35" y="2398"/>
                    <a:pt x="6935" y="4207"/>
                    <a:pt x="5896" y="5445"/>
                  </a:cubicBezTo>
                  <a:close/>
                  <a:moveTo>
                    <a:pt x="5896" y="5445"/>
                  </a:moveTo>
                  <a:cubicBezTo>
                    <a:pt x="6649" y="4369"/>
                    <a:pt x="6392" y="2883"/>
                    <a:pt x="5315" y="2131"/>
                  </a:cubicBezTo>
                  <a:cubicBezTo>
                    <a:pt x="5258" y="2093"/>
                    <a:pt x="5192" y="2055"/>
                    <a:pt x="5134" y="2016"/>
                  </a:cubicBezTo>
                  <a:cubicBezTo>
                    <a:pt x="3953" y="1569"/>
                    <a:pt x="2629" y="2159"/>
                    <a:pt x="2182" y="3341"/>
                  </a:cubicBezTo>
                  <a:cubicBezTo>
                    <a:pt x="1934" y="3998"/>
                    <a:pt x="2001" y="4741"/>
                    <a:pt x="2372" y="5350"/>
                  </a:cubicBezTo>
                  <a:cubicBezTo>
                    <a:pt x="3153" y="6341"/>
                    <a:pt x="4582" y="6522"/>
                    <a:pt x="5582" y="5741"/>
                  </a:cubicBezTo>
                  <a:cubicBezTo>
                    <a:pt x="5696" y="5655"/>
                    <a:pt x="5801" y="5550"/>
                    <a:pt x="5896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0" name="任意多边形: 形状 169" descr="b3c19362-4b6b-4cdb-8253-ad28fc09686e">
              <a:extLst>
                <a:ext uri="{FF2B5EF4-FFF2-40B4-BE49-F238E27FC236}">
                  <a16:creationId xmlns:a16="http://schemas.microsoft.com/office/drawing/2014/main" id="{773AD9DB-96D6-4D6B-92F3-9160E6EB862F}"/>
                </a:ext>
              </a:extLst>
            </p:cNvPr>
            <p:cNvSpPr/>
            <p:nvPr/>
          </p:nvSpPr>
          <p:spPr>
            <a:xfrm rot="21190573">
              <a:off x="6445438" y="2914029"/>
              <a:ext cx="7720" cy="7808"/>
            </a:xfrm>
            <a:custGeom>
              <a:avLst/>
              <a:gdLst>
                <a:gd name="connsiteX0" fmla="*/ 6110 w 7171"/>
                <a:gd name="connsiteY0" fmla="*/ 5770 h 7253"/>
                <a:gd name="connsiteX1" fmla="*/ 1491 w 7171"/>
                <a:gd name="connsiteY1" fmla="*/ 6694 h 7253"/>
                <a:gd name="connsiteX2" fmla="*/ 557 w 7171"/>
                <a:gd name="connsiteY2" fmla="*/ 2074 h 7253"/>
                <a:gd name="connsiteX3" fmla="*/ 1062 w 7171"/>
                <a:gd name="connsiteY3" fmla="*/ 1484 h 7253"/>
                <a:gd name="connsiteX4" fmla="*/ 5682 w 7171"/>
                <a:gd name="connsiteY4" fmla="*/ 560 h 7253"/>
                <a:gd name="connsiteX5" fmla="*/ 6615 w 7171"/>
                <a:gd name="connsiteY5" fmla="*/ 5180 h 7253"/>
                <a:gd name="connsiteX6" fmla="*/ 6110 w 7171"/>
                <a:gd name="connsiteY6" fmla="*/ 5770 h 7253"/>
                <a:gd name="connsiteX7" fmla="*/ 6110 w 7171"/>
                <a:gd name="connsiteY7" fmla="*/ 5770 h 7253"/>
                <a:gd name="connsiteX8" fmla="*/ 5758 w 7171"/>
                <a:gd name="connsiteY8" fmla="*/ 2560 h 7253"/>
                <a:gd name="connsiteX9" fmla="*/ 5443 w 7171"/>
                <a:gd name="connsiteY9" fmla="*/ 2341 h 7253"/>
                <a:gd name="connsiteX10" fmla="*/ 2872 w 7171"/>
                <a:gd name="connsiteY10" fmla="*/ 3008 h 7253"/>
                <a:gd name="connsiteX11" fmla="*/ 2872 w 7171"/>
                <a:gd name="connsiteY11" fmla="*/ 5675 h 7253"/>
                <a:gd name="connsiteX12" fmla="*/ 5958 w 7171"/>
                <a:gd name="connsiteY12" fmla="*/ 5913 h 7253"/>
                <a:gd name="connsiteX13" fmla="*/ 6110 w 7171"/>
                <a:gd name="connsiteY13" fmla="*/ 5770 h 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71" h="7253">
                  <a:moveTo>
                    <a:pt x="6110" y="5770"/>
                  </a:moveTo>
                  <a:cubicBezTo>
                    <a:pt x="5091" y="7304"/>
                    <a:pt x="3024" y="7713"/>
                    <a:pt x="1491" y="6694"/>
                  </a:cubicBezTo>
                  <a:cubicBezTo>
                    <a:pt x="-43" y="5675"/>
                    <a:pt x="-462" y="3608"/>
                    <a:pt x="557" y="2074"/>
                  </a:cubicBezTo>
                  <a:cubicBezTo>
                    <a:pt x="700" y="1855"/>
                    <a:pt x="871" y="1665"/>
                    <a:pt x="1062" y="1484"/>
                  </a:cubicBezTo>
                  <a:cubicBezTo>
                    <a:pt x="2081" y="-50"/>
                    <a:pt x="4148" y="-459"/>
                    <a:pt x="5682" y="560"/>
                  </a:cubicBezTo>
                  <a:cubicBezTo>
                    <a:pt x="7215" y="1579"/>
                    <a:pt x="7634" y="3646"/>
                    <a:pt x="6615" y="5180"/>
                  </a:cubicBezTo>
                  <a:cubicBezTo>
                    <a:pt x="6463" y="5399"/>
                    <a:pt x="6301" y="5589"/>
                    <a:pt x="6110" y="5770"/>
                  </a:cubicBezTo>
                  <a:close/>
                  <a:moveTo>
                    <a:pt x="6110" y="5770"/>
                  </a:moveTo>
                  <a:cubicBezTo>
                    <a:pt x="6901" y="4789"/>
                    <a:pt x="6748" y="3351"/>
                    <a:pt x="5758" y="2560"/>
                  </a:cubicBezTo>
                  <a:cubicBezTo>
                    <a:pt x="5662" y="2474"/>
                    <a:pt x="5558" y="2408"/>
                    <a:pt x="5443" y="2341"/>
                  </a:cubicBezTo>
                  <a:cubicBezTo>
                    <a:pt x="4529" y="1960"/>
                    <a:pt x="3481" y="2236"/>
                    <a:pt x="2872" y="3008"/>
                  </a:cubicBezTo>
                  <a:cubicBezTo>
                    <a:pt x="2233" y="3779"/>
                    <a:pt x="2233" y="4903"/>
                    <a:pt x="2872" y="5675"/>
                  </a:cubicBezTo>
                  <a:cubicBezTo>
                    <a:pt x="3662" y="6589"/>
                    <a:pt x="5043" y="6704"/>
                    <a:pt x="5958" y="5913"/>
                  </a:cubicBezTo>
                  <a:cubicBezTo>
                    <a:pt x="6015" y="5865"/>
                    <a:pt x="6063" y="5818"/>
                    <a:pt x="6110" y="577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1" name="任意多边形: 形状 170" descr="7f3d4ba5-cedc-4aff-ab8b-243f408acde2">
              <a:extLst>
                <a:ext uri="{FF2B5EF4-FFF2-40B4-BE49-F238E27FC236}">
                  <a16:creationId xmlns:a16="http://schemas.microsoft.com/office/drawing/2014/main" id="{C77ACEDF-4547-415F-BBF2-098EC35C0C40}"/>
                </a:ext>
              </a:extLst>
            </p:cNvPr>
            <p:cNvSpPr/>
            <p:nvPr/>
          </p:nvSpPr>
          <p:spPr>
            <a:xfrm rot="21190573">
              <a:off x="6473395" y="2931862"/>
              <a:ext cx="7390" cy="7511"/>
            </a:xfrm>
            <a:custGeom>
              <a:avLst/>
              <a:gdLst>
                <a:gd name="connsiteX0" fmla="*/ 5896 w 6865"/>
                <a:gd name="connsiteY0" fmla="*/ 5684 h 6977"/>
                <a:gd name="connsiteX1" fmla="*/ 1610 w 6865"/>
                <a:gd name="connsiteY1" fmla="*/ 6541 h 6977"/>
                <a:gd name="connsiteX2" fmla="*/ 524 w 6865"/>
                <a:gd name="connsiteY2" fmla="*/ 1817 h 6977"/>
                <a:gd name="connsiteX3" fmla="*/ 753 w 6865"/>
                <a:gd name="connsiteY3" fmla="*/ 1493 h 6977"/>
                <a:gd name="connsiteX4" fmla="*/ 5373 w 6865"/>
                <a:gd name="connsiteY4" fmla="*/ 550 h 6977"/>
                <a:gd name="connsiteX5" fmla="*/ 6316 w 6865"/>
                <a:gd name="connsiteY5" fmla="*/ 5169 h 6977"/>
                <a:gd name="connsiteX6" fmla="*/ 5896 w 6865"/>
                <a:gd name="connsiteY6" fmla="*/ 5684 h 6977"/>
                <a:gd name="connsiteX7" fmla="*/ 5896 w 6865"/>
                <a:gd name="connsiteY7" fmla="*/ 5684 h 6977"/>
                <a:gd name="connsiteX8" fmla="*/ 5544 w 6865"/>
                <a:gd name="connsiteY8" fmla="*/ 2607 h 6977"/>
                <a:gd name="connsiteX9" fmla="*/ 5135 w 6865"/>
                <a:gd name="connsiteY9" fmla="*/ 2350 h 6977"/>
                <a:gd name="connsiteX10" fmla="*/ 2229 w 6865"/>
                <a:gd name="connsiteY10" fmla="*/ 3769 h 6977"/>
                <a:gd name="connsiteX11" fmla="*/ 2372 w 6865"/>
                <a:gd name="connsiteY11" fmla="*/ 5589 h 6977"/>
                <a:gd name="connsiteX12" fmla="*/ 5582 w 6865"/>
                <a:gd name="connsiteY12" fmla="*/ 5979 h 6977"/>
                <a:gd name="connsiteX13" fmla="*/ 5896 w 6865"/>
                <a:gd name="connsiteY13" fmla="*/ 5684 h 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5" h="6977">
                  <a:moveTo>
                    <a:pt x="5896" y="5684"/>
                  </a:moveTo>
                  <a:cubicBezTo>
                    <a:pt x="4877" y="6998"/>
                    <a:pt x="3048" y="7360"/>
                    <a:pt x="1610" y="6541"/>
                  </a:cubicBezTo>
                  <a:cubicBezTo>
                    <a:pt x="10" y="5531"/>
                    <a:pt x="-485" y="3417"/>
                    <a:pt x="524" y="1817"/>
                  </a:cubicBezTo>
                  <a:cubicBezTo>
                    <a:pt x="591" y="1702"/>
                    <a:pt x="667" y="1598"/>
                    <a:pt x="753" y="1493"/>
                  </a:cubicBezTo>
                  <a:cubicBezTo>
                    <a:pt x="1772" y="-41"/>
                    <a:pt x="3839" y="-460"/>
                    <a:pt x="5373" y="550"/>
                  </a:cubicBezTo>
                  <a:cubicBezTo>
                    <a:pt x="6906" y="1569"/>
                    <a:pt x="7325" y="3636"/>
                    <a:pt x="6316" y="5169"/>
                  </a:cubicBezTo>
                  <a:cubicBezTo>
                    <a:pt x="6192" y="5360"/>
                    <a:pt x="6049" y="5531"/>
                    <a:pt x="5896" y="5684"/>
                  </a:cubicBezTo>
                  <a:close/>
                  <a:moveTo>
                    <a:pt x="5896" y="5684"/>
                  </a:moveTo>
                  <a:cubicBezTo>
                    <a:pt x="6649" y="4731"/>
                    <a:pt x="6487" y="3360"/>
                    <a:pt x="5544" y="2607"/>
                  </a:cubicBezTo>
                  <a:cubicBezTo>
                    <a:pt x="5420" y="2502"/>
                    <a:pt x="5277" y="2417"/>
                    <a:pt x="5135" y="2350"/>
                  </a:cubicBezTo>
                  <a:cubicBezTo>
                    <a:pt x="3944" y="1941"/>
                    <a:pt x="2639" y="2569"/>
                    <a:pt x="2229" y="3769"/>
                  </a:cubicBezTo>
                  <a:cubicBezTo>
                    <a:pt x="2020" y="4369"/>
                    <a:pt x="2077" y="5027"/>
                    <a:pt x="2372" y="5589"/>
                  </a:cubicBezTo>
                  <a:cubicBezTo>
                    <a:pt x="3153" y="6579"/>
                    <a:pt x="4582" y="6760"/>
                    <a:pt x="5582" y="5979"/>
                  </a:cubicBezTo>
                  <a:cubicBezTo>
                    <a:pt x="5696" y="5893"/>
                    <a:pt x="5801" y="5789"/>
                    <a:pt x="5896" y="5684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2" name="任意多边形: 形状 171" descr="f1f9cb34-99ee-4af2-b2f8-d28aea4b74bf">
              <a:extLst>
                <a:ext uri="{FF2B5EF4-FFF2-40B4-BE49-F238E27FC236}">
                  <a16:creationId xmlns:a16="http://schemas.microsoft.com/office/drawing/2014/main" id="{F33E05F1-55E3-48BA-A9DE-A79AE00F58E6}"/>
                </a:ext>
              </a:extLst>
            </p:cNvPr>
            <p:cNvSpPr/>
            <p:nvPr/>
          </p:nvSpPr>
          <p:spPr>
            <a:xfrm rot="21190573">
              <a:off x="6418435" y="2896472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4 w 6678"/>
                <a:gd name="connsiteY1" fmla="*/ 6303 h 6712"/>
                <a:gd name="connsiteX2" fmla="*/ 566 w 6678"/>
                <a:gd name="connsiteY2" fmla="*/ 1436 h 6712"/>
                <a:gd name="connsiteX3" fmla="*/ 756 w 6678"/>
                <a:gd name="connsiteY3" fmla="*/ 1159 h 6712"/>
                <a:gd name="connsiteX4" fmla="*/ 5595 w 6678"/>
                <a:gd name="connsiteY4" fmla="*/ 854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547 w 6678"/>
                <a:gd name="connsiteY8" fmla="*/ 2369 h 6712"/>
                <a:gd name="connsiteX9" fmla="*/ 5138 w 6678"/>
                <a:gd name="connsiteY9" fmla="*/ 2112 h 6712"/>
                <a:gd name="connsiteX10" fmla="*/ 2233 w 6678"/>
                <a:gd name="connsiteY10" fmla="*/ 3531 h 6712"/>
                <a:gd name="connsiteX11" fmla="*/ 2376 w 6678"/>
                <a:gd name="connsiteY11" fmla="*/ 5350 h 6712"/>
                <a:gd name="connsiteX12" fmla="*/ 5586 w 6678"/>
                <a:gd name="connsiteY12" fmla="*/ 5741 h 6712"/>
                <a:gd name="connsiteX13" fmla="*/ 5900 w 6678"/>
                <a:gd name="connsiteY13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1" y="6722"/>
                    <a:pt x="3061" y="7084"/>
                    <a:pt x="1614" y="6303"/>
                  </a:cubicBezTo>
                  <a:cubicBezTo>
                    <a:pt x="-25" y="5246"/>
                    <a:pt x="-491" y="3064"/>
                    <a:pt x="566" y="1436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04" y="-260"/>
                    <a:pt x="4176" y="-393"/>
                    <a:pt x="5595" y="854"/>
                  </a:cubicBezTo>
                  <a:cubicBezTo>
                    <a:pt x="5700" y="950"/>
                    <a:pt x="5804" y="1054"/>
                    <a:pt x="5900" y="1159"/>
                  </a:cubicBezTo>
                  <a:cubicBezTo>
                    <a:pt x="6938" y="2398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52" y="4493"/>
                    <a:pt x="6490" y="3121"/>
                    <a:pt x="5547" y="2369"/>
                  </a:cubicBezTo>
                  <a:cubicBezTo>
                    <a:pt x="5424" y="2264"/>
                    <a:pt x="5281" y="2178"/>
                    <a:pt x="5138" y="2112"/>
                  </a:cubicBezTo>
                  <a:cubicBezTo>
                    <a:pt x="3947" y="1702"/>
                    <a:pt x="2642" y="2331"/>
                    <a:pt x="2233" y="3531"/>
                  </a:cubicBezTo>
                  <a:cubicBezTo>
                    <a:pt x="2023" y="4131"/>
                    <a:pt x="2080" y="4788"/>
                    <a:pt x="2376" y="5350"/>
                  </a:cubicBezTo>
                  <a:cubicBezTo>
                    <a:pt x="3157" y="6341"/>
                    <a:pt x="4585" y="6522"/>
                    <a:pt x="5586" y="5741"/>
                  </a:cubicBezTo>
                  <a:cubicBezTo>
                    <a:pt x="5700" y="5655"/>
                    <a:pt x="5804" y="5550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3" name="任意多边形: 形状 172" descr="cc545e82-2845-4c57-bfe2-2031e6fa7f7e">
              <a:extLst>
                <a:ext uri="{FF2B5EF4-FFF2-40B4-BE49-F238E27FC236}">
                  <a16:creationId xmlns:a16="http://schemas.microsoft.com/office/drawing/2014/main" id="{7A064E0B-48BA-4923-A7F1-B28FAED0F43E}"/>
                </a:ext>
              </a:extLst>
            </p:cNvPr>
            <p:cNvSpPr/>
            <p:nvPr/>
          </p:nvSpPr>
          <p:spPr>
            <a:xfrm rot="21190573">
              <a:off x="6500024" y="2950100"/>
              <a:ext cx="7468" cy="7459"/>
            </a:xfrm>
            <a:custGeom>
              <a:avLst/>
              <a:gdLst>
                <a:gd name="connsiteX0" fmla="*/ 6110 w 6937"/>
                <a:gd name="connsiteY0" fmla="*/ 5446 h 6929"/>
                <a:gd name="connsiteX1" fmla="*/ 1490 w 6937"/>
                <a:gd name="connsiteY1" fmla="*/ 6369 h 6929"/>
                <a:gd name="connsiteX2" fmla="*/ 557 w 6937"/>
                <a:gd name="connsiteY2" fmla="*/ 1750 h 6929"/>
                <a:gd name="connsiteX3" fmla="*/ 1062 w 6937"/>
                <a:gd name="connsiteY3" fmla="*/ 1159 h 6929"/>
                <a:gd name="connsiteX4" fmla="*/ 5901 w 6937"/>
                <a:gd name="connsiteY4" fmla="*/ 855 h 6929"/>
                <a:gd name="connsiteX5" fmla="*/ 6205 w 6937"/>
                <a:gd name="connsiteY5" fmla="*/ 1159 h 6929"/>
                <a:gd name="connsiteX6" fmla="*/ 6110 w 6937"/>
                <a:gd name="connsiteY6" fmla="*/ 5446 h 6929"/>
                <a:gd name="connsiteX7" fmla="*/ 6110 w 6937"/>
                <a:gd name="connsiteY7" fmla="*/ 5446 h 6929"/>
                <a:gd name="connsiteX8" fmla="*/ 5758 w 6937"/>
                <a:gd name="connsiteY8" fmla="*/ 2236 h 6929"/>
                <a:gd name="connsiteX9" fmla="*/ 5443 w 6937"/>
                <a:gd name="connsiteY9" fmla="*/ 2017 h 6929"/>
                <a:gd name="connsiteX10" fmla="*/ 2871 w 6937"/>
                <a:gd name="connsiteY10" fmla="*/ 2683 h 6929"/>
                <a:gd name="connsiteX11" fmla="*/ 2871 w 6937"/>
                <a:gd name="connsiteY11" fmla="*/ 5350 h 6929"/>
                <a:gd name="connsiteX12" fmla="*/ 5958 w 6937"/>
                <a:gd name="connsiteY12" fmla="*/ 5588 h 6929"/>
                <a:gd name="connsiteX13" fmla="*/ 6110 w 6937"/>
                <a:gd name="connsiteY13" fmla="*/ 5446 h 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37" h="6929">
                  <a:moveTo>
                    <a:pt x="6110" y="5446"/>
                  </a:moveTo>
                  <a:cubicBezTo>
                    <a:pt x="5091" y="6979"/>
                    <a:pt x="3024" y="7389"/>
                    <a:pt x="1490" y="6369"/>
                  </a:cubicBezTo>
                  <a:cubicBezTo>
                    <a:pt x="-43" y="5350"/>
                    <a:pt x="-462" y="3283"/>
                    <a:pt x="557" y="1750"/>
                  </a:cubicBezTo>
                  <a:cubicBezTo>
                    <a:pt x="709" y="1531"/>
                    <a:pt x="871" y="1340"/>
                    <a:pt x="1062" y="1159"/>
                  </a:cubicBezTo>
                  <a:cubicBezTo>
                    <a:pt x="2319" y="-260"/>
                    <a:pt x="4481" y="-393"/>
                    <a:pt x="5901" y="855"/>
                  </a:cubicBezTo>
                  <a:cubicBezTo>
                    <a:pt x="6005" y="950"/>
                    <a:pt x="6110" y="1055"/>
                    <a:pt x="6205" y="1159"/>
                  </a:cubicBezTo>
                  <a:cubicBezTo>
                    <a:pt x="7215" y="2426"/>
                    <a:pt x="7177" y="4226"/>
                    <a:pt x="6110" y="5446"/>
                  </a:cubicBezTo>
                  <a:close/>
                  <a:moveTo>
                    <a:pt x="6110" y="5446"/>
                  </a:moveTo>
                  <a:cubicBezTo>
                    <a:pt x="6901" y="4464"/>
                    <a:pt x="6748" y="3026"/>
                    <a:pt x="5758" y="2236"/>
                  </a:cubicBezTo>
                  <a:cubicBezTo>
                    <a:pt x="5662" y="2150"/>
                    <a:pt x="5558" y="2083"/>
                    <a:pt x="5443" y="2017"/>
                  </a:cubicBezTo>
                  <a:cubicBezTo>
                    <a:pt x="4538" y="1636"/>
                    <a:pt x="3481" y="1912"/>
                    <a:pt x="2871" y="2683"/>
                  </a:cubicBezTo>
                  <a:cubicBezTo>
                    <a:pt x="2233" y="3455"/>
                    <a:pt x="2233" y="4579"/>
                    <a:pt x="2871" y="5350"/>
                  </a:cubicBezTo>
                  <a:cubicBezTo>
                    <a:pt x="3662" y="6265"/>
                    <a:pt x="5043" y="6379"/>
                    <a:pt x="5958" y="5588"/>
                  </a:cubicBezTo>
                  <a:cubicBezTo>
                    <a:pt x="6015" y="5541"/>
                    <a:pt x="6062" y="5493"/>
                    <a:pt x="611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4" name="任意多边形: 形状 173" descr="1c639bca-eced-4d2f-ad86-ba1f5dbb6556">
              <a:extLst>
                <a:ext uri="{FF2B5EF4-FFF2-40B4-BE49-F238E27FC236}">
                  <a16:creationId xmlns:a16="http://schemas.microsoft.com/office/drawing/2014/main" id="{8F2DA8ED-8CFA-439B-9344-E21727921716}"/>
                </a:ext>
              </a:extLst>
            </p:cNvPr>
            <p:cNvSpPr/>
            <p:nvPr/>
          </p:nvSpPr>
          <p:spPr>
            <a:xfrm rot="21190573">
              <a:off x="6527572" y="2967990"/>
              <a:ext cx="7149" cy="7151"/>
            </a:xfrm>
            <a:custGeom>
              <a:avLst/>
              <a:gdLst>
                <a:gd name="connsiteX0" fmla="*/ 5899 w 6641"/>
                <a:gd name="connsiteY0" fmla="*/ 5350 h 6643"/>
                <a:gd name="connsiteX1" fmla="*/ 1612 w 6641"/>
                <a:gd name="connsiteY1" fmla="*/ 6208 h 6643"/>
                <a:gd name="connsiteX2" fmla="*/ 526 w 6641"/>
                <a:gd name="connsiteY2" fmla="*/ 1483 h 6643"/>
                <a:gd name="connsiteX3" fmla="*/ 755 w 6641"/>
                <a:gd name="connsiteY3" fmla="*/ 1159 h 6643"/>
                <a:gd name="connsiteX4" fmla="*/ 5594 w 6641"/>
                <a:gd name="connsiteY4" fmla="*/ 854 h 6643"/>
                <a:gd name="connsiteX5" fmla="*/ 5899 w 6641"/>
                <a:gd name="connsiteY5" fmla="*/ 1159 h 6643"/>
                <a:gd name="connsiteX6" fmla="*/ 5899 w 6641"/>
                <a:gd name="connsiteY6" fmla="*/ 5350 h 6643"/>
                <a:gd name="connsiteX7" fmla="*/ 5899 w 6641"/>
                <a:gd name="connsiteY7" fmla="*/ 5350 h 6643"/>
                <a:gd name="connsiteX8" fmla="*/ 5546 w 6641"/>
                <a:gd name="connsiteY8" fmla="*/ 2274 h 6643"/>
                <a:gd name="connsiteX9" fmla="*/ 5137 w 6641"/>
                <a:gd name="connsiteY9" fmla="*/ 2017 h 6643"/>
                <a:gd name="connsiteX10" fmla="*/ 2232 w 6641"/>
                <a:gd name="connsiteY10" fmla="*/ 3436 h 6643"/>
                <a:gd name="connsiteX11" fmla="*/ 2374 w 6641"/>
                <a:gd name="connsiteY11" fmla="*/ 5255 h 6643"/>
                <a:gd name="connsiteX12" fmla="*/ 5584 w 6641"/>
                <a:gd name="connsiteY12" fmla="*/ 5646 h 6643"/>
                <a:gd name="connsiteX13" fmla="*/ 5899 w 6641"/>
                <a:gd name="connsiteY13" fmla="*/ 5350 h 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41" h="6643">
                  <a:moveTo>
                    <a:pt x="5899" y="5350"/>
                  </a:moveTo>
                  <a:cubicBezTo>
                    <a:pt x="4879" y="6665"/>
                    <a:pt x="3051" y="7027"/>
                    <a:pt x="1612" y="6208"/>
                  </a:cubicBezTo>
                  <a:cubicBezTo>
                    <a:pt x="3" y="5198"/>
                    <a:pt x="-483" y="3083"/>
                    <a:pt x="526" y="1483"/>
                  </a:cubicBezTo>
                  <a:cubicBezTo>
                    <a:pt x="593" y="1369"/>
                    <a:pt x="669" y="1264"/>
                    <a:pt x="755" y="1159"/>
                  </a:cubicBezTo>
                  <a:cubicBezTo>
                    <a:pt x="2003" y="-260"/>
                    <a:pt x="4174" y="-393"/>
                    <a:pt x="5594" y="854"/>
                  </a:cubicBezTo>
                  <a:cubicBezTo>
                    <a:pt x="5699" y="950"/>
                    <a:pt x="5803" y="1055"/>
                    <a:pt x="5899" y="1159"/>
                  </a:cubicBezTo>
                  <a:cubicBezTo>
                    <a:pt x="6889" y="2378"/>
                    <a:pt x="6889" y="4131"/>
                    <a:pt x="5899" y="5350"/>
                  </a:cubicBezTo>
                  <a:close/>
                  <a:moveTo>
                    <a:pt x="5899" y="5350"/>
                  </a:moveTo>
                  <a:cubicBezTo>
                    <a:pt x="6651" y="4398"/>
                    <a:pt x="6489" y="3026"/>
                    <a:pt x="5546" y="2274"/>
                  </a:cubicBezTo>
                  <a:cubicBezTo>
                    <a:pt x="5422" y="2169"/>
                    <a:pt x="5280" y="2083"/>
                    <a:pt x="5137" y="2017"/>
                  </a:cubicBezTo>
                  <a:cubicBezTo>
                    <a:pt x="3946" y="1607"/>
                    <a:pt x="2641" y="2236"/>
                    <a:pt x="2232" y="3436"/>
                  </a:cubicBezTo>
                  <a:cubicBezTo>
                    <a:pt x="2022" y="4036"/>
                    <a:pt x="2070" y="4693"/>
                    <a:pt x="2374" y="5255"/>
                  </a:cubicBezTo>
                  <a:cubicBezTo>
                    <a:pt x="3155" y="6246"/>
                    <a:pt x="4584" y="6427"/>
                    <a:pt x="5584" y="5646"/>
                  </a:cubicBezTo>
                  <a:cubicBezTo>
                    <a:pt x="5699" y="5560"/>
                    <a:pt x="5803" y="5455"/>
                    <a:pt x="5899" y="535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5" name="任意多边形: 形状 174" descr="2434fb4d-ee9e-4d5f-b52a-324ee3a99da6">
              <a:extLst>
                <a:ext uri="{FF2B5EF4-FFF2-40B4-BE49-F238E27FC236}">
                  <a16:creationId xmlns:a16="http://schemas.microsoft.com/office/drawing/2014/main" id="{0541BA87-05D3-4EAD-B1FF-8E74C5D166C8}"/>
                </a:ext>
              </a:extLst>
            </p:cNvPr>
            <p:cNvSpPr/>
            <p:nvPr/>
          </p:nvSpPr>
          <p:spPr>
            <a:xfrm rot="21190573">
              <a:off x="6554849" y="2985789"/>
              <a:ext cx="7223" cy="7174"/>
            </a:xfrm>
            <a:custGeom>
              <a:avLst/>
              <a:gdLst>
                <a:gd name="connsiteX0" fmla="*/ 5851 w 6710"/>
                <a:gd name="connsiteY0" fmla="*/ 5445 h 6664"/>
                <a:gd name="connsiteX1" fmla="*/ 1660 w 6710"/>
                <a:gd name="connsiteY1" fmla="*/ 6207 h 6664"/>
                <a:gd name="connsiteX2" fmla="*/ 450 w 6710"/>
                <a:gd name="connsiteY2" fmla="*/ 1645 h 6664"/>
                <a:gd name="connsiteX3" fmla="*/ 803 w 6710"/>
                <a:gd name="connsiteY3" fmla="*/ 1159 h 6664"/>
                <a:gd name="connsiteX4" fmla="*/ 5642 w 6710"/>
                <a:gd name="connsiteY4" fmla="*/ 854 h 6664"/>
                <a:gd name="connsiteX5" fmla="*/ 5946 w 6710"/>
                <a:gd name="connsiteY5" fmla="*/ 1159 h 6664"/>
                <a:gd name="connsiteX6" fmla="*/ 5851 w 6710"/>
                <a:gd name="connsiteY6" fmla="*/ 5445 h 6664"/>
                <a:gd name="connsiteX7" fmla="*/ 5851 w 6710"/>
                <a:gd name="connsiteY7" fmla="*/ 5445 h 6664"/>
                <a:gd name="connsiteX8" fmla="*/ 5499 w 6710"/>
                <a:gd name="connsiteY8" fmla="*/ 2236 h 6664"/>
                <a:gd name="connsiteX9" fmla="*/ 5184 w 6710"/>
                <a:gd name="connsiteY9" fmla="*/ 2016 h 6664"/>
                <a:gd name="connsiteX10" fmla="*/ 2613 w 6710"/>
                <a:gd name="connsiteY10" fmla="*/ 2683 h 6664"/>
                <a:gd name="connsiteX11" fmla="*/ 2613 w 6710"/>
                <a:gd name="connsiteY11" fmla="*/ 5350 h 6664"/>
                <a:gd name="connsiteX12" fmla="*/ 5699 w 6710"/>
                <a:gd name="connsiteY12" fmla="*/ 5588 h 6664"/>
                <a:gd name="connsiteX13" fmla="*/ 5851 w 6710"/>
                <a:gd name="connsiteY13" fmla="*/ 5445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10" h="6664">
                  <a:moveTo>
                    <a:pt x="5851" y="5445"/>
                  </a:moveTo>
                  <a:cubicBezTo>
                    <a:pt x="4841" y="6712"/>
                    <a:pt x="3051" y="7036"/>
                    <a:pt x="1660" y="6207"/>
                  </a:cubicBezTo>
                  <a:cubicBezTo>
                    <a:pt x="70" y="5284"/>
                    <a:pt x="-473" y="3245"/>
                    <a:pt x="450" y="1645"/>
                  </a:cubicBezTo>
                  <a:cubicBezTo>
                    <a:pt x="555" y="1474"/>
                    <a:pt x="670" y="1312"/>
                    <a:pt x="803" y="1159"/>
                  </a:cubicBezTo>
                  <a:cubicBezTo>
                    <a:pt x="2060" y="-260"/>
                    <a:pt x="4222" y="-393"/>
                    <a:pt x="5642" y="854"/>
                  </a:cubicBezTo>
                  <a:cubicBezTo>
                    <a:pt x="5746" y="950"/>
                    <a:pt x="5851" y="1054"/>
                    <a:pt x="5946" y="1159"/>
                  </a:cubicBezTo>
                  <a:cubicBezTo>
                    <a:pt x="7004" y="2407"/>
                    <a:pt x="6956" y="4245"/>
                    <a:pt x="5851" y="5445"/>
                  </a:cubicBezTo>
                  <a:close/>
                  <a:moveTo>
                    <a:pt x="5851" y="5445"/>
                  </a:moveTo>
                  <a:cubicBezTo>
                    <a:pt x="6642" y="4464"/>
                    <a:pt x="6489" y="3026"/>
                    <a:pt x="5499" y="2236"/>
                  </a:cubicBezTo>
                  <a:cubicBezTo>
                    <a:pt x="5404" y="2150"/>
                    <a:pt x="5299" y="2083"/>
                    <a:pt x="5184" y="2016"/>
                  </a:cubicBezTo>
                  <a:cubicBezTo>
                    <a:pt x="4280" y="1636"/>
                    <a:pt x="3222" y="1912"/>
                    <a:pt x="2613" y="2683"/>
                  </a:cubicBezTo>
                  <a:cubicBezTo>
                    <a:pt x="1974" y="3455"/>
                    <a:pt x="1974" y="4579"/>
                    <a:pt x="2613" y="5350"/>
                  </a:cubicBezTo>
                  <a:cubicBezTo>
                    <a:pt x="3403" y="6265"/>
                    <a:pt x="4784" y="6369"/>
                    <a:pt x="5699" y="5588"/>
                  </a:cubicBezTo>
                  <a:cubicBezTo>
                    <a:pt x="5756" y="5541"/>
                    <a:pt x="5804" y="5493"/>
                    <a:pt x="5851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6" name="任意多边形: 形状 175" descr="e87b518b-2758-43fc-82ea-9595af68dac9">
              <a:extLst>
                <a:ext uri="{FF2B5EF4-FFF2-40B4-BE49-F238E27FC236}">
                  <a16:creationId xmlns:a16="http://schemas.microsoft.com/office/drawing/2014/main" id="{E436EDAE-E492-4004-8D6E-90D6558BD91B}"/>
                </a:ext>
              </a:extLst>
            </p:cNvPr>
            <p:cNvSpPr/>
            <p:nvPr/>
          </p:nvSpPr>
          <p:spPr>
            <a:xfrm rot="21190573">
              <a:off x="6581974" y="3003472"/>
              <a:ext cx="7386" cy="7385"/>
            </a:xfrm>
            <a:custGeom>
              <a:avLst/>
              <a:gdLst>
                <a:gd name="connsiteX0" fmla="*/ 6037 w 6861"/>
                <a:gd name="connsiteY0" fmla="*/ 5658 h 6860"/>
                <a:gd name="connsiteX1" fmla="*/ 1751 w 6861"/>
                <a:gd name="connsiteY1" fmla="*/ 6420 h 6860"/>
                <a:gd name="connsiteX2" fmla="*/ 437 w 6861"/>
                <a:gd name="connsiteY2" fmla="*/ 1753 h 6860"/>
                <a:gd name="connsiteX3" fmla="*/ 5113 w 6861"/>
                <a:gd name="connsiteY3" fmla="*/ 439 h 6860"/>
                <a:gd name="connsiteX4" fmla="*/ 6418 w 6861"/>
                <a:gd name="connsiteY4" fmla="*/ 5106 h 6860"/>
                <a:gd name="connsiteX5" fmla="*/ 6037 w 6861"/>
                <a:gd name="connsiteY5" fmla="*/ 5658 h 6860"/>
                <a:gd name="connsiteX6" fmla="*/ 6037 w 6861"/>
                <a:gd name="connsiteY6" fmla="*/ 5658 h 6860"/>
                <a:gd name="connsiteX7" fmla="*/ 5628 w 6861"/>
                <a:gd name="connsiteY7" fmla="*/ 2448 h 6860"/>
                <a:gd name="connsiteX8" fmla="*/ 5275 w 6861"/>
                <a:gd name="connsiteY8" fmla="*/ 2229 h 6860"/>
                <a:gd name="connsiteX9" fmla="*/ 2370 w 6861"/>
                <a:gd name="connsiteY9" fmla="*/ 3649 h 6860"/>
                <a:gd name="connsiteX10" fmla="*/ 2513 w 6861"/>
                <a:gd name="connsiteY10" fmla="*/ 5468 h 6860"/>
                <a:gd name="connsiteX11" fmla="*/ 5713 w 6861"/>
                <a:gd name="connsiteY11" fmla="*/ 5954 h 6860"/>
                <a:gd name="connsiteX12" fmla="*/ 6037 w 6861"/>
                <a:gd name="connsiteY12" fmla="*/ 5658 h 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61" h="6860">
                  <a:moveTo>
                    <a:pt x="6037" y="5658"/>
                  </a:moveTo>
                  <a:cubicBezTo>
                    <a:pt x="4971" y="6906"/>
                    <a:pt x="3180" y="7221"/>
                    <a:pt x="1751" y="6420"/>
                  </a:cubicBezTo>
                  <a:cubicBezTo>
                    <a:pt x="103" y="5497"/>
                    <a:pt x="-487" y="3401"/>
                    <a:pt x="437" y="1753"/>
                  </a:cubicBezTo>
                  <a:cubicBezTo>
                    <a:pt x="1370" y="96"/>
                    <a:pt x="3456" y="-485"/>
                    <a:pt x="5113" y="439"/>
                  </a:cubicBezTo>
                  <a:cubicBezTo>
                    <a:pt x="6761" y="1372"/>
                    <a:pt x="7352" y="3458"/>
                    <a:pt x="6418" y="5106"/>
                  </a:cubicBezTo>
                  <a:cubicBezTo>
                    <a:pt x="6314" y="5306"/>
                    <a:pt x="6180" y="5487"/>
                    <a:pt x="6037" y="5658"/>
                  </a:cubicBezTo>
                  <a:close/>
                  <a:moveTo>
                    <a:pt x="6037" y="5658"/>
                  </a:moveTo>
                  <a:cubicBezTo>
                    <a:pt x="6809" y="4658"/>
                    <a:pt x="6628" y="3220"/>
                    <a:pt x="5628" y="2448"/>
                  </a:cubicBezTo>
                  <a:cubicBezTo>
                    <a:pt x="5513" y="2363"/>
                    <a:pt x="5399" y="2296"/>
                    <a:pt x="5275" y="2229"/>
                  </a:cubicBezTo>
                  <a:cubicBezTo>
                    <a:pt x="4085" y="1820"/>
                    <a:pt x="2780" y="2448"/>
                    <a:pt x="2370" y="3649"/>
                  </a:cubicBezTo>
                  <a:cubicBezTo>
                    <a:pt x="2161" y="4249"/>
                    <a:pt x="2208" y="4906"/>
                    <a:pt x="2513" y="5468"/>
                  </a:cubicBezTo>
                  <a:cubicBezTo>
                    <a:pt x="3266" y="6487"/>
                    <a:pt x="4694" y="6706"/>
                    <a:pt x="5713" y="5954"/>
                  </a:cubicBezTo>
                  <a:cubicBezTo>
                    <a:pt x="5828" y="5868"/>
                    <a:pt x="5942" y="5763"/>
                    <a:pt x="6037" y="565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7" name="任意多边形: 形状 176" descr="95ac5416-962f-46b1-9db4-b66e8e39a001">
              <a:extLst>
                <a:ext uri="{FF2B5EF4-FFF2-40B4-BE49-F238E27FC236}">
                  <a16:creationId xmlns:a16="http://schemas.microsoft.com/office/drawing/2014/main" id="{E76362F1-57BB-416F-8634-61E354E8F8CC}"/>
                </a:ext>
              </a:extLst>
            </p:cNvPr>
            <p:cNvSpPr/>
            <p:nvPr/>
          </p:nvSpPr>
          <p:spPr>
            <a:xfrm rot="21190573">
              <a:off x="6609467" y="3021492"/>
              <a:ext cx="7169" cy="7174"/>
            </a:xfrm>
            <a:custGeom>
              <a:avLst/>
              <a:gdLst>
                <a:gd name="connsiteX0" fmla="*/ 5801 w 6660"/>
                <a:gd name="connsiteY0" fmla="*/ 5446 h 6664"/>
                <a:gd name="connsiteX1" fmla="*/ 1610 w 6660"/>
                <a:gd name="connsiteY1" fmla="*/ 6207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2 w 6660"/>
                <a:gd name="connsiteY4" fmla="*/ 854 h 6664"/>
                <a:gd name="connsiteX5" fmla="*/ 5896 w 6660"/>
                <a:gd name="connsiteY5" fmla="*/ 1159 h 6664"/>
                <a:gd name="connsiteX6" fmla="*/ 5801 w 6660"/>
                <a:gd name="connsiteY6" fmla="*/ 5446 h 6664"/>
                <a:gd name="connsiteX7" fmla="*/ 5801 w 6660"/>
                <a:gd name="connsiteY7" fmla="*/ 5446 h 6664"/>
                <a:gd name="connsiteX8" fmla="*/ 5449 w 6660"/>
                <a:gd name="connsiteY8" fmla="*/ 2236 h 6664"/>
                <a:gd name="connsiteX9" fmla="*/ 5134 w 6660"/>
                <a:gd name="connsiteY9" fmla="*/ 2017 h 6664"/>
                <a:gd name="connsiteX10" fmla="*/ 2563 w 6660"/>
                <a:gd name="connsiteY10" fmla="*/ 2683 h 6664"/>
                <a:gd name="connsiteX11" fmla="*/ 2563 w 6660"/>
                <a:gd name="connsiteY11" fmla="*/ 5350 h 6664"/>
                <a:gd name="connsiteX12" fmla="*/ 5649 w 6660"/>
                <a:gd name="connsiteY12" fmla="*/ 5588 h 6664"/>
                <a:gd name="connsiteX13" fmla="*/ 5801 w 6660"/>
                <a:gd name="connsiteY13" fmla="*/ 5446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0" h="6664">
                  <a:moveTo>
                    <a:pt x="5801" y="5446"/>
                  </a:moveTo>
                  <a:cubicBezTo>
                    <a:pt x="4791" y="6712"/>
                    <a:pt x="3001" y="7036"/>
                    <a:pt x="1610" y="6207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2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54" y="2407"/>
                    <a:pt x="6906" y="4245"/>
                    <a:pt x="5801" y="5446"/>
                  </a:cubicBezTo>
                  <a:close/>
                  <a:moveTo>
                    <a:pt x="5801" y="5446"/>
                  </a:moveTo>
                  <a:cubicBezTo>
                    <a:pt x="6592" y="4464"/>
                    <a:pt x="6439" y="3026"/>
                    <a:pt x="5449" y="2236"/>
                  </a:cubicBezTo>
                  <a:cubicBezTo>
                    <a:pt x="5353" y="2150"/>
                    <a:pt x="5249" y="2083"/>
                    <a:pt x="5134" y="2017"/>
                  </a:cubicBezTo>
                  <a:cubicBezTo>
                    <a:pt x="4229" y="1636"/>
                    <a:pt x="3172" y="1912"/>
                    <a:pt x="2563" y="2683"/>
                  </a:cubicBezTo>
                  <a:cubicBezTo>
                    <a:pt x="1924" y="3455"/>
                    <a:pt x="1924" y="4579"/>
                    <a:pt x="2563" y="5350"/>
                  </a:cubicBezTo>
                  <a:cubicBezTo>
                    <a:pt x="3353" y="6265"/>
                    <a:pt x="4734" y="6379"/>
                    <a:pt x="5649" y="5588"/>
                  </a:cubicBezTo>
                  <a:cubicBezTo>
                    <a:pt x="5706" y="5541"/>
                    <a:pt x="5753" y="5493"/>
                    <a:pt x="580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8" name="任意多边形: 形状 177" descr="fe2e410c-aa05-4b22-8fb2-a87a97a5b9b5">
              <a:extLst>
                <a:ext uri="{FF2B5EF4-FFF2-40B4-BE49-F238E27FC236}">
                  <a16:creationId xmlns:a16="http://schemas.microsoft.com/office/drawing/2014/main" id="{18E7F25B-C524-4585-A176-9F2507B79557}"/>
                </a:ext>
              </a:extLst>
            </p:cNvPr>
            <p:cNvSpPr/>
            <p:nvPr/>
          </p:nvSpPr>
          <p:spPr>
            <a:xfrm rot="21190573">
              <a:off x="6363437" y="3040089"/>
              <a:ext cx="7186" cy="7155"/>
            </a:xfrm>
            <a:custGeom>
              <a:avLst/>
              <a:gdLst>
                <a:gd name="connsiteX0" fmla="*/ 5896 w 6675"/>
                <a:gd name="connsiteY0" fmla="*/ 5446 h 6647"/>
                <a:gd name="connsiteX1" fmla="*/ 1610 w 6675"/>
                <a:gd name="connsiteY1" fmla="*/ 6208 h 6647"/>
                <a:gd name="connsiteX2" fmla="*/ 524 w 6675"/>
                <a:gd name="connsiteY2" fmla="*/ 1483 h 6647"/>
                <a:gd name="connsiteX3" fmla="*/ 753 w 6675"/>
                <a:gd name="connsiteY3" fmla="*/ 1159 h 6647"/>
                <a:gd name="connsiteX4" fmla="*/ 5591 w 6675"/>
                <a:gd name="connsiteY4" fmla="*/ 854 h 6647"/>
                <a:gd name="connsiteX5" fmla="*/ 5896 w 6675"/>
                <a:gd name="connsiteY5" fmla="*/ 1159 h 6647"/>
                <a:gd name="connsiteX6" fmla="*/ 5896 w 6675"/>
                <a:gd name="connsiteY6" fmla="*/ 5446 h 6647"/>
                <a:gd name="connsiteX7" fmla="*/ 5896 w 6675"/>
                <a:gd name="connsiteY7" fmla="*/ 5446 h 6647"/>
                <a:gd name="connsiteX8" fmla="*/ 5487 w 6675"/>
                <a:gd name="connsiteY8" fmla="*/ 2236 h 6647"/>
                <a:gd name="connsiteX9" fmla="*/ 5134 w 6675"/>
                <a:gd name="connsiteY9" fmla="*/ 2017 h 6647"/>
                <a:gd name="connsiteX10" fmla="*/ 2563 w 6675"/>
                <a:gd name="connsiteY10" fmla="*/ 2683 h 6647"/>
                <a:gd name="connsiteX11" fmla="*/ 2563 w 6675"/>
                <a:gd name="connsiteY11" fmla="*/ 5350 h 6647"/>
                <a:gd name="connsiteX12" fmla="*/ 5791 w 6675"/>
                <a:gd name="connsiteY12" fmla="*/ 5550 h 6647"/>
                <a:gd name="connsiteX13" fmla="*/ 5896 w 6675"/>
                <a:gd name="connsiteY13" fmla="*/ 5446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5" h="6647">
                  <a:moveTo>
                    <a:pt x="5896" y="5446"/>
                  </a:moveTo>
                  <a:cubicBezTo>
                    <a:pt x="4830" y="6693"/>
                    <a:pt x="3039" y="7008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01" y="-260"/>
                    <a:pt x="4172" y="-393"/>
                    <a:pt x="5591" y="854"/>
                  </a:cubicBezTo>
                  <a:cubicBezTo>
                    <a:pt x="5696" y="950"/>
                    <a:pt x="5801" y="1055"/>
                    <a:pt x="5896" y="1159"/>
                  </a:cubicBezTo>
                  <a:cubicBezTo>
                    <a:pt x="6935" y="2397"/>
                    <a:pt x="6935" y="4207"/>
                    <a:pt x="5896" y="5446"/>
                  </a:cubicBezTo>
                  <a:close/>
                  <a:moveTo>
                    <a:pt x="5896" y="5446"/>
                  </a:moveTo>
                  <a:cubicBezTo>
                    <a:pt x="6668" y="4445"/>
                    <a:pt x="6487" y="3007"/>
                    <a:pt x="5487" y="2236"/>
                  </a:cubicBezTo>
                  <a:cubicBezTo>
                    <a:pt x="5373" y="2150"/>
                    <a:pt x="5258" y="2083"/>
                    <a:pt x="5134" y="2017"/>
                  </a:cubicBezTo>
                  <a:cubicBezTo>
                    <a:pt x="4220" y="1664"/>
                    <a:pt x="3191" y="1931"/>
                    <a:pt x="2563" y="2683"/>
                  </a:cubicBezTo>
                  <a:cubicBezTo>
                    <a:pt x="2020" y="3493"/>
                    <a:pt x="2020" y="4541"/>
                    <a:pt x="2563" y="5350"/>
                  </a:cubicBezTo>
                  <a:cubicBezTo>
                    <a:pt x="3401" y="6293"/>
                    <a:pt x="4849" y="6379"/>
                    <a:pt x="5791" y="5550"/>
                  </a:cubicBezTo>
                  <a:cubicBezTo>
                    <a:pt x="5830" y="5512"/>
                    <a:pt x="5858" y="5484"/>
                    <a:pt x="5896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9" name="任意多边形: 形状 178" descr="7c334623-33b5-4b6d-8886-85fb23eac15c">
              <a:extLst>
                <a:ext uri="{FF2B5EF4-FFF2-40B4-BE49-F238E27FC236}">
                  <a16:creationId xmlns:a16="http://schemas.microsoft.com/office/drawing/2014/main" id="{89AFC97C-662F-4A55-9124-2A1131EC2255}"/>
                </a:ext>
              </a:extLst>
            </p:cNvPr>
            <p:cNvSpPr/>
            <p:nvPr/>
          </p:nvSpPr>
          <p:spPr>
            <a:xfrm rot="21190573">
              <a:off x="6390774" y="3057934"/>
              <a:ext cx="7158" cy="7232"/>
            </a:xfrm>
            <a:custGeom>
              <a:avLst/>
              <a:gdLst>
                <a:gd name="connsiteX0" fmla="*/ 5801 w 6649"/>
                <a:gd name="connsiteY0" fmla="*/ 5402 h 6718"/>
                <a:gd name="connsiteX1" fmla="*/ 1610 w 6649"/>
                <a:gd name="connsiteY1" fmla="*/ 6259 h 6718"/>
                <a:gd name="connsiteX2" fmla="*/ 524 w 6649"/>
                <a:gd name="connsiteY2" fmla="*/ 1534 h 6718"/>
                <a:gd name="connsiteX3" fmla="*/ 753 w 6649"/>
                <a:gd name="connsiteY3" fmla="*/ 1211 h 6718"/>
                <a:gd name="connsiteX4" fmla="*/ 5449 w 6649"/>
                <a:gd name="connsiteY4" fmla="*/ 763 h 6718"/>
                <a:gd name="connsiteX5" fmla="*/ 5896 w 6649"/>
                <a:gd name="connsiteY5" fmla="*/ 1211 h 6718"/>
                <a:gd name="connsiteX6" fmla="*/ 5801 w 6649"/>
                <a:gd name="connsiteY6" fmla="*/ 5402 h 6718"/>
                <a:gd name="connsiteX7" fmla="*/ 5801 w 6649"/>
                <a:gd name="connsiteY7" fmla="*/ 5402 h 6718"/>
                <a:gd name="connsiteX8" fmla="*/ 5506 w 6649"/>
                <a:gd name="connsiteY8" fmla="*/ 2315 h 6718"/>
                <a:gd name="connsiteX9" fmla="*/ 5134 w 6649"/>
                <a:gd name="connsiteY9" fmla="*/ 2068 h 6718"/>
                <a:gd name="connsiteX10" fmla="*/ 2563 w 6649"/>
                <a:gd name="connsiteY10" fmla="*/ 2735 h 6718"/>
                <a:gd name="connsiteX11" fmla="*/ 2563 w 6649"/>
                <a:gd name="connsiteY11" fmla="*/ 5306 h 6718"/>
                <a:gd name="connsiteX12" fmla="*/ 5649 w 6649"/>
                <a:gd name="connsiteY12" fmla="*/ 5544 h 6718"/>
                <a:gd name="connsiteX13" fmla="*/ 5801 w 6649"/>
                <a:gd name="connsiteY13" fmla="*/ 5402 h 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49" h="6718">
                  <a:moveTo>
                    <a:pt x="5801" y="5402"/>
                  </a:moveTo>
                  <a:cubicBezTo>
                    <a:pt x="4849" y="6745"/>
                    <a:pt x="3020" y="7116"/>
                    <a:pt x="1610" y="6259"/>
                  </a:cubicBezTo>
                  <a:cubicBezTo>
                    <a:pt x="10" y="5249"/>
                    <a:pt x="-485" y="3135"/>
                    <a:pt x="524" y="1534"/>
                  </a:cubicBezTo>
                  <a:cubicBezTo>
                    <a:pt x="591" y="1420"/>
                    <a:pt x="667" y="1315"/>
                    <a:pt x="753" y="1211"/>
                  </a:cubicBezTo>
                  <a:cubicBezTo>
                    <a:pt x="1924" y="-209"/>
                    <a:pt x="4029" y="-409"/>
                    <a:pt x="5449" y="763"/>
                  </a:cubicBezTo>
                  <a:cubicBezTo>
                    <a:pt x="5611" y="896"/>
                    <a:pt x="5763" y="1049"/>
                    <a:pt x="5896" y="1211"/>
                  </a:cubicBezTo>
                  <a:cubicBezTo>
                    <a:pt x="6934" y="2430"/>
                    <a:pt x="6896" y="4230"/>
                    <a:pt x="5801" y="5402"/>
                  </a:cubicBezTo>
                  <a:close/>
                  <a:moveTo>
                    <a:pt x="5801" y="5402"/>
                  </a:moveTo>
                  <a:cubicBezTo>
                    <a:pt x="6573" y="4468"/>
                    <a:pt x="6439" y="3087"/>
                    <a:pt x="5506" y="2315"/>
                  </a:cubicBezTo>
                  <a:cubicBezTo>
                    <a:pt x="5391" y="2220"/>
                    <a:pt x="5268" y="2134"/>
                    <a:pt x="5134" y="2068"/>
                  </a:cubicBezTo>
                  <a:cubicBezTo>
                    <a:pt x="4229" y="1649"/>
                    <a:pt x="3153" y="1925"/>
                    <a:pt x="2563" y="2735"/>
                  </a:cubicBezTo>
                  <a:cubicBezTo>
                    <a:pt x="1934" y="3478"/>
                    <a:pt x="1934" y="4563"/>
                    <a:pt x="2563" y="5306"/>
                  </a:cubicBezTo>
                  <a:cubicBezTo>
                    <a:pt x="3353" y="6221"/>
                    <a:pt x="4734" y="6335"/>
                    <a:pt x="5649" y="5544"/>
                  </a:cubicBezTo>
                  <a:cubicBezTo>
                    <a:pt x="5706" y="5497"/>
                    <a:pt x="5753" y="5449"/>
                    <a:pt x="5801" y="5402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0" name="任意多边形: 形状 179" descr="5d335e73-ec2d-423c-a58c-61b88574f5ac">
              <a:extLst>
                <a:ext uri="{FF2B5EF4-FFF2-40B4-BE49-F238E27FC236}">
                  <a16:creationId xmlns:a16="http://schemas.microsoft.com/office/drawing/2014/main" id="{BF201BFD-3556-477F-A1A9-67F736FCEBC3}"/>
                </a:ext>
              </a:extLst>
            </p:cNvPr>
            <p:cNvSpPr/>
            <p:nvPr/>
          </p:nvSpPr>
          <p:spPr>
            <a:xfrm rot="21190573">
              <a:off x="6335927" y="3022005"/>
              <a:ext cx="7471" cy="7433"/>
            </a:xfrm>
            <a:custGeom>
              <a:avLst/>
              <a:gdLst>
                <a:gd name="connsiteX0" fmla="*/ 6049 w 6940"/>
                <a:gd name="connsiteY0" fmla="*/ 5621 h 6905"/>
                <a:gd name="connsiteX1" fmla="*/ 1858 w 6940"/>
                <a:gd name="connsiteY1" fmla="*/ 6478 h 6905"/>
                <a:gd name="connsiteX2" fmla="*/ 382 w 6940"/>
                <a:gd name="connsiteY2" fmla="*/ 1858 h 6905"/>
                <a:gd name="connsiteX3" fmla="*/ 5002 w 6940"/>
                <a:gd name="connsiteY3" fmla="*/ 382 h 6905"/>
                <a:gd name="connsiteX4" fmla="*/ 6145 w 6940"/>
                <a:gd name="connsiteY4" fmla="*/ 1335 h 6905"/>
                <a:gd name="connsiteX5" fmla="*/ 6049 w 6940"/>
                <a:gd name="connsiteY5" fmla="*/ 5621 h 6905"/>
                <a:gd name="connsiteX6" fmla="*/ 6049 w 6940"/>
                <a:gd name="connsiteY6" fmla="*/ 5621 h 6905"/>
                <a:gd name="connsiteX7" fmla="*/ 5754 w 6940"/>
                <a:gd name="connsiteY7" fmla="*/ 2535 h 6905"/>
                <a:gd name="connsiteX8" fmla="*/ 5383 w 6940"/>
                <a:gd name="connsiteY8" fmla="*/ 2287 h 6905"/>
                <a:gd name="connsiteX9" fmla="*/ 2811 w 6940"/>
                <a:gd name="connsiteY9" fmla="*/ 2954 h 6905"/>
                <a:gd name="connsiteX10" fmla="*/ 2811 w 6940"/>
                <a:gd name="connsiteY10" fmla="*/ 5526 h 6905"/>
                <a:gd name="connsiteX11" fmla="*/ 5897 w 6940"/>
                <a:gd name="connsiteY11" fmla="*/ 5764 h 6905"/>
                <a:gd name="connsiteX12" fmla="*/ 6049 w 6940"/>
                <a:gd name="connsiteY12" fmla="*/ 5621 h 6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40" h="6905">
                  <a:moveTo>
                    <a:pt x="6049" y="5621"/>
                  </a:moveTo>
                  <a:cubicBezTo>
                    <a:pt x="5068" y="6916"/>
                    <a:pt x="3268" y="7288"/>
                    <a:pt x="1858" y="6478"/>
                  </a:cubicBezTo>
                  <a:cubicBezTo>
                    <a:pt x="172" y="5611"/>
                    <a:pt x="-485" y="3544"/>
                    <a:pt x="382" y="1858"/>
                  </a:cubicBezTo>
                  <a:cubicBezTo>
                    <a:pt x="1249" y="172"/>
                    <a:pt x="3325" y="-485"/>
                    <a:pt x="5002" y="382"/>
                  </a:cubicBezTo>
                  <a:cubicBezTo>
                    <a:pt x="5449" y="611"/>
                    <a:pt x="5840" y="934"/>
                    <a:pt x="6145" y="1335"/>
                  </a:cubicBezTo>
                  <a:cubicBezTo>
                    <a:pt x="7240" y="2563"/>
                    <a:pt x="7202" y="4440"/>
                    <a:pt x="6049" y="5621"/>
                  </a:cubicBezTo>
                  <a:close/>
                  <a:moveTo>
                    <a:pt x="6049" y="5621"/>
                  </a:moveTo>
                  <a:cubicBezTo>
                    <a:pt x="6821" y="4687"/>
                    <a:pt x="6687" y="3306"/>
                    <a:pt x="5754" y="2535"/>
                  </a:cubicBezTo>
                  <a:cubicBezTo>
                    <a:pt x="5640" y="2439"/>
                    <a:pt x="5516" y="2354"/>
                    <a:pt x="5383" y="2287"/>
                  </a:cubicBezTo>
                  <a:cubicBezTo>
                    <a:pt x="4478" y="1868"/>
                    <a:pt x="3401" y="2144"/>
                    <a:pt x="2811" y="2954"/>
                  </a:cubicBezTo>
                  <a:cubicBezTo>
                    <a:pt x="2182" y="3697"/>
                    <a:pt x="2182" y="4783"/>
                    <a:pt x="2811" y="5526"/>
                  </a:cubicBezTo>
                  <a:cubicBezTo>
                    <a:pt x="3602" y="6440"/>
                    <a:pt x="4983" y="6554"/>
                    <a:pt x="5897" y="5764"/>
                  </a:cubicBezTo>
                  <a:cubicBezTo>
                    <a:pt x="5954" y="5716"/>
                    <a:pt x="6002" y="5668"/>
                    <a:pt x="6049" y="5621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1" name="任意多边形: 形状 180" descr="022b1ea3-89ea-4a1d-ac3e-2d963ee2330d">
              <a:extLst>
                <a:ext uri="{FF2B5EF4-FFF2-40B4-BE49-F238E27FC236}">
                  <a16:creationId xmlns:a16="http://schemas.microsoft.com/office/drawing/2014/main" id="{591C751B-810C-4EAF-AAB3-92C850AA5D4E}"/>
                </a:ext>
              </a:extLst>
            </p:cNvPr>
            <p:cNvSpPr/>
            <p:nvPr/>
          </p:nvSpPr>
          <p:spPr>
            <a:xfrm rot="21190573">
              <a:off x="6418314" y="3075724"/>
              <a:ext cx="7176" cy="7209"/>
            </a:xfrm>
            <a:custGeom>
              <a:avLst/>
              <a:gdLst>
                <a:gd name="connsiteX0" fmla="*/ 5888 w 6666"/>
                <a:gd name="connsiteY0" fmla="*/ 5478 h 6697"/>
                <a:gd name="connsiteX1" fmla="*/ 1697 w 6666"/>
                <a:gd name="connsiteY1" fmla="*/ 6240 h 6697"/>
                <a:gd name="connsiteX2" fmla="*/ 430 w 6666"/>
                <a:gd name="connsiteY2" fmla="*/ 1697 h 6697"/>
                <a:gd name="connsiteX3" fmla="*/ 4973 w 6666"/>
                <a:gd name="connsiteY3" fmla="*/ 430 h 6697"/>
                <a:gd name="connsiteX4" fmla="*/ 5888 w 6666"/>
                <a:gd name="connsiteY4" fmla="*/ 1192 h 6697"/>
                <a:gd name="connsiteX5" fmla="*/ 5888 w 6666"/>
                <a:gd name="connsiteY5" fmla="*/ 5478 h 6697"/>
                <a:gd name="connsiteX6" fmla="*/ 5888 w 6666"/>
                <a:gd name="connsiteY6" fmla="*/ 5478 h 6697"/>
                <a:gd name="connsiteX7" fmla="*/ 5659 w 6666"/>
                <a:gd name="connsiteY7" fmla="*/ 2392 h 6697"/>
                <a:gd name="connsiteX8" fmla="*/ 5126 w 6666"/>
                <a:gd name="connsiteY8" fmla="*/ 2049 h 6697"/>
                <a:gd name="connsiteX9" fmla="*/ 2649 w 6666"/>
                <a:gd name="connsiteY9" fmla="*/ 2716 h 6697"/>
                <a:gd name="connsiteX10" fmla="*/ 2649 w 6666"/>
                <a:gd name="connsiteY10" fmla="*/ 5383 h 6697"/>
                <a:gd name="connsiteX11" fmla="*/ 5735 w 6666"/>
                <a:gd name="connsiteY11" fmla="*/ 5621 h 6697"/>
                <a:gd name="connsiteX12" fmla="*/ 5888 w 6666"/>
                <a:gd name="connsiteY12" fmla="*/ 5478 h 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66" h="6697">
                  <a:moveTo>
                    <a:pt x="5888" y="5478"/>
                  </a:moveTo>
                  <a:cubicBezTo>
                    <a:pt x="4878" y="6745"/>
                    <a:pt x="3087" y="7069"/>
                    <a:pt x="1697" y="6240"/>
                  </a:cubicBezTo>
                  <a:cubicBezTo>
                    <a:pt x="96" y="5335"/>
                    <a:pt x="-475" y="3297"/>
                    <a:pt x="430" y="1697"/>
                  </a:cubicBezTo>
                  <a:cubicBezTo>
                    <a:pt x="1335" y="96"/>
                    <a:pt x="3373" y="-475"/>
                    <a:pt x="4973" y="430"/>
                  </a:cubicBezTo>
                  <a:cubicBezTo>
                    <a:pt x="5326" y="630"/>
                    <a:pt x="5630" y="887"/>
                    <a:pt x="5888" y="1192"/>
                  </a:cubicBezTo>
                  <a:cubicBezTo>
                    <a:pt x="6926" y="2430"/>
                    <a:pt x="6926" y="4240"/>
                    <a:pt x="5888" y="5478"/>
                  </a:cubicBezTo>
                  <a:close/>
                  <a:moveTo>
                    <a:pt x="5888" y="5478"/>
                  </a:moveTo>
                  <a:cubicBezTo>
                    <a:pt x="6678" y="4564"/>
                    <a:pt x="6573" y="3183"/>
                    <a:pt x="5659" y="2392"/>
                  </a:cubicBezTo>
                  <a:cubicBezTo>
                    <a:pt x="5497" y="2249"/>
                    <a:pt x="5316" y="2135"/>
                    <a:pt x="5126" y="2049"/>
                  </a:cubicBezTo>
                  <a:cubicBezTo>
                    <a:pt x="4249" y="1678"/>
                    <a:pt x="3230" y="1954"/>
                    <a:pt x="2649" y="2716"/>
                  </a:cubicBezTo>
                  <a:cubicBezTo>
                    <a:pt x="2011" y="3487"/>
                    <a:pt x="2011" y="4611"/>
                    <a:pt x="2649" y="5383"/>
                  </a:cubicBezTo>
                  <a:cubicBezTo>
                    <a:pt x="3440" y="6297"/>
                    <a:pt x="4821" y="6411"/>
                    <a:pt x="5735" y="5621"/>
                  </a:cubicBezTo>
                  <a:cubicBezTo>
                    <a:pt x="5792" y="5573"/>
                    <a:pt x="5840" y="5526"/>
                    <a:pt x="5888" y="547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2" name="任意多边形: 形状 181" descr="8add2c88-7186-4cb4-88e8-1ff15b39af49">
              <a:extLst>
                <a:ext uri="{FF2B5EF4-FFF2-40B4-BE49-F238E27FC236}">
                  <a16:creationId xmlns:a16="http://schemas.microsoft.com/office/drawing/2014/main" id="{B1E277F1-F013-428E-BB35-DEB760220FCC}"/>
                </a:ext>
              </a:extLst>
            </p:cNvPr>
            <p:cNvSpPr/>
            <p:nvPr/>
          </p:nvSpPr>
          <p:spPr>
            <a:xfrm rot="21190573">
              <a:off x="6445340" y="3093695"/>
              <a:ext cx="7158" cy="7177"/>
            </a:xfrm>
            <a:custGeom>
              <a:avLst/>
              <a:gdLst>
                <a:gd name="connsiteX0" fmla="*/ 5801 w 6649"/>
                <a:gd name="connsiteY0" fmla="*/ 5350 h 6667"/>
                <a:gd name="connsiteX1" fmla="*/ 1610 w 6649"/>
                <a:gd name="connsiteY1" fmla="*/ 6208 h 6667"/>
                <a:gd name="connsiteX2" fmla="*/ 524 w 6649"/>
                <a:gd name="connsiteY2" fmla="*/ 1483 h 6667"/>
                <a:gd name="connsiteX3" fmla="*/ 753 w 6649"/>
                <a:gd name="connsiteY3" fmla="*/ 1159 h 6667"/>
                <a:gd name="connsiteX4" fmla="*/ 5591 w 6649"/>
                <a:gd name="connsiteY4" fmla="*/ 854 h 6667"/>
                <a:gd name="connsiteX5" fmla="*/ 5896 w 6649"/>
                <a:gd name="connsiteY5" fmla="*/ 1159 h 6667"/>
                <a:gd name="connsiteX6" fmla="*/ 5801 w 6649"/>
                <a:gd name="connsiteY6" fmla="*/ 5350 h 6667"/>
                <a:gd name="connsiteX7" fmla="*/ 5801 w 6649"/>
                <a:gd name="connsiteY7" fmla="*/ 5350 h 6667"/>
                <a:gd name="connsiteX8" fmla="*/ 5506 w 6649"/>
                <a:gd name="connsiteY8" fmla="*/ 2264 h 6667"/>
                <a:gd name="connsiteX9" fmla="*/ 5134 w 6649"/>
                <a:gd name="connsiteY9" fmla="*/ 2017 h 6667"/>
                <a:gd name="connsiteX10" fmla="*/ 2229 w 6649"/>
                <a:gd name="connsiteY10" fmla="*/ 3436 h 6667"/>
                <a:gd name="connsiteX11" fmla="*/ 2372 w 6649"/>
                <a:gd name="connsiteY11" fmla="*/ 5255 h 6667"/>
                <a:gd name="connsiteX12" fmla="*/ 5439 w 6649"/>
                <a:gd name="connsiteY12" fmla="*/ 5693 h 6667"/>
                <a:gd name="connsiteX13" fmla="*/ 5801 w 6649"/>
                <a:gd name="connsiteY13" fmla="*/ 5350 h 6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49" h="6667">
                  <a:moveTo>
                    <a:pt x="5801" y="5350"/>
                  </a:moveTo>
                  <a:cubicBezTo>
                    <a:pt x="4839" y="6693"/>
                    <a:pt x="3020" y="7065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01" y="-260"/>
                    <a:pt x="4172" y="-393"/>
                    <a:pt x="5591" y="854"/>
                  </a:cubicBezTo>
                  <a:cubicBezTo>
                    <a:pt x="5696" y="950"/>
                    <a:pt x="5801" y="1055"/>
                    <a:pt x="5896" y="1159"/>
                  </a:cubicBezTo>
                  <a:cubicBezTo>
                    <a:pt x="6935" y="2378"/>
                    <a:pt x="6897" y="4179"/>
                    <a:pt x="5801" y="5350"/>
                  </a:cubicBezTo>
                  <a:close/>
                  <a:moveTo>
                    <a:pt x="5801" y="5350"/>
                  </a:moveTo>
                  <a:cubicBezTo>
                    <a:pt x="6573" y="4417"/>
                    <a:pt x="6439" y="3036"/>
                    <a:pt x="5506" y="2264"/>
                  </a:cubicBezTo>
                  <a:cubicBezTo>
                    <a:pt x="5391" y="2169"/>
                    <a:pt x="5268" y="2083"/>
                    <a:pt x="5134" y="2017"/>
                  </a:cubicBezTo>
                  <a:cubicBezTo>
                    <a:pt x="3944" y="1607"/>
                    <a:pt x="2639" y="2236"/>
                    <a:pt x="2229" y="3436"/>
                  </a:cubicBezTo>
                  <a:cubicBezTo>
                    <a:pt x="2020" y="4036"/>
                    <a:pt x="2067" y="4693"/>
                    <a:pt x="2372" y="5255"/>
                  </a:cubicBezTo>
                  <a:cubicBezTo>
                    <a:pt x="3096" y="6227"/>
                    <a:pt x="4468" y="6417"/>
                    <a:pt x="5439" y="5693"/>
                  </a:cubicBezTo>
                  <a:cubicBezTo>
                    <a:pt x="5573" y="5588"/>
                    <a:pt x="5696" y="5474"/>
                    <a:pt x="5801" y="535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3" name="任意多边形: 形状 182" descr="86f4027e-9329-4807-89ac-d632decd76ec">
              <a:extLst>
                <a:ext uri="{FF2B5EF4-FFF2-40B4-BE49-F238E27FC236}">
                  <a16:creationId xmlns:a16="http://schemas.microsoft.com/office/drawing/2014/main" id="{F386A5AF-0854-466F-8637-5C7CC62F631D}"/>
                </a:ext>
              </a:extLst>
            </p:cNvPr>
            <p:cNvSpPr/>
            <p:nvPr/>
          </p:nvSpPr>
          <p:spPr>
            <a:xfrm rot="21190573">
              <a:off x="6472574" y="3111469"/>
              <a:ext cx="7204" cy="7174"/>
            </a:xfrm>
            <a:custGeom>
              <a:avLst/>
              <a:gdLst>
                <a:gd name="connsiteX0" fmla="*/ 5885 w 6692"/>
                <a:gd name="connsiteY0" fmla="*/ 5475 h 6664"/>
                <a:gd name="connsiteX1" fmla="*/ 1189 w 6692"/>
                <a:gd name="connsiteY1" fmla="*/ 5885 h 6664"/>
                <a:gd name="connsiteX2" fmla="*/ 779 w 6692"/>
                <a:gd name="connsiteY2" fmla="*/ 1189 h 6664"/>
                <a:gd name="connsiteX3" fmla="*/ 5475 w 6692"/>
                <a:gd name="connsiteY3" fmla="*/ 779 h 6664"/>
                <a:gd name="connsiteX4" fmla="*/ 5885 w 6692"/>
                <a:gd name="connsiteY4" fmla="*/ 1189 h 6664"/>
                <a:gd name="connsiteX5" fmla="*/ 5885 w 6692"/>
                <a:gd name="connsiteY5" fmla="*/ 5475 h 6664"/>
                <a:gd name="connsiteX6" fmla="*/ 5885 w 6692"/>
                <a:gd name="connsiteY6" fmla="*/ 5475 h 6664"/>
                <a:gd name="connsiteX7" fmla="*/ 5656 w 6692"/>
                <a:gd name="connsiteY7" fmla="*/ 2389 h 6664"/>
                <a:gd name="connsiteX8" fmla="*/ 5123 w 6692"/>
                <a:gd name="connsiteY8" fmla="*/ 2046 h 6664"/>
                <a:gd name="connsiteX9" fmla="*/ 2646 w 6692"/>
                <a:gd name="connsiteY9" fmla="*/ 2713 h 6664"/>
                <a:gd name="connsiteX10" fmla="*/ 2646 w 6692"/>
                <a:gd name="connsiteY10" fmla="*/ 5380 h 6664"/>
                <a:gd name="connsiteX11" fmla="*/ 5732 w 6692"/>
                <a:gd name="connsiteY11" fmla="*/ 5618 h 6664"/>
                <a:gd name="connsiteX12" fmla="*/ 5885 w 6692"/>
                <a:gd name="connsiteY12" fmla="*/ 5475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92" h="6664">
                  <a:moveTo>
                    <a:pt x="5885" y="5475"/>
                  </a:moveTo>
                  <a:cubicBezTo>
                    <a:pt x="4704" y="6885"/>
                    <a:pt x="2599" y="7066"/>
                    <a:pt x="1189" y="5885"/>
                  </a:cubicBezTo>
                  <a:cubicBezTo>
                    <a:pt x="-221" y="4704"/>
                    <a:pt x="-402" y="2599"/>
                    <a:pt x="779" y="1189"/>
                  </a:cubicBezTo>
                  <a:cubicBezTo>
                    <a:pt x="1961" y="-221"/>
                    <a:pt x="4065" y="-402"/>
                    <a:pt x="5475" y="779"/>
                  </a:cubicBezTo>
                  <a:cubicBezTo>
                    <a:pt x="5618" y="903"/>
                    <a:pt x="5761" y="1036"/>
                    <a:pt x="5885" y="1189"/>
                  </a:cubicBezTo>
                  <a:cubicBezTo>
                    <a:pt x="6961" y="2418"/>
                    <a:pt x="6961" y="4246"/>
                    <a:pt x="5885" y="5475"/>
                  </a:cubicBezTo>
                  <a:close/>
                  <a:moveTo>
                    <a:pt x="5885" y="5475"/>
                  </a:moveTo>
                  <a:cubicBezTo>
                    <a:pt x="6675" y="4561"/>
                    <a:pt x="6570" y="3180"/>
                    <a:pt x="5656" y="2389"/>
                  </a:cubicBezTo>
                  <a:cubicBezTo>
                    <a:pt x="5494" y="2246"/>
                    <a:pt x="5313" y="2132"/>
                    <a:pt x="5123" y="2046"/>
                  </a:cubicBezTo>
                  <a:cubicBezTo>
                    <a:pt x="4246" y="1675"/>
                    <a:pt x="3227" y="1951"/>
                    <a:pt x="2646" y="2713"/>
                  </a:cubicBezTo>
                  <a:cubicBezTo>
                    <a:pt x="2008" y="3484"/>
                    <a:pt x="2008" y="4608"/>
                    <a:pt x="2646" y="5380"/>
                  </a:cubicBezTo>
                  <a:cubicBezTo>
                    <a:pt x="3437" y="6294"/>
                    <a:pt x="4818" y="6409"/>
                    <a:pt x="5732" y="5618"/>
                  </a:cubicBezTo>
                  <a:cubicBezTo>
                    <a:pt x="5789" y="5571"/>
                    <a:pt x="5837" y="5523"/>
                    <a:pt x="5885" y="547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4" name="任意多边形: 形状 183" descr="54c7c9f7-a6ca-4492-8eb3-07eee3bc8ccc">
              <a:extLst>
                <a:ext uri="{FF2B5EF4-FFF2-40B4-BE49-F238E27FC236}">
                  <a16:creationId xmlns:a16="http://schemas.microsoft.com/office/drawing/2014/main" id="{A9142117-C355-49E7-BC6D-ECE1BA3611AF}"/>
                </a:ext>
              </a:extLst>
            </p:cNvPr>
            <p:cNvSpPr/>
            <p:nvPr/>
          </p:nvSpPr>
          <p:spPr>
            <a:xfrm rot="21190573">
              <a:off x="6499901" y="3129404"/>
              <a:ext cx="7149" cy="7151"/>
            </a:xfrm>
            <a:custGeom>
              <a:avLst/>
              <a:gdLst>
                <a:gd name="connsiteX0" fmla="*/ 5899 w 6641"/>
                <a:gd name="connsiteY0" fmla="*/ 5350 h 6643"/>
                <a:gd name="connsiteX1" fmla="*/ 1612 w 6641"/>
                <a:gd name="connsiteY1" fmla="*/ 6208 h 6643"/>
                <a:gd name="connsiteX2" fmla="*/ 527 w 6641"/>
                <a:gd name="connsiteY2" fmla="*/ 1483 h 6643"/>
                <a:gd name="connsiteX3" fmla="*/ 755 w 6641"/>
                <a:gd name="connsiteY3" fmla="*/ 1159 h 6643"/>
                <a:gd name="connsiteX4" fmla="*/ 5594 w 6641"/>
                <a:gd name="connsiteY4" fmla="*/ 855 h 6643"/>
                <a:gd name="connsiteX5" fmla="*/ 5899 w 6641"/>
                <a:gd name="connsiteY5" fmla="*/ 1159 h 6643"/>
                <a:gd name="connsiteX6" fmla="*/ 5899 w 6641"/>
                <a:gd name="connsiteY6" fmla="*/ 5350 h 6643"/>
                <a:gd name="connsiteX7" fmla="*/ 5899 w 6641"/>
                <a:gd name="connsiteY7" fmla="*/ 5350 h 6643"/>
                <a:gd name="connsiteX8" fmla="*/ 5546 w 6641"/>
                <a:gd name="connsiteY8" fmla="*/ 2274 h 6643"/>
                <a:gd name="connsiteX9" fmla="*/ 5137 w 6641"/>
                <a:gd name="connsiteY9" fmla="*/ 2017 h 6643"/>
                <a:gd name="connsiteX10" fmla="*/ 2231 w 6641"/>
                <a:gd name="connsiteY10" fmla="*/ 3436 h 6643"/>
                <a:gd name="connsiteX11" fmla="*/ 2374 w 6641"/>
                <a:gd name="connsiteY11" fmla="*/ 5255 h 6643"/>
                <a:gd name="connsiteX12" fmla="*/ 5423 w 6641"/>
                <a:gd name="connsiteY12" fmla="*/ 5798 h 6643"/>
                <a:gd name="connsiteX13" fmla="*/ 5899 w 6641"/>
                <a:gd name="connsiteY13" fmla="*/ 5350 h 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41" h="6643">
                  <a:moveTo>
                    <a:pt x="5899" y="5350"/>
                  </a:moveTo>
                  <a:cubicBezTo>
                    <a:pt x="4880" y="6665"/>
                    <a:pt x="3051" y="7027"/>
                    <a:pt x="1612" y="6208"/>
                  </a:cubicBezTo>
                  <a:cubicBezTo>
                    <a:pt x="3" y="5198"/>
                    <a:pt x="-483" y="3083"/>
                    <a:pt x="527" y="1483"/>
                  </a:cubicBezTo>
                  <a:cubicBezTo>
                    <a:pt x="593" y="1369"/>
                    <a:pt x="669" y="1264"/>
                    <a:pt x="755" y="1159"/>
                  </a:cubicBezTo>
                  <a:cubicBezTo>
                    <a:pt x="2003" y="-260"/>
                    <a:pt x="4175" y="-393"/>
                    <a:pt x="5594" y="855"/>
                  </a:cubicBezTo>
                  <a:cubicBezTo>
                    <a:pt x="5699" y="950"/>
                    <a:pt x="5803" y="1055"/>
                    <a:pt x="5899" y="1159"/>
                  </a:cubicBezTo>
                  <a:cubicBezTo>
                    <a:pt x="6889" y="2378"/>
                    <a:pt x="6889" y="4131"/>
                    <a:pt x="5899" y="5350"/>
                  </a:cubicBezTo>
                  <a:close/>
                  <a:moveTo>
                    <a:pt x="5899" y="5350"/>
                  </a:moveTo>
                  <a:cubicBezTo>
                    <a:pt x="6651" y="4407"/>
                    <a:pt x="6489" y="3026"/>
                    <a:pt x="5546" y="2274"/>
                  </a:cubicBezTo>
                  <a:cubicBezTo>
                    <a:pt x="5423" y="2169"/>
                    <a:pt x="5280" y="2083"/>
                    <a:pt x="5137" y="2017"/>
                  </a:cubicBezTo>
                  <a:cubicBezTo>
                    <a:pt x="3946" y="1607"/>
                    <a:pt x="2641" y="2236"/>
                    <a:pt x="2231" y="3436"/>
                  </a:cubicBezTo>
                  <a:cubicBezTo>
                    <a:pt x="2022" y="4036"/>
                    <a:pt x="2079" y="4693"/>
                    <a:pt x="2374" y="5255"/>
                  </a:cubicBezTo>
                  <a:cubicBezTo>
                    <a:pt x="3070" y="6246"/>
                    <a:pt x="4432" y="6493"/>
                    <a:pt x="5423" y="5798"/>
                  </a:cubicBezTo>
                  <a:cubicBezTo>
                    <a:pt x="5603" y="5674"/>
                    <a:pt x="5765" y="5522"/>
                    <a:pt x="5899" y="535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5" name="任意多边形: 形状 184" descr="ce6a5e87-9a15-4c4c-a7df-0bc4b0f71dc6">
              <a:extLst>
                <a:ext uri="{FF2B5EF4-FFF2-40B4-BE49-F238E27FC236}">
                  <a16:creationId xmlns:a16="http://schemas.microsoft.com/office/drawing/2014/main" id="{97CA167D-6A9B-4BC6-B673-2BED7DE74F61}"/>
                </a:ext>
              </a:extLst>
            </p:cNvPr>
            <p:cNvSpPr/>
            <p:nvPr/>
          </p:nvSpPr>
          <p:spPr>
            <a:xfrm rot="21190573">
              <a:off x="6526895" y="3146856"/>
              <a:ext cx="7720" cy="7808"/>
            </a:xfrm>
            <a:custGeom>
              <a:avLst/>
              <a:gdLst>
                <a:gd name="connsiteX0" fmla="*/ 6110 w 7171"/>
                <a:gd name="connsiteY0" fmla="*/ 5770 h 7253"/>
                <a:gd name="connsiteX1" fmla="*/ 1491 w 7171"/>
                <a:gd name="connsiteY1" fmla="*/ 6694 h 7253"/>
                <a:gd name="connsiteX2" fmla="*/ 557 w 7171"/>
                <a:gd name="connsiteY2" fmla="*/ 2074 h 7253"/>
                <a:gd name="connsiteX3" fmla="*/ 1062 w 7171"/>
                <a:gd name="connsiteY3" fmla="*/ 1484 h 7253"/>
                <a:gd name="connsiteX4" fmla="*/ 5682 w 7171"/>
                <a:gd name="connsiteY4" fmla="*/ 560 h 7253"/>
                <a:gd name="connsiteX5" fmla="*/ 6615 w 7171"/>
                <a:gd name="connsiteY5" fmla="*/ 5180 h 7253"/>
                <a:gd name="connsiteX6" fmla="*/ 6110 w 7171"/>
                <a:gd name="connsiteY6" fmla="*/ 5770 h 7253"/>
                <a:gd name="connsiteX7" fmla="*/ 6110 w 7171"/>
                <a:gd name="connsiteY7" fmla="*/ 5770 h 7253"/>
                <a:gd name="connsiteX8" fmla="*/ 5882 w 7171"/>
                <a:gd name="connsiteY8" fmla="*/ 2684 h 7253"/>
                <a:gd name="connsiteX9" fmla="*/ 5348 w 7171"/>
                <a:gd name="connsiteY9" fmla="*/ 2341 h 7253"/>
                <a:gd name="connsiteX10" fmla="*/ 2872 w 7171"/>
                <a:gd name="connsiteY10" fmla="*/ 3008 h 7253"/>
                <a:gd name="connsiteX11" fmla="*/ 2872 w 7171"/>
                <a:gd name="connsiteY11" fmla="*/ 5675 h 7253"/>
                <a:gd name="connsiteX12" fmla="*/ 5958 w 7171"/>
                <a:gd name="connsiteY12" fmla="*/ 5913 h 7253"/>
                <a:gd name="connsiteX13" fmla="*/ 6110 w 7171"/>
                <a:gd name="connsiteY13" fmla="*/ 5770 h 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71" h="7253">
                  <a:moveTo>
                    <a:pt x="6110" y="5770"/>
                  </a:moveTo>
                  <a:cubicBezTo>
                    <a:pt x="5091" y="7304"/>
                    <a:pt x="3024" y="7713"/>
                    <a:pt x="1491" y="6694"/>
                  </a:cubicBezTo>
                  <a:cubicBezTo>
                    <a:pt x="-43" y="5675"/>
                    <a:pt x="-462" y="3608"/>
                    <a:pt x="557" y="2074"/>
                  </a:cubicBezTo>
                  <a:cubicBezTo>
                    <a:pt x="700" y="1855"/>
                    <a:pt x="871" y="1665"/>
                    <a:pt x="1062" y="1484"/>
                  </a:cubicBezTo>
                  <a:cubicBezTo>
                    <a:pt x="2081" y="-50"/>
                    <a:pt x="4148" y="-459"/>
                    <a:pt x="5682" y="560"/>
                  </a:cubicBezTo>
                  <a:cubicBezTo>
                    <a:pt x="7215" y="1579"/>
                    <a:pt x="7634" y="3646"/>
                    <a:pt x="6615" y="5180"/>
                  </a:cubicBezTo>
                  <a:cubicBezTo>
                    <a:pt x="6463" y="5399"/>
                    <a:pt x="6301" y="5589"/>
                    <a:pt x="6110" y="5770"/>
                  </a:cubicBezTo>
                  <a:close/>
                  <a:moveTo>
                    <a:pt x="6110" y="5770"/>
                  </a:moveTo>
                  <a:cubicBezTo>
                    <a:pt x="6901" y="4856"/>
                    <a:pt x="6796" y="3475"/>
                    <a:pt x="5882" y="2684"/>
                  </a:cubicBezTo>
                  <a:cubicBezTo>
                    <a:pt x="5720" y="2541"/>
                    <a:pt x="5539" y="2427"/>
                    <a:pt x="5348" y="2341"/>
                  </a:cubicBezTo>
                  <a:cubicBezTo>
                    <a:pt x="4472" y="1970"/>
                    <a:pt x="3453" y="2246"/>
                    <a:pt x="2872" y="3008"/>
                  </a:cubicBezTo>
                  <a:cubicBezTo>
                    <a:pt x="2233" y="3779"/>
                    <a:pt x="2233" y="4903"/>
                    <a:pt x="2872" y="5675"/>
                  </a:cubicBezTo>
                  <a:cubicBezTo>
                    <a:pt x="3662" y="6589"/>
                    <a:pt x="5043" y="6694"/>
                    <a:pt x="5958" y="5913"/>
                  </a:cubicBezTo>
                  <a:cubicBezTo>
                    <a:pt x="6015" y="5865"/>
                    <a:pt x="6062" y="5818"/>
                    <a:pt x="6110" y="577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6" name="任意多边形: 形状 185" descr="dda8343b-474a-4831-95d0-f6ca68cec8a8">
              <a:extLst>
                <a:ext uri="{FF2B5EF4-FFF2-40B4-BE49-F238E27FC236}">
                  <a16:creationId xmlns:a16="http://schemas.microsoft.com/office/drawing/2014/main" id="{5627C681-5C2F-41FC-9112-75E34E58EDEB}"/>
                </a:ext>
              </a:extLst>
            </p:cNvPr>
            <p:cNvSpPr/>
            <p:nvPr/>
          </p:nvSpPr>
          <p:spPr>
            <a:xfrm rot="21190573">
              <a:off x="6281199" y="3165795"/>
              <a:ext cx="7188" cy="7155"/>
            </a:xfrm>
            <a:custGeom>
              <a:avLst/>
              <a:gdLst>
                <a:gd name="connsiteX0" fmla="*/ 5899 w 6677"/>
                <a:gd name="connsiteY0" fmla="*/ 5446 h 6647"/>
                <a:gd name="connsiteX1" fmla="*/ 1612 w 6677"/>
                <a:gd name="connsiteY1" fmla="*/ 6208 h 6647"/>
                <a:gd name="connsiteX2" fmla="*/ 526 w 6677"/>
                <a:gd name="connsiteY2" fmla="*/ 1483 h 6647"/>
                <a:gd name="connsiteX3" fmla="*/ 755 w 6677"/>
                <a:gd name="connsiteY3" fmla="*/ 1159 h 6647"/>
                <a:gd name="connsiteX4" fmla="*/ 5594 w 6677"/>
                <a:gd name="connsiteY4" fmla="*/ 854 h 6647"/>
                <a:gd name="connsiteX5" fmla="*/ 5899 w 6677"/>
                <a:gd name="connsiteY5" fmla="*/ 1159 h 6647"/>
                <a:gd name="connsiteX6" fmla="*/ 5899 w 6677"/>
                <a:gd name="connsiteY6" fmla="*/ 5446 h 6647"/>
                <a:gd name="connsiteX7" fmla="*/ 5899 w 6677"/>
                <a:gd name="connsiteY7" fmla="*/ 5446 h 6647"/>
                <a:gd name="connsiteX8" fmla="*/ 5317 w 6677"/>
                <a:gd name="connsiteY8" fmla="*/ 2131 h 6647"/>
                <a:gd name="connsiteX9" fmla="*/ 5137 w 6677"/>
                <a:gd name="connsiteY9" fmla="*/ 2017 h 6647"/>
                <a:gd name="connsiteX10" fmla="*/ 2184 w 6677"/>
                <a:gd name="connsiteY10" fmla="*/ 3340 h 6647"/>
                <a:gd name="connsiteX11" fmla="*/ 2374 w 6677"/>
                <a:gd name="connsiteY11" fmla="*/ 5350 h 6647"/>
                <a:gd name="connsiteX12" fmla="*/ 5584 w 6677"/>
                <a:gd name="connsiteY12" fmla="*/ 5741 h 6647"/>
                <a:gd name="connsiteX13" fmla="*/ 5899 w 6677"/>
                <a:gd name="connsiteY13" fmla="*/ 5446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7" h="6647">
                  <a:moveTo>
                    <a:pt x="5899" y="5446"/>
                  </a:moveTo>
                  <a:cubicBezTo>
                    <a:pt x="4832" y="6693"/>
                    <a:pt x="3041" y="7008"/>
                    <a:pt x="1612" y="6208"/>
                  </a:cubicBezTo>
                  <a:cubicBezTo>
                    <a:pt x="3" y="5198"/>
                    <a:pt x="-483" y="3083"/>
                    <a:pt x="526" y="1483"/>
                  </a:cubicBezTo>
                  <a:cubicBezTo>
                    <a:pt x="593" y="1369"/>
                    <a:pt x="669" y="1264"/>
                    <a:pt x="755" y="1159"/>
                  </a:cubicBezTo>
                  <a:cubicBezTo>
                    <a:pt x="2003" y="-260"/>
                    <a:pt x="4174" y="-393"/>
                    <a:pt x="5594" y="854"/>
                  </a:cubicBezTo>
                  <a:cubicBezTo>
                    <a:pt x="5699" y="950"/>
                    <a:pt x="5803" y="1055"/>
                    <a:pt x="5899" y="1159"/>
                  </a:cubicBezTo>
                  <a:cubicBezTo>
                    <a:pt x="6937" y="2397"/>
                    <a:pt x="6937" y="4207"/>
                    <a:pt x="5899" y="5446"/>
                  </a:cubicBezTo>
                  <a:close/>
                  <a:moveTo>
                    <a:pt x="5899" y="5446"/>
                  </a:moveTo>
                  <a:cubicBezTo>
                    <a:pt x="6651" y="4369"/>
                    <a:pt x="6394" y="2883"/>
                    <a:pt x="5317" y="2131"/>
                  </a:cubicBezTo>
                  <a:cubicBezTo>
                    <a:pt x="5260" y="2093"/>
                    <a:pt x="5194" y="2055"/>
                    <a:pt x="5137" y="2017"/>
                  </a:cubicBezTo>
                  <a:cubicBezTo>
                    <a:pt x="3956" y="1569"/>
                    <a:pt x="2632" y="2159"/>
                    <a:pt x="2184" y="3340"/>
                  </a:cubicBezTo>
                  <a:cubicBezTo>
                    <a:pt x="1936" y="3998"/>
                    <a:pt x="2003" y="4741"/>
                    <a:pt x="2374" y="5350"/>
                  </a:cubicBezTo>
                  <a:cubicBezTo>
                    <a:pt x="3155" y="6341"/>
                    <a:pt x="4584" y="6522"/>
                    <a:pt x="5584" y="5741"/>
                  </a:cubicBezTo>
                  <a:cubicBezTo>
                    <a:pt x="5699" y="5655"/>
                    <a:pt x="5803" y="5550"/>
                    <a:pt x="5899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7" name="任意多边形: 形状 186" descr="885e4b20-b496-4ea1-979d-f154bbfe4213">
              <a:extLst>
                <a:ext uri="{FF2B5EF4-FFF2-40B4-BE49-F238E27FC236}">
                  <a16:creationId xmlns:a16="http://schemas.microsoft.com/office/drawing/2014/main" id="{16D2D6CD-7A46-4FC3-94DC-D7BF29A9A0E2}"/>
                </a:ext>
              </a:extLst>
            </p:cNvPr>
            <p:cNvSpPr/>
            <p:nvPr/>
          </p:nvSpPr>
          <p:spPr>
            <a:xfrm rot="21190573">
              <a:off x="6308242" y="3183419"/>
              <a:ext cx="7381" cy="7408"/>
            </a:xfrm>
            <a:custGeom>
              <a:avLst/>
              <a:gdLst>
                <a:gd name="connsiteX0" fmla="*/ 6060 w 6857"/>
                <a:gd name="connsiteY0" fmla="*/ 5626 h 6882"/>
                <a:gd name="connsiteX1" fmla="*/ 1869 w 6857"/>
                <a:gd name="connsiteY1" fmla="*/ 6483 h 6882"/>
                <a:gd name="connsiteX2" fmla="*/ 374 w 6857"/>
                <a:gd name="connsiteY2" fmla="*/ 1873 h 6882"/>
                <a:gd name="connsiteX3" fmla="*/ 4984 w 6857"/>
                <a:gd name="connsiteY3" fmla="*/ 378 h 6882"/>
                <a:gd name="connsiteX4" fmla="*/ 6479 w 6857"/>
                <a:gd name="connsiteY4" fmla="*/ 4988 h 6882"/>
                <a:gd name="connsiteX5" fmla="*/ 6060 w 6857"/>
                <a:gd name="connsiteY5" fmla="*/ 5626 h 6882"/>
                <a:gd name="connsiteX6" fmla="*/ 6060 w 6857"/>
                <a:gd name="connsiteY6" fmla="*/ 5626 h 6882"/>
                <a:gd name="connsiteX7" fmla="*/ 5765 w 6857"/>
                <a:gd name="connsiteY7" fmla="*/ 2540 h 6882"/>
                <a:gd name="connsiteX8" fmla="*/ 5393 w 6857"/>
                <a:gd name="connsiteY8" fmla="*/ 2292 h 6882"/>
                <a:gd name="connsiteX9" fmla="*/ 2822 w 6857"/>
                <a:gd name="connsiteY9" fmla="*/ 2959 h 6882"/>
                <a:gd name="connsiteX10" fmla="*/ 2822 w 6857"/>
                <a:gd name="connsiteY10" fmla="*/ 5531 h 6882"/>
                <a:gd name="connsiteX11" fmla="*/ 5908 w 6857"/>
                <a:gd name="connsiteY11" fmla="*/ 5769 h 6882"/>
                <a:gd name="connsiteX12" fmla="*/ 6060 w 6857"/>
                <a:gd name="connsiteY12" fmla="*/ 5626 h 6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57" h="6882">
                  <a:moveTo>
                    <a:pt x="6060" y="5626"/>
                  </a:moveTo>
                  <a:cubicBezTo>
                    <a:pt x="5050" y="6893"/>
                    <a:pt x="3288" y="7245"/>
                    <a:pt x="1869" y="6483"/>
                  </a:cubicBezTo>
                  <a:cubicBezTo>
                    <a:pt x="183" y="5626"/>
                    <a:pt x="-484" y="3559"/>
                    <a:pt x="374" y="1873"/>
                  </a:cubicBezTo>
                  <a:cubicBezTo>
                    <a:pt x="1231" y="187"/>
                    <a:pt x="3298" y="-489"/>
                    <a:pt x="4984" y="378"/>
                  </a:cubicBezTo>
                  <a:cubicBezTo>
                    <a:pt x="6670" y="1235"/>
                    <a:pt x="7346" y="3302"/>
                    <a:pt x="6479" y="4988"/>
                  </a:cubicBezTo>
                  <a:cubicBezTo>
                    <a:pt x="6365" y="5217"/>
                    <a:pt x="6222" y="5426"/>
                    <a:pt x="6060" y="5626"/>
                  </a:cubicBezTo>
                  <a:close/>
                  <a:moveTo>
                    <a:pt x="6060" y="5626"/>
                  </a:moveTo>
                  <a:cubicBezTo>
                    <a:pt x="6832" y="4693"/>
                    <a:pt x="6698" y="3312"/>
                    <a:pt x="5765" y="2540"/>
                  </a:cubicBezTo>
                  <a:cubicBezTo>
                    <a:pt x="5650" y="2445"/>
                    <a:pt x="5527" y="2359"/>
                    <a:pt x="5393" y="2292"/>
                  </a:cubicBezTo>
                  <a:cubicBezTo>
                    <a:pt x="4489" y="1835"/>
                    <a:pt x="3384" y="2121"/>
                    <a:pt x="2822" y="2959"/>
                  </a:cubicBezTo>
                  <a:cubicBezTo>
                    <a:pt x="2193" y="3702"/>
                    <a:pt x="2193" y="4788"/>
                    <a:pt x="2822" y="5531"/>
                  </a:cubicBezTo>
                  <a:cubicBezTo>
                    <a:pt x="3612" y="6445"/>
                    <a:pt x="4993" y="6560"/>
                    <a:pt x="5908" y="5769"/>
                  </a:cubicBezTo>
                  <a:cubicBezTo>
                    <a:pt x="5965" y="5721"/>
                    <a:pt x="6013" y="5674"/>
                    <a:pt x="6060" y="562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8" name="任意多边形: 形状 187" descr="636364d5-c275-4318-897e-aeef14c98a44">
              <a:extLst>
                <a:ext uri="{FF2B5EF4-FFF2-40B4-BE49-F238E27FC236}">
                  <a16:creationId xmlns:a16="http://schemas.microsoft.com/office/drawing/2014/main" id="{E29748EF-87AE-452A-A2F3-24D38F3AAC40}"/>
                </a:ext>
              </a:extLst>
            </p:cNvPr>
            <p:cNvSpPr/>
            <p:nvPr/>
          </p:nvSpPr>
          <p:spPr>
            <a:xfrm rot="21190573">
              <a:off x="6253678" y="3147713"/>
              <a:ext cx="7381" cy="7408"/>
            </a:xfrm>
            <a:custGeom>
              <a:avLst/>
              <a:gdLst>
                <a:gd name="connsiteX0" fmla="*/ 6060 w 6857"/>
                <a:gd name="connsiteY0" fmla="*/ 5626 h 6882"/>
                <a:gd name="connsiteX1" fmla="*/ 1869 w 6857"/>
                <a:gd name="connsiteY1" fmla="*/ 6483 h 6882"/>
                <a:gd name="connsiteX2" fmla="*/ 374 w 6857"/>
                <a:gd name="connsiteY2" fmla="*/ 1873 h 6882"/>
                <a:gd name="connsiteX3" fmla="*/ 4984 w 6857"/>
                <a:gd name="connsiteY3" fmla="*/ 378 h 6882"/>
                <a:gd name="connsiteX4" fmla="*/ 6479 w 6857"/>
                <a:gd name="connsiteY4" fmla="*/ 4988 h 6882"/>
                <a:gd name="connsiteX5" fmla="*/ 6060 w 6857"/>
                <a:gd name="connsiteY5" fmla="*/ 5626 h 6882"/>
                <a:gd name="connsiteX6" fmla="*/ 6060 w 6857"/>
                <a:gd name="connsiteY6" fmla="*/ 5626 h 6882"/>
                <a:gd name="connsiteX7" fmla="*/ 5898 w 6857"/>
                <a:gd name="connsiteY7" fmla="*/ 2664 h 6882"/>
                <a:gd name="connsiteX8" fmla="*/ 5298 w 6857"/>
                <a:gd name="connsiteY8" fmla="*/ 2292 h 6882"/>
                <a:gd name="connsiteX9" fmla="*/ 2822 w 6857"/>
                <a:gd name="connsiteY9" fmla="*/ 2864 h 6882"/>
                <a:gd name="connsiteX10" fmla="*/ 2822 w 6857"/>
                <a:gd name="connsiteY10" fmla="*/ 5531 h 6882"/>
                <a:gd name="connsiteX11" fmla="*/ 5908 w 6857"/>
                <a:gd name="connsiteY11" fmla="*/ 5769 h 6882"/>
                <a:gd name="connsiteX12" fmla="*/ 6060 w 6857"/>
                <a:gd name="connsiteY12" fmla="*/ 5626 h 6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57" h="6882">
                  <a:moveTo>
                    <a:pt x="6060" y="5626"/>
                  </a:moveTo>
                  <a:cubicBezTo>
                    <a:pt x="5051" y="6893"/>
                    <a:pt x="3288" y="7245"/>
                    <a:pt x="1869" y="6483"/>
                  </a:cubicBezTo>
                  <a:cubicBezTo>
                    <a:pt x="183" y="5626"/>
                    <a:pt x="-483" y="3559"/>
                    <a:pt x="374" y="1873"/>
                  </a:cubicBezTo>
                  <a:cubicBezTo>
                    <a:pt x="1231" y="187"/>
                    <a:pt x="3298" y="-489"/>
                    <a:pt x="4984" y="378"/>
                  </a:cubicBezTo>
                  <a:cubicBezTo>
                    <a:pt x="6670" y="1235"/>
                    <a:pt x="7346" y="3302"/>
                    <a:pt x="6479" y="4988"/>
                  </a:cubicBezTo>
                  <a:cubicBezTo>
                    <a:pt x="6365" y="5217"/>
                    <a:pt x="6222" y="5426"/>
                    <a:pt x="6060" y="5626"/>
                  </a:cubicBezTo>
                  <a:close/>
                  <a:moveTo>
                    <a:pt x="6060" y="5626"/>
                  </a:moveTo>
                  <a:cubicBezTo>
                    <a:pt x="6832" y="4759"/>
                    <a:pt x="6755" y="3435"/>
                    <a:pt x="5898" y="2664"/>
                  </a:cubicBezTo>
                  <a:cubicBezTo>
                    <a:pt x="5717" y="2512"/>
                    <a:pt x="5517" y="2378"/>
                    <a:pt x="5298" y="2292"/>
                  </a:cubicBezTo>
                  <a:cubicBezTo>
                    <a:pt x="4441" y="1864"/>
                    <a:pt x="3403" y="2102"/>
                    <a:pt x="2822" y="2864"/>
                  </a:cubicBezTo>
                  <a:cubicBezTo>
                    <a:pt x="2184" y="3635"/>
                    <a:pt x="2184" y="4759"/>
                    <a:pt x="2822" y="5531"/>
                  </a:cubicBezTo>
                  <a:cubicBezTo>
                    <a:pt x="3612" y="6445"/>
                    <a:pt x="4993" y="6560"/>
                    <a:pt x="5908" y="5769"/>
                  </a:cubicBezTo>
                  <a:cubicBezTo>
                    <a:pt x="5965" y="5721"/>
                    <a:pt x="6012" y="5674"/>
                    <a:pt x="6060" y="562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9" name="任意多边形: 形状 188" descr="456e9d1f-124a-44ec-8d2c-7e8f5c19c179">
              <a:extLst>
                <a:ext uri="{FF2B5EF4-FFF2-40B4-BE49-F238E27FC236}">
                  <a16:creationId xmlns:a16="http://schemas.microsoft.com/office/drawing/2014/main" id="{B8B8C04E-4090-4EE0-80AA-D92CDA9FD4FF}"/>
                </a:ext>
              </a:extLst>
            </p:cNvPr>
            <p:cNvSpPr/>
            <p:nvPr/>
          </p:nvSpPr>
          <p:spPr>
            <a:xfrm rot="21190573">
              <a:off x="6335763" y="3201503"/>
              <a:ext cx="7188" cy="7155"/>
            </a:xfrm>
            <a:custGeom>
              <a:avLst/>
              <a:gdLst>
                <a:gd name="connsiteX0" fmla="*/ 5899 w 6677"/>
                <a:gd name="connsiteY0" fmla="*/ 5446 h 6647"/>
                <a:gd name="connsiteX1" fmla="*/ 1612 w 6677"/>
                <a:gd name="connsiteY1" fmla="*/ 6208 h 6647"/>
                <a:gd name="connsiteX2" fmla="*/ 526 w 6677"/>
                <a:gd name="connsiteY2" fmla="*/ 1483 h 6647"/>
                <a:gd name="connsiteX3" fmla="*/ 755 w 6677"/>
                <a:gd name="connsiteY3" fmla="*/ 1159 h 6647"/>
                <a:gd name="connsiteX4" fmla="*/ 5594 w 6677"/>
                <a:gd name="connsiteY4" fmla="*/ 855 h 6647"/>
                <a:gd name="connsiteX5" fmla="*/ 5899 w 6677"/>
                <a:gd name="connsiteY5" fmla="*/ 1159 h 6647"/>
                <a:gd name="connsiteX6" fmla="*/ 5899 w 6677"/>
                <a:gd name="connsiteY6" fmla="*/ 5446 h 6647"/>
                <a:gd name="connsiteX7" fmla="*/ 5899 w 6677"/>
                <a:gd name="connsiteY7" fmla="*/ 5446 h 6647"/>
                <a:gd name="connsiteX8" fmla="*/ 5489 w 6677"/>
                <a:gd name="connsiteY8" fmla="*/ 2236 h 6647"/>
                <a:gd name="connsiteX9" fmla="*/ 5137 w 6677"/>
                <a:gd name="connsiteY9" fmla="*/ 2017 h 6647"/>
                <a:gd name="connsiteX10" fmla="*/ 2184 w 6677"/>
                <a:gd name="connsiteY10" fmla="*/ 3340 h 6647"/>
                <a:gd name="connsiteX11" fmla="*/ 2374 w 6677"/>
                <a:gd name="connsiteY11" fmla="*/ 5350 h 6647"/>
                <a:gd name="connsiteX12" fmla="*/ 5584 w 6677"/>
                <a:gd name="connsiteY12" fmla="*/ 5741 h 6647"/>
                <a:gd name="connsiteX13" fmla="*/ 5899 w 6677"/>
                <a:gd name="connsiteY13" fmla="*/ 5446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7" h="6647">
                  <a:moveTo>
                    <a:pt x="5899" y="5446"/>
                  </a:moveTo>
                  <a:cubicBezTo>
                    <a:pt x="4832" y="6693"/>
                    <a:pt x="3041" y="7008"/>
                    <a:pt x="1612" y="6208"/>
                  </a:cubicBezTo>
                  <a:cubicBezTo>
                    <a:pt x="3" y="5198"/>
                    <a:pt x="-483" y="3083"/>
                    <a:pt x="526" y="1483"/>
                  </a:cubicBezTo>
                  <a:cubicBezTo>
                    <a:pt x="593" y="1369"/>
                    <a:pt x="669" y="1264"/>
                    <a:pt x="755" y="1159"/>
                  </a:cubicBezTo>
                  <a:cubicBezTo>
                    <a:pt x="2003" y="-260"/>
                    <a:pt x="4174" y="-393"/>
                    <a:pt x="5594" y="855"/>
                  </a:cubicBezTo>
                  <a:cubicBezTo>
                    <a:pt x="5699" y="950"/>
                    <a:pt x="5803" y="1055"/>
                    <a:pt x="5899" y="1159"/>
                  </a:cubicBezTo>
                  <a:cubicBezTo>
                    <a:pt x="6937" y="2397"/>
                    <a:pt x="6937" y="4207"/>
                    <a:pt x="5899" y="5446"/>
                  </a:cubicBezTo>
                  <a:close/>
                  <a:moveTo>
                    <a:pt x="5899" y="5446"/>
                  </a:moveTo>
                  <a:cubicBezTo>
                    <a:pt x="6670" y="4445"/>
                    <a:pt x="6489" y="3007"/>
                    <a:pt x="5489" y="2236"/>
                  </a:cubicBezTo>
                  <a:cubicBezTo>
                    <a:pt x="5375" y="2150"/>
                    <a:pt x="5260" y="2083"/>
                    <a:pt x="5137" y="2017"/>
                  </a:cubicBezTo>
                  <a:cubicBezTo>
                    <a:pt x="3956" y="1569"/>
                    <a:pt x="2632" y="2159"/>
                    <a:pt x="2184" y="3340"/>
                  </a:cubicBezTo>
                  <a:cubicBezTo>
                    <a:pt x="1936" y="3998"/>
                    <a:pt x="2003" y="4741"/>
                    <a:pt x="2374" y="5350"/>
                  </a:cubicBezTo>
                  <a:cubicBezTo>
                    <a:pt x="3155" y="6341"/>
                    <a:pt x="4584" y="6522"/>
                    <a:pt x="5584" y="5741"/>
                  </a:cubicBezTo>
                  <a:cubicBezTo>
                    <a:pt x="5699" y="5655"/>
                    <a:pt x="5803" y="5550"/>
                    <a:pt x="5899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0" name="任意多边形: 形状 189" descr="19193ed3-c668-457d-bf58-1faa0946601f">
              <a:extLst>
                <a:ext uri="{FF2B5EF4-FFF2-40B4-BE49-F238E27FC236}">
                  <a16:creationId xmlns:a16="http://schemas.microsoft.com/office/drawing/2014/main" id="{C8B37014-859F-489E-B3B2-C86B5A21E11A}"/>
                </a:ext>
              </a:extLst>
            </p:cNvPr>
            <p:cNvSpPr/>
            <p:nvPr/>
          </p:nvSpPr>
          <p:spPr>
            <a:xfrm rot="21190573">
              <a:off x="6363253" y="3219385"/>
              <a:ext cx="7150" cy="7141"/>
            </a:xfrm>
            <a:custGeom>
              <a:avLst/>
              <a:gdLst>
                <a:gd name="connsiteX0" fmla="*/ 5851 w 6642"/>
                <a:gd name="connsiteY0" fmla="*/ 5350 h 6634"/>
                <a:gd name="connsiteX1" fmla="*/ 1660 w 6642"/>
                <a:gd name="connsiteY1" fmla="*/ 6208 h 6634"/>
                <a:gd name="connsiteX2" fmla="*/ 451 w 6642"/>
                <a:gd name="connsiteY2" fmla="*/ 1645 h 6634"/>
                <a:gd name="connsiteX3" fmla="*/ 803 w 6642"/>
                <a:gd name="connsiteY3" fmla="*/ 1159 h 6634"/>
                <a:gd name="connsiteX4" fmla="*/ 5642 w 6642"/>
                <a:gd name="connsiteY4" fmla="*/ 854 h 6634"/>
                <a:gd name="connsiteX5" fmla="*/ 5947 w 6642"/>
                <a:gd name="connsiteY5" fmla="*/ 1159 h 6634"/>
                <a:gd name="connsiteX6" fmla="*/ 5851 w 6642"/>
                <a:gd name="connsiteY6" fmla="*/ 5350 h 6634"/>
                <a:gd name="connsiteX7" fmla="*/ 5851 w 6642"/>
                <a:gd name="connsiteY7" fmla="*/ 5350 h 6634"/>
                <a:gd name="connsiteX8" fmla="*/ 5556 w 6642"/>
                <a:gd name="connsiteY8" fmla="*/ 2264 h 6634"/>
                <a:gd name="connsiteX9" fmla="*/ 5184 w 6642"/>
                <a:gd name="connsiteY9" fmla="*/ 2017 h 6634"/>
                <a:gd name="connsiteX10" fmla="*/ 2613 w 6642"/>
                <a:gd name="connsiteY10" fmla="*/ 2683 h 6634"/>
                <a:gd name="connsiteX11" fmla="*/ 2613 w 6642"/>
                <a:gd name="connsiteY11" fmla="*/ 5255 h 6634"/>
                <a:gd name="connsiteX12" fmla="*/ 5699 w 6642"/>
                <a:gd name="connsiteY12" fmla="*/ 5493 h 6634"/>
                <a:gd name="connsiteX13" fmla="*/ 5851 w 6642"/>
                <a:gd name="connsiteY13" fmla="*/ 5350 h 6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42" h="6634">
                  <a:moveTo>
                    <a:pt x="5851" y="5350"/>
                  </a:moveTo>
                  <a:cubicBezTo>
                    <a:pt x="4870" y="6646"/>
                    <a:pt x="3070" y="7017"/>
                    <a:pt x="1660" y="6208"/>
                  </a:cubicBezTo>
                  <a:cubicBezTo>
                    <a:pt x="70" y="5284"/>
                    <a:pt x="-473" y="3245"/>
                    <a:pt x="451" y="1645"/>
                  </a:cubicBezTo>
                  <a:cubicBezTo>
                    <a:pt x="555" y="1474"/>
                    <a:pt x="669" y="1312"/>
                    <a:pt x="803" y="1159"/>
                  </a:cubicBezTo>
                  <a:cubicBezTo>
                    <a:pt x="2060" y="-260"/>
                    <a:pt x="4222" y="-393"/>
                    <a:pt x="5642" y="854"/>
                  </a:cubicBezTo>
                  <a:cubicBezTo>
                    <a:pt x="5747" y="950"/>
                    <a:pt x="5851" y="1055"/>
                    <a:pt x="5947" y="1159"/>
                  </a:cubicBezTo>
                  <a:cubicBezTo>
                    <a:pt x="6908" y="2407"/>
                    <a:pt x="6870" y="4150"/>
                    <a:pt x="5851" y="5350"/>
                  </a:cubicBezTo>
                  <a:close/>
                  <a:moveTo>
                    <a:pt x="5851" y="5350"/>
                  </a:moveTo>
                  <a:cubicBezTo>
                    <a:pt x="6623" y="4417"/>
                    <a:pt x="6489" y="3036"/>
                    <a:pt x="5556" y="2264"/>
                  </a:cubicBezTo>
                  <a:cubicBezTo>
                    <a:pt x="5442" y="2169"/>
                    <a:pt x="5318" y="2083"/>
                    <a:pt x="5184" y="2017"/>
                  </a:cubicBezTo>
                  <a:cubicBezTo>
                    <a:pt x="4279" y="1559"/>
                    <a:pt x="3175" y="1845"/>
                    <a:pt x="2613" y="2683"/>
                  </a:cubicBezTo>
                  <a:cubicBezTo>
                    <a:pt x="1984" y="3426"/>
                    <a:pt x="1984" y="4512"/>
                    <a:pt x="2613" y="5255"/>
                  </a:cubicBezTo>
                  <a:cubicBezTo>
                    <a:pt x="3403" y="6169"/>
                    <a:pt x="4784" y="6274"/>
                    <a:pt x="5699" y="5493"/>
                  </a:cubicBezTo>
                  <a:cubicBezTo>
                    <a:pt x="5756" y="5446"/>
                    <a:pt x="5803" y="5398"/>
                    <a:pt x="5851" y="535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1" name="任意多边形: 形状 190" descr="a7215fd8-7302-4854-b215-68d81c5ce2a4">
              <a:extLst>
                <a:ext uri="{FF2B5EF4-FFF2-40B4-BE49-F238E27FC236}">
                  <a16:creationId xmlns:a16="http://schemas.microsoft.com/office/drawing/2014/main" id="{18196D08-E225-4917-825C-2746B6E13D49}"/>
                </a:ext>
              </a:extLst>
            </p:cNvPr>
            <p:cNvSpPr/>
            <p:nvPr/>
          </p:nvSpPr>
          <p:spPr>
            <a:xfrm rot="21190573">
              <a:off x="6390329" y="3237209"/>
              <a:ext cx="7184" cy="7155"/>
            </a:xfrm>
            <a:custGeom>
              <a:avLst/>
              <a:gdLst>
                <a:gd name="connsiteX0" fmla="*/ 5896 w 6674"/>
                <a:gd name="connsiteY0" fmla="*/ 5445 h 6647"/>
                <a:gd name="connsiteX1" fmla="*/ 1610 w 6674"/>
                <a:gd name="connsiteY1" fmla="*/ 6207 h 6647"/>
                <a:gd name="connsiteX2" fmla="*/ 524 w 6674"/>
                <a:gd name="connsiteY2" fmla="*/ 1483 h 6647"/>
                <a:gd name="connsiteX3" fmla="*/ 753 w 6674"/>
                <a:gd name="connsiteY3" fmla="*/ 1159 h 6647"/>
                <a:gd name="connsiteX4" fmla="*/ 5592 w 6674"/>
                <a:gd name="connsiteY4" fmla="*/ 854 h 6647"/>
                <a:gd name="connsiteX5" fmla="*/ 5896 w 6674"/>
                <a:gd name="connsiteY5" fmla="*/ 1159 h 6647"/>
                <a:gd name="connsiteX6" fmla="*/ 5896 w 6674"/>
                <a:gd name="connsiteY6" fmla="*/ 5445 h 6647"/>
                <a:gd name="connsiteX7" fmla="*/ 5896 w 6674"/>
                <a:gd name="connsiteY7" fmla="*/ 5445 h 6647"/>
                <a:gd name="connsiteX8" fmla="*/ 5487 w 6674"/>
                <a:gd name="connsiteY8" fmla="*/ 2235 h 6647"/>
                <a:gd name="connsiteX9" fmla="*/ 5134 w 6674"/>
                <a:gd name="connsiteY9" fmla="*/ 2016 h 6647"/>
                <a:gd name="connsiteX10" fmla="*/ 2182 w 6674"/>
                <a:gd name="connsiteY10" fmla="*/ 3341 h 6647"/>
                <a:gd name="connsiteX11" fmla="*/ 2372 w 6674"/>
                <a:gd name="connsiteY11" fmla="*/ 5350 h 6647"/>
                <a:gd name="connsiteX12" fmla="*/ 5582 w 6674"/>
                <a:gd name="connsiteY12" fmla="*/ 5741 h 6647"/>
                <a:gd name="connsiteX13" fmla="*/ 5896 w 6674"/>
                <a:gd name="connsiteY13" fmla="*/ 5445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4" h="6647">
                  <a:moveTo>
                    <a:pt x="5896" y="5445"/>
                  </a:moveTo>
                  <a:cubicBezTo>
                    <a:pt x="4830" y="6693"/>
                    <a:pt x="3039" y="7008"/>
                    <a:pt x="1610" y="6207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2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35" y="2398"/>
                    <a:pt x="6935" y="4207"/>
                    <a:pt x="5896" y="5445"/>
                  </a:cubicBezTo>
                  <a:close/>
                  <a:moveTo>
                    <a:pt x="5896" y="5445"/>
                  </a:moveTo>
                  <a:cubicBezTo>
                    <a:pt x="6668" y="4445"/>
                    <a:pt x="6487" y="3007"/>
                    <a:pt x="5487" y="2235"/>
                  </a:cubicBezTo>
                  <a:cubicBezTo>
                    <a:pt x="5372" y="2150"/>
                    <a:pt x="5258" y="2083"/>
                    <a:pt x="5134" y="2016"/>
                  </a:cubicBezTo>
                  <a:cubicBezTo>
                    <a:pt x="3953" y="1569"/>
                    <a:pt x="2629" y="2159"/>
                    <a:pt x="2182" y="3341"/>
                  </a:cubicBezTo>
                  <a:cubicBezTo>
                    <a:pt x="1934" y="3998"/>
                    <a:pt x="2001" y="4741"/>
                    <a:pt x="2372" y="5350"/>
                  </a:cubicBezTo>
                  <a:cubicBezTo>
                    <a:pt x="3153" y="6341"/>
                    <a:pt x="4582" y="6522"/>
                    <a:pt x="5582" y="5741"/>
                  </a:cubicBezTo>
                  <a:cubicBezTo>
                    <a:pt x="5696" y="5655"/>
                    <a:pt x="5801" y="5550"/>
                    <a:pt x="5896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2" name="任意多边形: 形状 191" descr="a7c346bd-fd9a-460c-ae8b-54f97aa2c9e7">
              <a:extLst>
                <a:ext uri="{FF2B5EF4-FFF2-40B4-BE49-F238E27FC236}">
                  <a16:creationId xmlns:a16="http://schemas.microsoft.com/office/drawing/2014/main" id="{0832AADE-7DAA-4B1A-B181-72BADB1231EB}"/>
                </a:ext>
              </a:extLst>
            </p:cNvPr>
            <p:cNvSpPr/>
            <p:nvPr/>
          </p:nvSpPr>
          <p:spPr>
            <a:xfrm rot="21190573">
              <a:off x="6417665" y="3255519"/>
              <a:ext cx="7211" cy="7177"/>
            </a:xfrm>
            <a:custGeom>
              <a:avLst/>
              <a:gdLst>
                <a:gd name="connsiteX0" fmla="*/ 5851 w 6699"/>
                <a:gd name="connsiteY0" fmla="*/ 5350 h 6667"/>
                <a:gd name="connsiteX1" fmla="*/ 1660 w 6699"/>
                <a:gd name="connsiteY1" fmla="*/ 6207 h 6667"/>
                <a:gd name="connsiteX2" fmla="*/ 450 w 6699"/>
                <a:gd name="connsiteY2" fmla="*/ 1645 h 6667"/>
                <a:gd name="connsiteX3" fmla="*/ 803 w 6699"/>
                <a:gd name="connsiteY3" fmla="*/ 1159 h 6667"/>
                <a:gd name="connsiteX4" fmla="*/ 5642 w 6699"/>
                <a:gd name="connsiteY4" fmla="*/ 854 h 6667"/>
                <a:gd name="connsiteX5" fmla="*/ 5946 w 6699"/>
                <a:gd name="connsiteY5" fmla="*/ 1159 h 6667"/>
                <a:gd name="connsiteX6" fmla="*/ 5851 w 6699"/>
                <a:gd name="connsiteY6" fmla="*/ 5350 h 6667"/>
                <a:gd name="connsiteX7" fmla="*/ 5851 w 6699"/>
                <a:gd name="connsiteY7" fmla="*/ 5350 h 6667"/>
                <a:gd name="connsiteX8" fmla="*/ 5556 w 6699"/>
                <a:gd name="connsiteY8" fmla="*/ 2264 h 6667"/>
                <a:gd name="connsiteX9" fmla="*/ 5184 w 6699"/>
                <a:gd name="connsiteY9" fmla="*/ 2016 h 6667"/>
                <a:gd name="connsiteX10" fmla="*/ 2613 w 6699"/>
                <a:gd name="connsiteY10" fmla="*/ 2683 h 6667"/>
                <a:gd name="connsiteX11" fmla="*/ 2613 w 6699"/>
                <a:gd name="connsiteY11" fmla="*/ 5255 h 6667"/>
                <a:gd name="connsiteX12" fmla="*/ 5556 w 6699"/>
                <a:gd name="connsiteY12" fmla="*/ 5636 h 6667"/>
                <a:gd name="connsiteX13" fmla="*/ 5851 w 6699"/>
                <a:gd name="connsiteY13" fmla="*/ 5350 h 6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99" h="6667">
                  <a:moveTo>
                    <a:pt x="5851" y="5350"/>
                  </a:moveTo>
                  <a:cubicBezTo>
                    <a:pt x="4899" y="6693"/>
                    <a:pt x="3070" y="7065"/>
                    <a:pt x="1660" y="6207"/>
                  </a:cubicBezTo>
                  <a:cubicBezTo>
                    <a:pt x="70" y="5284"/>
                    <a:pt x="-473" y="3245"/>
                    <a:pt x="450" y="1645"/>
                  </a:cubicBezTo>
                  <a:cubicBezTo>
                    <a:pt x="555" y="1474"/>
                    <a:pt x="670" y="1312"/>
                    <a:pt x="803" y="1159"/>
                  </a:cubicBezTo>
                  <a:cubicBezTo>
                    <a:pt x="2060" y="-260"/>
                    <a:pt x="4222" y="-393"/>
                    <a:pt x="5642" y="854"/>
                  </a:cubicBezTo>
                  <a:cubicBezTo>
                    <a:pt x="5746" y="950"/>
                    <a:pt x="5851" y="1054"/>
                    <a:pt x="5946" y="1159"/>
                  </a:cubicBezTo>
                  <a:cubicBezTo>
                    <a:pt x="6985" y="2379"/>
                    <a:pt x="6947" y="4179"/>
                    <a:pt x="5851" y="5350"/>
                  </a:cubicBezTo>
                  <a:close/>
                  <a:moveTo>
                    <a:pt x="5851" y="5350"/>
                  </a:moveTo>
                  <a:cubicBezTo>
                    <a:pt x="6623" y="4417"/>
                    <a:pt x="6489" y="3036"/>
                    <a:pt x="5556" y="2264"/>
                  </a:cubicBezTo>
                  <a:cubicBezTo>
                    <a:pt x="5442" y="2169"/>
                    <a:pt x="5318" y="2083"/>
                    <a:pt x="5184" y="2016"/>
                  </a:cubicBezTo>
                  <a:cubicBezTo>
                    <a:pt x="4280" y="1597"/>
                    <a:pt x="3203" y="1874"/>
                    <a:pt x="2613" y="2683"/>
                  </a:cubicBezTo>
                  <a:cubicBezTo>
                    <a:pt x="1984" y="3426"/>
                    <a:pt x="1984" y="4512"/>
                    <a:pt x="2613" y="5255"/>
                  </a:cubicBezTo>
                  <a:cubicBezTo>
                    <a:pt x="3318" y="6169"/>
                    <a:pt x="4632" y="6341"/>
                    <a:pt x="5556" y="5636"/>
                  </a:cubicBezTo>
                  <a:cubicBezTo>
                    <a:pt x="5661" y="5550"/>
                    <a:pt x="5765" y="5455"/>
                    <a:pt x="5851" y="535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3" name="任意多边形: 形状 192" descr="ab0947e5-1020-4b8e-9ba6-4c7622628aec">
              <a:extLst>
                <a:ext uri="{FF2B5EF4-FFF2-40B4-BE49-F238E27FC236}">
                  <a16:creationId xmlns:a16="http://schemas.microsoft.com/office/drawing/2014/main" id="{949B63FF-B5D2-4D83-9EC0-73D2169E5940}"/>
                </a:ext>
              </a:extLst>
            </p:cNvPr>
            <p:cNvSpPr/>
            <p:nvPr/>
          </p:nvSpPr>
          <p:spPr>
            <a:xfrm rot="21190573">
              <a:off x="6444880" y="3272814"/>
              <a:ext cx="7184" cy="7155"/>
            </a:xfrm>
            <a:custGeom>
              <a:avLst/>
              <a:gdLst>
                <a:gd name="connsiteX0" fmla="*/ 5896 w 6674"/>
                <a:gd name="connsiteY0" fmla="*/ 5446 h 6647"/>
                <a:gd name="connsiteX1" fmla="*/ 1610 w 6674"/>
                <a:gd name="connsiteY1" fmla="*/ 6208 h 6647"/>
                <a:gd name="connsiteX2" fmla="*/ 524 w 6674"/>
                <a:gd name="connsiteY2" fmla="*/ 1483 h 6647"/>
                <a:gd name="connsiteX3" fmla="*/ 753 w 6674"/>
                <a:gd name="connsiteY3" fmla="*/ 1159 h 6647"/>
                <a:gd name="connsiteX4" fmla="*/ 5591 w 6674"/>
                <a:gd name="connsiteY4" fmla="*/ 855 h 6647"/>
                <a:gd name="connsiteX5" fmla="*/ 5896 w 6674"/>
                <a:gd name="connsiteY5" fmla="*/ 1159 h 6647"/>
                <a:gd name="connsiteX6" fmla="*/ 5896 w 6674"/>
                <a:gd name="connsiteY6" fmla="*/ 5446 h 6647"/>
                <a:gd name="connsiteX7" fmla="*/ 5896 w 6674"/>
                <a:gd name="connsiteY7" fmla="*/ 5446 h 6647"/>
                <a:gd name="connsiteX8" fmla="*/ 5487 w 6674"/>
                <a:gd name="connsiteY8" fmla="*/ 2236 h 6647"/>
                <a:gd name="connsiteX9" fmla="*/ 5134 w 6674"/>
                <a:gd name="connsiteY9" fmla="*/ 2017 h 6647"/>
                <a:gd name="connsiteX10" fmla="*/ 2182 w 6674"/>
                <a:gd name="connsiteY10" fmla="*/ 3341 h 6647"/>
                <a:gd name="connsiteX11" fmla="*/ 2372 w 6674"/>
                <a:gd name="connsiteY11" fmla="*/ 5350 h 6647"/>
                <a:gd name="connsiteX12" fmla="*/ 5582 w 6674"/>
                <a:gd name="connsiteY12" fmla="*/ 5741 h 6647"/>
                <a:gd name="connsiteX13" fmla="*/ 5896 w 6674"/>
                <a:gd name="connsiteY13" fmla="*/ 5446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4" h="6647">
                  <a:moveTo>
                    <a:pt x="5896" y="5446"/>
                  </a:moveTo>
                  <a:cubicBezTo>
                    <a:pt x="4830" y="6693"/>
                    <a:pt x="3039" y="7008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1" y="855"/>
                  </a:cubicBezTo>
                  <a:cubicBezTo>
                    <a:pt x="5696" y="950"/>
                    <a:pt x="5801" y="1055"/>
                    <a:pt x="5896" y="1159"/>
                  </a:cubicBezTo>
                  <a:cubicBezTo>
                    <a:pt x="6934" y="2397"/>
                    <a:pt x="6934" y="4207"/>
                    <a:pt x="5896" y="5446"/>
                  </a:cubicBezTo>
                  <a:close/>
                  <a:moveTo>
                    <a:pt x="5896" y="5446"/>
                  </a:moveTo>
                  <a:cubicBezTo>
                    <a:pt x="6668" y="4445"/>
                    <a:pt x="6487" y="3007"/>
                    <a:pt x="5487" y="2236"/>
                  </a:cubicBezTo>
                  <a:cubicBezTo>
                    <a:pt x="5372" y="2150"/>
                    <a:pt x="5258" y="2083"/>
                    <a:pt x="5134" y="2017"/>
                  </a:cubicBezTo>
                  <a:cubicBezTo>
                    <a:pt x="3953" y="1569"/>
                    <a:pt x="2629" y="2159"/>
                    <a:pt x="2182" y="3341"/>
                  </a:cubicBezTo>
                  <a:cubicBezTo>
                    <a:pt x="1934" y="3998"/>
                    <a:pt x="2001" y="4741"/>
                    <a:pt x="2372" y="5350"/>
                  </a:cubicBezTo>
                  <a:cubicBezTo>
                    <a:pt x="3153" y="6341"/>
                    <a:pt x="4582" y="6522"/>
                    <a:pt x="5582" y="5741"/>
                  </a:cubicBezTo>
                  <a:cubicBezTo>
                    <a:pt x="5696" y="5655"/>
                    <a:pt x="5801" y="5550"/>
                    <a:pt x="5896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4" name="任意多边形: 形状 193" descr="7fa3af07-7115-48a5-9c24-7cd1033ac3ef">
              <a:extLst>
                <a:ext uri="{FF2B5EF4-FFF2-40B4-BE49-F238E27FC236}">
                  <a16:creationId xmlns:a16="http://schemas.microsoft.com/office/drawing/2014/main" id="{F81C5AF6-AFDB-494A-82D8-710195AF94C5}"/>
                </a:ext>
              </a:extLst>
            </p:cNvPr>
            <p:cNvSpPr/>
            <p:nvPr/>
          </p:nvSpPr>
          <p:spPr>
            <a:xfrm rot="21190573">
              <a:off x="6199157" y="3292006"/>
              <a:ext cx="7034" cy="7069"/>
            </a:xfrm>
            <a:custGeom>
              <a:avLst/>
              <a:gdLst>
                <a:gd name="connsiteX0" fmla="*/ 5675 w 6534"/>
                <a:gd name="connsiteY0" fmla="*/ 5348 h 6567"/>
                <a:gd name="connsiteX1" fmla="*/ 1484 w 6534"/>
                <a:gd name="connsiteY1" fmla="*/ 6110 h 6567"/>
                <a:gd name="connsiteX2" fmla="*/ 560 w 6534"/>
                <a:gd name="connsiteY2" fmla="*/ 1490 h 6567"/>
                <a:gd name="connsiteX3" fmla="*/ 5180 w 6534"/>
                <a:gd name="connsiteY3" fmla="*/ 557 h 6567"/>
                <a:gd name="connsiteX4" fmla="*/ 5770 w 6534"/>
                <a:gd name="connsiteY4" fmla="*/ 1062 h 6567"/>
                <a:gd name="connsiteX5" fmla="*/ 5675 w 6534"/>
                <a:gd name="connsiteY5" fmla="*/ 5348 h 6567"/>
                <a:gd name="connsiteX6" fmla="*/ 5675 w 6534"/>
                <a:gd name="connsiteY6" fmla="*/ 5348 h 6567"/>
                <a:gd name="connsiteX7" fmla="*/ 5323 w 6534"/>
                <a:gd name="connsiteY7" fmla="*/ 2138 h 6567"/>
                <a:gd name="connsiteX8" fmla="*/ 5008 w 6534"/>
                <a:gd name="connsiteY8" fmla="*/ 1919 h 6567"/>
                <a:gd name="connsiteX9" fmla="*/ 2436 w 6534"/>
                <a:gd name="connsiteY9" fmla="*/ 2586 h 6567"/>
                <a:gd name="connsiteX10" fmla="*/ 2436 w 6534"/>
                <a:gd name="connsiteY10" fmla="*/ 5253 h 6567"/>
                <a:gd name="connsiteX11" fmla="*/ 5523 w 6534"/>
                <a:gd name="connsiteY11" fmla="*/ 5491 h 6567"/>
                <a:gd name="connsiteX12" fmla="*/ 5675 w 6534"/>
                <a:gd name="connsiteY12" fmla="*/ 5348 h 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34" h="6567">
                  <a:moveTo>
                    <a:pt x="5675" y="5348"/>
                  </a:moveTo>
                  <a:cubicBezTo>
                    <a:pt x="4665" y="6615"/>
                    <a:pt x="2875" y="6939"/>
                    <a:pt x="1484" y="6110"/>
                  </a:cubicBezTo>
                  <a:cubicBezTo>
                    <a:pt x="-50" y="5091"/>
                    <a:pt x="-459" y="3024"/>
                    <a:pt x="560" y="1490"/>
                  </a:cubicBezTo>
                  <a:cubicBezTo>
                    <a:pt x="1579" y="-43"/>
                    <a:pt x="3646" y="-462"/>
                    <a:pt x="5180" y="557"/>
                  </a:cubicBezTo>
                  <a:cubicBezTo>
                    <a:pt x="5399" y="700"/>
                    <a:pt x="5589" y="871"/>
                    <a:pt x="5770" y="1062"/>
                  </a:cubicBezTo>
                  <a:cubicBezTo>
                    <a:pt x="6827" y="2310"/>
                    <a:pt x="6780" y="4148"/>
                    <a:pt x="5675" y="5348"/>
                  </a:cubicBezTo>
                  <a:close/>
                  <a:moveTo>
                    <a:pt x="5675" y="5348"/>
                  </a:moveTo>
                  <a:cubicBezTo>
                    <a:pt x="6466" y="4367"/>
                    <a:pt x="6313" y="2929"/>
                    <a:pt x="5323" y="2138"/>
                  </a:cubicBezTo>
                  <a:cubicBezTo>
                    <a:pt x="5227" y="2052"/>
                    <a:pt x="5122" y="1986"/>
                    <a:pt x="5008" y="1919"/>
                  </a:cubicBezTo>
                  <a:cubicBezTo>
                    <a:pt x="4103" y="1538"/>
                    <a:pt x="3046" y="1814"/>
                    <a:pt x="2436" y="2586"/>
                  </a:cubicBezTo>
                  <a:cubicBezTo>
                    <a:pt x="1798" y="3357"/>
                    <a:pt x="1798" y="4481"/>
                    <a:pt x="2436" y="5253"/>
                  </a:cubicBezTo>
                  <a:cubicBezTo>
                    <a:pt x="3227" y="6167"/>
                    <a:pt x="4608" y="6282"/>
                    <a:pt x="5523" y="5491"/>
                  </a:cubicBezTo>
                  <a:cubicBezTo>
                    <a:pt x="5580" y="5443"/>
                    <a:pt x="5627" y="5396"/>
                    <a:pt x="5675" y="534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5" name="任意多边形: 形状 194" descr="0501f184-94ff-45c8-b32a-0336672abc92">
              <a:extLst>
                <a:ext uri="{FF2B5EF4-FFF2-40B4-BE49-F238E27FC236}">
                  <a16:creationId xmlns:a16="http://schemas.microsoft.com/office/drawing/2014/main" id="{D5B9B391-6209-4803-85EC-2F90E03950EA}"/>
                </a:ext>
              </a:extLst>
            </p:cNvPr>
            <p:cNvSpPr/>
            <p:nvPr/>
          </p:nvSpPr>
          <p:spPr>
            <a:xfrm rot="21190573">
              <a:off x="6226191" y="3309310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3 w 6678"/>
                <a:gd name="connsiteY1" fmla="*/ 6303 h 6712"/>
                <a:gd name="connsiteX2" fmla="*/ 566 w 6678"/>
                <a:gd name="connsiteY2" fmla="*/ 1435 h 6712"/>
                <a:gd name="connsiteX3" fmla="*/ 756 w 6678"/>
                <a:gd name="connsiteY3" fmla="*/ 1159 h 6712"/>
                <a:gd name="connsiteX4" fmla="*/ 5595 w 6678"/>
                <a:gd name="connsiteY4" fmla="*/ 855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547 w 6678"/>
                <a:gd name="connsiteY8" fmla="*/ 2369 h 6712"/>
                <a:gd name="connsiteX9" fmla="*/ 5138 w 6678"/>
                <a:gd name="connsiteY9" fmla="*/ 2112 h 6712"/>
                <a:gd name="connsiteX10" fmla="*/ 2566 w 6678"/>
                <a:gd name="connsiteY10" fmla="*/ 2779 h 6712"/>
                <a:gd name="connsiteX11" fmla="*/ 2566 w 6678"/>
                <a:gd name="connsiteY11" fmla="*/ 5350 h 6712"/>
                <a:gd name="connsiteX12" fmla="*/ 5795 w 6678"/>
                <a:gd name="connsiteY12" fmla="*/ 5550 h 6712"/>
                <a:gd name="connsiteX13" fmla="*/ 5900 w 6678"/>
                <a:gd name="connsiteY13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1" y="6722"/>
                    <a:pt x="3061" y="7084"/>
                    <a:pt x="1613" y="6303"/>
                  </a:cubicBezTo>
                  <a:cubicBezTo>
                    <a:pt x="-25" y="5246"/>
                    <a:pt x="-491" y="3064"/>
                    <a:pt x="566" y="1435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04" y="-260"/>
                    <a:pt x="4176" y="-393"/>
                    <a:pt x="5595" y="855"/>
                  </a:cubicBezTo>
                  <a:cubicBezTo>
                    <a:pt x="5700" y="950"/>
                    <a:pt x="5804" y="1055"/>
                    <a:pt x="5900" y="1159"/>
                  </a:cubicBezTo>
                  <a:cubicBezTo>
                    <a:pt x="6938" y="2397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52" y="4493"/>
                    <a:pt x="6490" y="3121"/>
                    <a:pt x="5547" y="2369"/>
                  </a:cubicBezTo>
                  <a:cubicBezTo>
                    <a:pt x="5424" y="2264"/>
                    <a:pt x="5281" y="2178"/>
                    <a:pt x="5138" y="2112"/>
                  </a:cubicBezTo>
                  <a:cubicBezTo>
                    <a:pt x="4233" y="1693"/>
                    <a:pt x="3157" y="1969"/>
                    <a:pt x="2566" y="2779"/>
                  </a:cubicBezTo>
                  <a:cubicBezTo>
                    <a:pt x="2014" y="3550"/>
                    <a:pt x="2014" y="4579"/>
                    <a:pt x="2566" y="5350"/>
                  </a:cubicBezTo>
                  <a:cubicBezTo>
                    <a:pt x="3404" y="6293"/>
                    <a:pt x="4852" y="6379"/>
                    <a:pt x="5795" y="5550"/>
                  </a:cubicBezTo>
                  <a:cubicBezTo>
                    <a:pt x="5833" y="5512"/>
                    <a:pt x="5862" y="5484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6" name="任意多边形: 形状 195" descr="d32145ac-74fa-4b27-a065-5ed449dc0546">
              <a:extLst>
                <a:ext uri="{FF2B5EF4-FFF2-40B4-BE49-F238E27FC236}">
                  <a16:creationId xmlns:a16="http://schemas.microsoft.com/office/drawing/2014/main" id="{C3269046-15E8-4248-9E0C-DF3259668309}"/>
                </a:ext>
              </a:extLst>
            </p:cNvPr>
            <p:cNvSpPr/>
            <p:nvPr/>
          </p:nvSpPr>
          <p:spPr>
            <a:xfrm rot="21190573">
              <a:off x="6171627" y="3273604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4 w 6678"/>
                <a:gd name="connsiteY1" fmla="*/ 6303 h 6712"/>
                <a:gd name="connsiteX2" fmla="*/ 566 w 6678"/>
                <a:gd name="connsiteY2" fmla="*/ 1435 h 6712"/>
                <a:gd name="connsiteX3" fmla="*/ 756 w 6678"/>
                <a:gd name="connsiteY3" fmla="*/ 1159 h 6712"/>
                <a:gd name="connsiteX4" fmla="*/ 5595 w 6678"/>
                <a:gd name="connsiteY4" fmla="*/ 854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547 w 6678"/>
                <a:gd name="connsiteY8" fmla="*/ 2369 h 6712"/>
                <a:gd name="connsiteX9" fmla="*/ 5138 w 6678"/>
                <a:gd name="connsiteY9" fmla="*/ 2112 h 6712"/>
                <a:gd name="connsiteX10" fmla="*/ 2566 w 6678"/>
                <a:gd name="connsiteY10" fmla="*/ 2683 h 6712"/>
                <a:gd name="connsiteX11" fmla="*/ 2566 w 6678"/>
                <a:gd name="connsiteY11" fmla="*/ 5350 h 6712"/>
                <a:gd name="connsiteX12" fmla="*/ 5795 w 6678"/>
                <a:gd name="connsiteY12" fmla="*/ 5550 h 6712"/>
                <a:gd name="connsiteX13" fmla="*/ 5900 w 6678"/>
                <a:gd name="connsiteY13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2" y="6722"/>
                    <a:pt x="3061" y="7084"/>
                    <a:pt x="1614" y="6303"/>
                  </a:cubicBezTo>
                  <a:cubicBezTo>
                    <a:pt x="-25" y="5246"/>
                    <a:pt x="-492" y="3064"/>
                    <a:pt x="566" y="1435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04" y="-260"/>
                    <a:pt x="4176" y="-393"/>
                    <a:pt x="5595" y="854"/>
                  </a:cubicBezTo>
                  <a:cubicBezTo>
                    <a:pt x="5700" y="950"/>
                    <a:pt x="5805" y="1055"/>
                    <a:pt x="5900" y="1159"/>
                  </a:cubicBezTo>
                  <a:cubicBezTo>
                    <a:pt x="6938" y="2397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52" y="4503"/>
                    <a:pt x="6490" y="3121"/>
                    <a:pt x="5547" y="2369"/>
                  </a:cubicBezTo>
                  <a:cubicBezTo>
                    <a:pt x="5423" y="2264"/>
                    <a:pt x="5281" y="2178"/>
                    <a:pt x="5138" y="2112"/>
                  </a:cubicBezTo>
                  <a:cubicBezTo>
                    <a:pt x="4252" y="1712"/>
                    <a:pt x="3204" y="1940"/>
                    <a:pt x="2566" y="2683"/>
                  </a:cubicBezTo>
                  <a:cubicBezTo>
                    <a:pt x="1995" y="3483"/>
                    <a:pt x="1995" y="4550"/>
                    <a:pt x="2566" y="5350"/>
                  </a:cubicBezTo>
                  <a:cubicBezTo>
                    <a:pt x="3404" y="6293"/>
                    <a:pt x="4852" y="6379"/>
                    <a:pt x="5795" y="5550"/>
                  </a:cubicBezTo>
                  <a:cubicBezTo>
                    <a:pt x="5833" y="5512"/>
                    <a:pt x="5862" y="5484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7" name="任意多边形: 形状 196" descr="21b7d971-c140-4c67-91b1-baf9107c012a">
              <a:extLst>
                <a:ext uri="{FF2B5EF4-FFF2-40B4-BE49-F238E27FC236}">
                  <a16:creationId xmlns:a16="http://schemas.microsoft.com/office/drawing/2014/main" id="{1506CFEF-799D-4BE0-95A2-4AF4E2110850}"/>
                </a:ext>
              </a:extLst>
            </p:cNvPr>
            <p:cNvSpPr/>
            <p:nvPr/>
          </p:nvSpPr>
          <p:spPr>
            <a:xfrm rot="21190573">
              <a:off x="6253530" y="3327209"/>
              <a:ext cx="7169" cy="7174"/>
            </a:xfrm>
            <a:custGeom>
              <a:avLst/>
              <a:gdLst>
                <a:gd name="connsiteX0" fmla="*/ 5801 w 6660"/>
                <a:gd name="connsiteY0" fmla="*/ 5446 h 6664"/>
                <a:gd name="connsiteX1" fmla="*/ 1610 w 6660"/>
                <a:gd name="connsiteY1" fmla="*/ 6208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1 w 6660"/>
                <a:gd name="connsiteY4" fmla="*/ 854 h 6664"/>
                <a:gd name="connsiteX5" fmla="*/ 5896 w 6660"/>
                <a:gd name="connsiteY5" fmla="*/ 1159 h 6664"/>
                <a:gd name="connsiteX6" fmla="*/ 5801 w 6660"/>
                <a:gd name="connsiteY6" fmla="*/ 5446 h 6664"/>
                <a:gd name="connsiteX7" fmla="*/ 5801 w 6660"/>
                <a:gd name="connsiteY7" fmla="*/ 5446 h 6664"/>
                <a:gd name="connsiteX8" fmla="*/ 5449 w 6660"/>
                <a:gd name="connsiteY8" fmla="*/ 2236 h 6664"/>
                <a:gd name="connsiteX9" fmla="*/ 5134 w 6660"/>
                <a:gd name="connsiteY9" fmla="*/ 2017 h 6664"/>
                <a:gd name="connsiteX10" fmla="*/ 2563 w 6660"/>
                <a:gd name="connsiteY10" fmla="*/ 2683 h 6664"/>
                <a:gd name="connsiteX11" fmla="*/ 2563 w 6660"/>
                <a:gd name="connsiteY11" fmla="*/ 5350 h 6664"/>
                <a:gd name="connsiteX12" fmla="*/ 5649 w 6660"/>
                <a:gd name="connsiteY12" fmla="*/ 5588 h 6664"/>
                <a:gd name="connsiteX13" fmla="*/ 5801 w 6660"/>
                <a:gd name="connsiteY13" fmla="*/ 5446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0" h="6664">
                  <a:moveTo>
                    <a:pt x="5801" y="5446"/>
                  </a:moveTo>
                  <a:cubicBezTo>
                    <a:pt x="4792" y="6712"/>
                    <a:pt x="3001" y="7036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01" y="-260"/>
                    <a:pt x="4172" y="-393"/>
                    <a:pt x="5591" y="854"/>
                  </a:cubicBezTo>
                  <a:cubicBezTo>
                    <a:pt x="5696" y="950"/>
                    <a:pt x="5801" y="1055"/>
                    <a:pt x="5896" y="1159"/>
                  </a:cubicBezTo>
                  <a:cubicBezTo>
                    <a:pt x="6954" y="2407"/>
                    <a:pt x="6906" y="4245"/>
                    <a:pt x="5801" y="5446"/>
                  </a:cubicBezTo>
                  <a:close/>
                  <a:moveTo>
                    <a:pt x="5801" y="5446"/>
                  </a:moveTo>
                  <a:cubicBezTo>
                    <a:pt x="6592" y="4465"/>
                    <a:pt x="6439" y="3026"/>
                    <a:pt x="5449" y="2236"/>
                  </a:cubicBezTo>
                  <a:cubicBezTo>
                    <a:pt x="5353" y="2150"/>
                    <a:pt x="5249" y="2083"/>
                    <a:pt x="5134" y="2017"/>
                  </a:cubicBezTo>
                  <a:cubicBezTo>
                    <a:pt x="4220" y="1635"/>
                    <a:pt x="3172" y="1912"/>
                    <a:pt x="2563" y="2683"/>
                  </a:cubicBezTo>
                  <a:cubicBezTo>
                    <a:pt x="1925" y="3455"/>
                    <a:pt x="1925" y="4579"/>
                    <a:pt x="2563" y="5350"/>
                  </a:cubicBezTo>
                  <a:cubicBezTo>
                    <a:pt x="3353" y="6265"/>
                    <a:pt x="4734" y="6379"/>
                    <a:pt x="5649" y="5588"/>
                  </a:cubicBezTo>
                  <a:cubicBezTo>
                    <a:pt x="5706" y="5541"/>
                    <a:pt x="5753" y="5493"/>
                    <a:pt x="580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8" name="任意多边形: 形状 197" descr="fa1792f8-6fe7-4e39-be0a-e42842f1a100">
              <a:extLst>
                <a:ext uri="{FF2B5EF4-FFF2-40B4-BE49-F238E27FC236}">
                  <a16:creationId xmlns:a16="http://schemas.microsoft.com/office/drawing/2014/main" id="{1F278B49-826F-4F8C-90AA-4D55BCF9F27C}"/>
                </a:ext>
              </a:extLst>
            </p:cNvPr>
            <p:cNvSpPr/>
            <p:nvPr/>
          </p:nvSpPr>
          <p:spPr>
            <a:xfrm rot="21190573">
              <a:off x="6281001" y="3345208"/>
              <a:ext cx="6956" cy="7039"/>
            </a:xfrm>
            <a:custGeom>
              <a:avLst/>
              <a:gdLst>
                <a:gd name="connsiteX0" fmla="*/ 5684 w 6462"/>
                <a:gd name="connsiteY0" fmla="*/ 5255 h 6539"/>
                <a:gd name="connsiteX1" fmla="*/ 1493 w 6462"/>
                <a:gd name="connsiteY1" fmla="*/ 6112 h 6539"/>
                <a:gd name="connsiteX2" fmla="*/ 550 w 6462"/>
                <a:gd name="connsiteY2" fmla="*/ 1493 h 6539"/>
                <a:gd name="connsiteX3" fmla="*/ 5170 w 6462"/>
                <a:gd name="connsiteY3" fmla="*/ 550 h 6539"/>
                <a:gd name="connsiteX4" fmla="*/ 5684 w 6462"/>
                <a:gd name="connsiteY4" fmla="*/ 969 h 6539"/>
                <a:gd name="connsiteX5" fmla="*/ 5684 w 6462"/>
                <a:gd name="connsiteY5" fmla="*/ 5255 h 6539"/>
                <a:gd name="connsiteX6" fmla="*/ 5684 w 6462"/>
                <a:gd name="connsiteY6" fmla="*/ 5255 h 6539"/>
                <a:gd name="connsiteX7" fmla="*/ 5522 w 6462"/>
                <a:gd name="connsiteY7" fmla="*/ 2293 h 6539"/>
                <a:gd name="connsiteX8" fmla="*/ 4922 w 6462"/>
                <a:gd name="connsiteY8" fmla="*/ 1922 h 6539"/>
                <a:gd name="connsiteX9" fmla="*/ 2445 w 6462"/>
                <a:gd name="connsiteY9" fmla="*/ 2588 h 6539"/>
                <a:gd name="connsiteX10" fmla="*/ 2445 w 6462"/>
                <a:gd name="connsiteY10" fmla="*/ 5160 h 6539"/>
                <a:gd name="connsiteX11" fmla="*/ 5531 w 6462"/>
                <a:gd name="connsiteY11" fmla="*/ 5398 h 6539"/>
                <a:gd name="connsiteX12" fmla="*/ 5684 w 6462"/>
                <a:gd name="connsiteY12" fmla="*/ 5255 h 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462" h="6539">
                  <a:moveTo>
                    <a:pt x="5684" y="5255"/>
                  </a:moveTo>
                  <a:cubicBezTo>
                    <a:pt x="4703" y="6551"/>
                    <a:pt x="2903" y="6922"/>
                    <a:pt x="1493" y="6112"/>
                  </a:cubicBezTo>
                  <a:cubicBezTo>
                    <a:pt x="-41" y="5093"/>
                    <a:pt x="-460" y="3026"/>
                    <a:pt x="550" y="1493"/>
                  </a:cubicBezTo>
                  <a:cubicBezTo>
                    <a:pt x="1569" y="-41"/>
                    <a:pt x="3636" y="-460"/>
                    <a:pt x="5170" y="550"/>
                  </a:cubicBezTo>
                  <a:cubicBezTo>
                    <a:pt x="5360" y="674"/>
                    <a:pt x="5531" y="816"/>
                    <a:pt x="5684" y="969"/>
                  </a:cubicBezTo>
                  <a:cubicBezTo>
                    <a:pt x="6722" y="2207"/>
                    <a:pt x="6722" y="4017"/>
                    <a:pt x="5684" y="5255"/>
                  </a:cubicBezTo>
                  <a:close/>
                  <a:moveTo>
                    <a:pt x="5684" y="5255"/>
                  </a:moveTo>
                  <a:cubicBezTo>
                    <a:pt x="6455" y="4388"/>
                    <a:pt x="6379" y="3064"/>
                    <a:pt x="5522" y="2293"/>
                  </a:cubicBezTo>
                  <a:cubicBezTo>
                    <a:pt x="5341" y="2141"/>
                    <a:pt x="5141" y="2007"/>
                    <a:pt x="4922" y="1922"/>
                  </a:cubicBezTo>
                  <a:cubicBezTo>
                    <a:pt x="4045" y="1474"/>
                    <a:pt x="2979" y="1760"/>
                    <a:pt x="2445" y="2588"/>
                  </a:cubicBezTo>
                  <a:cubicBezTo>
                    <a:pt x="1817" y="3331"/>
                    <a:pt x="1817" y="4417"/>
                    <a:pt x="2445" y="5160"/>
                  </a:cubicBezTo>
                  <a:cubicBezTo>
                    <a:pt x="3236" y="6074"/>
                    <a:pt x="4617" y="6189"/>
                    <a:pt x="5531" y="5398"/>
                  </a:cubicBezTo>
                  <a:cubicBezTo>
                    <a:pt x="5588" y="5351"/>
                    <a:pt x="5636" y="5303"/>
                    <a:pt x="5684" y="525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9" name="任意多边形: 形状 198" descr="4c63f5c2-2ecb-4483-8948-419aa77da605">
              <a:extLst>
                <a:ext uri="{FF2B5EF4-FFF2-40B4-BE49-F238E27FC236}">
                  <a16:creationId xmlns:a16="http://schemas.microsoft.com/office/drawing/2014/main" id="{D142231F-9139-40BC-92C5-77B95CA3B5A9}"/>
                </a:ext>
              </a:extLst>
            </p:cNvPr>
            <p:cNvSpPr/>
            <p:nvPr/>
          </p:nvSpPr>
          <p:spPr>
            <a:xfrm rot="21190573">
              <a:off x="6308196" y="3362904"/>
              <a:ext cx="7169" cy="7174"/>
            </a:xfrm>
            <a:custGeom>
              <a:avLst/>
              <a:gdLst>
                <a:gd name="connsiteX0" fmla="*/ 5801 w 6660"/>
                <a:gd name="connsiteY0" fmla="*/ 5446 h 6664"/>
                <a:gd name="connsiteX1" fmla="*/ 1610 w 6660"/>
                <a:gd name="connsiteY1" fmla="*/ 6208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1 w 6660"/>
                <a:gd name="connsiteY4" fmla="*/ 855 h 6664"/>
                <a:gd name="connsiteX5" fmla="*/ 5896 w 6660"/>
                <a:gd name="connsiteY5" fmla="*/ 1159 h 6664"/>
                <a:gd name="connsiteX6" fmla="*/ 5801 w 6660"/>
                <a:gd name="connsiteY6" fmla="*/ 5446 h 6664"/>
                <a:gd name="connsiteX7" fmla="*/ 5801 w 6660"/>
                <a:gd name="connsiteY7" fmla="*/ 5446 h 6664"/>
                <a:gd name="connsiteX8" fmla="*/ 5449 w 6660"/>
                <a:gd name="connsiteY8" fmla="*/ 2236 h 6664"/>
                <a:gd name="connsiteX9" fmla="*/ 5134 w 6660"/>
                <a:gd name="connsiteY9" fmla="*/ 2017 h 6664"/>
                <a:gd name="connsiteX10" fmla="*/ 2563 w 6660"/>
                <a:gd name="connsiteY10" fmla="*/ 2683 h 6664"/>
                <a:gd name="connsiteX11" fmla="*/ 2563 w 6660"/>
                <a:gd name="connsiteY11" fmla="*/ 5350 h 6664"/>
                <a:gd name="connsiteX12" fmla="*/ 5649 w 6660"/>
                <a:gd name="connsiteY12" fmla="*/ 5588 h 6664"/>
                <a:gd name="connsiteX13" fmla="*/ 5801 w 6660"/>
                <a:gd name="connsiteY13" fmla="*/ 5446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0" h="6664">
                  <a:moveTo>
                    <a:pt x="5801" y="5446"/>
                  </a:moveTo>
                  <a:cubicBezTo>
                    <a:pt x="4792" y="6712"/>
                    <a:pt x="3001" y="7036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1" y="855"/>
                  </a:cubicBezTo>
                  <a:cubicBezTo>
                    <a:pt x="5696" y="950"/>
                    <a:pt x="5801" y="1055"/>
                    <a:pt x="5896" y="1159"/>
                  </a:cubicBezTo>
                  <a:cubicBezTo>
                    <a:pt x="6954" y="2407"/>
                    <a:pt x="6906" y="4245"/>
                    <a:pt x="5801" y="5446"/>
                  </a:cubicBezTo>
                  <a:close/>
                  <a:moveTo>
                    <a:pt x="5801" y="5446"/>
                  </a:moveTo>
                  <a:cubicBezTo>
                    <a:pt x="6592" y="4464"/>
                    <a:pt x="6439" y="3026"/>
                    <a:pt x="5449" y="2236"/>
                  </a:cubicBezTo>
                  <a:cubicBezTo>
                    <a:pt x="5353" y="2150"/>
                    <a:pt x="5248" y="2083"/>
                    <a:pt x="5134" y="2017"/>
                  </a:cubicBezTo>
                  <a:cubicBezTo>
                    <a:pt x="4229" y="1636"/>
                    <a:pt x="3172" y="1912"/>
                    <a:pt x="2563" y="2683"/>
                  </a:cubicBezTo>
                  <a:cubicBezTo>
                    <a:pt x="1962" y="3474"/>
                    <a:pt x="1962" y="4560"/>
                    <a:pt x="2563" y="5350"/>
                  </a:cubicBezTo>
                  <a:cubicBezTo>
                    <a:pt x="3353" y="6265"/>
                    <a:pt x="4734" y="6379"/>
                    <a:pt x="5649" y="5588"/>
                  </a:cubicBezTo>
                  <a:cubicBezTo>
                    <a:pt x="5706" y="5541"/>
                    <a:pt x="5753" y="5493"/>
                    <a:pt x="580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0" name="任意多边形: 形状 199" descr="ee3b0f61-1a06-4c9d-af6d-32b9d5ac93e7">
              <a:extLst>
                <a:ext uri="{FF2B5EF4-FFF2-40B4-BE49-F238E27FC236}">
                  <a16:creationId xmlns:a16="http://schemas.microsoft.com/office/drawing/2014/main" id="{2F8982D2-C962-440E-89C1-0B4326C49B69}"/>
                </a:ext>
              </a:extLst>
            </p:cNvPr>
            <p:cNvSpPr/>
            <p:nvPr/>
          </p:nvSpPr>
          <p:spPr>
            <a:xfrm rot="21190573">
              <a:off x="6335137" y="3380539"/>
              <a:ext cx="7381" cy="7439"/>
            </a:xfrm>
            <a:custGeom>
              <a:avLst/>
              <a:gdLst>
                <a:gd name="connsiteX0" fmla="*/ 6060 w 6857"/>
                <a:gd name="connsiteY0" fmla="*/ 5626 h 6910"/>
                <a:gd name="connsiteX1" fmla="*/ 1869 w 6857"/>
                <a:gd name="connsiteY1" fmla="*/ 6484 h 6910"/>
                <a:gd name="connsiteX2" fmla="*/ 374 w 6857"/>
                <a:gd name="connsiteY2" fmla="*/ 1873 h 6910"/>
                <a:gd name="connsiteX3" fmla="*/ 4984 w 6857"/>
                <a:gd name="connsiteY3" fmla="*/ 378 h 6910"/>
                <a:gd name="connsiteX4" fmla="*/ 6479 w 6857"/>
                <a:gd name="connsiteY4" fmla="*/ 4988 h 6910"/>
                <a:gd name="connsiteX5" fmla="*/ 6060 w 6857"/>
                <a:gd name="connsiteY5" fmla="*/ 5626 h 6910"/>
                <a:gd name="connsiteX6" fmla="*/ 6060 w 6857"/>
                <a:gd name="connsiteY6" fmla="*/ 5626 h 6910"/>
                <a:gd name="connsiteX7" fmla="*/ 5898 w 6857"/>
                <a:gd name="connsiteY7" fmla="*/ 2664 h 6910"/>
                <a:gd name="connsiteX8" fmla="*/ 5298 w 6857"/>
                <a:gd name="connsiteY8" fmla="*/ 2293 h 6910"/>
                <a:gd name="connsiteX9" fmla="*/ 2822 w 6857"/>
                <a:gd name="connsiteY9" fmla="*/ 2959 h 6910"/>
                <a:gd name="connsiteX10" fmla="*/ 2822 w 6857"/>
                <a:gd name="connsiteY10" fmla="*/ 5531 h 6910"/>
                <a:gd name="connsiteX11" fmla="*/ 5765 w 6857"/>
                <a:gd name="connsiteY11" fmla="*/ 5912 h 6910"/>
                <a:gd name="connsiteX12" fmla="*/ 6060 w 6857"/>
                <a:gd name="connsiteY12" fmla="*/ 5626 h 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57" h="6910">
                  <a:moveTo>
                    <a:pt x="6060" y="5626"/>
                  </a:moveTo>
                  <a:cubicBezTo>
                    <a:pt x="5079" y="6922"/>
                    <a:pt x="3279" y="7293"/>
                    <a:pt x="1869" y="6484"/>
                  </a:cubicBezTo>
                  <a:cubicBezTo>
                    <a:pt x="183" y="5626"/>
                    <a:pt x="-483" y="3559"/>
                    <a:pt x="374" y="1873"/>
                  </a:cubicBezTo>
                  <a:cubicBezTo>
                    <a:pt x="1231" y="187"/>
                    <a:pt x="3298" y="-489"/>
                    <a:pt x="4984" y="378"/>
                  </a:cubicBezTo>
                  <a:cubicBezTo>
                    <a:pt x="6670" y="1235"/>
                    <a:pt x="7346" y="3302"/>
                    <a:pt x="6479" y="4988"/>
                  </a:cubicBezTo>
                  <a:cubicBezTo>
                    <a:pt x="6365" y="5217"/>
                    <a:pt x="6222" y="5426"/>
                    <a:pt x="6060" y="5626"/>
                  </a:cubicBezTo>
                  <a:close/>
                  <a:moveTo>
                    <a:pt x="6060" y="5626"/>
                  </a:moveTo>
                  <a:cubicBezTo>
                    <a:pt x="6832" y="4760"/>
                    <a:pt x="6755" y="3435"/>
                    <a:pt x="5898" y="2664"/>
                  </a:cubicBezTo>
                  <a:cubicBezTo>
                    <a:pt x="5717" y="2512"/>
                    <a:pt x="5517" y="2378"/>
                    <a:pt x="5298" y="2293"/>
                  </a:cubicBezTo>
                  <a:cubicBezTo>
                    <a:pt x="4422" y="1845"/>
                    <a:pt x="3355" y="2131"/>
                    <a:pt x="2822" y="2959"/>
                  </a:cubicBezTo>
                  <a:cubicBezTo>
                    <a:pt x="2193" y="3702"/>
                    <a:pt x="2193" y="4788"/>
                    <a:pt x="2822" y="5531"/>
                  </a:cubicBezTo>
                  <a:cubicBezTo>
                    <a:pt x="3526" y="6445"/>
                    <a:pt x="4841" y="6617"/>
                    <a:pt x="5765" y="5912"/>
                  </a:cubicBezTo>
                  <a:cubicBezTo>
                    <a:pt x="5870" y="5826"/>
                    <a:pt x="5974" y="5731"/>
                    <a:pt x="6060" y="562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1" name="任意多边形: 形状 200" descr="907423a5-eb16-4b6c-9f1f-e2f5f8209c8b">
              <a:extLst>
                <a:ext uri="{FF2B5EF4-FFF2-40B4-BE49-F238E27FC236}">
                  <a16:creationId xmlns:a16="http://schemas.microsoft.com/office/drawing/2014/main" id="{A697D935-DD4A-4DA9-980A-1EA4508163E6}"/>
                </a:ext>
              </a:extLst>
            </p:cNvPr>
            <p:cNvSpPr/>
            <p:nvPr/>
          </p:nvSpPr>
          <p:spPr>
            <a:xfrm rot="21190573">
              <a:off x="6362656" y="3398623"/>
              <a:ext cx="7188" cy="7155"/>
            </a:xfrm>
            <a:custGeom>
              <a:avLst/>
              <a:gdLst>
                <a:gd name="connsiteX0" fmla="*/ 5899 w 6677"/>
                <a:gd name="connsiteY0" fmla="*/ 5445 h 6647"/>
                <a:gd name="connsiteX1" fmla="*/ 1612 w 6677"/>
                <a:gd name="connsiteY1" fmla="*/ 6207 h 6647"/>
                <a:gd name="connsiteX2" fmla="*/ 526 w 6677"/>
                <a:gd name="connsiteY2" fmla="*/ 1483 h 6647"/>
                <a:gd name="connsiteX3" fmla="*/ 755 w 6677"/>
                <a:gd name="connsiteY3" fmla="*/ 1159 h 6647"/>
                <a:gd name="connsiteX4" fmla="*/ 5594 w 6677"/>
                <a:gd name="connsiteY4" fmla="*/ 854 h 6647"/>
                <a:gd name="connsiteX5" fmla="*/ 5899 w 6677"/>
                <a:gd name="connsiteY5" fmla="*/ 1159 h 6647"/>
                <a:gd name="connsiteX6" fmla="*/ 5899 w 6677"/>
                <a:gd name="connsiteY6" fmla="*/ 5445 h 6647"/>
                <a:gd name="connsiteX7" fmla="*/ 5899 w 6677"/>
                <a:gd name="connsiteY7" fmla="*/ 5445 h 6647"/>
                <a:gd name="connsiteX8" fmla="*/ 5317 w 6677"/>
                <a:gd name="connsiteY8" fmla="*/ 2131 h 6647"/>
                <a:gd name="connsiteX9" fmla="*/ 5137 w 6677"/>
                <a:gd name="connsiteY9" fmla="*/ 2016 h 6647"/>
                <a:gd name="connsiteX10" fmla="*/ 2184 w 6677"/>
                <a:gd name="connsiteY10" fmla="*/ 3341 h 6647"/>
                <a:gd name="connsiteX11" fmla="*/ 2374 w 6677"/>
                <a:gd name="connsiteY11" fmla="*/ 5350 h 6647"/>
                <a:gd name="connsiteX12" fmla="*/ 5584 w 6677"/>
                <a:gd name="connsiteY12" fmla="*/ 5741 h 6647"/>
                <a:gd name="connsiteX13" fmla="*/ 5899 w 6677"/>
                <a:gd name="connsiteY13" fmla="*/ 5445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7" h="6647">
                  <a:moveTo>
                    <a:pt x="5899" y="5445"/>
                  </a:moveTo>
                  <a:cubicBezTo>
                    <a:pt x="4832" y="6693"/>
                    <a:pt x="3041" y="7008"/>
                    <a:pt x="1612" y="6207"/>
                  </a:cubicBezTo>
                  <a:cubicBezTo>
                    <a:pt x="3" y="5198"/>
                    <a:pt x="-483" y="3083"/>
                    <a:pt x="526" y="1483"/>
                  </a:cubicBezTo>
                  <a:cubicBezTo>
                    <a:pt x="593" y="1369"/>
                    <a:pt x="669" y="1264"/>
                    <a:pt x="755" y="1159"/>
                  </a:cubicBezTo>
                  <a:cubicBezTo>
                    <a:pt x="2003" y="-260"/>
                    <a:pt x="4174" y="-393"/>
                    <a:pt x="5594" y="854"/>
                  </a:cubicBezTo>
                  <a:cubicBezTo>
                    <a:pt x="5699" y="950"/>
                    <a:pt x="5803" y="1054"/>
                    <a:pt x="5899" y="1159"/>
                  </a:cubicBezTo>
                  <a:cubicBezTo>
                    <a:pt x="6937" y="2398"/>
                    <a:pt x="6937" y="4207"/>
                    <a:pt x="5899" y="5445"/>
                  </a:cubicBezTo>
                  <a:close/>
                  <a:moveTo>
                    <a:pt x="5899" y="5445"/>
                  </a:moveTo>
                  <a:cubicBezTo>
                    <a:pt x="6651" y="4369"/>
                    <a:pt x="6394" y="2883"/>
                    <a:pt x="5317" y="2131"/>
                  </a:cubicBezTo>
                  <a:cubicBezTo>
                    <a:pt x="5260" y="2093"/>
                    <a:pt x="5194" y="2055"/>
                    <a:pt x="5137" y="2016"/>
                  </a:cubicBezTo>
                  <a:cubicBezTo>
                    <a:pt x="3955" y="1569"/>
                    <a:pt x="2632" y="2159"/>
                    <a:pt x="2184" y="3341"/>
                  </a:cubicBezTo>
                  <a:cubicBezTo>
                    <a:pt x="1936" y="3998"/>
                    <a:pt x="2003" y="4741"/>
                    <a:pt x="2374" y="5350"/>
                  </a:cubicBezTo>
                  <a:cubicBezTo>
                    <a:pt x="3155" y="6341"/>
                    <a:pt x="4584" y="6522"/>
                    <a:pt x="5584" y="5741"/>
                  </a:cubicBezTo>
                  <a:cubicBezTo>
                    <a:pt x="5699" y="5655"/>
                    <a:pt x="5803" y="5550"/>
                    <a:pt x="5899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2" name="任意多边形: 形状 201" descr="95460f68-934d-4137-9c71-5275526c3abb">
              <a:extLst>
                <a:ext uri="{FF2B5EF4-FFF2-40B4-BE49-F238E27FC236}">
                  <a16:creationId xmlns:a16="http://schemas.microsoft.com/office/drawing/2014/main" id="{652FA539-6717-4A18-AC97-2F99A1654BDF}"/>
                </a:ext>
              </a:extLst>
            </p:cNvPr>
            <p:cNvSpPr/>
            <p:nvPr/>
          </p:nvSpPr>
          <p:spPr>
            <a:xfrm rot="21190573">
              <a:off x="6099951" y="2669990"/>
              <a:ext cx="677966" cy="692877"/>
            </a:xfrm>
            <a:custGeom>
              <a:avLst/>
              <a:gdLst>
                <a:gd name="connsiteX0" fmla="*/ 629793 w 629793"/>
                <a:gd name="connsiteY0" fmla="*/ 137 h 643645"/>
                <a:gd name="connsiteX1" fmla="*/ 442055 w 629793"/>
                <a:gd name="connsiteY1" fmla="*/ 119009 h 643645"/>
                <a:gd name="connsiteX2" fmla="*/ 295275 w 629793"/>
                <a:gd name="connsiteY2" fmla="*/ 294269 h 643645"/>
                <a:gd name="connsiteX3" fmla="*/ 0 w 629793"/>
                <a:gd name="connsiteY3" fmla="*/ 643646 h 643645"/>
                <a:gd name="connsiteX4" fmla="*/ 293084 w 629793"/>
                <a:gd name="connsiteY4" fmla="*/ 292745 h 643645"/>
                <a:gd name="connsiteX5" fmla="*/ 440436 w 629793"/>
                <a:gd name="connsiteY5" fmla="*/ 117961 h 643645"/>
                <a:gd name="connsiteX6" fmla="*/ 477584 w 629793"/>
                <a:gd name="connsiteY6" fmla="*/ 74432 h 643645"/>
                <a:gd name="connsiteX7" fmla="*/ 523113 w 629793"/>
                <a:gd name="connsiteY7" fmla="*/ 40047 h 643645"/>
                <a:gd name="connsiteX8" fmla="*/ 574643 w 629793"/>
                <a:gd name="connsiteY8" fmla="*/ 15281 h 643645"/>
                <a:gd name="connsiteX9" fmla="*/ 601599 w 629793"/>
                <a:gd name="connsiteY9" fmla="*/ 5756 h 643645"/>
                <a:gd name="connsiteX10" fmla="*/ 615410 w 629793"/>
                <a:gd name="connsiteY10" fmla="*/ 1851 h 643645"/>
                <a:gd name="connsiteX11" fmla="*/ 629793 w 629793"/>
                <a:gd name="connsiteY11" fmla="*/ 137 h 643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9793" h="643645">
                  <a:moveTo>
                    <a:pt x="629793" y="137"/>
                  </a:moveTo>
                  <a:cubicBezTo>
                    <a:pt x="555975" y="14710"/>
                    <a:pt x="484537" y="54905"/>
                    <a:pt x="442055" y="119009"/>
                  </a:cubicBezTo>
                  <a:lnTo>
                    <a:pt x="295275" y="294269"/>
                  </a:lnTo>
                  <a:lnTo>
                    <a:pt x="0" y="643646"/>
                  </a:lnTo>
                  <a:lnTo>
                    <a:pt x="293084" y="292745"/>
                  </a:lnTo>
                  <a:lnTo>
                    <a:pt x="440436" y="117961"/>
                  </a:lnTo>
                  <a:cubicBezTo>
                    <a:pt x="452819" y="103483"/>
                    <a:pt x="464725" y="88624"/>
                    <a:pt x="477584" y="74432"/>
                  </a:cubicBezTo>
                  <a:cubicBezTo>
                    <a:pt x="491157" y="60982"/>
                    <a:pt x="506463" y="49419"/>
                    <a:pt x="523113" y="40047"/>
                  </a:cubicBezTo>
                  <a:cubicBezTo>
                    <a:pt x="539668" y="30550"/>
                    <a:pt x="556889" y="22273"/>
                    <a:pt x="574643" y="15281"/>
                  </a:cubicBezTo>
                  <a:cubicBezTo>
                    <a:pt x="583597" y="11757"/>
                    <a:pt x="592550" y="8519"/>
                    <a:pt x="601599" y="5756"/>
                  </a:cubicBezTo>
                  <a:cubicBezTo>
                    <a:pt x="606171" y="4328"/>
                    <a:pt x="611124" y="2994"/>
                    <a:pt x="615410" y="1851"/>
                  </a:cubicBezTo>
                  <a:cubicBezTo>
                    <a:pt x="620030" y="289"/>
                    <a:pt x="624935" y="-292"/>
                    <a:pt x="629793" y="137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3" name="任意多边形: 形状 202" descr="86411184-4824-4379-9139-7d0d76f01c67">
              <a:extLst>
                <a:ext uri="{FF2B5EF4-FFF2-40B4-BE49-F238E27FC236}">
                  <a16:creationId xmlns:a16="http://schemas.microsoft.com/office/drawing/2014/main" id="{EBF0E55A-674F-4C73-AA66-DF77270EE241}"/>
                </a:ext>
              </a:extLst>
            </p:cNvPr>
            <p:cNvSpPr/>
            <p:nvPr/>
          </p:nvSpPr>
          <p:spPr>
            <a:xfrm rot="21190573">
              <a:off x="6217404" y="2662778"/>
              <a:ext cx="566516" cy="787062"/>
            </a:xfrm>
            <a:custGeom>
              <a:avLst/>
              <a:gdLst>
                <a:gd name="connsiteX0" fmla="*/ 525113 w 526262"/>
                <a:gd name="connsiteY0" fmla="*/ 0 h 731138"/>
                <a:gd name="connsiteX1" fmla="*/ 525875 w 526262"/>
                <a:gd name="connsiteY1" fmla="*/ 14097 h 731138"/>
                <a:gd name="connsiteX2" fmla="*/ 524447 w 526262"/>
                <a:gd name="connsiteY2" fmla="*/ 28384 h 731138"/>
                <a:gd name="connsiteX3" fmla="*/ 519684 w 526262"/>
                <a:gd name="connsiteY3" fmla="*/ 56959 h 731138"/>
                <a:gd name="connsiteX4" fmla="*/ 504254 w 526262"/>
                <a:gd name="connsiteY4" fmla="*/ 112014 h 731138"/>
                <a:gd name="connsiteX5" fmla="*/ 478250 w 526262"/>
                <a:gd name="connsiteY5" fmla="*/ 162877 h 731138"/>
                <a:gd name="connsiteX6" fmla="*/ 441770 w 526262"/>
                <a:gd name="connsiteY6" fmla="*/ 206978 h 731138"/>
                <a:gd name="connsiteX7" fmla="*/ 295275 w 526262"/>
                <a:gd name="connsiteY7" fmla="*/ 381857 h 731138"/>
                <a:gd name="connsiteX8" fmla="*/ 0 w 526262"/>
                <a:gd name="connsiteY8" fmla="*/ 731139 h 731138"/>
                <a:gd name="connsiteX9" fmla="*/ 293180 w 526262"/>
                <a:gd name="connsiteY9" fmla="*/ 380333 h 731138"/>
                <a:gd name="connsiteX10" fmla="*/ 440436 w 526262"/>
                <a:gd name="connsiteY10" fmla="*/ 205454 h 731138"/>
                <a:gd name="connsiteX11" fmla="*/ 525113 w 526262"/>
                <a:gd name="connsiteY11" fmla="*/ 0 h 73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6262" h="731138">
                  <a:moveTo>
                    <a:pt x="525113" y="0"/>
                  </a:moveTo>
                  <a:cubicBezTo>
                    <a:pt x="526323" y="4601"/>
                    <a:pt x="526580" y="9392"/>
                    <a:pt x="525875" y="14097"/>
                  </a:cubicBezTo>
                  <a:cubicBezTo>
                    <a:pt x="525875" y="18859"/>
                    <a:pt x="525399" y="23622"/>
                    <a:pt x="524447" y="28384"/>
                  </a:cubicBezTo>
                  <a:cubicBezTo>
                    <a:pt x="523304" y="37909"/>
                    <a:pt x="521589" y="47434"/>
                    <a:pt x="519684" y="56959"/>
                  </a:cubicBezTo>
                  <a:cubicBezTo>
                    <a:pt x="515884" y="75657"/>
                    <a:pt x="510721" y="94059"/>
                    <a:pt x="504254" y="112014"/>
                  </a:cubicBezTo>
                  <a:cubicBezTo>
                    <a:pt x="497881" y="130045"/>
                    <a:pt x="489137" y="147152"/>
                    <a:pt x="478250" y="162877"/>
                  </a:cubicBezTo>
                  <a:cubicBezTo>
                    <a:pt x="466439" y="178022"/>
                    <a:pt x="453866" y="192310"/>
                    <a:pt x="441770" y="206978"/>
                  </a:cubicBezTo>
                  <a:lnTo>
                    <a:pt x="295275" y="381857"/>
                  </a:lnTo>
                  <a:lnTo>
                    <a:pt x="0" y="731139"/>
                  </a:lnTo>
                  <a:lnTo>
                    <a:pt x="293180" y="380333"/>
                  </a:lnTo>
                  <a:lnTo>
                    <a:pt x="440436" y="205454"/>
                  </a:lnTo>
                  <a:cubicBezTo>
                    <a:pt x="496348" y="152590"/>
                    <a:pt x="523875" y="75247"/>
                    <a:pt x="525113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" name="任意多边形: 形状 203" descr="497a05f8-f00e-4bdd-a9d8-19b2781b3456">
              <a:extLst>
                <a:ext uri="{FF2B5EF4-FFF2-40B4-BE49-F238E27FC236}">
                  <a16:creationId xmlns:a16="http://schemas.microsoft.com/office/drawing/2014/main" id="{6A92BEE6-B670-4544-8C3E-4D90CE06251D}"/>
                </a:ext>
              </a:extLst>
            </p:cNvPr>
            <p:cNvSpPr/>
            <p:nvPr/>
          </p:nvSpPr>
          <p:spPr>
            <a:xfrm rot="1991773">
              <a:off x="6119954" y="3437401"/>
              <a:ext cx="149086" cy="40398"/>
            </a:xfrm>
            <a:custGeom>
              <a:avLst/>
              <a:gdLst>
                <a:gd name="connsiteX0" fmla="*/ 0 w 138493"/>
                <a:gd name="connsiteY0" fmla="*/ 0 h 37528"/>
                <a:gd name="connsiteX1" fmla="*/ 138494 w 138493"/>
                <a:gd name="connsiteY1" fmla="*/ 0 h 37528"/>
                <a:gd name="connsiteX2" fmla="*/ 138494 w 138493"/>
                <a:gd name="connsiteY2" fmla="*/ 37528 h 37528"/>
                <a:gd name="connsiteX3" fmla="*/ 0 w 138493"/>
                <a:gd name="connsiteY3" fmla="*/ 37528 h 37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93" h="37528">
                  <a:moveTo>
                    <a:pt x="0" y="0"/>
                  </a:moveTo>
                  <a:lnTo>
                    <a:pt x="138494" y="0"/>
                  </a:lnTo>
                  <a:lnTo>
                    <a:pt x="138494" y="37528"/>
                  </a:lnTo>
                  <a:lnTo>
                    <a:pt x="0" y="37528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" name="任意多边形: 形状 204" descr="3ae136e1-ca93-4412-9f84-3a7f56386dec">
              <a:extLst>
                <a:ext uri="{FF2B5EF4-FFF2-40B4-BE49-F238E27FC236}">
                  <a16:creationId xmlns:a16="http://schemas.microsoft.com/office/drawing/2014/main" id="{68445293-1CE3-4BD4-9A1D-93DF2E60B8D8}"/>
                </a:ext>
              </a:extLst>
            </p:cNvPr>
            <p:cNvSpPr/>
            <p:nvPr/>
          </p:nvSpPr>
          <p:spPr>
            <a:xfrm rot="1991773">
              <a:off x="6113085" y="3472882"/>
              <a:ext cx="129707" cy="20200"/>
            </a:xfrm>
            <a:custGeom>
              <a:avLst/>
              <a:gdLst>
                <a:gd name="connsiteX0" fmla="*/ 0 w 120491"/>
                <a:gd name="connsiteY0" fmla="*/ 0 h 18764"/>
                <a:gd name="connsiteX1" fmla="*/ 120491 w 120491"/>
                <a:gd name="connsiteY1" fmla="*/ 0 h 18764"/>
                <a:gd name="connsiteX2" fmla="*/ 120491 w 120491"/>
                <a:gd name="connsiteY2" fmla="*/ 18764 h 18764"/>
                <a:gd name="connsiteX3" fmla="*/ 0 w 120491"/>
                <a:gd name="connsiteY3" fmla="*/ 18764 h 1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91" h="18764">
                  <a:moveTo>
                    <a:pt x="0" y="0"/>
                  </a:moveTo>
                  <a:lnTo>
                    <a:pt x="120491" y="0"/>
                  </a:lnTo>
                  <a:lnTo>
                    <a:pt x="120491" y="18764"/>
                  </a:lnTo>
                  <a:lnTo>
                    <a:pt x="0" y="18764"/>
                  </a:ln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" name="任意多边形: 形状 205" descr="c7f285b3-d6bf-4a87-ae8e-9e8815eeb3c9">
              <a:extLst>
                <a:ext uri="{FF2B5EF4-FFF2-40B4-BE49-F238E27FC236}">
                  <a16:creationId xmlns:a16="http://schemas.microsoft.com/office/drawing/2014/main" id="{913A54D9-1E92-4E8C-97D1-C3F15BD7017A}"/>
                </a:ext>
              </a:extLst>
            </p:cNvPr>
            <p:cNvSpPr/>
            <p:nvPr/>
          </p:nvSpPr>
          <p:spPr>
            <a:xfrm rot="1991773">
              <a:off x="6113467" y="3490152"/>
              <a:ext cx="108995" cy="15790"/>
            </a:xfrm>
            <a:custGeom>
              <a:avLst/>
              <a:gdLst>
                <a:gd name="connsiteX0" fmla="*/ 0 w 101250"/>
                <a:gd name="connsiteY0" fmla="*/ 0 h 14668"/>
                <a:gd name="connsiteX1" fmla="*/ 101251 w 101250"/>
                <a:gd name="connsiteY1" fmla="*/ 0 h 14668"/>
                <a:gd name="connsiteX2" fmla="*/ 101251 w 101250"/>
                <a:gd name="connsiteY2" fmla="*/ 14668 h 14668"/>
                <a:gd name="connsiteX3" fmla="*/ 0 w 101250"/>
                <a:gd name="connsiteY3" fmla="*/ 14668 h 14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0" h="14668">
                  <a:moveTo>
                    <a:pt x="0" y="0"/>
                  </a:moveTo>
                  <a:lnTo>
                    <a:pt x="101251" y="0"/>
                  </a:lnTo>
                  <a:lnTo>
                    <a:pt x="101251" y="14668"/>
                  </a:lnTo>
                  <a:lnTo>
                    <a:pt x="0" y="14668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" name="任意多边形: 形状 206" descr="00385e0e-d2bd-4ddb-b8d2-d11ea23c6194">
              <a:extLst>
                <a:ext uri="{FF2B5EF4-FFF2-40B4-BE49-F238E27FC236}">
                  <a16:creationId xmlns:a16="http://schemas.microsoft.com/office/drawing/2014/main" id="{E84968A0-F8F1-43C7-AA06-C5C5C5FAEBB3}"/>
                </a:ext>
              </a:extLst>
            </p:cNvPr>
            <p:cNvSpPr/>
            <p:nvPr/>
          </p:nvSpPr>
          <p:spPr>
            <a:xfrm rot="1991773">
              <a:off x="6041433" y="3544796"/>
              <a:ext cx="180463" cy="17636"/>
            </a:xfrm>
            <a:custGeom>
              <a:avLst/>
              <a:gdLst>
                <a:gd name="connsiteX0" fmla="*/ 0 w 167640"/>
                <a:gd name="connsiteY0" fmla="*/ 0 h 16383"/>
                <a:gd name="connsiteX1" fmla="*/ 167640 w 167640"/>
                <a:gd name="connsiteY1" fmla="*/ 0 h 16383"/>
                <a:gd name="connsiteX2" fmla="*/ 167640 w 167640"/>
                <a:gd name="connsiteY2" fmla="*/ 16383 h 16383"/>
                <a:gd name="connsiteX3" fmla="*/ 0 w 167640"/>
                <a:gd name="connsiteY3" fmla="*/ 16383 h 16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" h="16383">
                  <a:moveTo>
                    <a:pt x="0" y="0"/>
                  </a:moveTo>
                  <a:lnTo>
                    <a:pt x="167640" y="0"/>
                  </a:lnTo>
                  <a:lnTo>
                    <a:pt x="167640" y="16383"/>
                  </a:lnTo>
                  <a:lnTo>
                    <a:pt x="0" y="16383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8" name="任意多边形: 形状 207" descr="a18bf221-2318-4c15-948f-67f47f96c4b2">
              <a:extLst>
                <a:ext uri="{FF2B5EF4-FFF2-40B4-BE49-F238E27FC236}">
                  <a16:creationId xmlns:a16="http://schemas.microsoft.com/office/drawing/2014/main" id="{F38D80B3-2B92-464D-BD7A-1D11542D6A82}"/>
                </a:ext>
              </a:extLst>
            </p:cNvPr>
            <p:cNvSpPr/>
            <p:nvPr/>
          </p:nvSpPr>
          <p:spPr>
            <a:xfrm rot="21190573">
              <a:off x="6073782" y="3486776"/>
              <a:ext cx="126476" cy="111532"/>
            </a:xfrm>
            <a:custGeom>
              <a:avLst/>
              <a:gdLst>
                <a:gd name="connsiteX0" fmla="*/ 115253 w 117489"/>
                <a:gd name="connsiteY0" fmla="*/ 103608 h 103607"/>
                <a:gd name="connsiteX1" fmla="*/ 0 w 117489"/>
                <a:gd name="connsiteY1" fmla="*/ 6834 h 103607"/>
                <a:gd name="connsiteX2" fmla="*/ 110681 w 117489"/>
                <a:gd name="connsiteY2" fmla="*/ 51125 h 103607"/>
                <a:gd name="connsiteX3" fmla="*/ 115253 w 117489"/>
                <a:gd name="connsiteY3" fmla="*/ 103608 h 10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489" h="103607">
                  <a:moveTo>
                    <a:pt x="115253" y="103608"/>
                  </a:moveTo>
                  <a:lnTo>
                    <a:pt x="0" y="6834"/>
                  </a:lnTo>
                  <a:cubicBezTo>
                    <a:pt x="42796" y="-11502"/>
                    <a:pt x="92345" y="8329"/>
                    <a:pt x="110681" y="51125"/>
                  </a:cubicBezTo>
                  <a:cubicBezTo>
                    <a:pt x="117767" y="67680"/>
                    <a:pt x="119377" y="86072"/>
                    <a:pt x="115253" y="103608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" name="任意多边形: 形状 208" descr="117c036a-af8c-4097-9433-5663b9cc0275">
              <a:extLst>
                <a:ext uri="{FF2B5EF4-FFF2-40B4-BE49-F238E27FC236}">
                  <a16:creationId xmlns:a16="http://schemas.microsoft.com/office/drawing/2014/main" id="{0623ED35-243A-48CD-96B0-4365117E0546}"/>
                </a:ext>
              </a:extLst>
            </p:cNvPr>
            <p:cNvSpPr/>
            <p:nvPr/>
          </p:nvSpPr>
          <p:spPr>
            <a:xfrm rot="21190573">
              <a:off x="5824486" y="3451988"/>
              <a:ext cx="220546" cy="256441"/>
            </a:xfrm>
            <a:custGeom>
              <a:avLst/>
              <a:gdLst>
                <a:gd name="connsiteX0" fmla="*/ 163259 w 204876"/>
                <a:gd name="connsiteY0" fmla="*/ 135826 h 238220"/>
                <a:gd name="connsiteX1" fmla="*/ 0 w 204876"/>
                <a:gd name="connsiteY1" fmla="*/ 238220 h 238220"/>
                <a:gd name="connsiteX2" fmla="*/ 72771 w 204876"/>
                <a:gd name="connsiteY2" fmla="*/ 59817 h 238220"/>
                <a:gd name="connsiteX3" fmla="*/ 173260 w 204876"/>
                <a:gd name="connsiteY3" fmla="*/ 0 h 238220"/>
                <a:gd name="connsiteX4" fmla="*/ 204692 w 204876"/>
                <a:gd name="connsiteY4" fmla="*/ 26384 h 238220"/>
                <a:gd name="connsiteX5" fmla="*/ 163259 w 204876"/>
                <a:gd name="connsiteY5" fmla="*/ 135826 h 238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4876" h="238220">
                  <a:moveTo>
                    <a:pt x="163259" y="135826"/>
                  </a:moveTo>
                  <a:cubicBezTo>
                    <a:pt x="116396" y="191643"/>
                    <a:pt x="0" y="238220"/>
                    <a:pt x="0" y="238220"/>
                  </a:cubicBezTo>
                  <a:cubicBezTo>
                    <a:pt x="0" y="238220"/>
                    <a:pt x="25813" y="115633"/>
                    <a:pt x="72771" y="59817"/>
                  </a:cubicBezTo>
                  <a:cubicBezTo>
                    <a:pt x="119729" y="4000"/>
                    <a:pt x="173260" y="0"/>
                    <a:pt x="173260" y="0"/>
                  </a:cubicBezTo>
                  <a:lnTo>
                    <a:pt x="204692" y="26384"/>
                  </a:lnTo>
                  <a:cubicBezTo>
                    <a:pt x="204692" y="26384"/>
                    <a:pt x="210026" y="80200"/>
                    <a:pt x="163259" y="135826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0" name="任意多边形: 形状 209" descr="0b636c92-b886-47f0-abf3-bd242ef43a7f">
              <a:extLst>
                <a:ext uri="{FF2B5EF4-FFF2-40B4-BE49-F238E27FC236}">
                  <a16:creationId xmlns:a16="http://schemas.microsoft.com/office/drawing/2014/main" id="{182ECFF7-695F-4764-9807-7D0CCC8A73C2}"/>
                </a:ext>
              </a:extLst>
            </p:cNvPr>
            <p:cNvSpPr/>
            <p:nvPr/>
          </p:nvSpPr>
          <p:spPr>
            <a:xfrm rot="21190573">
              <a:off x="5878862" y="3453249"/>
              <a:ext cx="157089" cy="182717"/>
            </a:xfrm>
            <a:custGeom>
              <a:avLst/>
              <a:gdLst>
                <a:gd name="connsiteX0" fmla="*/ 116396 w 145927"/>
                <a:gd name="connsiteY0" fmla="*/ 96774 h 169735"/>
                <a:gd name="connsiteX1" fmla="*/ 0 w 145927"/>
                <a:gd name="connsiteY1" fmla="*/ 169736 h 169735"/>
                <a:gd name="connsiteX2" fmla="*/ 51816 w 145927"/>
                <a:gd name="connsiteY2" fmla="*/ 42577 h 169735"/>
                <a:gd name="connsiteX3" fmla="*/ 123539 w 145927"/>
                <a:gd name="connsiteY3" fmla="*/ 0 h 169735"/>
                <a:gd name="connsiteX4" fmla="*/ 145923 w 145927"/>
                <a:gd name="connsiteY4" fmla="*/ 19050 h 169735"/>
                <a:gd name="connsiteX5" fmla="*/ 116396 w 145927"/>
                <a:gd name="connsiteY5" fmla="*/ 96774 h 169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927" h="169735">
                  <a:moveTo>
                    <a:pt x="116396" y="96774"/>
                  </a:moveTo>
                  <a:cubicBezTo>
                    <a:pt x="82963" y="136589"/>
                    <a:pt x="0" y="169736"/>
                    <a:pt x="0" y="169736"/>
                  </a:cubicBezTo>
                  <a:cubicBezTo>
                    <a:pt x="0" y="169736"/>
                    <a:pt x="18383" y="82391"/>
                    <a:pt x="51816" y="42577"/>
                  </a:cubicBezTo>
                  <a:cubicBezTo>
                    <a:pt x="69504" y="19860"/>
                    <a:pt x="95126" y="4648"/>
                    <a:pt x="123539" y="0"/>
                  </a:cubicBezTo>
                  <a:lnTo>
                    <a:pt x="145923" y="19050"/>
                  </a:lnTo>
                  <a:cubicBezTo>
                    <a:pt x="146190" y="47749"/>
                    <a:pt x="135646" y="75495"/>
                    <a:pt x="116396" y="96774"/>
                  </a:cubicBezTo>
                  <a:close/>
                </a:path>
              </a:pathLst>
            </a:custGeom>
            <a:solidFill>
              <a:schemeClr val="accent2">
                <a:alpha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1" name="任意多边形: 形状 210" descr="5cd69e8a-340d-421b-9d35-3e602364ad47">
              <a:extLst>
                <a:ext uri="{FF2B5EF4-FFF2-40B4-BE49-F238E27FC236}">
                  <a16:creationId xmlns:a16="http://schemas.microsoft.com/office/drawing/2014/main" id="{7D0F5058-9F54-4199-9E1B-7ECEAFCFB74D}"/>
                </a:ext>
              </a:extLst>
            </p:cNvPr>
            <p:cNvSpPr/>
            <p:nvPr/>
          </p:nvSpPr>
          <p:spPr>
            <a:xfrm rot="21190573">
              <a:off x="5939935" y="2586509"/>
              <a:ext cx="727781" cy="824893"/>
            </a:xfrm>
            <a:custGeom>
              <a:avLst/>
              <a:gdLst>
                <a:gd name="connsiteX0" fmla="*/ 574834 w 676070"/>
                <a:gd name="connsiteY0" fmla="*/ 292508 h 766281"/>
                <a:gd name="connsiteX1" fmla="*/ 176975 w 676070"/>
                <a:gd name="connsiteY1" fmla="*/ 766282 h 766281"/>
                <a:gd name="connsiteX2" fmla="*/ 0 w 676070"/>
                <a:gd name="connsiteY2" fmla="*/ 617597 h 766281"/>
                <a:gd name="connsiteX3" fmla="*/ 397859 w 676070"/>
                <a:gd name="connsiteY3" fmla="*/ 143918 h 766281"/>
                <a:gd name="connsiteX4" fmla="*/ 566166 w 676070"/>
                <a:gd name="connsiteY4" fmla="*/ 13902 h 766281"/>
                <a:gd name="connsiteX5" fmla="*/ 665702 w 676070"/>
                <a:gd name="connsiteY5" fmla="*/ 4377 h 766281"/>
                <a:gd name="connsiteX6" fmla="*/ 673799 w 676070"/>
                <a:gd name="connsiteY6" fmla="*/ 104104 h 766281"/>
                <a:gd name="connsiteX7" fmla="*/ 574834 w 676070"/>
                <a:gd name="connsiteY7" fmla="*/ 292508 h 766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6070" h="766281">
                  <a:moveTo>
                    <a:pt x="574834" y="292508"/>
                  </a:moveTo>
                  <a:lnTo>
                    <a:pt x="176975" y="766282"/>
                  </a:lnTo>
                  <a:lnTo>
                    <a:pt x="0" y="617597"/>
                  </a:lnTo>
                  <a:cubicBezTo>
                    <a:pt x="0" y="617597"/>
                    <a:pt x="342900" y="209546"/>
                    <a:pt x="397859" y="143918"/>
                  </a:cubicBezTo>
                  <a:cubicBezTo>
                    <a:pt x="452819" y="78291"/>
                    <a:pt x="480536" y="36286"/>
                    <a:pt x="566166" y="13902"/>
                  </a:cubicBezTo>
                  <a:cubicBezTo>
                    <a:pt x="640652" y="-5148"/>
                    <a:pt x="659416" y="-671"/>
                    <a:pt x="665702" y="4377"/>
                  </a:cubicBezTo>
                  <a:cubicBezTo>
                    <a:pt x="671989" y="9425"/>
                    <a:pt x="680085" y="27332"/>
                    <a:pt x="673799" y="104104"/>
                  </a:cubicBezTo>
                  <a:cubicBezTo>
                    <a:pt x="666464" y="192401"/>
                    <a:pt x="629984" y="226786"/>
                    <a:pt x="574834" y="292508"/>
                  </a:cubicBezTo>
                  <a:close/>
                </a:path>
              </a:pathLst>
            </a:custGeom>
            <a:solidFill>
              <a:srgbClr val="EBEB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2" name="任意多边形: 形状 211" descr="df92668c-c028-415c-b069-cc7f7312f066">
              <a:extLst>
                <a:ext uri="{FF2B5EF4-FFF2-40B4-BE49-F238E27FC236}">
                  <a16:creationId xmlns:a16="http://schemas.microsoft.com/office/drawing/2014/main" id="{7B062AF1-12AC-47CC-8AC7-44916FC59C3F}"/>
                </a:ext>
              </a:extLst>
            </p:cNvPr>
            <p:cNvSpPr/>
            <p:nvPr/>
          </p:nvSpPr>
          <p:spPr>
            <a:xfrm rot="21190573">
              <a:off x="6543662" y="2550390"/>
              <a:ext cx="76902" cy="69947"/>
            </a:xfrm>
            <a:custGeom>
              <a:avLst/>
              <a:gdLst>
                <a:gd name="connsiteX0" fmla="*/ 71342 w 71438"/>
                <a:gd name="connsiteY0" fmla="*/ 64976 h 64976"/>
                <a:gd name="connsiteX1" fmla="*/ 0 w 71438"/>
                <a:gd name="connsiteY1" fmla="*/ 4969 h 64976"/>
                <a:gd name="connsiteX2" fmla="*/ 61055 w 71438"/>
                <a:gd name="connsiteY2" fmla="*/ 4969 h 64976"/>
                <a:gd name="connsiteX3" fmla="*/ 71342 w 71438"/>
                <a:gd name="connsiteY3" fmla="*/ 64976 h 6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38" h="64976">
                  <a:moveTo>
                    <a:pt x="71342" y="64976"/>
                  </a:moveTo>
                  <a:lnTo>
                    <a:pt x="0" y="4969"/>
                  </a:lnTo>
                  <a:cubicBezTo>
                    <a:pt x="43053" y="-3509"/>
                    <a:pt x="56102" y="492"/>
                    <a:pt x="61055" y="4969"/>
                  </a:cubicBezTo>
                  <a:cubicBezTo>
                    <a:pt x="66008" y="9445"/>
                    <a:pt x="72295" y="21066"/>
                    <a:pt x="71342" y="64976"/>
                  </a:cubicBezTo>
                  <a:close/>
                </a:path>
              </a:pathLst>
            </a:custGeom>
            <a:solidFill>
              <a:srgbClr val="DBD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4" name="任意多边形: 形状 213" descr="01a9bd67-226b-4f24-bc89-414150c02ecc">
              <a:extLst>
                <a:ext uri="{FF2B5EF4-FFF2-40B4-BE49-F238E27FC236}">
                  <a16:creationId xmlns:a16="http://schemas.microsoft.com/office/drawing/2014/main" id="{AAED2BAD-6E18-40E5-ADDD-8533F318A5C6}"/>
                </a:ext>
              </a:extLst>
            </p:cNvPr>
            <p:cNvSpPr/>
            <p:nvPr/>
          </p:nvSpPr>
          <p:spPr>
            <a:xfrm rot="21190573">
              <a:off x="6486062" y="2575571"/>
              <a:ext cx="134834" cy="113199"/>
            </a:xfrm>
            <a:custGeom>
              <a:avLst/>
              <a:gdLst>
                <a:gd name="connsiteX0" fmla="*/ 0 w 125253"/>
                <a:gd name="connsiteY0" fmla="*/ 0 h 105156"/>
                <a:gd name="connsiteX1" fmla="*/ 63437 w 125253"/>
                <a:gd name="connsiteY1" fmla="*/ 51626 h 105156"/>
                <a:gd name="connsiteX2" fmla="*/ 125254 w 125253"/>
                <a:gd name="connsiteY2" fmla="*/ 105156 h 105156"/>
                <a:gd name="connsiteX3" fmla="*/ 61913 w 125253"/>
                <a:gd name="connsiteY3" fmla="*/ 53531 h 105156"/>
                <a:gd name="connsiteX4" fmla="*/ 0 w 125253"/>
                <a:gd name="connsiteY4" fmla="*/ 0 h 10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53" h="105156">
                  <a:moveTo>
                    <a:pt x="0" y="0"/>
                  </a:moveTo>
                  <a:cubicBezTo>
                    <a:pt x="21527" y="16764"/>
                    <a:pt x="42291" y="34481"/>
                    <a:pt x="63437" y="51626"/>
                  </a:cubicBezTo>
                  <a:cubicBezTo>
                    <a:pt x="84582" y="68771"/>
                    <a:pt x="105061" y="86868"/>
                    <a:pt x="125254" y="105156"/>
                  </a:cubicBezTo>
                  <a:cubicBezTo>
                    <a:pt x="103727" y="88392"/>
                    <a:pt x="82963" y="70676"/>
                    <a:pt x="61913" y="53531"/>
                  </a:cubicBezTo>
                  <a:cubicBezTo>
                    <a:pt x="40862" y="36386"/>
                    <a:pt x="20288" y="18193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5" name="任意多边形: 形状 214" descr="9a585256-2094-4eeb-9c2f-01ac865e90f3">
              <a:extLst>
                <a:ext uri="{FF2B5EF4-FFF2-40B4-BE49-F238E27FC236}">
                  <a16:creationId xmlns:a16="http://schemas.microsoft.com/office/drawing/2014/main" id="{35B67D07-164C-44DD-9780-BB6A94248EB9}"/>
                </a:ext>
              </a:extLst>
            </p:cNvPr>
            <p:cNvSpPr/>
            <p:nvPr/>
          </p:nvSpPr>
          <p:spPr>
            <a:xfrm rot="21190573">
              <a:off x="6381020" y="2670275"/>
              <a:ext cx="190511" cy="160058"/>
            </a:xfrm>
            <a:custGeom>
              <a:avLst/>
              <a:gdLst>
                <a:gd name="connsiteX0" fmla="*/ 0 w 176974"/>
                <a:gd name="connsiteY0" fmla="*/ 0 h 148685"/>
                <a:gd name="connsiteX1" fmla="*/ 89249 w 176974"/>
                <a:gd name="connsiteY1" fmla="*/ 73438 h 148685"/>
                <a:gd name="connsiteX2" fmla="*/ 176975 w 176974"/>
                <a:gd name="connsiteY2" fmla="*/ 148685 h 148685"/>
                <a:gd name="connsiteX3" fmla="*/ 87725 w 176974"/>
                <a:gd name="connsiteY3" fmla="*/ 75248 h 148685"/>
                <a:gd name="connsiteX4" fmla="*/ 0 w 176974"/>
                <a:gd name="connsiteY4" fmla="*/ 0 h 14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974" h="148685">
                  <a:moveTo>
                    <a:pt x="0" y="0"/>
                  </a:moveTo>
                  <a:cubicBezTo>
                    <a:pt x="30099" y="24003"/>
                    <a:pt x="59436" y="49054"/>
                    <a:pt x="89249" y="73438"/>
                  </a:cubicBezTo>
                  <a:cubicBezTo>
                    <a:pt x="119063" y="97822"/>
                    <a:pt x="148114" y="123158"/>
                    <a:pt x="176975" y="148685"/>
                  </a:cubicBezTo>
                  <a:cubicBezTo>
                    <a:pt x="146780" y="124682"/>
                    <a:pt x="117443" y="99727"/>
                    <a:pt x="87725" y="75248"/>
                  </a:cubicBezTo>
                  <a:cubicBezTo>
                    <a:pt x="58007" y="50768"/>
                    <a:pt x="28766" y="25241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6" name="任意多边形: 形状 215" descr="55d01264-0f9c-4552-8736-af1d349c1201">
              <a:extLst>
                <a:ext uri="{FF2B5EF4-FFF2-40B4-BE49-F238E27FC236}">
                  <a16:creationId xmlns:a16="http://schemas.microsoft.com/office/drawing/2014/main" id="{36EB9495-34C1-4CC5-8CE2-C493D38876D8}"/>
                </a:ext>
              </a:extLst>
            </p:cNvPr>
            <p:cNvSpPr/>
            <p:nvPr/>
          </p:nvSpPr>
          <p:spPr>
            <a:xfrm rot="21190573">
              <a:off x="6403298" y="2639367"/>
              <a:ext cx="187742" cy="157699"/>
            </a:xfrm>
            <a:custGeom>
              <a:avLst/>
              <a:gdLst>
                <a:gd name="connsiteX0" fmla="*/ 0 w 174402"/>
                <a:gd name="connsiteY0" fmla="*/ 0 h 146494"/>
                <a:gd name="connsiteX1" fmla="*/ 87916 w 174402"/>
                <a:gd name="connsiteY1" fmla="*/ 72390 h 146494"/>
                <a:gd name="connsiteX2" fmla="*/ 174403 w 174402"/>
                <a:gd name="connsiteY2" fmla="*/ 146495 h 146494"/>
                <a:gd name="connsiteX3" fmla="*/ 86392 w 174402"/>
                <a:gd name="connsiteY3" fmla="*/ 74200 h 146494"/>
                <a:gd name="connsiteX4" fmla="*/ 0 w 174402"/>
                <a:gd name="connsiteY4" fmla="*/ 0 h 146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402" h="146494">
                  <a:moveTo>
                    <a:pt x="0" y="0"/>
                  </a:moveTo>
                  <a:cubicBezTo>
                    <a:pt x="29718" y="23717"/>
                    <a:pt x="58579" y="48292"/>
                    <a:pt x="87916" y="72390"/>
                  </a:cubicBezTo>
                  <a:cubicBezTo>
                    <a:pt x="117253" y="96488"/>
                    <a:pt x="145923" y="121348"/>
                    <a:pt x="174403" y="146495"/>
                  </a:cubicBezTo>
                  <a:cubicBezTo>
                    <a:pt x="144685" y="122873"/>
                    <a:pt x="115729" y="98298"/>
                    <a:pt x="86392" y="74200"/>
                  </a:cubicBezTo>
                  <a:cubicBezTo>
                    <a:pt x="57055" y="50102"/>
                    <a:pt x="28099" y="25241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7" name="任意多边形: 形状 216" descr="29202356-09d0-4037-a4cf-491d95d70670">
              <a:extLst>
                <a:ext uri="{FF2B5EF4-FFF2-40B4-BE49-F238E27FC236}">
                  <a16:creationId xmlns:a16="http://schemas.microsoft.com/office/drawing/2014/main" id="{9A7AAC9F-D3BC-40CB-804F-5DC9E922A77D}"/>
                </a:ext>
              </a:extLst>
            </p:cNvPr>
            <p:cNvSpPr/>
            <p:nvPr/>
          </p:nvSpPr>
          <p:spPr>
            <a:xfrm rot="21190573">
              <a:off x="6299735" y="2794415"/>
              <a:ext cx="190613" cy="160058"/>
            </a:xfrm>
            <a:custGeom>
              <a:avLst/>
              <a:gdLst>
                <a:gd name="connsiteX0" fmla="*/ 0 w 177069"/>
                <a:gd name="connsiteY0" fmla="*/ 0 h 148685"/>
                <a:gd name="connsiteX1" fmla="*/ 89345 w 177069"/>
                <a:gd name="connsiteY1" fmla="*/ 73438 h 148685"/>
                <a:gd name="connsiteX2" fmla="*/ 177070 w 177069"/>
                <a:gd name="connsiteY2" fmla="*/ 148685 h 148685"/>
                <a:gd name="connsiteX3" fmla="*/ 87821 w 177069"/>
                <a:gd name="connsiteY3" fmla="*/ 75248 h 148685"/>
                <a:gd name="connsiteX4" fmla="*/ 0 w 177069"/>
                <a:gd name="connsiteY4" fmla="*/ 0 h 14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069" h="148685">
                  <a:moveTo>
                    <a:pt x="0" y="0"/>
                  </a:moveTo>
                  <a:cubicBezTo>
                    <a:pt x="30194" y="24003"/>
                    <a:pt x="59531" y="48958"/>
                    <a:pt x="89345" y="73438"/>
                  </a:cubicBezTo>
                  <a:cubicBezTo>
                    <a:pt x="119158" y="97917"/>
                    <a:pt x="148209" y="123158"/>
                    <a:pt x="177070" y="148685"/>
                  </a:cubicBezTo>
                  <a:cubicBezTo>
                    <a:pt x="146876" y="124682"/>
                    <a:pt x="117538" y="99727"/>
                    <a:pt x="87821" y="75248"/>
                  </a:cubicBezTo>
                  <a:cubicBezTo>
                    <a:pt x="58103" y="50768"/>
                    <a:pt x="28861" y="25527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8" name="任意多边形: 形状 217" descr="47ce299f-fd76-4b6a-a581-fa1d2b2026d4">
              <a:extLst>
                <a:ext uri="{FF2B5EF4-FFF2-40B4-BE49-F238E27FC236}">
                  <a16:creationId xmlns:a16="http://schemas.microsoft.com/office/drawing/2014/main" id="{98B036FA-8ED1-4033-B8FB-48F98796C434}"/>
                </a:ext>
              </a:extLst>
            </p:cNvPr>
            <p:cNvSpPr/>
            <p:nvPr/>
          </p:nvSpPr>
          <p:spPr>
            <a:xfrm rot="21190573">
              <a:off x="6218550" y="2918550"/>
              <a:ext cx="190613" cy="160058"/>
            </a:xfrm>
            <a:custGeom>
              <a:avLst/>
              <a:gdLst>
                <a:gd name="connsiteX0" fmla="*/ 0 w 177069"/>
                <a:gd name="connsiteY0" fmla="*/ 0 h 148685"/>
                <a:gd name="connsiteX1" fmla="*/ 89249 w 177069"/>
                <a:gd name="connsiteY1" fmla="*/ 73438 h 148685"/>
                <a:gd name="connsiteX2" fmla="*/ 177070 w 177069"/>
                <a:gd name="connsiteY2" fmla="*/ 148685 h 148685"/>
                <a:gd name="connsiteX3" fmla="*/ 87725 w 177069"/>
                <a:gd name="connsiteY3" fmla="*/ 75248 h 148685"/>
                <a:gd name="connsiteX4" fmla="*/ 0 w 177069"/>
                <a:gd name="connsiteY4" fmla="*/ 0 h 14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069" h="148685">
                  <a:moveTo>
                    <a:pt x="0" y="0"/>
                  </a:moveTo>
                  <a:cubicBezTo>
                    <a:pt x="30194" y="24003"/>
                    <a:pt x="59531" y="48958"/>
                    <a:pt x="89249" y="73438"/>
                  </a:cubicBezTo>
                  <a:cubicBezTo>
                    <a:pt x="118967" y="97917"/>
                    <a:pt x="148209" y="123063"/>
                    <a:pt x="177070" y="148685"/>
                  </a:cubicBezTo>
                  <a:cubicBezTo>
                    <a:pt x="146875" y="124682"/>
                    <a:pt x="117538" y="99632"/>
                    <a:pt x="87725" y="75248"/>
                  </a:cubicBezTo>
                  <a:cubicBezTo>
                    <a:pt x="57912" y="50864"/>
                    <a:pt x="28861" y="25527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" name="任意多边形: 形状 218" descr="79e0a84a-0b21-4dea-a445-4f95ef110276">
              <a:extLst>
                <a:ext uri="{FF2B5EF4-FFF2-40B4-BE49-F238E27FC236}">
                  <a16:creationId xmlns:a16="http://schemas.microsoft.com/office/drawing/2014/main" id="{A565C216-FCDC-4B71-AA86-F9D3C05AD1A7}"/>
                </a:ext>
              </a:extLst>
            </p:cNvPr>
            <p:cNvSpPr/>
            <p:nvPr/>
          </p:nvSpPr>
          <p:spPr>
            <a:xfrm rot="21190573">
              <a:off x="6137355" y="3042583"/>
              <a:ext cx="190614" cy="160058"/>
            </a:xfrm>
            <a:custGeom>
              <a:avLst/>
              <a:gdLst>
                <a:gd name="connsiteX0" fmla="*/ 0 w 177070"/>
                <a:gd name="connsiteY0" fmla="*/ 0 h 148685"/>
                <a:gd name="connsiteX1" fmla="*/ 89249 w 177070"/>
                <a:gd name="connsiteY1" fmla="*/ 73438 h 148685"/>
                <a:gd name="connsiteX2" fmla="*/ 177070 w 177070"/>
                <a:gd name="connsiteY2" fmla="*/ 148685 h 148685"/>
                <a:gd name="connsiteX3" fmla="*/ 87725 w 177070"/>
                <a:gd name="connsiteY3" fmla="*/ 75247 h 148685"/>
                <a:gd name="connsiteX4" fmla="*/ 0 w 177070"/>
                <a:gd name="connsiteY4" fmla="*/ 0 h 14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070" h="148685">
                  <a:moveTo>
                    <a:pt x="0" y="0"/>
                  </a:moveTo>
                  <a:cubicBezTo>
                    <a:pt x="30194" y="24003"/>
                    <a:pt x="59531" y="48958"/>
                    <a:pt x="89249" y="73438"/>
                  </a:cubicBezTo>
                  <a:cubicBezTo>
                    <a:pt x="118967" y="97917"/>
                    <a:pt x="148209" y="123158"/>
                    <a:pt x="177070" y="148685"/>
                  </a:cubicBezTo>
                  <a:cubicBezTo>
                    <a:pt x="146876" y="124682"/>
                    <a:pt x="117539" y="99727"/>
                    <a:pt x="87725" y="75247"/>
                  </a:cubicBezTo>
                  <a:cubicBezTo>
                    <a:pt x="57912" y="50768"/>
                    <a:pt x="28861" y="25622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" name="任意多边形: 形状 219" descr="18299b2f-b101-4dd0-b739-c147ad54fbeb">
              <a:extLst>
                <a:ext uri="{FF2B5EF4-FFF2-40B4-BE49-F238E27FC236}">
                  <a16:creationId xmlns:a16="http://schemas.microsoft.com/office/drawing/2014/main" id="{D294C080-D80A-4997-982E-A85B9E693E20}"/>
                </a:ext>
              </a:extLst>
            </p:cNvPr>
            <p:cNvSpPr/>
            <p:nvPr/>
          </p:nvSpPr>
          <p:spPr>
            <a:xfrm rot="21190573">
              <a:off x="6056170" y="3166724"/>
              <a:ext cx="190511" cy="160058"/>
            </a:xfrm>
            <a:custGeom>
              <a:avLst/>
              <a:gdLst>
                <a:gd name="connsiteX0" fmla="*/ 0 w 176974"/>
                <a:gd name="connsiteY0" fmla="*/ 0 h 148685"/>
                <a:gd name="connsiteX1" fmla="*/ 89249 w 176974"/>
                <a:gd name="connsiteY1" fmla="*/ 73438 h 148685"/>
                <a:gd name="connsiteX2" fmla="*/ 176975 w 176974"/>
                <a:gd name="connsiteY2" fmla="*/ 148685 h 148685"/>
                <a:gd name="connsiteX3" fmla="*/ 87725 w 176974"/>
                <a:gd name="connsiteY3" fmla="*/ 75247 h 148685"/>
                <a:gd name="connsiteX4" fmla="*/ 0 w 176974"/>
                <a:gd name="connsiteY4" fmla="*/ 0 h 14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974" h="148685">
                  <a:moveTo>
                    <a:pt x="0" y="0"/>
                  </a:moveTo>
                  <a:cubicBezTo>
                    <a:pt x="30099" y="24003"/>
                    <a:pt x="59436" y="48958"/>
                    <a:pt x="89249" y="73438"/>
                  </a:cubicBezTo>
                  <a:cubicBezTo>
                    <a:pt x="119063" y="97917"/>
                    <a:pt x="148114" y="123063"/>
                    <a:pt x="176975" y="148685"/>
                  </a:cubicBezTo>
                  <a:cubicBezTo>
                    <a:pt x="146876" y="124682"/>
                    <a:pt x="117538" y="99727"/>
                    <a:pt x="87725" y="75247"/>
                  </a:cubicBezTo>
                  <a:cubicBezTo>
                    <a:pt x="57912" y="50768"/>
                    <a:pt x="28861" y="25527"/>
                    <a:pt x="0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" name="任意多边形: 形状 220" descr="6fc22bc1-6bdb-4ee7-94fd-f5390227010c">
              <a:extLst>
                <a:ext uri="{FF2B5EF4-FFF2-40B4-BE49-F238E27FC236}">
                  <a16:creationId xmlns:a16="http://schemas.microsoft.com/office/drawing/2014/main" id="{6E6EA116-7B81-4F70-8D45-70E4971EDE07}"/>
                </a:ext>
              </a:extLst>
            </p:cNvPr>
            <p:cNvSpPr/>
            <p:nvPr/>
          </p:nvSpPr>
          <p:spPr>
            <a:xfrm rot="21190573">
              <a:off x="6475708" y="2591572"/>
              <a:ext cx="7468" cy="7463"/>
            </a:xfrm>
            <a:custGeom>
              <a:avLst/>
              <a:gdLst>
                <a:gd name="connsiteX0" fmla="*/ 6110 w 6937"/>
                <a:gd name="connsiteY0" fmla="*/ 5447 h 6933"/>
                <a:gd name="connsiteX1" fmla="*/ 1490 w 6937"/>
                <a:gd name="connsiteY1" fmla="*/ 6374 h 6933"/>
                <a:gd name="connsiteX2" fmla="*/ 557 w 6937"/>
                <a:gd name="connsiteY2" fmla="*/ 1751 h 6933"/>
                <a:gd name="connsiteX3" fmla="*/ 1062 w 6937"/>
                <a:gd name="connsiteY3" fmla="*/ 1161 h 6933"/>
                <a:gd name="connsiteX4" fmla="*/ 5901 w 6937"/>
                <a:gd name="connsiteY4" fmla="*/ 857 h 6933"/>
                <a:gd name="connsiteX5" fmla="*/ 6205 w 6937"/>
                <a:gd name="connsiteY5" fmla="*/ 1161 h 6933"/>
                <a:gd name="connsiteX6" fmla="*/ 6110 w 6937"/>
                <a:gd name="connsiteY6" fmla="*/ 5447 h 6933"/>
                <a:gd name="connsiteX7" fmla="*/ 6110 w 6937"/>
                <a:gd name="connsiteY7" fmla="*/ 5447 h 6933"/>
                <a:gd name="connsiteX8" fmla="*/ 5758 w 6937"/>
                <a:gd name="connsiteY8" fmla="*/ 2233 h 6933"/>
                <a:gd name="connsiteX9" fmla="*/ 5443 w 6937"/>
                <a:gd name="connsiteY9" fmla="*/ 2018 h 6933"/>
                <a:gd name="connsiteX10" fmla="*/ 2872 w 6937"/>
                <a:gd name="connsiteY10" fmla="*/ 2685 h 6933"/>
                <a:gd name="connsiteX11" fmla="*/ 2872 w 6937"/>
                <a:gd name="connsiteY11" fmla="*/ 5352 h 6933"/>
                <a:gd name="connsiteX12" fmla="*/ 5958 w 6937"/>
                <a:gd name="connsiteY12" fmla="*/ 5588 h 6933"/>
                <a:gd name="connsiteX13" fmla="*/ 6110 w 6937"/>
                <a:gd name="connsiteY13" fmla="*/ 5447 h 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37" h="6933">
                  <a:moveTo>
                    <a:pt x="6110" y="5447"/>
                  </a:moveTo>
                  <a:cubicBezTo>
                    <a:pt x="5091" y="6980"/>
                    <a:pt x="3024" y="7394"/>
                    <a:pt x="1490" y="6374"/>
                  </a:cubicBezTo>
                  <a:cubicBezTo>
                    <a:pt x="-43" y="5353"/>
                    <a:pt x="-462" y="3283"/>
                    <a:pt x="557" y="1751"/>
                  </a:cubicBezTo>
                  <a:cubicBezTo>
                    <a:pt x="700" y="1535"/>
                    <a:pt x="871" y="1337"/>
                    <a:pt x="1062" y="1161"/>
                  </a:cubicBezTo>
                  <a:cubicBezTo>
                    <a:pt x="2319" y="-259"/>
                    <a:pt x="4481" y="-395"/>
                    <a:pt x="5901" y="857"/>
                  </a:cubicBezTo>
                  <a:cubicBezTo>
                    <a:pt x="6005" y="952"/>
                    <a:pt x="6110" y="1053"/>
                    <a:pt x="6205" y="1161"/>
                  </a:cubicBezTo>
                  <a:cubicBezTo>
                    <a:pt x="7215" y="2423"/>
                    <a:pt x="7177" y="4231"/>
                    <a:pt x="6110" y="5447"/>
                  </a:cubicBezTo>
                  <a:close/>
                  <a:moveTo>
                    <a:pt x="6110" y="5447"/>
                  </a:moveTo>
                  <a:cubicBezTo>
                    <a:pt x="6901" y="4463"/>
                    <a:pt x="6748" y="3025"/>
                    <a:pt x="5758" y="2233"/>
                  </a:cubicBezTo>
                  <a:cubicBezTo>
                    <a:pt x="5662" y="2152"/>
                    <a:pt x="5558" y="2081"/>
                    <a:pt x="5443" y="2018"/>
                  </a:cubicBezTo>
                  <a:cubicBezTo>
                    <a:pt x="4538" y="1636"/>
                    <a:pt x="3481" y="1909"/>
                    <a:pt x="2872" y="2685"/>
                  </a:cubicBezTo>
                  <a:cubicBezTo>
                    <a:pt x="2233" y="3459"/>
                    <a:pt x="2233" y="4578"/>
                    <a:pt x="2872" y="5352"/>
                  </a:cubicBezTo>
                  <a:cubicBezTo>
                    <a:pt x="3662" y="6270"/>
                    <a:pt x="5043" y="6376"/>
                    <a:pt x="5958" y="5588"/>
                  </a:cubicBezTo>
                  <a:cubicBezTo>
                    <a:pt x="6015" y="5543"/>
                    <a:pt x="6062" y="5497"/>
                    <a:pt x="6110" y="5447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2" name="任意多边形: 形状 221" descr="3caf229d-16c3-47ab-b74d-d9484449bd38">
              <a:extLst>
                <a:ext uri="{FF2B5EF4-FFF2-40B4-BE49-F238E27FC236}">
                  <a16:creationId xmlns:a16="http://schemas.microsoft.com/office/drawing/2014/main" id="{D4C5743D-B01A-454E-A56C-41B48D4826D9}"/>
                </a:ext>
              </a:extLst>
            </p:cNvPr>
            <p:cNvSpPr/>
            <p:nvPr/>
          </p:nvSpPr>
          <p:spPr>
            <a:xfrm rot="21190573">
              <a:off x="6503237" y="2609092"/>
              <a:ext cx="7390" cy="7511"/>
            </a:xfrm>
            <a:custGeom>
              <a:avLst/>
              <a:gdLst>
                <a:gd name="connsiteX0" fmla="*/ 5896 w 6865"/>
                <a:gd name="connsiteY0" fmla="*/ 5684 h 6977"/>
                <a:gd name="connsiteX1" fmla="*/ 1610 w 6865"/>
                <a:gd name="connsiteY1" fmla="*/ 6541 h 6977"/>
                <a:gd name="connsiteX2" fmla="*/ 524 w 6865"/>
                <a:gd name="connsiteY2" fmla="*/ 1817 h 6977"/>
                <a:gd name="connsiteX3" fmla="*/ 753 w 6865"/>
                <a:gd name="connsiteY3" fmla="*/ 1493 h 6977"/>
                <a:gd name="connsiteX4" fmla="*/ 5373 w 6865"/>
                <a:gd name="connsiteY4" fmla="*/ 550 h 6977"/>
                <a:gd name="connsiteX5" fmla="*/ 6316 w 6865"/>
                <a:gd name="connsiteY5" fmla="*/ 5169 h 6977"/>
                <a:gd name="connsiteX6" fmla="*/ 5896 w 6865"/>
                <a:gd name="connsiteY6" fmla="*/ 5684 h 6977"/>
                <a:gd name="connsiteX7" fmla="*/ 5896 w 6865"/>
                <a:gd name="connsiteY7" fmla="*/ 5684 h 6977"/>
                <a:gd name="connsiteX8" fmla="*/ 5544 w 6865"/>
                <a:gd name="connsiteY8" fmla="*/ 2607 h 6977"/>
                <a:gd name="connsiteX9" fmla="*/ 5134 w 6865"/>
                <a:gd name="connsiteY9" fmla="*/ 2350 h 6977"/>
                <a:gd name="connsiteX10" fmla="*/ 2229 w 6865"/>
                <a:gd name="connsiteY10" fmla="*/ 3769 h 6977"/>
                <a:gd name="connsiteX11" fmla="*/ 2372 w 6865"/>
                <a:gd name="connsiteY11" fmla="*/ 5589 h 6977"/>
                <a:gd name="connsiteX12" fmla="*/ 5582 w 6865"/>
                <a:gd name="connsiteY12" fmla="*/ 5979 h 6977"/>
                <a:gd name="connsiteX13" fmla="*/ 5896 w 6865"/>
                <a:gd name="connsiteY13" fmla="*/ 5684 h 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65" h="6977">
                  <a:moveTo>
                    <a:pt x="5896" y="5684"/>
                  </a:moveTo>
                  <a:cubicBezTo>
                    <a:pt x="4877" y="6998"/>
                    <a:pt x="3048" y="7360"/>
                    <a:pt x="1610" y="6541"/>
                  </a:cubicBezTo>
                  <a:cubicBezTo>
                    <a:pt x="10" y="5531"/>
                    <a:pt x="-485" y="3417"/>
                    <a:pt x="524" y="1817"/>
                  </a:cubicBezTo>
                  <a:cubicBezTo>
                    <a:pt x="591" y="1702"/>
                    <a:pt x="667" y="1598"/>
                    <a:pt x="753" y="1493"/>
                  </a:cubicBezTo>
                  <a:cubicBezTo>
                    <a:pt x="1772" y="-41"/>
                    <a:pt x="3839" y="-460"/>
                    <a:pt x="5373" y="550"/>
                  </a:cubicBezTo>
                  <a:cubicBezTo>
                    <a:pt x="6906" y="1569"/>
                    <a:pt x="7325" y="3636"/>
                    <a:pt x="6316" y="5169"/>
                  </a:cubicBezTo>
                  <a:cubicBezTo>
                    <a:pt x="6192" y="5360"/>
                    <a:pt x="6049" y="5531"/>
                    <a:pt x="5896" y="5684"/>
                  </a:cubicBezTo>
                  <a:close/>
                  <a:moveTo>
                    <a:pt x="5896" y="5684"/>
                  </a:moveTo>
                  <a:cubicBezTo>
                    <a:pt x="6649" y="4731"/>
                    <a:pt x="6487" y="3360"/>
                    <a:pt x="5544" y="2607"/>
                  </a:cubicBezTo>
                  <a:cubicBezTo>
                    <a:pt x="5420" y="2502"/>
                    <a:pt x="5277" y="2417"/>
                    <a:pt x="5134" y="2350"/>
                  </a:cubicBezTo>
                  <a:cubicBezTo>
                    <a:pt x="3944" y="1941"/>
                    <a:pt x="2639" y="2569"/>
                    <a:pt x="2229" y="3769"/>
                  </a:cubicBezTo>
                  <a:cubicBezTo>
                    <a:pt x="2020" y="4369"/>
                    <a:pt x="2077" y="5027"/>
                    <a:pt x="2372" y="5589"/>
                  </a:cubicBezTo>
                  <a:cubicBezTo>
                    <a:pt x="3153" y="6579"/>
                    <a:pt x="4582" y="6760"/>
                    <a:pt x="5582" y="5979"/>
                  </a:cubicBezTo>
                  <a:cubicBezTo>
                    <a:pt x="5696" y="5893"/>
                    <a:pt x="5801" y="5789"/>
                    <a:pt x="5896" y="5684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3" name="任意多边形: 形状 222" descr="8e37be44-5d72-47dc-b295-5c359a514ef7">
              <a:extLst>
                <a:ext uri="{FF2B5EF4-FFF2-40B4-BE49-F238E27FC236}">
                  <a16:creationId xmlns:a16="http://schemas.microsoft.com/office/drawing/2014/main" id="{20B271FC-855D-4E56-BFF5-C1F41C7D22BE}"/>
                </a:ext>
              </a:extLst>
            </p:cNvPr>
            <p:cNvSpPr/>
            <p:nvPr/>
          </p:nvSpPr>
          <p:spPr>
            <a:xfrm rot="21190573">
              <a:off x="6530728" y="2627356"/>
              <a:ext cx="7034" cy="7069"/>
            </a:xfrm>
            <a:custGeom>
              <a:avLst/>
              <a:gdLst>
                <a:gd name="connsiteX0" fmla="*/ 5675 w 6534"/>
                <a:gd name="connsiteY0" fmla="*/ 5348 h 6567"/>
                <a:gd name="connsiteX1" fmla="*/ 1484 w 6534"/>
                <a:gd name="connsiteY1" fmla="*/ 6110 h 6567"/>
                <a:gd name="connsiteX2" fmla="*/ 560 w 6534"/>
                <a:gd name="connsiteY2" fmla="*/ 1490 h 6567"/>
                <a:gd name="connsiteX3" fmla="*/ 5180 w 6534"/>
                <a:gd name="connsiteY3" fmla="*/ 557 h 6567"/>
                <a:gd name="connsiteX4" fmla="*/ 5770 w 6534"/>
                <a:gd name="connsiteY4" fmla="*/ 1062 h 6567"/>
                <a:gd name="connsiteX5" fmla="*/ 5675 w 6534"/>
                <a:gd name="connsiteY5" fmla="*/ 5348 h 6567"/>
                <a:gd name="connsiteX6" fmla="*/ 5675 w 6534"/>
                <a:gd name="connsiteY6" fmla="*/ 5348 h 6567"/>
                <a:gd name="connsiteX7" fmla="*/ 5323 w 6534"/>
                <a:gd name="connsiteY7" fmla="*/ 2138 h 6567"/>
                <a:gd name="connsiteX8" fmla="*/ 5008 w 6534"/>
                <a:gd name="connsiteY8" fmla="*/ 1919 h 6567"/>
                <a:gd name="connsiteX9" fmla="*/ 2436 w 6534"/>
                <a:gd name="connsiteY9" fmla="*/ 2586 h 6567"/>
                <a:gd name="connsiteX10" fmla="*/ 2436 w 6534"/>
                <a:gd name="connsiteY10" fmla="*/ 5253 h 6567"/>
                <a:gd name="connsiteX11" fmla="*/ 5523 w 6534"/>
                <a:gd name="connsiteY11" fmla="*/ 5491 h 6567"/>
                <a:gd name="connsiteX12" fmla="*/ 5675 w 6534"/>
                <a:gd name="connsiteY12" fmla="*/ 5348 h 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34" h="6567">
                  <a:moveTo>
                    <a:pt x="5675" y="5348"/>
                  </a:moveTo>
                  <a:cubicBezTo>
                    <a:pt x="4665" y="6615"/>
                    <a:pt x="2874" y="6939"/>
                    <a:pt x="1484" y="6110"/>
                  </a:cubicBezTo>
                  <a:cubicBezTo>
                    <a:pt x="-50" y="5091"/>
                    <a:pt x="-459" y="3024"/>
                    <a:pt x="560" y="1490"/>
                  </a:cubicBezTo>
                  <a:cubicBezTo>
                    <a:pt x="1579" y="-43"/>
                    <a:pt x="3646" y="-462"/>
                    <a:pt x="5180" y="557"/>
                  </a:cubicBezTo>
                  <a:cubicBezTo>
                    <a:pt x="5399" y="700"/>
                    <a:pt x="5589" y="871"/>
                    <a:pt x="5770" y="1062"/>
                  </a:cubicBezTo>
                  <a:cubicBezTo>
                    <a:pt x="6827" y="2310"/>
                    <a:pt x="6780" y="4148"/>
                    <a:pt x="5675" y="5348"/>
                  </a:cubicBezTo>
                  <a:close/>
                  <a:moveTo>
                    <a:pt x="5675" y="5348"/>
                  </a:moveTo>
                  <a:cubicBezTo>
                    <a:pt x="6465" y="4367"/>
                    <a:pt x="6313" y="2929"/>
                    <a:pt x="5323" y="2138"/>
                  </a:cubicBezTo>
                  <a:cubicBezTo>
                    <a:pt x="5227" y="2052"/>
                    <a:pt x="5123" y="1986"/>
                    <a:pt x="5008" y="1919"/>
                  </a:cubicBezTo>
                  <a:cubicBezTo>
                    <a:pt x="4103" y="1538"/>
                    <a:pt x="3046" y="1814"/>
                    <a:pt x="2436" y="2586"/>
                  </a:cubicBezTo>
                  <a:cubicBezTo>
                    <a:pt x="1798" y="3357"/>
                    <a:pt x="1798" y="4481"/>
                    <a:pt x="2436" y="5253"/>
                  </a:cubicBezTo>
                  <a:cubicBezTo>
                    <a:pt x="3227" y="6167"/>
                    <a:pt x="4608" y="6272"/>
                    <a:pt x="5523" y="5491"/>
                  </a:cubicBezTo>
                  <a:cubicBezTo>
                    <a:pt x="5580" y="5443"/>
                    <a:pt x="5627" y="5396"/>
                    <a:pt x="5675" y="534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4" name="任意多边形: 形状 223" descr="651a43c0-58a4-4bc1-9c2b-b29f75534e57">
              <a:extLst>
                <a:ext uri="{FF2B5EF4-FFF2-40B4-BE49-F238E27FC236}">
                  <a16:creationId xmlns:a16="http://schemas.microsoft.com/office/drawing/2014/main" id="{F3344232-DDFB-4DBC-8DA3-8072AA115462}"/>
                </a:ext>
              </a:extLst>
            </p:cNvPr>
            <p:cNvSpPr/>
            <p:nvPr/>
          </p:nvSpPr>
          <p:spPr>
            <a:xfrm rot="21190573">
              <a:off x="6557823" y="2645172"/>
              <a:ext cx="7147" cy="7151"/>
            </a:xfrm>
            <a:custGeom>
              <a:avLst/>
              <a:gdLst>
                <a:gd name="connsiteX0" fmla="*/ 5896 w 6639"/>
                <a:gd name="connsiteY0" fmla="*/ 5350 h 6643"/>
                <a:gd name="connsiteX1" fmla="*/ 1610 w 6639"/>
                <a:gd name="connsiteY1" fmla="*/ 6208 h 6643"/>
                <a:gd name="connsiteX2" fmla="*/ 524 w 6639"/>
                <a:gd name="connsiteY2" fmla="*/ 1483 h 6643"/>
                <a:gd name="connsiteX3" fmla="*/ 753 w 6639"/>
                <a:gd name="connsiteY3" fmla="*/ 1159 h 6643"/>
                <a:gd name="connsiteX4" fmla="*/ 5591 w 6639"/>
                <a:gd name="connsiteY4" fmla="*/ 854 h 6643"/>
                <a:gd name="connsiteX5" fmla="*/ 5896 w 6639"/>
                <a:gd name="connsiteY5" fmla="*/ 1159 h 6643"/>
                <a:gd name="connsiteX6" fmla="*/ 5896 w 6639"/>
                <a:gd name="connsiteY6" fmla="*/ 5350 h 6643"/>
                <a:gd name="connsiteX7" fmla="*/ 5896 w 6639"/>
                <a:gd name="connsiteY7" fmla="*/ 5350 h 6643"/>
                <a:gd name="connsiteX8" fmla="*/ 5544 w 6639"/>
                <a:gd name="connsiteY8" fmla="*/ 2274 h 6643"/>
                <a:gd name="connsiteX9" fmla="*/ 5135 w 6639"/>
                <a:gd name="connsiteY9" fmla="*/ 2017 h 6643"/>
                <a:gd name="connsiteX10" fmla="*/ 2563 w 6639"/>
                <a:gd name="connsiteY10" fmla="*/ 2683 h 6643"/>
                <a:gd name="connsiteX11" fmla="*/ 2563 w 6639"/>
                <a:gd name="connsiteY11" fmla="*/ 5255 h 6643"/>
                <a:gd name="connsiteX12" fmla="*/ 5792 w 6639"/>
                <a:gd name="connsiteY12" fmla="*/ 5455 h 6643"/>
                <a:gd name="connsiteX13" fmla="*/ 5896 w 6639"/>
                <a:gd name="connsiteY13" fmla="*/ 5350 h 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39" h="6643">
                  <a:moveTo>
                    <a:pt x="5896" y="5350"/>
                  </a:moveTo>
                  <a:cubicBezTo>
                    <a:pt x="4877" y="6665"/>
                    <a:pt x="3048" y="7027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01" y="-260"/>
                    <a:pt x="4172" y="-393"/>
                    <a:pt x="5591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887" y="2378"/>
                    <a:pt x="6887" y="4131"/>
                    <a:pt x="5896" y="5350"/>
                  </a:cubicBezTo>
                  <a:close/>
                  <a:moveTo>
                    <a:pt x="5896" y="5350"/>
                  </a:moveTo>
                  <a:cubicBezTo>
                    <a:pt x="6649" y="4398"/>
                    <a:pt x="6487" y="3026"/>
                    <a:pt x="5544" y="2274"/>
                  </a:cubicBezTo>
                  <a:cubicBezTo>
                    <a:pt x="5420" y="2169"/>
                    <a:pt x="5277" y="2083"/>
                    <a:pt x="5135" y="2017"/>
                  </a:cubicBezTo>
                  <a:cubicBezTo>
                    <a:pt x="4230" y="1597"/>
                    <a:pt x="3153" y="1874"/>
                    <a:pt x="2563" y="2683"/>
                  </a:cubicBezTo>
                  <a:cubicBezTo>
                    <a:pt x="2010" y="3455"/>
                    <a:pt x="2010" y="4484"/>
                    <a:pt x="2563" y="5255"/>
                  </a:cubicBezTo>
                  <a:cubicBezTo>
                    <a:pt x="3401" y="6198"/>
                    <a:pt x="4849" y="6284"/>
                    <a:pt x="5792" y="5455"/>
                  </a:cubicBezTo>
                  <a:cubicBezTo>
                    <a:pt x="5830" y="5417"/>
                    <a:pt x="5858" y="5388"/>
                    <a:pt x="5896" y="535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" name="任意多边形: 形状 224" descr="c9928de5-3bc8-44bd-b4d2-7acab34500c2">
              <a:extLst>
                <a:ext uri="{FF2B5EF4-FFF2-40B4-BE49-F238E27FC236}">
                  <a16:creationId xmlns:a16="http://schemas.microsoft.com/office/drawing/2014/main" id="{4B646D65-E373-4DAD-AF12-B92BB924A3C7}"/>
                </a:ext>
              </a:extLst>
            </p:cNvPr>
            <p:cNvSpPr/>
            <p:nvPr/>
          </p:nvSpPr>
          <p:spPr>
            <a:xfrm rot="21190573">
              <a:off x="6585151" y="2662967"/>
              <a:ext cx="7169" cy="7174"/>
            </a:xfrm>
            <a:custGeom>
              <a:avLst/>
              <a:gdLst>
                <a:gd name="connsiteX0" fmla="*/ 5801 w 6660"/>
                <a:gd name="connsiteY0" fmla="*/ 5446 h 6664"/>
                <a:gd name="connsiteX1" fmla="*/ 1610 w 6660"/>
                <a:gd name="connsiteY1" fmla="*/ 6208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1 w 6660"/>
                <a:gd name="connsiteY4" fmla="*/ 854 h 6664"/>
                <a:gd name="connsiteX5" fmla="*/ 5896 w 6660"/>
                <a:gd name="connsiteY5" fmla="*/ 1159 h 6664"/>
                <a:gd name="connsiteX6" fmla="*/ 5801 w 6660"/>
                <a:gd name="connsiteY6" fmla="*/ 5446 h 6664"/>
                <a:gd name="connsiteX7" fmla="*/ 5801 w 6660"/>
                <a:gd name="connsiteY7" fmla="*/ 5446 h 6664"/>
                <a:gd name="connsiteX8" fmla="*/ 5449 w 6660"/>
                <a:gd name="connsiteY8" fmla="*/ 2236 h 6664"/>
                <a:gd name="connsiteX9" fmla="*/ 5134 w 6660"/>
                <a:gd name="connsiteY9" fmla="*/ 2017 h 6664"/>
                <a:gd name="connsiteX10" fmla="*/ 2563 w 6660"/>
                <a:gd name="connsiteY10" fmla="*/ 2683 h 6664"/>
                <a:gd name="connsiteX11" fmla="*/ 2563 w 6660"/>
                <a:gd name="connsiteY11" fmla="*/ 5350 h 6664"/>
                <a:gd name="connsiteX12" fmla="*/ 5649 w 6660"/>
                <a:gd name="connsiteY12" fmla="*/ 5588 h 6664"/>
                <a:gd name="connsiteX13" fmla="*/ 5801 w 6660"/>
                <a:gd name="connsiteY13" fmla="*/ 5446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0" h="6664">
                  <a:moveTo>
                    <a:pt x="5801" y="5446"/>
                  </a:moveTo>
                  <a:cubicBezTo>
                    <a:pt x="4792" y="6712"/>
                    <a:pt x="3001" y="7036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01" y="-260"/>
                    <a:pt x="4172" y="-393"/>
                    <a:pt x="5591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54" y="2407"/>
                    <a:pt x="6906" y="4245"/>
                    <a:pt x="5801" y="5446"/>
                  </a:cubicBezTo>
                  <a:close/>
                  <a:moveTo>
                    <a:pt x="5801" y="5446"/>
                  </a:moveTo>
                  <a:cubicBezTo>
                    <a:pt x="6592" y="4464"/>
                    <a:pt x="6439" y="3026"/>
                    <a:pt x="5449" y="2236"/>
                  </a:cubicBezTo>
                  <a:cubicBezTo>
                    <a:pt x="5353" y="2150"/>
                    <a:pt x="5249" y="2083"/>
                    <a:pt x="5134" y="2017"/>
                  </a:cubicBezTo>
                  <a:cubicBezTo>
                    <a:pt x="4220" y="1635"/>
                    <a:pt x="3172" y="1912"/>
                    <a:pt x="2563" y="2683"/>
                  </a:cubicBezTo>
                  <a:cubicBezTo>
                    <a:pt x="1925" y="3455"/>
                    <a:pt x="1925" y="4579"/>
                    <a:pt x="2563" y="5350"/>
                  </a:cubicBezTo>
                  <a:cubicBezTo>
                    <a:pt x="3353" y="6265"/>
                    <a:pt x="4734" y="6369"/>
                    <a:pt x="5649" y="5588"/>
                  </a:cubicBezTo>
                  <a:cubicBezTo>
                    <a:pt x="5706" y="5541"/>
                    <a:pt x="5753" y="5493"/>
                    <a:pt x="580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" name="任意多边形: 形状 225" descr="402ac366-99e7-4d8c-b84b-14a3e9a4456b">
              <a:extLst>
                <a:ext uri="{FF2B5EF4-FFF2-40B4-BE49-F238E27FC236}">
                  <a16:creationId xmlns:a16="http://schemas.microsoft.com/office/drawing/2014/main" id="{DD68E718-B63A-4BFE-AF97-6C8B435DECE0}"/>
                </a:ext>
              </a:extLst>
            </p:cNvPr>
            <p:cNvSpPr/>
            <p:nvPr/>
          </p:nvSpPr>
          <p:spPr>
            <a:xfrm rot="21190573">
              <a:off x="6612622" y="2680964"/>
              <a:ext cx="6971" cy="7071"/>
            </a:xfrm>
            <a:custGeom>
              <a:avLst/>
              <a:gdLst>
                <a:gd name="connsiteX0" fmla="*/ 5684 w 6476"/>
                <a:gd name="connsiteY0" fmla="*/ 5350 h 6569"/>
                <a:gd name="connsiteX1" fmla="*/ 1493 w 6476"/>
                <a:gd name="connsiteY1" fmla="*/ 6112 h 6569"/>
                <a:gd name="connsiteX2" fmla="*/ 550 w 6476"/>
                <a:gd name="connsiteY2" fmla="*/ 1493 h 6569"/>
                <a:gd name="connsiteX3" fmla="*/ 5170 w 6476"/>
                <a:gd name="connsiteY3" fmla="*/ 550 h 6569"/>
                <a:gd name="connsiteX4" fmla="*/ 5684 w 6476"/>
                <a:gd name="connsiteY4" fmla="*/ 969 h 6569"/>
                <a:gd name="connsiteX5" fmla="*/ 5684 w 6476"/>
                <a:gd name="connsiteY5" fmla="*/ 5350 h 6569"/>
                <a:gd name="connsiteX6" fmla="*/ 5684 w 6476"/>
                <a:gd name="connsiteY6" fmla="*/ 5350 h 6569"/>
                <a:gd name="connsiteX7" fmla="*/ 5455 w 6476"/>
                <a:gd name="connsiteY7" fmla="*/ 2264 h 6569"/>
                <a:gd name="connsiteX8" fmla="*/ 4922 w 6476"/>
                <a:gd name="connsiteY8" fmla="*/ 1921 h 6569"/>
                <a:gd name="connsiteX9" fmla="*/ 2445 w 6476"/>
                <a:gd name="connsiteY9" fmla="*/ 2588 h 6569"/>
                <a:gd name="connsiteX10" fmla="*/ 2445 w 6476"/>
                <a:gd name="connsiteY10" fmla="*/ 5160 h 6569"/>
                <a:gd name="connsiteX11" fmla="*/ 5522 w 6476"/>
                <a:gd name="connsiteY11" fmla="*/ 5493 h 6569"/>
                <a:gd name="connsiteX12" fmla="*/ 5684 w 6476"/>
                <a:gd name="connsiteY12" fmla="*/ 5350 h 6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476" h="6569">
                  <a:moveTo>
                    <a:pt x="5684" y="5350"/>
                  </a:moveTo>
                  <a:cubicBezTo>
                    <a:pt x="4674" y="6617"/>
                    <a:pt x="2883" y="6941"/>
                    <a:pt x="1493" y="6112"/>
                  </a:cubicBezTo>
                  <a:cubicBezTo>
                    <a:pt x="-41" y="5093"/>
                    <a:pt x="-460" y="3026"/>
                    <a:pt x="550" y="1493"/>
                  </a:cubicBezTo>
                  <a:cubicBezTo>
                    <a:pt x="1569" y="-41"/>
                    <a:pt x="3636" y="-460"/>
                    <a:pt x="5170" y="550"/>
                  </a:cubicBezTo>
                  <a:cubicBezTo>
                    <a:pt x="5360" y="674"/>
                    <a:pt x="5531" y="817"/>
                    <a:pt x="5684" y="969"/>
                  </a:cubicBezTo>
                  <a:cubicBezTo>
                    <a:pt x="6741" y="2236"/>
                    <a:pt x="6741" y="4084"/>
                    <a:pt x="5684" y="5350"/>
                  </a:cubicBezTo>
                  <a:close/>
                  <a:moveTo>
                    <a:pt x="5684" y="5350"/>
                  </a:moveTo>
                  <a:cubicBezTo>
                    <a:pt x="6474" y="4436"/>
                    <a:pt x="6369" y="3055"/>
                    <a:pt x="5455" y="2264"/>
                  </a:cubicBezTo>
                  <a:cubicBezTo>
                    <a:pt x="5293" y="2121"/>
                    <a:pt x="5112" y="2007"/>
                    <a:pt x="4922" y="1921"/>
                  </a:cubicBezTo>
                  <a:cubicBezTo>
                    <a:pt x="4045" y="1474"/>
                    <a:pt x="2979" y="1759"/>
                    <a:pt x="2445" y="2588"/>
                  </a:cubicBezTo>
                  <a:cubicBezTo>
                    <a:pt x="1817" y="3331"/>
                    <a:pt x="1817" y="4417"/>
                    <a:pt x="2445" y="5160"/>
                  </a:cubicBezTo>
                  <a:cubicBezTo>
                    <a:pt x="3207" y="6103"/>
                    <a:pt x="4588" y="6246"/>
                    <a:pt x="5522" y="5493"/>
                  </a:cubicBezTo>
                  <a:cubicBezTo>
                    <a:pt x="5579" y="5446"/>
                    <a:pt x="5636" y="5398"/>
                    <a:pt x="5684" y="535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7" name="任意多边形: 形状 226" descr="45c6bb48-eb2b-4f28-a569-eee8b6022ecb">
              <a:extLst>
                <a:ext uri="{FF2B5EF4-FFF2-40B4-BE49-F238E27FC236}">
                  <a16:creationId xmlns:a16="http://schemas.microsoft.com/office/drawing/2014/main" id="{BF85AE96-2F27-4810-ACAC-B362449BB4CB}"/>
                </a:ext>
              </a:extLst>
            </p:cNvPr>
            <p:cNvSpPr/>
            <p:nvPr/>
          </p:nvSpPr>
          <p:spPr>
            <a:xfrm rot="21190573">
              <a:off x="6399420" y="2708849"/>
              <a:ext cx="7068" cy="7103"/>
            </a:xfrm>
            <a:custGeom>
              <a:avLst/>
              <a:gdLst>
                <a:gd name="connsiteX0" fmla="*/ 5675 w 6566"/>
                <a:gd name="connsiteY0" fmla="*/ 5348 h 6598"/>
                <a:gd name="connsiteX1" fmla="*/ 1484 w 6566"/>
                <a:gd name="connsiteY1" fmla="*/ 6110 h 6598"/>
                <a:gd name="connsiteX2" fmla="*/ 560 w 6566"/>
                <a:gd name="connsiteY2" fmla="*/ 1490 h 6598"/>
                <a:gd name="connsiteX3" fmla="*/ 5179 w 6566"/>
                <a:gd name="connsiteY3" fmla="*/ 557 h 6598"/>
                <a:gd name="connsiteX4" fmla="*/ 5770 w 6566"/>
                <a:gd name="connsiteY4" fmla="*/ 1062 h 6598"/>
                <a:gd name="connsiteX5" fmla="*/ 5675 w 6566"/>
                <a:gd name="connsiteY5" fmla="*/ 5348 h 6598"/>
                <a:gd name="connsiteX6" fmla="*/ 5675 w 6566"/>
                <a:gd name="connsiteY6" fmla="*/ 5348 h 6598"/>
                <a:gd name="connsiteX7" fmla="*/ 5379 w 6566"/>
                <a:gd name="connsiteY7" fmla="*/ 2262 h 6598"/>
                <a:gd name="connsiteX8" fmla="*/ 5008 w 6566"/>
                <a:gd name="connsiteY8" fmla="*/ 2014 h 6598"/>
                <a:gd name="connsiteX9" fmla="*/ 2436 w 6566"/>
                <a:gd name="connsiteY9" fmla="*/ 2586 h 6598"/>
                <a:gd name="connsiteX10" fmla="*/ 2436 w 6566"/>
                <a:gd name="connsiteY10" fmla="*/ 5253 h 6598"/>
                <a:gd name="connsiteX11" fmla="*/ 5522 w 6566"/>
                <a:gd name="connsiteY11" fmla="*/ 5491 h 6598"/>
                <a:gd name="connsiteX12" fmla="*/ 5675 w 6566"/>
                <a:gd name="connsiteY12" fmla="*/ 5348 h 6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66" h="6598">
                  <a:moveTo>
                    <a:pt x="5675" y="5348"/>
                  </a:moveTo>
                  <a:cubicBezTo>
                    <a:pt x="4694" y="6653"/>
                    <a:pt x="2865" y="6986"/>
                    <a:pt x="1484" y="6110"/>
                  </a:cubicBezTo>
                  <a:cubicBezTo>
                    <a:pt x="-50" y="5091"/>
                    <a:pt x="-459" y="3024"/>
                    <a:pt x="560" y="1490"/>
                  </a:cubicBezTo>
                  <a:cubicBezTo>
                    <a:pt x="1579" y="-43"/>
                    <a:pt x="3646" y="-462"/>
                    <a:pt x="5179" y="557"/>
                  </a:cubicBezTo>
                  <a:cubicBezTo>
                    <a:pt x="5399" y="700"/>
                    <a:pt x="5589" y="871"/>
                    <a:pt x="5770" y="1062"/>
                  </a:cubicBezTo>
                  <a:cubicBezTo>
                    <a:pt x="6865" y="2291"/>
                    <a:pt x="6827" y="4167"/>
                    <a:pt x="5675" y="5348"/>
                  </a:cubicBezTo>
                  <a:close/>
                  <a:moveTo>
                    <a:pt x="5675" y="5348"/>
                  </a:moveTo>
                  <a:cubicBezTo>
                    <a:pt x="6446" y="4415"/>
                    <a:pt x="6313" y="3034"/>
                    <a:pt x="5379" y="2262"/>
                  </a:cubicBezTo>
                  <a:cubicBezTo>
                    <a:pt x="5265" y="2167"/>
                    <a:pt x="5141" y="2081"/>
                    <a:pt x="5008" y="2014"/>
                  </a:cubicBezTo>
                  <a:cubicBezTo>
                    <a:pt x="4122" y="1614"/>
                    <a:pt x="3075" y="1843"/>
                    <a:pt x="2436" y="2586"/>
                  </a:cubicBezTo>
                  <a:cubicBezTo>
                    <a:pt x="1836" y="3376"/>
                    <a:pt x="1836" y="4462"/>
                    <a:pt x="2436" y="5253"/>
                  </a:cubicBezTo>
                  <a:cubicBezTo>
                    <a:pt x="3227" y="6167"/>
                    <a:pt x="4608" y="6272"/>
                    <a:pt x="5522" y="5491"/>
                  </a:cubicBezTo>
                  <a:cubicBezTo>
                    <a:pt x="5580" y="5443"/>
                    <a:pt x="5627" y="5396"/>
                    <a:pt x="5675" y="534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" name="任意多边形: 形状 227" descr="ccc537d0-b2e3-40b0-9406-8688da39733c">
              <a:extLst>
                <a:ext uri="{FF2B5EF4-FFF2-40B4-BE49-F238E27FC236}">
                  <a16:creationId xmlns:a16="http://schemas.microsoft.com/office/drawing/2014/main" id="{CC1C248B-C367-41A2-A78C-81506B5401B9}"/>
                </a:ext>
              </a:extLst>
            </p:cNvPr>
            <p:cNvSpPr/>
            <p:nvPr/>
          </p:nvSpPr>
          <p:spPr>
            <a:xfrm rot="21190573">
              <a:off x="6426278" y="2726310"/>
              <a:ext cx="7720" cy="7808"/>
            </a:xfrm>
            <a:custGeom>
              <a:avLst/>
              <a:gdLst>
                <a:gd name="connsiteX0" fmla="*/ 6110 w 7171"/>
                <a:gd name="connsiteY0" fmla="*/ 5770 h 7253"/>
                <a:gd name="connsiteX1" fmla="*/ 1491 w 7171"/>
                <a:gd name="connsiteY1" fmla="*/ 6694 h 7253"/>
                <a:gd name="connsiteX2" fmla="*/ 557 w 7171"/>
                <a:gd name="connsiteY2" fmla="*/ 2074 h 7253"/>
                <a:gd name="connsiteX3" fmla="*/ 1062 w 7171"/>
                <a:gd name="connsiteY3" fmla="*/ 1484 h 7253"/>
                <a:gd name="connsiteX4" fmla="*/ 5682 w 7171"/>
                <a:gd name="connsiteY4" fmla="*/ 560 h 7253"/>
                <a:gd name="connsiteX5" fmla="*/ 6615 w 7171"/>
                <a:gd name="connsiteY5" fmla="*/ 5180 h 7253"/>
                <a:gd name="connsiteX6" fmla="*/ 6110 w 7171"/>
                <a:gd name="connsiteY6" fmla="*/ 5770 h 7253"/>
                <a:gd name="connsiteX7" fmla="*/ 6110 w 7171"/>
                <a:gd name="connsiteY7" fmla="*/ 5770 h 7253"/>
                <a:gd name="connsiteX8" fmla="*/ 5882 w 7171"/>
                <a:gd name="connsiteY8" fmla="*/ 2684 h 7253"/>
                <a:gd name="connsiteX9" fmla="*/ 5348 w 7171"/>
                <a:gd name="connsiteY9" fmla="*/ 2341 h 7253"/>
                <a:gd name="connsiteX10" fmla="*/ 2872 w 7171"/>
                <a:gd name="connsiteY10" fmla="*/ 3008 h 7253"/>
                <a:gd name="connsiteX11" fmla="*/ 2872 w 7171"/>
                <a:gd name="connsiteY11" fmla="*/ 5580 h 7253"/>
                <a:gd name="connsiteX12" fmla="*/ 5796 w 7171"/>
                <a:gd name="connsiteY12" fmla="*/ 6046 h 7253"/>
                <a:gd name="connsiteX13" fmla="*/ 6110 w 7171"/>
                <a:gd name="connsiteY13" fmla="*/ 5770 h 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71" h="7253">
                  <a:moveTo>
                    <a:pt x="6110" y="5770"/>
                  </a:moveTo>
                  <a:cubicBezTo>
                    <a:pt x="5091" y="7304"/>
                    <a:pt x="3024" y="7713"/>
                    <a:pt x="1491" y="6694"/>
                  </a:cubicBezTo>
                  <a:cubicBezTo>
                    <a:pt x="-43" y="5675"/>
                    <a:pt x="-462" y="3608"/>
                    <a:pt x="557" y="2074"/>
                  </a:cubicBezTo>
                  <a:cubicBezTo>
                    <a:pt x="700" y="1855"/>
                    <a:pt x="871" y="1665"/>
                    <a:pt x="1062" y="1484"/>
                  </a:cubicBezTo>
                  <a:cubicBezTo>
                    <a:pt x="2081" y="-50"/>
                    <a:pt x="4148" y="-459"/>
                    <a:pt x="5682" y="560"/>
                  </a:cubicBezTo>
                  <a:cubicBezTo>
                    <a:pt x="7215" y="1579"/>
                    <a:pt x="7634" y="3646"/>
                    <a:pt x="6615" y="5180"/>
                  </a:cubicBezTo>
                  <a:cubicBezTo>
                    <a:pt x="6472" y="5399"/>
                    <a:pt x="6300" y="5589"/>
                    <a:pt x="6110" y="5770"/>
                  </a:cubicBezTo>
                  <a:close/>
                  <a:moveTo>
                    <a:pt x="6110" y="5770"/>
                  </a:moveTo>
                  <a:cubicBezTo>
                    <a:pt x="6901" y="4856"/>
                    <a:pt x="6796" y="3475"/>
                    <a:pt x="5882" y="2684"/>
                  </a:cubicBezTo>
                  <a:cubicBezTo>
                    <a:pt x="5720" y="2541"/>
                    <a:pt x="5539" y="2427"/>
                    <a:pt x="5348" y="2341"/>
                  </a:cubicBezTo>
                  <a:cubicBezTo>
                    <a:pt x="4472" y="1970"/>
                    <a:pt x="3453" y="2246"/>
                    <a:pt x="2872" y="3008"/>
                  </a:cubicBezTo>
                  <a:cubicBezTo>
                    <a:pt x="2243" y="3751"/>
                    <a:pt x="2243" y="4837"/>
                    <a:pt x="2872" y="5580"/>
                  </a:cubicBezTo>
                  <a:cubicBezTo>
                    <a:pt x="3548" y="6513"/>
                    <a:pt x="4862" y="6723"/>
                    <a:pt x="5796" y="6046"/>
                  </a:cubicBezTo>
                  <a:cubicBezTo>
                    <a:pt x="5910" y="5970"/>
                    <a:pt x="6015" y="5875"/>
                    <a:pt x="6110" y="577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9" name="任意多边形: 形状 228" descr="8ea0b79e-cf32-4143-80ab-808f58ffcf2c">
              <a:extLst>
                <a:ext uri="{FF2B5EF4-FFF2-40B4-BE49-F238E27FC236}">
                  <a16:creationId xmlns:a16="http://schemas.microsoft.com/office/drawing/2014/main" id="{9FEA4BCC-9358-4724-8E31-1B342E302CE7}"/>
                </a:ext>
              </a:extLst>
            </p:cNvPr>
            <p:cNvSpPr/>
            <p:nvPr/>
          </p:nvSpPr>
          <p:spPr>
            <a:xfrm rot="21190573">
              <a:off x="6372283" y="2690871"/>
              <a:ext cx="7149" cy="7221"/>
            </a:xfrm>
            <a:custGeom>
              <a:avLst/>
              <a:gdLst>
                <a:gd name="connsiteX0" fmla="*/ 5867 w 6641"/>
                <a:gd name="connsiteY0" fmla="*/ 5489 h 6708"/>
                <a:gd name="connsiteX1" fmla="*/ 1676 w 6641"/>
                <a:gd name="connsiteY1" fmla="*/ 6251 h 6708"/>
                <a:gd name="connsiteX2" fmla="*/ 485 w 6641"/>
                <a:gd name="connsiteY2" fmla="*/ 1546 h 6708"/>
                <a:gd name="connsiteX3" fmla="*/ 723 w 6641"/>
                <a:gd name="connsiteY3" fmla="*/ 1203 h 6708"/>
                <a:gd name="connsiteX4" fmla="*/ 5438 w 6641"/>
                <a:gd name="connsiteY4" fmla="*/ 775 h 6708"/>
                <a:gd name="connsiteX5" fmla="*/ 5867 w 6641"/>
                <a:gd name="connsiteY5" fmla="*/ 5489 h 6708"/>
                <a:gd name="connsiteX6" fmla="*/ 5867 w 6641"/>
                <a:gd name="connsiteY6" fmla="*/ 5489 h 6708"/>
                <a:gd name="connsiteX7" fmla="*/ 5638 w 6641"/>
                <a:gd name="connsiteY7" fmla="*/ 2403 h 6708"/>
                <a:gd name="connsiteX8" fmla="*/ 5105 w 6641"/>
                <a:gd name="connsiteY8" fmla="*/ 2060 h 6708"/>
                <a:gd name="connsiteX9" fmla="*/ 2628 w 6641"/>
                <a:gd name="connsiteY9" fmla="*/ 2727 h 6708"/>
                <a:gd name="connsiteX10" fmla="*/ 2628 w 6641"/>
                <a:gd name="connsiteY10" fmla="*/ 5299 h 6708"/>
                <a:gd name="connsiteX11" fmla="*/ 5553 w 6641"/>
                <a:gd name="connsiteY11" fmla="*/ 5766 h 6708"/>
                <a:gd name="connsiteX12" fmla="*/ 5867 w 6641"/>
                <a:gd name="connsiteY12" fmla="*/ 5489 h 6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41" h="6708">
                  <a:moveTo>
                    <a:pt x="5867" y="5489"/>
                  </a:moveTo>
                  <a:cubicBezTo>
                    <a:pt x="4857" y="6756"/>
                    <a:pt x="3066" y="7080"/>
                    <a:pt x="1676" y="6251"/>
                  </a:cubicBezTo>
                  <a:cubicBezTo>
                    <a:pt x="47" y="5280"/>
                    <a:pt x="-486" y="3175"/>
                    <a:pt x="485" y="1546"/>
                  </a:cubicBezTo>
                  <a:cubicBezTo>
                    <a:pt x="561" y="1432"/>
                    <a:pt x="637" y="1318"/>
                    <a:pt x="723" y="1203"/>
                  </a:cubicBezTo>
                  <a:cubicBezTo>
                    <a:pt x="1904" y="-216"/>
                    <a:pt x="4019" y="-406"/>
                    <a:pt x="5438" y="775"/>
                  </a:cubicBezTo>
                  <a:cubicBezTo>
                    <a:pt x="6857" y="1956"/>
                    <a:pt x="7048" y="4070"/>
                    <a:pt x="5867" y="5489"/>
                  </a:cubicBezTo>
                  <a:close/>
                  <a:moveTo>
                    <a:pt x="5867" y="5489"/>
                  </a:moveTo>
                  <a:cubicBezTo>
                    <a:pt x="6657" y="4575"/>
                    <a:pt x="6552" y="3194"/>
                    <a:pt x="5638" y="2403"/>
                  </a:cubicBezTo>
                  <a:cubicBezTo>
                    <a:pt x="5476" y="2260"/>
                    <a:pt x="5295" y="2146"/>
                    <a:pt x="5105" y="2060"/>
                  </a:cubicBezTo>
                  <a:cubicBezTo>
                    <a:pt x="4228" y="1689"/>
                    <a:pt x="3209" y="1965"/>
                    <a:pt x="2628" y="2727"/>
                  </a:cubicBezTo>
                  <a:cubicBezTo>
                    <a:pt x="2000" y="3470"/>
                    <a:pt x="2000" y="4556"/>
                    <a:pt x="2628" y="5299"/>
                  </a:cubicBezTo>
                  <a:cubicBezTo>
                    <a:pt x="3304" y="6232"/>
                    <a:pt x="4619" y="6442"/>
                    <a:pt x="5553" y="5766"/>
                  </a:cubicBezTo>
                  <a:cubicBezTo>
                    <a:pt x="5667" y="5690"/>
                    <a:pt x="5771" y="5594"/>
                    <a:pt x="5867" y="5489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0" name="任意多边形: 形状 229" descr="0a869111-e41b-4966-a6ce-db907f18c569">
              <a:extLst>
                <a:ext uri="{FF2B5EF4-FFF2-40B4-BE49-F238E27FC236}">
                  <a16:creationId xmlns:a16="http://schemas.microsoft.com/office/drawing/2014/main" id="{0A37A6FB-AB5E-41B5-838A-C69FDE3AF609}"/>
                </a:ext>
              </a:extLst>
            </p:cNvPr>
            <p:cNvSpPr/>
            <p:nvPr/>
          </p:nvSpPr>
          <p:spPr>
            <a:xfrm rot="21190573">
              <a:off x="6453839" y="2744461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3 w 6678"/>
                <a:gd name="connsiteY1" fmla="*/ 6303 h 6712"/>
                <a:gd name="connsiteX2" fmla="*/ 566 w 6678"/>
                <a:gd name="connsiteY2" fmla="*/ 1435 h 6712"/>
                <a:gd name="connsiteX3" fmla="*/ 756 w 6678"/>
                <a:gd name="connsiteY3" fmla="*/ 1159 h 6712"/>
                <a:gd name="connsiteX4" fmla="*/ 5595 w 6678"/>
                <a:gd name="connsiteY4" fmla="*/ 854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443 w 6678"/>
                <a:gd name="connsiteY8" fmla="*/ 2378 h 6712"/>
                <a:gd name="connsiteX9" fmla="*/ 2376 w 6678"/>
                <a:gd name="connsiteY9" fmla="*/ 2845 h 6712"/>
                <a:gd name="connsiteX10" fmla="*/ 2376 w 6678"/>
                <a:gd name="connsiteY10" fmla="*/ 5446 h 6712"/>
                <a:gd name="connsiteX11" fmla="*/ 5595 w 6678"/>
                <a:gd name="connsiteY11" fmla="*/ 5750 h 6712"/>
                <a:gd name="connsiteX12" fmla="*/ 5900 w 6678"/>
                <a:gd name="connsiteY12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1" y="6722"/>
                    <a:pt x="3061" y="7084"/>
                    <a:pt x="1613" y="6303"/>
                  </a:cubicBezTo>
                  <a:cubicBezTo>
                    <a:pt x="-25" y="5245"/>
                    <a:pt x="-491" y="3064"/>
                    <a:pt x="566" y="1435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04" y="-260"/>
                    <a:pt x="4176" y="-393"/>
                    <a:pt x="5595" y="854"/>
                  </a:cubicBezTo>
                  <a:cubicBezTo>
                    <a:pt x="5700" y="950"/>
                    <a:pt x="5804" y="1054"/>
                    <a:pt x="5900" y="1159"/>
                  </a:cubicBezTo>
                  <a:cubicBezTo>
                    <a:pt x="6938" y="2398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14" y="4474"/>
                    <a:pt x="6414" y="3102"/>
                    <a:pt x="5443" y="2378"/>
                  </a:cubicBezTo>
                  <a:cubicBezTo>
                    <a:pt x="4461" y="1664"/>
                    <a:pt x="3090" y="1874"/>
                    <a:pt x="2376" y="2845"/>
                  </a:cubicBezTo>
                  <a:cubicBezTo>
                    <a:pt x="1804" y="3617"/>
                    <a:pt x="1804" y="4674"/>
                    <a:pt x="2376" y="5446"/>
                  </a:cubicBezTo>
                  <a:cubicBezTo>
                    <a:pt x="3176" y="6417"/>
                    <a:pt x="4623" y="6560"/>
                    <a:pt x="5595" y="5750"/>
                  </a:cubicBezTo>
                  <a:cubicBezTo>
                    <a:pt x="5709" y="5655"/>
                    <a:pt x="5804" y="5560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1" name="任意多边形: 形状 230" descr="7932e835-fad1-4583-9874-3a965c87e03c">
              <a:extLst>
                <a:ext uri="{FF2B5EF4-FFF2-40B4-BE49-F238E27FC236}">
                  <a16:creationId xmlns:a16="http://schemas.microsoft.com/office/drawing/2014/main" id="{58A2E306-F152-48D9-81B9-E523A28EAF6B}"/>
                </a:ext>
              </a:extLst>
            </p:cNvPr>
            <p:cNvSpPr/>
            <p:nvPr/>
          </p:nvSpPr>
          <p:spPr>
            <a:xfrm rot="21190573">
              <a:off x="6480876" y="2762482"/>
              <a:ext cx="7468" cy="7459"/>
            </a:xfrm>
            <a:custGeom>
              <a:avLst/>
              <a:gdLst>
                <a:gd name="connsiteX0" fmla="*/ 6110 w 6937"/>
                <a:gd name="connsiteY0" fmla="*/ 5446 h 6929"/>
                <a:gd name="connsiteX1" fmla="*/ 1491 w 6937"/>
                <a:gd name="connsiteY1" fmla="*/ 6369 h 6929"/>
                <a:gd name="connsiteX2" fmla="*/ 557 w 6937"/>
                <a:gd name="connsiteY2" fmla="*/ 1750 h 6929"/>
                <a:gd name="connsiteX3" fmla="*/ 1062 w 6937"/>
                <a:gd name="connsiteY3" fmla="*/ 1159 h 6929"/>
                <a:gd name="connsiteX4" fmla="*/ 5900 w 6937"/>
                <a:gd name="connsiteY4" fmla="*/ 854 h 6929"/>
                <a:gd name="connsiteX5" fmla="*/ 6205 w 6937"/>
                <a:gd name="connsiteY5" fmla="*/ 1159 h 6929"/>
                <a:gd name="connsiteX6" fmla="*/ 6110 w 6937"/>
                <a:gd name="connsiteY6" fmla="*/ 5446 h 6929"/>
                <a:gd name="connsiteX7" fmla="*/ 6110 w 6937"/>
                <a:gd name="connsiteY7" fmla="*/ 5446 h 6929"/>
                <a:gd name="connsiteX8" fmla="*/ 5758 w 6937"/>
                <a:gd name="connsiteY8" fmla="*/ 2236 h 6929"/>
                <a:gd name="connsiteX9" fmla="*/ 5443 w 6937"/>
                <a:gd name="connsiteY9" fmla="*/ 2017 h 6929"/>
                <a:gd name="connsiteX10" fmla="*/ 2872 w 6937"/>
                <a:gd name="connsiteY10" fmla="*/ 2683 h 6929"/>
                <a:gd name="connsiteX11" fmla="*/ 2872 w 6937"/>
                <a:gd name="connsiteY11" fmla="*/ 5350 h 6929"/>
                <a:gd name="connsiteX12" fmla="*/ 5958 w 6937"/>
                <a:gd name="connsiteY12" fmla="*/ 5588 h 6929"/>
                <a:gd name="connsiteX13" fmla="*/ 6110 w 6937"/>
                <a:gd name="connsiteY13" fmla="*/ 5446 h 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37" h="6929">
                  <a:moveTo>
                    <a:pt x="6110" y="5446"/>
                  </a:moveTo>
                  <a:cubicBezTo>
                    <a:pt x="5091" y="6979"/>
                    <a:pt x="3024" y="7389"/>
                    <a:pt x="1491" y="6369"/>
                  </a:cubicBezTo>
                  <a:cubicBezTo>
                    <a:pt x="-43" y="5350"/>
                    <a:pt x="-462" y="3283"/>
                    <a:pt x="557" y="1750"/>
                  </a:cubicBezTo>
                  <a:cubicBezTo>
                    <a:pt x="700" y="1531"/>
                    <a:pt x="871" y="1340"/>
                    <a:pt x="1062" y="1159"/>
                  </a:cubicBezTo>
                  <a:cubicBezTo>
                    <a:pt x="2310" y="-260"/>
                    <a:pt x="4481" y="-393"/>
                    <a:pt x="5900" y="854"/>
                  </a:cubicBezTo>
                  <a:cubicBezTo>
                    <a:pt x="6005" y="950"/>
                    <a:pt x="6110" y="1054"/>
                    <a:pt x="6205" y="1159"/>
                  </a:cubicBezTo>
                  <a:cubicBezTo>
                    <a:pt x="7215" y="2426"/>
                    <a:pt x="7177" y="4226"/>
                    <a:pt x="6110" y="5446"/>
                  </a:cubicBezTo>
                  <a:close/>
                  <a:moveTo>
                    <a:pt x="6110" y="5446"/>
                  </a:moveTo>
                  <a:cubicBezTo>
                    <a:pt x="6901" y="4464"/>
                    <a:pt x="6748" y="3026"/>
                    <a:pt x="5758" y="2236"/>
                  </a:cubicBezTo>
                  <a:cubicBezTo>
                    <a:pt x="5662" y="2150"/>
                    <a:pt x="5558" y="2083"/>
                    <a:pt x="5443" y="2017"/>
                  </a:cubicBezTo>
                  <a:cubicBezTo>
                    <a:pt x="4529" y="1635"/>
                    <a:pt x="3481" y="1912"/>
                    <a:pt x="2872" y="2683"/>
                  </a:cubicBezTo>
                  <a:cubicBezTo>
                    <a:pt x="2233" y="3455"/>
                    <a:pt x="2233" y="4579"/>
                    <a:pt x="2872" y="5350"/>
                  </a:cubicBezTo>
                  <a:cubicBezTo>
                    <a:pt x="3662" y="6265"/>
                    <a:pt x="5043" y="6369"/>
                    <a:pt x="5958" y="5588"/>
                  </a:cubicBezTo>
                  <a:cubicBezTo>
                    <a:pt x="6015" y="5541"/>
                    <a:pt x="6062" y="5493"/>
                    <a:pt x="611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2" name="任意多边形: 形状 231" descr="f6e99f01-510a-4569-abbc-ec25a6ec350b">
              <a:extLst>
                <a:ext uri="{FF2B5EF4-FFF2-40B4-BE49-F238E27FC236}">
                  <a16:creationId xmlns:a16="http://schemas.microsoft.com/office/drawing/2014/main" id="{21F76AB7-1824-47D2-9FC4-51CA3F09475F}"/>
                </a:ext>
              </a:extLst>
            </p:cNvPr>
            <p:cNvSpPr/>
            <p:nvPr/>
          </p:nvSpPr>
          <p:spPr>
            <a:xfrm rot="21190573">
              <a:off x="6508367" y="2779862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4 w 6678"/>
                <a:gd name="connsiteY1" fmla="*/ 6303 h 6712"/>
                <a:gd name="connsiteX2" fmla="*/ 566 w 6678"/>
                <a:gd name="connsiteY2" fmla="*/ 1436 h 6712"/>
                <a:gd name="connsiteX3" fmla="*/ 756 w 6678"/>
                <a:gd name="connsiteY3" fmla="*/ 1159 h 6712"/>
                <a:gd name="connsiteX4" fmla="*/ 5595 w 6678"/>
                <a:gd name="connsiteY4" fmla="*/ 854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547 w 6678"/>
                <a:gd name="connsiteY8" fmla="*/ 2369 h 6712"/>
                <a:gd name="connsiteX9" fmla="*/ 5138 w 6678"/>
                <a:gd name="connsiteY9" fmla="*/ 2112 h 6712"/>
                <a:gd name="connsiteX10" fmla="*/ 2566 w 6678"/>
                <a:gd name="connsiteY10" fmla="*/ 2683 h 6712"/>
                <a:gd name="connsiteX11" fmla="*/ 2566 w 6678"/>
                <a:gd name="connsiteY11" fmla="*/ 5350 h 6712"/>
                <a:gd name="connsiteX12" fmla="*/ 5795 w 6678"/>
                <a:gd name="connsiteY12" fmla="*/ 5550 h 6712"/>
                <a:gd name="connsiteX13" fmla="*/ 5900 w 6678"/>
                <a:gd name="connsiteY13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1" y="6722"/>
                    <a:pt x="3061" y="7084"/>
                    <a:pt x="1614" y="6303"/>
                  </a:cubicBezTo>
                  <a:cubicBezTo>
                    <a:pt x="-25" y="5245"/>
                    <a:pt x="-492" y="3064"/>
                    <a:pt x="566" y="1436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04" y="-260"/>
                    <a:pt x="4176" y="-393"/>
                    <a:pt x="5595" y="854"/>
                  </a:cubicBezTo>
                  <a:cubicBezTo>
                    <a:pt x="5700" y="950"/>
                    <a:pt x="5805" y="1054"/>
                    <a:pt x="5900" y="1159"/>
                  </a:cubicBezTo>
                  <a:cubicBezTo>
                    <a:pt x="6938" y="2398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52" y="4493"/>
                    <a:pt x="6490" y="3121"/>
                    <a:pt x="5547" y="2369"/>
                  </a:cubicBezTo>
                  <a:cubicBezTo>
                    <a:pt x="5424" y="2264"/>
                    <a:pt x="5281" y="2178"/>
                    <a:pt x="5138" y="2112"/>
                  </a:cubicBezTo>
                  <a:cubicBezTo>
                    <a:pt x="4252" y="1712"/>
                    <a:pt x="3204" y="1940"/>
                    <a:pt x="2566" y="2683"/>
                  </a:cubicBezTo>
                  <a:cubicBezTo>
                    <a:pt x="1994" y="3483"/>
                    <a:pt x="1994" y="4550"/>
                    <a:pt x="2566" y="5350"/>
                  </a:cubicBezTo>
                  <a:cubicBezTo>
                    <a:pt x="3404" y="6293"/>
                    <a:pt x="4852" y="6379"/>
                    <a:pt x="5795" y="5550"/>
                  </a:cubicBezTo>
                  <a:cubicBezTo>
                    <a:pt x="5833" y="5512"/>
                    <a:pt x="5862" y="5484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3" name="任意多边形: 形状 232" descr="c7ad7be1-a6fc-4534-b6df-c5b515ef3bf1">
              <a:extLst>
                <a:ext uri="{FF2B5EF4-FFF2-40B4-BE49-F238E27FC236}">
                  <a16:creationId xmlns:a16="http://schemas.microsoft.com/office/drawing/2014/main" id="{4997DA32-083C-4AB7-B9D6-DB97B2BA493E}"/>
                </a:ext>
              </a:extLst>
            </p:cNvPr>
            <p:cNvSpPr/>
            <p:nvPr/>
          </p:nvSpPr>
          <p:spPr>
            <a:xfrm rot="21190573">
              <a:off x="6535428" y="2798087"/>
              <a:ext cx="7468" cy="7459"/>
            </a:xfrm>
            <a:custGeom>
              <a:avLst/>
              <a:gdLst>
                <a:gd name="connsiteX0" fmla="*/ 6110 w 6937"/>
                <a:gd name="connsiteY0" fmla="*/ 5446 h 6929"/>
                <a:gd name="connsiteX1" fmla="*/ 1490 w 6937"/>
                <a:gd name="connsiteY1" fmla="*/ 6369 h 6929"/>
                <a:gd name="connsiteX2" fmla="*/ 557 w 6937"/>
                <a:gd name="connsiteY2" fmla="*/ 1750 h 6929"/>
                <a:gd name="connsiteX3" fmla="*/ 1062 w 6937"/>
                <a:gd name="connsiteY3" fmla="*/ 1159 h 6929"/>
                <a:gd name="connsiteX4" fmla="*/ 5901 w 6937"/>
                <a:gd name="connsiteY4" fmla="*/ 854 h 6929"/>
                <a:gd name="connsiteX5" fmla="*/ 6205 w 6937"/>
                <a:gd name="connsiteY5" fmla="*/ 1159 h 6929"/>
                <a:gd name="connsiteX6" fmla="*/ 6110 w 6937"/>
                <a:gd name="connsiteY6" fmla="*/ 5446 h 6929"/>
                <a:gd name="connsiteX7" fmla="*/ 6110 w 6937"/>
                <a:gd name="connsiteY7" fmla="*/ 5446 h 6929"/>
                <a:gd name="connsiteX8" fmla="*/ 5758 w 6937"/>
                <a:gd name="connsiteY8" fmla="*/ 2236 h 6929"/>
                <a:gd name="connsiteX9" fmla="*/ 5443 w 6937"/>
                <a:gd name="connsiteY9" fmla="*/ 2017 h 6929"/>
                <a:gd name="connsiteX10" fmla="*/ 2871 w 6937"/>
                <a:gd name="connsiteY10" fmla="*/ 2683 h 6929"/>
                <a:gd name="connsiteX11" fmla="*/ 2871 w 6937"/>
                <a:gd name="connsiteY11" fmla="*/ 5350 h 6929"/>
                <a:gd name="connsiteX12" fmla="*/ 5958 w 6937"/>
                <a:gd name="connsiteY12" fmla="*/ 5588 h 6929"/>
                <a:gd name="connsiteX13" fmla="*/ 6110 w 6937"/>
                <a:gd name="connsiteY13" fmla="*/ 5446 h 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37" h="6929">
                  <a:moveTo>
                    <a:pt x="6110" y="5446"/>
                  </a:moveTo>
                  <a:cubicBezTo>
                    <a:pt x="5091" y="6979"/>
                    <a:pt x="3024" y="7389"/>
                    <a:pt x="1490" y="6369"/>
                  </a:cubicBezTo>
                  <a:cubicBezTo>
                    <a:pt x="-43" y="5350"/>
                    <a:pt x="-462" y="3283"/>
                    <a:pt x="557" y="1750"/>
                  </a:cubicBezTo>
                  <a:cubicBezTo>
                    <a:pt x="700" y="1531"/>
                    <a:pt x="871" y="1340"/>
                    <a:pt x="1062" y="1159"/>
                  </a:cubicBezTo>
                  <a:cubicBezTo>
                    <a:pt x="2310" y="-260"/>
                    <a:pt x="4481" y="-393"/>
                    <a:pt x="5901" y="854"/>
                  </a:cubicBezTo>
                  <a:cubicBezTo>
                    <a:pt x="6005" y="950"/>
                    <a:pt x="6110" y="1055"/>
                    <a:pt x="6205" y="1159"/>
                  </a:cubicBezTo>
                  <a:cubicBezTo>
                    <a:pt x="7215" y="2426"/>
                    <a:pt x="7177" y="4226"/>
                    <a:pt x="6110" y="5446"/>
                  </a:cubicBezTo>
                  <a:close/>
                  <a:moveTo>
                    <a:pt x="6110" y="5446"/>
                  </a:moveTo>
                  <a:cubicBezTo>
                    <a:pt x="6901" y="4464"/>
                    <a:pt x="6748" y="3026"/>
                    <a:pt x="5758" y="2236"/>
                  </a:cubicBezTo>
                  <a:cubicBezTo>
                    <a:pt x="5662" y="2150"/>
                    <a:pt x="5558" y="2083"/>
                    <a:pt x="5443" y="2017"/>
                  </a:cubicBezTo>
                  <a:cubicBezTo>
                    <a:pt x="4529" y="1636"/>
                    <a:pt x="3481" y="1912"/>
                    <a:pt x="2871" y="2683"/>
                  </a:cubicBezTo>
                  <a:cubicBezTo>
                    <a:pt x="2233" y="3455"/>
                    <a:pt x="2233" y="4579"/>
                    <a:pt x="2871" y="5350"/>
                  </a:cubicBezTo>
                  <a:cubicBezTo>
                    <a:pt x="3662" y="6265"/>
                    <a:pt x="5043" y="6369"/>
                    <a:pt x="5958" y="5588"/>
                  </a:cubicBezTo>
                  <a:cubicBezTo>
                    <a:pt x="6015" y="5541"/>
                    <a:pt x="6062" y="5493"/>
                    <a:pt x="611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4" name="任意多边形: 形状 233" descr="d1facd47-00d9-4e1a-bc3f-59d5108f11dd">
              <a:extLst>
                <a:ext uri="{FF2B5EF4-FFF2-40B4-BE49-F238E27FC236}">
                  <a16:creationId xmlns:a16="http://schemas.microsoft.com/office/drawing/2014/main" id="{E42F7C23-BD1E-4641-AB2C-F6C92814D187}"/>
                </a:ext>
              </a:extLst>
            </p:cNvPr>
            <p:cNvSpPr/>
            <p:nvPr/>
          </p:nvSpPr>
          <p:spPr>
            <a:xfrm rot="21190573">
              <a:off x="6562764" y="2815898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3 w 6678"/>
                <a:gd name="connsiteY1" fmla="*/ 6303 h 6712"/>
                <a:gd name="connsiteX2" fmla="*/ 566 w 6678"/>
                <a:gd name="connsiteY2" fmla="*/ 1435 h 6712"/>
                <a:gd name="connsiteX3" fmla="*/ 756 w 6678"/>
                <a:gd name="connsiteY3" fmla="*/ 1159 h 6712"/>
                <a:gd name="connsiteX4" fmla="*/ 5595 w 6678"/>
                <a:gd name="connsiteY4" fmla="*/ 854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547 w 6678"/>
                <a:gd name="connsiteY8" fmla="*/ 2369 h 6712"/>
                <a:gd name="connsiteX9" fmla="*/ 5138 w 6678"/>
                <a:gd name="connsiteY9" fmla="*/ 2112 h 6712"/>
                <a:gd name="connsiteX10" fmla="*/ 2233 w 6678"/>
                <a:gd name="connsiteY10" fmla="*/ 3531 h 6712"/>
                <a:gd name="connsiteX11" fmla="*/ 2376 w 6678"/>
                <a:gd name="connsiteY11" fmla="*/ 5350 h 6712"/>
                <a:gd name="connsiteX12" fmla="*/ 5586 w 6678"/>
                <a:gd name="connsiteY12" fmla="*/ 5741 h 6712"/>
                <a:gd name="connsiteX13" fmla="*/ 5900 w 6678"/>
                <a:gd name="connsiteY13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1" y="6722"/>
                    <a:pt x="3061" y="7084"/>
                    <a:pt x="1613" y="6303"/>
                  </a:cubicBezTo>
                  <a:cubicBezTo>
                    <a:pt x="-25" y="5245"/>
                    <a:pt x="-491" y="3064"/>
                    <a:pt x="566" y="1435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04" y="-260"/>
                    <a:pt x="4176" y="-393"/>
                    <a:pt x="5595" y="854"/>
                  </a:cubicBezTo>
                  <a:cubicBezTo>
                    <a:pt x="5700" y="950"/>
                    <a:pt x="5804" y="1054"/>
                    <a:pt x="5900" y="1159"/>
                  </a:cubicBezTo>
                  <a:cubicBezTo>
                    <a:pt x="6938" y="2398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52" y="4493"/>
                    <a:pt x="6490" y="3121"/>
                    <a:pt x="5547" y="2369"/>
                  </a:cubicBezTo>
                  <a:cubicBezTo>
                    <a:pt x="5424" y="2264"/>
                    <a:pt x="5281" y="2178"/>
                    <a:pt x="5138" y="2112"/>
                  </a:cubicBezTo>
                  <a:cubicBezTo>
                    <a:pt x="3947" y="1702"/>
                    <a:pt x="2642" y="2331"/>
                    <a:pt x="2233" y="3531"/>
                  </a:cubicBezTo>
                  <a:cubicBezTo>
                    <a:pt x="2023" y="4131"/>
                    <a:pt x="2080" y="4788"/>
                    <a:pt x="2376" y="5350"/>
                  </a:cubicBezTo>
                  <a:cubicBezTo>
                    <a:pt x="3157" y="6341"/>
                    <a:pt x="4585" y="6522"/>
                    <a:pt x="5586" y="5741"/>
                  </a:cubicBezTo>
                  <a:cubicBezTo>
                    <a:pt x="5700" y="5655"/>
                    <a:pt x="5804" y="5550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5" name="任意多边形: 形状 234" descr="f16c4e92-71d1-417a-a770-449ea654e9dd">
              <a:extLst>
                <a:ext uri="{FF2B5EF4-FFF2-40B4-BE49-F238E27FC236}">
                  <a16:creationId xmlns:a16="http://schemas.microsoft.com/office/drawing/2014/main" id="{FA6EED50-0471-448F-9297-BD7BC76EDD06}"/>
                </a:ext>
              </a:extLst>
            </p:cNvPr>
            <p:cNvSpPr/>
            <p:nvPr/>
          </p:nvSpPr>
          <p:spPr>
            <a:xfrm rot="21190573">
              <a:off x="6419533" y="2677828"/>
              <a:ext cx="7169" cy="7174"/>
            </a:xfrm>
            <a:custGeom>
              <a:avLst/>
              <a:gdLst>
                <a:gd name="connsiteX0" fmla="*/ 5801 w 6660"/>
                <a:gd name="connsiteY0" fmla="*/ 5445 h 6664"/>
                <a:gd name="connsiteX1" fmla="*/ 1610 w 6660"/>
                <a:gd name="connsiteY1" fmla="*/ 6208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2 w 6660"/>
                <a:gd name="connsiteY4" fmla="*/ 854 h 6664"/>
                <a:gd name="connsiteX5" fmla="*/ 5896 w 6660"/>
                <a:gd name="connsiteY5" fmla="*/ 1159 h 6664"/>
                <a:gd name="connsiteX6" fmla="*/ 5801 w 6660"/>
                <a:gd name="connsiteY6" fmla="*/ 5445 h 6664"/>
                <a:gd name="connsiteX7" fmla="*/ 5801 w 6660"/>
                <a:gd name="connsiteY7" fmla="*/ 5445 h 6664"/>
                <a:gd name="connsiteX8" fmla="*/ 5449 w 6660"/>
                <a:gd name="connsiteY8" fmla="*/ 2236 h 6664"/>
                <a:gd name="connsiteX9" fmla="*/ 5134 w 6660"/>
                <a:gd name="connsiteY9" fmla="*/ 2017 h 6664"/>
                <a:gd name="connsiteX10" fmla="*/ 2563 w 6660"/>
                <a:gd name="connsiteY10" fmla="*/ 2683 h 6664"/>
                <a:gd name="connsiteX11" fmla="*/ 2563 w 6660"/>
                <a:gd name="connsiteY11" fmla="*/ 5350 h 6664"/>
                <a:gd name="connsiteX12" fmla="*/ 5649 w 6660"/>
                <a:gd name="connsiteY12" fmla="*/ 5588 h 6664"/>
                <a:gd name="connsiteX13" fmla="*/ 5801 w 6660"/>
                <a:gd name="connsiteY13" fmla="*/ 5445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0" h="6664">
                  <a:moveTo>
                    <a:pt x="5801" y="5445"/>
                  </a:moveTo>
                  <a:cubicBezTo>
                    <a:pt x="4792" y="6712"/>
                    <a:pt x="3001" y="7036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2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54" y="2407"/>
                    <a:pt x="6906" y="4245"/>
                    <a:pt x="5801" y="5445"/>
                  </a:cubicBezTo>
                  <a:close/>
                  <a:moveTo>
                    <a:pt x="5801" y="5445"/>
                  </a:moveTo>
                  <a:cubicBezTo>
                    <a:pt x="6592" y="4464"/>
                    <a:pt x="6439" y="3026"/>
                    <a:pt x="5449" y="2236"/>
                  </a:cubicBezTo>
                  <a:cubicBezTo>
                    <a:pt x="5353" y="2150"/>
                    <a:pt x="5249" y="2083"/>
                    <a:pt x="5134" y="2017"/>
                  </a:cubicBezTo>
                  <a:cubicBezTo>
                    <a:pt x="4229" y="1636"/>
                    <a:pt x="3172" y="1912"/>
                    <a:pt x="2563" y="2683"/>
                  </a:cubicBezTo>
                  <a:cubicBezTo>
                    <a:pt x="1924" y="3455"/>
                    <a:pt x="1924" y="4579"/>
                    <a:pt x="2563" y="5350"/>
                  </a:cubicBezTo>
                  <a:cubicBezTo>
                    <a:pt x="3353" y="6265"/>
                    <a:pt x="4734" y="6369"/>
                    <a:pt x="5649" y="5588"/>
                  </a:cubicBezTo>
                  <a:cubicBezTo>
                    <a:pt x="5706" y="5541"/>
                    <a:pt x="5753" y="5493"/>
                    <a:pt x="5801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6" name="任意多边形: 形状 235" descr="09677a9d-2db5-4e49-bc2e-b6a69bfb986f">
              <a:extLst>
                <a:ext uri="{FF2B5EF4-FFF2-40B4-BE49-F238E27FC236}">
                  <a16:creationId xmlns:a16="http://schemas.microsoft.com/office/drawing/2014/main" id="{CABCE96D-A633-436E-8F24-518AFE08349F}"/>
                </a:ext>
              </a:extLst>
            </p:cNvPr>
            <p:cNvSpPr/>
            <p:nvPr/>
          </p:nvSpPr>
          <p:spPr>
            <a:xfrm rot="21190573">
              <a:off x="6446799" y="2695690"/>
              <a:ext cx="7149" cy="7221"/>
            </a:xfrm>
            <a:custGeom>
              <a:avLst/>
              <a:gdLst>
                <a:gd name="connsiteX0" fmla="*/ 5867 w 6641"/>
                <a:gd name="connsiteY0" fmla="*/ 5489 h 6708"/>
                <a:gd name="connsiteX1" fmla="*/ 1676 w 6641"/>
                <a:gd name="connsiteY1" fmla="*/ 6251 h 6708"/>
                <a:gd name="connsiteX2" fmla="*/ 485 w 6641"/>
                <a:gd name="connsiteY2" fmla="*/ 1546 h 6708"/>
                <a:gd name="connsiteX3" fmla="*/ 723 w 6641"/>
                <a:gd name="connsiteY3" fmla="*/ 1203 h 6708"/>
                <a:gd name="connsiteX4" fmla="*/ 5438 w 6641"/>
                <a:gd name="connsiteY4" fmla="*/ 775 h 6708"/>
                <a:gd name="connsiteX5" fmla="*/ 5867 w 6641"/>
                <a:gd name="connsiteY5" fmla="*/ 5489 h 6708"/>
                <a:gd name="connsiteX6" fmla="*/ 5867 w 6641"/>
                <a:gd name="connsiteY6" fmla="*/ 5489 h 6708"/>
                <a:gd name="connsiteX7" fmla="*/ 5638 w 6641"/>
                <a:gd name="connsiteY7" fmla="*/ 2403 h 6708"/>
                <a:gd name="connsiteX8" fmla="*/ 5105 w 6641"/>
                <a:gd name="connsiteY8" fmla="*/ 2060 h 6708"/>
                <a:gd name="connsiteX9" fmla="*/ 2628 w 6641"/>
                <a:gd name="connsiteY9" fmla="*/ 2727 h 6708"/>
                <a:gd name="connsiteX10" fmla="*/ 2628 w 6641"/>
                <a:gd name="connsiteY10" fmla="*/ 5299 h 6708"/>
                <a:gd name="connsiteX11" fmla="*/ 5705 w 6641"/>
                <a:gd name="connsiteY11" fmla="*/ 5632 h 6708"/>
                <a:gd name="connsiteX12" fmla="*/ 5867 w 6641"/>
                <a:gd name="connsiteY12" fmla="*/ 5489 h 6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41" h="6708">
                  <a:moveTo>
                    <a:pt x="5867" y="5489"/>
                  </a:moveTo>
                  <a:cubicBezTo>
                    <a:pt x="4857" y="6756"/>
                    <a:pt x="3066" y="7080"/>
                    <a:pt x="1676" y="6251"/>
                  </a:cubicBezTo>
                  <a:cubicBezTo>
                    <a:pt x="47" y="5280"/>
                    <a:pt x="-486" y="3175"/>
                    <a:pt x="485" y="1546"/>
                  </a:cubicBezTo>
                  <a:cubicBezTo>
                    <a:pt x="561" y="1432"/>
                    <a:pt x="637" y="1318"/>
                    <a:pt x="723" y="1203"/>
                  </a:cubicBezTo>
                  <a:cubicBezTo>
                    <a:pt x="1904" y="-216"/>
                    <a:pt x="4019" y="-406"/>
                    <a:pt x="5438" y="775"/>
                  </a:cubicBezTo>
                  <a:cubicBezTo>
                    <a:pt x="6857" y="1956"/>
                    <a:pt x="7048" y="4070"/>
                    <a:pt x="5867" y="5489"/>
                  </a:cubicBezTo>
                  <a:close/>
                  <a:moveTo>
                    <a:pt x="5867" y="5489"/>
                  </a:moveTo>
                  <a:cubicBezTo>
                    <a:pt x="6657" y="4575"/>
                    <a:pt x="6552" y="3194"/>
                    <a:pt x="5638" y="2403"/>
                  </a:cubicBezTo>
                  <a:cubicBezTo>
                    <a:pt x="5476" y="2261"/>
                    <a:pt x="5295" y="2146"/>
                    <a:pt x="5105" y="2060"/>
                  </a:cubicBezTo>
                  <a:cubicBezTo>
                    <a:pt x="4228" y="1613"/>
                    <a:pt x="3162" y="1899"/>
                    <a:pt x="2628" y="2727"/>
                  </a:cubicBezTo>
                  <a:cubicBezTo>
                    <a:pt x="2000" y="3470"/>
                    <a:pt x="2000" y="4556"/>
                    <a:pt x="2628" y="5299"/>
                  </a:cubicBezTo>
                  <a:cubicBezTo>
                    <a:pt x="3390" y="6242"/>
                    <a:pt x="4771" y="6385"/>
                    <a:pt x="5705" y="5632"/>
                  </a:cubicBezTo>
                  <a:cubicBezTo>
                    <a:pt x="5762" y="5585"/>
                    <a:pt x="5819" y="5537"/>
                    <a:pt x="5867" y="5489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7" name="任意多边形: 形状 236" descr="e2754275-519c-4071-8407-c4bfc6975c92">
              <a:extLst>
                <a:ext uri="{FF2B5EF4-FFF2-40B4-BE49-F238E27FC236}">
                  <a16:creationId xmlns:a16="http://schemas.microsoft.com/office/drawing/2014/main" id="{CA9C5924-ED63-49F4-9131-0EDEB1CE1C12}"/>
                </a:ext>
              </a:extLst>
            </p:cNvPr>
            <p:cNvSpPr/>
            <p:nvPr/>
          </p:nvSpPr>
          <p:spPr>
            <a:xfrm rot="21190573">
              <a:off x="6392039" y="2659809"/>
              <a:ext cx="7386" cy="7384"/>
            </a:xfrm>
            <a:custGeom>
              <a:avLst/>
              <a:gdLst>
                <a:gd name="connsiteX0" fmla="*/ 6037 w 6861"/>
                <a:gd name="connsiteY0" fmla="*/ 5658 h 6859"/>
                <a:gd name="connsiteX1" fmla="*/ 1751 w 6861"/>
                <a:gd name="connsiteY1" fmla="*/ 6420 h 6859"/>
                <a:gd name="connsiteX2" fmla="*/ 437 w 6861"/>
                <a:gd name="connsiteY2" fmla="*/ 1753 h 6859"/>
                <a:gd name="connsiteX3" fmla="*/ 5113 w 6861"/>
                <a:gd name="connsiteY3" fmla="*/ 439 h 6859"/>
                <a:gd name="connsiteX4" fmla="*/ 6418 w 6861"/>
                <a:gd name="connsiteY4" fmla="*/ 5106 h 6859"/>
                <a:gd name="connsiteX5" fmla="*/ 6037 w 6861"/>
                <a:gd name="connsiteY5" fmla="*/ 5658 h 6859"/>
                <a:gd name="connsiteX6" fmla="*/ 6037 w 6861"/>
                <a:gd name="connsiteY6" fmla="*/ 5658 h 6859"/>
                <a:gd name="connsiteX7" fmla="*/ 5809 w 6861"/>
                <a:gd name="connsiteY7" fmla="*/ 2572 h 6859"/>
                <a:gd name="connsiteX8" fmla="*/ 5275 w 6861"/>
                <a:gd name="connsiteY8" fmla="*/ 2229 h 6859"/>
                <a:gd name="connsiteX9" fmla="*/ 2799 w 6861"/>
                <a:gd name="connsiteY9" fmla="*/ 2896 h 6859"/>
                <a:gd name="connsiteX10" fmla="*/ 2799 w 6861"/>
                <a:gd name="connsiteY10" fmla="*/ 5468 h 6859"/>
                <a:gd name="connsiteX11" fmla="*/ 6028 w 6861"/>
                <a:gd name="connsiteY11" fmla="*/ 5668 h 6859"/>
                <a:gd name="connsiteX12" fmla="*/ 6037 w 6861"/>
                <a:gd name="connsiteY12" fmla="*/ 5658 h 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61" h="6859">
                  <a:moveTo>
                    <a:pt x="6037" y="5658"/>
                  </a:moveTo>
                  <a:cubicBezTo>
                    <a:pt x="4971" y="6906"/>
                    <a:pt x="3180" y="7220"/>
                    <a:pt x="1751" y="6420"/>
                  </a:cubicBezTo>
                  <a:cubicBezTo>
                    <a:pt x="103" y="5496"/>
                    <a:pt x="-487" y="3401"/>
                    <a:pt x="437" y="1753"/>
                  </a:cubicBezTo>
                  <a:cubicBezTo>
                    <a:pt x="1370" y="96"/>
                    <a:pt x="3456" y="-485"/>
                    <a:pt x="5113" y="439"/>
                  </a:cubicBezTo>
                  <a:cubicBezTo>
                    <a:pt x="6761" y="1372"/>
                    <a:pt x="7352" y="3458"/>
                    <a:pt x="6418" y="5106"/>
                  </a:cubicBezTo>
                  <a:cubicBezTo>
                    <a:pt x="6314" y="5306"/>
                    <a:pt x="6180" y="5487"/>
                    <a:pt x="6037" y="5658"/>
                  </a:cubicBezTo>
                  <a:close/>
                  <a:moveTo>
                    <a:pt x="6037" y="5658"/>
                  </a:moveTo>
                  <a:cubicBezTo>
                    <a:pt x="6828" y="4744"/>
                    <a:pt x="6723" y="3363"/>
                    <a:pt x="5809" y="2572"/>
                  </a:cubicBezTo>
                  <a:cubicBezTo>
                    <a:pt x="5647" y="2429"/>
                    <a:pt x="5466" y="2315"/>
                    <a:pt x="5275" y="2229"/>
                  </a:cubicBezTo>
                  <a:cubicBezTo>
                    <a:pt x="4399" y="1782"/>
                    <a:pt x="3332" y="2067"/>
                    <a:pt x="2799" y="2896"/>
                  </a:cubicBezTo>
                  <a:cubicBezTo>
                    <a:pt x="2208" y="3649"/>
                    <a:pt x="2208" y="4715"/>
                    <a:pt x="2799" y="5468"/>
                  </a:cubicBezTo>
                  <a:cubicBezTo>
                    <a:pt x="3637" y="6411"/>
                    <a:pt x="5075" y="6506"/>
                    <a:pt x="6028" y="5668"/>
                  </a:cubicBezTo>
                  <a:cubicBezTo>
                    <a:pt x="6028" y="5668"/>
                    <a:pt x="6037" y="5658"/>
                    <a:pt x="6037" y="565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8" name="任意多边形: 形状 237" descr="939630f0-9ed0-45f5-8c8a-e67e5fa01680">
              <a:extLst>
                <a:ext uri="{FF2B5EF4-FFF2-40B4-BE49-F238E27FC236}">
                  <a16:creationId xmlns:a16="http://schemas.microsoft.com/office/drawing/2014/main" id="{19A84FB2-42DF-4A4C-B629-B31B0F2FCDFD}"/>
                </a:ext>
              </a:extLst>
            </p:cNvPr>
            <p:cNvSpPr/>
            <p:nvPr/>
          </p:nvSpPr>
          <p:spPr>
            <a:xfrm rot="21190573">
              <a:off x="6474097" y="2713535"/>
              <a:ext cx="7169" cy="7174"/>
            </a:xfrm>
            <a:custGeom>
              <a:avLst/>
              <a:gdLst>
                <a:gd name="connsiteX0" fmla="*/ 5801 w 6660"/>
                <a:gd name="connsiteY0" fmla="*/ 5446 h 6664"/>
                <a:gd name="connsiteX1" fmla="*/ 1610 w 6660"/>
                <a:gd name="connsiteY1" fmla="*/ 6208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1 w 6660"/>
                <a:gd name="connsiteY4" fmla="*/ 854 h 6664"/>
                <a:gd name="connsiteX5" fmla="*/ 5896 w 6660"/>
                <a:gd name="connsiteY5" fmla="*/ 1159 h 6664"/>
                <a:gd name="connsiteX6" fmla="*/ 5801 w 6660"/>
                <a:gd name="connsiteY6" fmla="*/ 5446 h 6664"/>
                <a:gd name="connsiteX7" fmla="*/ 5801 w 6660"/>
                <a:gd name="connsiteY7" fmla="*/ 5446 h 6664"/>
                <a:gd name="connsiteX8" fmla="*/ 5506 w 6660"/>
                <a:gd name="connsiteY8" fmla="*/ 2359 h 6664"/>
                <a:gd name="connsiteX9" fmla="*/ 5134 w 6660"/>
                <a:gd name="connsiteY9" fmla="*/ 2112 h 6664"/>
                <a:gd name="connsiteX10" fmla="*/ 2563 w 6660"/>
                <a:gd name="connsiteY10" fmla="*/ 2683 h 6664"/>
                <a:gd name="connsiteX11" fmla="*/ 2563 w 6660"/>
                <a:gd name="connsiteY11" fmla="*/ 5350 h 6664"/>
                <a:gd name="connsiteX12" fmla="*/ 5649 w 6660"/>
                <a:gd name="connsiteY12" fmla="*/ 5588 h 6664"/>
                <a:gd name="connsiteX13" fmla="*/ 5801 w 6660"/>
                <a:gd name="connsiteY13" fmla="*/ 5446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0" h="6664">
                  <a:moveTo>
                    <a:pt x="5801" y="5446"/>
                  </a:moveTo>
                  <a:cubicBezTo>
                    <a:pt x="4792" y="6712"/>
                    <a:pt x="3001" y="7036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01" y="-260"/>
                    <a:pt x="4172" y="-393"/>
                    <a:pt x="5591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54" y="2407"/>
                    <a:pt x="6906" y="4245"/>
                    <a:pt x="5801" y="5446"/>
                  </a:cubicBezTo>
                  <a:close/>
                  <a:moveTo>
                    <a:pt x="5801" y="5446"/>
                  </a:moveTo>
                  <a:cubicBezTo>
                    <a:pt x="6573" y="4512"/>
                    <a:pt x="6439" y="3131"/>
                    <a:pt x="5506" y="2359"/>
                  </a:cubicBezTo>
                  <a:cubicBezTo>
                    <a:pt x="5391" y="2264"/>
                    <a:pt x="5268" y="2178"/>
                    <a:pt x="5134" y="2112"/>
                  </a:cubicBezTo>
                  <a:cubicBezTo>
                    <a:pt x="4249" y="1674"/>
                    <a:pt x="3182" y="1912"/>
                    <a:pt x="2563" y="2683"/>
                  </a:cubicBezTo>
                  <a:cubicBezTo>
                    <a:pt x="1963" y="3474"/>
                    <a:pt x="1963" y="4560"/>
                    <a:pt x="2563" y="5350"/>
                  </a:cubicBezTo>
                  <a:cubicBezTo>
                    <a:pt x="3353" y="6265"/>
                    <a:pt x="4734" y="6369"/>
                    <a:pt x="5649" y="5588"/>
                  </a:cubicBezTo>
                  <a:cubicBezTo>
                    <a:pt x="5706" y="5541"/>
                    <a:pt x="5753" y="5493"/>
                    <a:pt x="580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9" name="任意多边形: 形状 238" descr="cf49dffd-092c-4063-86f9-0f3cbdf744e5">
              <a:extLst>
                <a:ext uri="{FF2B5EF4-FFF2-40B4-BE49-F238E27FC236}">
                  <a16:creationId xmlns:a16="http://schemas.microsoft.com/office/drawing/2014/main" id="{EA8B7F81-02C8-47CD-B7F9-E42A27A015E6}"/>
                </a:ext>
              </a:extLst>
            </p:cNvPr>
            <p:cNvSpPr/>
            <p:nvPr/>
          </p:nvSpPr>
          <p:spPr>
            <a:xfrm rot="21190573">
              <a:off x="6500816" y="2731494"/>
              <a:ext cx="7414" cy="7459"/>
            </a:xfrm>
            <a:custGeom>
              <a:avLst/>
              <a:gdLst>
                <a:gd name="connsiteX0" fmla="*/ 6110 w 6887"/>
                <a:gd name="connsiteY0" fmla="*/ 5446 h 6929"/>
                <a:gd name="connsiteX1" fmla="*/ 1491 w 6887"/>
                <a:gd name="connsiteY1" fmla="*/ 6369 h 6929"/>
                <a:gd name="connsiteX2" fmla="*/ 557 w 6887"/>
                <a:gd name="connsiteY2" fmla="*/ 1750 h 6929"/>
                <a:gd name="connsiteX3" fmla="*/ 1062 w 6887"/>
                <a:gd name="connsiteY3" fmla="*/ 1159 h 6929"/>
                <a:gd name="connsiteX4" fmla="*/ 5900 w 6887"/>
                <a:gd name="connsiteY4" fmla="*/ 854 h 6929"/>
                <a:gd name="connsiteX5" fmla="*/ 6205 w 6887"/>
                <a:gd name="connsiteY5" fmla="*/ 1159 h 6929"/>
                <a:gd name="connsiteX6" fmla="*/ 6110 w 6887"/>
                <a:gd name="connsiteY6" fmla="*/ 5446 h 6929"/>
                <a:gd name="connsiteX7" fmla="*/ 6110 w 6887"/>
                <a:gd name="connsiteY7" fmla="*/ 5446 h 6929"/>
                <a:gd name="connsiteX8" fmla="*/ 5882 w 6887"/>
                <a:gd name="connsiteY8" fmla="*/ 2359 h 6929"/>
                <a:gd name="connsiteX9" fmla="*/ 5348 w 6887"/>
                <a:gd name="connsiteY9" fmla="*/ 2017 h 6929"/>
                <a:gd name="connsiteX10" fmla="*/ 2872 w 6887"/>
                <a:gd name="connsiteY10" fmla="*/ 2683 h 6929"/>
                <a:gd name="connsiteX11" fmla="*/ 2872 w 6887"/>
                <a:gd name="connsiteY11" fmla="*/ 5255 h 6929"/>
                <a:gd name="connsiteX12" fmla="*/ 5948 w 6887"/>
                <a:gd name="connsiteY12" fmla="*/ 5588 h 6929"/>
                <a:gd name="connsiteX13" fmla="*/ 6110 w 6887"/>
                <a:gd name="connsiteY13" fmla="*/ 5446 h 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887" h="6929">
                  <a:moveTo>
                    <a:pt x="6110" y="5446"/>
                  </a:moveTo>
                  <a:cubicBezTo>
                    <a:pt x="5091" y="6979"/>
                    <a:pt x="3024" y="7389"/>
                    <a:pt x="1491" y="6369"/>
                  </a:cubicBezTo>
                  <a:cubicBezTo>
                    <a:pt x="-43" y="5350"/>
                    <a:pt x="-462" y="3283"/>
                    <a:pt x="557" y="1750"/>
                  </a:cubicBezTo>
                  <a:cubicBezTo>
                    <a:pt x="700" y="1531"/>
                    <a:pt x="871" y="1340"/>
                    <a:pt x="1062" y="1159"/>
                  </a:cubicBezTo>
                  <a:cubicBezTo>
                    <a:pt x="2319" y="-260"/>
                    <a:pt x="4481" y="-393"/>
                    <a:pt x="5900" y="854"/>
                  </a:cubicBezTo>
                  <a:cubicBezTo>
                    <a:pt x="6005" y="950"/>
                    <a:pt x="6110" y="1054"/>
                    <a:pt x="6205" y="1159"/>
                  </a:cubicBezTo>
                  <a:cubicBezTo>
                    <a:pt x="7148" y="2445"/>
                    <a:pt x="7110" y="4207"/>
                    <a:pt x="6110" y="5446"/>
                  </a:cubicBezTo>
                  <a:close/>
                  <a:moveTo>
                    <a:pt x="6110" y="5446"/>
                  </a:moveTo>
                  <a:cubicBezTo>
                    <a:pt x="6901" y="4531"/>
                    <a:pt x="6796" y="3150"/>
                    <a:pt x="5882" y="2359"/>
                  </a:cubicBezTo>
                  <a:cubicBezTo>
                    <a:pt x="5720" y="2217"/>
                    <a:pt x="5539" y="2102"/>
                    <a:pt x="5348" y="2017"/>
                  </a:cubicBezTo>
                  <a:cubicBezTo>
                    <a:pt x="4472" y="1569"/>
                    <a:pt x="3405" y="1855"/>
                    <a:pt x="2872" y="2683"/>
                  </a:cubicBezTo>
                  <a:cubicBezTo>
                    <a:pt x="2243" y="3426"/>
                    <a:pt x="2243" y="4512"/>
                    <a:pt x="2872" y="5255"/>
                  </a:cubicBezTo>
                  <a:cubicBezTo>
                    <a:pt x="3633" y="6198"/>
                    <a:pt x="5015" y="6341"/>
                    <a:pt x="5948" y="5588"/>
                  </a:cubicBezTo>
                  <a:cubicBezTo>
                    <a:pt x="6005" y="5541"/>
                    <a:pt x="6062" y="5493"/>
                    <a:pt x="611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0" name="任意多边形: 形状 239" descr="bae1c70f-f6db-4251-8762-68c8d9083986">
              <a:extLst>
                <a:ext uri="{FF2B5EF4-FFF2-40B4-BE49-F238E27FC236}">
                  <a16:creationId xmlns:a16="http://schemas.microsoft.com/office/drawing/2014/main" id="{D6F5BABB-63B9-406C-8B69-B3C0F57BA815}"/>
                </a:ext>
              </a:extLst>
            </p:cNvPr>
            <p:cNvSpPr/>
            <p:nvPr/>
          </p:nvSpPr>
          <p:spPr>
            <a:xfrm rot="21190573">
              <a:off x="6528669" y="2749209"/>
              <a:ext cx="7173" cy="7174"/>
            </a:xfrm>
            <a:custGeom>
              <a:avLst/>
              <a:gdLst>
                <a:gd name="connsiteX0" fmla="*/ 5885 w 6663"/>
                <a:gd name="connsiteY0" fmla="*/ 5475 h 6664"/>
                <a:gd name="connsiteX1" fmla="*/ 1189 w 6663"/>
                <a:gd name="connsiteY1" fmla="*/ 5885 h 6664"/>
                <a:gd name="connsiteX2" fmla="*/ 779 w 6663"/>
                <a:gd name="connsiteY2" fmla="*/ 1189 h 6664"/>
                <a:gd name="connsiteX3" fmla="*/ 5475 w 6663"/>
                <a:gd name="connsiteY3" fmla="*/ 779 h 6664"/>
                <a:gd name="connsiteX4" fmla="*/ 5885 w 6663"/>
                <a:gd name="connsiteY4" fmla="*/ 1189 h 6664"/>
                <a:gd name="connsiteX5" fmla="*/ 5885 w 6663"/>
                <a:gd name="connsiteY5" fmla="*/ 5475 h 6664"/>
                <a:gd name="connsiteX6" fmla="*/ 5885 w 6663"/>
                <a:gd name="connsiteY6" fmla="*/ 5475 h 6664"/>
                <a:gd name="connsiteX7" fmla="*/ 5428 w 6663"/>
                <a:gd name="connsiteY7" fmla="*/ 2408 h 6664"/>
                <a:gd name="connsiteX8" fmla="*/ 2361 w 6663"/>
                <a:gd name="connsiteY8" fmla="*/ 2875 h 6664"/>
                <a:gd name="connsiteX9" fmla="*/ 2361 w 6663"/>
                <a:gd name="connsiteY9" fmla="*/ 5475 h 6664"/>
                <a:gd name="connsiteX10" fmla="*/ 5580 w 6663"/>
                <a:gd name="connsiteY10" fmla="*/ 5780 h 6664"/>
                <a:gd name="connsiteX11" fmla="*/ 5885 w 6663"/>
                <a:gd name="connsiteY11" fmla="*/ 5475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3" h="6664">
                  <a:moveTo>
                    <a:pt x="5885" y="5475"/>
                  </a:moveTo>
                  <a:cubicBezTo>
                    <a:pt x="4704" y="6885"/>
                    <a:pt x="2599" y="7066"/>
                    <a:pt x="1189" y="5885"/>
                  </a:cubicBezTo>
                  <a:cubicBezTo>
                    <a:pt x="-221" y="4704"/>
                    <a:pt x="-402" y="2599"/>
                    <a:pt x="779" y="1189"/>
                  </a:cubicBezTo>
                  <a:cubicBezTo>
                    <a:pt x="1961" y="-221"/>
                    <a:pt x="4065" y="-402"/>
                    <a:pt x="5475" y="779"/>
                  </a:cubicBezTo>
                  <a:cubicBezTo>
                    <a:pt x="5628" y="903"/>
                    <a:pt x="5761" y="1037"/>
                    <a:pt x="5885" y="1189"/>
                  </a:cubicBezTo>
                  <a:cubicBezTo>
                    <a:pt x="6923" y="2427"/>
                    <a:pt x="6923" y="4237"/>
                    <a:pt x="5885" y="5475"/>
                  </a:cubicBezTo>
                  <a:close/>
                  <a:moveTo>
                    <a:pt x="5885" y="5475"/>
                  </a:moveTo>
                  <a:cubicBezTo>
                    <a:pt x="6599" y="4504"/>
                    <a:pt x="6399" y="3132"/>
                    <a:pt x="5428" y="2408"/>
                  </a:cubicBezTo>
                  <a:cubicBezTo>
                    <a:pt x="4446" y="1694"/>
                    <a:pt x="3075" y="1903"/>
                    <a:pt x="2361" y="2875"/>
                  </a:cubicBezTo>
                  <a:cubicBezTo>
                    <a:pt x="1789" y="3646"/>
                    <a:pt x="1789" y="4704"/>
                    <a:pt x="2361" y="5475"/>
                  </a:cubicBezTo>
                  <a:cubicBezTo>
                    <a:pt x="3161" y="6447"/>
                    <a:pt x="4608" y="6590"/>
                    <a:pt x="5580" y="5780"/>
                  </a:cubicBezTo>
                  <a:cubicBezTo>
                    <a:pt x="5694" y="5685"/>
                    <a:pt x="5789" y="5589"/>
                    <a:pt x="5885" y="547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1" name="任意多边形: 形状 240" descr="30ecc957-169d-4d95-a146-4da14b9cd424">
              <a:extLst>
                <a:ext uri="{FF2B5EF4-FFF2-40B4-BE49-F238E27FC236}">
                  <a16:creationId xmlns:a16="http://schemas.microsoft.com/office/drawing/2014/main" id="{2FE37D9B-A8F3-4C24-AEA0-75448FB67D66}"/>
                </a:ext>
              </a:extLst>
            </p:cNvPr>
            <p:cNvSpPr/>
            <p:nvPr/>
          </p:nvSpPr>
          <p:spPr>
            <a:xfrm rot="21190573">
              <a:off x="6555664" y="2766798"/>
              <a:ext cx="7720" cy="7808"/>
            </a:xfrm>
            <a:custGeom>
              <a:avLst/>
              <a:gdLst>
                <a:gd name="connsiteX0" fmla="*/ 6110 w 7171"/>
                <a:gd name="connsiteY0" fmla="*/ 5770 h 7253"/>
                <a:gd name="connsiteX1" fmla="*/ 1491 w 7171"/>
                <a:gd name="connsiteY1" fmla="*/ 6694 h 7253"/>
                <a:gd name="connsiteX2" fmla="*/ 557 w 7171"/>
                <a:gd name="connsiteY2" fmla="*/ 2074 h 7253"/>
                <a:gd name="connsiteX3" fmla="*/ 1062 w 7171"/>
                <a:gd name="connsiteY3" fmla="*/ 1484 h 7253"/>
                <a:gd name="connsiteX4" fmla="*/ 5682 w 7171"/>
                <a:gd name="connsiteY4" fmla="*/ 560 h 7253"/>
                <a:gd name="connsiteX5" fmla="*/ 6615 w 7171"/>
                <a:gd name="connsiteY5" fmla="*/ 5180 h 7253"/>
                <a:gd name="connsiteX6" fmla="*/ 6110 w 7171"/>
                <a:gd name="connsiteY6" fmla="*/ 5770 h 7253"/>
                <a:gd name="connsiteX7" fmla="*/ 6110 w 7171"/>
                <a:gd name="connsiteY7" fmla="*/ 5770 h 7253"/>
                <a:gd name="connsiteX8" fmla="*/ 5758 w 7171"/>
                <a:gd name="connsiteY8" fmla="*/ 2560 h 7253"/>
                <a:gd name="connsiteX9" fmla="*/ 5443 w 7171"/>
                <a:gd name="connsiteY9" fmla="*/ 2341 h 7253"/>
                <a:gd name="connsiteX10" fmla="*/ 2872 w 7171"/>
                <a:gd name="connsiteY10" fmla="*/ 3008 h 7253"/>
                <a:gd name="connsiteX11" fmla="*/ 2872 w 7171"/>
                <a:gd name="connsiteY11" fmla="*/ 5580 h 7253"/>
                <a:gd name="connsiteX12" fmla="*/ 5796 w 7171"/>
                <a:gd name="connsiteY12" fmla="*/ 6046 h 7253"/>
                <a:gd name="connsiteX13" fmla="*/ 6110 w 7171"/>
                <a:gd name="connsiteY13" fmla="*/ 5770 h 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71" h="7253">
                  <a:moveTo>
                    <a:pt x="6110" y="5770"/>
                  </a:moveTo>
                  <a:cubicBezTo>
                    <a:pt x="5091" y="7304"/>
                    <a:pt x="3024" y="7713"/>
                    <a:pt x="1491" y="6694"/>
                  </a:cubicBezTo>
                  <a:cubicBezTo>
                    <a:pt x="-43" y="5675"/>
                    <a:pt x="-462" y="3608"/>
                    <a:pt x="557" y="2074"/>
                  </a:cubicBezTo>
                  <a:cubicBezTo>
                    <a:pt x="700" y="1855"/>
                    <a:pt x="871" y="1665"/>
                    <a:pt x="1062" y="1484"/>
                  </a:cubicBezTo>
                  <a:cubicBezTo>
                    <a:pt x="2081" y="-50"/>
                    <a:pt x="4148" y="-459"/>
                    <a:pt x="5682" y="560"/>
                  </a:cubicBezTo>
                  <a:cubicBezTo>
                    <a:pt x="7215" y="1579"/>
                    <a:pt x="7634" y="3646"/>
                    <a:pt x="6615" y="5180"/>
                  </a:cubicBezTo>
                  <a:cubicBezTo>
                    <a:pt x="6472" y="5399"/>
                    <a:pt x="6301" y="5589"/>
                    <a:pt x="6110" y="5770"/>
                  </a:cubicBezTo>
                  <a:close/>
                  <a:moveTo>
                    <a:pt x="6110" y="5770"/>
                  </a:moveTo>
                  <a:cubicBezTo>
                    <a:pt x="6901" y="4789"/>
                    <a:pt x="6748" y="3351"/>
                    <a:pt x="5758" y="2560"/>
                  </a:cubicBezTo>
                  <a:cubicBezTo>
                    <a:pt x="5662" y="2474"/>
                    <a:pt x="5558" y="2408"/>
                    <a:pt x="5443" y="2341"/>
                  </a:cubicBezTo>
                  <a:cubicBezTo>
                    <a:pt x="4529" y="1960"/>
                    <a:pt x="3481" y="2236"/>
                    <a:pt x="2872" y="3008"/>
                  </a:cubicBezTo>
                  <a:cubicBezTo>
                    <a:pt x="2243" y="3751"/>
                    <a:pt x="2243" y="4837"/>
                    <a:pt x="2872" y="5580"/>
                  </a:cubicBezTo>
                  <a:cubicBezTo>
                    <a:pt x="3548" y="6513"/>
                    <a:pt x="4862" y="6723"/>
                    <a:pt x="5796" y="6046"/>
                  </a:cubicBezTo>
                  <a:cubicBezTo>
                    <a:pt x="5910" y="5970"/>
                    <a:pt x="6015" y="5875"/>
                    <a:pt x="6110" y="577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2" name="任意多边形: 形状 241" descr="0bd0e955-426e-486b-ba57-97d482580d85">
              <a:extLst>
                <a:ext uri="{FF2B5EF4-FFF2-40B4-BE49-F238E27FC236}">
                  <a16:creationId xmlns:a16="http://schemas.microsoft.com/office/drawing/2014/main" id="{24DE6EFB-42AD-4DF7-AB9F-B6C4945FDEB4}"/>
                </a:ext>
              </a:extLst>
            </p:cNvPr>
            <p:cNvSpPr/>
            <p:nvPr/>
          </p:nvSpPr>
          <p:spPr>
            <a:xfrm rot="21190573">
              <a:off x="6583224" y="2784948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4 w 6678"/>
                <a:gd name="connsiteY1" fmla="*/ 6303 h 6712"/>
                <a:gd name="connsiteX2" fmla="*/ 566 w 6678"/>
                <a:gd name="connsiteY2" fmla="*/ 1436 h 6712"/>
                <a:gd name="connsiteX3" fmla="*/ 756 w 6678"/>
                <a:gd name="connsiteY3" fmla="*/ 1159 h 6712"/>
                <a:gd name="connsiteX4" fmla="*/ 5595 w 6678"/>
                <a:gd name="connsiteY4" fmla="*/ 854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547 w 6678"/>
                <a:gd name="connsiteY8" fmla="*/ 2369 h 6712"/>
                <a:gd name="connsiteX9" fmla="*/ 5138 w 6678"/>
                <a:gd name="connsiteY9" fmla="*/ 2112 h 6712"/>
                <a:gd name="connsiteX10" fmla="*/ 2566 w 6678"/>
                <a:gd name="connsiteY10" fmla="*/ 2683 h 6712"/>
                <a:gd name="connsiteX11" fmla="*/ 2566 w 6678"/>
                <a:gd name="connsiteY11" fmla="*/ 5350 h 6712"/>
                <a:gd name="connsiteX12" fmla="*/ 5795 w 6678"/>
                <a:gd name="connsiteY12" fmla="*/ 5550 h 6712"/>
                <a:gd name="connsiteX13" fmla="*/ 5900 w 6678"/>
                <a:gd name="connsiteY13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1" y="6722"/>
                    <a:pt x="3061" y="7084"/>
                    <a:pt x="1614" y="6303"/>
                  </a:cubicBezTo>
                  <a:cubicBezTo>
                    <a:pt x="-25" y="5245"/>
                    <a:pt x="-491" y="3064"/>
                    <a:pt x="566" y="1436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04" y="-260"/>
                    <a:pt x="4176" y="-393"/>
                    <a:pt x="5595" y="854"/>
                  </a:cubicBezTo>
                  <a:cubicBezTo>
                    <a:pt x="5700" y="950"/>
                    <a:pt x="5804" y="1054"/>
                    <a:pt x="5900" y="1159"/>
                  </a:cubicBezTo>
                  <a:cubicBezTo>
                    <a:pt x="6938" y="2398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52" y="4493"/>
                    <a:pt x="6490" y="3121"/>
                    <a:pt x="5547" y="2369"/>
                  </a:cubicBezTo>
                  <a:cubicBezTo>
                    <a:pt x="5424" y="2264"/>
                    <a:pt x="5281" y="2178"/>
                    <a:pt x="5138" y="2112"/>
                  </a:cubicBezTo>
                  <a:cubicBezTo>
                    <a:pt x="4252" y="1712"/>
                    <a:pt x="3204" y="1940"/>
                    <a:pt x="2566" y="2683"/>
                  </a:cubicBezTo>
                  <a:cubicBezTo>
                    <a:pt x="1994" y="3483"/>
                    <a:pt x="1994" y="4550"/>
                    <a:pt x="2566" y="5350"/>
                  </a:cubicBezTo>
                  <a:cubicBezTo>
                    <a:pt x="3404" y="6293"/>
                    <a:pt x="4852" y="6379"/>
                    <a:pt x="5795" y="5550"/>
                  </a:cubicBezTo>
                  <a:cubicBezTo>
                    <a:pt x="5833" y="5512"/>
                    <a:pt x="5862" y="5484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3" name="任意多边形: 形状 242" descr="56f3edf0-b9cb-47a3-95c3-4acad3e240bb">
              <a:extLst>
                <a:ext uri="{FF2B5EF4-FFF2-40B4-BE49-F238E27FC236}">
                  <a16:creationId xmlns:a16="http://schemas.microsoft.com/office/drawing/2014/main" id="{53F6BD5C-11DF-40B8-9125-2CFADA5B18C5}"/>
                </a:ext>
              </a:extLst>
            </p:cNvPr>
            <p:cNvSpPr/>
            <p:nvPr/>
          </p:nvSpPr>
          <p:spPr>
            <a:xfrm rot="21190573">
              <a:off x="6316929" y="2834457"/>
              <a:ext cx="7468" cy="7459"/>
            </a:xfrm>
            <a:custGeom>
              <a:avLst/>
              <a:gdLst>
                <a:gd name="connsiteX0" fmla="*/ 6110 w 6937"/>
                <a:gd name="connsiteY0" fmla="*/ 5446 h 6929"/>
                <a:gd name="connsiteX1" fmla="*/ 1491 w 6937"/>
                <a:gd name="connsiteY1" fmla="*/ 6369 h 6929"/>
                <a:gd name="connsiteX2" fmla="*/ 557 w 6937"/>
                <a:gd name="connsiteY2" fmla="*/ 1750 h 6929"/>
                <a:gd name="connsiteX3" fmla="*/ 1062 w 6937"/>
                <a:gd name="connsiteY3" fmla="*/ 1159 h 6929"/>
                <a:gd name="connsiteX4" fmla="*/ 5900 w 6937"/>
                <a:gd name="connsiteY4" fmla="*/ 854 h 6929"/>
                <a:gd name="connsiteX5" fmla="*/ 6205 w 6937"/>
                <a:gd name="connsiteY5" fmla="*/ 1159 h 6929"/>
                <a:gd name="connsiteX6" fmla="*/ 6110 w 6937"/>
                <a:gd name="connsiteY6" fmla="*/ 5446 h 6929"/>
                <a:gd name="connsiteX7" fmla="*/ 6110 w 6937"/>
                <a:gd name="connsiteY7" fmla="*/ 5446 h 6929"/>
                <a:gd name="connsiteX8" fmla="*/ 5872 w 6937"/>
                <a:gd name="connsiteY8" fmla="*/ 2445 h 6929"/>
                <a:gd name="connsiteX9" fmla="*/ 2872 w 6937"/>
                <a:gd name="connsiteY9" fmla="*/ 2683 h 6929"/>
                <a:gd name="connsiteX10" fmla="*/ 2872 w 6937"/>
                <a:gd name="connsiteY10" fmla="*/ 5350 h 6929"/>
                <a:gd name="connsiteX11" fmla="*/ 5958 w 6937"/>
                <a:gd name="connsiteY11" fmla="*/ 5588 h 6929"/>
                <a:gd name="connsiteX12" fmla="*/ 6110 w 6937"/>
                <a:gd name="connsiteY12" fmla="*/ 5446 h 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37" h="6929">
                  <a:moveTo>
                    <a:pt x="6110" y="5446"/>
                  </a:moveTo>
                  <a:cubicBezTo>
                    <a:pt x="5091" y="6979"/>
                    <a:pt x="3024" y="7389"/>
                    <a:pt x="1491" y="6369"/>
                  </a:cubicBezTo>
                  <a:cubicBezTo>
                    <a:pt x="-43" y="5350"/>
                    <a:pt x="-462" y="3283"/>
                    <a:pt x="557" y="1750"/>
                  </a:cubicBezTo>
                  <a:cubicBezTo>
                    <a:pt x="700" y="1531"/>
                    <a:pt x="871" y="1340"/>
                    <a:pt x="1062" y="1159"/>
                  </a:cubicBezTo>
                  <a:cubicBezTo>
                    <a:pt x="2319" y="-260"/>
                    <a:pt x="4481" y="-393"/>
                    <a:pt x="5900" y="854"/>
                  </a:cubicBezTo>
                  <a:cubicBezTo>
                    <a:pt x="6005" y="950"/>
                    <a:pt x="6110" y="1054"/>
                    <a:pt x="6205" y="1159"/>
                  </a:cubicBezTo>
                  <a:cubicBezTo>
                    <a:pt x="7215" y="2426"/>
                    <a:pt x="7177" y="4226"/>
                    <a:pt x="6110" y="5446"/>
                  </a:cubicBezTo>
                  <a:close/>
                  <a:moveTo>
                    <a:pt x="6110" y="5446"/>
                  </a:moveTo>
                  <a:cubicBezTo>
                    <a:pt x="6872" y="4550"/>
                    <a:pt x="6767" y="3207"/>
                    <a:pt x="5872" y="2445"/>
                  </a:cubicBezTo>
                  <a:cubicBezTo>
                    <a:pt x="4977" y="1683"/>
                    <a:pt x="3633" y="1788"/>
                    <a:pt x="2872" y="2683"/>
                  </a:cubicBezTo>
                  <a:cubicBezTo>
                    <a:pt x="2233" y="3455"/>
                    <a:pt x="2233" y="4579"/>
                    <a:pt x="2872" y="5350"/>
                  </a:cubicBezTo>
                  <a:cubicBezTo>
                    <a:pt x="3662" y="6265"/>
                    <a:pt x="5043" y="6369"/>
                    <a:pt x="5958" y="5588"/>
                  </a:cubicBezTo>
                  <a:cubicBezTo>
                    <a:pt x="6015" y="5541"/>
                    <a:pt x="6062" y="5493"/>
                    <a:pt x="611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4" name="任意多边形: 形状 243" descr="c584971d-9e4a-4511-9efa-3a65421d4f37">
              <a:extLst>
                <a:ext uri="{FF2B5EF4-FFF2-40B4-BE49-F238E27FC236}">
                  <a16:creationId xmlns:a16="http://schemas.microsoft.com/office/drawing/2014/main" id="{45E4186A-4899-4031-9CCB-CA005643DDC0}"/>
                </a:ext>
              </a:extLst>
            </p:cNvPr>
            <p:cNvSpPr/>
            <p:nvPr/>
          </p:nvSpPr>
          <p:spPr>
            <a:xfrm rot="21190573">
              <a:off x="6344277" y="2852370"/>
              <a:ext cx="7184" cy="7155"/>
            </a:xfrm>
            <a:custGeom>
              <a:avLst/>
              <a:gdLst>
                <a:gd name="connsiteX0" fmla="*/ 5896 w 6674"/>
                <a:gd name="connsiteY0" fmla="*/ 5446 h 6647"/>
                <a:gd name="connsiteX1" fmla="*/ 1610 w 6674"/>
                <a:gd name="connsiteY1" fmla="*/ 6207 h 6647"/>
                <a:gd name="connsiteX2" fmla="*/ 524 w 6674"/>
                <a:gd name="connsiteY2" fmla="*/ 1483 h 6647"/>
                <a:gd name="connsiteX3" fmla="*/ 753 w 6674"/>
                <a:gd name="connsiteY3" fmla="*/ 1159 h 6647"/>
                <a:gd name="connsiteX4" fmla="*/ 5592 w 6674"/>
                <a:gd name="connsiteY4" fmla="*/ 854 h 6647"/>
                <a:gd name="connsiteX5" fmla="*/ 5896 w 6674"/>
                <a:gd name="connsiteY5" fmla="*/ 1159 h 6647"/>
                <a:gd name="connsiteX6" fmla="*/ 5896 w 6674"/>
                <a:gd name="connsiteY6" fmla="*/ 5446 h 6647"/>
                <a:gd name="connsiteX7" fmla="*/ 5896 w 6674"/>
                <a:gd name="connsiteY7" fmla="*/ 5446 h 6647"/>
                <a:gd name="connsiteX8" fmla="*/ 5487 w 6674"/>
                <a:gd name="connsiteY8" fmla="*/ 2236 h 6647"/>
                <a:gd name="connsiteX9" fmla="*/ 5134 w 6674"/>
                <a:gd name="connsiteY9" fmla="*/ 2017 h 6647"/>
                <a:gd name="connsiteX10" fmla="*/ 2563 w 6674"/>
                <a:gd name="connsiteY10" fmla="*/ 2683 h 6647"/>
                <a:gd name="connsiteX11" fmla="*/ 2563 w 6674"/>
                <a:gd name="connsiteY11" fmla="*/ 5255 h 6647"/>
                <a:gd name="connsiteX12" fmla="*/ 5630 w 6674"/>
                <a:gd name="connsiteY12" fmla="*/ 5684 h 6647"/>
                <a:gd name="connsiteX13" fmla="*/ 5896 w 6674"/>
                <a:gd name="connsiteY13" fmla="*/ 5446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4" h="6647">
                  <a:moveTo>
                    <a:pt x="5896" y="5446"/>
                  </a:moveTo>
                  <a:cubicBezTo>
                    <a:pt x="4830" y="6693"/>
                    <a:pt x="3039" y="7008"/>
                    <a:pt x="1610" y="6207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2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35" y="2398"/>
                    <a:pt x="6935" y="4207"/>
                    <a:pt x="5896" y="5446"/>
                  </a:cubicBezTo>
                  <a:close/>
                  <a:moveTo>
                    <a:pt x="5896" y="5446"/>
                  </a:moveTo>
                  <a:cubicBezTo>
                    <a:pt x="6668" y="4445"/>
                    <a:pt x="6487" y="3007"/>
                    <a:pt x="5487" y="2236"/>
                  </a:cubicBezTo>
                  <a:cubicBezTo>
                    <a:pt x="5372" y="2150"/>
                    <a:pt x="5258" y="2083"/>
                    <a:pt x="5134" y="2017"/>
                  </a:cubicBezTo>
                  <a:cubicBezTo>
                    <a:pt x="4220" y="1664"/>
                    <a:pt x="3191" y="1931"/>
                    <a:pt x="2563" y="2683"/>
                  </a:cubicBezTo>
                  <a:cubicBezTo>
                    <a:pt x="1972" y="3436"/>
                    <a:pt x="1972" y="4503"/>
                    <a:pt x="2563" y="5255"/>
                  </a:cubicBezTo>
                  <a:cubicBezTo>
                    <a:pt x="3296" y="6217"/>
                    <a:pt x="4667" y="6408"/>
                    <a:pt x="5630" y="5684"/>
                  </a:cubicBezTo>
                  <a:cubicBezTo>
                    <a:pt x="5725" y="5607"/>
                    <a:pt x="5811" y="5531"/>
                    <a:pt x="5896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5" name="任意多边形: 形状 244" descr="b2ddadba-6690-429b-b474-4aad3b193990">
              <a:extLst>
                <a:ext uri="{FF2B5EF4-FFF2-40B4-BE49-F238E27FC236}">
                  <a16:creationId xmlns:a16="http://schemas.microsoft.com/office/drawing/2014/main" id="{A617770D-2BEB-464D-9EA9-0DDC7ED6ED39}"/>
                </a:ext>
              </a:extLst>
            </p:cNvPr>
            <p:cNvSpPr/>
            <p:nvPr/>
          </p:nvSpPr>
          <p:spPr>
            <a:xfrm rot="21190573">
              <a:off x="6289511" y="2816135"/>
              <a:ext cx="7386" cy="7384"/>
            </a:xfrm>
            <a:custGeom>
              <a:avLst/>
              <a:gdLst>
                <a:gd name="connsiteX0" fmla="*/ 6037 w 6861"/>
                <a:gd name="connsiteY0" fmla="*/ 5658 h 6859"/>
                <a:gd name="connsiteX1" fmla="*/ 1751 w 6861"/>
                <a:gd name="connsiteY1" fmla="*/ 6420 h 6859"/>
                <a:gd name="connsiteX2" fmla="*/ 437 w 6861"/>
                <a:gd name="connsiteY2" fmla="*/ 1753 h 6859"/>
                <a:gd name="connsiteX3" fmla="*/ 5114 w 6861"/>
                <a:gd name="connsiteY3" fmla="*/ 439 h 6859"/>
                <a:gd name="connsiteX4" fmla="*/ 6418 w 6861"/>
                <a:gd name="connsiteY4" fmla="*/ 5106 h 6859"/>
                <a:gd name="connsiteX5" fmla="*/ 6037 w 6861"/>
                <a:gd name="connsiteY5" fmla="*/ 5658 h 6859"/>
                <a:gd name="connsiteX6" fmla="*/ 6037 w 6861"/>
                <a:gd name="connsiteY6" fmla="*/ 5658 h 6859"/>
                <a:gd name="connsiteX7" fmla="*/ 5628 w 6861"/>
                <a:gd name="connsiteY7" fmla="*/ 2448 h 6859"/>
                <a:gd name="connsiteX8" fmla="*/ 5275 w 6861"/>
                <a:gd name="connsiteY8" fmla="*/ 2229 h 6859"/>
                <a:gd name="connsiteX9" fmla="*/ 2704 w 6861"/>
                <a:gd name="connsiteY9" fmla="*/ 2896 h 6859"/>
                <a:gd name="connsiteX10" fmla="*/ 2704 w 6861"/>
                <a:gd name="connsiteY10" fmla="*/ 5468 h 6859"/>
                <a:gd name="connsiteX11" fmla="*/ 5771 w 6861"/>
                <a:gd name="connsiteY11" fmla="*/ 5897 h 6859"/>
                <a:gd name="connsiteX12" fmla="*/ 6037 w 6861"/>
                <a:gd name="connsiteY12" fmla="*/ 5658 h 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61" h="6859">
                  <a:moveTo>
                    <a:pt x="6037" y="5658"/>
                  </a:moveTo>
                  <a:cubicBezTo>
                    <a:pt x="4971" y="6906"/>
                    <a:pt x="3180" y="7220"/>
                    <a:pt x="1751" y="6420"/>
                  </a:cubicBezTo>
                  <a:cubicBezTo>
                    <a:pt x="103" y="5496"/>
                    <a:pt x="-487" y="3401"/>
                    <a:pt x="437" y="1753"/>
                  </a:cubicBezTo>
                  <a:cubicBezTo>
                    <a:pt x="1370" y="96"/>
                    <a:pt x="3456" y="-485"/>
                    <a:pt x="5114" y="439"/>
                  </a:cubicBezTo>
                  <a:cubicBezTo>
                    <a:pt x="6761" y="1372"/>
                    <a:pt x="7352" y="3458"/>
                    <a:pt x="6418" y="5106"/>
                  </a:cubicBezTo>
                  <a:cubicBezTo>
                    <a:pt x="6314" y="5306"/>
                    <a:pt x="6180" y="5487"/>
                    <a:pt x="6037" y="5658"/>
                  </a:cubicBezTo>
                  <a:close/>
                  <a:moveTo>
                    <a:pt x="6037" y="5658"/>
                  </a:moveTo>
                  <a:cubicBezTo>
                    <a:pt x="6809" y="4658"/>
                    <a:pt x="6628" y="3220"/>
                    <a:pt x="5628" y="2448"/>
                  </a:cubicBezTo>
                  <a:cubicBezTo>
                    <a:pt x="5514" y="2363"/>
                    <a:pt x="5399" y="2296"/>
                    <a:pt x="5275" y="2229"/>
                  </a:cubicBezTo>
                  <a:cubicBezTo>
                    <a:pt x="4361" y="1877"/>
                    <a:pt x="3332" y="2144"/>
                    <a:pt x="2704" y="2896"/>
                  </a:cubicBezTo>
                  <a:cubicBezTo>
                    <a:pt x="2113" y="3649"/>
                    <a:pt x="2113" y="4715"/>
                    <a:pt x="2704" y="5468"/>
                  </a:cubicBezTo>
                  <a:cubicBezTo>
                    <a:pt x="3437" y="6430"/>
                    <a:pt x="4809" y="6620"/>
                    <a:pt x="5771" y="5897"/>
                  </a:cubicBezTo>
                  <a:cubicBezTo>
                    <a:pt x="5866" y="5820"/>
                    <a:pt x="5952" y="5744"/>
                    <a:pt x="6037" y="565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6" name="任意多边形: 形状 245" descr="fd82b185-8ba5-43b9-92a2-c60f023c8a6a">
              <a:extLst>
                <a:ext uri="{FF2B5EF4-FFF2-40B4-BE49-F238E27FC236}">
                  <a16:creationId xmlns:a16="http://schemas.microsoft.com/office/drawing/2014/main" id="{82B8D4BA-5567-49FC-99A6-9576DECA00DA}"/>
                </a:ext>
              </a:extLst>
            </p:cNvPr>
            <p:cNvSpPr/>
            <p:nvPr/>
          </p:nvSpPr>
          <p:spPr>
            <a:xfrm rot="21190573">
              <a:off x="6371555" y="2870168"/>
              <a:ext cx="7258" cy="7244"/>
            </a:xfrm>
            <a:custGeom>
              <a:avLst/>
              <a:gdLst>
                <a:gd name="connsiteX0" fmla="*/ 5851 w 6742"/>
                <a:gd name="connsiteY0" fmla="*/ 5446 h 6729"/>
                <a:gd name="connsiteX1" fmla="*/ 1660 w 6742"/>
                <a:gd name="connsiteY1" fmla="*/ 6303 h 6729"/>
                <a:gd name="connsiteX2" fmla="*/ 488 w 6742"/>
                <a:gd name="connsiteY2" fmla="*/ 1597 h 6729"/>
                <a:gd name="connsiteX3" fmla="*/ 803 w 6742"/>
                <a:gd name="connsiteY3" fmla="*/ 1159 h 6729"/>
                <a:gd name="connsiteX4" fmla="*/ 5641 w 6742"/>
                <a:gd name="connsiteY4" fmla="*/ 854 h 6729"/>
                <a:gd name="connsiteX5" fmla="*/ 5946 w 6742"/>
                <a:gd name="connsiteY5" fmla="*/ 1159 h 6729"/>
                <a:gd name="connsiteX6" fmla="*/ 5851 w 6742"/>
                <a:gd name="connsiteY6" fmla="*/ 5446 h 6729"/>
                <a:gd name="connsiteX7" fmla="*/ 5851 w 6742"/>
                <a:gd name="connsiteY7" fmla="*/ 5446 h 6729"/>
                <a:gd name="connsiteX8" fmla="*/ 5555 w 6742"/>
                <a:gd name="connsiteY8" fmla="*/ 2359 h 6729"/>
                <a:gd name="connsiteX9" fmla="*/ 5184 w 6742"/>
                <a:gd name="connsiteY9" fmla="*/ 2112 h 6729"/>
                <a:gd name="connsiteX10" fmla="*/ 2612 w 6742"/>
                <a:gd name="connsiteY10" fmla="*/ 2683 h 6729"/>
                <a:gd name="connsiteX11" fmla="*/ 2612 w 6742"/>
                <a:gd name="connsiteY11" fmla="*/ 5350 h 6729"/>
                <a:gd name="connsiteX12" fmla="*/ 5698 w 6742"/>
                <a:gd name="connsiteY12" fmla="*/ 5588 h 6729"/>
                <a:gd name="connsiteX13" fmla="*/ 5851 w 6742"/>
                <a:gd name="connsiteY13" fmla="*/ 5446 h 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42" h="6729">
                  <a:moveTo>
                    <a:pt x="5851" y="5446"/>
                  </a:moveTo>
                  <a:cubicBezTo>
                    <a:pt x="4870" y="6741"/>
                    <a:pt x="3070" y="7112"/>
                    <a:pt x="1660" y="6303"/>
                  </a:cubicBezTo>
                  <a:cubicBezTo>
                    <a:pt x="40" y="5322"/>
                    <a:pt x="-483" y="3217"/>
                    <a:pt x="488" y="1597"/>
                  </a:cubicBezTo>
                  <a:cubicBezTo>
                    <a:pt x="583" y="1445"/>
                    <a:pt x="688" y="1293"/>
                    <a:pt x="803" y="1159"/>
                  </a:cubicBezTo>
                  <a:cubicBezTo>
                    <a:pt x="2060" y="-260"/>
                    <a:pt x="4222" y="-393"/>
                    <a:pt x="5641" y="854"/>
                  </a:cubicBezTo>
                  <a:cubicBezTo>
                    <a:pt x="5746" y="950"/>
                    <a:pt x="5851" y="1054"/>
                    <a:pt x="5946" y="1159"/>
                  </a:cubicBezTo>
                  <a:cubicBezTo>
                    <a:pt x="7041" y="2388"/>
                    <a:pt x="7003" y="4264"/>
                    <a:pt x="5851" y="5446"/>
                  </a:cubicBezTo>
                  <a:close/>
                  <a:moveTo>
                    <a:pt x="5851" y="5446"/>
                  </a:moveTo>
                  <a:cubicBezTo>
                    <a:pt x="6622" y="4512"/>
                    <a:pt x="6489" y="3131"/>
                    <a:pt x="5555" y="2359"/>
                  </a:cubicBezTo>
                  <a:cubicBezTo>
                    <a:pt x="5441" y="2264"/>
                    <a:pt x="5317" y="2178"/>
                    <a:pt x="5184" y="2112"/>
                  </a:cubicBezTo>
                  <a:cubicBezTo>
                    <a:pt x="4298" y="1712"/>
                    <a:pt x="3250" y="1940"/>
                    <a:pt x="2612" y="2683"/>
                  </a:cubicBezTo>
                  <a:cubicBezTo>
                    <a:pt x="1974" y="3455"/>
                    <a:pt x="1974" y="4579"/>
                    <a:pt x="2612" y="5350"/>
                  </a:cubicBezTo>
                  <a:cubicBezTo>
                    <a:pt x="3403" y="6265"/>
                    <a:pt x="4784" y="6369"/>
                    <a:pt x="5698" y="5588"/>
                  </a:cubicBezTo>
                  <a:cubicBezTo>
                    <a:pt x="5755" y="5541"/>
                    <a:pt x="5803" y="5493"/>
                    <a:pt x="585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7" name="任意多边形: 形状 246" descr="82b17ca7-8ed5-446e-82f4-5cd55c8763c3">
              <a:extLst>
                <a:ext uri="{FF2B5EF4-FFF2-40B4-BE49-F238E27FC236}">
                  <a16:creationId xmlns:a16="http://schemas.microsoft.com/office/drawing/2014/main" id="{896192CA-743B-43B7-8FAD-03A4D50AF95E}"/>
                </a:ext>
              </a:extLst>
            </p:cNvPr>
            <p:cNvSpPr/>
            <p:nvPr/>
          </p:nvSpPr>
          <p:spPr>
            <a:xfrm rot="21190573">
              <a:off x="6398840" y="2888077"/>
              <a:ext cx="7184" cy="7155"/>
            </a:xfrm>
            <a:custGeom>
              <a:avLst/>
              <a:gdLst>
                <a:gd name="connsiteX0" fmla="*/ 5896 w 6674"/>
                <a:gd name="connsiteY0" fmla="*/ 5446 h 6647"/>
                <a:gd name="connsiteX1" fmla="*/ 1610 w 6674"/>
                <a:gd name="connsiteY1" fmla="*/ 6208 h 6647"/>
                <a:gd name="connsiteX2" fmla="*/ 524 w 6674"/>
                <a:gd name="connsiteY2" fmla="*/ 1483 h 6647"/>
                <a:gd name="connsiteX3" fmla="*/ 753 w 6674"/>
                <a:gd name="connsiteY3" fmla="*/ 1159 h 6647"/>
                <a:gd name="connsiteX4" fmla="*/ 5591 w 6674"/>
                <a:gd name="connsiteY4" fmla="*/ 854 h 6647"/>
                <a:gd name="connsiteX5" fmla="*/ 5896 w 6674"/>
                <a:gd name="connsiteY5" fmla="*/ 1159 h 6647"/>
                <a:gd name="connsiteX6" fmla="*/ 5896 w 6674"/>
                <a:gd name="connsiteY6" fmla="*/ 5446 h 6647"/>
                <a:gd name="connsiteX7" fmla="*/ 5896 w 6674"/>
                <a:gd name="connsiteY7" fmla="*/ 5446 h 6647"/>
                <a:gd name="connsiteX8" fmla="*/ 5487 w 6674"/>
                <a:gd name="connsiteY8" fmla="*/ 2236 h 6647"/>
                <a:gd name="connsiteX9" fmla="*/ 5134 w 6674"/>
                <a:gd name="connsiteY9" fmla="*/ 2017 h 6647"/>
                <a:gd name="connsiteX10" fmla="*/ 2563 w 6674"/>
                <a:gd name="connsiteY10" fmla="*/ 2683 h 6647"/>
                <a:gd name="connsiteX11" fmla="*/ 2563 w 6674"/>
                <a:gd name="connsiteY11" fmla="*/ 5350 h 6647"/>
                <a:gd name="connsiteX12" fmla="*/ 5791 w 6674"/>
                <a:gd name="connsiteY12" fmla="*/ 5550 h 6647"/>
                <a:gd name="connsiteX13" fmla="*/ 5896 w 6674"/>
                <a:gd name="connsiteY13" fmla="*/ 5446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4" h="6647">
                  <a:moveTo>
                    <a:pt x="5896" y="5446"/>
                  </a:moveTo>
                  <a:cubicBezTo>
                    <a:pt x="4830" y="6693"/>
                    <a:pt x="3039" y="7008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1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34" y="2398"/>
                    <a:pt x="6934" y="4207"/>
                    <a:pt x="5896" y="5446"/>
                  </a:cubicBezTo>
                  <a:close/>
                  <a:moveTo>
                    <a:pt x="5896" y="5446"/>
                  </a:moveTo>
                  <a:cubicBezTo>
                    <a:pt x="6668" y="4445"/>
                    <a:pt x="6487" y="3007"/>
                    <a:pt x="5487" y="2236"/>
                  </a:cubicBezTo>
                  <a:cubicBezTo>
                    <a:pt x="5372" y="2150"/>
                    <a:pt x="5258" y="2083"/>
                    <a:pt x="5134" y="2017"/>
                  </a:cubicBezTo>
                  <a:cubicBezTo>
                    <a:pt x="4220" y="1664"/>
                    <a:pt x="3191" y="1931"/>
                    <a:pt x="2563" y="2683"/>
                  </a:cubicBezTo>
                  <a:cubicBezTo>
                    <a:pt x="2020" y="3493"/>
                    <a:pt x="2020" y="4541"/>
                    <a:pt x="2563" y="5350"/>
                  </a:cubicBezTo>
                  <a:cubicBezTo>
                    <a:pt x="3401" y="6293"/>
                    <a:pt x="4849" y="6379"/>
                    <a:pt x="5791" y="5550"/>
                  </a:cubicBezTo>
                  <a:cubicBezTo>
                    <a:pt x="5830" y="5512"/>
                    <a:pt x="5858" y="5484"/>
                    <a:pt x="5896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8" name="任意多边形: 形状 247" descr="76df87c5-0c19-4927-9d8b-d050fb6ec0be">
              <a:extLst>
                <a:ext uri="{FF2B5EF4-FFF2-40B4-BE49-F238E27FC236}">
                  <a16:creationId xmlns:a16="http://schemas.microsoft.com/office/drawing/2014/main" id="{858A95E9-DB53-42D2-97B4-456B3FF93D63}"/>
                </a:ext>
              </a:extLst>
            </p:cNvPr>
            <p:cNvSpPr/>
            <p:nvPr/>
          </p:nvSpPr>
          <p:spPr>
            <a:xfrm rot="21190573">
              <a:off x="6426169" y="2905872"/>
              <a:ext cx="7207" cy="7245"/>
            </a:xfrm>
            <a:custGeom>
              <a:avLst/>
              <a:gdLst>
                <a:gd name="connsiteX0" fmla="*/ 5805 w 6695"/>
                <a:gd name="connsiteY0" fmla="*/ 5446 h 6730"/>
                <a:gd name="connsiteX1" fmla="*/ 1614 w 6695"/>
                <a:gd name="connsiteY1" fmla="*/ 6303 h 6730"/>
                <a:gd name="connsiteX2" fmla="*/ 566 w 6695"/>
                <a:gd name="connsiteY2" fmla="*/ 1435 h 6730"/>
                <a:gd name="connsiteX3" fmla="*/ 756 w 6695"/>
                <a:gd name="connsiteY3" fmla="*/ 1159 h 6730"/>
                <a:gd name="connsiteX4" fmla="*/ 5595 w 6695"/>
                <a:gd name="connsiteY4" fmla="*/ 855 h 6730"/>
                <a:gd name="connsiteX5" fmla="*/ 5900 w 6695"/>
                <a:gd name="connsiteY5" fmla="*/ 1159 h 6730"/>
                <a:gd name="connsiteX6" fmla="*/ 5805 w 6695"/>
                <a:gd name="connsiteY6" fmla="*/ 5446 h 6730"/>
                <a:gd name="connsiteX7" fmla="*/ 5805 w 6695"/>
                <a:gd name="connsiteY7" fmla="*/ 5446 h 6730"/>
                <a:gd name="connsiteX8" fmla="*/ 5509 w 6695"/>
                <a:gd name="connsiteY8" fmla="*/ 2359 h 6730"/>
                <a:gd name="connsiteX9" fmla="*/ 5138 w 6695"/>
                <a:gd name="connsiteY9" fmla="*/ 2112 h 6730"/>
                <a:gd name="connsiteX10" fmla="*/ 2566 w 6695"/>
                <a:gd name="connsiteY10" fmla="*/ 2683 h 6730"/>
                <a:gd name="connsiteX11" fmla="*/ 2566 w 6695"/>
                <a:gd name="connsiteY11" fmla="*/ 5350 h 6730"/>
                <a:gd name="connsiteX12" fmla="*/ 5652 w 6695"/>
                <a:gd name="connsiteY12" fmla="*/ 5588 h 6730"/>
                <a:gd name="connsiteX13" fmla="*/ 5805 w 6695"/>
                <a:gd name="connsiteY13" fmla="*/ 5446 h 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95" h="6730">
                  <a:moveTo>
                    <a:pt x="5805" y="5446"/>
                  </a:moveTo>
                  <a:cubicBezTo>
                    <a:pt x="4824" y="6741"/>
                    <a:pt x="3023" y="7112"/>
                    <a:pt x="1614" y="6303"/>
                  </a:cubicBezTo>
                  <a:cubicBezTo>
                    <a:pt x="-25" y="5246"/>
                    <a:pt x="-492" y="3064"/>
                    <a:pt x="566" y="1435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14" y="-260"/>
                    <a:pt x="4176" y="-393"/>
                    <a:pt x="5595" y="855"/>
                  </a:cubicBezTo>
                  <a:cubicBezTo>
                    <a:pt x="5700" y="950"/>
                    <a:pt x="5805" y="1055"/>
                    <a:pt x="5900" y="1159"/>
                  </a:cubicBezTo>
                  <a:cubicBezTo>
                    <a:pt x="6995" y="2388"/>
                    <a:pt x="6957" y="4264"/>
                    <a:pt x="5805" y="5446"/>
                  </a:cubicBezTo>
                  <a:close/>
                  <a:moveTo>
                    <a:pt x="5805" y="5446"/>
                  </a:moveTo>
                  <a:cubicBezTo>
                    <a:pt x="6576" y="4512"/>
                    <a:pt x="6443" y="3131"/>
                    <a:pt x="5509" y="2359"/>
                  </a:cubicBezTo>
                  <a:cubicBezTo>
                    <a:pt x="5395" y="2264"/>
                    <a:pt x="5271" y="2178"/>
                    <a:pt x="5138" y="2112"/>
                  </a:cubicBezTo>
                  <a:cubicBezTo>
                    <a:pt x="4252" y="1712"/>
                    <a:pt x="3204" y="1940"/>
                    <a:pt x="2566" y="2683"/>
                  </a:cubicBezTo>
                  <a:cubicBezTo>
                    <a:pt x="1928" y="3455"/>
                    <a:pt x="1928" y="4579"/>
                    <a:pt x="2566" y="5350"/>
                  </a:cubicBezTo>
                  <a:cubicBezTo>
                    <a:pt x="3357" y="6265"/>
                    <a:pt x="4738" y="6369"/>
                    <a:pt x="5652" y="5588"/>
                  </a:cubicBezTo>
                  <a:cubicBezTo>
                    <a:pt x="5709" y="5541"/>
                    <a:pt x="5757" y="5493"/>
                    <a:pt x="5805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9" name="任意多边形: 形状 248" descr="336f7eee-3288-4df4-b21a-6551d078d309">
              <a:extLst>
                <a:ext uri="{FF2B5EF4-FFF2-40B4-BE49-F238E27FC236}">
                  <a16:creationId xmlns:a16="http://schemas.microsoft.com/office/drawing/2014/main" id="{41F3161C-CC22-4673-90F0-4368162F26EC}"/>
                </a:ext>
              </a:extLst>
            </p:cNvPr>
            <p:cNvSpPr/>
            <p:nvPr/>
          </p:nvSpPr>
          <p:spPr>
            <a:xfrm rot="21190573">
              <a:off x="6453413" y="2923748"/>
              <a:ext cx="7176" cy="7209"/>
            </a:xfrm>
            <a:custGeom>
              <a:avLst/>
              <a:gdLst>
                <a:gd name="connsiteX0" fmla="*/ 5888 w 6666"/>
                <a:gd name="connsiteY0" fmla="*/ 5478 h 6697"/>
                <a:gd name="connsiteX1" fmla="*/ 1697 w 6666"/>
                <a:gd name="connsiteY1" fmla="*/ 6240 h 6697"/>
                <a:gd name="connsiteX2" fmla="*/ 430 w 6666"/>
                <a:gd name="connsiteY2" fmla="*/ 1697 h 6697"/>
                <a:gd name="connsiteX3" fmla="*/ 4973 w 6666"/>
                <a:gd name="connsiteY3" fmla="*/ 430 h 6697"/>
                <a:gd name="connsiteX4" fmla="*/ 5888 w 6666"/>
                <a:gd name="connsiteY4" fmla="*/ 1192 h 6697"/>
                <a:gd name="connsiteX5" fmla="*/ 5888 w 6666"/>
                <a:gd name="connsiteY5" fmla="*/ 5478 h 6697"/>
                <a:gd name="connsiteX6" fmla="*/ 5888 w 6666"/>
                <a:gd name="connsiteY6" fmla="*/ 5478 h 6697"/>
                <a:gd name="connsiteX7" fmla="*/ 5659 w 6666"/>
                <a:gd name="connsiteY7" fmla="*/ 2392 h 6697"/>
                <a:gd name="connsiteX8" fmla="*/ 5125 w 6666"/>
                <a:gd name="connsiteY8" fmla="*/ 2049 h 6697"/>
                <a:gd name="connsiteX9" fmla="*/ 2649 w 6666"/>
                <a:gd name="connsiteY9" fmla="*/ 2716 h 6697"/>
                <a:gd name="connsiteX10" fmla="*/ 2649 w 6666"/>
                <a:gd name="connsiteY10" fmla="*/ 5383 h 6697"/>
                <a:gd name="connsiteX11" fmla="*/ 5735 w 6666"/>
                <a:gd name="connsiteY11" fmla="*/ 5621 h 6697"/>
                <a:gd name="connsiteX12" fmla="*/ 5888 w 6666"/>
                <a:gd name="connsiteY12" fmla="*/ 5478 h 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66" h="6697">
                  <a:moveTo>
                    <a:pt x="5888" y="5478"/>
                  </a:moveTo>
                  <a:cubicBezTo>
                    <a:pt x="4878" y="6745"/>
                    <a:pt x="3087" y="7069"/>
                    <a:pt x="1697" y="6240"/>
                  </a:cubicBezTo>
                  <a:cubicBezTo>
                    <a:pt x="96" y="5335"/>
                    <a:pt x="-475" y="3297"/>
                    <a:pt x="430" y="1697"/>
                  </a:cubicBezTo>
                  <a:cubicBezTo>
                    <a:pt x="1335" y="96"/>
                    <a:pt x="3373" y="-475"/>
                    <a:pt x="4973" y="430"/>
                  </a:cubicBezTo>
                  <a:cubicBezTo>
                    <a:pt x="5326" y="630"/>
                    <a:pt x="5630" y="887"/>
                    <a:pt x="5888" y="1192"/>
                  </a:cubicBezTo>
                  <a:cubicBezTo>
                    <a:pt x="6926" y="2430"/>
                    <a:pt x="6926" y="4240"/>
                    <a:pt x="5888" y="5478"/>
                  </a:cubicBezTo>
                  <a:close/>
                  <a:moveTo>
                    <a:pt x="5888" y="5478"/>
                  </a:moveTo>
                  <a:cubicBezTo>
                    <a:pt x="6678" y="4564"/>
                    <a:pt x="6573" y="3183"/>
                    <a:pt x="5659" y="2392"/>
                  </a:cubicBezTo>
                  <a:cubicBezTo>
                    <a:pt x="5497" y="2249"/>
                    <a:pt x="5316" y="2135"/>
                    <a:pt x="5125" y="2049"/>
                  </a:cubicBezTo>
                  <a:cubicBezTo>
                    <a:pt x="4249" y="1678"/>
                    <a:pt x="3230" y="1954"/>
                    <a:pt x="2649" y="2716"/>
                  </a:cubicBezTo>
                  <a:cubicBezTo>
                    <a:pt x="2011" y="3487"/>
                    <a:pt x="2011" y="4611"/>
                    <a:pt x="2649" y="5383"/>
                  </a:cubicBezTo>
                  <a:cubicBezTo>
                    <a:pt x="3440" y="6297"/>
                    <a:pt x="4821" y="6411"/>
                    <a:pt x="5735" y="5621"/>
                  </a:cubicBezTo>
                  <a:cubicBezTo>
                    <a:pt x="5792" y="5573"/>
                    <a:pt x="5840" y="5526"/>
                    <a:pt x="5888" y="547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0" name="任意多边形: 形状 249" descr="befc83d2-c93a-463c-94c4-61f89c972ce1">
              <a:extLst>
                <a:ext uri="{FF2B5EF4-FFF2-40B4-BE49-F238E27FC236}">
                  <a16:creationId xmlns:a16="http://schemas.microsoft.com/office/drawing/2014/main" id="{929D44FE-00D2-442D-9385-9B4C0C27EF16}"/>
                </a:ext>
              </a:extLst>
            </p:cNvPr>
            <p:cNvSpPr/>
            <p:nvPr/>
          </p:nvSpPr>
          <p:spPr>
            <a:xfrm rot="21190573">
              <a:off x="6480733" y="2941578"/>
              <a:ext cx="7207" cy="7244"/>
            </a:xfrm>
            <a:custGeom>
              <a:avLst/>
              <a:gdLst>
                <a:gd name="connsiteX0" fmla="*/ 5805 w 6695"/>
                <a:gd name="connsiteY0" fmla="*/ 5445 h 6729"/>
                <a:gd name="connsiteX1" fmla="*/ 1614 w 6695"/>
                <a:gd name="connsiteY1" fmla="*/ 6303 h 6729"/>
                <a:gd name="connsiteX2" fmla="*/ 566 w 6695"/>
                <a:gd name="connsiteY2" fmla="*/ 1436 h 6729"/>
                <a:gd name="connsiteX3" fmla="*/ 756 w 6695"/>
                <a:gd name="connsiteY3" fmla="*/ 1159 h 6729"/>
                <a:gd name="connsiteX4" fmla="*/ 5595 w 6695"/>
                <a:gd name="connsiteY4" fmla="*/ 854 h 6729"/>
                <a:gd name="connsiteX5" fmla="*/ 5900 w 6695"/>
                <a:gd name="connsiteY5" fmla="*/ 1159 h 6729"/>
                <a:gd name="connsiteX6" fmla="*/ 5805 w 6695"/>
                <a:gd name="connsiteY6" fmla="*/ 5445 h 6729"/>
                <a:gd name="connsiteX7" fmla="*/ 5805 w 6695"/>
                <a:gd name="connsiteY7" fmla="*/ 5445 h 6729"/>
                <a:gd name="connsiteX8" fmla="*/ 5509 w 6695"/>
                <a:gd name="connsiteY8" fmla="*/ 2359 h 6729"/>
                <a:gd name="connsiteX9" fmla="*/ 5138 w 6695"/>
                <a:gd name="connsiteY9" fmla="*/ 2112 h 6729"/>
                <a:gd name="connsiteX10" fmla="*/ 2233 w 6695"/>
                <a:gd name="connsiteY10" fmla="*/ 3531 h 6729"/>
                <a:gd name="connsiteX11" fmla="*/ 2376 w 6695"/>
                <a:gd name="connsiteY11" fmla="*/ 5350 h 6729"/>
                <a:gd name="connsiteX12" fmla="*/ 5443 w 6695"/>
                <a:gd name="connsiteY12" fmla="*/ 5788 h 6729"/>
                <a:gd name="connsiteX13" fmla="*/ 5805 w 6695"/>
                <a:gd name="connsiteY13" fmla="*/ 5445 h 6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95" h="6729">
                  <a:moveTo>
                    <a:pt x="5805" y="5445"/>
                  </a:moveTo>
                  <a:cubicBezTo>
                    <a:pt x="4824" y="6741"/>
                    <a:pt x="3023" y="7112"/>
                    <a:pt x="1614" y="6303"/>
                  </a:cubicBezTo>
                  <a:cubicBezTo>
                    <a:pt x="-25" y="5245"/>
                    <a:pt x="-492" y="3064"/>
                    <a:pt x="566" y="1436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04" y="-260"/>
                    <a:pt x="4176" y="-393"/>
                    <a:pt x="5595" y="854"/>
                  </a:cubicBezTo>
                  <a:cubicBezTo>
                    <a:pt x="5700" y="950"/>
                    <a:pt x="5805" y="1054"/>
                    <a:pt x="5900" y="1159"/>
                  </a:cubicBezTo>
                  <a:cubicBezTo>
                    <a:pt x="6995" y="2388"/>
                    <a:pt x="6957" y="4264"/>
                    <a:pt x="5805" y="5445"/>
                  </a:cubicBezTo>
                  <a:close/>
                  <a:moveTo>
                    <a:pt x="5805" y="5445"/>
                  </a:moveTo>
                  <a:cubicBezTo>
                    <a:pt x="6576" y="4512"/>
                    <a:pt x="6443" y="3131"/>
                    <a:pt x="5509" y="2359"/>
                  </a:cubicBezTo>
                  <a:cubicBezTo>
                    <a:pt x="5395" y="2264"/>
                    <a:pt x="5271" y="2178"/>
                    <a:pt x="5138" y="2112"/>
                  </a:cubicBezTo>
                  <a:cubicBezTo>
                    <a:pt x="3947" y="1702"/>
                    <a:pt x="2642" y="2331"/>
                    <a:pt x="2233" y="3531"/>
                  </a:cubicBezTo>
                  <a:cubicBezTo>
                    <a:pt x="2023" y="4131"/>
                    <a:pt x="2071" y="4788"/>
                    <a:pt x="2376" y="5350"/>
                  </a:cubicBezTo>
                  <a:cubicBezTo>
                    <a:pt x="3099" y="6322"/>
                    <a:pt x="4471" y="6512"/>
                    <a:pt x="5443" y="5788"/>
                  </a:cubicBezTo>
                  <a:cubicBezTo>
                    <a:pt x="5576" y="5684"/>
                    <a:pt x="5700" y="5569"/>
                    <a:pt x="5805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1" name="任意多边形: 形状 250" descr="0ccd9c6c-3c23-4766-bf16-8fc334ad23f7">
              <a:extLst>
                <a:ext uri="{FF2B5EF4-FFF2-40B4-BE49-F238E27FC236}">
                  <a16:creationId xmlns:a16="http://schemas.microsoft.com/office/drawing/2014/main" id="{34E05B65-D0F1-4418-9499-4F44CBCEF1DC}"/>
                </a:ext>
              </a:extLst>
            </p:cNvPr>
            <p:cNvSpPr/>
            <p:nvPr/>
          </p:nvSpPr>
          <p:spPr>
            <a:xfrm rot="21190573">
              <a:off x="6234711" y="2960143"/>
              <a:ext cx="7176" cy="7209"/>
            </a:xfrm>
            <a:custGeom>
              <a:avLst/>
              <a:gdLst>
                <a:gd name="connsiteX0" fmla="*/ 5888 w 6666"/>
                <a:gd name="connsiteY0" fmla="*/ 5478 h 6697"/>
                <a:gd name="connsiteX1" fmla="*/ 1697 w 6666"/>
                <a:gd name="connsiteY1" fmla="*/ 6240 h 6697"/>
                <a:gd name="connsiteX2" fmla="*/ 430 w 6666"/>
                <a:gd name="connsiteY2" fmla="*/ 1697 h 6697"/>
                <a:gd name="connsiteX3" fmla="*/ 4973 w 6666"/>
                <a:gd name="connsiteY3" fmla="*/ 430 h 6697"/>
                <a:gd name="connsiteX4" fmla="*/ 5888 w 6666"/>
                <a:gd name="connsiteY4" fmla="*/ 1192 h 6697"/>
                <a:gd name="connsiteX5" fmla="*/ 5888 w 6666"/>
                <a:gd name="connsiteY5" fmla="*/ 5478 h 6697"/>
                <a:gd name="connsiteX6" fmla="*/ 5888 w 6666"/>
                <a:gd name="connsiteY6" fmla="*/ 5478 h 6697"/>
                <a:gd name="connsiteX7" fmla="*/ 5726 w 6666"/>
                <a:gd name="connsiteY7" fmla="*/ 2516 h 6697"/>
                <a:gd name="connsiteX8" fmla="*/ 5126 w 6666"/>
                <a:gd name="connsiteY8" fmla="*/ 2144 h 6697"/>
                <a:gd name="connsiteX9" fmla="*/ 2649 w 6666"/>
                <a:gd name="connsiteY9" fmla="*/ 2716 h 6697"/>
                <a:gd name="connsiteX10" fmla="*/ 2649 w 6666"/>
                <a:gd name="connsiteY10" fmla="*/ 5383 h 6697"/>
                <a:gd name="connsiteX11" fmla="*/ 5735 w 6666"/>
                <a:gd name="connsiteY11" fmla="*/ 5621 h 6697"/>
                <a:gd name="connsiteX12" fmla="*/ 5888 w 6666"/>
                <a:gd name="connsiteY12" fmla="*/ 5478 h 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66" h="6697">
                  <a:moveTo>
                    <a:pt x="5888" y="5478"/>
                  </a:moveTo>
                  <a:cubicBezTo>
                    <a:pt x="4878" y="6745"/>
                    <a:pt x="3087" y="7069"/>
                    <a:pt x="1697" y="6240"/>
                  </a:cubicBezTo>
                  <a:cubicBezTo>
                    <a:pt x="96" y="5335"/>
                    <a:pt x="-475" y="3297"/>
                    <a:pt x="430" y="1697"/>
                  </a:cubicBezTo>
                  <a:cubicBezTo>
                    <a:pt x="1335" y="97"/>
                    <a:pt x="3373" y="-475"/>
                    <a:pt x="4973" y="430"/>
                  </a:cubicBezTo>
                  <a:cubicBezTo>
                    <a:pt x="5326" y="630"/>
                    <a:pt x="5630" y="887"/>
                    <a:pt x="5888" y="1192"/>
                  </a:cubicBezTo>
                  <a:cubicBezTo>
                    <a:pt x="6926" y="2430"/>
                    <a:pt x="6926" y="4240"/>
                    <a:pt x="5888" y="5478"/>
                  </a:cubicBezTo>
                  <a:close/>
                  <a:moveTo>
                    <a:pt x="5888" y="5478"/>
                  </a:moveTo>
                  <a:cubicBezTo>
                    <a:pt x="6659" y="4611"/>
                    <a:pt x="6583" y="3287"/>
                    <a:pt x="5726" y="2516"/>
                  </a:cubicBezTo>
                  <a:cubicBezTo>
                    <a:pt x="5545" y="2363"/>
                    <a:pt x="5345" y="2230"/>
                    <a:pt x="5126" y="2144"/>
                  </a:cubicBezTo>
                  <a:cubicBezTo>
                    <a:pt x="4269" y="1716"/>
                    <a:pt x="3230" y="1954"/>
                    <a:pt x="2649" y="2716"/>
                  </a:cubicBezTo>
                  <a:cubicBezTo>
                    <a:pt x="2011" y="3487"/>
                    <a:pt x="2011" y="4611"/>
                    <a:pt x="2649" y="5383"/>
                  </a:cubicBezTo>
                  <a:cubicBezTo>
                    <a:pt x="3440" y="6297"/>
                    <a:pt x="4821" y="6402"/>
                    <a:pt x="5735" y="5621"/>
                  </a:cubicBezTo>
                  <a:cubicBezTo>
                    <a:pt x="5792" y="5573"/>
                    <a:pt x="5840" y="5526"/>
                    <a:pt x="5888" y="547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2" name="任意多边形: 形状 251" descr="7df93ee5-b6be-44e7-a231-b06c0c869397">
              <a:extLst>
                <a:ext uri="{FF2B5EF4-FFF2-40B4-BE49-F238E27FC236}">
                  <a16:creationId xmlns:a16="http://schemas.microsoft.com/office/drawing/2014/main" id="{9D759755-30BC-45B8-813F-3AF2D6C1240B}"/>
                </a:ext>
              </a:extLst>
            </p:cNvPr>
            <p:cNvSpPr/>
            <p:nvPr/>
          </p:nvSpPr>
          <p:spPr>
            <a:xfrm rot="21190573">
              <a:off x="6262144" y="2978064"/>
              <a:ext cx="7169" cy="7174"/>
            </a:xfrm>
            <a:custGeom>
              <a:avLst/>
              <a:gdLst>
                <a:gd name="connsiteX0" fmla="*/ 5801 w 6660"/>
                <a:gd name="connsiteY0" fmla="*/ 5445 h 6664"/>
                <a:gd name="connsiteX1" fmla="*/ 1610 w 6660"/>
                <a:gd name="connsiteY1" fmla="*/ 6207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1 w 6660"/>
                <a:gd name="connsiteY4" fmla="*/ 854 h 6664"/>
                <a:gd name="connsiteX5" fmla="*/ 5896 w 6660"/>
                <a:gd name="connsiteY5" fmla="*/ 1159 h 6664"/>
                <a:gd name="connsiteX6" fmla="*/ 5801 w 6660"/>
                <a:gd name="connsiteY6" fmla="*/ 5445 h 6664"/>
                <a:gd name="connsiteX7" fmla="*/ 5801 w 6660"/>
                <a:gd name="connsiteY7" fmla="*/ 5445 h 6664"/>
                <a:gd name="connsiteX8" fmla="*/ 5563 w 6660"/>
                <a:gd name="connsiteY8" fmla="*/ 2445 h 6664"/>
                <a:gd name="connsiteX9" fmla="*/ 2563 w 6660"/>
                <a:gd name="connsiteY9" fmla="*/ 2683 h 6664"/>
                <a:gd name="connsiteX10" fmla="*/ 2563 w 6660"/>
                <a:gd name="connsiteY10" fmla="*/ 5255 h 6664"/>
                <a:gd name="connsiteX11" fmla="*/ 5487 w 6660"/>
                <a:gd name="connsiteY11" fmla="*/ 5722 h 6664"/>
                <a:gd name="connsiteX12" fmla="*/ 5801 w 6660"/>
                <a:gd name="connsiteY12" fmla="*/ 5445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60" h="6664">
                  <a:moveTo>
                    <a:pt x="5801" y="5445"/>
                  </a:moveTo>
                  <a:cubicBezTo>
                    <a:pt x="4792" y="6712"/>
                    <a:pt x="3001" y="7036"/>
                    <a:pt x="1610" y="6207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10" y="-260"/>
                    <a:pt x="4172" y="-393"/>
                    <a:pt x="5591" y="854"/>
                  </a:cubicBezTo>
                  <a:cubicBezTo>
                    <a:pt x="5696" y="950"/>
                    <a:pt x="5801" y="1054"/>
                    <a:pt x="5896" y="1159"/>
                  </a:cubicBezTo>
                  <a:cubicBezTo>
                    <a:pt x="6954" y="2407"/>
                    <a:pt x="6906" y="4245"/>
                    <a:pt x="5801" y="5445"/>
                  </a:cubicBezTo>
                  <a:close/>
                  <a:moveTo>
                    <a:pt x="5801" y="5445"/>
                  </a:moveTo>
                  <a:cubicBezTo>
                    <a:pt x="6563" y="4550"/>
                    <a:pt x="6458" y="3207"/>
                    <a:pt x="5563" y="2445"/>
                  </a:cubicBezTo>
                  <a:cubicBezTo>
                    <a:pt x="4668" y="1683"/>
                    <a:pt x="3324" y="1788"/>
                    <a:pt x="2563" y="2683"/>
                  </a:cubicBezTo>
                  <a:cubicBezTo>
                    <a:pt x="1972" y="3436"/>
                    <a:pt x="1972" y="4503"/>
                    <a:pt x="2563" y="5255"/>
                  </a:cubicBezTo>
                  <a:cubicBezTo>
                    <a:pt x="3239" y="6188"/>
                    <a:pt x="4553" y="6398"/>
                    <a:pt x="5487" y="5722"/>
                  </a:cubicBezTo>
                  <a:cubicBezTo>
                    <a:pt x="5601" y="5645"/>
                    <a:pt x="5706" y="5550"/>
                    <a:pt x="5801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3" name="任意多边形: 形状 252" descr="cb927ec2-fcba-410a-9107-c353c1bf0d80">
              <a:extLst>
                <a:ext uri="{FF2B5EF4-FFF2-40B4-BE49-F238E27FC236}">
                  <a16:creationId xmlns:a16="http://schemas.microsoft.com/office/drawing/2014/main" id="{49D5DE15-2DE3-4CD8-8E4D-1154C74E28FD}"/>
                </a:ext>
              </a:extLst>
            </p:cNvPr>
            <p:cNvSpPr/>
            <p:nvPr/>
          </p:nvSpPr>
          <p:spPr>
            <a:xfrm rot="21190573">
              <a:off x="6207195" y="2942095"/>
              <a:ext cx="7448" cy="7465"/>
            </a:xfrm>
            <a:custGeom>
              <a:avLst/>
              <a:gdLst>
                <a:gd name="connsiteX0" fmla="*/ 6049 w 6919"/>
                <a:gd name="connsiteY0" fmla="*/ 5716 h 6935"/>
                <a:gd name="connsiteX1" fmla="*/ 1858 w 6919"/>
                <a:gd name="connsiteY1" fmla="*/ 6478 h 6935"/>
                <a:gd name="connsiteX2" fmla="*/ 382 w 6919"/>
                <a:gd name="connsiteY2" fmla="*/ 1858 h 6935"/>
                <a:gd name="connsiteX3" fmla="*/ 5002 w 6919"/>
                <a:gd name="connsiteY3" fmla="*/ 382 h 6935"/>
                <a:gd name="connsiteX4" fmla="*/ 6145 w 6919"/>
                <a:gd name="connsiteY4" fmla="*/ 1334 h 6935"/>
                <a:gd name="connsiteX5" fmla="*/ 6049 w 6919"/>
                <a:gd name="connsiteY5" fmla="*/ 5716 h 6935"/>
                <a:gd name="connsiteX6" fmla="*/ 6049 w 6919"/>
                <a:gd name="connsiteY6" fmla="*/ 5716 h 6935"/>
                <a:gd name="connsiteX7" fmla="*/ 5697 w 6919"/>
                <a:gd name="connsiteY7" fmla="*/ 2506 h 6935"/>
                <a:gd name="connsiteX8" fmla="*/ 5383 w 6919"/>
                <a:gd name="connsiteY8" fmla="*/ 2287 h 6935"/>
                <a:gd name="connsiteX9" fmla="*/ 2811 w 6919"/>
                <a:gd name="connsiteY9" fmla="*/ 2954 h 6935"/>
                <a:gd name="connsiteX10" fmla="*/ 2811 w 6919"/>
                <a:gd name="connsiteY10" fmla="*/ 5525 h 6935"/>
                <a:gd name="connsiteX11" fmla="*/ 5887 w 6919"/>
                <a:gd name="connsiteY11" fmla="*/ 5859 h 6935"/>
                <a:gd name="connsiteX12" fmla="*/ 6049 w 6919"/>
                <a:gd name="connsiteY12" fmla="*/ 5716 h 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19" h="6935">
                  <a:moveTo>
                    <a:pt x="6049" y="5716"/>
                  </a:moveTo>
                  <a:cubicBezTo>
                    <a:pt x="5040" y="6983"/>
                    <a:pt x="3249" y="7307"/>
                    <a:pt x="1858" y="6478"/>
                  </a:cubicBezTo>
                  <a:cubicBezTo>
                    <a:pt x="172" y="5611"/>
                    <a:pt x="-485" y="3544"/>
                    <a:pt x="382" y="1858"/>
                  </a:cubicBezTo>
                  <a:cubicBezTo>
                    <a:pt x="1249" y="172"/>
                    <a:pt x="3325" y="-485"/>
                    <a:pt x="5002" y="382"/>
                  </a:cubicBezTo>
                  <a:cubicBezTo>
                    <a:pt x="5449" y="611"/>
                    <a:pt x="5840" y="934"/>
                    <a:pt x="6145" y="1334"/>
                  </a:cubicBezTo>
                  <a:cubicBezTo>
                    <a:pt x="7212" y="2611"/>
                    <a:pt x="7173" y="4487"/>
                    <a:pt x="6049" y="5716"/>
                  </a:cubicBezTo>
                  <a:close/>
                  <a:moveTo>
                    <a:pt x="6049" y="5716"/>
                  </a:moveTo>
                  <a:cubicBezTo>
                    <a:pt x="6840" y="4735"/>
                    <a:pt x="6688" y="3297"/>
                    <a:pt x="5697" y="2506"/>
                  </a:cubicBezTo>
                  <a:cubicBezTo>
                    <a:pt x="5602" y="2420"/>
                    <a:pt x="5497" y="2354"/>
                    <a:pt x="5383" y="2287"/>
                  </a:cubicBezTo>
                  <a:cubicBezTo>
                    <a:pt x="4478" y="1868"/>
                    <a:pt x="3402" y="2144"/>
                    <a:pt x="2811" y="2954"/>
                  </a:cubicBezTo>
                  <a:cubicBezTo>
                    <a:pt x="2182" y="3697"/>
                    <a:pt x="2182" y="4782"/>
                    <a:pt x="2811" y="5525"/>
                  </a:cubicBezTo>
                  <a:cubicBezTo>
                    <a:pt x="3573" y="6468"/>
                    <a:pt x="4954" y="6611"/>
                    <a:pt x="5887" y="5859"/>
                  </a:cubicBezTo>
                  <a:cubicBezTo>
                    <a:pt x="5945" y="5811"/>
                    <a:pt x="6002" y="5764"/>
                    <a:pt x="6049" y="571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4" name="任意多边形: 形状 253" descr="e1ac46ac-98b7-4b58-a91e-d676665ca176">
              <a:extLst>
                <a:ext uri="{FF2B5EF4-FFF2-40B4-BE49-F238E27FC236}">
                  <a16:creationId xmlns:a16="http://schemas.microsoft.com/office/drawing/2014/main" id="{12ADC839-B50A-499E-BAF7-D7B052EB4F21}"/>
                </a:ext>
              </a:extLst>
            </p:cNvPr>
            <p:cNvSpPr/>
            <p:nvPr/>
          </p:nvSpPr>
          <p:spPr>
            <a:xfrm rot="21190573">
              <a:off x="6289082" y="2995700"/>
              <a:ext cx="7381" cy="7408"/>
            </a:xfrm>
            <a:custGeom>
              <a:avLst/>
              <a:gdLst>
                <a:gd name="connsiteX0" fmla="*/ 6060 w 6857"/>
                <a:gd name="connsiteY0" fmla="*/ 5626 h 6882"/>
                <a:gd name="connsiteX1" fmla="*/ 1869 w 6857"/>
                <a:gd name="connsiteY1" fmla="*/ 6483 h 6882"/>
                <a:gd name="connsiteX2" fmla="*/ 374 w 6857"/>
                <a:gd name="connsiteY2" fmla="*/ 1873 h 6882"/>
                <a:gd name="connsiteX3" fmla="*/ 4984 w 6857"/>
                <a:gd name="connsiteY3" fmla="*/ 378 h 6882"/>
                <a:gd name="connsiteX4" fmla="*/ 6479 w 6857"/>
                <a:gd name="connsiteY4" fmla="*/ 4988 h 6882"/>
                <a:gd name="connsiteX5" fmla="*/ 6060 w 6857"/>
                <a:gd name="connsiteY5" fmla="*/ 5626 h 6882"/>
                <a:gd name="connsiteX6" fmla="*/ 6060 w 6857"/>
                <a:gd name="connsiteY6" fmla="*/ 5626 h 6882"/>
                <a:gd name="connsiteX7" fmla="*/ 5898 w 6857"/>
                <a:gd name="connsiteY7" fmla="*/ 2664 h 6882"/>
                <a:gd name="connsiteX8" fmla="*/ 5298 w 6857"/>
                <a:gd name="connsiteY8" fmla="*/ 2292 h 6882"/>
                <a:gd name="connsiteX9" fmla="*/ 2822 w 6857"/>
                <a:gd name="connsiteY9" fmla="*/ 2864 h 6882"/>
                <a:gd name="connsiteX10" fmla="*/ 2822 w 6857"/>
                <a:gd name="connsiteY10" fmla="*/ 5531 h 6882"/>
                <a:gd name="connsiteX11" fmla="*/ 5908 w 6857"/>
                <a:gd name="connsiteY11" fmla="*/ 5769 h 6882"/>
                <a:gd name="connsiteX12" fmla="*/ 6060 w 6857"/>
                <a:gd name="connsiteY12" fmla="*/ 5626 h 6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57" h="6882">
                  <a:moveTo>
                    <a:pt x="6060" y="5626"/>
                  </a:moveTo>
                  <a:cubicBezTo>
                    <a:pt x="5051" y="6893"/>
                    <a:pt x="3288" y="7245"/>
                    <a:pt x="1869" y="6483"/>
                  </a:cubicBezTo>
                  <a:cubicBezTo>
                    <a:pt x="183" y="5626"/>
                    <a:pt x="-483" y="3559"/>
                    <a:pt x="374" y="1873"/>
                  </a:cubicBezTo>
                  <a:cubicBezTo>
                    <a:pt x="1231" y="187"/>
                    <a:pt x="3298" y="-489"/>
                    <a:pt x="4984" y="378"/>
                  </a:cubicBezTo>
                  <a:cubicBezTo>
                    <a:pt x="6670" y="1235"/>
                    <a:pt x="7346" y="3302"/>
                    <a:pt x="6479" y="4988"/>
                  </a:cubicBezTo>
                  <a:cubicBezTo>
                    <a:pt x="6365" y="5217"/>
                    <a:pt x="6222" y="5426"/>
                    <a:pt x="6060" y="5626"/>
                  </a:cubicBezTo>
                  <a:close/>
                  <a:moveTo>
                    <a:pt x="6060" y="5626"/>
                  </a:moveTo>
                  <a:cubicBezTo>
                    <a:pt x="6832" y="4759"/>
                    <a:pt x="6755" y="3435"/>
                    <a:pt x="5898" y="2664"/>
                  </a:cubicBezTo>
                  <a:cubicBezTo>
                    <a:pt x="5717" y="2511"/>
                    <a:pt x="5517" y="2378"/>
                    <a:pt x="5298" y="2292"/>
                  </a:cubicBezTo>
                  <a:cubicBezTo>
                    <a:pt x="4441" y="1864"/>
                    <a:pt x="3403" y="2102"/>
                    <a:pt x="2822" y="2864"/>
                  </a:cubicBezTo>
                  <a:cubicBezTo>
                    <a:pt x="2184" y="3636"/>
                    <a:pt x="2184" y="4759"/>
                    <a:pt x="2822" y="5531"/>
                  </a:cubicBezTo>
                  <a:cubicBezTo>
                    <a:pt x="3612" y="6445"/>
                    <a:pt x="4993" y="6560"/>
                    <a:pt x="5908" y="5769"/>
                  </a:cubicBezTo>
                  <a:cubicBezTo>
                    <a:pt x="5965" y="5721"/>
                    <a:pt x="6012" y="5674"/>
                    <a:pt x="6060" y="562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5" name="任意多边形: 形状 254" descr="5d3bcf79-8c27-4927-9a5e-d1931dc36a65">
              <a:extLst>
                <a:ext uri="{FF2B5EF4-FFF2-40B4-BE49-F238E27FC236}">
                  <a16:creationId xmlns:a16="http://schemas.microsoft.com/office/drawing/2014/main" id="{3DF9908C-BAE1-48A9-A8EB-84C20E966714}"/>
                </a:ext>
              </a:extLst>
            </p:cNvPr>
            <p:cNvSpPr/>
            <p:nvPr/>
          </p:nvSpPr>
          <p:spPr>
            <a:xfrm rot="21190573">
              <a:off x="6316603" y="3013783"/>
              <a:ext cx="7188" cy="7155"/>
            </a:xfrm>
            <a:custGeom>
              <a:avLst/>
              <a:gdLst>
                <a:gd name="connsiteX0" fmla="*/ 5899 w 6677"/>
                <a:gd name="connsiteY0" fmla="*/ 5445 h 6647"/>
                <a:gd name="connsiteX1" fmla="*/ 1612 w 6677"/>
                <a:gd name="connsiteY1" fmla="*/ 6207 h 6647"/>
                <a:gd name="connsiteX2" fmla="*/ 526 w 6677"/>
                <a:gd name="connsiteY2" fmla="*/ 1483 h 6647"/>
                <a:gd name="connsiteX3" fmla="*/ 755 w 6677"/>
                <a:gd name="connsiteY3" fmla="*/ 1159 h 6647"/>
                <a:gd name="connsiteX4" fmla="*/ 5594 w 6677"/>
                <a:gd name="connsiteY4" fmla="*/ 854 h 6647"/>
                <a:gd name="connsiteX5" fmla="*/ 5899 w 6677"/>
                <a:gd name="connsiteY5" fmla="*/ 1159 h 6647"/>
                <a:gd name="connsiteX6" fmla="*/ 5899 w 6677"/>
                <a:gd name="connsiteY6" fmla="*/ 5445 h 6647"/>
                <a:gd name="connsiteX7" fmla="*/ 5899 w 6677"/>
                <a:gd name="connsiteY7" fmla="*/ 5445 h 6647"/>
                <a:gd name="connsiteX8" fmla="*/ 5317 w 6677"/>
                <a:gd name="connsiteY8" fmla="*/ 2131 h 6647"/>
                <a:gd name="connsiteX9" fmla="*/ 5137 w 6677"/>
                <a:gd name="connsiteY9" fmla="*/ 2017 h 6647"/>
                <a:gd name="connsiteX10" fmla="*/ 2184 w 6677"/>
                <a:gd name="connsiteY10" fmla="*/ 3341 h 6647"/>
                <a:gd name="connsiteX11" fmla="*/ 2374 w 6677"/>
                <a:gd name="connsiteY11" fmla="*/ 5350 h 6647"/>
                <a:gd name="connsiteX12" fmla="*/ 5584 w 6677"/>
                <a:gd name="connsiteY12" fmla="*/ 5741 h 6647"/>
                <a:gd name="connsiteX13" fmla="*/ 5899 w 6677"/>
                <a:gd name="connsiteY13" fmla="*/ 5445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7" h="6647">
                  <a:moveTo>
                    <a:pt x="5899" y="5445"/>
                  </a:moveTo>
                  <a:cubicBezTo>
                    <a:pt x="4832" y="6693"/>
                    <a:pt x="3041" y="7008"/>
                    <a:pt x="1612" y="6207"/>
                  </a:cubicBezTo>
                  <a:cubicBezTo>
                    <a:pt x="3" y="5198"/>
                    <a:pt x="-483" y="3083"/>
                    <a:pt x="526" y="1483"/>
                  </a:cubicBezTo>
                  <a:cubicBezTo>
                    <a:pt x="593" y="1369"/>
                    <a:pt x="669" y="1264"/>
                    <a:pt x="755" y="1159"/>
                  </a:cubicBezTo>
                  <a:cubicBezTo>
                    <a:pt x="2003" y="-260"/>
                    <a:pt x="4174" y="-393"/>
                    <a:pt x="5594" y="854"/>
                  </a:cubicBezTo>
                  <a:cubicBezTo>
                    <a:pt x="5699" y="950"/>
                    <a:pt x="5803" y="1054"/>
                    <a:pt x="5899" y="1159"/>
                  </a:cubicBezTo>
                  <a:cubicBezTo>
                    <a:pt x="6937" y="2398"/>
                    <a:pt x="6937" y="4207"/>
                    <a:pt x="5899" y="5445"/>
                  </a:cubicBezTo>
                  <a:close/>
                  <a:moveTo>
                    <a:pt x="5899" y="5445"/>
                  </a:moveTo>
                  <a:cubicBezTo>
                    <a:pt x="6651" y="4369"/>
                    <a:pt x="6394" y="2883"/>
                    <a:pt x="5317" y="2131"/>
                  </a:cubicBezTo>
                  <a:cubicBezTo>
                    <a:pt x="5260" y="2093"/>
                    <a:pt x="5194" y="2055"/>
                    <a:pt x="5137" y="2017"/>
                  </a:cubicBezTo>
                  <a:cubicBezTo>
                    <a:pt x="3955" y="1569"/>
                    <a:pt x="2632" y="2159"/>
                    <a:pt x="2184" y="3341"/>
                  </a:cubicBezTo>
                  <a:cubicBezTo>
                    <a:pt x="1936" y="3998"/>
                    <a:pt x="2003" y="4741"/>
                    <a:pt x="2374" y="5350"/>
                  </a:cubicBezTo>
                  <a:cubicBezTo>
                    <a:pt x="3155" y="6341"/>
                    <a:pt x="4584" y="6522"/>
                    <a:pt x="5584" y="5741"/>
                  </a:cubicBezTo>
                  <a:cubicBezTo>
                    <a:pt x="5699" y="5655"/>
                    <a:pt x="5803" y="5550"/>
                    <a:pt x="5899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6" name="任意多边形: 形状 255" descr="798217b3-5130-4f02-a3c3-479fa68b2368">
              <a:extLst>
                <a:ext uri="{FF2B5EF4-FFF2-40B4-BE49-F238E27FC236}">
                  <a16:creationId xmlns:a16="http://schemas.microsoft.com/office/drawing/2014/main" id="{11712196-A633-4B18-890D-6484E7FD86FD}"/>
                </a:ext>
              </a:extLst>
            </p:cNvPr>
            <p:cNvSpPr/>
            <p:nvPr/>
          </p:nvSpPr>
          <p:spPr>
            <a:xfrm rot="21190573">
              <a:off x="6343658" y="3031410"/>
              <a:ext cx="7402" cy="7403"/>
            </a:xfrm>
            <a:custGeom>
              <a:avLst/>
              <a:gdLst>
                <a:gd name="connsiteX0" fmla="*/ 6049 w 6876"/>
                <a:gd name="connsiteY0" fmla="*/ 5621 h 6877"/>
                <a:gd name="connsiteX1" fmla="*/ 1858 w 6876"/>
                <a:gd name="connsiteY1" fmla="*/ 6478 h 6877"/>
                <a:gd name="connsiteX2" fmla="*/ 382 w 6876"/>
                <a:gd name="connsiteY2" fmla="*/ 1858 h 6877"/>
                <a:gd name="connsiteX3" fmla="*/ 5002 w 6876"/>
                <a:gd name="connsiteY3" fmla="*/ 382 h 6877"/>
                <a:gd name="connsiteX4" fmla="*/ 6145 w 6876"/>
                <a:gd name="connsiteY4" fmla="*/ 1335 h 6877"/>
                <a:gd name="connsiteX5" fmla="*/ 6049 w 6876"/>
                <a:gd name="connsiteY5" fmla="*/ 5621 h 6877"/>
                <a:gd name="connsiteX6" fmla="*/ 6049 w 6876"/>
                <a:gd name="connsiteY6" fmla="*/ 5621 h 6877"/>
                <a:gd name="connsiteX7" fmla="*/ 5811 w 6876"/>
                <a:gd name="connsiteY7" fmla="*/ 2620 h 6877"/>
                <a:gd name="connsiteX8" fmla="*/ 2811 w 6876"/>
                <a:gd name="connsiteY8" fmla="*/ 2858 h 6877"/>
                <a:gd name="connsiteX9" fmla="*/ 2811 w 6876"/>
                <a:gd name="connsiteY9" fmla="*/ 5526 h 6877"/>
                <a:gd name="connsiteX10" fmla="*/ 5897 w 6876"/>
                <a:gd name="connsiteY10" fmla="*/ 5764 h 6877"/>
                <a:gd name="connsiteX11" fmla="*/ 6049 w 6876"/>
                <a:gd name="connsiteY11" fmla="*/ 5621 h 6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876" h="6877">
                  <a:moveTo>
                    <a:pt x="6049" y="5621"/>
                  </a:moveTo>
                  <a:cubicBezTo>
                    <a:pt x="5040" y="6888"/>
                    <a:pt x="3278" y="7240"/>
                    <a:pt x="1858" y="6478"/>
                  </a:cubicBezTo>
                  <a:cubicBezTo>
                    <a:pt x="173" y="5611"/>
                    <a:pt x="-485" y="3544"/>
                    <a:pt x="382" y="1858"/>
                  </a:cubicBezTo>
                  <a:cubicBezTo>
                    <a:pt x="1249" y="172"/>
                    <a:pt x="3325" y="-485"/>
                    <a:pt x="5002" y="382"/>
                  </a:cubicBezTo>
                  <a:cubicBezTo>
                    <a:pt x="5449" y="611"/>
                    <a:pt x="5840" y="934"/>
                    <a:pt x="6145" y="1335"/>
                  </a:cubicBezTo>
                  <a:cubicBezTo>
                    <a:pt x="7154" y="2601"/>
                    <a:pt x="7116" y="4402"/>
                    <a:pt x="6049" y="5621"/>
                  </a:cubicBezTo>
                  <a:close/>
                  <a:moveTo>
                    <a:pt x="6049" y="5621"/>
                  </a:moveTo>
                  <a:cubicBezTo>
                    <a:pt x="6811" y="4726"/>
                    <a:pt x="6706" y="3382"/>
                    <a:pt x="5811" y="2620"/>
                  </a:cubicBezTo>
                  <a:cubicBezTo>
                    <a:pt x="4916" y="1858"/>
                    <a:pt x="3573" y="1963"/>
                    <a:pt x="2811" y="2858"/>
                  </a:cubicBezTo>
                  <a:cubicBezTo>
                    <a:pt x="2173" y="3630"/>
                    <a:pt x="2173" y="4754"/>
                    <a:pt x="2811" y="5526"/>
                  </a:cubicBezTo>
                  <a:cubicBezTo>
                    <a:pt x="3601" y="6440"/>
                    <a:pt x="4982" y="6545"/>
                    <a:pt x="5897" y="5764"/>
                  </a:cubicBezTo>
                  <a:cubicBezTo>
                    <a:pt x="5954" y="5716"/>
                    <a:pt x="6002" y="5668"/>
                    <a:pt x="6049" y="5621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7" name="任意多边形: 形状 256" descr="2e2607aa-f4c3-4bb3-8437-f52c7d233442">
              <a:extLst>
                <a:ext uri="{FF2B5EF4-FFF2-40B4-BE49-F238E27FC236}">
                  <a16:creationId xmlns:a16="http://schemas.microsoft.com/office/drawing/2014/main" id="{2AFD82F3-6DCB-43B9-A5FD-6A5C5BDFABFB}"/>
                </a:ext>
              </a:extLst>
            </p:cNvPr>
            <p:cNvSpPr/>
            <p:nvPr/>
          </p:nvSpPr>
          <p:spPr>
            <a:xfrm rot="21190573">
              <a:off x="6371166" y="3049490"/>
              <a:ext cx="7188" cy="7155"/>
            </a:xfrm>
            <a:custGeom>
              <a:avLst/>
              <a:gdLst>
                <a:gd name="connsiteX0" fmla="*/ 5899 w 6677"/>
                <a:gd name="connsiteY0" fmla="*/ 5446 h 6647"/>
                <a:gd name="connsiteX1" fmla="*/ 1612 w 6677"/>
                <a:gd name="connsiteY1" fmla="*/ 6208 h 6647"/>
                <a:gd name="connsiteX2" fmla="*/ 526 w 6677"/>
                <a:gd name="connsiteY2" fmla="*/ 1483 h 6647"/>
                <a:gd name="connsiteX3" fmla="*/ 755 w 6677"/>
                <a:gd name="connsiteY3" fmla="*/ 1159 h 6647"/>
                <a:gd name="connsiteX4" fmla="*/ 5594 w 6677"/>
                <a:gd name="connsiteY4" fmla="*/ 854 h 6647"/>
                <a:gd name="connsiteX5" fmla="*/ 5899 w 6677"/>
                <a:gd name="connsiteY5" fmla="*/ 1159 h 6647"/>
                <a:gd name="connsiteX6" fmla="*/ 5899 w 6677"/>
                <a:gd name="connsiteY6" fmla="*/ 5446 h 6647"/>
                <a:gd name="connsiteX7" fmla="*/ 5899 w 6677"/>
                <a:gd name="connsiteY7" fmla="*/ 5446 h 6647"/>
                <a:gd name="connsiteX8" fmla="*/ 5489 w 6677"/>
                <a:gd name="connsiteY8" fmla="*/ 2236 h 6647"/>
                <a:gd name="connsiteX9" fmla="*/ 5137 w 6677"/>
                <a:gd name="connsiteY9" fmla="*/ 2017 h 6647"/>
                <a:gd name="connsiteX10" fmla="*/ 2184 w 6677"/>
                <a:gd name="connsiteY10" fmla="*/ 3340 h 6647"/>
                <a:gd name="connsiteX11" fmla="*/ 2374 w 6677"/>
                <a:gd name="connsiteY11" fmla="*/ 5350 h 6647"/>
                <a:gd name="connsiteX12" fmla="*/ 5584 w 6677"/>
                <a:gd name="connsiteY12" fmla="*/ 5741 h 6647"/>
                <a:gd name="connsiteX13" fmla="*/ 5899 w 6677"/>
                <a:gd name="connsiteY13" fmla="*/ 5446 h 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7" h="6647">
                  <a:moveTo>
                    <a:pt x="5899" y="5446"/>
                  </a:moveTo>
                  <a:cubicBezTo>
                    <a:pt x="4832" y="6693"/>
                    <a:pt x="3041" y="7008"/>
                    <a:pt x="1612" y="6208"/>
                  </a:cubicBezTo>
                  <a:cubicBezTo>
                    <a:pt x="3" y="5198"/>
                    <a:pt x="-483" y="3083"/>
                    <a:pt x="526" y="1483"/>
                  </a:cubicBezTo>
                  <a:cubicBezTo>
                    <a:pt x="593" y="1369"/>
                    <a:pt x="669" y="1264"/>
                    <a:pt x="755" y="1159"/>
                  </a:cubicBezTo>
                  <a:cubicBezTo>
                    <a:pt x="2003" y="-260"/>
                    <a:pt x="4174" y="-393"/>
                    <a:pt x="5594" y="854"/>
                  </a:cubicBezTo>
                  <a:cubicBezTo>
                    <a:pt x="5699" y="950"/>
                    <a:pt x="5803" y="1055"/>
                    <a:pt x="5899" y="1159"/>
                  </a:cubicBezTo>
                  <a:cubicBezTo>
                    <a:pt x="6937" y="2397"/>
                    <a:pt x="6937" y="4207"/>
                    <a:pt x="5899" y="5446"/>
                  </a:cubicBezTo>
                  <a:close/>
                  <a:moveTo>
                    <a:pt x="5899" y="5446"/>
                  </a:moveTo>
                  <a:cubicBezTo>
                    <a:pt x="6670" y="4445"/>
                    <a:pt x="6489" y="3007"/>
                    <a:pt x="5489" y="2236"/>
                  </a:cubicBezTo>
                  <a:cubicBezTo>
                    <a:pt x="5375" y="2150"/>
                    <a:pt x="5260" y="2083"/>
                    <a:pt x="5137" y="2017"/>
                  </a:cubicBezTo>
                  <a:cubicBezTo>
                    <a:pt x="3956" y="1569"/>
                    <a:pt x="2632" y="2159"/>
                    <a:pt x="2184" y="3340"/>
                  </a:cubicBezTo>
                  <a:cubicBezTo>
                    <a:pt x="1936" y="3998"/>
                    <a:pt x="2003" y="4741"/>
                    <a:pt x="2374" y="5350"/>
                  </a:cubicBezTo>
                  <a:cubicBezTo>
                    <a:pt x="3155" y="6341"/>
                    <a:pt x="4584" y="6522"/>
                    <a:pt x="5584" y="5741"/>
                  </a:cubicBezTo>
                  <a:cubicBezTo>
                    <a:pt x="5699" y="5655"/>
                    <a:pt x="5803" y="5550"/>
                    <a:pt x="5899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8" name="任意多边形: 形状 257" descr="d55c50f8-6694-400b-a70b-dc183edba1a2">
              <a:extLst>
                <a:ext uri="{FF2B5EF4-FFF2-40B4-BE49-F238E27FC236}">
                  <a16:creationId xmlns:a16="http://schemas.microsoft.com/office/drawing/2014/main" id="{64BCBFEA-5ED0-43AD-9656-C00A367A564D}"/>
                </a:ext>
              </a:extLst>
            </p:cNvPr>
            <p:cNvSpPr/>
            <p:nvPr/>
          </p:nvSpPr>
          <p:spPr>
            <a:xfrm rot="21190573">
              <a:off x="6398222" y="3067117"/>
              <a:ext cx="7402" cy="7403"/>
            </a:xfrm>
            <a:custGeom>
              <a:avLst/>
              <a:gdLst>
                <a:gd name="connsiteX0" fmla="*/ 6049 w 6876"/>
                <a:gd name="connsiteY0" fmla="*/ 5621 h 6877"/>
                <a:gd name="connsiteX1" fmla="*/ 1858 w 6876"/>
                <a:gd name="connsiteY1" fmla="*/ 6478 h 6877"/>
                <a:gd name="connsiteX2" fmla="*/ 382 w 6876"/>
                <a:gd name="connsiteY2" fmla="*/ 1858 h 6877"/>
                <a:gd name="connsiteX3" fmla="*/ 5002 w 6876"/>
                <a:gd name="connsiteY3" fmla="*/ 382 h 6877"/>
                <a:gd name="connsiteX4" fmla="*/ 6144 w 6876"/>
                <a:gd name="connsiteY4" fmla="*/ 1334 h 6877"/>
                <a:gd name="connsiteX5" fmla="*/ 6049 w 6876"/>
                <a:gd name="connsiteY5" fmla="*/ 5621 h 6877"/>
                <a:gd name="connsiteX6" fmla="*/ 6049 w 6876"/>
                <a:gd name="connsiteY6" fmla="*/ 5621 h 6877"/>
                <a:gd name="connsiteX7" fmla="*/ 5754 w 6876"/>
                <a:gd name="connsiteY7" fmla="*/ 2535 h 6877"/>
                <a:gd name="connsiteX8" fmla="*/ 5383 w 6876"/>
                <a:gd name="connsiteY8" fmla="*/ 2287 h 6877"/>
                <a:gd name="connsiteX9" fmla="*/ 2811 w 6876"/>
                <a:gd name="connsiteY9" fmla="*/ 2954 h 6877"/>
                <a:gd name="connsiteX10" fmla="*/ 2811 w 6876"/>
                <a:gd name="connsiteY10" fmla="*/ 5526 h 6877"/>
                <a:gd name="connsiteX11" fmla="*/ 5897 w 6876"/>
                <a:gd name="connsiteY11" fmla="*/ 5764 h 6877"/>
                <a:gd name="connsiteX12" fmla="*/ 6049 w 6876"/>
                <a:gd name="connsiteY12" fmla="*/ 5621 h 6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76" h="6877">
                  <a:moveTo>
                    <a:pt x="6049" y="5621"/>
                  </a:moveTo>
                  <a:cubicBezTo>
                    <a:pt x="5040" y="6887"/>
                    <a:pt x="3277" y="7240"/>
                    <a:pt x="1858" y="6478"/>
                  </a:cubicBezTo>
                  <a:cubicBezTo>
                    <a:pt x="172" y="5611"/>
                    <a:pt x="-485" y="3544"/>
                    <a:pt x="382" y="1858"/>
                  </a:cubicBezTo>
                  <a:cubicBezTo>
                    <a:pt x="1249" y="172"/>
                    <a:pt x="3325" y="-485"/>
                    <a:pt x="5002" y="382"/>
                  </a:cubicBezTo>
                  <a:cubicBezTo>
                    <a:pt x="5449" y="611"/>
                    <a:pt x="5840" y="934"/>
                    <a:pt x="6144" y="1334"/>
                  </a:cubicBezTo>
                  <a:cubicBezTo>
                    <a:pt x="7154" y="2601"/>
                    <a:pt x="7116" y="4402"/>
                    <a:pt x="6049" y="5621"/>
                  </a:cubicBezTo>
                  <a:close/>
                  <a:moveTo>
                    <a:pt x="6049" y="5621"/>
                  </a:moveTo>
                  <a:cubicBezTo>
                    <a:pt x="6821" y="4687"/>
                    <a:pt x="6687" y="3306"/>
                    <a:pt x="5754" y="2535"/>
                  </a:cubicBezTo>
                  <a:cubicBezTo>
                    <a:pt x="5640" y="2439"/>
                    <a:pt x="5516" y="2354"/>
                    <a:pt x="5383" y="2287"/>
                  </a:cubicBezTo>
                  <a:cubicBezTo>
                    <a:pt x="4478" y="1830"/>
                    <a:pt x="3373" y="2116"/>
                    <a:pt x="2811" y="2954"/>
                  </a:cubicBezTo>
                  <a:cubicBezTo>
                    <a:pt x="2182" y="3697"/>
                    <a:pt x="2182" y="4783"/>
                    <a:pt x="2811" y="5526"/>
                  </a:cubicBezTo>
                  <a:cubicBezTo>
                    <a:pt x="3601" y="6440"/>
                    <a:pt x="4983" y="6554"/>
                    <a:pt x="5897" y="5764"/>
                  </a:cubicBezTo>
                  <a:cubicBezTo>
                    <a:pt x="5954" y="5716"/>
                    <a:pt x="6002" y="5668"/>
                    <a:pt x="6049" y="5621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9" name="任意多边形: 形状 258" descr="a39f9d5b-766c-468a-9a70-de6d5927956b">
              <a:extLst>
                <a:ext uri="{FF2B5EF4-FFF2-40B4-BE49-F238E27FC236}">
                  <a16:creationId xmlns:a16="http://schemas.microsoft.com/office/drawing/2014/main" id="{70F8509B-F87C-4E1D-B949-74AE714F59B3}"/>
                </a:ext>
              </a:extLst>
            </p:cNvPr>
            <p:cNvSpPr/>
            <p:nvPr/>
          </p:nvSpPr>
          <p:spPr>
            <a:xfrm rot="21190573">
              <a:off x="6152477" y="3085852"/>
              <a:ext cx="7173" cy="7174"/>
            </a:xfrm>
            <a:custGeom>
              <a:avLst/>
              <a:gdLst>
                <a:gd name="connsiteX0" fmla="*/ 5885 w 6663"/>
                <a:gd name="connsiteY0" fmla="*/ 5475 h 6664"/>
                <a:gd name="connsiteX1" fmla="*/ 1189 w 6663"/>
                <a:gd name="connsiteY1" fmla="*/ 5885 h 6664"/>
                <a:gd name="connsiteX2" fmla="*/ 779 w 6663"/>
                <a:gd name="connsiteY2" fmla="*/ 1189 h 6664"/>
                <a:gd name="connsiteX3" fmla="*/ 5475 w 6663"/>
                <a:gd name="connsiteY3" fmla="*/ 779 h 6664"/>
                <a:gd name="connsiteX4" fmla="*/ 5885 w 6663"/>
                <a:gd name="connsiteY4" fmla="*/ 1189 h 6664"/>
                <a:gd name="connsiteX5" fmla="*/ 5885 w 6663"/>
                <a:gd name="connsiteY5" fmla="*/ 5475 h 6664"/>
                <a:gd name="connsiteX6" fmla="*/ 5885 w 6663"/>
                <a:gd name="connsiteY6" fmla="*/ 5475 h 6664"/>
                <a:gd name="connsiteX7" fmla="*/ 5532 w 6663"/>
                <a:gd name="connsiteY7" fmla="*/ 2399 h 6664"/>
                <a:gd name="connsiteX8" fmla="*/ 5123 w 6663"/>
                <a:gd name="connsiteY8" fmla="*/ 2141 h 6664"/>
                <a:gd name="connsiteX9" fmla="*/ 2551 w 6663"/>
                <a:gd name="connsiteY9" fmla="*/ 2713 h 6664"/>
                <a:gd name="connsiteX10" fmla="*/ 2551 w 6663"/>
                <a:gd name="connsiteY10" fmla="*/ 5380 h 6664"/>
                <a:gd name="connsiteX11" fmla="*/ 5780 w 6663"/>
                <a:gd name="connsiteY11" fmla="*/ 5580 h 6664"/>
                <a:gd name="connsiteX12" fmla="*/ 5885 w 6663"/>
                <a:gd name="connsiteY12" fmla="*/ 5475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63" h="6664">
                  <a:moveTo>
                    <a:pt x="5885" y="5475"/>
                  </a:moveTo>
                  <a:cubicBezTo>
                    <a:pt x="4704" y="6885"/>
                    <a:pt x="2599" y="7066"/>
                    <a:pt x="1189" y="5885"/>
                  </a:cubicBezTo>
                  <a:cubicBezTo>
                    <a:pt x="-221" y="4704"/>
                    <a:pt x="-402" y="2599"/>
                    <a:pt x="779" y="1189"/>
                  </a:cubicBezTo>
                  <a:cubicBezTo>
                    <a:pt x="1960" y="-221"/>
                    <a:pt x="4066" y="-402"/>
                    <a:pt x="5475" y="779"/>
                  </a:cubicBezTo>
                  <a:cubicBezTo>
                    <a:pt x="5628" y="903"/>
                    <a:pt x="5761" y="1037"/>
                    <a:pt x="5885" y="1189"/>
                  </a:cubicBezTo>
                  <a:cubicBezTo>
                    <a:pt x="6923" y="2427"/>
                    <a:pt x="6923" y="4237"/>
                    <a:pt x="5885" y="5475"/>
                  </a:cubicBezTo>
                  <a:close/>
                  <a:moveTo>
                    <a:pt x="5885" y="5475"/>
                  </a:moveTo>
                  <a:cubicBezTo>
                    <a:pt x="6637" y="4523"/>
                    <a:pt x="6475" y="3151"/>
                    <a:pt x="5532" y="2399"/>
                  </a:cubicBezTo>
                  <a:cubicBezTo>
                    <a:pt x="5408" y="2294"/>
                    <a:pt x="5266" y="2208"/>
                    <a:pt x="5123" y="2141"/>
                  </a:cubicBezTo>
                  <a:cubicBezTo>
                    <a:pt x="4237" y="1703"/>
                    <a:pt x="3170" y="1941"/>
                    <a:pt x="2551" y="2713"/>
                  </a:cubicBezTo>
                  <a:cubicBezTo>
                    <a:pt x="1951" y="3503"/>
                    <a:pt x="1951" y="4589"/>
                    <a:pt x="2551" y="5380"/>
                  </a:cubicBezTo>
                  <a:cubicBezTo>
                    <a:pt x="3389" y="6323"/>
                    <a:pt x="4837" y="6409"/>
                    <a:pt x="5780" y="5580"/>
                  </a:cubicBezTo>
                  <a:cubicBezTo>
                    <a:pt x="5818" y="5542"/>
                    <a:pt x="5846" y="5513"/>
                    <a:pt x="5885" y="547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0" name="任意多边形: 形状 259" descr="3d3db93c-90c3-46c0-a3e3-6979377547d2">
              <a:extLst>
                <a:ext uri="{FF2B5EF4-FFF2-40B4-BE49-F238E27FC236}">
                  <a16:creationId xmlns:a16="http://schemas.microsoft.com/office/drawing/2014/main" id="{00F16A5A-03A5-4091-9615-13013BB7C07A}"/>
                </a:ext>
              </a:extLst>
            </p:cNvPr>
            <p:cNvSpPr/>
            <p:nvPr/>
          </p:nvSpPr>
          <p:spPr>
            <a:xfrm rot="21190573">
              <a:off x="6179493" y="3103804"/>
              <a:ext cx="7468" cy="7459"/>
            </a:xfrm>
            <a:custGeom>
              <a:avLst/>
              <a:gdLst>
                <a:gd name="connsiteX0" fmla="*/ 6110 w 6937"/>
                <a:gd name="connsiteY0" fmla="*/ 5445 h 6929"/>
                <a:gd name="connsiteX1" fmla="*/ 1490 w 6937"/>
                <a:gd name="connsiteY1" fmla="*/ 6369 h 6929"/>
                <a:gd name="connsiteX2" fmla="*/ 557 w 6937"/>
                <a:gd name="connsiteY2" fmla="*/ 1750 h 6929"/>
                <a:gd name="connsiteX3" fmla="*/ 1062 w 6937"/>
                <a:gd name="connsiteY3" fmla="*/ 1159 h 6929"/>
                <a:gd name="connsiteX4" fmla="*/ 5901 w 6937"/>
                <a:gd name="connsiteY4" fmla="*/ 854 h 6929"/>
                <a:gd name="connsiteX5" fmla="*/ 6205 w 6937"/>
                <a:gd name="connsiteY5" fmla="*/ 1159 h 6929"/>
                <a:gd name="connsiteX6" fmla="*/ 6110 w 6937"/>
                <a:gd name="connsiteY6" fmla="*/ 5445 h 6929"/>
                <a:gd name="connsiteX7" fmla="*/ 6110 w 6937"/>
                <a:gd name="connsiteY7" fmla="*/ 5445 h 6929"/>
                <a:gd name="connsiteX8" fmla="*/ 5757 w 6937"/>
                <a:gd name="connsiteY8" fmla="*/ 2236 h 6929"/>
                <a:gd name="connsiteX9" fmla="*/ 5443 w 6937"/>
                <a:gd name="connsiteY9" fmla="*/ 2016 h 6929"/>
                <a:gd name="connsiteX10" fmla="*/ 2872 w 6937"/>
                <a:gd name="connsiteY10" fmla="*/ 2683 h 6929"/>
                <a:gd name="connsiteX11" fmla="*/ 2872 w 6937"/>
                <a:gd name="connsiteY11" fmla="*/ 5255 h 6929"/>
                <a:gd name="connsiteX12" fmla="*/ 5796 w 6937"/>
                <a:gd name="connsiteY12" fmla="*/ 5722 h 6929"/>
                <a:gd name="connsiteX13" fmla="*/ 6110 w 6937"/>
                <a:gd name="connsiteY13" fmla="*/ 5445 h 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37" h="6929">
                  <a:moveTo>
                    <a:pt x="6110" y="5445"/>
                  </a:moveTo>
                  <a:cubicBezTo>
                    <a:pt x="5091" y="6979"/>
                    <a:pt x="3024" y="7389"/>
                    <a:pt x="1490" y="6369"/>
                  </a:cubicBezTo>
                  <a:cubicBezTo>
                    <a:pt x="-43" y="5350"/>
                    <a:pt x="-462" y="3283"/>
                    <a:pt x="557" y="1750"/>
                  </a:cubicBezTo>
                  <a:cubicBezTo>
                    <a:pt x="709" y="1531"/>
                    <a:pt x="871" y="1340"/>
                    <a:pt x="1062" y="1159"/>
                  </a:cubicBezTo>
                  <a:cubicBezTo>
                    <a:pt x="2319" y="-260"/>
                    <a:pt x="4481" y="-393"/>
                    <a:pt x="5901" y="854"/>
                  </a:cubicBezTo>
                  <a:cubicBezTo>
                    <a:pt x="6005" y="950"/>
                    <a:pt x="6110" y="1054"/>
                    <a:pt x="6205" y="1159"/>
                  </a:cubicBezTo>
                  <a:cubicBezTo>
                    <a:pt x="7215" y="2426"/>
                    <a:pt x="7177" y="4226"/>
                    <a:pt x="6110" y="5445"/>
                  </a:cubicBezTo>
                  <a:close/>
                  <a:moveTo>
                    <a:pt x="6110" y="5445"/>
                  </a:moveTo>
                  <a:cubicBezTo>
                    <a:pt x="6901" y="4464"/>
                    <a:pt x="6748" y="3026"/>
                    <a:pt x="5757" y="2236"/>
                  </a:cubicBezTo>
                  <a:cubicBezTo>
                    <a:pt x="5662" y="2150"/>
                    <a:pt x="5558" y="2083"/>
                    <a:pt x="5443" y="2016"/>
                  </a:cubicBezTo>
                  <a:cubicBezTo>
                    <a:pt x="4538" y="1636"/>
                    <a:pt x="3481" y="1912"/>
                    <a:pt x="2872" y="2683"/>
                  </a:cubicBezTo>
                  <a:cubicBezTo>
                    <a:pt x="2243" y="3426"/>
                    <a:pt x="2243" y="4512"/>
                    <a:pt x="2872" y="5255"/>
                  </a:cubicBezTo>
                  <a:cubicBezTo>
                    <a:pt x="3548" y="6188"/>
                    <a:pt x="4862" y="6398"/>
                    <a:pt x="5796" y="5722"/>
                  </a:cubicBezTo>
                  <a:cubicBezTo>
                    <a:pt x="5910" y="5645"/>
                    <a:pt x="6015" y="5550"/>
                    <a:pt x="6110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1" name="任意多边形: 形状 260" descr="21661617-f6cb-47a7-bd72-29cfc0acf4cb">
              <a:extLst>
                <a:ext uri="{FF2B5EF4-FFF2-40B4-BE49-F238E27FC236}">
                  <a16:creationId xmlns:a16="http://schemas.microsoft.com/office/drawing/2014/main" id="{250C5940-B039-4366-8156-27363FB0C00B}"/>
                </a:ext>
              </a:extLst>
            </p:cNvPr>
            <p:cNvSpPr/>
            <p:nvPr/>
          </p:nvSpPr>
          <p:spPr>
            <a:xfrm rot="21190573">
              <a:off x="6124929" y="3068099"/>
              <a:ext cx="7436" cy="7459"/>
            </a:xfrm>
            <a:custGeom>
              <a:avLst/>
              <a:gdLst>
                <a:gd name="connsiteX0" fmla="*/ 6110 w 6908"/>
                <a:gd name="connsiteY0" fmla="*/ 5446 h 6929"/>
                <a:gd name="connsiteX1" fmla="*/ 1490 w 6908"/>
                <a:gd name="connsiteY1" fmla="*/ 6369 h 6929"/>
                <a:gd name="connsiteX2" fmla="*/ 557 w 6908"/>
                <a:gd name="connsiteY2" fmla="*/ 1750 h 6929"/>
                <a:gd name="connsiteX3" fmla="*/ 1062 w 6908"/>
                <a:gd name="connsiteY3" fmla="*/ 1159 h 6929"/>
                <a:gd name="connsiteX4" fmla="*/ 5901 w 6908"/>
                <a:gd name="connsiteY4" fmla="*/ 855 h 6929"/>
                <a:gd name="connsiteX5" fmla="*/ 6205 w 6908"/>
                <a:gd name="connsiteY5" fmla="*/ 1159 h 6929"/>
                <a:gd name="connsiteX6" fmla="*/ 6110 w 6908"/>
                <a:gd name="connsiteY6" fmla="*/ 5446 h 6929"/>
                <a:gd name="connsiteX7" fmla="*/ 6110 w 6908"/>
                <a:gd name="connsiteY7" fmla="*/ 5446 h 6929"/>
                <a:gd name="connsiteX8" fmla="*/ 5758 w 6908"/>
                <a:gd name="connsiteY8" fmla="*/ 2236 h 6929"/>
                <a:gd name="connsiteX9" fmla="*/ 5443 w 6908"/>
                <a:gd name="connsiteY9" fmla="*/ 2017 h 6929"/>
                <a:gd name="connsiteX10" fmla="*/ 2871 w 6908"/>
                <a:gd name="connsiteY10" fmla="*/ 2683 h 6929"/>
                <a:gd name="connsiteX11" fmla="*/ 2871 w 6908"/>
                <a:gd name="connsiteY11" fmla="*/ 5255 h 6929"/>
                <a:gd name="connsiteX12" fmla="*/ 5948 w 6908"/>
                <a:gd name="connsiteY12" fmla="*/ 5588 h 6929"/>
                <a:gd name="connsiteX13" fmla="*/ 6110 w 6908"/>
                <a:gd name="connsiteY13" fmla="*/ 5446 h 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08" h="6929">
                  <a:moveTo>
                    <a:pt x="6110" y="5446"/>
                  </a:moveTo>
                  <a:cubicBezTo>
                    <a:pt x="5091" y="6979"/>
                    <a:pt x="3024" y="7389"/>
                    <a:pt x="1490" y="6369"/>
                  </a:cubicBezTo>
                  <a:cubicBezTo>
                    <a:pt x="-43" y="5350"/>
                    <a:pt x="-462" y="3283"/>
                    <a:pt x="557" y="1750"/>
                  </a:cubicBezTo>
                  <a:cubicBezTo>
                    <a:pt x="709" y="1531"/>
                    <a:pt x="871" y="1340"/>
                    <a:pt x="1062" y="1159"/>
                  </a:cubicBezTo>
                  <a:cubicBezTo>
                    <a:pt x="2319" y="-260"/>
                    <a:pt x="4481" y="-393"/>
                    <a:pt x="5901" y="855"/>
                  </a:cubicBezTo>
                  <a:cubicBezTo>
                    <a:pt x="6005" y="950"/>
                    <a:pt x="6110" y="1055"/>
                    <a:pt x="6205" y="1159"/>
                  </a:cubicBezTo>
                  <a:cubicBezTo>
                    <a:pt x="7177" y="2436"/>
                    <a:pt x="7139" y="4217"/>
                    <a:pt x="6110" y="5446"/>
                  </a:cubicBezTo>
                  <a:close/>
                  <a:moveTo>
                    <a:pt x="6110" y="5446"/>
                  </a:moveTo>
                  <a:cubicBezTo>
                    <a:pt x="6901" y="4464"/>
                    <a:pt x="6748" y="3026"/>
                    <a:pt x="5758" y="2236"/>
                  </a:cubicBezTo>
                  <a:cubicBezTo>
                    <a:pt x="5663" y="2150"/>
                    <a:pt x="5558" y="2083"/>
                    <a:pt x="5443" y="2017"/>
                  </a:cubicBezTo>
                  <a:cubicBezTo>
                    <a:pt x="4538" y="1559"/>
                    <a:pt x="3434" y="1845"/>
                    <a:pt x="2871" y="2683"/>
                  </a:cubicBezTo>
                  <a:cubicBezTo>
                    <a:pt x="2243" y="3426"/>
                    <a:pt x="2243" y="4512"/>
                    <a:pt x="2871" y="5255"/>
                  </a:cubicBezTo>
                  <a:cubicBezTo>
                    <a:pt x="3634" y="6198"/>
                    <a:pt x="5015" y="6341"/>
                    <a:pt x="5948" y="5588"/>
                  </a:cubicBezTo>
                  <a:cubicBezTo>
                    <a:pt x="6005" y="5541"/>
                    <a:pt x="6062" y="5493"/>
                    <a:pt x="611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2" name="任意多边形: 形状 261" descr="71c4abd9-f8dd-4be3-8791-01d0b2ad73b9">
              <a:extLst>
                <a:ext uri="{FF2B5EF4-FFF2-40B4-BE49-F238E27FC236}">
                  <a16:creationId xmlns:a16="http://schemas.microsoft.com/office/drawing/2014/main" id="{1865B137-5BC1-42E1-B2C5-77E5DC6DE206}"/>
                </a:ext>
              </a:extLst>
            </p:cNvPr>
            <p:cNvSpPr/>
            <p:nvPr/>
          </p:nvSpPr>
          <p:spPr>
            <a:xfrm rot="21190573">
              <a:off x="6207074" y="3121699"/>
              <a:ext cx="7049" cy="7112"/>
            </a:xfrm>
            <a:custGeom>
              <a:avLst/>
              <a:gdLst>
                <a:gd name="connsiteX0" fmla="*/ 5770 w 6548"/>
                <a:gd name="connsiteY0" fmla="*/ 5348 h 6607"/>
                <a:gd name="connsiteX1" fmla="*/ 1484 w 6548"/>
                <a:gd name="connsiteY1" fmla="*/ 6110 h 6607"/>
                <a:gd name="connsiteX2" fmla="*/ 560 w 6548"/>
                <a:gd name="connsiteY2" fmla="*/ 1490 h 6607"/>
                <a:gd name="connsiteX3" fmla="*/ 5179 w 6548"/>
                <a:gd name="connsiteY3" fmla="*/ 557 h 6607"/>
                <a:gd name="connsiteX4" fmla="*/ 5770 w 6548"/>
                <a:gd name="connsiteY4" fmla="*/ 1062 h 6607"/>
                <a:gd name="connsiteX5" fmla="*/ 5770 w 6548"/>
                <a:gd name="connsiteY5" fmla="*/ 5348 h 6607"/>
                <a:gd name="connsiteX6" fmla="*/ 5770 w 6548"/>
                <a:gd name="connsiteY6" fmla="*/ 5348 h 6607"/>
                <a:gd name="connsiteX7" fmla="*/ 5418 w 6548"/>
                <a:gd name="connsiteY7" fmla="*/ 2271 h 6607"/>
                <a:gd name="connsiteX8" fmla="*/ 5008 w 6548"/>
                <a:gd name="connsiteY8" fmla="*/ 2014 h 6607"/>
                <a:gd name="connsiteX9" fmla="*/ 2436 w 6548"/>
                <a:gd name="connsiteY9" fmla="*/ 2586 h 6607"/>
                <a:gd name="connsiteX10" fmla="*/ 2436 w 6548"/>
                <a:gd name="connsiteY10" fmla="*/ 5253 h 6607"/>
                <a:gd name="connsiteX11" fmla="*/ 5665 w 6548"/>
                <a:gd name="connsiteY11" fmla="*/ 5453 h 6607"/>
                <a:gd name="connsiteX12" fmla="*/ 5770 w 6548"/>
                <a:gd name="connsiteY12" fmla="*/ 5348 h 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48" h="6607">
                  <a:moveTo>
                    <a:pt x="5770" y="5348"/>
                  </a:moveTo>
                  <a:cubicBezTo>
                    <a:pt x="4751" y="6672"/>
                    <a:pt x="2893" y="6996"/>
                    <a:pt x="1484" y="6110"/>
                  </a:cubicBezTo>
                  <a:cubicBezTo>
                    <a:pt x="-50" y="5091"/>
                    <a:pt x="-459" y="3024"/>
                    <a:pt x="560" y="1490"/>
                  </a:cubicBezTo>
                  <a:cubicBezTo>
                    <a:pt x="1579" y="-43"/>
                    <a:pt x="3646" y="-462"/>
                    <a:pt x="5179" y="557"/>
                  </a:cubicBezTo>
                  <a:cubicBezTo>
                    <a:pt x="5399" y="700"/>
                    <a:pt x="5589" y="871"/>
                    <a:pt x="5770" y="1062"/>
                  </a:cubicBezTo>
                  <a:cubicBezTo>
                    <a:pt x="6808" y="2300"/>
                    <a:pt x="6808" y="4110"/>
                    <a:pt x="5770" y="5348"/>
                  </a:cubicBezTo>
                  <a:close/>
                  <a:moveTo>
                    <a:pt x="5770" y="5348"/>
                  </a:moveTo>
                  <a:cubicBezTo>
                    <a:pt x="6523" y="4405"/>
                    <a:pt x="6361" y="3024"/>
                    <a:pt x="5418" y="2271"/>
                  </a:cubicBezTo>
                  <a:cubicBezTo>
                    <a:pt x="5294" y="2167"/>
                    <a:pt x="5151" y="2081"/>
                    <a:pt x="5008" y="2014"/>
                  </a:cubicBezTo>
                  <a:cubicBezTo>
                    <a:pt x="4122" y="1614"/>
                    <a:pt x="3075" y="1843"/>
                    <a:pt x="2436" y="2586"/>
                  </a:cubicBezTo>
                  <a:cubicBezTo>
                    <a:pt x="1865" y="3386"/>
                    <a:pt x="1865" y="4453"/>
                    <a:pt x="2436" y="5253"/>
                  </a:cubicBezTo>
                  <a:cubicBezTo>
                    <a:pt x="3275" y="6196"/>
                    <a:pt x="4722" y="6281"/>
                    <a:pt x="5665" y="5453"/>
                  </a:cubicBezTo>
                  <a:cubicBezTo>
                    <a:pt x="5703" y="5415"/>
                    <a:pt x="5732" y="5386"/>
                    <a:pt x="5770" y="534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3" name="任意多边形: 形状 262" descr="ff773542-10d3-407b-9a12-c566940b7a86">
              <a:extLst>
                <a:ext uri="{FF2B5EF4-FFF2-40B4-BE49-F238E27FC236}">
                  <a16:creationId xmlns:a16="http://schemas.microsoft.com/office/drawing/2014/main" id="{7EED18EB-FCDA-4BBC-8C1E-FCEA98A00BD0}"/>
                </a:ext>
              </a:extLst>
            </p:cNvPr>
            <p:cNvSpPr/>
            <p:nvPr/>
          </p:nvSpPr>
          <p:spPr>
            <a:xfrm rot="21190573">
              <a:off x="6234513" y="3139587"/>
              <a:ext cx="7034" cy="7069"/>
            </a:xfrm>
            <a:custGeom>
              <a:avLst/>
              <a:gdLst>
                <a:gd name="connsiteX0" fmla="*/ 5675 w 6534"/>
                <a:gd name="connsiteY0" fmla="*/ 5348 h 6567"/>
                <a:gd name="connsiteX1" fmla="*/ 1484 w 6534"/>
                <a:gd name="connsiteY1" fmla="*/ 6110 h 6567"/>
                <a:gd name="connsiteX2" fmla="*/ 560 w 6534"/>
                <a:gd name="connsiteY2" fmla="*/ 1490 h 6567"/>
                <a:gd name="connsiteX3" fmla="*/ 5180 w 6534"/>
                <a:gd name="connsiteY3" fmla="*/ 557 h 6567"/>
                <a:gd name="connsiteX4" fmla="*/ 5770 w 6534"/>
                <a:gd name="connsiteY4" fmla="*/ 1062 h 6567"/>
                <a:gd name="connsiteX5" fmla="*/ 5675 w 6534"/>
                <a:gd name="connsiteY5" fmla="*/ 5348 h 6567"/>
                <a:gd name="connsiteX6" fmla="*/ 5675 w 6534"/>
                <a:gd name="connsiteY6" fmla="*/ 5348 h 6567"/>
                <a:gd name="connsiteX7" fmla="*/ 5323 w 6534"/>
                <a:gd name="connsiteY7" fmla="*/ 2138 h 6567"/>
                <a:gd name="connsiteX8" fmla="*/ 5008 w 6534"/>
                <a:gd name="connsiteY8" fmla="*/ 1919 h 6567"/>
                <a:gd name="connsiteX9" fmla="*/ 2436 w 6534"/>
                <a:gd name="connsiteY9" fmla="*/ 2586 h 6567"/>
                <a:gd name="connsiteX10" fmla="*/ 2436 w 6534"/>
                <a:gd name="connsiteY10" fmla="*/ 5158 h 6567"/>
                <a:gd name="connsiteX11" fmla="*/ 5361 w 6534"/>
                <a:gd name="connsiteY11" fmla="*/ 5624 h 6567"/>
                <a:gd name="connsiteX12" fmla="*/ 5675 w 6534"/>
                <a:gd name="connsiteY12" fmla="*/ 5348 h 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34" h="6567">
                  <a:moveTo>
                    <a:pt x="5675" y="5348"/>
                  </a:moveTo>
                  <a:cubicBezTo>
                    <a:pt x="4665" y="6615"/>
                    <a:pt x="2875" y="6939"/>
                    <a:pt x="1484" y="6110"/>
                  </a:cubicBezTo>
                  <a:cubicBezTo>
                    <a:pt x="-50" y="5091"/>
                    <a:pt x="-459" y="3024"/>
                    <a:pt x="560" y="1490"/>
                  </a:cubicBezTo>
                  <a:cubicBezTo>
                    <a:pt x="1579" y="-43"/>
                    <a:pt x="3646" y="-462"/>
                    <a:pt x="5180" y="557"/>
                  </a:cubicBezTo>
                  <a:cubicBezTo>
                    <a:pt x="5399" y="700"/>
                    <a:pt x="5589" y="871"/>
                    <a:pt x="5770" y="1062"/>
                  </a:cubicBezTo>
                  <a:cubicBezTo>
                    <a:pt x="6827" y="2310"/>
                    <a:pt x="6780" y="4148"/>
                    <a:pt x="5675" y="5348"/>
                  </a:cubicBezTo>
                  <a:close/>
                  <a:moveTo>
                    <a:pt x="5675" y="5348"/>
                  </a:moveTo>
                  <a:cubicBezTo>
                    <a:pt x="6466" y="4367"/>
                    <a:pt x="6313" y="2929"/>
                    <a:pt x="5323" y="2138"/>
                  </a:cubicBezTo>
                  <a:cubicBezTo>
                    <a:pt x="5227" y="2052"/>
                    <a:pt x="5122" y="1986"/>
                    <a:pt x="5008" y="1919"/>
                  </a:cubicBezTo>
                  <a:cubicBezTo>
                    <a:pt x="4103" y="1538"/>
                    <a:pt x="3046" y="1814"/>
                    <a:pt x="2436" y="2586"/>
                  </a:cubicBezTo>
                  <a:cubicBezTo>
                    <a:pt x="1808" y="3329"/>
                    <a:pt x="1808" y="4415"/>
                    <a:pt x="2436" y="5158"/>
                  </a:cubicBezTo>
                  <a:cubicBezTo>
                    <a:pt x="3113" y="6091"/>
                    <a:pt x="4427" y="6301"/>
                    <a:pt x="5361" y="5624"/>
                  </a:cubicBezTo>
                  <a:cubicBezTo>
                    <a:pt x="5475" y="5548"/>
                    <a:pt x="5580" y="5453"/>
                    <a:pt x="5675" y="534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4" name="任意多边形: 形状 263" descr="8e38cc80-1a72-4d17-bca2-5139e6a094cb">
              <a:extLst>
                <a:ext uri="{FF2B5EF4-FFF2-40B4-BE49-F238E27FC236}">
                  <a16:creationId xmlns:a16="http://schemas.microsoft.com/office/drawing/2014/main" id="{01537C89-EBB2-42A3-A38E-C4D8ADED65F3}"/>
                </a:ext>
              </a:extLst>
            </p:cNvPr>
            <p:cNvSpPr/>
            <p:nvPr/>
          </p:nvSpPr>
          <p:spPr>
            <a:xfrm rot="21190573">
              <a:off x="6261596" y="3157298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3 w 6678"/>
                <a:gd name="connsiteY1" fmla="*/ 6303 h 6712"/>
                <a:gd name="connsiteX2" fmla="*/ 566 w 6678"/>
                <a:gd name="connsiteY2" fmla="*/ 1435 h 6712"/>
                <a:gd name="connsiteX3" fmla="*/ 756 w 6678"/>
                <a:gd name="connsiteY3" fmla="*/ 1159 h 6712"/>
                <a:gd name="connsiteX4" fmla="*/ 5595 w 6678"/>
                <a:gd name="connsiteY4" fmla="*/ 854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738 w 6678"/>
                <a:gd name="connsiteY8" fmla="*/ 2483 h 6712"/>
                <a:gd name="connsiteX9" fmla="*/ 5138 w 6678"/>
                <a:gd name="connsiteY9" fmla="*/ 2112 h 6712"/>
                <a:gd name="connsiteX10" fmla="*/ 2566 w 6678"/>
                <a:gd name="connsiteY10" fmla="*/ 2683 h 6712"/>
                <a:gd name="connsiteX11" fmla="*/ 2566 w 6678"/>
                <a:gd name="connsiteY11" fmla="*/ 5350 h 6712"/>
                <a:gd name="connsiteX12" fmla="*/ 5795 w 6678"/>
                <a:gd name="connsiteY12" fmla="*/ 5550 h 6712"/>
                <a:gd name="connsiteX13" fmla="*/ 5900 w 6678"/>
                <a:gd name="connsiteY13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1" y="6722"/>
                    <a:pt x="3061" y="7084"/>
                    <a:pt x="1613" y="6303"/>
                  </a:cubicBezTo>
                  <a:cubicBezTo>
                    <a:pt x="-25" y="5246"/>
                    <a:pt x="-491" y="3064"/>
                    <a:pt x="566" y="1435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04" y="-260"/>
                    <a:pt x="4176" y="-393"/>
                    <a:pt x="5595" y="854"/>
                  </a:cubicBezTo>
                  <a:cubicBezTo>
                    <a:pt x="5700" y="950"/>
                    <a:pt x="5804" y="1055"/>
                    <a:pt x="5900" y="1159"/>
                  </a:cubicBezTo>
                  <a:cubicBezTo>
                    <a:pt x="6938" y="2397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71" y="4579"/>
                    <a:pt x="6595" y="3255"/>
                    <a:pt x="5738" y="2483"/>
                  </a:cubicBezTo>
                  <a:cubicBezTo>
                    <a:pt x="5557" y="2331"/>
                    <a:pt x="5357" y="2197"/>
                    <a:pt x="5138" y="2112"/>
                  </a:cubicBezTo>
                  <a:cubicBezTo>
                    <a:pt x="4252" y="1712"/>
                    <a:pt x="3204" y="1940"/>
                    <a:pt x="2566" y="2683"/>
                  </a:cubicBezTo>
                  <a:cubicBezTo>
                    <a:pt x="2023" y="3493"/>
                    <a:pt x="2023" y="4541"/>
                    <a:pt x="2566" y="5350"/>
                  </a:cubicBezTo>
                  <a:cubicBezTo>
                    <a:pt x="3404" y="6293"/>
                    <a:pt x="4852" y="6379"/>
                    <a:pt x="5795" y="5550"/>
                  </a:cubicBezTo>
                  <a:cubicBezTo>
                    <a:pt x="5833" y="5512"/>
                    <a:pt x="5862" y="5484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5" name="任意多边形: 形状 264" descr="bc4562cb-70ed-4138-851b-a23acdfff2b0">
              <a:extLst>
                <a:ext uri="{FF2B5EF4-FFF2-40B4-BE49-F238E27FC236}">
                  <a16:creationId xmlns:a16="http://schemas.microsoft.com/office/drawing/2014/main" id="{749A7E73-0871-4225-B416-C9096F18D468}"/>
                </a:ext>
              </a:extLst>
            </p:cNvPr>
            <p:cNvSpPr/>
            <p:nvPr/>
          </p:nvSpPr>
          <p:spPr>
            <a:xfrm rot="21190573">
              <a:off x="6288935" y="3175196"/>
              <a:ext cx="7169" cy="7174"/>
            </a:xfrm>
            <a:custGeom>
              <a:avLst/>
              <a:gdLst>
                <a:gd name="connsiteX0" fmla="*/ 5801 w 6660"/>
                <a:gd name="connsiteY0" fmla="*/ 5446 h 6664"/>
                <a:gd name="connsiteX1" fmla="*/ 1610 w 6660"/>
                <a:gd name="connsiteY1" fmla="*/ 6208 h 6664"/>
                <a:gd name="connsiteX2" fmla="*/ 524 w 6660"/>
                <a:gd name="connsiteY2" fmla="*/ 1483 h 6664"/>
                <a:gd name="connsiteX3" fmla="*/ 753 w 6660"/>
                <a:gd name="connsiteY3" fmla="*/ 1159 h 6664"/>
                <a:gd name="connsiteX4" fmla="*/ 5591 w 6660"/>
                <a:gd name="connsiteY4" fmla="*/ 854 h 6664"/>
                <a:gd name="connsiteX5" fmla="*/ 5896 w 6660"/>
                <a:gd name="connsiteY5" fmla="*/ 1159 h 6664"/>
                <a:gd name="connsiteX6" fmla="*/ 5801 w 6660"/>
                <a:gd name="connsiteY6" fmla="*/ 5446 h 6664"/>
                <a:gd name="connsiteX7" fmla="*/ 5801 w 6660"/>
                <a:gd name="connsiteY7" fmla="*/ 5446 h 6664"/>
                <a:gd name="connsiteX8" fmla="*/ 5449 w 6660"/>
                <a:gd name="connsiteY8" fmla="*/ 2236 h 6664"/>
                <a:gd name="connsiteX9" fmla="*/ 5134 w 6660"/>
                <a:gd name="connsiteY9" fmla="*/ 2017 h 6664"/>
                <a:gd name="connsiteX10" fmla="*/ 2563 w 6660"/>
                <a:gd name="connsiteY10" fmla="*/ 2683 h 6664"/>
                <a:gd name="connsiteX11" fmla="*/ 2563 w 6660"/>
                <a:gd name="connsiteY11" fmla="*/ 5350 h 6664"/>
                <a:gd name="connsiteX12" fmla="*/ 5649 w 6660"/>
                <a:gd name="connsiteY12" fmla="*/ 5588 h 6664"/>
                <a:gd name="connsiteX13" fmla="*/ 5801 w 6660"/>
                <a:gd name="connsiteY13" fmla="*/ 5446 h 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0" h="6664">
                  <a:moveTo>
                    <a:pt x="5801" y="5446"/>
                  </a:moveTo>
                  <a:cubicBezTo>
                    <a:pt x="4792" y="6712"/>
                    <a:pt x="3001" y="7036"/>
                    <a:pt x="1610" y="6208"/>
                  </a:cubicBezTo>
                  <a:cubicBezTo>
                    <a:pt x="10" y="5198"/>
                    <a:pt x="-485" y="3083"/>
                    <a:pt x="524" y="1483"/>
                  </a:cubicBezTo>
                  <a:cubicBezTo>
                    <a:pt x="591" y="1369"/>
                    <a:pt x="667" y="1264"/>
                    <a:pt x="753" y="1159"/>
                  </a:cubicBezTo>
                  <a:cubicBezTo>
                    <a:pt x="2001" y="-260"/>
                    <a:pt x="4172" y="-393"/>
                    <a:pt x="5591" y="854"/>
                  </a:cubicBezTo>
                  <a:cubicBezTo>
                    <a:pt x="5696" y="950"/>
                    <a:pt x="5801" y="1055"/>
                    <a:pt x="5896" y="1159"/>
                  </a:cubicBezTo>
                  <a:cubicBezTo>
                    <a:pt x="6954" y="2407"/>
                    <a:pt x="6906" y="4245"/>
                    <a:pt x="5801" y="5446"/>
                  </a:cubicBezTo>
                  <a:close/>
                  <a:moveTo>
                    <a:pt x="5801" y="5446"/>
                  </a:moveTo>
                  <a:cubicBezTo>
                    <a:pt x="6592" y="4464"/>
                    <a:pt x="6439" y="3026"/>
                    <a:pt x="5449" y="2236"/>
                  </a:cubicBezTo>
                  <a:cubicBezTo>
                    <a:pt x="5353" y="2150"/>
                    <a:pt x="5249" y="2083"/>
                    <a:pt x="5134" y="2017"/>
                  </a:cubicBezTo>
                  <a:cubicBezTo>
                    <a:pt x="4229" y="1635"/>
                    <a:pt x="3172" y="1912"/>
                    <a:pt x="2563" y="2683"/>
                  </a:cubicBezTo>
                  <a:cubicBezTo>
                    <a:pt x="1925" y="3455"/>
                    <a:pt x="1925" y="4579"/>
                    <a:pt x="2563" y="5350"/>
                  </a:cubicBezTo>
                  <a:cubicBezTo>
                    <a:pt x="3353" y="6265"/>
                    <a:pt x="4734" y="6379"/>
                    <a:pt x="5649" y="5588"/>
                  </a:cubicBezTo>
                  <a:cubicBezTo>
                    <a:pt x="5706" y="5541"/>
                    <a:pt x="5753" y="5493"/>
                    <a:pt x="5801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6" name="任意多边形: 形状 265" descr="71c2d9fa-42c1-42e1-ae24-489db60c7e93">
              <a:extLst>
                <a:ext uri="{FF2B5EF4-FFF2-40B4-BE49-F238E27FC236}">
                  <a16:creationId xmlns:a16="http://schemas.microsoft.com/office/drawing/2014/main" id="{313574D9-F5B0-420A-8C32-12D2CD60ADEC}"/>
                </a:ext>
              </a:extLst>
            </p:cNvPr>
            <p:cNvSpPr/>
            <p:nvPr/>
          </p:nvSpPr>
          <p:spPr>
            <a:xfrm rot="21190573">
              <a:off x="6316194" y="3193003"/>
              <a:ext cx="7153" cy="7214"/>
            </a:xfrm>
            <a:custGeom>
              <a:avLst/>
              <a:gdLst>
                <a:gd name="connsiteX0" fmla="*/ 5867 w 6645"/>
                <a:gd name="connsiteY0" fmla="*/ 5445 h 6701"/>
                <a:gd name="connsiteX1" fmla="*/ 1676 w 6645"/>
                <a:gd name="connsiteY1" fmla="*/ 6303 h 6701"/>
                <a:gd name="connsiteX2" fmla="*/ 523 w 6645"/>
                <a:gd name="connsiteY2" fmla="*/ 1454 h 6701"/>
                <a:gd name="connsiteX3" fmla="*/ 723 w 6645"/>
                <a:gd name="connsiteY3" fmla="*/ 1159 h 6701"/>
                <a:gd name="connsiteX4" fmla="*/ 5562 w 6645"/>
                <a:gd name="connsiteY4" fmla="*/ 854 h 6701"/>
                <a:gd name="connsiteX5" fmla="*/ 5867 w 6645"/>
                <a:gd name="connsiteY5" fmla="*/ 1159 h 6701"/>
                <a:gd name="connsiteX6" fmla="*/ 5867 w 6645"/>
                <a:gd name="connsiteY6" fmla="*/ 5445 h 6701"/>
                <a:gd name="connsiteX7" fmla="*/ 5867 w 6645"/>
                <a:gd name="connsiteY7" fmla="*/ 5445 h 6701"/>
                <a:gd name="connsiteX8" fmla="*/ 5705 w 6645"/>
                <a:gd name="connsiteY8" fmla="*/ 2483 h 6701"/>
                <a:gd name="connsiteX9" fmla="*/ 5105 w 6645"/>
                <a:gd name="connsiteY9" fmla="*/ 2112 h 6701"/>
                <a:gd name="connsiteX10" fmla="*/ 2628 w 6645"/>
                <a:gd name="connsiteY10" fmla="*/ 2778 h 6701"/>
                <a:gd name="connsiteX11" fmla="*/ 2628 w 6645"/>
                <a:gd name="connsiteY11" fmla="*/ 5350 h 6701"/>
                <a:gd name="connsiteX12" fmla="*/ 5715 w 6645"/>
                <a:gd name="connsiteY12" fmla="*/ 5588 h 6701"/>
                <a:gd name="connsiteX13" fmla="*/ 5867 w 6645"/>
                <a:gd name="connsiteY13" fmla="*/ 5445 h 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45" h="6701">
                  <a:moveTo>
                    <a:pt x="5867" y="5445"/>
                  </a:moveTo>
                  <a:cubicBezTo>
                    <a:pt x="4857" y="6712"/>
                    <a:pt x="3095" y="7065"/>
                    <a:pt x="1676" y="6303"/>
                  </a:cubicBezTo>
                  <a:cubicBezTo>
                    <a:pt x="18" y="5284"/>
                    <a:pt x="-496" y="3112"/>
                    <a:pt x="523" y="1454"/>
                  </a:cubicBezTo>
                  <a:cubicBezTo>
                    <a:pt x="581" y="1350"/>
                    <a:pt x="647" y="1254"/>
                    <a:pt x="723" y="1159"/>
                  </a:cubicBezTo>
                  <a:cubicBezTo>
                    <a:pt x="1971" y="-260"/>
                    <a:pt x="4143" y="-393"/>
                    <a:pt x="5562" y="854"/>
                  </a:cubicBezTo>
                  <a:cubicBezTo>
                    <a:pt x="5667" y="950"/>
                    <a:pt x="5772" y="1054"/>
                    <a:pt x="5867" y="1159"/>
                  </a:cubicBezTo>
                  <a:cubicBezTo>
                    <a:pt x="6905" y="2398"/>
                    <a:pt x="6905" y="4207"/>
                    <a:pt x="5867" y="5445"/>
                  </a:cubicBezTo>
                  <a:close/>
                  <a:moveTo>
                    <a:pt x="5867" y="5445"/>
                  </a:moveTo>
                  <a:cubicBezTo>
                    <a:pt x="6638" y="4579"/>
                    <a:pt x="6562" y="3255"/>
                    <a:pt x="5705" y="2483"/>
                  </a:cubicBezTo>
                  <a:cubicBezTo>
                    <a:pt x="5524" y="2331"/>
                    <a:pt x="5324" y="2197"/>
                    <a:pt x="5105" y="2112"/>
                  </a:cubicBezTo>
                  <a:cubicBezTo>
                    <a:pt x="4229" y="1664"/>
                    <a:pt x="3162" y="1950"/>
                    <a:pt x="2628" y="2778"/>
                  </a:cubicBezTo>
                  <a:cubicBezTo>
                    <a:pt x="2000" y="3521"/>
                    <a:pt x="2000" y="4607"/>
                    <a:pt x="2628" y="5350"/>
                  </a:cubicBezTo>
                  <a:cubicBezTo>
                    <a:pt x="3419" y="6265"/>
                    <a:pt x="4800" y="6379"/>
                    <a:pt x="5715" y="5588"/>
                  </a:cubicBezTo>
                  <a:cubicBezTo>
                    <a:pt x="5772" y="5541"/>
                    <a:pt x="5819" y="5493"/>
                    <a:pt x="5867" y="5445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7" name="任意多边形: 形状 266" descr="82b1eba3-97e6-4442-87b5-a901b181c5de">
              <a:extLst>
                <a:ext uri="{FF2B5EF4-FFF2-40B4-BE49-F238E27FC236}">
                  <a16:creationId xmlns:a16="http://schemas.microsoft.com/office/drawing/2014/main" id="{AD7D59E1-7C8D-44D7-8AE7-2BAD60DA7D78}"/>
                </a:ext>
              </a:extLst>
            </p:cNvPr>
            <p:cNvSpPr/>
            <p:nvPr/>
          </p:nvSpPr>
          <p:spPr>
            <a:xfrm rot="21190573">
              <a:off x="6070374" y="3211688"/>
              <a:ext cx="7034" cy="7069"/>
            </a:xfrm>
            <a:custGeom>
              <a:avLst/>
              <a:gdLst>
                <a:gd name="connsiteX0" fmla="*/ 5675 w 6534"/>
                <a:gd name="connsiteY0" fmla="*/ 5348 h 6567"/>
                <a:gd name="connsiteX1" fmla="*/ 1484 w 6534"/>
                <a:gd name="connsiteY1" fmla="*/ 6110 h 6567"/>
                <a:gd name="connsiteX2" fmla="*/ 560 w 6534"/>
                <a:gd name="connsiteY2" fmla="*/ 1490 h 6567"/>
                <a:gd name="connsiteX3" fmla="*/ 5179 w 6534"/>
                <a:gd name="connsiteY3" fmla="*/ 557 h 6567"/>
                <a:gd name="connsiteX4" fmla="*/ 5770 w 6534"/>
                <a:gd name="connsiteY4" fmla="*/ 1062 h 6567"/>
                <a:gd name="connsiteX5" fmla="*/ 5675 w 6534"/>
                <a:gd name="connsiteY5" fmla="*/ 5348 h 6567"/>
                <a:gd name="connsiteX6" fmla="*/ 5675 w 6534"/>
                <a:gd name="connsiteY6" fmla="*/ 5348 h 6567"/>
                <a:gd name="connsiteX7" fmla="*/ 5379 w 6534"/>
                <a:gd name="connsiteY7" fmla="*/ 2262 h 6567"/>
                <a:gd name="connsiteX8" fmla="*/ 5008 w 6534"/>
                <a:gd name="connsiteY8" fmla="*/ 2014 h 6567"/>
                <a:gd name="connsiteX9" fmla="*/ 2436 w 6534"/>
                <a:gd name="connsiteY9" fmla="*/ 2586 h 6567"/>
                <a:gd name="connsiteX10" fmla="*/ 2436 w 6534"/>
                <a:gd name="connsiteY10" fmla="*/ 5253 h 6567"/>
                <a:gd name="connsiteX11" fmla="*/ 5522 w 6534"/>
                <a:gd name="connsiteY11" fmla="*/ 5491 h 6567"/>
                <a:gd name="connsiteX12" fmla="*/ 5675 w 6534"/>
                <a:gd name="connsiteY12" fmla="*/ 5348 h 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34" h="6567">
                  <a:moveTo>
                    <a:pt x="5675" y="5348"/>
                  </a:moveTo>
                  <a:cubicBezTo>
                    <a:pt x="4665" y="6615"/>
                    <a:pt x="2874" y="6939"/>
                    <a:pt x="1484" y="6110"/>
                  </a:cubicBezTo>
                  <a:cubicBezTo>
                    <a:pt x="-50" y="5091"/>
                    <a:pt x="-459" y="3024"/>
                    <a:pt x="560" y="1490"/>
                  </a:cubicBezTo>
                  <a:cubicBezTo>
                    <a:pt x="1579" y="-43"/>
                    <a:pt x="3646" y="-462"/>
                    <a:pt x="5179" y="557"/>
                  </a:cubicBezTo>
                  <a:cubicBezTo>
                    <a:pt x="5399" y="700"/>
                    <a:pt x="5589" y="871"/>
                    <a:pt x="5770" y="1062"/>
                  </a:cubicBezTo>
                  <a:cubicBezTo>
                    <a:pt x="6827" y="2310"/>
                    <a:pt x="6780" y="4148"/>
                    <a:pt x="5675" y="5348"/>
                  </a:cubicBezTo>
                  <a:close/>
                  <a:moveTo>
                    <a:pt x="5675" y="5348"/>
                  </a:moveTo>
                  <a:cubicBezTo>
                    <a:pt x="6446" y="4415"/>
                    <a:pt x="6313" y="3033"/>
                    <a:pt x="5379" y="2262"/>
                  </a:cubicBezTo>
                  <a:cubicBezTo>
                    <a:pt x="5265" y="2167"/>
                    <a:pt x="5141" y="2081"/>
                    <a:pt x="5008" y="2014"/>
                  </a:cubicBezTo>
                  <a:cubicBezTo>
                    <a:pt x="4122" y="1576"/>
                    <a:pt x="3055" y="1814"/>
                    <a:pt x="2436" y="2586"/>
                  </a:cubicBezTo>
                  <a:cubicBezTo>
                    <a:pt x="1836" y="3376"/>
                    <a:pt x="1836" y="4462"/>
                    <a:pt x="2436" y="5253"/>
                  </a:cubicBezTo>
                  <a:cubicBezTo>
                    <a:pt x="3227" y="6167"/>
                    <a:pt x="4608" y="6272"/>
                    <a:pt x="5522" y="5491"/>
                  </a:cubicBezTo>
                  <a:cubicBezTo>
                    <a:pt x="5580" y="5443"/>
                    <a:pt x="5627" y="5396"/>
                    <a:pt x="5675" y="534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8" name="任意多边形: 形状 267" descr="b6569275-80f1-4c77-80b5-a4586a165725">
              <a:extLst>
                <a:ext uri="{FF2B5EF4-FFF2-40B4-BE49-F238E27FC236}">
                  <a16:creationId xmlns:a16="http://schemas.microsoft.com/office/drawing/2014/main" id="{D11C9C96-9707-4FCB-9E02-D44464916DE6}"/>
                </a:ext>
              </a:extLst>
            </p:cNvPr>
            <p:cNvSpPr/>
            <p:nvPr/>
          </p:nvSpPr>
          <p:spPr>
            <a:xfrm rot="21190573">
              <a:off x="6097478" y="3229465"/>
              <a:ext cx="7176" cy="7209"/>
            </a:xfrm>
            <a:custGeom>
              <a:avLst/>
              <a:gdLst>
                <a:gd name="connsiteX0" fmla="*/ 5888 w 6666"/>
                <a:gd name="connsiteY0" fmla="*/ 5478 h 6697"/>
                <a:gd name="connsiteX1" fmla="*/ 1697 w 6666"/>
                <a:gd name="connsiteY1" fmla="*/ 6240 h 6697"/>
                <a:gd name="connsiteX2" fmla="*/ 430 w 6666"/>
                <a:gd name="connsiteY2" fmla="*/ 1697 h 6697"/>
                <a:gd name="connsiteX3" fmla="*/ 4973 w 6666"/>
                <a:gd name="connsiteY3" fmla="*/ 430 h 6697"/>
                <a:gd name="connsiteX4" fmla="*/ 5888 w 6666"/>
                <a:gd name="connsiteY4" fmla="*/ 1192 h 6697"/>
                <a:gd name="connsiteX5" fmla="*/ 5888 w 6666"/>
                <a:gd name="connsiteY5" fmla="*/ 5478 h 6697"/>
                <a:gd name="connsiteX6" fmla="*/ 5888 w 6666"/>
                <a:gd name="connsiteY6" fmla="*/ 5478 h 6697"/>
                <a:gd name="connsiteX7" fmla="*/ 5659 w 6666"/>
                <a:gd name="connsiteY7" fmla="*/ 2392 h 6697"/>
                <a:gd name="connsiteX8" fmla="*/ 5126 w 6666"/>
                <a:gd name="connsiteY8" fmla="*/ 2049 h 6697"/>
                <a:gd name="connsiteX9" fmla="*/ 2649 w 6666"/>
                <a:gd name="connsiteY9" fmla="*/ 2716 h 6697"/>
                <a:gd name="connsiteX10" fmla="*/ 2649 w 6666"/>
                <a:gd name="connsiteY10" fmla="*/ 5288 h 6697"/>
                <a:gd name="connsiteX11" fmla="*/ 5573 w 6666"/>
                <a:gd name="connsiteY11" fmla="*/ 5754 h 6697"/>
                <a:gd name="connsiteX12" fmla="*/ 5888 w 6666"/>
                <a:gd name="connsiteY12" fmla="*/ 5478 h 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66" h="6697">
                  <a:moveTo>
                    <a:pt x="5888" y="5478"/>
                  </a:moveTo>
                  <a:cubicBezTo>
                    <a:pt x="4878" y="6745"/>
                    <a:pt x="3087" y="7069"/>
                    <a:pt x="1697" y="6240"/>
                  </a:cubicBezTo>
                  <a:cubicBezTo>
                    <a:pt x="96" y="5335"/>
                    <a:pt x="-475" y="3297"/>
                    <a:pt x="430" y="1697"/>
                  </a:cubicBezTo>
                  <a:cubicBezTo>
                    <a:pt x="1335" y="96"/>
                    <a:pt x="3373" y="-475"/>
                    <a:pt x="4973" y="430"/>
                  </a:cubicBezTo>
                  <a:cubicBezTo>
                    <a:pt x="5326" y="630"/>
                    <a:pt x="5630" y="887"/>
                    <a:pt x="5888" y="1192"/>
                  </a:cubicBezTo>
                  <a:cubicBezTo>
                    <a:pt x="6926" y="2430"/>
                    <a:pt x="6926" y="4240"/>
                    <a:pt x="5888" y="5478"/>
                  </a:cubicBezTo>
                  <a:close/>
                  <a:moveTo>
                    <a:pt x="5888" y="5478"/>
                  </a:moveTo>
                  <a:cubicBezTo>
                    <a:pt x="6678" y="4564"/>
                    <a:pt x="6573" y="3183"/>
                    <a:pt x="5659" y="2392"/>
                  </a:cubicBezTo>
                  <a:cubicBezTo>
                    <a:pt x="5497" y="2249"/>
                    <a:pt x="5316" y="2135"/>
                    <a:pt x="5126" y="2049"/>
                  </a:cubicBezTo>
                  <a:cubicBezTo>
                    <a:pt x="4249" y="1678"/>
                    <a:pt x="3230" y="1954"/>
                    <a:pt x="2649" y="2716"/>
                  </a:cubicBezTo>
                  <a:cubicBezTo>
                    <a:pt x="2020" y="3459"/>
                    <a:pt x="2020" y="4545"/>
                    <a:pt x="2649" y="5288"/>
                  </a:cubicBezTo>
                  <a:cubicBezTo>
                    <a:pt x="3326" y="6221"/>
                    <a:pt x="4640" y="6431"/>
                    <a:pt x="5573" y="5754"/>
                  </a:cubicBezTo>
                  <a:cubicBezTo>
                    <a:pt x="5688" y="5678"/>
                    <a:pt x="5793" y="5583"/>
                    <a:pt x="5888" y="547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9" name="任意多边形: 形状 268" descr="8a8b175b-8a04-4bcd-90ee-8dfe8a09584d">
              <a:extLst>
                <a:ext uri="{FF2B5EF4-FFF2-40B4-BE49-F238E27FC236}">
                  <a16:creationId xmlns:a16="http://schemas.microsoft.com/office/drawing/2014/main" id="{41709193-C29D-4E6C-AE9A-F6A2702799DD}"/>
                </a:ext>
              </a:extLst>
            </p:cNvPr>
            <p:cNvSpPr/>
            <p:nvPr/>
          </p:nvSpPr>
          <p:spPr>
            <a:xfrm rot="21190573">
              <a:off x="6042740" y="3193571"/>
              <a:ext cx="7386" cy="7385"/>
            </a:xfrm>
            <a:custGeom>
              <a:avLst/>
              <a:gdLst>
                <a:gd name="connsiteX0" fmla="*/ 6037 w 6861"/>
                <a:gd name="connsiteY0" fmla="*/ 5658 h 6860"/>
                <a:gd name="connsiteX1" fmla="*/ 1751 w 6861"/>
                <a:gd name="connsiteY1" fmla="*/ 6420 h 6860"/>
                <a:gd name="connsiteX2" fmla="*/ 437 w 6861"/>
                <a:gd name="connsiteY2" fmla="*/ 1753 h 6860"/>
                <a:gd name="connsiteX3" fmla="*/ 5114 w 6861"/>
                <a:gd name="connsiteY3" fmla="*/ 439 h 6860"/>
                <a:gd name="connsiteX4" fmla="*/ 6418 w 6861"/>
                <a:gd name="connsiteY4" fmla="*/ 5106 h 6860"/>
                <a:gd name="connsiteX5" fmla="*/ 6037 w 6861"/>
                <a:gd name="connsiteY5" fmla="*/ 5658 h 6860"/>
                <a:gd name="connsiteX6" fmla="*/ 6037 w 6861"/>
                <a:gd name="connsiteY6" fmla="*/ 5658 h 6860"/>
                <a:gd name="connsiteX7" fmla="*/ 5809 w 6861"/>
                <a:gd name="connsiteY7" fmla="*/ 2572 h 6860"/>
                <a:gd name="connsiteX8" fmla="*/ 5276 w 6861"/>
                <a:gd name="connsiteY8" fmla="*/ 2229 h 6860"/>
                <a:gd name="connsiteX9" fmla="*/ 2799 w 6861"/>
                <a:gd name="connsiteY9" fmla="*/ 2896 h 6860"/>
                <a:gd name="connsiteX10" fmla="*/ 2799 w 6861"/>
                <a:gd name="connsiteY10" fmla="*/ 5468 h 6860"/>
                <a:gd name="connsiteX11" fmla="*/ 6028 w 6861"/>
                <a:gd name="connsiteY11" fmla="*/ 5668 h 6860"/>
                <a:gd name="connsiteX12" fmla="*/ 6037 w 6861"/>
                <a:gd name="connsiteY12" fmla="*/ 5658 h 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61" h="6860">
                  <a:moveTo>
                    <a:pt x="6037" y="5658"/>
                  </a:moveTo>
                  <a:cubicBezTo>
                    <a:pt x="4971" y="6906"/>
                    <a:pt x="3180" y="7221"/>
                    <a:pt x="1751" y="6420"/>
                  </a:cubicBezTo>
                  <a:cubicBezTo>
                    <a:pt x="103" y="5497"/>
                    <a:pt x="-487" y="3401"/>
                    <a:pt x="437" y="1753"/>
                  </a:cubicBezTo>
                  <a:cubicBezTo>
                    <a:pt x="1370" y="96"/>
                    <a:pt x="3456" y="-485"/>
                    <a:pt x="5114" y="439"/>
                  </a:cubicBezTo>
                  <a:cubicBezTo>
                    <a:pt x="6761" y="1372"/>
                    <a:pt x="7352" y="3458"/>
                    <a:pt x="6418" y="5106"/>
                  </a:cubicBezTo>
                  <a:cubicBezTo>
                    <a:pt x="6314" y="5306"/>
                    <a:pt x="6180" y="5487"/>
                    <a:pt x="6037" y="5658"/>
                  </a:cubicBezTo>
                  <a:close/>
                  <a:moveTo>
                    <a:pt x="6037" y="5658"/>
                  </a:moveTo>
                  <a:cubicBezTo>
                    <a:pt x="6828" y="4744"/>
                    <a:pt x="6723" y="3363"/>
                    <a:pt x="5809" y="2572"/>
                  </a:cubicBezTo>
                  <a:cubicBezTo>
                    <a:pt x="5647" y="2429"/>
                    <a:pt x="5466" y="2315"/>
                    <a:pt x="5276" y="2229"/>
                  </a:cubicBezTo>
                  <a:cubicBezTo>
                    <a:pt x="4399" y="1782"/>
                    <a:pt x="3332" y="2068"/>
                    <a:pt x="2799" y="2896"/>
                  </a:cubicBezTo>
                  <a:cubicBezTo>
                    <a:pt x="2208" y="3649"/>
                    <a:pt x="2208" y="4715"/>
                    <a:pt x="2799" y="5468"/>
                  </a:cubicBezTo>
                  <a:cubicBezTo>
                    <a:pt x="3637" y="6411"/>
                    <a:pt x="5075" y="6506"/>
                    <a:pt x="6028" y="5668"/>
                  </a:cubicBezTo>
                  <a:cubicBezTo>
                    <a:pt x="6028" y="5668"/>
                    <a:pt x="6037" y="5658"/>
                    <a:pt x="6037" y="565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0" name="任意多边形: 形状 269" descr="94e3f512-15a5-4993-98df-d64d37703768">
              <a:extLst>
                <a:ext uri="{FF2B5EF4-FFF2-40B4-BE49-F238E27FC236}">
                  <a16:creationId xmlns:a16="http://schemas.microsoft.com/office/drawing/2014/main" id="{73131D0F-7185-41D7-A71A-4EBAD8816446}"/>
                </a:ext>
              </a:extLst>
            </p:cNvPr>
            <p:cNvSpPr/>
            <p:nvPr/>
          </p:nvSpPr>
          <p:spPr>
            <a:xfrm rot="21190573">
              <a:off x="6124940" y="3247392"/>
              <a:ext cx="7068" cy="7103"/>
            </a:xfrm>
            <a:custGeom>
              <a:avLst/>
              <a:gdLst>
                <a:gd name="connsiteX0" fmla="*/ 5675 w 6566"/>
                <a:gd name="connsiteY0" fmla="*/ 5348 h 6598"/>
                <a:gd name="connsiteX1" fmla="*/ 1484 w 6566"/>
                <a:gd name="connsiteY1" fmla="*/ 6110 h 6598"/>
                <a:gd name="connsiteX2" fmla="*/ 560 w 6566"/>
                <a:gd name="connsiteY2" fmla="*/ 1490 h 6598"/>
                <a:gd name="connsiteX3" fmla="*/ 5180 w 6566"/>
                <a:gd name="connsiteY3" fmla="*/ 557 h 6598"/>
                <a:gd name="connsiteX4" fmla="*/ 5770 w 6566"/>
                <a:gd name="connsiteY4" fmla="*/ 1062 h 6598"/>
                <a:gd name="connsiteX5" fmla="*/ 5675 w 6566"/>
                <a:gd name="connsiteY5" fmla="*/ 5348 h 6598"/>
                <a:gd name="connsiteX6" fmla="*/ 5675 w 6566"/>
                <a:gd name="connsiteY6" fmla="*/ 5348 h 6598"/>
                <a:gd name="connsiteX7" fmla="*/ 5380 w 6566"/>
                <a:gd name="connsiteY7" fmla="*/ 2262 h 6598"/>
                <a:gd name="connsiteX8" fmla="*/ 5008 w 6566"/>
                <a:gd name="connsiteY8" fmla="*/ 2014 h 6598"/>
                <a:gd name="connsiteX9" fmla="*/ 2436 w 6566"/>
                <a:gd name="connsiteY9" fmla="*/ 2586 h 6598"/>
                <a:gd name="connsiteX10" fmla="*/ 2436 w 6566"/>
                <a:gd name="connsiteY10" fmla="*/ 5253 h 6598"/>
                <a:gd name="connsiteX11" fmla="*/ 5522 w 6566"/>
                <a:gd name="connsiteY11" fmla="*/ 5491 h 6598"/>
                <a:gd name="connsiteX12" fmla="*/ 5675 w 6566"/>
                <a:gd name="connsiteY12" fmla="*/ 5348 h 6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66" h="6598">
                  <a:moveTo>
                    <a:pt x="5675" y="5348"/>
                  </a:moveTo>
                  <a:cubicBezTo>
                    <a:pt x="4694" y="6653"/>
                    <a:pt x="2865" y="6986"/>
                    <a:pt x="1484" y="6110"/>
                  </a:cubicBezTo>
                  <a:cubicBezTo>
                    <a:pt x="-50" y="5091"/>
                    <a:pt x="-459" y="3024"/>
                    <a:pt x="560" y="1490"/>
                  </a:cubicBezTo>
                  <a:cubicBezTo>
                    <a:pt x="1579" y="-43"/>
                    <a:pt x="3646" y="-462"/>
                    <a:pt x="5180" y="557"/>
                  </a:cubicBezTo>
                  <a:cubicBezTo>
                    <a:pt x="5399" y="700"/>
                    <a:pt x="5589" y="871"/>
                    <a:pt x="5770" y="1062"/>
                  </a:cubicBezTo>
                  <a:cubicBezTo>
                    <a:pt x="6865" y="2290"/>
                    <a:pt x="6827" y="4167"/>
                    <a:pt x="5675" y="5348"/>
                  </a:cubicBezTo>
                  <a:close/>
                  <a:moveTo>
                    <a:pt x="5675" y="5348"/>
                  </a:moveTo>
                  <a:cubicBezTo>
                    <a:pt x="6446" y="4415"/>
                    <a:pt x="6313" y="3033"/>
                    <a:pt x="5380" y="2262"/>
                  </a:cubicBezTo>
                  <a:cubicBezTo>
                    <a:pt x="5265" y="2167"/>
                    <a:pt x="5141" y="2081"/>
                    <a:pt x="5008" y="2014"/>
                  </a:cubicBezTo>
                  <a:cubicBezTo>
                    <a:pt x="4122" y="1614"/>
                    <a:pt x="3075" y="1843"/>
                    <a:pt x="2436" y="2586"/>
                  </a:cubicBezTo>
                  <a:cubicBezTo>
                    <a:pt x="1865" y="3386"/>
                    <a:pt x="1865" y="4453"/>
                    <a:pt x="2436" y="5253"/>
                  </a:cubicBezTo>
                  <a:cubicBezTo>
                    <a:pt x="3227" y="6167"/>
                    <a:pt x="4608" y="6272"/>
                    <a:pt x="5522" y="5491"/>
                  </a:cubicBezTo>
                  <a:cubicBezTo>
                    <a:pt x="5580" y="5443"/>
                    <a:pt x="5627" y="5396"/>
                    <a:pt x="5675" y="5348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1" name="任意多边形: 形状 270" descr="65cfb6bb-b740-4cd9-9c85-7abe4be255fd">
              <a:extLst>
                <a:ext uri="{FF2B5EF4-FFF2-40B4-BE49-F238E27FC236}">
                  <a16:creationId xmlns:a16="http://schemas.microsoft.com/office/drawing/2014/main" id="{CF7C603D-AF31-44C3-BD35-F03FA0BB19D3}"/>
                </a:ext>
              </a:extLst>
            </p:cNvPr>
            <p:cNvSpPr/>
            <p:nvPr/>
          </p:nvSpPr>
          <p:spPr>
            <a:xfrm rot="21190573">
              <a:off x="6151596" y="3264878"/>
              <a:ext cx="7720" cy="7808"/>
            </a:xfrm>
            <a:custGeom>
              <a:avLst/>
              <a:gdLst>
                <a:gd name="connsiteX0" fmla="*/ 6110 w 7171"/>
                <a:gd name="connsiteY0" fmla="*/ 5770 h 7253"/>
                <a:gd name="connsiteX1" fmla="*/ 1491 w 7171"/>
                <a:gd name="connsiteY1" fmla="*/ 6694 h 7253"/>
                <a:gd name="connsiteX2" fmla="*/ 557 w 7171"/>
                <a:gd name="connsiteY2" fmla="*/ 2074 h 7253"/>
                <a:gd name="connsiteX3" fmla="*/ 1062 w 7171"/>
                <a:gd name="connsiteY3" fmla="*/ 1484 h 7253"/>
                <a:gd name="connsiteX4" fmla="*/ 5681 w 7171"/>
                <a:gd name="connsiteY4" fmla="*/ 560 h 7253"/>
                <a:gd name="connsiteX5" fmla="*/ 6615 w 7171"/>
                <a:gd name="connsiteY5" fmla="*/ 5180 h 7253"/>
                <a:gd name="connsiteX6" fmla="*/ 6110 w 7171"/>
                <a:gd name="connsiteY6" fmla="*/ 5770 h 7253"/>
                <a:gd name="connsiteX7" fmla="*/ 6110 w 7171"/>
                <a:gd name="connsiteY7" fmla="*/ 5770 h 7253"/>
                <a:gd name="connsiteX8" fmla="*/ 5882 w 7171"/>
                <a:gd name="connsiteY8" fmla="*/ 2684 h 7253"/>
                <a:gd name="connsiteX9" fmla="*/ 5348 w 7171"/>
                <a:gd name="connsiteY9" fmla="*/ 2341 h 7253"/>
                <a:gd name="connsiteX10" fmla="*/ 2872 w 7171"/>
                <a:gd name="connsiteY10" fmla="*/ 3008 h 7253"/>
                <a:gd name="connsiteX11" fmla="*/ 2872 w 7171"/>
                <a:gd name="connsiteY11" fmla="*/ 5580 h 7253"/>
                <a:gd name="connsiteX12" fmla="*/ 5796 w 7171"/>
                <a:gd name="connsiteY12" fmla="*/ 6046 h 7253"/>
                <a:gd name="connsiteX13" fmla="*/ 6110 w 7171"/>
                <a:gd name="connsiteY13" fmla="*/ 5770 h 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71" h="7253">
                  <a:moveTo>
                    <a:pt x="6110" y="5770"/>
                  </a:moveTo>
                  <a:cubicBezTo>
                    <a:pt x="5091" y="7304"/>
                    <a:pt x="3024" y="7713"/>
                    <a:pt x="1491" y="6694"/>
                  </a:cubicBezTo>
                  <a:cubicBezTo>
                    <a:pt x="-43" y="5675"/>
                    <a:pt x="-462" y="3608"/>
                    <a:pt x="557" y="2074"/>
                  </a:cubicBezTo>
                  <a:cubicBezTo>
                    <a:pt x="700" y="1855"/>
                    <a:pt x="871" y="1665"/>
                    <a:pt x="1062" y="1484"/>
                  </a:cubicBezTo>
                  <a:cubicBezTo>
                    <a:pt x="2081" y="-50"/>
                    <a:pt x="4148" y="-459"/>
                    <a:pt x="5681" y="560"/>
                  </a:cubicBezTo>
                  <a:cubicBezTo>
                    <a:pt x="7215" y="1579"/>
                    <a:pt x="7634" y="3646"/>
                    <a:pt x="6615" y="5180"/>
                  </a:cubicBezTo>
                  <a:cubicBezTo>
                    <a:pt x="6472" y="5399"/>
                    <a:pt x="6300" y="5589"/>
                    <a:pt x="6110" y="5770"/>
                  </a:cubicBezTo>
                  <a:close/>
                  <a:moveTo>
                    <a:pt x="6110" y="5770"/>
                  </a:moveTo>
                  <a:cubicBezTo>
                    <a:pt x="6901" y="4856"/>
                    <a:pt x="6796" y="3475"/>
                    <a:pt x="5882" y="2684"/>
                  </a:cubicBezTo>
                  <a:cubicBezTo>
                    <a:pt x="5720" y="2541"/>
                    <a:pt x="5539" y="2427"/>
                    <a:pt x="5348" y="2341"/>
                  </a:cubicBezTo>
                  <a:cubicBezTo>
                    <a:pt x="4472" y="1970"/>
                    <a:pt x="3453" y="2246"/>
                    <a:pt x="2872" y="3008"/>
                  </a:cubicBezTo>
                  <a:cubicBezTo>
                    <a:pt x="2243" y="3751"/>
                    <a:pt x="2243" y="4837"/>
                    <a:pt x="2872" y="5580"/>
                  </a:cubicBezTo>
                  <a:cubicBezTo>
                    <a:pt x="3548" y="6513"/>
                    <a:pt x="4862" y="6723"/>
                    <a:pt x="5796" y="6046"/>
                  </a:cubicBezTo>
                  <a:cubicBezTo>
                    <a:pt x="5910" y="5970"/>
                    <a:pt x="6015" y="5875"/>
                    <a:pt x="6110" y="577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2" name="任意多边形: 形状 271" descr="10f53e68-06fc-408a-8120-dcf46d0ed331">
              <a:extLst>
                <a:ext uri="{FF2B5EF4-FFF2-40B4-BE49-F238E27FC236}">
                  <a16:creationId xmlns:a16="http://schemas.microsoft.com/office/drawing/2014/main" id="{F5EA4650-B9CA-439E-AE2E-C033A201DC59}"/>
                </a:ext>
              </a:extLst>
            </p:cNvPr>
            <p:cNvSpPr/>
            <p:nvPr/>
          </p:nvSpPr>
          <p:spPr>
            <a:xfrm rot="21190573">
              <a:off x="6179360" y="3283004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4 w 6678"/>
                <a:gd name="connsiteY1" fmla="*/ 6303 h 6712"/>
                <a:gd name="connsiteX2" fmla="*/ 566 w 6678"/>
                <a:gd name="connsiteY2" fmla="*/ 1435 h 6712"/>
                <a:gd name="connsiteX3" fmla="*/ 756 w 6678"/>
                <a:gd name="connsiteY3" fmla="*/ 1159 h 6712"/>
                <a:gd name="connsiteX4" fmla="*/ 5595 w 6678"/>
                <a:gd name="connsiteY4" fmla="*/ 854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442 w 6678"/>
                <a:gd name="connsiteY8" fmla="*/ 2378 h 6712"/>
                <a:gd name="connsiteX9" fmla="*/ 2375 w 6678"/>
                <a:gd name="connsiteY9" fmla="*/ 2845 h 6712"/>
                <a:gd name="connsiteX10" fmla="*/ 2375 w 6678"/>
                <a:gd name="connsiteY10" fmla="*/ 5446 h 6712"/>
                <a:gd name="connsiteX11" fmla="*/ 5595 w 6678"/>
                <a:gd name="connsiteY11" fmla="*/ 5750 h 6712"/>
                <a:gd name="connsiteX12" fmla="*/ 5900 w 6678"/>
                <a:gd name="connsiteY12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2" y="6722"/>
                    <a:pt x="3061" y="7084"/>
                    <a:pt x="1614" y="6303"/>
                  </a:cubicBezTo>
                  <a:cubicBezTo>
                    <a:pt x="-25" y="5246"/>
                    <a:pt x="-492" y="3064"/>
                    <a:pt x="566" y="1435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04" y="-260"/>
                    <a:pt x="4176" y="-393"/>
                    <a:pt x="5595" y="854"/>
                  </a:cubicBezTo>
                  <a:cubicBezTo>
                    <a:pt x="5700" y="950"/>
                    <a:pt x="5805" y="1055"/>
                    <a:pt x="5900" y="1159"/>
                  </a:cubicBezTo>
                  <a:cubicBezTo>
                    <a:pt x="6938" y="2397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14" y="4474"/>
                    <a:pt x="6414" y="3102"/>
                    <a:pt x="5442" y="2378"/>
                  </a:cubicBezTo>
                  <a:cubicBezTo>
                    <a:pt x="4461" y="1664"/>
                    <a:pt x="3090" y="1874"/>
                    <a:pt x="2375" y="2845"/>
                  </a:cubicBezTo>
                  <a:cubicBezTo>
                    <a:pt x="1804" y="3617"/>
                    <a:pt x="1804" y="4674"/>
                    <a:pt x="2375" y="5446"/>
                  </a:cubicBezTo>
                  <a:cubicBezTo>
                    <a:pt x="3176" y="6417"/>
                    <a:pt x="4623" y="6560"/>
                    <a:pt x="5595" y="5750"/>
                  </a:cubicBezTo>
                  <a:cubicBezTo>
                    <a:pt x="5709" y="5655"/>
                    <a:pt x="5805" y="5560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3" name="任意多边形: 形状 272" descr="409d9a3f-5382-43ee-b7b7-877f7f051e1d">
              <a:extLst>
                <a:ext uri="{FF2B5EF4-FFF2-40B4-BE49-F238E27FC236}">
                  <a16:creationId xmlns:a16="http://schemas.microsoft.com/office/drawing/2014/main" id="{B112E6BE-1996-4CFC-AD65-C7F2B7E969A9}"/>
                </a:ext>
              </a:extLst>
            </p:cNvPr>
            <p:cNvSpPr/>
            <p:nvPr/>
          </p:nvSpPr>
          <p:spPr>
            <a:xfrm rot="21190573">
              <a:off x="6206435" y="3301331"/>
              <a:ext cx="7468" cy="7459"/>
            </a:xfrm>
            <a:custGeom>
              <a:avLst/>
              <a:gdLst>
                <a:gd name="connsiteX0" fmla="*/ 6110 w 6937"/>
                <a:gd name="connsiteY0" fmla="*/ 5446 h 6929"/>
                <a:gd name="connsiteX1" fmla="*/ 1490 w 6937"/>
                <a:gd name="connsiteY1" fmla="*/ 6369 h 6929"/>
                <a:gd name="connsiteX2" fmla="*/ 557 w 6937"/>
                <a:gd name="connsiteY2" fmla="*/ 1750 h 6929"/>
                <a:gd name="connsiteX3" fmla="*/ 1062 w 6937"/>
                <a:gd name="connsiteY3" fmla="*/ 1159 h 6929"/>
                <a:gd name="connsiteX4" fmla="*/ 5901 w 6937"/>
                <a:gd name="connsiteY4" fmla="*/ 855 h 6929"/>
                <a:gd name="connsiteX5" fmla="*/ 6205 w 6937"/>
                <a:gd name="connsiteY5" fmla="*/ 1159 h 6929"/>
                <a:gd name="connsiteX6" fmla="*/ 6110 w 6937"/>
                <a:gd name="connsiteY6" fmla="*/ 5446 h 6929"/>
                <a:gd name="connsiteX7" fmla="*/ 6110 w 6937"/>
                <a:gd name="connsiteY7" fmla="*/ 5446 h 6929"/>
                <a:gd name="connsiteX8" fmla="*/ 5758 w 6937"/>
                <a:gd name="connsiteY8" fmla="*/ 2236 h 6929"/>
                <a:gd name="connsiteX9" fmla="*/ 5443 w 6937"/>
                <a:gd name="connsiteY9" fmla="*/ 2017 h 6929"/>
                <a:gd name="connsiteX10" fmla="*/ 2871 w 6937"/>
                <a:gd name="connsiteY10" fmla="*/ 2683 h 6929"/>
                <a:gd name="connsiteX11" fmla="*/ 2871 w 6937"/>
                <a:gd name="connsiteY11" fmla="*/ 5350 h 6929"/>
                <a:gd name="connsiteX12" fmla="*/ 5958 w 6937"/>
                <a:gd name="connsiteY12" fmla="*/ 5588 h 6929"/>
                <a:gd name="connsiteX13" fmla="*/ 6110 w 6937"/>
                <a:gd name="connsiteY13" fmla="*/ 5446 h 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37" h="6929">
                  <a:moveTo>
                    <a:pt x="6110" y="5446"/>
                  </a:moveTo>
                  <a:cubicBezTo>
                    <a:pt x="5091" y="6979"/>
                    <a:pt x="3024" y="7389"/>
                    <a:pt x="1490" y="6369"/>
                  </a:cubicBezTo>
                  <a:cubicBezTo>
                    <a:pt x="-43" y="5350"/>
                    <a:pt x="-462" y="3283"/>
                    <a:pt x="557" y="1750"/>
                  </a:cubicBezTo>
                  <a:cubicBezTo>
                    <a:pt x="709" y="1531"/>
                    <a:pt x="871" y="1340"/>
                    <a:pt x="1062" y="1159"/>
                  </a:cubicBezTo>
                  <a:cubicBezTo>
                    <a:pt x="2319" y="-260"/>
                    <a:pt x="4481" y="-393"/>
                    <a:pt x="5901" y="855"/>
                  </a:cubicBezTo>
                  <a:cubicBezTo>
                    <a:pt x="6005" y="950"/>
                    <a:pt x="6110" y="1055"/>
                    <a:pt x="6205" y="1159"/>
                  </a:cubicBezTo>
                  <a:cubicBezTo>
                    <a:pt x="7215" y="2426"/>
                    <a:pt x="7177" y="4226"/>
                    <a:pt x="6110" y="5446"/>
                  </a:cubicBezTo>
                  <a:close/>
                  <a:moveTo>
                    <a:pt x="6110" y="5446"/>
                  </a:moveTo>
                  <a:cubicBezTo>
                    <a:pt x="6901" y="4464"/>
                    <a:pt x="6748" y="3026"/>
                    <a:pt x="5758" y="2236"/>
                  </a:cubicBezTo>
                  <a:cubicBezTo>
                    <a:pt x="5662" y="2150"/>
                    <a:pt x="5558" y="2083"/>
                    <a:pt x="5443" y="2017"/>
                  </a:cubicBezTo>
                  <a:cubicBezTo>
                    <a:pt x="4538" y="1636"/>
                    <a:pt x="3481" y="1912"/>
                    <a:pt x="2871" y="2683"/>
                  </a:cubicBezTo>
                  <a:cubicBezTo>
                    <a:pt x="2233" y="3455"/>
                    <a:pt x="2233" y="4579"/>
                    <a:pt x="2871" y="5350"/>
                  </a:cubicBezTo>
                  <a:cubicBezTo>
                    <a:pt x="3662" y="6265"/>
                    <a:pt x="5043" y="6379"/>
                    <a:pt x="5958" y="5588"/>
                  </a:cubicBezTo>
                  <a:cubicBezTo>
                    <a:pt x="6015" y="5541"/>
                    <a:pt x="6062" y="5493"/>
                    <a:pt x="611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4" name="任意多边形: 形状 273" descr="84e8bb08-4b11-424e-922d-ecae5bacf279">
              <a:extLst>
                <a:ext uri="{FF2B5EF4-FFF2-40B4-BE49-F238E27FC236}">
                  <a16:creationId xmlns:a16="http://schemas.microsoft.com/office/drawing/2014/main" id="{5DE1A771-311D-46A5-878F-A072FC282735}"/>
                </a:ext>
              </a:extLst>
            </p:cNvPr>
            <p:cNvSpPr/>
            <p:nvPr/>
          </p:nvSpPr>
          <p:spPr>
            <a:xfrm rot="21190573">
              <a:off x="6233924" y="3318711"/>
              <a:ext cx="7189" cy="7225"/>
            </a:xfrm>
            <a:custGeom>
              <a:avLst/>
              <a:gdLst>
                <a:gd name="connsiteX0" fmla="*/ 5900 w 6678"/>
                <a:gd name="connsiteY0" fmla="*/ 5446 h 6712"/>
                <a:gd name="connsiteX1" fmla="*/ 1614 w 6678"/>
                <a:gd name="connsiteY1" fmla="*/ 6303 h 6712"/>
                <a:gd name="connsiteX2" fmla="*/ 566 w 6678"/>
                <a:gd name="connsiteY2" fmla="*/ 1435 h 6712"/>
                <a:gd name="connsiteX3" fmla="*/ 756 w 6678"/>
                <a:gd name="connsiteY3" fmla="*/ 1159 h 6712"/>
                <a:gd name="connsiteX4" fmla="*/ 5595 w 6678"/>
                <a:gd name="connsiteY4" fmla="*/ 855 h 6712"/>
                <a:gd name="connsiteX5" fmla="*/ 5900 w 6678"/>
                <a:gd name="connsiteY5" fmla="*/ 1159 h 6712"/>
                <a:gd name="connsiteX6" fmla="*/ 5900 w 6678"/>
                <a:gd name="connsiteY6" fmla="*/ 5446 h 6712"/>
                <a:gd name="connsiteX7" fmla="*/ 5900 w 6678"/>
                <a:gd name="connsiteY7" fmla="*/ 5446 h 6712"/>
                <a:gd name="connsiteX8" fmla="*/ 5547 w 6678"/>
                <a:gd name="connsiteY8" fmla="*/ 2369 h 6712"/>
                <a:gd name="connsiteX9" fmla="*/ 5138 w 6678"/>
                <a:gd name="connsiteY9" fmla="*/ 2112 h 6712"/>
                <a:gd name="connsiteX10" fmla="*/ 2566 w 6678"/>
                <a:gd name="connsiteY10" fmla="*/ 2683 h 6712"/>
                <a:gd name="connsiteX11" fmla="*/ 2566 w 6678"/>
                <a:gd name="connsiteY11" fmla="*/ 5350 h 6712"/>
                <a:gd name="connsiteX12" fmla="*/ 5795 w 6678"/>
                <a:gd name="connsiteY12" fmla="*/ 5550 h 6712"/>
                <a:gd name="connsiteX13" fmla="*/ 5900 w 6678"/>
                <a:gd name="connsiteY13" fmla="*/ 5446 h 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78" h="6712">
                  <a:moveTo>
                    <a:pt x="5900" y="5446"/>
                  </a:moveTo>
                  <a:cubicBezTo>
                    <a:pt x="4862" y="6722"/>
                    <a:pt x="3061" y="7084"/>
                    <a:pt x="1614" y="6303"/>
                  </a:cubicBezTo>
                  <a:cubicBezTo>
                    <a:pt x="-25" y="5246"/>
                    <a:pt x="-492" y="3064"/>
                    <a:pt x="566" y="1435"/>
                  </a:cubicBezTo>
                  <a:cubicBezTo>
                    <a:pt x="623" y="1340"/>
                    <a:pt x="690" y="1245"/>
                    <a:pt x="756" y="1159"/>
                  </a:cubicBezTo>
                  <a:cubicBezTo>
                    <a:pt x="2004" y="-260"/>
                    <a:pt x="4176" y="-393"/>
                    <a:pt x="5595" y="855"/>
                  </a:cubicBezTo>
                  <a:cubicBezTo>
                    <a:pt x="5700" y="950"/>
                    <a:pt x="5805" y="1055"/>
                    <a:pt x="5900" y="1159"/>
                  </a:cubicBezTo>
                  <a:cubicBezTo>
                    <a:pt x="6938" y="2397"/>
                    <a:pt x="6938" y="4207"/>
                    <a:pt x="5900" y="5446"/>
                  </a:cubicBezTo>
                  <a:close/>
                  <a:moveTo>
                    <a:pt x="5900" y="5446"/>
                  </a:moveTo>
                  <a:cubicBezTo>
                    <a:pt x="6652" y="4493"/>
                    <a:pt x="6490" y="3121"/>
                    <a:pt x="5547" y="2369"/>
                  </a:cubicBezTo>
                  <a:cubicBezTo>
                    <a:pt x="5424" y="2264"/>
                    <a:pt x="5281" y="2178"/>
                    <a:pt x="5138" y="2112"/>
                  </a:cubicBezTo>
                  <a:cubicBezTo>
                    <a:pt x="4252" y="1712"/>
                    <a:pt x="3204" y="1940"/>
                    <a:pt x="2566" y="2683"/>
                  </a:cubicBezTo>
                  <a:cubicBezTo>
                    <a:pt x="1995" y="3483"/>
                    <a:pt x="1995" y="4550"/>
                    <a:pt x="2566" y="5350"/>
                  </a:cubicBezTo>
                  <a:cubicBezTo>
                    <a:pt x="3404" y="6293"/>
                    <a:pt x="4852" y="6379"/>
                    <a:pt x="5795" y="5550"/>
                  </a:cubicBezTo>
                  <a:cubicBezTo>
                    <a:pt x="5833" y="5512"/>
                    <a:pt x="5862" y="5484"/>
                    <a:pt x="5900" y="5446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5" name="任意多边形: 形状 274" descr="22bd2b3e-90c8-467d-a6da-0985917ac1f5">
              <a:extLst>
                <a:ext uri="{FF2B5EF4-FFF2-40B4-BE49-F238E27FC236}">
                  <a16:creationId xmlns:a16="http://schemas.microsoft.com/office/drawing/2014/main" id="{4BBE7444-3B04-4BA1-B26E-9A166A7EFD80}"/>
                </a:ext>
              </a:extLst>
            </p:cNvPr>
            <p:cNvSpPr/>
            <p:nvPr/>
          </p:nvSpPr>
          <p:spPr>
            <a:xfrm rot="21190573">
              <a:off x="5971220" y="2590130"/>
              <a:ext cx="677965" cy="692827"/>
            </a:xfrm>
            <a:custGeom>
              <a:avLst/>
              <a:gdLst>
                <a:gd name="connsiteX0" fmla="*/ 629793 w 629792"/>
                <a:gd name="connsiteY0" fmla="*/ 90 h 643599"/>
                <a:gd name="connsiteX1" fmla="*/ 442055 w 629792"/>
                <a:gd name="connsiteY1" fmla="*/ 118962 h 643599"/>
                <a:gd name="connsiteX2" fmla="*/ 295275 w 629792"/>
                <a:gd name="connsiteY2" fmla="*/ 294317 h 643599"/>
                <a:gd name="connsiteX3" fmla="*/ 0 w 629792"/>
                <a:gd name="connsiteY3" fmla="*/ 643599 h 643599"/>
                <a:gd name="connsiteX4" fmla="*/ 293084 w 629792"/>
                <a:gd name="connsiteY4" fmla="*/ 292698 h 643599"/>
                <a:gd name="connsiteX5" fmla="*/ 440436 w 629792"/>
                <a:gd name="connsiteY5" fmla="*/ 117914 h 643599"/>
                <a:gd name="connsiteX6" fmla="*/ 477583 w 629792"/>
                <a:gd name="connsiteY6" fmla="*/ 74480 h 643599"/>
                <a:gd name="connsiteX7" fmla="*/ 523208 w 629792"/>
                <a:gd name="connsiteY7" fmla="*/ 40000 h 643599"/>
                <a:gd name="connsiteX8" fmla="*/ 574738 w 629792"/>
                <a:gd name="connsiteY8" fmla="*/ 15235 h 643599"/>
                <a:gd name="connsiteX9" fmla="*/ 601599 w 629792"/>
                <a:gd name="connsiteY9" fmla="*/ 5710 h 643599"/>
                <a:gd name="connsiteX10" fmla="*/ 615410 w 629792"/>
                <a:gd name="connsiteY10" fmla="*/ 1804 h 643599"/>
                <a:gd name="connsiteX11" fmla="*/ 629793 w 629792"/>
                <a:gd name="connsiteY11" fmla="*/ 90 h 64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9792" h="643599">
                  <a:moveTo>
                    <a:pt x="629793" y="90"/>
                  </a:moveTo>
                  <a:cubicBezTo>
                    <a:pt x="555974" y="14663"/>
                    <a:pt x="484537" y="54954"/>
                    <a:pt x="442055" y="118962"/>
                  </a:cubicBezTo>
                  <a:lnTo>
                    <a:pt x="295275" y="294317"/>
                  </a:lnTo>
                  <a:lnTo>
                    <a:pt x="0" y="643599"/>
                  </a:lnTo>
                  <a:lnTo>
                    <a:pt x="293084" y="292698"/>
                  </a:lnTo>
                  <a:lnTo>
                    <a:pt x="440436" y="117914"/>
                  </a:lnTo>
                  <a:cubicBezTo>
                    <a:pt x="452818" y="103436"/>
                    <a:pt x="464725" y="88672"/>
                    <a:pt x="477583" y="74480"/>
                  </a:cubicBezTo>
                  <a:cubicBezTo>
                    <a:pt x="491147" y="60955"/>
                    <a:pt x="506492" y="49353"/>
                    <a:pt x="523208" y="40000"/>
                  </a:cubicBezTo>
                  <a:cubicBezTo>
                    <a:pt x="539763" y="30508"/>
                    <a:pt x="556984" y="22231"/>
                    <a:pt x="574738" y="15235"/>
                  </a:cubicBezTo>
                  <a:cubicBezTo>
                    <a:pt x="583597" y="11806"/>
                    <a:pt x="592550" y="8472"/>
                    <a:pt x="601599" y="5710"/>
                  </a:cubicBezTo>
                  <a:cubicBezTo>
                    <a:pt x="606171" y="4281"/>
                    <a:pt x="611124" y="2947"/>
                    <a:pt x="615410" y="1804"/>
                  </a:cubicBezTo>
                  <a:cubicBezTo>
                    <a:pt x="620058" y="341"/>
                    <a:pt x="624935" y="-241"/>
                    <a:pt x="629793" y="9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6" name="任意多边形: 形状 275" descr="f8ce72d2-c94c-47e4-88bd-a97b7bbd0644">
              <a:extLst>
                <a:ext uri="{FF2B5EF4-FFF2-40B4-BE49-F238E27FC236}">
                  <a16:creationId xmlns:a16="http://schemas.microsoft.com/office/drawing/2014/main" id="{FDBFB021-40FA-4491-B3A7-7FC9DCB6AE4A}"/>
                </a:ext>
              </a:extLst>
            </p:cNvPr>
            <p:cNvSpPr/>
            <p:nvPr/>
          </p:nvSpPr>
          <p:spPr>
            <a:xfrm rot="21190573">
              <a:off x="6088496" y="2582875"/>
              <a:ext cx="566753" cy="787575"/>
            </a:xfrm>
            <a:custGeom>
              <a:avLst/>
              <a:gdLst>
                <a:gd name="connsiteX0" fmla="*/ 525399 w 526482"/>
                <a:gd name="connsiteY0" fmla="*/ 0 h 731615"/>
                <a:gd name="connsiteX1" fmla="*/ 526161 w 526482"/>
                <a:gd name="connsiteY1" fmla="*/ 14192 h 731615"/>
                <a:gd name="connsiteX2" fmla="*/ 524637 w 526482"/>
                <a:gd name="connsiteY2" fmla="*/ 28385 h 731615"/>
                <a:gd name="connsiteX3" fmla="*/ 519874 w 526482"/>
                <a:gd name="connsiteY3" fmla="*/ 56960 h 731615"/>
                <a:gd name="connsiteX4" fmla="*/ 504444 w 526482"/>
                <a:gd name="connsiteY4" fmla="*/ 112014 h 731615"/>
                <a:gd name="connsiteX5" fmla="*/ 478441 w 526482"/>
                <a:gd name="connsiteY5" fmla="*/ 162877 h 731615"/>
                <a:gd name="connsiteX6" fmla="*/ 441960 w 526482"/>
                <a:gd name="connsiteY6" fmla="*/ 206883 h 731615"/>
                <a:gd name="connsiteX7" fmla="*/ 295275 w 526482"/>
                <a:gd name="connsiteY7" fmla="*/ 382238 h 731615"/>
                <a:gd name="connsiteX8" fmla="*/ 0 w 526482"/>
                <a:gd name="connsiteY8" fmla="*/ 731615 h 731615"/>
                <a:gd name="connsiteX9" fmla="*/ 293180 w 526482"/>
                <a:gd name="connsiteY9" fmla="*/ 380714 h 731615"/>
                <a:gd name="connsiteX10" fmla="*/ 440722 w 526482"/>
                <a:gd name="connsiteY10" fmla="*/ 205169 h 731615"/>
                <a:gd name="connsiteX11" fmla="*/ 525399 w 526482"/>
                <a:gd name="connsiteY11" fmla="*/ 0 h 731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6482" h="731615">
                  <a:moveTo>
                    <a:pt x="525399" y="0"/>
                  </a:moveTo>
                  <a:cubicBezTo>
                    <a:pt x="526514" y="4645"/>
                    <a:pt x="526770" y="9455"/>
                    <a:pt x="526161" y="14192"/>
                  </a:cubicBezTo>
                  <a:cubicBezTo>
                    <a:pt x="526161" y="18955"/>
                    <a:pt x="525304" y="23717"/>
                    <a:pt x="524637" y="28385"/>
                  </a:cubicBezTo>
                  <a:cubicBezTo>
                    <a:pt x="523494" y="37910"/>
                    <a:pt x="521780" y="47435"/>
                    <a:pt x="519874" y="56960"/>
                  </a:cubicBezTo>
                  <a:cubicBezTo>
                    <a:pt x="516103" y="75667"/>
                    <a:pt x="510950" y="94069"/>
                    <a:pt x="504444" y="112014"/>
                  </a:cubicBezTo>
                  <a:cubicBezTo>
                    <a:pt x="498034" y="130035"/>
                    <a:pt x="489290" y="147133"/>
                    <a:pt x="478441" y="162877"/>
                  </a:cubicBezTo>
                  <a:cubicBezTo>
                    <a:pt x="466630" y="177927"/>
                    <a:pt x="454057" y="192215"/>
                    <a:pt x="441960" y="206883"/>
                  </a:cubicBezTo>
                  <a:lnTo>
                    <a:pt x="295275" y="382238"/>
                  </a:lnTo>
                  <a:lnTo>
                    <a:pt x="0" y="731615"/>
                  </a:lnTo>
                  <a:lnTo>
                    <a:pt x="293180" y="380714"/>
                  </a:lnTo>
                  <a:lnTo>
                    <a:pt x="440722" y="205169"/>
                  </a:lnTo>
                  <a:cubicBezTo>
                    <a:pt x="496538" y="152591"/>
                    <a:pt x="523780" y="75343"/>
                    <a:pt x="525399" y="0"/>
                  </a:cubicBezTo>
                  <a:close/>
                </a:path>
              </a:pathLst>
            </a:custGeom>
            <a:solidFill>
              <a:srgbClr val="0201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7" name="任意多边形: 形状 276" descr="2f745213-1331-4d72-8f11-dd3e8807577f">
              <a:extLst>
                <a:ext uri="{FF2B5EF4-FFF2-40B4-BE49-F238E27FC236}">
                  <a16:creationId xmlns:a16="http://schemas.microsoft.com/office/drawing/2014/main" id="{CA724F9F-55A6-43F4-9732-C526E650991D}"/>
                </a:ext>
              </a:extLst>
            </p:cNvPr>
            <p:cNvSpPr/>
            <p:nvPr/>
          </p:nvSpPr>
          <p:spPr>
            <a:xfrm rot="1991773">
              <a:off x="5991200" y="3357499"/>
              <a:ext cx="149086" cy="40398"/>
            </a:xfrm>
            <a:custGeom>
              <a:avLst/>
              <a:gdLst>
                <a:gd name="connsiteX0" fmla="*/ 0 w 138493"/>
                <a:gd name="connsiteY0" fmla="*/ 0 h 37528"/>
                <a:gd name="connsiteX1" fmla="*/ 138494 w 138493"/>
                <a:gd name="connsiteY1" fmla="*/ 0 h 37528"/>
                <a:gd name="connsiteX2" fmla="*/ 138494 w 138493"/>
                <a:gd name="connsiteY2" fmla="*/ 37529 h 37528"/>
                <a:gd name="connsiteX3" fmla="*/ 0 w 138493"/>
                <a:gd name="connsiteY3" fmla="*/ 37529 h 37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93" h="37528">
                  <a:moveTo>
                    <a:pt x="0" y="0"/>
                  </a:moveTo>
                  <a:lnTo>
                    <a:pt x="138494" y="0"/>
                  </a:lnTo>
                  <a:lnTo>
                    <a:pt x="138494" y="37529"/>
                  </a:lnTo>
                  <a:lnTo>
                    <a:pt x="0" y="37529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8" name="任意多边形: 形状 277" descr="a0b13dda-a470-44e8-a987-91ad70395959">
              <a:extLst>
                <a:ext uri="{FF2B5EF4-FFF2-40B4-BE49-F238E27FC236}">
                  <a16:creationId xmlns:a16="http://schemas.microsoft.com/office/drawing/2014/main" id="{F6ECEDBD-B783-4928-B720-01121620F97F}"/>
                </a:ext>
              </a:extLst>
            </p:cNvPr>
            <p:cNvSpPr/>
            <p:nvPr/>
          </p:nvSpPr>
          <p:spPr>
            <a:xfrm rot="1991773">
              <a:off x="5984329" y="3392981"/>
              <a:ext cx="129707" cy="20200"/>
            </a:xfrm>
            <a:custGeom>
              <a:avLst/>
              <a:gdLst>
                <a:gd name="connsiteX0" fmla="*/ 0 w 120491"/>
                <a:gd name="connsiteY0" fmla="*/ 0 h 18764"/>
                <a:gd name="connsiteX1" fmla="*/ 120491 w 120491"/>
                <a:gd name="connsiteY1" fmla="*/ 0 h 18764"/>
                <a:gd name="connsiteX2" fmla="*/ 120491 w 120491"/>
                <a:gd name="connsiteY2" fmla="*/ 18764 h 18764"/>
                <a:gd name="connsiteX3" fmla="*/ 0 w 120491"/>
                <a:gd name="connsiteY3" fmla="*/ 18764 h 1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91" h="18764">
                  <a:moveTo>
                    <a:pt x="0" y="0"/>
                  </a:moveTo>
                  <a:lnTo>
                    <a:pt x="120491" y="0"/>
                  </a:lnTo>
                  <a:lnTo>
                    <a:pt x="120491" y="18764"/>
                  </a:lnTo>
                  <a:lnTo>
                    <a:pt x="0" y="18764"/>
                  </a:ln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9" name="任意多边形: 形状 278" descr="b47746f1-bbce-43f1-af7c-5c22a4a39559">
              <a:extLst>
                <a:ext uri="{FF2B5EF4-FFF2-40B4-BE49-F238E27FC236}">
                  <a16:creationId xmlns:a16="http://schemas.microsoft.com/office/drawing/2014/main" id="{A78AFFED-7CBC-429C-B060-1F024497C8B4}"/>
                </a:ext>
              </a:extLst>
            </p:cNvPr>
            <p:cNvSpPr/>
            <p:nvPr/>
          </p:nvSpPr>
          <p:spPr>
            <a:xfrm rot="1991773">
              <a:off x="5984816" y="3410240"/>
              <a:ext cx="108995" cy="15790"/>
            </a:xfrm>
            <a:custGeom>
              <a:avLst/>
              <a:gdLst>
                <a:gd name="connsiteX0" fmla="*/ 0 w 101250"/>
                <a:gd name="connsiteY0" fmla="*/ 0 h 14668"/>
                <a:gd name="connsiteX1" fmla="*/ 101251 w 101250"/>
                <a:gd name="connsiteY1" fmla="*/ 0 h 14668"/>
                <a:gd name="connsiteX2" fmla="*/ 101251 w 101250"/>
                <a:gd name="connsiteY2" fmla="*/ 14668 h 14668"/>
                <a:gd name="connsiteX3" fmla="*/ 0 w 101250"/>
                <a:gd name="connsiteY3" fmla="*/ 14668 h 14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0" h="14668">
                  <a:moveTo>
                    <a:pt x="0" y="0"/>
                  </a:moveTo>
                  <a:lnTo>
                    <a:pt x="101251" y="0"/>
                  </a:lnTo>
                  <a:lnTo>
                    <a:pt x="101251" y="14668"/>
                  </a:lnTo>
                  <a:lnTo>
                    <a:pt x="0" y="14668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0" name="任意多边形: 形状 279" descr="d0b10c70-2401-42b9-b69d-10ecb437f854">
              <a:extLst>
                <a:ext uri="{FF2B5EF4-FFF2-40B4-BE49-F238E27FC236}">
                  <a16:creationId xmlns:a16="http://schemas.microsoft.com/office/drawing/2014/main" id="{721AFC5C-B740-4AF5-9188-D704403AD6B7}"/>
                </a:ext>
              </a:extLst>
            </p:cNvPr>
            <p:cNvSpPr/>
            <p:nvPr/>
          </p:nvSpPr>
          <p:spPr>
            <a:xfrm rot="1991773">
              <a:off x="5912678" y="3464895"/>
              <a:ext cx="180463" cy="17636"/>
            </a:xfrm>
            <a:custGeom>
              <a:avLst/>
              <a:gdLst>
                <a:gd name="connsiteX0" fmla="*/ 0 w 167640"/>
                <a:gd name="connsiteY0" fmla="*/ 0 h 16383"/>
                <a:gd name="connsiteX1" fmla="*/ 167640 w 167640"/>
                <a:gd name="connsiteY1" fmla="*/ 0 h 16383"/>
                <a:gd name="connsiteX2" fmla="*/ 167640 w 167640"/>
                <a:gd name="connsiteY2" fmla="*/ 16383 h 16383"/>
                <a:gd name="connsiteX3" fmla="*/ 0 w 167640"/>
                <a:gd name="connsiteY3" fmla="*/ 16383 h 16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" h="16383">
                  <a:moveTo>
                    <a:pt x="0" y="0"/>
                  </a:moveTo>
                  <a:lnTo>
                    <a:pt x="167640" y="0"/>
                  </a:lnTo>
                  <a:lnTo>
                    <a:pt x="167640" y="16383"/>
                  </a:lnTo>
                  <a:lnTo>
                    <a:pt x="0" y="16383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1" name="任意多边形: 形状 280" descr="1af6fb2b-0563-4201-b450-32b23bad04a1">
              <a:extLst>
                <a:ext uri="{FF2B5EF4-FFF2-40B4-BE49-F238E27FC236}">
                  <a16:creationId xmlns:a16="http://schemas.microsoft.com/office/drawing/2014/main" id="{C1920618-0516-4ACB-B889-F2FFC7FB82DF}"/>
                </a:ext>
              </a:extLst>
            </p:cNvPr>
            <p:cNvSpPr/>
            <p:nvPr/>
          </p:nvSpPr>
          <p:spPr>
            <a:xfrm rot="21190573">
              <a:off x="5945168" y="3407015"/>
              <a:ext cx="126358" cy="111479"/>
            </a:xfrm>
            <a:custGeom>
              <a:avLst/>
              <a:gdLst>
                <a:gd name="connsiteX0" fmla="*/ 115158 w 117380"/>
                <a:gd name="connsiteY0" fmla="*/ 103463 h 103558"/>
                <a:gd name="connsiteX1" fmla="*/ 0 w 117380"/>
                <a:gd name="connsiteY1" fmla="*/ 6784 h 103558"/>
                <a:gd name="connsiteX2" fmla="*/ 110614 w 117380"/>
                <a:gd name="connsiteY2" fmla="*/ 51228 h 103558"/>
                <a:gd name="connsiteX3" fmla="*/ 115158 w 117380"/>
                <a:gd name="connsiteY3" fmla="*/ 103558 h 103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380" h="103558">
                  <a:moveTo>
                    <a:pt x="115158" y="103463"/>
                  </a:moveTo>
                  <a:lnTo>
                    <a:pt x="0" y="6784"/>
                  </a:lnTo>
                  <a:cubicBezTo>
                    <a:pt x="42815" y="-11485"/>
                    <a:pt x="92345" y="8413"/>
                    <a:pt x="110614" y="51228"/>
                  </a:cubicBezTo>
                  <a:cubicBezTo>
                    <a:pt x="117663" y="67744"/>
                    <a:pt x="119253" y="86080"/>
                    <a:pt x="115158" y="103558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0" name="任意多边形: 形状 379" descr="8e908a1d-16ef-4804-954d-82ce5173c703">
              <a:extLst>
                <a:ext uri="{FF2B5EF4-FFF2-40B4-BE49-F238E27FC236}">
                  <a16:creationId xmlns:a16="http://schemas.microsoft.com/office/drawing/2014/main" id="{F11D0603-EA08-4D5D-BE79-CC349F6EF85C}"/>
                </a:ext>
              </a:extLst>
            </p:cNvPr>
            <p:cNvSpPr/>
            <p:nvPr/>
          </p:nvSpPr>
          <p:spPr>
            <a:xfrm rot="21190573">
              <a:off x="5200065" y="4827353"/>
              <a:ext cx="403479" cy="631496"/>
            </a:xfrm>
            <a:custGeom>
              <a:avLst/>
              <a:gdLst>
                <a:gd name="connsiteX0" fmla="*/ 476458 w 495471"/>
                <a:gd name="connsiteY0" fmla="*/ 0 h 775474"/>
                <a:gd name="connsiteX1" fmla="*/ 495471 w 495471"/>
                <a:gd name="connsiteY1" fmla="*/ 490306 h 775474"/>
                <a:gd name="connsiteX2" fmla="*/ 133219 w 495471"/>
                <a:gd name="connsiteY2" fmla="*/ 693655 h 775474"/>
                <a:gd name="connsiteX3" fmla="*/ 113917 w 495471"/>
                <a:gd name="connsiteY3" fmla="*/ 740897 h 775474"/>
                <a:gd name="connsiteX4" fmla="*/ 99635 w 495471"/>
                <a:gd name="connsiteY4" fmla="*/ 775474 h 775474"/>
                <a:gd name="connsiteX5" fmla="*/ 81861 w 495471"/>
                <a:gd name="connsiteY5" fmla="*/ 736392 h 775474"/>
                <a:gd name="connsiteX6" fmla="*/ 187 w 495471"/>
                <a:gd name="connsiteY6" fmla="*/ 288062 h 775474"/>
                <a:gd name="connsiteX7" fmla="*/ 5793 w 495471"/>
                <a:gd name="connsiteY7" fmla="*/ 206514 h 775474"/>
                <a:gd name="connsiteX8" fmla="*/ 44038 w 495471"/>
                <a:gd name="connsiteY8" fmla="*/ 203464 h 775474"/>
                <a:gd name="connsiteX9" fmla="*/ 113324 w 495471"/>
                <a:gd name="connsiteY9" fmla="*/ 198817 h 775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5471" h="775474">
                  <a:moveTo>
                    <a:pt x="476458" y="0"/>
                  </a:moveTo>
                  <a:lnTo>
                    <a:pt x="495471" y="490306"/>
                  </a:lnTo>
                  <a:lnTo>
                    <a:pt x="133219" y="693655"/>
                  </a:lnTo>
                  <a:cubicBezTo>
                    <a:pt x="133219" y="693655"/>
                    <a:pt x="125641" y="712361"/>
                    <a:pt x="113917" y="740897"/>
                  </a:cubicBezTo>
                  <a:lnTo>
                    <a:pt x="99635" y="775474"/>
                  </a:lnTo>
                  <a:lnTo>
                    <a:pt x="81861" y="736392"/>
                  </a:lnTo>
                  <a:cubicBezTo>
                    <a:pt x="26416" y="596984"/>
                    <a:pt x="-2625" y="445230"/>
                    <a:pt x="187" y="288062"/>
                  </a:cubicBezTo>
                  <a:lnTo>
                    <a:pt x="5793" y="206514"/>
                  </a:lnTo>
                  <a:lnTo>
                    <a:pt x="44038" y="203464"/>
                  </a:lnTo>
                  <a:cubicBezTo>
                    <a:pt x="66091" y="201871"/>
                    <a:pt x="89337" y="200328"/>
                    <a:pt x="113324" y="198817"/>
                  </a:cubicBezTo>
                  <a:close/>
                </a:path>
              </a:pathLst>
            </a:custGeom>
            <a:solidFill>
              <a:srgbClr val="FBD1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9" name="任意多边形: 形状 378" descr="d96d95d3-f12a-4d0f-b97d-4893777bf725">
              <a:extLst>
                <a:ext uri="{FF2B5EF4-FFF2-40B4-BE49-F238E27FC236}">
                  <a16:creationId xmlns:a16="http://schemas.microsoft.com/office/drawing/2014/main" id="{E33B5307-7EB0-45E0-B5FE-2AB961D6BA5D}"/>
                </a:ext>
              </a:extLst>
            </p:cNvPr>
            <p:cNvSpPr/>
            <p:nvPr/>
          </p:nvSpPr>
          <p:spPr>
            <a:xfrm rot="21190573">
              <a:off x="5210653" y="5005866"/>
              <a:ext cx="114329" cy="468672"/>
            </a:xfrm>
            <a:custGeom>
              <a:avLst/>
              <a:gdLst>
                <a:gd name="connsiteX0" fmla="*/ 117606 w 140396"/>
                <a:gd name="connsiteY0" fmla="*/ 0 h 575527"/>
                <a:gd name="connsiteX1" fmla="*/ 140396 w 140396"/>
                <a:gd name="connsiteY1" fmla="*/ 495720 h 575527"/>
                <a:gd name="connsiteX2" fmla="*/ 131961 w 140396"/>
                <a:gd name="connsiteY2" fmla="*/ 495719 h 575527"/>
                <a:gd name="connsiteX3" fmla="*/ 112638 w 140396"/>
                <a:gd name="connsiteY3" fmla="*/ 542878 h 575527"/>
                <a:gd name="connsiteX4" fmla="*/ 99122 w 140396"/>
                <a:gd name="connsiteY4" fmla="*/ 575527 h 575527"/>
                <a:gd name="connsiteX5" fmla="*/ 81862 w 140396"/>
                <a:gd name="connsiteY5" fmla="*/ 537574 h 575527"/>
                <a:gd name="connsiteX6" fmla="*/ 187 w 140396"/>
                <a:gd name="connsiteY6" fmla="*/ 89244 h 575527"/>
                <a:gd name="connsiteX7" fmla="*/ 5778 w 140396"/>
                <a:gd name="connsiteY7" fmla="*/ 7932 h 575527"/>
                <a:gd name="connsiteX8" fmla="*/ 17501 w 140396"/>
                <a:gd name="connsiteY8" fmla="*/ 6835 h 575527"/>
                <a:gd name="connsiteX9" fmla="*/ 113325 w 140396"/>
                <a:gd name="connsiteY9" fmla="*/ 0 h 57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0396" h="575527">
                  <a:moveTo>
                    <a:pt x="117606" y="0"/>
                  </a:moveTo>
                  <a:lnTo>
                    <a:pt x="140396" y="495720"/>
                  </a:lnTo>
                  <a:lnTo>
                    <a:pt x="131961" y="495719"/>
                  </a:lnTo>
                  <a:cubicBezTo>
                    <a:pt x="131961" y="495719"/>
                    <a:pt x="124374" y="514386"/>
                    <a:pt x="112638" y="542878"/>
                  </a:cubicBezTo>
                  <a:lnTo>
                    <a:pt x="99122" y="575527"/>
                  </a:lnTo>
                  <a:lnTo>
                    <a:pt x="81862" y="537574"/>
                  </a:lnTo>
                  <a:cubicBezTo>
                    <a:pt x="26417" y="398166"/>
                    <a:pt x="-2625" y="246412"/>
                    <a:pt x="187" y="89244"/>
                  </a:cubicBezTo>
                  <a:lnTo>
                    <a:pt x="5778" y="7932"/>
                  </a:lnTo>
                  <a:lnTo>
                    <a:pt x="17501" y="6835"/>
                  </a:lnTo>
                  <a:cubicBezTo>
                    <a:pt x="47118" y="4454"/>
                    <a:pt x="79486" y="2172"/>
                    <a:pt x="113325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8" name="任意多边形: 形状 377" descr="bcb401e8-fd9d-4ca7-9373-ede6556ec375">
              <a:extLst>
                <a:ext uri="{FF2B5EF4-FFF2-40B4-BE49-F238E27FC236}">
                  <a16:creationId xmlns:a16="http://schemas.microsoft.com/office/drawing/2014/main" id="{6A7EE77C-8E2E-475C-8FC6-E74335E266F7}"/>
                </a:ext>
              </a:extLst>
            </p:cNvPr>
            <p:cNvSpPr/>
            <p:nvPr/>
          </p:nvSpPr>
          <p:spPr>
            <a:xfrm rot="21190573">
              <a:off x="5210653" y="5005866"/>
              <a:ext cx="114329" cy="468672"/>
            </a:xfrm>
            <a:custGeom>
              <a:avLst/>
              <a:gdLst>
                <a:gd name="connsiteX0" fmla="*/ 117606 w 140396"/>
                <a:gd name="connsiteY0" fmla="*/ 0 h 575527"/>
                <a:gd name="connsiteX1" fmla="*/ 140396 w 140396"/>
                <a:gd name="connsiteY1" fmla="*/ 495720 h 575527"/>
                <a:gd name="connsiteX2" fmla="*/ 131961 w 140396"/>
                <a:gd name="connsiteY2" fmla="*/ 495719 h 575527"/>
                <a:gd name="connsiteX3" fmla="*/ 112638 w 140396"/>
                <a:gd name="connsiteY3" fmla="*/ 542878 h 575527"/>
                <a:gd name="connsiteX4" fmla="*/ 99122 w 140396"/>
                <a:gd name="connsiteY4" fmla="*/ 575527 h 575527"/>
                <a:gd name="connsiteX5" fmla="*/ 81862 w 140396"/>
                <a:gd name="connsiteY5" fmla="*/ 537574 h 575527"/>
                <a:gd name="connsiteX6" fmla="*/ 187 w 140396"/>
                <a:gd name="connsiteY6" fmla="*/ 89244 h 575527"/>
                <a:gd name="connsiteX7" fmla="*/ 5778 w 140396"/>
                <a:gd name="connsiteY7" fmla="*/ 7932 h 575527"/>
                <a:gd name="connsiteX8" fmla="*/ 17501 w 140396"/>
                <a:gd name="connsiteY8" fmla="*/ 6835 h 575527"/>
                <a:gd name="connsiteX9" fmla="*/ 113325 w 140396"/>
                <a:gd name="connsiteY9" fmla="*/ 0 h 57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0396" h="575527">
                  <a:moveTo>
                    <a:pt x="117606" y="0"/>
                  </a:moveTo>
                  <a:lnTo>
                    <a:pt x="140396" y="495720"/>
                  </a:lnTo>
                  <a:lnTo>
                    <a:pt x="131961" y="495719"/>
                  </a:lnTo>
                  <a:cubicBezTo>
                    <a:pt x="131961" y="495719"/>
                    <a:pt x="124374" y="514386"/>
                    <a:pt x="112638" y="542878"/>
                  </a:cubicBezTo>
                  <a:lnTo>
                    <a:pt x="99122" y="575527"/>
                  </a:lnTo>
                  <a:lnTo>
                    <a:pt x="81862" y="537574"/>
                  </a:lnTo>
                  <a:cubicBezTo>
                    <a:pt x="26417" y="398166"/>
                    <a:pt x="-2625" y="246412"/>
                    <a:pt x="187" y="89244"/>
                  </a:cubicBezTo>
                  <a:lnTo>
                    <a:pt x="5778" y="7932"/>
                  </a:lnTo>
                  <a:lnTo>
                    <a:pt x="17501" y="6835"/>
                  </a:lnTo>
                  <a:cubicBezTo>
                    <a:pt x="47118" y="4454"/>
                    <a:pt x="79486" y="2172"/>
                    <a:pt x="113325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0" name="任意多边形: 形状 289" descr="d3ccf1a3-b739-46e6-a965-0b0ce8617f45">
              <a:extLst>
                <a:ext uri="{FF2B5EF4-FFF2-40B4-BE49-F238E27FC236}">
                  <a16:creationId xmlns:a16="http://schemas.microsoft.com/office/drawing/2014/main" id="{7BEFB7A7-02EC-4226-BB6E-89C26041DA5F}"/>
                </a:ext>
              </a:extLst>
            </p:cNvPr>
            <p:cNvSpPr/>
            <p:nvPr/>
          </p:nvSpPr>
          <p:spPr>
            <a:xfrm rot="21190573">
              <a:off x="5185439" y="3404714"/>
              <a:ext cx="1728339" cy="1857122"/>
            </a:xfrm>
            <a:custGeom>
              <a:avLst/>
              <a:gdLst>
                <a:gd name="connsiteX0" fmla="*/ 0 w 1605533"/>
                <a:gd name="connsiteY0" fmla="*/ 1348359 h 1725167"/>
                <a:gd name="connsiteX1" fmla="*/ 153638 w 1605533"/>
                <a:gd name="connsiteY1" fmla="*/ 1725168 h 1725167"/>
                <a:gd name="connsiteX2" fmla="*/ 1138809 w 1605533"/>
                <a:gd name="connsiteY2" fmla="*/ 1212532 h 1725167"/>
                <a:gd name="connsiteX3" fmla="*/ 1605534 w 1605533"/>
                <a:gd name="connsiteY3" fmla="*/ 160972 h 1725167"/>
                <a:gd name="connsiteX4" fmla="*/ 1301782 w 1605533"/>
                <a:gd name="connsiteY4" fmla="*/ 0 h 1725167"/>
                <a:gd name="connsiteX5" fmla="*/ 843153 w 1605533"/>
                <a:gd name="connsiteY5" fmla="*/ 943547 h 1725167"/>
                <a:gd name="connsiteX6" fmla="*/ 0 w 1605533"/>
                <a:gd name="connsiteY6" fmla="*/ 1348359 h 172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5533" h="1725167">
                  <a:moveTo>
                    <a:pt x="0" y="1348359"/>
                  </a:moveTo>
                  <a:lnTo>
                    <a:pt x="153638" y="1725168"/>
                  </a:lnTo>
                  <a:cubicBezTo>
                    <a:pt x="153638" y="1725168"/>
                    <a:pt x="966216" y="1385602"/>
                    <a:pt x="1138809" y="1212532"/>
                  </a:cubicBezTo>
                  <a:cubicBezTo>
                    <a:pt x="1291209" y="1059561"/>
                    <a:pt x="1605534" y="160972"/>
                    <a:pt x="1605534" y="160972"/>
                  </a:cubicBezTo>
                  <a:lnTo>
                    <a:pt x="1301782" y="0"/>
                  </a:lnTo>
                  <a:cubicBezTo>
                    <a:pt x="1301782" y="0"/>
                    <a:pt x="981266" y="696563"/>
                    <a:pt x="843153" y="943547"/>
                  </a:cubicBezTo>
                  <a:cubicBezTo>
                    <a:pt x="799433" y="1021842"/>
                    <a:pt x="0" y="1348359"/>
                    <a:pt x="0" y="1348359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1" name="任意多边形: 形状 290" descr="56b011ef-12b3-41ac-94ac-a96fa8234055">
              <a:extLst>
                <a:ext uri="{FF2B5EF4-FFF2-40B4-BE49-F238E27FC236}">
                  <a16:creationId xmlns:a16="http://schemas.microsoft.com/office/drawing/2014/main" id="{E9A08EC4-A1DB-497B-9367-03E985304DA0}"/>
                </a:ext>
              </a:extLst>
            </p:cNvPr>
            <p:cNvSpPr/>
            <p:nvPr/>
          </p:nvSpPr>
          <p:spPr>
            <a:xfrm rot="21190573">
              <a:off x="6100120" y="3354134"/>
              <a:ext cx="688321" cy="888779"/>
            </a:xfrm>
            <a:custGeom>
              <a:avLst/>
              <a:gdLst>
                <a:gd name="connsiteX0" fmla="*/ 639413 w 639413"/>
                <a:gd name="connsiteY0" fmla="*/ 129254 h 825627"/>
                <a:gd name="connsiteX1" fmla="*/ 0 w 639413"/>
                <a:gd name="connsiteY1" fmla="*/ 825627 h 825627"/>
                <a:gd name="connsiteX2" fmla="*/ 395573 w 639413"/>
                <a:gd name="connsiteY2" fmla="*/ 0 h 825627"/>
                <a:gd name="connsiteX3" fmla="*/ 395573 w 639413"/>
                <a:gd name="connsiteY3" fmla="*/ 0 h 82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9413" h="825627">
                  <a:moveTo>
                    <a:pt x="639413" y="129254"/>
                  </a:moveTo>
                  <a:lnTo>
                    <a:pt x="0" y="825627"/>
                  </a:lnTo>
                  <a:cubicBezTo>
                    <a:pt x="152400" y="528352"/>
                    <a:pt x="391287" y="9334"/>
                    <a:pt x="395573" y="0"/>
                  </a:cubicBezTo>
                  <a:lnTo>
                    <a:pt x="395573" y="0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2" name="任意多边形: 形状 291" descr="8e5bdae5-468f-4846-b152-3ac9009855fd">
              <a:extLst>
                <a:ext uri="{FF2B5EF4-FFF2-40B4-BE49-F238E27FC236}">
                  <a16:creationId xmlns:a16="http://schemas.microsoft.com/office/drawing/2014/main" id="{973EA47D-9561-4571-BE29-7F69C2E1306A}"/>
                </a:ext>
              </a:extLst>
            </p:cNvPr>
            <p:cNvSpPr/>
            <p:nvPr/>
          </p:nvSpPr>
          <p:spPr>
            <a:xfrm rot="21190573">
              <a:off x="5328148" y="3483122"/>
              <a:ext cx="1281742" cy="1391057"/>
            </a:xfrm>
            <a:custGeom>
              <a:avLst/>
              <a:gdLst>
                <a:gd name="connsiteX0" fmla="*/ 1190670 w 1190669"/>
                <a:gd name="connsiteY0" fmla="*/ 0 h 1292218"/>
                <a:gd name="connsiteX1" fmla="*/ 1099706 w 1190669"/>
                <a:gd name="connsiteY1" fmla="*/ 218408 h 1292218"/>
                <a:gd name="connsiteX2" fmla="*/ 1007123 w 1190669"/>
                <a:gd name="connsiteY2" fmla="*/ 436150 h 1292218"/>
                <a:gd name="connsiteX3" fmla="*/ 753281 w 1190669"/>
                <a:gd name="connsiteY3" fmla="*/ 944023 h 1292218"/>
                <a:gd name="connsiteX4" fmla="*/ 2997 w 1190669"/>
                <a:gd name="connsiteY4" fmla="*/ 1291781 h 1292218"/>
                <a:gd name="connsiteX5" fmla="*/ 235 w 1190669"/>
                <a:gd name="connsiteY5" fmla="*/ 1289209 h 1292218"/>
                <a:gd name="connsiteX6" fmla="*/ 745947 w 1190669"/>
                <a:gd name="connsiteY6" fmla="*/ 936784 h 1292218"/>
                <a:gd name="connsiteX7" fmla="*/ 1000836 w 1190669"/>
                <a:gd name="connsiteY7" fmla="*/ 433483 h 129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0669" h="1292218">
                  <a:moveTo>
                    <a:pt x="1190670" y="0"/>
                  </a:moveTo>
                  <a:lnTo>
                    <a:pt x="1099706" y="218408"/>
                  </a:lnTo>
                  <a:lnTo>
                    <a:pt x="1007123" y="436150"/>
                  </a:lnTo>
                  <a:cubicBezTo>
                    <a:pt x="944924" y="581120"/>
                    <a:pt x="780428" y="912400"/>
                    <a:pt x="753281" y="944023"/>
                  </a:cubicBezTo>
                  <a:cubicBezTo>
                    <a:pt x="717848" y="984599"/>
                    <a:pt x="73863" y="1261872"/>
                    <a:pt x="2997" y="1291781"/>
                  </a:cubicBezTo>
                  <a:cubicBezTo>
                    <a:pt x="-1194" y="1293590"/>
                    <a:pt x="235" y="1289209"/>
                    <a:pt x="235" y="1289209"/>
                  </a:cubicBezTo>
                  <a:cubicBezTo>
                    <a:pt x="235" y="1289209"/>
                    <a:pt x="724135" y="969740"/>
                    <a:pt x="745947" y="936784"/>
                  </a:cubicBezTo>
                  <a:cubicBezTo>
                    <a:pt x="772236" y="896684"/>
                    <a:pt x="937304" y="577787"/>
                    <a:pt x="1000836" y="433483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3" name="任意多边形: 形状 292" descr="10325694-2c5a-4f2b-b297-2c915d2d5ca5">
              <a:extLst>
                <a:ext uri="{FF2B5EF4-FFF2-40B4-BE49-F238E27FC236}">
                  <a16:creationId xmlns:a16="http://schemas.microsoft.com/office/drawing/2014/main" id="{27BE56D5-F389-4F84-9FE8-8913E3AF89FE}"/>
                </a:ext>
              </a:extLst>
            </p:cNvPr>
            <p:cNvSpPr/>
            <p:nvPr/>
          </p:nvSpPr>
          <p:spPr>
            <a:xfrm rot="21190573">
              <a:off x="5366074" y="4918002"/>
              <a:ext cx="139351" cy="365140"/>
            </a:xfrm>
            <a:custGeom>
              <a:avLst/>
              <a:gdLst>
                <a:gd name="connsiteX0" fmla="*/ 129450 w 129449"/>
                <a:gd name="connsiteY0" fmla="*/ 338487 h 339195"/>
                <a:gd name="connsiteX1" fmla="*/ 94493 w 129449"/>
                <a:gd name="connsiteY1" fmla="*/ 239046 h 339195"/>
                <a:gd name="connsiteX2" fmla="*/ 1148 w 129449"/>
                <a:gd name="connsiteY2" fmla="*/ 254 h 339195"/>
                <a:gd name="connsiteX3" fmla="*/ 5 w 129449"/>
                <a:gd name="connsiteY3" fmla="*/ 254 h 339195"/>
                <a:gd name="connsiteX4" fmla="*/ 88111 w 129449"/>
                <a:gd name="connsiteY4" fmla="*/ 241046 h 339195"/>
                <a:gd name="connsiteX5" fmla="*/ 127735 w 129449"/>
                <a:gd name="connsiteY5" fmla="*/ 338773 h 339195"/>
                <a:gd name="connsiteX6" fmla="*/ 129059 w 129449"/>
                <a:gd name="connsiteY6" fmla="*/ 339039 h 339195"/>
                <a:gd name="connsiteX7" fmla="*/ 129450 w 129449"/>
                <a:gd name="connsiteY7" fmla="*/ 338487 h 33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449" h="339195">
                  <a:moveTo>
                    <a:pt x="129450" y="338487"/>
                  </a:moveTo>
                  <a:cubicBezTo>
                    <a:pt x="108971" y="280479"/>
                    <a:pt x="115639" y="296862"/>
                    <a:pt x="94493" y="239046"/>
                  </a:cubicBezTo>
                  <a:cubicBezTo>
                    <a:pt x="84111" y="210471"/>
                    <a:pt x="15626" y="24828"/>
                    <a:pt x="1148" y="254"/>
                  </a:cubicBezTo>
                  <a:cubicBezTo>
                    <a:pt x="1148" y="-317"/>
                    <a:pt x="-90" y="254"/>
                    <a:pt x="5" y="254"/>
                  </a:cubicBezTo>
                  <a:cubicBezTo>
                    <a:pt x="5434" y="28353"/>
                    <a:pt x="77158" y="212947"/>
                    <a:pt x="88111" y="241046"/>
                  </a:cubicBezTo>
                  <a:cubicBezTo>
                    <a:pt x="110495" y="298196"/>
                    <a:pt x="104685" y="281718"/>
                    <a:pt x="127735" y="338773"/>
                  </a:cubicBezTo>
                  <a:cubicBezTo>
                    <a:pt x="128031" y="339211"/>
                    <a:pt x="128621" y="339325"/>
                    <a:pt x="129059" y="339039"/>
                  </a:cubicBezTo>
                  <a:cubicBezTo>
                    <a:pt x="129250" y="338906"/>
                    <a:pt x="129393" y="338715"/>
                    <a:pt x="129450" y="338487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1" name="任意多边形: 形状 370" descr="51f42a29-2c0e-493c-a2ca-4869e582d87d">
              <a:extLst>
                <a:ext uri="{FF2B5EF4-FFF2-40B4-BE49-F238E27FC236}">
                  <a16:creationId xmlns:a16="http://schemas.microsoft.com/office/drawing/2014/main" id="{BF3E48C3-77A7-4E0D-99E7-29E5F4085F8C}"/>
                </a:ext>
              </a:extLst>
            </p:cNvPr>
            <p:cNvSpPr/>
            <p:nvPr/>
          </p:nvSpPr>
          <p:spPr>
            <a:xfrm rot="21190573">
              <a:off x="5088831" y="3331071"/>
              <a:ext cx="1771460" cy="1680808"/>
            </a:xfrm>
            <a:custGeom>
              <a:avLst/>
              <a:gdLst>
                <a:gd name="connsiteX0" fmla="*/ 1625985 w 2175345"/>
                <a:gd name="connsiteY0" fmla="*/ 0 h 2064025"/>
                <a:gd name="connsiteX1" fmla="*/ 2175345 w 2175345"/>
                <a:gd name="connsiteY1" fmla="*/ 290733 h 2064025"/>
                <a:gd name="connsiteX2" fmla="*/ 1983706 w 2175345"/>
                <a:gd name="connsiteY2" fmla="*/ 509949 h 2064025"/>
                <a:gd name="connsiteX3" fmla="*/ 1842934 w 2175345"/>
                <a:gd name="connsiteY3" fmla="*/ 641654 h 2064025"/>
                <a:gd name="connsiteX4" fmla="*/ 1710977 w 2175345"/>
                <a:gd name="connsiteY4" fmla="*/ 633846 h 2064025"/>
                <a:gd name="connsiteX5" fmla="*/ 1080152 w 2175345"/>
                <a:gd name="connsiteY5" fmla="*/ 1422315 h 2064025"/>
                <a:gd name="connsiteX6" fmla="*/ 25475 w 2175345"/>
                <a:gd name="connsiteY6" fmla="*/ 2051334 h 2064025"/>
                <a:gd name="connsiteX7" fmla="*/ 989 w 2175345"/>
                <a:gd name="connsiteY7" fmla="*/ 2064025 h 2064025"/>
                <a:gd name="connsiteX8" fmla="*/ 0 w 2175345"/>
                <a:gd name="connsiteY8" fmla="*/ 2033470 h 2064025"/>
                <a:gd name="connsiteX9" fmla="*/ 8167 w 2175345"/>
                <a:gd name="connsiteY9" fmla="*/ 1914687 h 2064025"/>
                <a:gd name="connsiteX10" fmla="*/ 68734 w 2175345"/>
                <a:gd name="connsiteY10" fmla="*/ 1408536 h 2064025"/>
                <a:gd name="connsiteX11" fmla="*/ 184484 w 2175345"/>
                <a:gd name="connsiteY11" fmla="*/ 1343493 h 2064025"/>
                <a:gd name="connsiteX12" fmla="*/ 659224 w 2175345"/>
                <a:gd name="connsiteY12" fmla="*/ 1052885 h 2064025"/>
                <a:gd name="connsiteX13" fmla="*/ 1347339 w 2175345"/>
                <a:gd name="connsiteY13" fmla="*/ 321709 h 2064025"/>
                <a:gd name="connsiteX14" fmla="*/ 1625985 w 2175345"/>
                <a:gd name="connsiteY14" fmla="*/ 0 h 206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75345" h="2064025">
                  <a:moveTo>
                    <a:pt x="1625985" y="0"/>
                  </a:moveTo>
                  <a:lnTo>
                    <a:pt x="2175345" y="290733"/>
                  </a:lnTo>
                  <a:cubicBezTo>
                    <a:pt x="2169175" y="298163"/>
                    <a:pt x="2072096" y="413499"/>
                    <a:pt x="1983706" y="509949"/>
                  </a:cubicBezTo>
                  <a:cubicBezTo>
                    <a:pt x="1919237" y="580460"/>
                    <a:pt x="1859303" y="640772"/>
                    <a:pt x="1842934" y="641654"/>
                  </a:cubicBezTo>
                  <a:cubicBezTo>
                    <a:pt x="1824299" y="642535"/>
                    <a:pt x="1739181" y="636492"/>
                    <a:pt x="1710977" y="633846"/>
                  </a:cubicBezTo>
                  <a:cubicBezTo>
                    <a:pt x="1710977" y="633846"/>
                    <a:pt x="1266881" y="1239993"/>
                    <a:pt x="1080152" y="1422315"/>
                  </a:cubicBezTo>
                  <a:cubicBezTo>
                    <a:pt x="914891" y="1584161"/>
                    <a:pt x="201292" y="1959922"/>
                    <a:pt x="25475" y="2051334"/>
                  </a:cubicBezTo>
                  <a:lnTo>
                    <a:pt x="989" y="2064025"/>
                  </a:lnTo>
                  <a:lnTo>
                    <a:pt x="0" y="2033470"/>
                  </a:lnTo>
                  <a:cubicBezTo>
                    <a:pt x="703" y="1994178"/>
                    <a:pt x="3397" y="1954548"/>
                    <a:pt x="8167" y="1914687"/>
                  </a:cubicBezTo>
                  <a:lnTo>
                    <a:pt x="68734" y="1408536"/>
                  </a:lnTo>
                  <a:lnTo>
                    <a:pt x="184484" y="1343493"/>
                  </a:lnTo>
                  <a:cubicBezTo>
                    <a:pt x="392382" y="1225733"/>
                    <a:pt x="612070" y="1096955"/>
                    <a:pt x="659224" y="1052885"/>
                  </a:cubicBezTo>
                  <a:cubicBezTo>
                    <a:pt x="805534" y="916397"/>
                    <a:pt x="1347339" y="321709"/>
                    <a:pt x="1347339" y="321709"/>
                  </a:cubicBezTo>
                  <a:cubicBezTo>
                    <a:pt x="1347339" y="321709"/>
                    <a:pt x="1481060" y="65475"/>
                    <a:pt x="1625985" y="0"/>
                  </a:cubicBezTo>
                  <a:close/>
                </a:path>
              </a:pathLst>
            </a:custGeom>
            <a:solidFill>
              <a:srgbClr val="3747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4" name="任意多边形: 形状 303" descr="b94abc5e-34aa-42a6-89ff-4d90fc11b14a">
              <a:extLst>
                <a:ext uri="{FF2B5EF4-FFF2-40B4-BE49-F238E27FC236}">
                  <a16:creationId xmlns:a16="http://schemas.microsoft.com/office/drawing/2014/main" id="{91EC5EF9-97EB-4DC3-BA6E-ABD12E3D9C3C}"/>
                </a:ext>
              </a:extLst>
            </p:cNvPr>
            <p:cNvSpPr/>
            <p:nvPr/>
          </p:nvSpPr>
          <p:spPr>
            <a:xfrm rot="21190573">
              <a:off x="6235378" y="3487164"/>
              <a:ext cx="228660" cy="88493"/>
            </a:xfrm>
            <a:custGeom>
              <a:avLst/>
              <a:gdLst>
                <a:gd name="connsiteX0" fmla="*/ 2268 w 212412"/>
                <a:gd name="connsiteY0" fmla="*/ 45695 h 82205"/>
                <a:gd name="connsiteX1" fmla="*/ 33795 w 212412"/>
                <a:gd name="connsiteY1" fmla="*/ 56363 h 82205"/>
                <a:gd name="connsiteX2" fmla="*/ 59132 w 212412"/>
                <a:gd name="connsiteY2" fmla="*/ 64364 h 82205"/>
                <a:gd name="connsiteX3" fmla="*/ 109043 w 212412"/>
                <a:gd name="connsiteY3" fmla="*/ 68841 h 82205"/>
                <a:gd name="connsiteX4" fmla="*/ 157239 w 212412"/>
                <a:gd name="connsiteY4" fmla="*/ 41790 h 82205"/>
                <a:gd name="connsiteX5" fmla="*/ 183052 w 212412"/>
                <a:gd name="connsiteY5" fmla="*/ 21311 h 82205"/>
                <a:gd name="connsiteX6" fmla="*/ 195720 w 212412"/>
                <a:gd name="connsiteY6" fmla="*/ 11786 h 82205"/>
                <a:gd name="connsiteX7" fmla="*/ 211151 w 212412"/>
                <a:gd name="connsiteY7" fmla="*/ 165 h 82205"/>
                <a:gd name="connsiteX8" fmla="*/ 212199 w 212412"/>
                <a:gd name="connsiteY8" fmla="*/ 1213 h 82205"/>
                <a:gd name="connsiteX9" fmla="*/ 202674 w 212412"/>
                <a:gd name="connsiteY9" fmla="*/ 10738 h 82205"/>
                <a:gd name="connsiteX10" fmla="*/ 191910 w 212412"/>
                <a:gd name="connsiteY10" fmla="*/ 21692 h 82205"/>
                <a:gd name="connsiteX11" fmla="*/ 172860 w 212412"/>
                <a:gd name="connsiteY11" fmla="*/ 40742 h 82205"/>
                <a:gd name="connsiteX12" fmla="*/ 134760 w 212412"/>
                <a:gd name="connsiteY12" fmla="*/ 72460 h 82205"/>
                <a:gd name="connsiteX13" fmla="*/ 51417 w 212412"/>
                <a:gd name="connsiteY13" fmla="*/ 72460 h 82205"/>
                <a:gd name="connsiteX14" fmla="*/ 28557 w 212412"/>
                <a:gd name="connsiteY14" fmla="*/ 62935 h 82205"/>
                <a:gd name="connsiteX15" fmla="*/ 839 w 212412"/>
                <a:gd name="connsiteY15" fmla="*/ 48457 h 82205"/>
                <a:gd name="connsiteX16" fmla="*/ 172 w 212412"/>
                <a:gd name="connsiteY16" fmla="*/ 46362 h 82205"/>
                <a:gd name="connsiteX17" fmla="*/ 2268 w 212412"/>
                <a:gd name="connsiteY17" fmla="*/ 45695 h 8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412" h="82205">
                  <a:moveTo>
                    <a:pt x="2268" y="45695"/>
                  </a:moveTo>
                  <a:cubicBezTo>
                    <a:pt x="12936" y="48267"/>
                    <a:pt x="23413" y="52839"/>
                    <a:pt x="33795" y="56363"/>
                  </a:cubicBezTo>
                  <a:cubicBezTo>
                    <a:pt x="42177" y="59316"/>
                    <a:pt x="50560" y="61983"/>
                    <a:pt x="59132" y="64364"/>
                  </a:cubicBezTo>
                  <a:cubicBezTo>
                    <a:pt x="75239" y="69498"/>
                    <a:pt x="92279" y="71031"/>
                    <a:pt x="109043" y="68841"/>
                  </a:cubicBezTo>
                  <a:cubicBezTo>
                    <a:pt x="127121" y="64011"/>
                    <a:pt x="143704" y="54715"/>
                    <a:pt x="157239" y="41790"/>
                  </a:cubicBezTo>
                  <a:cubicBezTo>
                    <a:pt x="165717" y="34836"/>
                    <a:pt x="174385" y="27978"/>
                    <a:pt x="183052" y="21311"/>
                  </a:cubicBezTo>
                  <a:lnTo>
                    <a:pt x="195720" y="11786"/>
                  </a:lnTo>
                  <a:cubicBezTo>
                    <a:pt x="201121" y="8271"/>
                    <a:pt x="206274" y="4385"/>
                    <a:pt x="211151" y="165"/>
                  </a:cubicBezTo>
                  <a:cubicBezTo>
                    <a:pt x="211818" y="-406"/>
                    <a:pt x="212866" y="642"/>
                    <a:pt x="212199" y="1213"/>
                  </a:cubicBezTo>
                  <a:cubicBezTo>
                    <a:pt x="208827" y="4185"/>
                    <a:pt x="205645" y="7366"/>
                    <a:pt x="202674" y="10738"/>
                  </a:cubicBezTo>
                  <a:lnTo>
                    <a:pt x="191910" y="21692"/>
                  </a:lnTo>
                  <a:cubicBezTo>
                    <a:pt x="185434" y="28074"/>
                    <a:pt x="179052" y="34551"/>
                    <a:pt x="172860" y="40742"/>
                  </a:cubicBezTo>
                  <a:cubicBezTo>
                    <a:pt x="161459" y="52782"/>
                    <a:pt x="148667" y="63430"/>
                    <a:pt x="134760" y="72460"/>
                  </a:cubicBezTo>
                  <a:cubicBezTo>
                    <a:pt x="108567" y="87510"/>
                    <a:pt x="78468" y="83223"/>
                    <a:pt x="51417" y="72460"/>
                  </a:cubicBezTo>
                  <a:cubicBezTo>
                    <a:pt x="43701" y="69603"/>
                    <a:pt x="36082" y="66174"/>
                    <a:pt x="28557" y="62935"/>
                  </a:cubicBezTo>
                  <a:cubicBezTo>
                    <a:pt x="18908" y="58935"/>
                    <a:pt x="9640" y="54086"/>
                    <a:pt x="839" y="48457"/>
                  </a:cubicBezTo>
                  <a:cubicBezTo>
                    <a:pt x="77" y="48067"/>
                    <a:pt x="-218" y="47124"/>
                    <a:pt x="172" y="46362"/>
                  </a:cubicBezTo>
                  <a:cubicBezTo>
                    <a:pt x="563" y="45600"/>
                    <a:pt x="1506" y="45304"/>
                    <a:pt x="2268" y="45695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5" name="任意多边形: 形状 304" descr="cba2b441-a893-4e87-81c2-0711274e385a">
              <a:extLst>
                <a:ext uri="{FF2B5EF4-FFF2-40B4-BE49-F238E27FC236}">
                  <a16:creationId xmlns:a16="http://schemas.microsoft.com/office/drawing/2014/main" id="{5854D1E9-E4CA-4A87-97BC-B1FDA118ABE3}"/>
                </a:ext>
              </a:extLst>
            </p:cNvPr>
            <p:cNvSpPr/>
            <p:nvPr/>
          </p:nvSpPr>
          <p:spPr>
            <a:xfrm rot="21190573">
              <a:off x="6439536" y="3779971"/>
              <a:ext cx="148523" cy="13696"/>
            </a:xfrm>
            <a:custGeom>
              <a:avLst/>
              <a:gdLst>
                <a:gd name="connsiteX0" fmla="*/ 135350 w 137970"/>
                <a:gd name="connsiteY0" fmla="*/ 7389 h 12723"/>
                <a:gd name="connsiteX1" fmla="*/ 1333 w 137970"/>
                <a:gd name="connsiteY1" fmla="*/ 531 h 12723"/>
                <a:gd name="connsiteX2" fmla="*/ 0 w 137970"/>
                <a:gd name="connsiteY2" fmla="*/ 1864 h 12723"/>
                <a:gd name="connsiteX3" fmla="*/ 1333 w 137970"/>
                <a:gd name="connsiteY3" fmla="*/ 3198 h 12723"/>
                <a:gd name="connsiteX4" fmla="*/ 135255 w 137970"/>
                <a:gd name="connsiteY4" fmla="*/ 12723 h 12723"/>
                <a:gd name="connsiteX5" fmla="*/ 137969 w 137970"/>
                <a:gd name="connsiteY5" fmla="*/ 10104 h 12723"/>
                <a:gd name="connsiteX6" fmla="*/ 135350 w 137970"/>
                <a:gd name="connsiteY6" fmla="*/ 7389 h 1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970" h="12723">
                  <a:moveTo>
                    <a:pt x="135350" y="7389"/>
                  </a:moveTo>
                  <a:cubicBezTo>
                    <a:pt x="90964" y="1150"/>
                    <a:pt x="46120" y="-1146"/>
                    <a:pt x="1333" y="531"/>
                  </a:cubicBezTo>
                  <a:cubicBezTo>
                    <a:pt x="600" y="531"/>
                    <a:pt x="0" y="1131"/>
                    <a:pt x="0" y="1864"/>
                  </a:cubicBezTo>
                  <a:cubicBezTo>
                    <a:pt x="0" y="2598"/>
                    <a:pt x="600" y="3198"/>
                    <a:pt x="1333" y="3198"/>
                  </a:cubicBezTo>
                  <a:cubicBezTo>
                    <a:pt x="45815" y="6913"/>
                    <a:pt x="90583" y="11580"/>
                    <a:pt x="135255" y="12723"/>
                  </a:cubicBezTo>
                  <a:cubicBezTo>
                    <a:pt x="136731" y="12751"/>
                    <a:pt x="137941" y="11580"/>
                    <a:pt x="137969" y="10104"/>
                  </a:cubicBezTo>
                  <a:cubicBezTo>
                    <a:pt x="137998" y="8627"/>
                    <a:pt x="136827" y="7417"/>
                    <a:pt x="135350" y="738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6" name="任意多边形: 形状 305" descr="69e6202d-c4b7-40c8-a721-d36a666029b6">
              <a:extLst>
                <a:ext uri="{FF2B5EF4-FFF2-40B4-BE49-F238E27FC236}">
                  <a16:creationId xmlns:a16="http://schemas.microsoft.com/office/drawing/2014/main" id="{5F14EC00-9535-430C-BE30-4A81C10482DD}"/>
                </a:ext>
              </a:extLst>
            </p:cNvPr>
            <p:cNvSpPr/>
            <p:nvPr/>
          </p:nvSpPr>
          <p:spPr>
            <a:xfrm rot="21190573">
              <a:off x="6510130" y="3482733"/>
              <a:ext cx="208712" cy="263020"/>
            </a:xfrm>
            <a:custGeom>
              <a:avLst/>
              <a:gdLst>
                <a:gd name="connsiteX0" fmla="*/ 193786 w 193883"/>
                <a:gd name="connsiteY0" fmla="*/ 28942 h 244331"/>
                <a:gd name="connsiteX1" fmla="*/ 191595 w 193883"/>
                <a:gd name="connsiteY1" fmla="*/ 27513 h 244331"/>
                <a:gd name="connsiteX2" fmla="*/ 121396 w 193883"/>
                <a:gd name="connsiteY2" fmla="*/ 145337 h 244331"/>
                <a:gd name="connsiteX3" fmla="*/ 11763 w 193883"/>
                <a:gd name="connsiteY3" fmla="*/ 233634 h 244331"/>
                <a:gd name="connsiteX4" fmla="*/ 10620 w 193883"/>
                <a:gd name="connsiteY4" fmla="*/ 214108 h 244331"/>
                <a:gd name="connsiteX5" fmla="*/ 31671 w 193883"/>
                <a:gd name="connsiteY5" fmla="*/ 184771 h 244331"/>
                <a:gd name="connsiteX6" fmla="*/ 74438 w 193883"/>
                <a:gd name="connsiteY6" fmla="*/ 124096 h 244331"/>
                <a:gd name="connsiteX7" fmla="*/ 137779 w 193883"/>
                <a:gd name="connsiteY7" fmla="*/ 1414 h 244331"/>
                <a:gd name="connsiteX8" fmla="*/ 136731 w 193883"/>
                <a:gd name="connsiteY8" fmla="*/ 14 h 244331"/>
                <a:gd name="connsiteX9" fmla="*/ 135588 w 193883"/>
                <a:gd name="connsiteY9" fmla="*/ 462 h 244331"/>
                <a:gd name="connsiteX10" fmla="*/ 36528 w 193883"/>
                <a:gd name="connsiteY10" fmla="*/ 163625 h 244331"/>
                <a:gd name="connsiteX11" fmla="*/ 9192 w 193883"/>
                <a:gd name="connsiteY11" fmla="*/ 240492 h 244331"/>
                <a:gd name="connsiteX12" fmla="*/ 103203 w 193883"/>
                <a:gd name="connsiteY12" fmla="*/ 185342 h 244331"/>
                <a:gd name="connsiteX13" fmla="*/ 193786 w 193883"/>
                <a:gd name="connsiteY13" fmla="*/ 28942 h 244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3883" h="244331">
                  <a:moveTo>
                    <a:pt x="193786" y="28942"/>
                  </a:moveTo>
                  <a:cubicBezTo>
                    <a:pt x="194358" y="27608"/>
                    <a:pt x="192262" y="26179"/>
                    <a:pt x="191595" y="27513"/>
                  </a:cubicBezTo>
                  <a:cubicBezTo>
                    <a:pt x="170193" y="67947"/>
                    <a:pt x="146761" y="107266"/>
                    <a:pt x="121396" y="145337"/>
                  </a:cubicBezTo>
                  <a:cubicBezTo>
                    <a:pt x="109776" y="163149"/>
                    <a:pt x="40148" y="258304"/>
                    <a:pt x="11763" y="233634"/>
                  </a:cubicBezTo>
                  <a:cubicBezTo>
                    <a:pt x="7001" y="229443"/>
                    <a:pt x="7096" y="222680"/>
                    <a:pt x="10620" y="214108"/>
                  </a:cubicBezTo>
                  <a:cubicBezTo>
                    <a:pt x="16364" y="203478"/>
                    <a:pt x="23441" y="193619"/>
                    <a:pt x="31671" y="184771"/>
                  </a:cubicBezTo>
                  <a:cubicBezTo>
                    <a:pt x="46625" y="165054"/>
                    <a:pt x="61008" y="144956"/>
                    <a:pt x="74438" y="124096"/>
                  </a:cubicBezTo>
                  <a:cubicBezTo>
                    <a:pt x="99737" y="85501"/>
                    <a:pt x="120958" y="44391"/>
                    <a:pt x="137779" y="1414"/>
                  </a:cubicBezTo>
                  <a:cubicBezTo>
                    <a:pt x="137875" y="738"/>
                    <a:pt x="137408" y="109"/>
                    <a:pt x="136731" y="14"/>
                  </a:cubicBezTo>
                  <a:cubicBezTo>
                    <a:pt x="136293" y="-53"/>
                    <a:pt x="135865" y="119"/>
                    <a:pt x="135588" y="462"/>
                  </a:cubicBezTo>
                  <a:cubicBezTo>
                    <a:pt x="106709" y="57259"/>
                    <a:pt x="73590" y="111800"/>
                    <a:pt x="36528" y="163625"/>
                  </a:cubicBezTo>
                  <a:cubicBezTo>
                    <a:pt x="18241" y="188295"/>
                    <a:pt x="-16621" y="221442"/>
                    <a:pt x="9192" y="240492"/>
                  </a:cubicBezTo>
                  <a:cubicBezTo>
                    <a:pt x="35004" y="259542"/>
                    <a:pt x="89869" y="202392"/>
                    <a:pt x="103203" y="185342"/>
                  </a:cubicBezTo>
                  <a:cubicBezTo>
                    <a:pt x="140018" y="137336"/>
                    <a:pt x="170460" y="84758"/>
                    <a:pt x="193786" y="2894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7" name="任意多边形: 形状 306" descr="78dd0a4f-3757-4b39-8bdd-9de70384a3ab">
              <a:extLst>
                <a:ext uri="{FF2B5EF4-FFF2-40B4-BE49-F238E27FC236}">
                  <a16:creationId xmlns:a16="http://schemas.microsoft.com/office/drawing/2014/main" id="{1B347340-6281-4CAB-A380-2E041DFB2D61}"/>
                </a:ext>
              </a:extLst>
            </p:cNvPr>
            <p:cNvSpPr/>
            <p:nvPr/>
          </p:nvSpPr>
          <p:spPr>
            <a:xfrm rot="21190573">
              <a:off x="6506357" y="3748116"/>
              <a:ext cx="40702" cy="39057"/>
            </a:xfrm>
            <a:custGeom>
              <a:avLst/>
              <a:gdLst>
                <a:gd name="connsiteX0" fmla="*/ 31051 w 37810"/>
                <a:gd name="connsiteY0" fmla="*/ 1044 h 36282"/>
                <a:gd name="connsiteX1" fmla="*/ 12477 w 37810"/>
                <a:gd name="connsiteY1" fmla="*/ 18570 h 36282"/>
                <a:gd name="connsiteX2" fmla="*/ 94 w 37810"/>
                <a:gd name="connsiteY2" fmla="*/ 34477 h 36282"/>
                <a:gd name="connsiteX3" fmla="*/ 2095 w 37810"/>
                <a:gd name="connsiteY3" fmla="*/ 36192 h 36282"/>
                <a:gd name="connsiteX4" fmla="*/ 18668 w 37810"/>
                <a:gd name="connsiteY4" fmla="*/ 23047 h 36282"/>
                <a:gd name="connsiteX5" fmla="*/ 36480 w 37810"/>
                <a:gd name="connsiteY5" fmla="*/ 7045 h 36282"/>
                <a:gd name="connsiteX6" fmla="*/ 36766 w 37810"/>
                <a:gd name="connsiteY6" fmla="*/ 1330 h 36282"/>
                <a:gd name="connsiteX7" fmla="*/ 31051 w 37810"/>
                <a:gd name="connsiteY7" fmla="*/ 1044 h 36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10" h="36282">
                  <a:moveTo>
                    <a:pt x="31051" y="1044"/>
                  </a:moveTo>
                  <a:cubicBezTo>
                    <a:pt x="24469" y="6464"/>
                    <a:pt x="18268" y="12322"/>
                    <a:pt x="12477" y="18570"/>
                  </a:cubicBezTo>
                  <a:cubicBezTo>
                    <a:pt x="7391" y="23047"/>
                    <a:pt x="3190" y="28448"/>
                    <a:pt x="94" y="34477"/>
                  </a:cubicBezTo>
                  <a:cubicBezTo>
                    <a:pt x="-382" y="35715"/>
                    <a:pt x="1047" y="36573"/>
                    <a:pt x="2095" y="36192"/>
                  </a:cubicBezTo>
                  <a:cubicBezTo>
                    <a:pt x="8248" y="32667"/>
                    <a:pt x="13830" y="28229"/>
                    <a:pt x="18668" y="23047"/>
                  </a:cubicBezTo>
                  <a:cubicBezTo>
                    <a:pt x="24669" y="17713"/>
                    <a:pt x="30765" y="12570"/>
                    <a:pt x="36480" y="7045"/>
                  </a:cubicBezTo>
                  <a:cubicBezTo>
                    <a:pt x="38137" y="5550"/>
                    <a:pt x="38261" y="2988"/>
                    <a:pt x="36766" y="1330"/>
                  </a:cubicBezTo>
                  <a:cubicBezTo>
                    <a:pt x="35270" y="-327"/>
                    <a:pt x="32708" y="-451"/>
                    <a:pt x="31051" y="1044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1" name="任意多边形: 形状 380" descr="bdf6af2e-252a-4003-9da7-15c61f60844f">
              <a:extLst>
                <a:ext uri="{FF2B5EF4-FFF2-40B4-BE49-F238E27FC236}">
                  <a16:creationId xmlns:a16="http://schemas.microsoft.com/office/drawing/2014/main" id="{E1B4728E-1350-4C98-84A2-DC5625780E63}"/>
                </a:ext>
              </a:extLst>
            </p:cNvPr>
            <p:cNvSpPr/>
            <p:nvPr/>
          </p:nvSpPr>
          <p:spPr>
            <a:xfrm rot="21190573">
              <a:off x="5110509" y="3391054"/>
              <a:ext cx="1279453" cy="1213183"/>
            </a:xfrm>
            <a:custGeom>
              <a:avLst/>
              <a:gdLst>
                <a:gd name="connsiteX0" fmla="*/ 1568275 w 1571163"/>
                <a:gd name="connsiteY0" fmla="*/ 499 h 1489783"/>
                <a:gd name="connsiteX1" fmla="*/ 1570667 w 1571163"/>
                <a:gd name="connsiteY1" fmla="*/ 2764 h 1489783"/>
                <a:gd name="connsiteX2" fmla="*/ 1431281 w 1571163"/>
                <a:gd name="connsiteY2" fmla="*/ 180428 h 1489783"/>
                <a:gd name="connsiteX3" fmla="*/ 1389729 w 1571163"/>
                <a:gd name="connsiteY3" fmla="*/ 283173 h 1489783"/>
                <a:gd name="connsiteX4" fmla="*/ 1322241 w 1571163"/>
                <a:gd name="connsiteY4" fmla="*/ 370558 h 1489783"/>
                <a:gd name="connsiteX5" fmla="*/ 1012493 w 1571163"/>
                <a:gd name="connsiteY5" fmla="*/ 715056 h 1489783"/>
                <a:gd name="connsiteX6" fmla="*/ 661321 w 1571163"/>
                <a:gd name="connsiteY6" fmla="*/ 1082722 h 1489783"/>
                <a:gd name="connsiteX7" fmla="*/ 36475 w 1571163"/>
                <a:gd name="connsiteY7" fmla="*/ 1468369 h 1489783"/>
                <a:gd name="connsiteX8" fmla="*/ 0 w 1571163"/>
                <a:gd name="connsiteY8" fmla="*/ 1489783 h 1489783"/>
                <a:gd name="connsiteX9" fmla="*/ 823 w 1571163"/>
                <a:gd name="connsiteY9" fmla="*/ 1482904 h 1489783"/>
                <a:gd name="connsiteX10" fmla="*/ 80545 w 1571163"/>
                <a:gd name="connsiteY10" fmla="*/ 1433761 h 1489783"/>
                <a:gd name="connsiteX11" fmla="*/ 646464 w 1571163"/>
                <a:gd name="connsiteY11" fmla="*/ 1077558 h 1489783"/>
                <a:gd name="connsiteX12" fmla="*/ 967291 w 1571163"/>
                <a:gd name="connsiteY12" fmla="*/ 746408 h 1489783"/>
                <a:gd name="connsiteX13" fmla="*/ 1277037 w 1571163"/>
                <a:gd name="connsiteY13" fmla="*/ 404806 h 1489783"/>
                <a:gd name="connsiteX14" fmla="*/ 1352585 w 1571163"/>
                <a:gd name="connsiteY14" fmla="*/ 317547 h 1489783"/>
                <a:gd name="connsiteX15" fmla="*/ 1406477 w 1571163"/>
                <a:gd name="connsiteY15" fmla="*/ 215684 h 1489783"/>
                <a:gd name="connsiteX16" fmla="*/ 1455960 w 1571163"/>
                <a:gd name="connsiteY16" fmla="*/ 120494 h 1489783"/>
                <a:gd name="connsiteX17" fmla="*/ 1527228 w 1571163"/>
                <a:gd name="connsiteY17" fmla="*/ 39658 h 1489783"/>
                <a:gd name="connsiteX18" fmla="*/ 1568275 w 1571163"/>
                <a:gd name="connsiteY18" fmla="*/ 499 h 1489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71163" h="1489783">
                  <a:moveTo>
                    <a:pt x="1568275" y="499"/>
                  </a:moveTo>
                  <a:cubicBezTo>
                    <a:pt x="1569911" y="-1012"/>
                    <a:pt x="1572178" y="1253"/>
                    <a:pt x="1570667" y="2764"/>
                  </a:cubicBezTo>
                  <a:cubicBezTo>
                    <a:pt x="1517280" y="56404"/>
                    <a:pt x="1462886" y="110546"/>
                    <a:pt x="1431281" y="180428"/>
                  </a:cubicBezTo>
                  <a:cubicBezTo>
                    <a:pt x="1416046" y="214173"/>
                    <a:pt x="1407609" y="250688"/>
                    <a:pt x="1389729" y="283173"/>
                  </a:cubicBezTo>
                  <a:cubicBezTo>
                    <a:pt x="1370364" y="314589"/>
                    <a:pt x="1347738" y="343876"/>
                    <a:pt x="1322241" y="370558"/>
                  </a:cubicBezTo>
                  <a:cubicBezTo>
                    <a:pt x="1221005" y="487152"/>
                    <a:pt x="1117756" y="601985"/>
                    <a:pt x="1012493" y="715056"/>
                  </a:cubicBezTo>
                  <a:cubicBezTo>
                    <a:pt x="907357" y="828378"/>
                    <a:pt x="770110" y="973051"/>
                    <a:pt x="661321" y="1082722"/>
                  </a:cubicBezTo>
                  <a:cubicBezTo>
                    <a:pt x="621658" y="1122667"/>
                    <a:pt x="234594" y="1351931"/>
                    <a:pt x="36475" y="1468369"/>
                  </a:cubicBezTo>
                  <a:lnTo>
                    <a:pt x="0" y="1489783"/>
                  </a:lnTo>
                  <a:lnTo>
                    <a:pt x="823" y="1482904"/>
                  </a:lnTo>
                  <a:lnTo>
                    <a:pt x="80545" y="1433761"/>
                  </a:lnTo>
                  <a:cubicBezTo>
                    <a:pt x="290397" y="1305643"/>
                    <a:pt x="606328" y="1117977"/>
                    <a:pt x="646464" y="1077558"/>
                  </a:cubicBezTo>
                  <a:cubicBezTo>
                    <a:pt x="755089" y="968933"/>
                    <a:pt x="862027" y="858558"/>
                    <a:pt x="967291" y="746408"/>
                  </a:cubicBezTo>
                  <a:cubicBezTo>
                    <a:pt x="1072554" y="634257"/>
                    <a:pt x="1175804" y="520393"/>
                    <a:pt x="1277037" y="404806"/>
                  </a:cubicBezTo>
                  <a:cubicBezTo>
                    <a:pt x="1302220" y="375971"/>
                    <a:pt x="1328536" y="347515"/>
                    <a:pt x="1352585" y="317547"/>
                  </a:cubicBezTo>
                  <a:cubicBezTo>
                    <a:pt x="1376118" y="286849"/>
                    <a:pt x="1394338" y="252413"/>
                    <a:pt x="1406477" y="215684"/>
                  </a:cubicBezTo>
                  <a:cubicBezTo>
                    <a:pt x="1418211" y="181700"/>
                    <a:pt x="1434882" y="149618"/>
                    <a:pt x="1455960" y="120494"/>
                  </a:cubicBezTo>
                  <a:cubicBezTo>
                    <a:pt x="1477604" y="91760"/>
                    <a:pt x="1501427" y="64739"/>
                    <a:pt x="1527228" y="39658"/>
                  </a:cubicBezTo>
                  <a:cubicBezTo>
                    <a:pt x="1540699" y="26311"/>
                    <a:pt x="1554424" y="13341"/>
                    <a:pt x="1568275" y="499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9" name="任意多边形: 形状 308" descr="10724fb2-cdec-4ae0-8ed1-7320a04a2c7a">
              <a:extLst>
                <a:ext uri="{FF2B5EF4-FFF2-40B4-BE49-F238E27FC236}">
                  <a16:creationId xmlns:a16="http://schemas.microsoft.com/office/drawing/2014/main" id="{27489326-035A-4452-9BF5-D39C5811E631}"/>
                </a:ext>
              </a:extLst>
            </p:cNvPr>
            <p:cNvSpPr/>
            <p:nvPr/>
          </p:nvSpPr>
          <p:spPr>
            <a:xfrm rot="21190573">
              <a:off x="5272888" y="4567230"/>
              <a:ext cx="727387" cy="431982"/>
            </a:xfrm>
            <a:custGeom>
              <a:avLst/>
              <a:gdLst>
                <a:gd name="connsiteX0" fmla="*/ 0 w 675703"/>
                <a:gd name="connsiteY0" fmla="*/ 401288 h 401288"/>
                <a:gd name="connsiteX1" fmla="*/ 171450 w 675703"/>
                <a:gd name="connsiteY1" fmla="*/ 304800 h 401288"/>
                <a:gd name="connsiteX2" fmla="*/ 342424 w 675703"/>
                <a:gd name="connsiteY2" fmla="*/ 207645 h 401288"/>
                <a:gd name="connsiteX3" fmla="*/ 511778 w 675703"/>
                <a:gd name="connsiteY3" fmla="*/ 108013 h 401288"/>
                <a:gd name="connsiteX4" fmla="*/ 553688 w 675703"/>
                <a:gd name="connsiteY4" fmla="*/ 82391 h 401288"/>
                <a:gd name="connsiteX5" fmla="*/ 595027 w 675703"/>
                <a:gd name="connsiteY5" fmla="*/ 55816 h 401288"/>
                <a:gd name="connsiteX6" fmla="*/ 635889 w 675703"/>
                <a:gd name="connsiteY6" fmla="*/ 28575 h 401288"/>
                <a:gd name="connsiteX7" fmla="*/ 675704 w 675703"/>
                <a:gd name="connsiteY7" fmla="*/ 0 h 401288"/>
                <a:gd name="connsiteX8" fmla="*/ 515684 w 675703"/>
                <a:gd name="connsiteY8" fmla="*/ 114300 h 401288"/>
                <a:gd name="connsiteX9" fmla="*/ 347091 w 675703"/>
                <a:gd name="connsiteY9" fmla="*/ 216027 h 401288"/>
                <a:gd name="connsiteX10" fmla="*/ 174974 w 675703"/>
                <a:gd name="connsiteY10" fmla="*/ 311277 h 401288"/>
                <a:gd name="connsiteX11" fmla="*/ 0 w 675703"/>
                <a:gd name="connsiteY11" fmla="*/ 401288 h 401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5703" h="401288">
                  <a:moveTo>
                    <a:pt x="0" y="401288"/>
                  </a:moveTo>
                  <a:lnTo>
                    <a:pt x="171450" y="304800"/>
                  </a:lnTo>
                  <a:cubicBezTo>
                    <a:pt x="228600" y="272605"/>
                    <a:pt x="285750" y="240602"/>
                    <a:pt x="342424" y="207645"/>
                  </a:cubicBezTo>
                  <a:cubicBezTo>
                    <a:pt x="399097" y="174688"/>
                    <a:pt x="455771" y="141827"/>
                    <a:pt x="511778" y="108013"/>
                  </a:cubicBezTo>
                  <a:lnTo>
                    <a:pt x="553688" y="82391"/>
                  </a:lnTo>
                  <a:lnTo>
                    <a:pt x="595027" y="55816"/>
                  </a:lnTo>
                  <a:cubicBezTo>
                    <a:pt x="608838" y="47054"/>
                    <a:pt x="622268" y="37624"/>
                    <a:pt x="635889" y="28575"/>
                  </a:cubicBezTo>
                  <a:cubicBezTo>
                    <a:pt x="649510" y="19526"/>
                    <a:pt x="662368" y="9525"/>
                    <a:pt x="675704" y="0"/>
                  </a:cubicBezTo>
                  <a:cubicBezTo>
                    <a:pt x="625059" y="41738"/>
                    <a:pt x="571595" y="79934"/>
                    <a:pt x="515684" y="114300"/>
                  </a:cubicBezTo>
                  <a:cubicBezTo>
                    <a:pt x="460248" y="149543"/>
                    <a:pt x="403860" y="182975"/>
                    <a:pt x="347091" y="216027"/>
                  </a:cubicBezTo>
                  <a:cubicBezTo>
                    <a:pt x="290322" y="249079"/>
                    <a:pt x="232791" y="280416"/>
                    <a:pt x="174974" y="311277"/>
                  </a:cubicBezTo>
                  <a:cubicBezTo>
                    <a:pt x="117158" y="342138"/>
                    <a:pt x="58960" y="372428"/>
                    <a:pt x="0" y="401288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0" name="任意多边形: 形状 309" descr="c4aa89e2-2399-48c9-9631-a57e9c512011">
              <a:extLst>
                <a:ext uri="{FF2B5EF4-FFF2-40B4-BE49-F238E27FC236}">
                  <a16:creationId xmlns:a16="http://schemas.microsoft.com/office/drawing/2014/main" id="{72736810-1C81-4E37-B8AE-D321185FA0E1}"/>
                </a:ext>
              </a:extLst>
            </p:cNvPr>
            <p:cNvSpPr/>
            <p:nvPr/>
          </p:nvSpPr>
          <p:spPr>
            <a:xfrm rot="21190573">
              <a:off x="6202052" y="2731983"/>
              <a:ext cx="690792" cy="866771"/>
            </a:xfrm>
            <a:custGeom>
              <a:avLst/>
              <a:gdLst>
                <a:gd name="connsiteX0" fmla="*/ 30 w 641709"/>
                <a:gd name="connsiteY0" fmla="*/ 536770 h 805184"/>
                <a:gd name="connsiteX1" fmla="*/ 522381 w 641709"/>
                <a:gd name="connsiteY1" fmla="*/ 805184 h 805184"/>
                <a:gd name="connsiteX2" fmla="*/ 640396 w 641709"/>
                <a:gd name="connsiteY2" fmla="*/ 143006 h 805184"/>
                <a:gd name="connsiteX3" fmla="*/ 493235 w 641709"/>
                <a:gd name="connsiteY3" fmla="*/ 4703 h 805184"/>
                <a:gd name="connsiteX4" fmla="*/ 30 w 641709"/>
                <a:gd name="connsiteY4" fmla="*/ 536770 h 805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1709" h="805184">
                  <a:moveTo>
                    <a:pt x="30" y="536770"/>
                  </a:moveTo>
                  <a:cubicBezTo>
                    <a:pt x="888" y="538675"/>
                    <a:pt x="522381" y="805184"/>
                    <a:pt x="522381" y="805184"/>
                  </a:cubicBezTo>
                  <a:cubicBezTo>
                    <a:pt x="531906" y="798802"/>
                    <a:pt x="655731" y="334459"/>
                    <a:pt x="640396" y="143006"/>
                  </a:cubicBezTo>
                  <a:cubicBezTo>
                    <a:pt x="634014" y="63472"/>
                    <a:pt x="558481" y="-21014"/>
                    <a:pt x="493235" y="4703"/>
                  </a:cubicBezTo>
                  <a:cubicBezTo>
                    <a:pt x="268254" y="93381"/>
                    <a:pt x="-3303" y="530007"/>
                    <a:pt x="30" y="53677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1" name="任意多边形: 形状 310" descr="3330be1c-bd10-46d4-8b9d-9c177c57b948">
              <a:extLst>
                <a:ext uri="{FF2B5EF4-FFF2-40B4-BE49-F238E27FC236}">
                  <a16:creationId xmlns:a16="http://schemas.microsoft.com/office/drawing/2014/main" id="{1760CE03-3FBC-46AC-B08D-0200FD9260E3}"/>
                </a:ext>
              </a:extLst>
            </p:cNvPr>
            <p:cNvSpPr/>
            <p:nvPr/>
          </p:nvSpPr>
          <p:spPr>
            <a:xfrm rot="21190573">
              <a:off x="6258260" y="3173791"/>
              <a:ext cx="673556" cy="318987"/>
            </a:xfrm>
            <a:custGeom>
              <a:avLst/>
              <a:gdLst>
                <a:gd name="connsiteX0" fmla="*/ 604457 w 625697"/>
                <a:gd name="connsiteY0" fmla="*/ 296323 h 296322"/>
                <a:gd name="connsiteX1" fmla="*/ 0 w 625697"/>
                <a:gd name="connsiteY1" fmla="*/ 49816 h 296322"/>
                <a:gd name="connsiteX2" fmla="*/ 27146 w 625697"/>
                <a:gd name="connsiteY2" fmla="*/ 0 h 296322"/>
                <a:gd name="connsiteX3" fmla="*/ 625697 w 625697"/>
                <a:gd name="connsiteY3" fmla="*/ 244126 h 296322"/>
                <a:gd name="connsiteX4" fmla="*/ 604457 w 625697"/>
                <a:gd name="connsiteY4" fmla="*/ 296323 h 296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5697" h="296322">
                  <a:moveTo>
                    <a:pt x="604457" y="296323"/>
                  </a:moveTo>
                  <a:lnTo>
                    <a:pt x="0" y="49816"/>
                  </a:lnTo>
                  <a:lnTo>
                    <a:pt x="27146" y="0"/>
                  </a:lnTo>
                  <a:lnTo>
                    <a:pt x="625697" y="244126"/>
                  </a:lnTo>
                  <a:lnTo>
                    <a:pt x="604457" y="296323"/>
                  </a:lnTo>
                  <a:close/>
                </a:path>
              </a:pathLst>
            </a:custGeom>
            <a:solidFill>
              <a:srgbClr val="EBEB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2" name="任意多边形: 形状 311" descr="5f4a1d2a-8253-480a-b616-21073cc4ab0c">
              <a:extLst>
                <a:ext uri="{FF2B5EF4-FFF2-40B4-BE49-F238E27FC236}">
                  <a16:creationId xmlns:a16="http://schemas.microsoft.com/office/drawing/2014/main" id="{A500BFB3-8BA2-44C7-A378-07F712AAE8F8}"/>
                </a:ext>
              </a:extLst>
            </p:cNvPr>
            <p:cNvSpPr/>
            <p:nvPr/>
          </p:nvSpPr>
          <p:spPr>
            <a:xfrm rot="17121972">
              <a:off x="6818684" y="3234895"/>
              <a:ext cx="255005" cy="60598"/>
            </a:xfrm>
            <a:custGeom>
              <a:avLst/>
              <a:gdLst>
                <a:gd name="connsiteX0" fmla="*/ 0 w 236886"/>
                <a:gd name="connsiteY0" fmla="*/ 0 h 56292"/>
                <a:gd name="connsiteX1" fmla="*/ 236887 w 236886"/>
                <a:gd name="connsiteY1" fmla="*/ 0 h 56292"/>
                <a:gd name="connsiteX2" fmla="*/ 236887 w 236886"/>
                <a:gd name="connsiteY2" fmla="*/ 56293 h 56292"/>
                <a:gd name="connsiteX3" fmla="*/ 0 w 236886"/>
                <a:gd name="connsiteY3" fmla="*/ 56293 h 56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886" h="56292">
                  <a:moveTo>
                    <a:pt x="0" y="0"/>
                  </a:moveTo>
                  <a:lnTo>
                    <a:pt x="236887" y="0"/>
                  </a:lnTo>
                  <a:lnTo>
                    <a:pt x="236887" y="56293"/>
                  </a:lnTo>
                  <a:lnTo>
                    <a:pt x="0" y="56293"/>
                  </a:lnTo>
                  <a:close/>
                </a:path>
              </a:pathLst>
            </a:custGeom>
            <a:solidFill>
              <a:srgbClr val="EBEB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3" name="任意多边形: 形状 312" descr="662c4fed-70b9-43a1-8359-da790f544f52">
              <a:extLst>
                <a:ext uri="{FF2B5EF4-FFF2-40B4-BE49-F238E27FC236}">
                  <a16:creationId xmlns:a16="http://schemas.microsoft.com/office/drawing/2014/main" id="{365414B3-057A-4169-AFF8-4319564DD7E7}"/>
                </a:ext>
              </a:extLst>
            </p:cNvPr>
            <p:cNvSpPr/>
            <p:nvPr/>
          </p:nvSpPr>
          <p:spPr>
            <a:xfrm rot="17121972">
              <a:off x="6851940" y="3103014"/>
              <a:ext cx="255005" cy="82233"/>
            </a:xfrm>
            <a:custGeom>
              <a:avLst/>
              <a:gdLst>
                <a:gd name="connsiteX0" fmla="*/ 0 w 236886"/>
                <a:gd name="connsiteY0" fmla="*/ 0 h 76390"/>
                <a:gd name="connsiteX1" fmla="*/ 236887 w 236886"/>
                <a:gd name="connsiteY1" fmla="*/ 0 h 76390"/>
                <a:gd name="connsiteX2" fmla="*/ 236887 w 236886"/>
                <a:gd name="connsiteY2" fmla="*/ 76391 h 76390"/>
                <a:gd name="connsiteX3" fmla="*/ 0 w 236886"/>
                <a:gd name="connsiteY3" fmla="*/ 76391 h 7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886" h="76390">
                  <a:moveTo>
                    <a:pt x="0" y="0"/>
                  </a:moveTo>
                  <a:lnTo>
                    <a:pt x="236887" y="0"/>
                  </a:lnTo>
                  <a:lnTo>
                    <a:pt x="236887" y="76391"/>
                  </a:lnTo>
                  <a:lnTo>
                    <a:pt x="0" y="76391"/>
                  </a:lnTo>
                  <a:close/>
                </a:path>
              </a:pathLst>
            </a:custGeom>
            <a:solidFill>
              <a:srgbClr val="455A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4" name="任意多边形: 形状 313" descr="59891b71-9239-4118-b74d-52a45892e258">
              <a:extLst>
                <a:ext uri="{FF2B5EF4-FFF2-40B4-BE49-F238E27FC236}">
                  <a16:creationId xmlns:a16="http://schemas.microsoft.com/office/drawing/2014/main" id="{7A9310A3-6E15-4B69-A04F-2E25B3D09C33}"/>
                </a:ext>
              </a:extLst>
            </p:cNvPr>
            <p:cNvSpPr/>
            <p:nvPr/>
          </p:nvSpPr>
          <p:spPr>
            <a:xfrm rot="21190573">
              <a:off x="6274085" y="2742721"/>
              <a:ext cx="559448" cy="562279"/>
            </a:xfrm>
            <a:custGeom>
              <a:avLst/>
              <a:gdLst>
                <a:gd name="connsiteX0" fmla="*/ 320351 w 519697"/>
                <a:gd name="connsiteY0" fmla="*/ 38625 h 522327"/>
                <a:gd name="connsiteX1" fmla="*/ 25 w 519697"/>
                <a:gd name="connsiteY1" fmla="*/ 385621 h 522327"/>
                <a:gd name="connsiteX2" fmla="*/ 443414 w 519697"/>
                <a:gd name="connsiteY2" fmla="*/ 522304 h 522327"/>
                <a:gd name="connsiteX3" fmla="*/ 511422 w 519697"/>
                <a:gd name="connsiteY3" fmla="*/ 287704 h 522327"/>
                <a:gd name="connsiteX4" fmla="*/ 273869 w 519697"/>
                <a:gd name="connsiteY4" fmla="*/ 270273 h 522327"/>
                <a:gd name="connsiteX5" fmla="*/ 393598 w 519697"/>
                <a:gd name="connsiteY5" fmla="*/ 96918 h 522327"/>
                <a:gd name="connsiteX6" fmla="*/ 320351 w 519697"/>
                <a:gd name="connsiteY6" fmla="*/ 38625 h 522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697" h="522327">
                  <a:moveTo>
                    <a:pt x="320351" y="38625"/>
                  </a:moveTo>
                  <a:cubicBezTo>
                    <a:pt x="208051" y="113110"/>
                    <a:pt x="-2642" y="284560"/>
                    <a:pt x="25" y="385621"/>
                  </a:cubicBezTo>
                  <a:cubicBezTo>
                    <a:pt x="2502" y="482680"/>
                    <a:pt x="368928" y="515827"/>
                    <a:pt x="443414" y="522304"/>
                  </a:cubicBezTo>
                  <a:cubicBezTo>
                    <a:pt x="473989" y="524971"/>
                    <a:pt x="543522" y="294466"/>
                    <a:pt x="511422" y="287704"/>
                  </a:cubicBezTo>
                  <a:cubicBezTo>
                    <a:pt x="440937" y="272654"/>
                    <a:pt x="275964" y="273702"/>
                    <a:pt x="273869" y="270273"/>
                  </a:cubicBezTo>
                  <a:cubicBezTo>
                    <a:pt x="271773" y="266844"/>
                    <a:pt x="334829" y="182452"/>
                    <a:pt x="393598" y="96918"/>
                  </a:cubicBezTo>
                  <a:cubicBezTo>
                    <a:pt x="479037" y="-27479"/>
                    <a:pt x="401313" y="-14715"/>
                    <a:pt x="320351" y="38625"/>
                  </a:cubicBezTo>
                  <a:close/>
                </a:path>
              </a:pathLst>
            </a:custGeom>
            <a:solidFill>
              <a:srgbClr val="FBD1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5" name="任意多边形: 形状 314" descr="505ed191-54c8-4273-82ce-dbf9793b5cdf">
              <a:extLst>
                <a:ext uri="{FF2B5EF4-FFF2-40B4-BE49-F238E27FC236}">
                  <a16:creationId xmlns:a16="http://schemas.microsoft.com/office/drawing/2014/main" id="{263495B4-0972-4579-8D58-EF3C05E68131}"/>
                </a:ext>
              </a:extLst>
            </p:cNvPr>
            <p:cNvSpPr/>
            <p:nvPr/>
          </p:nvSpPr>
          <p:spPr>
            <a:xfrm rot="21190573">
              <a:off x="6735463" y="2985947"/>
              <a:ext cx="367706" cy="328110"/>
            </a:xfrm>
            <a:custGeom>
              <a:avLst/>
              <a:gdLst>
                <a:gd name="connsiteX0" fmla="*/ 341471 w 341579"/>
                <a:gd name="connsiteY0" fmla="*/ 74063 h 304797"/>
                <a:gd name="connsiteX1" fmla="*/ 314420 w 341579"/>
                <a:gd name="connsiteY1" fmla="*/ 104067 h 304797"/>
                <a:gd name="connsiteX2" fmla="*/ 330232 w 341579"/>
                <a:gd name="connsiteY2" fmla="*/ 136356 h 304797"/>
                <a:gd name="connsiteX3" fmla="*/ 298133 w 341579"/>
                <a:gd name="connsiteY3" fmla="*/ 169694 h 304797"/>
                <a:gd name="connsiteX4" fmla="*/ 309372 w 341579"/>
                <a:gd name="connsiteY4" fmla="*/ 206365 h 304797"/>
                <a:gd name="connsiteX5" fmla="*/ 276511 w 341579"/>
                <a:gd name="connsiteY5" fmla="*/ 243894 h 304797"/>
                <a:gd name="connsiteX6" fmla="*/ 266129 w 341579"/>
                <a:gd name="connsiteY6" fmla="*/ 281994 h 304797"/>
                <a:gd name="connsiteX7" fmla="*/ 152400 w 341579"/>
                <a:gd name="connsiteY7" fmla="*/ 301996 h 304797"/>
                <a:gd name="connsiteX8" fmla="*/ 0 w 341579"/>
                <a:gd name="connsiteY8" fmla="*/ 250085 h 304797"/>
                <a:gd name="connsiteX9" fmla="*/ 19050 w 341579"/>
                <a:gd name="connsiteY9" fmla="*/ 22247 h 304797"/>
                <a:gd name="connsiteX10" fmla="*/ 223456 w 341579"/>
                <a:gd name="connsiteY10" fmla="*/ 1292 h 304797"/>
                <a:gd name="connsiteX11" fmla="*/ 341471 w 341579"/>
                <a:gd name="connsiteY11" fmla="*/ 74063 h 304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579" h="304797">
                  <a:moveTo>
                    <a:pt x="341471" y="74063"/>
                  </a:moveTo>
                  <a:cubicBezTo>
                    <a:pt x="343567" y="102638"/>
                    <a:pt x="314420" y="104067"/>
                    <a:pt x="314420" y="104067"/>
                  </a:cubicBezTo>
                  <a:cubicBezTo>
                    <a:pt x="323326" y="112630"/>
                    <a:pt x="328927" y="124069"/>
                    <a:pt x="330232" y="136356"/>
                  </a:cubicBezTo>
                  <a:cubicBezTo>
                    <a:pt x="331565" y="158073"/>
                    <a:pt x="298133" y="169694"/>
                    <a:pt x="298133" y="169694"/>
                  </a:cubicBezTo>
                  <a:cubicBezTo>
                    <a:pt x="305515" y="180495"/>
                    <a:pt x="309439" y="193287"/>
                    <a:pt x="309372" y="206365"/>
                  </a:cubicBezTo>
                  <a:cubicBezTo>
                    <a:pt x="308610" y="227320"/>
                    <a:pt x="276511" y="243894"/>
                    <a:pt x="276511" y="243894"/>
                  </a:cubicBezTo>
                  <a:cubicBezTo>
                    <a:pt x="277682" y="257419"/>
                    <a:pt x="274006" y="270935"/>
                    <a:pt x="266129" y="281994"/>
                  </a:cubicBezTo>
                  <a:cubicBezTo>
                    <a:pt x="243650" y="310569"/>
                    <a:pt x="187833" y="305616"/>
                    <a:pt x="152400" y="301996"/>
                  </a:cubicBezTo>
                  <a:cubicBezTo>
                    <a:pt x="99727" y="296662"/>
                    <a:pt x="19050" y="256276"/>
                    <a:pt x="0" y="250085"/>
                  </a:cubicBezTo>
                  <a:lnTo>
                    <a:pt x="19050" y="22247"/>
                  </a:lnTo>
                  <a:cubicBezTo>
                    <a:pt x="19050" y="22247"/>
                    <a:pt x="181737" y="-6328"/>
                    <a:pt x="223456" y="1292"/>
                  </a:cubicBezTo>
                  <a:cubicBezTo>
                    <a:pt x="265176" y="8912"/>
                    <a:pt x="338995" y="46345"/>
                    <a:pt x="341471" y="74063"/>
                  </a:cubicBezTo>
                  <a:close/>
                </a:path>
              </a:pathLst>
            </a:custGeom>
            <a:solidFill>
              <a:srgbClr val="FBD1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6" name="任意多边形: 形状 315" descr="7c996450-2f2e-45ce-b354-ee95cc051c3e">
              <a:extLst>
                <a:ext uri="{FF2B5EF4-FFF2-40B4-BE49-F238E27FC236}">
                  <a16:creationId xmlns:a16="http://schemas.microsoft.com/office/drawing/2014/main" id="{9C9F6E01-8CDE-4AE4-ABBC-B47C58C987ED}"/>
                </a:ext>
              </a:extLst>
            </p:cNvPr>
            <p:cNvSpPr/>
            <p:nvPr/>
          </p:nvSpPr>
          <p:spPr>
            <a:xfrm rot="21190573">
              <a:off x="6943224" y="3048443"/>
              <a:ext cx="120129" cy="36745"/>
            </a:xfrm>
            <a:custGeom>
              <a:avLst/>
              <a:gdLst>
                <a:gd name="connsiteX0" fmla="*/ 111268 w 111594"/>
                <a:gd name="connsiteY0" fmla="*/ 32385 h 34134"/>
                <a:gd name="connsiteX1" fmla="*/ 683 w 111594"/>
                <a:gd name="connsiteY1" fmla="*/ 0 h 34134"/>
                <a:gd name="connsiteX2" fmla="*/ 683 w 111594"/>
                <a:gd name="connsiteY2" fmla="*/ 1333 h 34134"/>
                <a:gd name="connsiteX3" fmla="*/ 110887 w 111594"/>
                <a:gd name="connsiteY3" fmla="*/ 34100 h 34134"/>
                <a:gd name="connsiteX4" fmla="*/ 111268 w 111594"/>
                <a:gd name="connsiteY4" fmla="*/ 32385 h 3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" h="34134">
                  <a:moveTo>
                    <a:pt x="111268" y="32385"/>
                  </a:moveTo>
                  <a:cubicBezTo>
                    <a:pt x="76407" y="14764"/>
                    <a:pt x="38402" y="8477"/>
                    <a:pt x="683" y="0"/>
                  </a:cubicBezTo>
                  <a:cubicBezTo>
                    <a:pt x="-79" y="0"/>
                    <a:pt x="-365" y="1143"/>
                    <a:pt x="683" y="1333"/>
                  </a:cubicBezTo>
                  <a:cubicBezTo>
                    <a:pt x="38307" y="9335"/>
                    <a:pt x="73740" y="24670"/>
                    <a:pt x="110887" y="34100"/>
                  </a:cubicBezTo>
                  <a:cubicBezTo>
                    <a:pt x="111268" y="34385"/>
                    <a:pt x="112030" y="32861"/>
                    <a:pt x="111268" y="32385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7" name="任意多边形: 形状 316" descr="0fef8d6a-b07b-4f33-8fd6-38fc268864a9">
              <a:extLst>
                <a:ext uri="{FF2B5EF4-FFF2-40B4-BE49-F238E27FC236}">
                  <a16:creationId xmlns:a16="http://schemas.microsoft.com/office/drawing/2014/main" id="{44419764-4B0B-4359-B57E-226CFA5AE8B0}"/>
                </a:ext>
              </a:extLst>
            </p:cNvPr>
            <p:cNvSpPr/>
            <p:nvPr/>
          </p:nvSpPr>
          <p:spPr>
            <a:xfrm rot="21190573">
              <a:off x="6936713" y="3137682"/>
              <a:ext cx="119875" cy="21122"/>
            </a:xfrm>
            <a:custGeom>
              <a:avLst/>
              <a:gdLst>
                <a:gd name="connsiteX0" fmla="*/ 110640 w 111357"/>
                <a:gd name="connsiteY0" fmla="*/ 17145 h 19621"/>
                <a:gd name="connsiteX1" fmla="*/ 84827 w 111357"/>
                <a:gd name="connsiteY1" fmla="*/ 10858 h 19621"/>
                <a:gd name="connsiteX2" fmla="*/ 56919 w 111357"/>
                <a:gd name="connsiteY2" fmla="*/ 6477 h 19621"/>
                <a:gd name="connsiteX3" fmla="*/ 721 w 111357"/>
                <a:gd name="connsiteY3" fmla="*/ 0 h 19621"/>
                <a:gd name="connsiteX4" fmla="*/ 721 w 111357"/>
                <a:gd name="connsiteY4" fmla="*/ 1333 h 19621"/>
                <a:gd name="connsiteX5" fmla="*/ 56443 w 111357"/>
                <a:gd name="connsiteY5" fmla="*/ 10287 h 19621"/>
                <a:gd name="connsiteX6" fmla="*/ 84065 w 111357"/>
                <a:gd name="connsiteY6" fmla="*/ 15621 h 19621"/>
                <a:gd name="connsiteX7" fmla="*/ 110354 w 111357"/>
                <a:gd name="connsiteY7" fmla="*/ 19621 h 19621"/>
                <a:gd name="connsiteX8" fmla="*/ 111316 w 111357"/>
                <a:gd name="connsiteY8" fmla="*/ 18002 h 19621"/>
                <a:gd name="connsiteX9" fmla="*/ 110640 w 111357"/>
                <a:gd name="connsiteY9" fmla="*/ 17145 h 1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357" h="19621">
                  <a:moveTo>
                    <a:pt x="110640" y="17145"/>
                  </a:moveTo>
                  <a:cubicBezTo>
                    <a:pt x="102353" y="13906"/>
                    <a:pt x="93676" y="11792"/>
                    <a:pt x="84827" y="10858"/>
                  </a:cubicBezTo>
                  <a:cubicBezTo>
                    <a:pt x="75302" y="9239"/>
                    <a:pt x="66253" y="7715"/>
                    <a:pt x="56919" y="6477"/>
                  </a:cubicBezTo>
                  <a:cubicBezTo>
                    <a:pt x="37869" y="3810"/>
                    <a:pt x="19581" y="1619"/>
                    <a:pt x="721" y="0"/>
                  </a:cubicBezTo>
                  <a:cubicBezTo>
                    <a:pt x="-41" y="0"/>
                    <a:pt x="-422" y="1238"/>
                    <a:pt x="721" y="1333"/>
                  </a:cubicBezTo>
                  <a:cubicBezTo>
                    <a:pt x="19771" y="4000"/>
                    <a:pt x="37964" y="6858"/>
                    <a:pt x="56443" y="10287"/>
                  </a:cubicBezTo>
                  <a:lnTo>
                    <a:pt x="84065" y="15621"/>
                  </a:lnTo>
                  <a:cubicBezTo>
                    <a:pt x="92647" y="17945"/>
                    <a:pt x="101467" y="19288"/>
                    <a:pt x="110354" y="19621"/>
                  </a:cubicBezTo>
                  <a:cubicBezTo>
                    <a:pt x="111068" y="19441"/>
                    <a:pt x="111497" y="18717"/>
                    <a:pt x="111316" y="18002"/>
                  </a:cubicBezTo>
                  <a:cubicBezTo>
                    <a:pt x="111221" y="17631"/>
                    <a:pt x="110983" y="17316"/>
                    <a:pt x="110640" y="17145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8" name="任意多边形: 形状 317" descr="587a4b8c-b32d-4e68-a9a7-203d5b4ba097">
              <a:extLst>
                <a:ext uri="{FF2B5EF4-FFF2-40B4-BE49-F238E27FC236}">
                  <a16:creationId xmlns:a16="http://schemas.microsoft.com/office/drawing/2014/main" id="{D71A8E00-1B19-49B8-8C73-68780AF28AA5}"/>
                </a:ext>
              </a:extLst>
            </p:cNvPr>
            <p:cNvSpPr/>
            <p:nvPr/>
          </p:nvSpPr>
          <p:spPr>
            <a:xfrm rot="21190573">
              <a:off x="6933806" y="3224708"/>
              <a:ext cx="108687" cy="17357"/>
            </a:xfrm>
            <a:custGeom>
              <a:avLst/>
              <a:gdLst>
                <a:gd name="connsiteX0" fmla="*/ 100774 w 100964"/>
                <a:gd name="connsiteY0" fmla="*/ 14859 h 16124"/>
                <a:gd name="connsiteX1" fmla="*/ 77248 w 100964"/>
                <a:gd name="connsiteY1" fmla="*/ 10382 h 16124"/>
                <a:gd name="connsiteX2" fmla="*/ 51625 w 100964"/>
                <a:gd name="connsiteY2" fmla="*/ 7239 h 16124"/>
                <a:gd name="connsiteX3" fmla="*/ 667 w 100964"/>
                <a:gd name="connsiteY3" fmla="*/ 0 h 16124"/>
                <a:gd name="connsiteX4" fmla="*/ 0 w 100964"/>
                <a:gd name="connsiteY4" fmla="*/ 667 h 16124"/>
                <a:gd name="connsiteX5" fmla="*/ 667 w 100964"/>
                <a:gd name="connsiteY5" fmla="*/ 1333 h 16124"/>
                <a:gd name="connsiteX6" fmla="*/ 52292 w 100964"/>
                <a:gd name="connsiteY6" fmla="*/ 10192 h 16124"/>
                <a:gd name="connsiteX7" fmla="*/ 77629 w 100964"/>
                <a:gd name="connsiteY7" fmla="*/ 14192 h 16124"/>
                <a:gd name="connsiteX8" fmla="*/ 100965 w 100964"/>
                <a:gd name="connsiteY8" fmla="*/ 15716 h 16124"/>
                <a:gd name="connsiteX9" fmla="*/ 100774 w 100964"/>
                <a:gd name="connsiteY9" fmla="*/ 14859 h 1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964" h="16124">
                  <a:moveTo>
                    <a:pt x="100774" y="14859"/>
                  </a:moveTo>
                  <a:cubicBezTo>
                    <a:pt x="93231" y="12078"/>
                    <a:pt x="85287" y="10563"/>
                    <a:pt x="77248" y="10382"/>
                  </a:cubicBezTo>
                  <a:cubicBezTo>
                    <a:pt x="68675" y="9430"/>
                    <a:pt x="60198" y="8382"/>
                    <a:pt x="51625" y="7239"/>
                  </a:cubicBezTo>
                  <a:cubicBezTo>
                    <a:pt x="34671" y="5048"/>
                    <a:pt x="17621" y="2858"/>
                    <a:pt x="667" y="0"/>
                  </a:cubicBezTo>
                  <a:cubicBezTo>
                    <a:pt x="295" y="0"/>
                    <a:pt x="0" y="295"/>
                    <a:pt x="0" y="667"/>
                  </a:cubicBezTo>
                  <a:cubicBezTo>
                    <a:pt x="0" y="1038"/>
                    <a:pt x="295" y="1333"/>
                    <a:pt x="667" y="1333"/>
                  </a:cubicBezTo>
                  <a:cubicBezTo>
                    <a:pt x="17907" y="4286"/>
                    <a:pt x="35052" y="7429"/>
                    <a:pt x="52292" y="10192"/>
                  </a:cubicBezTo>
                  <a:cubicBezTo>
                    <a:pt x="60674" y="11621"/>
                    <a:pt x="69151" y="12859"/>
                    <a:pt x="77629" y="14192"/>
                  </a:cubicBezTo>
                  <a:cubicBezTo>
                    <a:pt x="85258" y="16069"/>
                    <a:pt x="93154" y="16583"/>
                    <a:pt x="100965" y="15716"/>
                  </a:cubicBezTo>
                  <a:lnTo>
                    <a:pt x="100774" y="14859"/>
                  </a:ln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9" name="任意多边形: 形状 318" descr="1c5d273d-db5e-4bdb-993a-2c874e806a23">
              <a:extLst>
                <a:ext uri="{FF2B5EF4-FFF2-40B4-BE49-F238E27FC236}">
                  <a16:creationId xmlns:a16="http://schemas.microsoft.com/office/drawing/2014/main" id="{F57082F9-D365-4E6A-B9A7-C1431C61DC00}"/>
                </a:ext>
              </a:extLst>
            </p:cNvPr>
            <p:cNvSpPr/>
            <p:nvPr/>
          </p:nvSpPr>
          <p:spPr>
            <a:xfrm rot="21190573">
              <a:off x="6273035" y="2743713"/>
              <a:ext cx="468681" cy="581106"/>
            </a:xfrm>
            <a:custGeom>
              <a:avLst/>
              <a:gdLst>
                <a:gd name="connsiteX0" fmla="*/ 428854 w 435379"/>
                <a:gd name="connsiteY0" fmla="*/ 273783 h 539816"/>
                <a:gd name="connsiteX1" fmla="*/ 398088 w 435379"/>
                <a:gd name="connsiteY1" fmla="*/ 539816 h 539816"/>
                <a:gd name="connsiteX2" fmla="*/ 20898 w 435379"/>
                <a:gd name="connsiteY2" fmla="*/ 428564 h 539816"/>
                <a:gd name="connsiteX3" fmla="*/ 117767 w 435379"/>
                <a:gd name="connsiteY3" fmla="*/ 202441 h 539816"/>
                <a:gd name="connsiteX4" fmla="*/ 356654 w 435379"/>
                <a:gd name="connsiteY4" fmla="*/ 19275 h 539816"/>
                <a:gd name="connsiteX5" fmla="*/ 409327 w 435379"/>
                <a:gd name="connsiteY5" fmla="*/ 85950 h 539816"/>
                <a:gd name="connsiteX6" fmla="*/ 286645 w 435379"/>
                <a:gd name="connsiteY6" fmla="*/ 269782 h 539816"/>
                <a:gd name="connsiteX7" fmla="*/ 428854 w 435379"/>
                <a:gd name="connsiteY7" fmla="*/ 273783 h 539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5379" h="539816">
                  <a:moveTo>
                    <a:pt x="428854" y="273783"/>
                  </a:moveTo>
                  <a:lnTo>
                    <a:pt x="398088" y="539816"/>
                  </a:lnTo>
                  <a:cubicBezTo>
                    <a:pt x="398088" y="539816"/>
                    <a:pt x="94431" y="494001"/>
                    <a:pt x="20898" y="428564"/>
                  </a:cubicBezTo>
                  <a:cubicBezTo>
                    <a:pt x="-52635" y="363127"/>
                    <a:pt x="89287" y="233873"/>
                    <a:pt x="117767" y="202441"/>
                  </a:cubicBezTo>
                  <a:cubicBezTo>
                    <a:pt x="138150" y="179962"/>
                    <a:pt x="282264" y="58137"/>
                    <a:pt x="356654" y="19275"/>
                  </a:cubicBezTo>
                  <a:cubicBezTo>
                    <a:pt x="431044" y="-19587"/>
                    <a:pt x="461429" y="-823"/>
                    <a:pt x="409327" y="85950"/>
                  </a:cubicBezTo>
                  <a:cubicBezTo>
                    <a:pt x="357225" y="172723"/>
                    <a:pt x="282264" y="269020"/>
                    <a:pt x="286645" y="269782"/>
                  </a:cubicBezTo>
                  <a:cubicBezTo>
                    <a:pt x="291027" y="270544"/>
                    <a:pt x="428854" y="273783"/>
                    <a:pt x="428854" y="27378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0" name="任意多边形: 形状 319" descr="00c68cd2-3163-4940-b308-c1dd4193280e">
              <a:extLst>
                <a:ext uri="{FF2B5EF4-FFF2-40B4-BE49-F238E27FC236}">
                  <a16:creationId xmlns:a16="http://schemas.microsoft.com/office/drawing/2014/main" id="{33A1FEF1-E294-4AC3-9BA0-3A45C719C66B}"/>
                </a:ext>
              </a:extLst>
            </p:cNvPr>
            <p:cNvSpPr/>
            <p:nvPr/>
          </p:nvSpPr>
          <p:spPr>
            <a:xfrm rot="21190573">
              <a:off x="6482571" y="3027256"/>
              <a:ext cx="104715" cy="43826"/>
            </a:xfrm>
            <a:custGeom>
              <a:avLst/>
              <a:gdLst>
                <a:gd name="connsiteX0" fmla="*/ 95345 w 97275"/>
                <a:gd name="connsiteY0" fmla="*/ 13 h 40712"/>
                <a:gd name="connsiteX1" fmla="*/ 45339 w 97275"/>
                <a:gd name="connsiteY1" fmla="*/ 17158 h 40712"/>
                <a:gd name="connsiteX2" fmla="*/ 0 w 97275"/>
                <a:gd name="connsiteY2" fmla="*/ 40018 h 40712"/>
                <a:gd name="connsiteX3" fmla="*/ 667 w 97275"/>
                <a:gd name="connsiteY3" fmla="*/ 40685 h 40712"/>
                <a:gd name="connsiteX4" fmla="*/ 48292 w 97275"/>
                <a:gd name="connsiteY4" fmla="*/ 21064 h 40712"/>
                <a:gd name="connsiteX5" fmla="*/ 96774 w 97275"/>
                <a:gd name="connsiteY5" fmla="*/ 2014 h 40712"/>
                <a:gd name="connsiteX6" fmla="*/ 95345 w 97275"/>
                <a:gd name="connsiteY6" fmla="*/ 13 h 4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75" h="40712">
                  <a:moveTo>
                    <a:pt x="95345" y="13"/>
                  </a:moveTo>
                  <a:cubicBezTo>
                    <a:pt x="78162" y="4081"/>
                    <a:pt x="61408" y="9824"/>
                    <a:pt x="45339" y="17158"/>
                  </a:cubicBezTo>
                  <a:cubicBezTo>
                    <a:pt x="29823" y="23950"/>
                    <a:pt x="14687" y="31589"/>
                    <a:pt x="0" y="40018"/>
                  </a:cubicBezTo>
                  <a:cubicBezTo>
                    <a:pt x="0" y="40018"/>
                    <a:pt x="0" y="40876"/>
                    <a:pt x="667" y="40685"/>
                  </a:cubicBezTo>
                  <a:cubicBezTo>
                    <a:pt x="16097" y="33446"/>
                    <a:pt x="32671" y="27636"/>
                    <a:pt x="48292" y="21064"/>
                  </a:cubicBezTo>
                  <a:cubicBezTo>
                    <a:pt x="63913" y="14491"/>
                    <a:pt x="81439" y="9348"/>
                    <a:pt x="96774" y="2014"/>
                  </a:cubicBezTo>
                  <a:cubicBezTo>
                    <a:pt x="98107" y="1728"/>
                    <a:pt x="96488" y="-177"/>
                    <a:pt x="95345" y="13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1" name="任意多边形: 形状 320" descr="b4e448ef-46d6-4935-b29a-4904e767f1fb">
              <a:extLst>
                <a:ext uri="{FF2B5EF4-FFF2-40B4-BE49-F238E27FC236}">
                  <a16:creationId xmlns:a16="http://schemas.microsoft.com/office/drawing/2014/main" id="{B4913FE2-4BC6-4E13-B158-C9528D1578B9}"/>
                </a:ext>
              </a:extLst>
            </p:cNvPr>
            <p:cNvSpPr/>
            <p:nvPr/>
          </p:nvSpPr>
          <p:spPr>
            <a:xfrm rot="21190573">
              <a:off x="6278488" y="2911617"/>
              <a:ext cx="434844" cy="415370"/>
            </a:xfrm>
            <a:custGeom>
              <a:avLst/>
              <a:gdLst>
                <a:gd name="connsiteX0" fmla="*/ 175728 w 403947"/>
                <a:gd name="connsiteY0" fmla="*/ 0 h 385857"/>
                <a:gd name="connsiteX1" fmla="*/ 109053 w 403947"/>
                <a:gd name="connsiteY1" fmla="*/ 64294 h 385857"/>
                <a:gd name="connsiteX2" fmla="*/ 49141 w 403947"/>
                <a:gd name="connsiteY2" fmla="*/ 134017 h 385857"/>
                <a:gd name="connsiteX3" fmla="*/ 25234 w 403947"/>
                <a:gd name="connsiteY3" fmla="*/ 172784 h 385857"/>
                <a:gd name="connsiteX4" fmla="*/ 9708 w 403947"/>
                <a:gd name="connsiteY4" fmla="*/ 214789 h 385857"/>
                <a:gd name="connsiteX5" fmla="*/ 16375 w 403947"/>
                <a:gd name="connsiteY5" fmla="*/ 256413 h 385857"/>
                <a:gd name="connsiteX6" fmla="*/ 48475 w 403947"/>
                <a:gd name="connsiteY6" fmla="*/ 285941 h 385857"/>
                <a:gd name="connsiteX7" fmla="*/ 132961 w 403947"/>
                <a:gd name="connsiteY7" fmla="*/ 319850 h 385857"/>
                <a:gd name="connsiteX8" fmla="*/ 221925 w 403947"/>
                <a:gd name="connsiteY8" fmla="*/ 343757 h 385857"/>
                <a:gd name="connsiteX9" fmla="*/ 311841 w 403947"/>
                <a:gd name="connsiteY9" fmla="*/ 365188 h 385857"/>
                <a:gd name="connsiteX10" fmla="*/ 402043 w 403947"/>
                <a:gd name="connsiteY10" fmla="*/ 385191 h 385857"/>
                <a:gd name="connsiteX11" fmla="*/ 401376 w 403947"/>
                <a:gd name="connsiteY11" fmla="*/ 385191 h 385857"/>
                <a:gd name="connsiteX12" fmla="*/ 403948 w 403947"/>
                <a:gd name="connsiteY12" fmla="*/ 367760 h 385857"/>
                <a:gd name="connsiteX13" fmla="*/ 402424 w 403947"/>
                <a:gd name="connsiteY13" fmla="*/ 385286 h 385857"/>
                <a:gd name="connsiteX14" fmla="*/ 402424 w 403947"/>
                <a:gd name="connsiteY14" fmla="*/ 385858 h 385857"/>
                <a:gd name="connsiteX15" fmla="*/ 401852 w 403947"/>
                <a:gd name="connsiteY15" fmla="*/ 385858 h 385857"/>
                <a:gd name="connsiteX16" fmla="*/ 310793 w 403947"/>
                <a:gd name="connsiteY16" fmla="*/ 369760 h 385857"/>
                <a:gd name="connsiteX17" fmla="*/ 220210 w 403947"/>
                <a:gd name="connsiteY17" fmla="*/ 350710 h 385857"/>
                <a:gd name="connsiteX18" fmla="*/ 130485 w 403947"/>
                <a:gd name="connsiteY18" fmla="*/ 327565 h 385857"/>
                <a:gd name="connsiteX19" fmla="*/ 43617 w 403947"/>
                <a:gd name="connsiteY19" fmla="*/ 293370 h 385857"/>
                <a:gd name="connsiteX20" fmla="*/ 8755 w 403947"/>
                <a:gd name="connsiteY20" fmla="*/ 260509 h 385857"/>
                <a:gd name="connsiteX21" fmla="*/ 659 w 403947"/>
                <a:gd name="connsiteY21" fmla="*/ 237172 h 385857"/>
                <a:gd name="connsiteX22" fmla="*/ 1421 w 403947"/>
                <a:gd name="connsiteY22" fmla="*/ 212884 h 385857"/>
                <a:gd name="connsiteX23" fmla="*/ 18090 w 403947"/>
                <a:gd name="connsiteY23" fmla="*/ 168592 h 385857"/>
                <a:gd name="connsiteX24" fmla="*/ 43521 w 403947"/>
                <a:gd name="connsiteY24" fmla="*/ 129350 h 385857"/>
                <a:gd name="connsiteX25" fmla="*/ 175728 w 403947"/>
                <a:gd name="connsiteY25" fmla="*/ 0 h 38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3947" h="385857">
                  <a:moveTo>
                    <a:pt x="175728" y="0"/>
                  </a:moveTo>
                  <a:cubicBezTo>
                    <a:pt x="152964" y="20764"/>
                    <a:pt x="130675" y="42005"/>
                    <a:pt x="109053" y="64294"/>
                  </a:cubicBezTo>
                  <a:cubicBezTo>
                    <a:pt x="87565" y="86182"/>
                    <a:pt x="67544" y="109471"/>
                    <a:pt x="49141" y="134017"/>
                  </a:cubicBezTo>
                  <a:cubicBezTo>
                    <a:pt x="40207" y="146313"/>
                    <a:pt x="32215" y="159277"/>
                    <a:pt x="25234" y="172784"/>
                  </a:cubicBezTo>
                  <a:cubicBezTo>
                    <a:pt x="18004" y="185937"/>
                    <a:pt x="12775" y="200092"/>
                    <a:pt x="9708" y="214789"/>
                  </a:cubicBezTo>
                  <a:cubicBezTo>
                    <a:pt x="6707" y="229010"/>
                    <a:pt x="9079" y="243840"/>
                    <a:pt x="16375" y="256413"/>
                  </a:cubicBezTo>
                  <a:cubicBezTo>
                    <a:pt x="24510" y="268729"/>
                    <a:pt x="35530" y="278863"/>
                    <a:pt x="48475" y="285941"/>
                  </a:cubicBezTo>
                  <a:cubicBezTo>
                    <a:pt x="75192" y="300561"/>
                    <a:pt x="103548" y="311944"/>
                    <a:pt x="132961" y="319850"/>
                  </a:cubicBezTo>
                  <a:cubicBezTo>
                    <a:pt x="162298" y="328708"/>
                    <a:pt x="192111" y="336233"/>
                    <a:pt x="221925" y="343757"/>
                  </a:cubicBezTo>
                  <a:cubicBezTo>
                    <a:pt x="251738" y="351282"/>
                    <a:pt x="281742" y="358426"/>
                    <a:pt x="311841" y="365188"/>
                  </a:cubicBezTo>
                  <a:cubicBezTo>
                    <a:pt x="341940" y="371951"/>
                    <a:pt x="371848" y="378809"/>
                    <a:pt x="402043" y="385191"/>
                  </a:cubicBezTo>
                  <a:lnTo>
                    <a:pt x="401376" y="385191"/>
                  </a:lnTo>
                  <a:lnTo>
                    <a:pt x="403948" y="367760"/>
                  </a:lnTo>
                  <a:lnTo>
                    <a:pt x="402424" y="385286"/>
                  </a:lnTo>
                  <a:lnTo>
                    <a:pt x="402424" y="385858"/>
                  </a:lnTo>
                  <a:lnTo>
                    <a:pt x="401852" y="385858"/>
                  </a:lnTo>
                  <a:cubicBezTo>
                    <a:pt x="371372" y="380905"/>
                    <a:pt x="341083" y="375571"/>
                    <a:pt x="310793" y="369760"/>
                  </a:cubicBezTo>
                  <a:cubicBezTo>
                    <a:pt x="280503" y="363950"/>
                    <a:pt x="250309" y="357568"/>
                    <a:pt x="220210" y="350710"/>
                  </a:cubicBezTo>
                  <a:cubicBezTo>
                    <a:pt x="190111" y="343853"/>
                    <a:pt x="160203" y="336233"/>
                    <a:pt x="130485" y="327565"/>
                  </a:cubicBezTo>
                  <a:cubicBezTo>
                    <a:pt x="100205" y="319859"/>
                    <a:pt x="71020" y="308372"/>
                    <a:pt x="43617" y="293370"/>
                  </a:cubicBezTo>
                  <a:cubicBezTo>
                    <a:pt x="29482" y="285426"/>
                    <a:pt x="17518" y="274149"/>
                    <a:pt x="8755" y="260509"/>
                  </a:cubicBezTo>
                  <a:cubicBezTo>
                    <a:pt x="4460" y="253375"/>
                    <a:pt x="1707" y="245431"/>
                    <a:pt x="659" y="237172"/>
                  </a:cubicBezTo>
                  <a:cubicBezTo>
                    <a:pt x="-427" y="229086"/>
                    <a:pt x="-170" y="220885"/>
                    <a:pt x="1421" y="212884"/>
                  </a:cubicBezTo>
                  <a:cubicBezTo>
                    <a:pt x="4726" y="197367"/>
                    <a:pt x="10346" y="182432"/>
                    <a:pt x="18090" y="168592"/>
                  </a:cubicBezTo>
                  <a:cubicBezTo>
                    <a:pt x="25395" y="154791"/>
                    <a:pt x="33911" y="141656"/>
                    <a:pt x="43521" y="129350"/>
                  </a:cubicBezTo>
                  <a:cubicBezTo>
                    <a:pt x="82622" y="81439"/>
                    <a:pt x="126970" y="38052"/>
                    <a:pt x="175728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2" name="任意多边形: 形状 321" descr="b7d99c32-481c-4864-aa44-0c348a0490df">
              <a:extLst>
                <a:ext uri="{FF2B5EF4-FFF2-40B4-BE49-F238E27FC236}">
                  <a16:creationId xmlns:a16="http://schemas.microsoft.com/office/drawing/2014/main" id="{7EFE37C2-6C92-47B0-802F-79CAC5F9475C}"/>
                </a:ext>
              </a:extLst>
            </p:cNvPr>
            <p:cNvSpPr/>
            <p:nvPr/>
          </p:nvSpPr>
          <p:spPr>
            <a:xfrm rot="21190573">
              <a:off x="6567735" y="2872494"/>
              <a:ext cx="158109" cy="154624"/>
            </a:xfrm>
            <a:custGeom>
              <a:avLst/>
              <a:gdLst>
                <a:gd name="connsiteX0" fmla="*/ 95536 w 146875"/>
                <a:gd name="connsiteY0" fmla="*/ 0 h 143637"/>
                <a:gd name="connsiteX1" fmla="*/ 75057 w 146875"/>
                <a:gd name="connsiteY1" fmla="*/ 32004 h 143637"/>
                <a:gd name="connsiteX2" fmla="*/ 54102 w 146875"/>
                <a:gd name="connsiteY2" fmla="*/ 63627 h 143637"/>
                <a:gd name="connsiteX3" fmla="*/ 12097 w 146875"/>
                <a:gd name="connsiteY3" fmla="*/ 126873 h 143637"/>
                <a:gd name="connsiteX4" fmla="*/ 9620 w 146875"/>
                <a:gd name="connsiteY4" fmla="*/ 130778 h 143637"/>
                <a:gd name="connsiteX5" fmla="*/ 8477 w 146875"/>
                <a:gd name="connsiteY5" fmla="*/ 132779 h 143637"/>
                <a:gd name="connsiteX6" fmla="*/ 8001 w 146875"/>
                <a:gd name="connsiteY6" fmla="*/ 133636 h 143637"/>
                <a:gd name="connsiteX7" fmla="*/ 8001 w 146875"/>
                <a:gd name="connsiteY7" fmla="*/ 133636 h 143637"/>
                <a:gd name="connsiteX8" fmla="*/ 8001 w 146875"/>
                <a:gd name="connsiteY8" fmla="*/ 133636 h 143637"/>
                <a:gd name="connsiteX9" fmla="*/ 8001 w 146875"/>
                <a:gd name="connsiteY9" fmla="*/ 133064 h 143637"/>
                <a:gd name="connsiteX10" fmla="*/ 7334 w 146875"/>
                <a:gd name="connsiteY10" fmla="*/ 130969 h 143637"/>
                <a:gd name="connsiteX11" fmla="*/ 7334 w 146875"/>
                <a:gd name="connsiteY11" fmla="*/ 130969 h 143637"/>
                <a:gd name="connsiteX12" fmla="*/ 6572 w 146875"/>
                <a:gd name="connsiteY12" fmla="*/ 130969 h 143637"/>
                <a:gd name="connsiteX13" fmla="*/ 6572 w 146875"/>
                <a:gd name="connsiteY13" fmla="*/ 130969 h 143637"/>
                <a:gd name="connsiteX14" fmla="*/ 6572 w 146875"/>
                <a:gd name="connsiteY14" fmla="*/ 130969 h 143637"/>
                <a:gd name="connsiteX15" fmla="*/ 6668 w 146875"/>
                <a:gd name="connsiteY15" fmla="*/ 130969 h 143637"/>
                <a:gd name="connsiteX16" fmla="*/ 8954 w 146875"/>
                <a:gd name="connsiteY16" fmla="*/ 130969 h 143637"/>
                <a:gd name="connsiteX17" fmla="*/ 13526 w 146875"/>
                <a:gd name="connsiteY17" fmla="*/ 130969 h 143637"/>
                <a:gd name="connsiteX18" fmla="*/ 32576 w 146875"/>
                <a:gd name="connsiteY18" fmla="*/ 131921 h 143637"/>
                <a:gd name="connsiteX19" fmla="*/ 70676 w 146875"/>
                <a:gd name="connsiteY19" fmla="*/ 133731 h 143637"/>
                <a:gd name="connsiteX20" fmla="*/ 108776 w 146875"/>
                <a:gd name="connsiteY20" fmla="*/ 135636 h 143637"/>
                <a:gd name="connsiteX21" fmla="*/ 146876 w 146875"/>
                <a:gd name="connsiteY21" fmla="*/ 138017 h 143637"/>
                <a:gd name="connsiteX22" fmla="*/ 146876 w 146875"/>
                <a:gd name="connsiteY22" fmla="*/ 138017 h 143637"/>
                <a:gd name="connsiteX23" fmla="*/ 146876 w 146875"/>
                <a:gd name="connsiteY23" fmla="*/ 138017 h 143637"/>
                <a:gd name="connsiteX24" fmla="*/ 145923 w 146875"/>
                <a:gd name="connsiteY24" fmla="*/ 143637 h 143637"/>
                <a:gd name="connsiteX25" fmla="*/ 145923 w 146875"/>
                <a:gd name="connsiteY25" fmla="*/ 137922 h 143637"/>
                <a:gd name="connsiteX26" fmla="*/ 145923 w 146875"/>
                <a:gd name="connsiteY26" fmla="*/ 137922 h 143637"/>
                <a:gd name="connsiteX27" fmla="*/ 107823 w 146875"/>
                <a:gd name="connsiteY27" fmla="*/ 138684 h 143637"/>
                <a:gd name="connsiteX28" fmla="*/ 69723 w 146875"/>
                <a:gd name="connsiteY28" fmla="*/ 138684 h 143637"/>
                <a:gd name="connsiteX29" fmla="*/ 31623 w 146875"/>
                <a:gd name="connsiteY29" fmla="*/ 138017 h 143637"/>
                <a:gd name="connsiteX30" fmla="*/ 12573 w 146875"/>
                <a:gd name="connsiteY30" fmla="*/ 137255 h 143637"/>
                <a:gd name="connsiteX31" fmla="*/ 7715 w 146875"/>
                <a:gd name="connsiteY31" fmla="*/ 137255 h 143637"/>
                <a:gd name="connsiteX32" fmla="*/ 5239 w 146875"/>
                <a:gd name="connsiteY32" fmla="*/ 137255 h 143637"/>
                <a:gd name="connsiteX33" fmla="*/ 3905 w 146875"/>
                <a:gd name="connsiteY33" fmla="*/ 137255 h 143637"/>
                <a:gd name="connsiteX34" fmla="*/ 3239 w 146875"/>
                <a:gd name="connsiteY34" fmla="*/ 137255 h 143637"/>
                <a:gd name="connsiteX35" fmla="*/ 2572 w 146875"/>
                <a:gd name="connsiteY35" fmla="*/ 137255 h 143637"/>
                <a:gd name="connsiteX36" fmla="*/ 1334 w 146875"/>
                <a:gd name="connsiteY36" fmla="*/ 136588 h 143637"/>
                <a:gd name="connsiteX37" fmla="*/ 762 w 146875"/>
                <a:gd name="connsiteY37" fmla="*/ 136017 h 143637"/>
                <a:gd name="connsiteX38" fmla="*/ 0 w 146875"/>
                <a:gd name="connsiteY38" fmla="*/ 133731 h 143637"/>
                <a:gd name="connsiteX39" fmla="*/ 0 w 146875"/>
                <a:gd name="connsiteY39" fmla="*/ 133064 h 143637"/>
                <a:gd name="connsiteX40" fmla="*/ 0 w 146875"/>
                <a:gd name="connsiteY40" fmla="*/ 133064 h 143637"/>
                <a:gd name="connsiteX41" fmla="*/ 0 w 146875"/>
                <a:gd name="connsiteY41" fmla="*/ 133064 h 143637"/>
                <a:gd name="connsiteX42" fmla="*/ 0 w 146875"/>
                <a:gd name="connsiteY42" fmla="*/ 132493 h 143637"/>
                <a:gd name="connsiteX43" fmla="*/ 0 w 146875"/>
                <a:gd name="connsiteY43" fmla="*/ 131826 h 143637"/>
                <a:gd name="connsiteX44" fmla="*/ 667 w 146875"/>
                <a:gd name="connsiteY44" fmla="*/ 130588 h 143637"/>
                <a:gd name="connsiteX45" fmla="*/ 1905 w 146875"/>
                <a:gd name="connsiteY45" fmla="*/ 128397 h 143637"/>
                <a:gd name="connsiteX46" fmla="*/ 4477 w 146875"/>
                <a:gd name="connsiteY46" fmla="*/ 124301 h 143637"/>
                <a:gd name="connsiteX47" fmla="*/ 48006 w 146875"/>
                <a:gd name="connsiteY47" fmla="*/ 61913 h 143637"/>
                <a:gd name="connsiteX48" fmla="*/ 70580 w 146875"/>
                <a:gd name="connsiteY48" fmla="*/ 31242 h 143637"/>
                <a:gd name="connsiteX49" fmla="*/ 95536 w 146875"/>
                <a:gd name="connsiteY49" fmla="*/ 0 h 14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6875" h="143637">
                  <a:moveTo>
                    <a:pt x="95536" y="0"/>
                  </a:moveTo>
                  <a:cubicBezTo>
                    <a:pt x="88868" y="10763"/>
                    <a:pt x="81915" y="21336"/>
                    <a:pt x="75057" y="32004"/>
                  </a:cubicBezTo>
                  <a:lnTo>
                    <a:pt x="54102" y="63627"/>
                  </a:lnTo>
                  <a:cubicBezTo>
                    <a:pt x="40196" y="84868"/>
                    <a:pt x="25527" y="105632"/>
                    <a:pt x="12097" y="126873"/>
                  </a:cubicBezTo>
                  <a:lnTo>
                    <a:pt x="9620" y="130778"/>
                  </a:lnTo>
                  <a:lnTo>
                    <a:pt x="8477" y="132779"/>
                  </a:lnTo>
                  <a:lnTo>
                    <a:pt x="8001" y="133636"/>
                  </a:lnTo>
                  <a:lnTo>
                    <a:pt x="8001" y="133636"/>
                  </a:lnTo>
                  <a:lnTo>
                    <a:pt x="8001" y="133636"/>
                  </a:lnTo>
                  <a:lnTo>
                    <a:pt x="8001" y="133064"/>
                  </a:lnTo>
                  <a:cubicBezTo>
                    <a:pt x="8030" y="132312"/>
                    <a:pt x="7792" y="131569"/>
                    <a:pt x="7334" y="130969"/>
                  </a:cubicBezTo>
                  <a:lnTo>
                    <a:pt x="7334" y="130969"/>
                  </a:lnTo>
                  <a:lnTo>
                    <a:pt x="6572" y="130969"/>
                  </a:lnTo>
                  <a:lnTo>
                    <a:pt x="6572" y="130969"/>
                  </a:lnTo>
                  <a:cubicBezTo>
                    <a:pt x="6572" y="130969"/>
                    <a:pt x="6572" y="130969"/>
                    <a:pt x="6572" y="130969"/>
                  </a:cubicBezTo>
                  <a:lnTo>
                    <a:pt x="6668" y="130969"/>
                  </a:lnTo>
                  <a:lnTo>
                    <a:pt x="8954" y="130969"/>
                  </a:lnTo>
                  <a:lnTo>
                    <a:pt x="13526" y="130969"/>
                  </a:lnTo>
                  <a:cubicBezTo>
                    <a:pt x="19812" y="130969"/>
                    <a:pt x="26194" y="131731"/>
                    <a:pt x="32576" y="131921"/>
                  </a:cubicBezTo>
                  <a:lnTo>
                    <a:pt x="70676" y="133731"/>
                  </a:lnTo>
                  <a:lnTo>
                    <a:pt x="108776" y="135636"/>
                  </a:lnTo>
                  <a:lnTo>
                    <a:pt x="146876" y="138017"/>
                  </a:lnTo>
                  <a:lnTo>
                    <a:pt x="146876" y="138017"/>
                  </a:lnTo>
                  <a:lnTo>
                    <a:pt x="146876" y="138017"/>
                  </a:lnTo>
                  <a:lnTo>
                    <a:pt x="145923" y="143637"/>
                  </a:lnTo>
                  <a:lnTo>
                    <a:pt x="145923" y="137922"/>
                  </a:lnTo>
                  <a:lnTo>
                    <a:pt x="145923" y="137922"/>
                  </a:lnTo>
                  <a:cubicBezTo>
                    <a:pt x="133160" y="137922"/>
                    <a:pt x="120491" y="138589"/>
                    <a:pt x="107823" y="138684"/>
                  </a:cubicBezTo>
                  <a:lnTo>
                    <a:pt x="69723" y="138684"/>
                  </a:lnTo>
                  <a:cubicBezTo>
                    <a:pt x="57055" y="138684"/>
                    <a:pt x="44387" y="138684"/>
                    <a:pt x="31623" y="138017"/>
                  </a:cubicBezTo>
                  <a:lnTo>
                    <a:pt x="12573" y="137255"/>
                  </a:lnTo>
                  <a:lnTo>
                    <a:pt x="7715" y="137255"/>
                  </a:lnTo>
                  <a:lnTo>
                    <a:pt x="5239" y="137255"/>
                  </a:lnTo>
                  <a:lnTo>
                    <a:pt x="3905" y="137255"/>
                  </a:lnTo>
                  <a:lnTo>
                    <a:pt x="3239" y="137255"/>
                  </a:lnTo>
                  <a:lnTo>
                    <a:pt x="2572" y="137255"/>
                  </a:lnTo>
                  <a:lnTo>
                    <a:pt x="1334" y="136588"/>
                  </a:lnTo>
                  <a:cubicBezTo>
                    <a:pt x="1124" y="136427"/>
                    <a:pt x="924" y="136227"/>
                    <a:pt x="762" y="136017"/>
                  </a:cubicBezTo>
                  <a:cubicBezTo>
                    <a:pt x="276" y="135350"/>
                    <a:pt x="10" y="134550"/>
                    <a:pt x="0" y="133731"/>
                  </a:cubicBezTo>
                  <a:cubicBezTo>
                    <a:pt x="0" y="133731"/>
                    <a:pt x="0" y="132969"/>
                    <a:pt x="0" y="133064"/>
                  </a:cubicBezTo>
                  <a:lnTo>
                    <a:pt x="0" y="133064"/>
                  </a:lnTo>
                  <a:lnTo>
                    <a:pt x="0" y="133064"/>
                  </a:lnTo>
                  <a:cubicBezTo>
                    <a:pt x="0" y="133064"/>
                    <a:pt x="0" y="132588"/>
                    <a:pt x="0" y="132493"/>
                  </a:cubicBezTo>
                  <a:lnTo>
                    <a:pt x="0" y="131826"/>
                  </a:lnTo>
                  <a:lnTo>
                    <a:pt x="667" y="130588"/>
                  </a:lnTo>
                  <a:lnTo>
                    <a:pt x="1905" y="128397"/>
                  </a:lnTo>
                  <a:lnTo>
                    <a:pt x="4477" y="124301"/>
                  </a:lnTo>
                  <a:cubicBezTo>
                    <a:pt x="18479" y="102965"/>
                    <a:pt x="33052" y="82296"/>
                    <a:pt x="48006" y="61913"/>
                  </a:cubicBezTo>
                  <a:lnTo>
                    <a:pt x="70580" y="31242"/>
                  </a:lnTo>
                  <a:cubicBezTo>
                    <a:pt x="80010" y="19907"/>
                    <a:pt x="87630" y="9811"/>
                    <a:pt x="95536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3" name="任意多边形: 形状 322" descr="fe1b77a2-3740-4372-a411-c3100766775d">
              <a:extLst>
                <a:ext uri="{FF2B5EF4-FFF2-40B4-BE49-F238E27FC236}">
                  <a16:creationId xmlns:a16="http://schemas.microsoft.com/office/drawing/2014/main" id="{175BBF67-20AE-4522-99D1-CA4BB8028769}"/>
                </a:ext>
              </a:extLst>
            </p:cNvPr>
            <p:cNvSpPr/>
            <p:nvPr/>
          </p:nvSpPr>
          <p:spPr>
            <a:xfrm rot="21190573">
              <a:off x="6648251" y="3026360"/>
              <a:ext cx="30657" cy="254392"/>
            </a:xfrm>
            <a:custGeom>
              <a:avLst/>
              <a:gdLst>
                <a:gd name="connsiteX0" fmla="*/ 14097 w 28479"/>
                <a:gd name="connsiteY0" fmla="*/ 144496 h 236317"/>
                <a:gd name="connsiteX1" fmla="*/ 24289 w 28479"/>
                <a:gd name="connsiteY1" fmla="*/ 52866 h 236317"/>
                <a:gd name="connsiteX2" fmla="*/ 28480 w 28479"/>
                <a:gd name="connsiteY2" fmla="*/ 574 h 236317"/>
                <a:gd name="connsiteX3" fmla="*/ 27337 w 28479"/>
                <a:gd name="connsiteY3" fmla="*/ 574 h 236317"/>
                <a:gd name="connsiteX4" fmla="*/ 14002 w 28479"/>
                <a:gd name="connsiteY4" fmla="*/ 92299 h 236317"/>
                <a:gd name="connsiteX5" fmla="*/ 3715 w 28479"/>
                <a:gd name="connsiteY5" fmla="*/ 184025 h 236317"/>
                <a:gd name="connsiteX6" fmla="*/ 0 w 28479"/>
                <a:gd name="connsiteY6" fmla="*/ 236317 h 236317"/>
                <a:gd name="connsiteX7" fmla="*/ 667 w 28479"/>
                <a:gd name="connsiteY7" fmla="*/ 236317 h 236317"/>
                <a:gd name="connsiteX8" fmla="*/ 14097 w 28479"/>
                <a:gd name="connsiteY8" fmla="*/ 144496 h 23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479" h="236317">
                  <a:moveTo>
                    <a:pt x="14097" y="144496"/>
                  </a:moveTo>
                  <a:cubicBezTo>
                    <a:pt x="17812" y="114016"/>
                    <a:pt x="21717" y="83536"/>
                    <a:pt x="24289" y="52866"/>
                  </a:cubicBezTo>
                  <a:cubicBezTo>
                    <a:pt x="25718" y="35435"/>
                    <a:pt x="27242" y="18004"/>
                    <a:pt x="28480" y="574"/>
                  </a:cubicBezTo>
                  <a:cubicBezTo>
                    <a:pt x="28480" y="-93"/>
                    <a:pt x="27432" y="-284"/>
                    <a:pt x="27337" y="574"/>
                  </a:cubicBezTo>
                  <a:cubicBezTo>
                    <a:pt x="22384" y="31054"/>
                    <a:pt x="17812" y="61629"/>
                    <a:pt x="14002" y="92299"/>
                  </a:cubicBezTo>
                  <a:cubicBezTo>
                    <a:pt x="10192" y="122970"/>
                    <a:pt x="6763" y="153355"/>
                    <a:pt x="3715" y="184025"/>
                  </a:cubicBezTo>
                  <a:cubicBezTo>
                    <a:pt x="1876" y="201361"/>
                    <a:pt x="638" y="218791"/>
                    <a:pt x="0" y="236317"/>
                  </a:cubicBezTo>
                  <a:cubicBezTo>
                    <a:pt x="0" y="236317"/>
                    <a:pt x="571" y="236317"/>
                    <a:pt x="667" y="236317"/>
                  </a:cubicBezTo>
                  <a:cubicBezTo>
                    <a:pt x="6572" y="205837"/>
                    <a:pt x="10382" y="175262"/>
                    <a:pt x="14097" y="144496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4" name="任意多边形: 形状 323" descr="aac94167-4055-476d-813f-3a3426dec79d">
              <a:extLst>
                <a:ext uri="{FF2B5EF4-FFF2-40B4-BE49-F238E27FC236}">
                  <a16:creationId xmlns:a16="http://schemas.microsoft.com/office/drawing/2014/main" id="{AECA6B11-D843-491F-8D6E-9E438E8CAC4B}"/>
                </a:ext>
              </a:extLst>
            </p:cNvPr>
            <p:cNvSpPr/>
            <p:nvPr/>
          </p:nvSpPr>
          <p:spPr>
            <a:xfrm rot="21190573">
              <a:off x="6622520" y="2905674"/>
              <a:ext cx="35579" cy="32606"/>
            </a:xfrm>
            <a:custGeom>
              <a:avLst/>
              <a:gdLst>
                <a:gd name="connsiteX0" fmla="*/ 33052 w 33051"/>
                <a:gd name="connsiteY0" fmla="*/ 0 h 30289"/>
                <a:gd name="connsiteX1" fmla="*/ 0 w 33051"/>
                <a:gd name="connsiteY1" fmla="*/ 30290 h 30289"/>
                <a:gd name="connsiteX2" fmla="*/ 33052 w 33051"/>
                <a:gd name="connsiteY2" fmla="*/ 0 h 3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51" h="30289">
                  <a:moveTo>
                    <a:pt x="33052" y="0"/>
                  </a:moveTo>
                  <a:cubicBezTo>
                    <a:pt x="23127" y="11230"/>
                    <a:pt x="12049" y="21384"/>
                    <a:pt x="0" y="30290"/>
                  </a:cubicBezTo>
                  <a:cubicBezTo>
                    <a:pt x="9925" y="19060"/>
                    <a:pt x="21002" y="8906"/>
                    <a:pt x="33052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5" name="任意多边形: 形状 324" descr="0242c94b-d755-40bd-98c8-157ee8af33c3">
              <a:extLst>
                <a:ext uri="{FF2B5EF4-FFF2-40B4-BE49-F238E27FC236}">
                  <a16:creationId xmlns:a16="http://schemas.microsoft.com/office/drawing/2014/main" id="{6E173CCB-F240-4F95-98AD-7953458369F3}"/>
                </a:ext>
              </a:extLst>
            </p:cNvPr>
            <p:cNvSpPr/>
            <p:nvPr/>
          </p:nvSpPr>
          <p:spPr>
            <a:xfrm rot="21190573">
              <a:off x="6688061" y="2599225"/>
              <a:ext cx="184564" cy="242522"/>
            </a:xfrm>
            <a:custGeom>
              <a:avLst/>
              <a:gdLst>
                <a:gd name="connsiteX0" fmla="*/ 80772 w 171450"/>
                <a:gd name="connsiteY0" fmla="*/ 225220 h 225290"/>
                <a:gd name="connsiteX1" fmla="*/ 0 w 171450"/>
                <a:gd name="connsiteY1" fmla="*/ 119778 h 225290"/>
                <a:gd name="connsiteX2" fmla="*/ 57150 w 171450"/>
                <a:gd name="connsiteY2" fmla="*/ 144 h 225290"/>
                <a:gd name="connsiteX3" fmla="*/ 171450 w 171450"/>
                <a:gd name="connsiteY3" fmla="*/ 80630 h 225290"/>
                <a:gd name="connsiteX4" fmla="*/ 128778 w 171450"/>
                <a:gd name="connsiteY4" fmla="*/ 153116 h 225290"/>
                <a:gd name="connsiteX5" fmla="*/ 126397 w 171450"/>
                <a:gd name="connsiteY5" fmla="*/ 161688 h 225290"/>
                <a:gd name="connsiteX6" fmla="*/ 126397 w 171450"/>
                <a:gd name="connsiteY6" fmla="*/ 163117 h 225290"/>
                <a:gd name="connsiteX7" fmla="*/ 80772 w 171450"/>
                <a:gd name="connsiteY7" fmla="*/ 225220 h 225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450" h="225290">
                  <a:moveTo>
                    <a:pt x="80772" y="225220"/>
                  </a:moveTo>
                  <a:cubicBezTo>
                    <a:pt x="54388" y="227696"/>
                    <a:pt x="5620" y="164355"/>
                    <a:pt x="0" y="119778"/>
                  </a:cubicBezTo>
                  <a:cubicBezTo>
                    <a:pt x="0" y="116730"/>
                    <a:pt x="49721" y="20242"/>
                    <a:pt x="57150" y="144"/>
                  </a:cubicBezTo>
                  <a:cubicBezTo>
                    <a:pt x="58769" y="-3952"/>
                    <a:pt x="171450" y="80630"/>
                    <a:pt x="171450" y="80630"/>
                  </a:cubicBezTo>
                  <a:cubicBezTo>
                    <a:pt x="154334" y="102966"/>
                    <a:pt x="139998" y="127312"/>
                    <a:pt x="128778" y="153116"/>
                  </a:cubicBezTo>
                  <a:cubicBezTo>
                    <a:pt x="127749" y="155897"/>
                    <a:pt x="126949" y="158773"/>
                    <a:pt x="126397" y="161688"/>
                  </a:cubicBezTo>
                  <a:lnTo>
                    <a:pt x="126397" y="163117"/>
                  </a:lnTo>
                  <a:cubicBezTo>
                    <a:pt x="122777" y="179881"/>
                    <a:pt x="110014" y="222553"/>
                    <a:pt x="80772" y="225220"/>
                  </a:cubicBezTo>
                  <a:close/>
                </a:path>
              </a:pathLst>
            </a:custGeom>
            <a:solidFill>
              <a:srgbClr val="FBD1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6" name="任意多边形: 形状 325" descr="8febf35e-9166-4a13-ad6e-a4666ebf5a2e">
              <a:extLst>
                <a:ext uri="{FF2B5EF4-FFF2-40B4-BE49-F238E27FC236}">
                  <a16:creationId xmlns:a16="http://schemas.microsoft.com/office/drawing/2014/main" id="{0D98B229-A8CA-4528-838E-5723347A04B4}"/>
                </a:ext>
              </a:extLst>
            </p:cNvPr>
            <p:cNvSpPr/>
            <p:nvPr/>
          </p:nvSpPr>
          <p:spPr>
            <a:xfrm rot="21190573">
              <a:off x="6740643" y="2596632"/>
              <a:ext cx="127359" cy="160159"/>
            </a:xfrm>
            <a:custGeom>
              <a:avLst/>
              <a:gdLst>
                <a:gd name="connsiteX0" fmla="*/ 118310 w 118309"/>
                <a:gd name="connsiteY0" fmla="*/ 80010 h 148780"/>
                <a:gd name="connsiteX1" fmla="*/ 77257 w 118309"/>
                <a:gd name="connsiteY1" fmla="*/ 148781 h 148780"/>
                <a:gd name="connsiteX2" fmla="*/ 5724 w 118309"/>
                <a:gd name="connsiteY2" fmla="*/ 0 h 148780"/>
                <a:gd name="connsiteX3" fmla="*/ 118310 w 118309"/>
                <a:gd name="connsiteY3" fmla="*/ 80010 h 14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309" h="148780">
                  <a:moveTo>
                    <a:pt x="118310" y="80010"/>
                  </a:moveTo>
                  <a:cubicBezTo>
                    <a:pt x="102041" y="101289"/>
                    <a:pt x="88268" y="124368"/>
                    <a:pt x="77257" y="148781"/>
                  </a:cubicBezTo>
                  <a:cubicBezTo>
                    <a:pt x="40490" y="137922"/>
                    <a:pt x="-18660" y="75533"/>
                    <a:pt x="5724" y="0"/>
                  </a:cubicBezTo>
                  <a:cubicBezTo>
                    <a:pt x="19155" y="5525"/>
                    <a:pt x="118310" y="80010"/>
                    <a:pt x="118310" y="8001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7" name="任意多边形: 形状 326" descr="2303acdc-95f0-4f80-99d4-efdd2f1347c8">
              <a:extLst>
                <a:ext uri="{FF2B5EF4-FFF2-40B4-BE49-F238E27FC236}">
                  <a16:creationId xmlns:a16="http://schemas.microsoft.com/office/drawing/2014/main" id="{B959F132-D063-4E9D-A0DE-470B3B73ACF2}"/>
                </a:ext>
              </a:extLst>
            </p:cNvPr>
            <p:cNvSpPr/>
            <p:nvPr/>
          </p:nvSpPr>
          <p:spPr>
            <a:xfrm rot="21190573">
              <a:off x="6692353" y="2349129"/>
              <a:ext cx="261154" cy="356917"/>
            </a:xfrm>
            <a:custGeom>
              <a:avLst/>
              <a:gdLst>
                <a:gd name="connsiteX0" fmla="*/ 2242 w 242598"/>
                <a:gd name="connsiteY0" fmla="*/ 86388 h 331557"/>
                <a:gd name="connsiteX1" fmla="*/ 62059 w 242598"/>
                <a:gd name="connsiteY1" fmla="*/ 302796 h 331557"/>
                <a:gd name="connsiteX2" fmla="*/ 231509 w 242598"/>
                <a:gd name="connsiteY2" fmla="*/ 281079 h 331557"/>
                <a:gd name="connsiteX3" fmla="*/ 175883 w 242598"/>
                <a:gd name="connsiteY3" fmla="*/ 15332 h 331557"/>
                <a:gd name="connsiteX4" fmla="*/ 2242 w 242598"/>
                <a:gd name="connsiteY4" fmla="*/ 86388 h 33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598" h="331557">
                  <a:moveTo>
                    <a:pt x="2242" y="86388"/>
                  </a:moveTo>
                  <a:cubicBezTo>
                    <a:pt x="-9283" y="135728"/>
                    <a:pt x="25579" y="273936"/>
                    <a:pt x="62059" y="302796"/>
                  </a:cubicBezTo>
                  <a:cubicBezTo>
                    <a:pt x="115018" y="344706"/>
                    <a:pt x="197029" y="343563"/>
                    <a:pt x="231509" y="281079"/>
                  </a:cubicBezTo>
                  <a:cubicBezTo>
                    <a:pt x="264847" y="220405"/>
                    <a:pt x="216174" y="41144"/>
                    <a:pt x="175883" y="15332"/>
                  </a:cubicBezTo>
                  <a:cubicBezTo>
                    <a:pt x="116447" y="-22673"/>
                    <a:pt x="19387" y="13332"/>
                    <a:pt x="2242" y="86388"/>
                  </a:cubicBezTo>
                  <a:close/>
                </a:path>
              </a:pathLst>
            </a:custGeom>
            <a:solidFill>
              <a:srgbClr val="FBD1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8" name="任意多边形: 形状 327" descr="ab46683e-dc22-4e25-966a-3b5149e29a4f">
              <a:extLst>
                <a:ext uri="{FF2B5EF4-FFF2-40B4-BE49-F238E27FC236}">
                  <a16:creationId xmlns:a16="http://schemas.microsoft.com/office/drawing/2014/main" id="{23580551-4602-4F94-98D7-A2331C0452BC}"/>
                </a:ext>
              </a:extLst>
            </p:cNvPr>
            <p:cNvSpPr/>
            <p:nvPr/>
          </p:nvSpPr>
          <p:spPr>
            <a:xfrm rot="21190573">
              <a:off x="6853477" y="2524851"/>
              <a:ext cx="7942" cy="28720"/>
            </a:xfrm>
            <a:custGeom>
              <a:avLst/>
              <a:gdLst>
                <a:gd name="connsiteX0" fmla="*/ 4191 w 7378"/>
                <a:gd name="connsiteY0" fmla="*/ 0 h 26679"/>
                <a:gd name="connsiteX1" fmla="*/ 3715 w 7378"/>
                <a:gd name="connsiteY1" fmla="*/ 952 h 26679"/>
                <a:gd name="connsiteX2" fmla="*/ 0 w 7378"/>
                <a:gd name="connsiteY2" fmla="*/ 26098 h 26679"/>
                <a:gd name="connsiteX3" fmla="*/ 0 w 7378"/>
                <a:gd name="connsiteY3" fmla="*/ 26670 h 26679"/>
                <a:gd name="connsiteX4" fmla="*/ 4191 w 7378"/>
                <a:gd name="connsiteY4" fmla="*/ 0 h 26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8" h="26679">
                  <a:moveTo>
                    <a:pt x="4191" y="0"/>
                  </a:moveTo>
                  <a:cubicBezTo>
                    <a:pt x="4191" y="0"/>
                    <a:pt x="3620" y="571"/>
                    <a:pt x="3715" y="952"/>
                  </a:cubicBezTo>
                  <a:cubicBezTo>
                    <a:pt x="6287" y="10477"/>
                    <a:pt x="7620" y="21050"/>
                    <a:pt x="0" y="26098"/>
                  </a:cubicBezTo>
                  <a:cubicBezTo>
                    <a:pt x="0" y="26098"/>
                    <a:pt x="0" y="26765"/>
                    <a:pt x="0" y="26670"/>
                  </a:cubicBezTo>
                  <a:cubicBezTo>
                    <a:pt x="10096" y="22765"/>
                    <a:pt x="8096" y="8287"/>
                    <a:pt x="4191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9" name="任意多边形: 形状 328" descr="9c6b7f43-7b5f-4ee4-bb36-558c7b05e8e3">
              <a:extLst>
                <a:ext uri="{FF2B5EF4-FFF2-40B4-BE49-F238E27FC236}">
                  <a16:creationId xmlns:a16="http://schemas.microsoft.com/office/drawing/2014/main" id="{51FF070E-188D-4C92-B0F9-CFF46ECB3C2D}"/>
                </a:ext>
              </a:extLst>
            </p:cNvPr>
            <p:cNvSpPr/>
            <p:nvPr/>
          </p:nvSpPr>
          <p:spPr>
            <a:xfrm rot="21190573">
              <a:off x="6836445" y="2517601"/>
              <a:ext cx="23434" cy="32750"/>
            </a:xfrm>
            <a:custGeom>
              <a:avLst/>
              <a:gdLst>
                <a:gd name="connsiteX0" fmla="*/ 8801 w 21769"/>
                <a:gd name="connsiteY0" fmla="*/ 105 h 30423"/>
                <a:gd name="connsiteX1" fmla="*/ 13849 w 21769"/>
                <a:gd name="connsiteY1" fmla="*/ 30299 h 30423"/>
                <a:gd name="connsiteX2" fmla="*/ 8801 w 21769"/>
                <a:gd name="connsiteY2" fmla="*/ 105 h 3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769" h="30423">
                  <a:moveTo>
                    <a:pt x="8801" y="105"/>
                  </a:moveTo>
                  <a:cubicBezTo>
                    <a:pt x="-6344" y="2581"/>
                    <a:pt x="-153" y="32585"/>
                    <a:pt x="13849" y="30299"/>
                  </a:cubicBezTo>
                  <a:cubicBezTo>
                    <a:pt x="27851" y="28013"/>
                    <a:pt x="21469" y="-1991"/>
                    <a:pt x="8801" y="105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0" name="任意多边形: 形状 329" descr="dd039f65-fc65-422c-b07c-bd878aeae161">
              <a:extLst>
                <a:ext uri="{FF2B5EF4-FFF2-40B4-BE49-F238E27FC236}">
                  <a16:creationId xmlns:a16="http://schemas.microsoft.com/office/drawing/2014/main" id="{0B277DAD-A913-44E3-8006-E67BFA923933}"/>
                </a:ext>
              </a:extLst>
            </p:cNvPr>
            <p:cNvSpPr/>
            <p:nvPr/>
          </p:nvSpPr>
          <p:spPr>
            <a:xfrm rot="21190573">
              <a:off x="6911010" y="2505380"/>
              <a:ext cx="16098" cy="24230"/>
            </a:xfrm>
            <a:custGeom>
              <a:avLst/>
              <a:gdLst>
                <a:gd name="connsiteX0" fmla="*/ 0 w 14954"/>
                <a:gd name="connsiteY0" fmla="*/ 0 h 22508"/>
                <a:gd name="connsiteX1" fmla="*/ 857 w 14954"/>
                <a:gd name="connsiteY1" fmla="*/ 667 h 22508"/>
                <a:gd name="connsiteX2" fmla="*/ 14954 w 14954"/>
                <a:gd name="connsiteY2" fmla="*/ 21908 h 22508"/>
                <a:gd name="connsiteX3" fmla="*/ 14954 w 14954"/>
                <a:gd name="connsiteY3" fmla="*/ 22479 h 22508"/>
                <a:gd name="connsiteX4" fmla="*/ 0 w 14954"/>
                <a:gd name="connsiteY4" fmla="*/ 0 h 22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54" h="22508">
                  <a:moveTo>
                    <a:pt x="0" y="0"/>
                  </a:moveTo>
                  <a:cubicBezTo>
                    <a:pt x="0" y="0"/>
                    <a:pt x="762" y="0"/>
                    <a:pt x="857" y="667"/>
                  </a:cubicBezTo>
                  <a:cubicBezTo>
                    <a:pt x="2476" y="10192"/>
                    <a:pt x="5905" y="20574"/>
                    <a:pt x="14954" y="21908"/>
                  </a:cubicBezTo>
                  <a:cubicBezTo>
                    <a:pt x="14954" y="21908"/>
                    <a:pt x="14954" y="22479"/>
                    <a:pt x="14954" y="22479"/>
                  </a:cubicBezTo>
                  <a:cubicBezTo>
                    <a:pt x="4381" y="23241"/>
                    <a:pt x="0" y="9144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1" name="任意多边形: 形状 330" descr="c9d56123-9c8a-431b-9c99-4e9115778022">
              <a:extLst>
                <a:ext uri="{FF2B5EF4-FFF2-40B4-BE49-F238E27FC236}">
                  <a16:creationId xmlns:a16="http://schemas.microsoft.com/office/drawing/2014/main" id="{9C721E6F-B733-4B63-B5D8-FC3C751DFDFE}"/>
                </a:ext>
              </a:extLst>
            </p:cNvPr>
            <p:cNvSpPr/>
            <p:nvPr/>
          </p:nvSpPr>
          <p:spPr>
            <a:xfrm rot="21190573">
              <a:off x="6910011" y="2492271"/>
              <a:ext cx="23571" cy="32578"/>
            </a:xfrm>
            <a:custGeom>
              <a:avLst/>
              <a:gdLst>
                <a:gd name="connsiteX0" fmla="*/ 6246 w 21896"/>
                <a:gd name="connsiteY0" fmla="*/ 387 h 30264"/>
                <a:gd name="connsiteX1" fmla="*/ 14628 w 21896"/>
                <a:gd name="connsiteY1" fmla="*/ 29914 h 30264"/>
                <a:gd name="connsiteX2" fmla="*/ 6246 w 21896"/>
                <a:gd name="connsiteY2" fmla="*/ 387 h 30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96" h="30264">
                  <a:moveTo>
                    <a:pt x="6246" y="387"/>
                  </a:moveTo>
                  <a:cubicBezTo>
                    <a:pt x="21009" y="-3709"/>
                    <a:pt x="28343" y="26009"/>
                    <a:pt x="14628" y="29914"/>
                  </a:cubicBezTo>
                  <a:cubicBezTo>
                    <a:pt x="912" y="33819"/>
                    <a:pt x="-5756" y="3911"/>
                    <a:pt x="6246" y="387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2" name="任意多边形: 形状 331" descr="9ac2853b-349d-4123-ad06-83a2d9823fa5">
              <a:extLst>
                <a:ext uri="{FF2B5EF4-FFF2-40B4-BE49-F238E27FC236}">
                  <a16:creationId xmlns:a16="http://schemas.microsoft.com/office/drawing/2014/main" id="{C5722962-007B-4289-98CB-40ADBE7D4BCD}"/>
                </a:ext>
              </a:extLst>
            </p:cNvPr>
            <p:cNvSpPr/>
            <p:nvPr/>
          </p:nvSpPr>
          <p:spPr>
            <a:xfrm rot="21190573">
              <a:off x="6813293" y="2471045"/>
              <a:ext cx="34264" cy="25030"/>
            </a:xfrm>
            <a:custGeom>
              <a:avLst/>
              <a:gdLst>
                <a:gd name="connsiteX0" fmla="*/ 9197 w 31829"/>
                <a:gd name="connsiteY0" fmla="*/ 22881 h 23252"/>
                <a:gd name="connsiteX1" fmla="*/ 20627 w 31829"/>
                <a:gd name="connsiteY1" fmla="*/ 17547 h 23252"/>
                <a:gd name="connsiteX2" fmla="*/ 31200 w 31829"/>
                <a:gd name="connsiteY2" fmla="*/ 9927 h 23252"/>
                <a:gd name="connsiteX3" fmla="*/ 29390 w 31829"/>
                <a:gd name="connsiteY3" fmla="*/ 2212 h 23252"/>
                <a:gd name="connsiteX4" fmla="*/ 13102 w 31829"/>
                <a:gd name="connsiteY4" fmla="*/ 2212 h 23252"/>
                <a:gd name="connsiteX5" fmla="*/ 529 w 31829"/>
                <a:gd name="connsiteY5" fmla="*/ 13642 h 23252"/>
                <a:gd name="connsiteX6" fmla="*/ 4301 w 31829"/>
                <a:gd name="connsiteY6" fmla="*/ 22725 h 23252"/>
                <a:gd name="connsiteX7" fmla="*/ 9197 w 31829"/>
                <a:gd name="connsiteY7" fmla="*/ 22881 h 23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829" h="23252">
                  <a:moveTo>
                    <a:pt x="9197" y="22881"/>
                  </a:moveTo>
                  <a:cubicBezTo>
                    <a:pt x="13198" y="21357"/>
                    <a:pt x="16722" y="19357"/>
                    <a:pt x="20627" y="17547"/>
                  </a:cubicBezTo>
                  <a:cubicBezTo>
                    <a:pt x="24875" y="16201"/>
                    <a:pt x="28580" y="13531"/>
                    <a:pt x="31200" y="9927"/>
                  </a:cubicBezTo>
                  <a:cubicBezTo>
                    <a:pt x="32495" y="7250"/>
                    <a:pt x="31743" y="4032"/>
                    <a:pt x="29390" y="2212"/>
                  </a:cubicBezTo>
                  <a:cubicBezTo>
                    <a:pt x="24361" y="-737"/>
                    <a:pt x="18132" y="-737"/>
                    <a:pt x="13102" y="2212"/>
                  </a:cubicBezTo>
                  <a:cubicBezTo>
                    <a:pt x="7645" y="4346"/>
                    <a:pt x="3168" y="8415"/>
                    <a:pt x="529" y="13642"/>
                  </a:cubicBezTo>
                  <a:cubicBezTo>
                    <a:pt x="-938" y="17191"/>
                    <a:pt x="748" y="21257"/>
                    <a:pt x="4301" y="22725"/>
                  </a:cubicBezTo>
                  <a:cubicBezTo>
                    <a:pt x="5854" y="23370"/>
                    <a:pt x="7597" y="23426"/>
                    <a:pt x="9197" y="22881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3" name="任意多边形: 形状 332" descr="265a570b-54c3-4c7a-8b25-108a890c9f67">
              <a:extLst>
                <a:ext uri="{FF2B5EF4-FFF2-40B4-BE49-F238E27FC236}">
                  <a16:creationId xmlns:a16="http://schemas.microsoft.com/office/drawing/2014/main" id="{C4FBEB29-EC21-4B68-BC6F-159DC636DB31}"/>
                </a:ext>
              </a:extLst>
            </p:cNvPr>
            <p:cNvSpPr/>
            <p:nvPr/>
          </p:nvSpPr>
          <p:spPr>
            <a:xfrm rot="21190573">
              <a:off x="6897338" y="2465551"/>
              <a:ext cx="35011" cy="22860"/>
            </a:xfrm>
            <a:custGeom>
              <a:avLst/>
              <a:gdLst>
                <a:gd name="connsiteX0" fmla="*/ 28869 w 32523"/>
                <a:gd name="connsiteY0" fmla="*/ 13480 h 21236"/>
                <a:gd name="connsiteX1" fmla="*/ 17248 w 32523"/>
                <a:gd name="connsiteY1" fmla="*/ 18338 h 21236"/>
                <a:gd name="connsiteX2" fmla="*/ 4485 w 32523"/>
                <a:gd name="connsiteY2" fmla="*/ 21100 h 21236"/>
                <a:gd name="connsiteX3" fmla="*/ 8 w 32523"/>
                <a:gd name="connsiteY3" fmla="*/ 14623 h 21236"/>
                <a:gd name="connsiteX4" fmla="*/ 10866 w 32523"/>
                <a:gd name="connsiteY4" fmla="*/ 2431 h 21236"/>
                <a:gd name="connsiteX5" fmla="*/ 27821 w 32523"/>
                <a:gd name="connsiteY5" fmla="*/ 907 h 21236"/>
                <a:gd name="connsiteX6" fmla="*/ 32174 w 32523"/>
                <a:gd name="connsiteY6" fmla="*/ 9574 h 21236"/>
                <a:gd name="connsiteX7" fmla="*/ 28869 w 32523"/>
                <a:gd name="connsiteY7" fmla="*/ 13480 h 2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23" h="21236">
                  <a:moveTo>
                    <a:pt x="28869" y="13480"/>
                  </a:moveTo>
                  <a:cubicBezTo>
                    <a:pt x="25078" y="15295"/>
                    <a:pt x="21201" y="16916"/>
                    <a:pt x="17248" y="18338"/>
                  </a:cubicBezTo>
                  <a:cubicBezTo>
                    <a:pt x="13419" y="20647"/>
                    <a:pt x="8923" y="21618"/>
                    <a:pt x="4485" y="21100"/>
                  </a:cubicBezTo>
                  <a:cubicBezTo>
                    <a:pt x="1703" y="20200"/>
                    <a:pt x="-135" y="17545"/>
                    <a:pt x="8" y="14623"/>
                  </a:cubicBezTo>
                  <a:cubicBezTo>
                    <a:pt x="1122" y="8879"/>
                    <a:pt x="5294" y="4204"/>
                    <a:pt x="10866" y="2431"/>
                  </a:cubicBezTo>
                  <a:cubicBezTo>
                    <a:pt x="16134" y="-158"/>
                    <a:pt x="22172" y="-701"/>
                    <a:pt x="27821" y="907"/>
                  </a:cubicBezTo>
                  <a:cubicBezTo>
                    <a:pt x="31412" y="2099"/>
                    <a:pt x="33364" y="5979"/>
                    <a:pt x="32174" y="9574"/>
                  </a:cubicBezTo>
                  <a:cubicBezTo>
                    <a:pt x="31621" y="11254"/>
                    <a:pt x="30431" y="12653"/>
                    <a:pt x="28869" y="1348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4" name="任意多边形: 形状 333" descr="ecdee920-a953-4c56-9838-799dd4a15e97">
              <a:extLst>
                <a:ext uri="{FF2B5EF4-FFF2-40B4-BE49-F238E27FC236}">
                  <a16:creationId xmlns:a16="http://schemas.microsoft.com/office/drawing/2014/main" id="{8AA51F39-5A81-4738-B907-7D1DCBCEC0D0}"/>
                </a:ext>
              </a:extLst>
            </p:cNvPr>
            <p:cNvSpPr/>
            <p:nvPr/>
          </p:nvSpPr>
          <p:spPr>
            <a:xfrm rot="21190573">
              <a:off x="6873102" y="2614874"/>
              <a:ext cx="21402" cy="7997"/>
            </a:xfrm>
            <a:custGeom>
              <a:avLst/>
              <a:gdLst>
                <a:gd name="connsiteX0" fmla="*/ 831 w 19881"/>
                <a:gd name="connsiteY0" fmla="*/ 476 h 7429"/>
                <a:gd name="connsiteX1" fmla="*/ 9785 w 19881"/>
                <a:gd name="connsiteY1" fmla="*/ 4381 h 7429"/>
                <a:gd name="connsiteX2" fmla="*/ 19310 w 19881"/>
                <a:gd name="connsiteY2" fmla="*/ 0 h 7429"/>
                <a:gd name="connsiteX3" fmla="*/ 19881 w 19881"/>
                <a:gd name="connsiteY3" fmla="*/ 0 h 7429"/>
                <a:gd name="connsiteX4" fmla="*/ 9023 w 19881"/>
                <a:gd name="connsiteY4" fmla="*/ 7429 h 7429"/>
                <a:gd name="connsiteX5" fmla="*/ 69 w 19881"/>
                <a:gd name="connsiteY5" fmla="*/ 667 h 7429"/>
                <a:gd name="connsiteX6" fmla="*/ 831 w 19881"/>
                <a:gd name="connsiteY6" fmla="*/ 476 h 7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81" h="7429">
                  <a:moveTo>
                    <a:pt x="831" y="476"/>
                  </a:moveTo>
                  <a:cubicBezTo>
                    <a:pt x="3593" y="2191"/>
                    <a:pt x="6356" y="4763"/>
                    <a:pt x="9785" y="4381"/>
                  </a:cubicBezTo>
                  <a:cubicBezTo>
                    <a:pt x="13233" y="3610"/>
                    <a:pt x="16481" y="2124"/>
                    <a:pt x="19310" y="0"/>
                  </a:cubicBezTo>
                  <a:lnTo>
                    <a:pt x="19881" y="0"/>
                  </a:lnTo>
                  <a:cubicBezTo>
                    <a:pt x="17919" y="4296"/>
                    <a:pt x="13738" y="7153"/>
                    <a:pt x="9023" y="7429"/>
                  </a:cubicBezTo>
                  <a:cubicBezTo>
                    <a:pt x="4946" y="7191"/>
                    <a:pt x="1412" y="4524"/>
                    <a:pt x="69" y="667"/>
                  </a:cubicBezTo>
                  <a:cubicBezTo>
                    <a:pt x="-216" y="571"/>
                    <a:pt x="450" y="190"/>
                    <a:pt x="831" y="476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5" name="任意多边形: 形状 334" descr="7085ccce-4a82-47bb-8510-60af97499197">
              <a:extLst>
                <a:ext uri="{FF2B5EF4-FFF2-40B4-BE49-F238E27FC236}">
                  <a16:creationId xmlns:a16="http://schemas.microsoft.com/office/drawing/2014/main" id="{D230D4D1-AB78-4E54-9EB1-243896886DFD}"/>
                </a:ext>
              </a:extLst>
            </p:cNvPr>
            <p:cNvSpPr/>
            <p:nvPr/>
          </p:nvSpPr>
          <p:spPr>
            <a:xfrm rot="21190573">
              <a:off x="6867348" y="2462912"/>
              <a:ext cx="57825" cy="128421"/>
            </a:xfrm>
            <a:custGeom>
              <a:avLst/>
              <a:gdLst>
                <a:gd name="connsiteX0" fmla="*/ 323 w 53717"/>
                <a:gd name="connsiteY0" fmla="*/ 109752 h 119296"/>
                <a:gd name="connsiteX1" fmla="*/ 24326 w 53717"/>
                <a:gd name="connsiteY1" fmla="*/ 119277 h 119296"/>
                <a:gd name="connsiteX2" fmla="*/ 35852 w 53717"/>
                <a:gd name="connsiteY2" fmla="*/ 117562 h 119296"/>
                <a:gd name="connsiteX3" fmla="*/ 37947 w 53717"/>
                <a:gd name="connsiteY3" fmla="*/ 116800 h 119296"/>
                <a:gd name="connsiteX4" fmla="*/ 39947 w 53717"/>
                <a:gd name="connsiteY4" fmla="*/ 116133 h 119296"/>
                <a:gd name="connsiteX5" fmla="*/ 41376 w 53717"/>
                <a:gd name="connsiteY5" fmla="*/ 113657 h 119296"/>
                <a:gd name="connsiteX6" fmla="*/ 41376 w 53717"/>
                <a:gd name="connsiteY6" fmla="*/ 113657 h 119296"/>
                <a:gd name="connsiteX7" fmla="*/ 41376 w 53717"/>
                <a:gd name="connsiteY7" fmla="*/ 112705 h 119296"/>
                <a:gd name="connsiteX8" fmla="*/ 41376 w 53717"/>
                <a:gd name="connsiteY8" fmla="*/ 112705 h 119296"/>
                <a:gd name="connsiteX9" fmla="*/ 41376 w 53717"/>
                <a:gd name="connsiteY9" fmla="*/ 111847 h 119296"/>
                <a:gd name="connsiteX10" fmla="*/ 37185 w 53717"/>
                <a:gd name="connsiteY10" fmla="*/ 93845 h 119296"/>
                <a:gd name="connsiteX11" fmla="*/ 53663 w 53717"/>
                <a:gd name="connsiteY11" fmla="*/ 93845 h 119296"/>
                <a:gd name="connsiteX12" fmla="*/ 21945 w 53717"/>
                <a:gd name="connsiteY12" fmla="*/ 405 h 119296"/>
                <a:gd name="connsiteX13" fmla="*/ 20231 w 53717"/>
                <a:gd name="connsiteY13" fmla="*/ 976 h 119296"/>
                <a:gd name="connsiteX14" fmla="*/ 45948 w 53717"/>
                <a:gd name="connsiteY14" fmla="*/ 88892 h 119296"/>
                <a:gd name="connsiteX15" fmla="*/ 30041 w 53717"/>
                <a:gd name="connsiteY15" fmla="*/ 87368 h 119296"/>
                <a:gd name="connsiteX16" fmla="*/ 36328 w 53717"/>
                <a:gd name="connsiteY16" fmla="*/ 111371 h 119296"/>
                <a:gd name="connsiteX17" fmla="*/ 36328 w 53717"/>
                <a:gd name="connsiteY17" fmla="*/ 111371 h 119296"/>
                <a:gd name="connsiteX18" fmla="*/ 1466 w 53717"/>
                <a:gd name="connsiteY18" fmla="*/ 107847 h 119296"/>
                <a:gd name="connsiteX19" fmla="*/ 323 w 53717"/>
                <a:gd name="connsiteY19" fmla="*/ 109752 h 119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717" h="119296">
                  <a:moveTo>
                    <a:pt x="323" y="109752"/>
                  </a:moveTo>
                  <a:cubicBezTo>
                    <a:pt x="6648" y="116133"/>
                    <a:pt x="15344" y="119591"/>
                    <a:pt x="24326" y="119277"/>
                  </a:cubicBezTo>
                  <a:cubicBezTo>
                    <a:pt x="28232" y="119229"/>
                    <a:pt x="32108" y="118648"/>
                    <a:pt x="35852" y="117562"/>
                  </a:cubicBezTo>
                  <a:lnTo>
                    <a:pt x="37947" y="116800"/>
                  </a:lnTo>
                  <a:lnTo>
                    <a:pt x="39947" y="116133"/>
                  </a:lnTo>
                  <a:cubicBezTo>
                    <a:pt x="40919" y="115714"/>
                    <a:pt x="41500" y="114705"/>
                    <a:pt x="41376" y="113657"/>
                  </a:cubicBezTo>
                  <a:lnTo>
                    <a:pt x="41376" y="113657"/>
                  </a:lnTo>
                  <a:cubicBezTo>
                    <a:pt x="41405" y="113343"/>
                    <a:pt x="41405" y="113019"/>
                    <a:pt x="41376" y="112705"/>
                  </a:cubicBezTo>
                  <a:lnTo>
                    <a:pt x="41376" y="112705"/>
                  </a:lnTo>
                  <a:lnTo>
                    <a:pt x="41376" y="111847"/>
                  </a:lnTo>
                  <a:cubicBezTo>
                    <a:pt x="40138" y="104608"/>
                    <a:pt x="37185" y="93845"/>
                    <a:pt x="37185" y="93845"/>
                  </a:cubicBezTo>
                  <a:cubicBezTo>
                    <a:pt x="40138" y="94702"/>
                    <a:pt x="54711" y="97941"/>
                    <a:pt x="53663" y="93845"/>
                  </a:cubicBezTo>
                  <a:cubicBezTo>
                    <a:pt x="46300" y="61700"/>
                    <a:pt x="35671" y="30391"/>
                    <a:pt x="21945" y="405"/>
                  </a:cubicBezTo>
                  <a:cubicBezTo>
                    <a:pt x="21469" y="-548"/>
                    <a:pt x="19945" y="405"/>
                    <a:pt x="20231" y="976"/>
                  </a:cubicBezTo>
                  <a:cubicBezTo>
                    <a:pt x="26898" y="30789"/>
                    <a:pt x="38804" y="59079"/>
                    <a:pt x="45948" y="88892"/>
                  </a:cubicBezTo>
                  <a:cubicBezTo>
                    <a:pt x="40747" y="87625"/>
                    <a:pt x="35385" y="87111"/>
                    <a:pt x="30041" y="87368"/>
                  </a:cubicBezTo>
                  <a:cubicBezTo>
                    <a:pt x="29089" y="87939"/>
                    <a:pt x="36042" y="108133"/>
                    <a:pt x="36328" y="111371"/>
                  </a:cubicBezTo>
                  <a:cubicBezTo>
                    <a:pt x="36328" y="111371"/>
                    <a:pt x="36328" y="111371"/>
                    <a:pt x="36328" y="111371"/>
                  </a:cubicBezTo>
                  <a:cubicBezTo>
                    <a:pt x="24707" y="114981"/>
                    <a:pt x="12125" y="113705"/>
                    <a:pt x="1466" y="107847"/>
                  </a:cubicBezTo>
                  <a:cubicBezTo>
                    <a:pt x="228" y="108418"/>
                    <a:pt x="-439" y="109180"/>
                    <a:pt x="323" y="109752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6" name="任意多边形: 形状 335" descr="a8520abc-f3fc-43e1-a868-80e05634e22c">
              <a:extLst>
                <a:ext uri="{FF2B5EF4-FFF2-40B4-BE49-F238E27FC236}">
                  <a16:creationId xmlns:a16="http://schemas.microsoft.com/office/drawing/2014/main" id="{D1D5CC51-9987-4E42-A6D1-43E8AD243F6A}"/>
                </a:ext>
              </a:extLst>
            </p:cNvPr>
            <p:cNvSpPr/>
            <p:nvPr/>
          </p:nvSpPr>
          <p:spPr>
            <a:xfrm rot="21190573">
              <a:off x="6873700" y="2582044"/>
              <a:ext cx="34862" cy="24621"/>
            </a:xfrm>
            <a:custGeom>
              <a:avLst/>
              <a:gdLst>
                <a:gd name="connsiteX0" fmla="*/ 32385 w 32384"/>
                <a:gd name="connsiteY0" fmla="*/ 5334 h 22872"/>
                <a:gd name="connsiteX1" fmla="*/ 19717 w 32384"/>
                <a:gd name="connsiteY1" fmla="*/ 20098 h 22872"/>
                <a:gd name="connsiteX2" fmla="*/ 9525 w 32384"/>
                <a:gd name="connsiteY2" fmla="*/ 22860 h 22872"/>
                <a:gd name="connsiteX3" fmla="*/ 0 w 32384"/>
                <a:gd name="connsiteY3" fmla="*/ 9525 h 22872"/>
                <a:gd name="connsiteX4" fmla="*/ 1524 w 32384"/>
                <a:gd name="connsiteY4" fmla="*/ 0 h 22872"/>
                <a:gd name="connsiteX5" fmla="*/ 32385 w 32384"/>
                <a:gd name="connsiteY5" fmla="*/ 5334 h 2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4" h="22872">
                  <a:moveTo>
                    <a:pt x="32385" y="5334"/>
                  </a:moveTo>
                  <a:cubicBezTo>
                    <a:pt x="29480" y="11249"/>
                    <a:pt x="25117" y="16326"/>
                    <a:pt x="19717" y="20098"/>
                  </a:cubicBezTo>
                  <a:cubicBezTo>
                    <a:pt x="16678" y="22031"/>
                    <a:pt x="13125" y="22993"/>
                    <a:pt x="9525" y="22860"/>
                  </a:cubicBezTo>
                  <a:cubicBezTo>
                    <a:pt x="1714" y="22860"/>
                    <a:pt x="0" y="15621"/>
                    <a:pt x="0" y="9525"/>
                  </a:cubicBezTo>
                  <a:cubicBezTo>
                    <a:pt x="162" y="6306"/>
                    <a:pt x="676" y="3115"/>
                    <a:pt x="1524" y="0"/>
                  </a:cubicBezTo>
                  <a:cubicBezTo>
                    <a:pt x="10973" y="5039"/>
                    <a:pt x="21793" y="6915"/>
                    <a:pt x="32385" y="5334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7" name="任意多边形: 形状 336" descr="89832463-4fa9-4c79-928f-bfa264a79198">
              <a:extLst>
                <a:ext uri="{FF2B5EF4-FFF2-40B4-BE49-F238E27FC236}">
                  <a16:creationId xmlns:a16="http://schemas.microsoft.com/office/drawing/2014/main" id="{030DB6DA-4A58-4EFC-A767-9BF4014E72A2}"/>
                </a:ext>
              </a:extLst>
            </p:cNvPr>
            <p:cNvSpPr/>
            <p:nvPr/>
          </p:nvSpPr>
          <p:spPr>
            <a:xfrm rot="21190573">
              <a:off x="6874338" y="2592735"/>
              <a:ext cx="21224" cy="14704"/>
            </a:xfrm>
            <a:custGeom>
              <a:avLst/>
              <a:gdLst>
                <a:gd name="connsiteX0" fmla="*/ 19717 w 19716"/>
                <a:gd name="connsiteY0" fmla="*/ 10885 h 13659"/>
                <a:gd name="connsiteX1" fmla="*/ 9525 w 19716"/>
                <a:gd name="connsiteY1" fmla="*/ 13648 h 13659"/>
                <a:gd name="connsiteX2" fmla="*/ 0 w 19716"/>
                <a:gd name="connsiteY2" fmla="*/ 313 h 13659"/>
                <a:gd name="connsiteX3" fmla="*/ 19717 w 19716"/>
                <a:gd name="connsiteY3" fmla="*/ 10885 h 1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16" h="13659">
                  <a:moveTo>
                    <a:pt x="19717" y="10885"/>
                  </a:moveTo>
                  <a:cubicBezTo>
                    <a:pt x="16678" y="12819"/>
                    <a:pt x="13125" y="13781"/>
                    <a:pt x="9525" y="13648"/>
                  </a:cubicBezTo>
                  <a:cubicBezTo>
                    <a:pt x="1714" y="13648"/>
                    <a:pt x="0" y="6409"/>
                    <a:pt x="0" y="313"/>
                  </a:cubicBezTo>
                  <a:cubicBezTo>
                    <a:pt x="8239" y="-1249"/>
                    <a:pt x="16450" y="3161"/>
                    <a:pt x="19717" y="10885"/>
                  </a:cubicBezTo>
                  <a:close/>
                </a:path>
              </a:pathLst>
            </a:custGeom>
            <a:solidFill>
              <a:srgbClr val="FF9CB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8" name="任意多边形: 形状 337" descr="2edcedbb-ce6a-4e38-a9a8-aa0fb8c6288c">
              <a:extLst>
                <a:ext uri="{FF2B5EF4-FFF2-40B4-BE49-F238E27FC236}">
                  <a16:creationId xmlns:a16="http://schemas.microsoft.com/office/drawing/2014/main" id="{3C6F9ABA-E5B5-4D9C-B662-77AF3B8A5B56}"/>
                </a:ext>
              </a:extLst>
            </p:cNvPr>
            <p:cNvSpPr/>
            <p:nvPr/>
          </p:nvSpPr>
          <p:spPr>
            <a:xfrm rot="21190573">
              <a:off x="6647219" y="2313205"/>
              <a:ext cx="283680" cy="254784"/>
            </a:xfrm>
            <a:custGeom>
              <a:avLst/>
              <a:gdLst>
                <a:gd name="connsiteX0" fmla="*/ 63492 w 263524"/>
                <a:gd name="connsiteY0" fmla="*/ 236560 h 236680"/>
                <a:gd name="connsiteX1" fmla="*/ 78351 w 263524"/>
                <a:gd name="connsiteY1" fmla="*/ 172552 h 236680"/>
                <a:gd name="connsiteX2" fmla="*/ 127024 w 263524"/>
                <a:gd name="connsiteY2" fmla="*/ 107877 h 236680"/>
                <a:gd name="connsiteX3" fmla="*/ 218178 w 263524"/>
                <a:gd name="connsiteY3" fmla="*/ 120164 h 236680"/>
                <a:gd name="connsiteX4" fmla="*/ 242848 w 263524"/>
                <a:gd name="connsiteY4" fmla="*/ 5293 h 236680"/>
                <a:gd name="connsiteX5" fmla="*/ 150836 w 263524"/>
                <a:gd name="connsiteY5" fmla="*/ 27296 h 236680"/>
                <a:gd name="connsiteX6" fmla="*/ 37870 w 263524"/>
                <a:gd name="connsiteY6" fmla="*/ 77302 h 236680"/>
                <a:gd name="connsiteX7" fmla="*/ 341 w 263524"/>
                <a:gd name="connsiteY7" fmla="*/ 128737 h 236680"/>
                <a:gd name="connsiteX8" fmla="*/ 63492 w 263524"/>
                <a:gd name="connsiteY8" fmla="*/ 236560 h 236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3524" h="236680">
                  <a:moveTo>
                    <a:pt x="63492" y="236560"/>
                  </a:moveTo>
                  <a:cubicBezTo>
                    <a:pt x="87876" y="232178"/>
                    <a:pt x="78351" y="172552"/>
                    <a:pt x="78351" y="172552"/>
                  </a:cubicBezTo>
                  <a:cubicBezTo>
                    <a:pt x="78351" y="172552"/>
                    <a:pt x="114927" y="161407"/>
                    <a:pt x="127024" y="107877"/>
                  </a:cubicBezTo>
                  <a:cubicBezTo>
                    <a:pt x="127024" y="107877"/>
                    <a:pt x="178744" y="132356"/>
                    <a:pt x="218178" y="120164"/>
                  </a:cubicBezTo>
                  <a:cubicBezTo>
                    <a:pt x="280091" y="101114"/>
                    <a:pt x="268470" y="19199"/>
                    <a:pt x="242848" y="5293"/>
                  </a:cubicBezTo>
                  <a:cubicBezTo>
                    <a:pt x="206462" y="-14424"/>
                    <a:pt x="150836" y="27296"/>
                    <a:pt x="150836" y="27296"/>
                  </a:cubicBezTo>
                  <a:cubicBezTo>
                    <a:pt x="150836" y="27296"/>
                    <a:pt x="57491" y="12913"/>
                    <a:pt x="37870" y="77302"/>
                  </a:cubicBezTo>
                  <a:cubicBezTo>
                    <a:pt x="13791" y="81928"/>
                    <a:pt x="-2602" y="104396"/>
                    <a:pt x="341" y="128737"/>
                  </a:cubicBezTo>
                  <a:cubicBezTo>
                    <a:pt x="2913" y="173599"/>
                    <a:pt x="45394" y="239894"/>
                    <a:pt x="63492" y="23656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9" name="任意多边形: 形状 338" descr="0533e067-e249-4c76-8db5-33fcee2b8f1d">
              <a:extLst>
                <a:ext uri="{FF2B5EF4-FFF2-40B4-BE49-F238E27FC236}">
                  <a16:creationId xmlns:a16="http://schemas.microsoft.com/office/drawing/2014/main" id="{4ECDD526-0FBD-4984-8711-EFEF56F9AE03}"/>
                </a:ext>
              </a:extLst>
            </p:cNvPr>
            <p:cNvSpPr/>
            <p:nvPr/>
          </p:nvSpPr>
          <p:spPr>
            <a:xfrm rot="21190573">
              <a:off x="6724871" y="2414844"/>
              <a:ext cx="64123" cy="98415"/>
            </a:xfrm>
            <a:custGeom>
              <a:avLst/>
              <a:gdLst>
                <a:gd name="connsiteX0" fmla="*/ 593 w 59567"/>
                <a:gd name="connsiteY0" fmla="*/ 90024 h 91422"/>
                <a:gd name="connsiteX1" fmla="*/ 44789 w 59567"/>
                <a:gd name="connsiteY1" fmla="*/ 58211 h 91422"/>
                <a:gd name="connsiteX2" fmla="*/ 52504 w 59567"/>
                <a:gd name="connsiteY2" fmla="*/ 1061 h 91422"/>
                <a:gd name="connsiteX3" fmla="*/ 54123 w 59567"/>
                <a:gd name="connsiteY3" fmla="*/ 490 h 91422"/>
                <a:gd name="connsiteX4" fmla="*/ 51266 w 59567"/>
                <a:gd name="connsiteY4" fmla="*/ 61735 h 91422"/>
                <a:gd name="connsiteX5" fmla="*/ 974 w 59567"/>
                <a:gd name="connsiteY5" fmla="*/ 91358 h 91422"/>
                <a:gd name="connsiteX6" fmla="*/ 593 w 59567"/>
                <a:gd name="connsiteY6" fmla="*/ 90024 h 91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567" h="91422">
                  <a:moveTo>
                    <a:pt x="593" y="90024"/>
                  </a:moveTo>
                  <a:cubicBezTo>
                    <a:pt x="18433" y="84589"/>
                    <a:pt x="33968" y="73402"/>
                    <a:pt x="44789" y="58211"/>
                  </a:cubicBezTo>
                  <a:cubicBezTo>
                    <a:pt x="56504" y="41552"/>
                    <a:pt x="59391" y="20231"/>
                    <a:pt x="52504" y="1061"/>
                  </a:cubicBezTo>
                  <a:cubicBezTo>
                    <a:pt x="52504" y="109"/>
                    <a:pt x="53742" y="-463"/>
                    <a:pt x="54123" y="490"/>
                  </a:cubicBezTo>
                  <a:cubicBezTo>
                    <a:pt x="62277" y="20322"/>
                    <a:pt x="61229" y="42748"/>
                    <a:pt x="51266" y="61735"/>
                  </a:cubicBezTo>
                  <a:cubicBezTo>
                    <a:pt x="40998" y="79881"/>
                    <a:pt x="21824" y="91172"/>
                    <a:pt x="974" y="91358"/>
                  </a:cubicBezTo>
                  <a:cubicBezTo>
                    <a:pt x="21" y="91739"/>
                    <a:pt x="-455" y="90310"/>
                    <a:pt x="593" y="90024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0" name="任意多边形: 形状 339" descr="a8dcf348-2d75-42cd-9aaf-87d395888e74">
              <a:extLst>
                <a:ext uri="{FF2B5EF4-FFF2-40B4-BE49-F238E27FC236}">
                  <a16:creationId xmlns:a16="http://schemas.microsoft.com/office/drawing/2014/main" id="{BDA6895D-7A35-4652-AEC0-606E67D5538A}"/>
                </a:ext>
              </a:extLst>
            </p:cNvPr>
            <p:cNvSpPr/>
            <p:nvPr/>
          </p:nvSpPr>
          <p:spPr>
            <a:xfrm rot="21190573">
              <a:off x="6640026" y="2412115"/>
              <a:ext cx="80131" cy="167570"/>
            </a:xfrm>
            <a:custGeom>
              <a:avLst/>
              <a:gdLst>
                <a:gd name="connsiteX0" fmla="*/ 6028 w 74438"/>
                <a:gd name="connsiteY0" fmla="*/ 23527 h 155663"/>
                <a:gd name="connsiteX1" fmla="*/ 53653 w 74438"/>
                <a:gd name="connsiteY1" fmla="*/ 0 h 155663"/>
                <a:gd name="connsiteX2" fmla="*/ 53653 w 74438"/>
                <a:gd name="connsiteY2" fmla="*/ 1619 h 155663"/>
                <a:gd name="connsiteX3" fmla="*/ 9933 w 74438"/>
                <a:gd name="connsiteY3" fmla="*/ 32575 h 155663"/>
                <a:gd name="connsiteX4" fmla="*/ 12410 w 74438"/>
                <a:gd name="connsiteY4" fmla="*/ 82868 h 155663"/>
                <a:gd name="connsiteX5" fmla="*/ 74227 w 74438"/>
                <a:gd name="connsiteY5" fmla="*/ 154877 h 155663"/>
                <a:gd name="connsiteX6" fmla="*/ 74227 w 74438"/>
                <a:gd name="connsiteY6" fmla="*/ 155639 h 155663"/>
                <a:gd name="connsiteX7" fmla="*/ 5075 w 74438"/>
                <a:gd name="connsiteY7" fmla="*/ 77057 h 155663"/>
                <a:gd name="connsiteX8" fmla="*/ 6028 w 74438"/>
                <a:gd name="connsiteY8" fmla="*/ 23527 h 155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38" h="155663">
                  <a:moveTo>
                    <a:pt x="6028" y="23527"/>
                  </a:moveTo>
                  <a:cubicBezTo>
                    <a:pt x="16600" y="6287"/>
                    <a:pt x="35270" y="1524"/>
                    <a:pt x="53653" y="0"/>
                  </a:cubicBezTo>
                  <a:cubicBezTo>
                    <a:pt x="54796" y="0"/>
                    <a:pt x="54891" y="1619"/>
                    <a:pt x="53653" y="1619"/>
                  </a:cubicBezTo>
                  <a:cubicBezTo>
                    <a:pt x="34517" y="3183"/>
                    <a:pt x="17762" y="15050"/>
                    <a:pt x="9933" y="32575"/>
                  </a:cubicBezTo>
                  <a:cubicBezTo>
                    <a:pt x="2218" y="48577"/>
                    <a:pt x="6599" y="66961"/>
                    <a:pt x="12410" y="82868"/>
                  </a:cubicBezTo>
                  <a:cubicBezTo>
                    <a:pt x="23382" y="113699"/>
                    <a:pt x="45414" y="139358"/>
                    <a:pt x="74227" y="154877"/>
                  </a:cubicBezTo>
                  <a:cubicBezTo>
                    <a:pt x="74703" y="154877"/>
                    <a:pt x="74227" y="155829"/>
                    <a:pt x="74227" y="155639"/>
                  </a:cubicBezTo>
                  <a:cubicBezTo>
                    <a:pt x="41385" y="140028"/>
                    <a:pt x="16381" y="111621"/>
                    <a:pt x="5075" y="77057"/>
                  </a:cubicBezTo>
                  <a:cubicBezTo>
                    <a:pt x="122" y="59912"/>
                    <a:pt x="-3688" y="39529"/>
                    <a:pt x="6028" y="23527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1" name="任意多边形: 形状 340" descr="c15d9548-024c-4288-acc6-57aeb3f46364">
              <a:extLst>
                <a:ext uri="{FF2B5EF4-FFF2-40B4-BE49-F238E27FC236}">
                  <a16:creationId xmlns:a16="http://schemas.microsoft.com/office/drawing/2014/main" id="{A92EA6DF-A00D-44C4-9FCE-7E2078A1006A}"/>
                </a:ext>
              </a:extLst>
            </p:cNvPr>
            <p:cNvSpPr/>
            <p:nvPr/>
          </p:nvSpPr>
          <p:spPr>
            <a:xfrm rot="21190573">
              <a:off x="6796289" y="2298488"/>
              <a:ext cx="120053" cy="92541"/>
            </a:xfrm>
            <a:custGeom>
              <a:avLst/>
              <a:gdLst>
                <a:gd name="connsiteX0" fmla="*/ 128 w 111523"/>
                <a:gd name="connsiteY0" fmla="*/ 36150 h 85966"/>
                <a:gd name="connsiteX1" fmla="*/ 31655 w 111523"/>
                <a:gd name="connsiteY1" fmla="*/ 5385 h 85966"/>
                <a:gd name="connsiteX2" fmla="*/ 84805 w 111523"/>
                <a:gd name="connsiteY2" fmla="*/ 4432 h 85966"/>
                <a:gd name="connsiteX3" fmla="*/ 110903 w 111523"/>
                <a:gd name="connsiteY3" fmla="*/ 37389 h 85966"/>
                <a:gd name="connsiteX4" fmla="*/ 100426 w 111523"/>
                <a:gd name="connsiteY4" fmla="*/ 85966 h 85966"/>
                <a:gd name="connsiteX5" fmla="*/ 99759 w 111523"/>
                <a:gd name="connsiteY5" fmla="*/ 85966 h 85966"/>
                <a:gd name="connsiteX6" fmla="*/ 107570 w 111523"/>
                <a:gd name="connsiteY6" fmla="*/ 42056 h 85966"/>
                <a:gd name="connsiteX7" fmla="*/ 80900 w 111523"/>
                <a:gd name="connsiteY7" fmla="*/ 10719 h 85966"/>
                <a:gd name="connsiteX8" fmla="*/ 2128 w 111523"/>
                <a:gd name="connsiteY8" fmla="*/ 37198 h 85966"/>
                <a:gd name="connsiteX9" fmla="*/ 604 w 111523"/>
                <a:gd name="connsiteY9" fmla="*/ 37674 h 85966"/>
                <a:gd name="connsiteX10" fmla="*/ 128 w 111523"/>
                <a:gd name="connsiteY10" fmla="*/ 36150 h 85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523" h="85966">
                  <a:moveTo>
                    <a:pt x="128" y="36150"/>
                  </a:moveTo>
                  <a:cubicBezTo>
                    <a:pt x="6548" y="22403"/>
                    <a:pt x="17758" y="11465"/>
                    <a:pt x="31655" y="5385"/>
                  </a:cubicBezTo>
                  <a:cubicBezTo>
                    <a:pt x="48657" y="-1451"/>
                    <a:pt x="67574" y="-1790"/>
                    <a:pt x="84805" y="4432"/>
                  </a:cubicBezTo>
                  <a:cubicBezTo>
                    <a:pt x="98788" y="9944"/>
                    <a:pt x="108741" y="22519"/>
                    <a:pt x="110903" y="37389"/>
                  </a:cubicBezTo>
                  <a:cubicBezTo>
                    <a:pt x="113104" y="54304"/>
                    <a:pt x="109408" y="71462"/>
                    <a:pt x="100426" y="85966"/>
                  </a:cubicBezTo>
                  <a:cubicBezTo>
                    <a:pt x="100426" y="85966"/>
                    <a:pt x="99569" y="85966"/>
                    <a:pt x="99759" y="85966"/>
                  </a:cubicBezTo>
                  <a:cubicBezTo>
                    <a:pt x="106817" y="72481"/>
                    <a:pt x="109541" y="57147"/>
                    <a:pt x="107570" y="42056"/>
                  </a:cubicBezTo>
                  <a:cubicBezTo>
                    <a:pt x="105455" y="27344"/>
                    <a:pt x="95082" y="15155"/>
                    <a:pt x="80900" y="10719"/>
                  </a:cubicBezTo>
                  <a:cubicBezTo>
                    <a:pt x="53658" y="2337"/>
                    <a:pt x="15939" y="8814"/>
                    <a:pt x="2128" y="37198"/>
                  </a:cubicBezTo>
                  <a:cubicBezTo>
                    <a:pt x="1842" y="37751"/>
                    <a:pt x="1156" y="37964"/>
                    <a:pt x="604" y="37674"/>
                  </a:cubicBezTo>
                  <a:cubicBezTo>
                    <a:pt x="51" y="37385"/>
                    <a:pt x="-158" y="36703"/>
                    <a:pt x="128" y="3615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2" name="任意多边形: 形状 341" descr="3b0b351d-b3d1-4710-be42-aa581a30f7b5">
              <a:extLst>
                <a:ext uri="{FF2B5EF4-FFF2-40B4-BE49-F238E27FC236}">
                  <a16:creationId xmlns:a16="http://schemas.microsoft.com/office/drawing/2014/main" id="{3FD04FB8-0398-4306-9D69-1F705E9451B8}"/>
                </a:ext>
              </a:extLst>
            </p:cNvPr>
            <p:cNvSpPr/>
            <p:nvPr/>
          </p:nvSpPr>
          <p:spPr>
            <a:xfrm rot="21190573">
              <a:off x="6682527" y="2540591"/>
              <a:ext cx="78214" cy="93826"/>
            </a:xfrm>
            <a:custGeom>
              <a:avLst/>
              <a:gdLst>
                <a:gd name="connsiteX0" fmla="*/ 61323 w 72657"/>
                <a:gd name="connsiteY0" fmla="*/ 31832 h 87160"/>
                <a:gd name="connsiteX1" fmla="*/ 6364 w 72657"/>
                <a:gd name="connsiteY1" fmla="*/ 2495 h 87160"/>
                <a:gd name="connsiteX2" fmla="*/ 41035 w 72657"/>
                <a:gd name="connsiteY2" fmla="*/ 85744 h 87160"/>
                <a:gd name="connsiteX3" fmla="*/ 72296 w 72657"/>
                <a:gd name="connsiteY3" fmla="*/ 70856 h 87160"/>
                <a:gd name="connsiteX4" fmla="*/ 72657 w 72657"/>
                <a:gd name="connsiteY4" fmla="*/ 69742 h 8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57" h="87160">
                  <a:moveTo>
                    <a:pt x="61323" y="31832"/>
                  </a:moveTo>
                  <a:cubicBezTo>
                    <a:pt x="61323" y="31832"/>
                    <a:pt x="25795" y="-10554"/>
                    <a:pt x="6364" y="2495"/>
                  </a:cubicBezTo>
                  <a:cubicBezTo>
                    <a:pt x="-13068" y="15544"/>
                    <a:pt x="15889" y="78695"/>
                    <a:pt x="41035" y="85744"/>
                  </a:cubicBezTo>
                  <a:cubicBezTo>
                    <a:pt x="53779" y="90268"/>
                    <a:pt x="67771" y="83600"/>
                    <a:pt x="72296" y="70856"/>
                  </a:cubicBezTo>
                  <a:cubicBezTo>
                    <a:pt x="72419" y="70494"/>
                    <a:pt x="72543" y="70113"/>
                    <a:pt x="72657" y="69742"/>
                  </a:cubicBezTo>
                  <a:close/>
                </a:path>
              </a:pathLst>
            </a:custGeom>
            <a:solidFill>
              <a:srgbClr val="FBD1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3" name="任意多边形: 形状 342" descr="130e07d5-7228-4d35-aa68-2c82c6259ea1">
              <a:extLst>
                <a:ext uri="{FF2B5EF4-FFF2-40B4-BE49-F238E27FC236}">
                  <a16:creationId xmlns:a16="http://schemas.microsoft.com/office/drawing/2014/main" id="{3BB142BD-0A40-4828-B786-91846D02B8A7}"/>
                </a:ext>
              </a:extLst>
            </p:cNvPr>
            <p:cNvSpPr/>
            <p:nvPr/>
          </p:nvSpPr>
          <p:spPr>
            <a:xfrm rot="21190573">
              <a:off x="6699318" y="2562492"/>
              <a:ext cx="47824" cy="56671"/>
            </a:xfrm>
            <a:custGeom>
              <a:avLst/>
              <a:gdLst>
                <a:gd name="connsiteX0" fmla="*/ 0 w 44426"/>
                <a:gd name="connsiteY0" fmla="*/ 0 h 52645"/>
                <a:gd name="connsiteX1" fmla="*/ 0 w 44426"/>
                <a:gd name="connsiteY1" fmla="*/ 667 h 52645"/>
                <a:gd name="connsiteX2" fmla="*/ 35338 w 44426"/>
                <a:gd name="connsiteY2" fmla="*/ 36576 h 52645"/>
                <a:gd name="connsiteX3" fmla="*/ 16345 w 44426"/>
                <a:gd name="connsiteY3" fmla="*/ 33357 h 52645"/>
                <a:gd name="connsiteX4" fmla="*/ 14764 w 44426"/>
                <a:gd name="connsiteY4" fmla="*/ 34671 h 52645"/>
                <a:gd name="connsiteX5" fmla="*/ 15335 w 44426"/>
                <a:gd name="connsiteY5" fmla="*/ 35528 h 52645"/>
                <a:gd name="connsiteX6" fmla="*/ 32385 w 44426"/>
                <a:gd name="connsiteY6" fmla="*/ 39338 h 52645"/>
                <a:gd name="connsiteX7" fmla="*/ 41434 w 44426"/>
                <a:gd name="connsiteY7" fmla="*/ 52006 h 52645"/>
                <a:gd name="connsiteX8" fmla="*/ 44291 w 44426"/>
                <a:gd name="connsiteY8" fmla="*/ 50768 h 52645"/>
                <a:gd name="connsiteX9" fmla="*/ 44291 w 44426"/>
                <a:gd name="connsiteY9" fmla="*/ 50768 h 52645"/>
                <a:gd name="connsiteX10" fmla="*/ 0 w 44426"/>
                <a:gd name="connsiteY10" fmla="*/ 0 h 52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426" h="52645">
                  <a:moveTo>
                    <a:pt x="0" y="0"/>
                  </a:moveTo>
                  <a:lnTo>
                    <a:pt x="0" y="667"/>
                  </a:lnTo>
                  <a:cubicBezTo>
                    <a:pt x="16297" y="7147"/>
                    <a:pt x="29118" y="20174"/>
                    <a:pt x="35338" y="36576"/>
                  </a:cubicBezTo>
                  <a:cubicBezTo>
                    <a:pt x="30985" y="30442"/>
                    <a:pt x="22479" y="29004"/>
                    <a:pt x="16345" y="33357"/>
                  </a:cubicBezTo>
                  <a:cubicBezTo>
                    <a:pt x="15783" y="33757"/>
                    <a:pt x="15259" y="34195"/>
                    <a:pt x="14764" y="34671"/>
                  </a:cubicBezTo>
                  <a:cubicBezTo>
                    <a:pt x="14764" y="34671"/>
                    <a:pt x="14764" y="35624"/>
                    <a:pt x="15335" y="35528"/>
                  </a:cubicBezTo>
                  <a:cubicBezTo>
                    <a:pt x="21250" y="33061"/>
                    <a:pt x="28080" y="34585"/>
                    <a:pt x="32385" y="39338"/>
                  </a:cubicBezTo>
                  <a:cubicBezTo>
                    <a:pt x="35833" y="43234"/>
                    <a:pt x="38872" y="47482"/>
                    <a:pt x="41434" y="52006"/>
                  </a:cubicBezTo>
                  <a:cubicBezTo>
                    <a:pt x="42386" y="53531"/>
                    <a:pt x="45053" y="52006"/>
                    <a:pt x="44291" y="50768"/>
                  </a:cubicBezTo>
                  <a:lnTo>
                    <a:pt x="44291" y="50768"/>
                  </a:lnTo>
                  <a:cubicBezTo>
                    <a:pt x="42577" y="28861"/>
                    <a:pt x="23241" y="19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4" name="任意多边形: 形状 343" descr="83a118f0-8f48-474a-9e5a-b68c1c8bffe1">
              <a:extLst>
                <a:ext uri="{FF2B5EF4-FFF2-40B4-BE49-F238E27FC236}">
                  <a16:creationId xmlns:a16="http://schemas.microsoft.com/office/drawing/2014/main" id="{C975CFF1-9D7A-4973-AB49-904B5B38D799}"/>
                </a:ext>
              </a:extLst>
            </p:cNvPr>
            <p:cNvSpPr/>
            <p:nvPr/>
          </p:nvSpPr>
          <p:spPr>
            <a:xfrm rot="21190573">
              <a:off x="6666345" y="2711323"/>
              <a:ext cx="179745" cy="214914"/>
            </a:xfrm>
            <a:custGeom>
              <a:avLst/>
              <a:gdLst>
                <a:gd name="connsiteX0" fmla="*/ 159068 w 166973"/>
                <a:gd name="connsiteY0" fmla="*/ 53911 h 199643"/>
                <a:gd name="connsiteX1" fmla="*/ 106585 w 166973"/>
                <a:gd name="connsiteY1" fmla="*/ 123825 h 199643"/>
                <a:gd name="connsiteX2" fmla="*/ 35814 w 166973"/>
                <a:gd name="connsiteY2" fmla="*/ 0 h 199643"/>
                <a:gd name="connsiteX3" fmla="*/ 0 w 166973"/>
                <a:gd name="connsiteY3" fmla="*/ 24384 h 199643"/>
                <a:gd name="connsiteX4" fmla="*/ 55721 w 166973"/>
                <a:gd name="connsiteY4" fmla="*/ 199358 h 199643"/>
                <a:gd name="connsiteX5" fmla="*/ 105633 w 166973"/>
                <a:gd name="connsiteY5" fmla="*/ 140589 h 199643"/>
                <a:gd name="connsiteX6" fmla="*/ 139732 w 166973"/>
                <a:gd name="connsiteY6" fmla="*/ 199644 h 199643"/>
                <a:gd name="connsiteX7" fmla="*/ 166974 w 166973"/>
                <a:gd name="connsiteY7" fmla="*/ 80486 h 199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973" h="199643">
                  <a:moveTo>
                    <a:pt x="159068" y="53911"/>
                  </a:moveTo>
                  <a:lnTo>
                    <a:pt x="106585" y="123825"/>
                  </a:lnTo>
                  <a:lnTo>
                    <a:pt x="35814" y="0"/>
                  </a:lnTo>
                  <a:lnTo>
                    <a:pt x="0" y="24384"/>
                  </a:lnTo>
                  <a:cubicBezTo>
                    <a:pt x="0" y="24384"/>
                    <a:pt x="53245" y="206216"/>
                    <a:pt x="55721" y="199358"/>
                  </a:cubicBezTo>
                  <a:lnTo>
                    <a:pt x="105633" y="140589"/>
                  </a:lnTo>
                  <a:lnTo>
                    <a:pt x="139732" y="199644"/>
                  </a:lnTo>
                  <a:lnTo>
                    <a:pt x="166974" y="8048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5" name="任意多边形: 形状 344" descr="4d39036a-05b9-4379-b70b-f7ddf5b17bd3">
              <a:extLst>
                <a:ext uri="{FF2B5EF4-FFF2-40B4-BE49-F238E27FC236}">
                  <a16:creationId xmlns:a16="http://schemas.microsoft.com/office/drawing/2014/main" id="{4D137CF6-9F91-4591-BE0E-2E360EC584C9}"/>
                </a:ext>
              </a:extLst>
            </p:cNvPr>
            <p:cNvSpPr/>
            <p:nvPr/>
          </p:nvSpPr>
          <p:spPr>
            <a:xfrm rot="21190573">
              <a:off x="6670878" y="2746482"/>
              <a:ext cx="178514" cy="185909"/>
            </a:xfrm>
            <a:custGeom>
              <a:avLst/>
              <a:gdLst>
                <a:gd name="connsiteX0" fmla="*/ 154591 w 165830"/>
                <a:gd name="connsiteY0" fmla="*/ 108490 h 172700"/>
                <a:gd name="connsiteX1" fmla="*/ 165830 w 165830"/>
                <a:gd name="connsiteY1" fmla="*/ 49149 h 172700"/>
                <a:gd name="connsiteX2" fmla="*/ 164497 w 165830"/>
                <a:gd name="connsiteY2" fmla="*/ 49149 h 172700"/>
                <a:gd name="connsiteX3" fmla="*/ 136588 w 165830"/>
                <a:gd name="connsiteY3" fmla="*/ 159925 h 172700"/>
                <a:gd name="connsiteX4" fmla="*/ 136588 w 165830"/>
                <a:gd name="connsiteY4" fmla="*/ 159925 h 172700"/>
                <a:gd name="connsiteX5" fmla="*/ 103822 w 165830"/>
                <a:gd name="connsiteY5" fmla="*/ 107918 h 172700"/>
                <a:gd name="connsiteX6" fmla="*/ 54769 w 165830"/>
                <a:gd name="connsiteY6" fmla="*/ 163544 h 172700"/>
                <a:gd name="connsiteX7" fmla="*/ 1334 w 165830"/>
                <a:gd name="connsiteY7" fmla="*/ 667 h 172700"/>
                <a:gd name="connsiteX8" fmla="*/ 667 w 165830"/>
                <a:gd name="connsiteY8" fmla="*/ 0 h 172700"/>
                <a:gd name="connsiteX9" fmla="*/ 0 w 165830"/>
                <a:gd name="connsiteY9" fmla="*/ 667 h 172700"/>
                <a:gd name="connsiteX10" fmla="*/ 51340 w 165830"/>
                <a:gd name="connsiteY10" fmla="*/ 172117 h 172700"/>
                <a:gd name="connsiteX11" fmla="*/ 103727 w 165830"/>
                <a:gd name="connsiteY11" fmla="*/ 110014 h 172700"/>
                <a:gd name="connsiteX12" fmla="*/ 139065 w 165830"/>
                <a:gd name="connsiteY12" fmla="*/ 172593 h 172700"/>
                <a:gd name="connsiteX13" fmla="*/ 154591 w 165830"/>
                <a:gd name="connsiteY13" fmla="*/ 108490 h 17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5830" h="172700">
                  <a:moveTo>
                    <a:pt x="154591" y="108490"/>
                  </a:moveTo>
                  <a:cubicBezTo>
                    <a:pt x="158401" y="88773"/>
                    <a:pt x="162878" y="69056"/>
                    <a:pt x="165830" y="49149"/>
                  </a:cubicBezTo>
                  <a:cubicBezTo>
                    <a:pt x="165830" y="48482"/>
                    <a:pt x="164878" y="47911"/>
                    <a:pt x="164497" y="49149"/>
                  </a:cubicBezTo>
                  <a:cubicBezTo>
                    <a:pt x="155734" y="66770"/>
                    <a:pt x="141351" y="142208"/>
                    <a:pt x="136588" y="159925"/>
                  </a:cubicBezTo>
                  <a:lnTo>
                    <a:pt x="136588" y="159925"/>
                  </a:lnTo>
                  <a:cubicBezTo>
                    <a:pt x="135160" y="157448"/>
                    <a:pt x="104394" y="107442"/>
                    <a:pt x="103822" y="107918"/>
                  </a:cubicBezTo>
                  <a:cubicBezTo>
                    <a:pt x="94297" y="116777"/>
                    <a:pt x="57531" y="159448"/>
                    <a:pt x="54769" y="163544"/>
                  </a:cubicBezTo>
                  <a:cubicBezTo>
                    <a:pt x="46387" y="134969"/>
                    <a:pt x="12859" y="28956"/>
                    <a:pt x="1334" y="667"/>
                  </a:cubicBezTo>
                  <a:cubicBezTo>
                    <a:pt x="1334" y="295"/>
                    <a:pt x="1038" y="0"/>
                    <a:pt x="667" y="0"/>
                  </a:cubicBezTo>
                  <a:cubicBezTo>
                    <a:pt x="295" y="0"/>
                    <a:pt x="0" y="295"/>
                    <a:pt x="0" y="667"/>
                  </a:cubicBezTo>
                  <a:cubicBezTo>
                    <a:pt x="6287" y="30480"/>
                    <a:pt x="50006" y="172117"/>
                    <a:pt x="51340" y="172117"/>
                  </a:cubicBezTo>
                  <a:cubicBezTo>
                    <a:pt x="69875" y="152343"/>
                    <a:pt x="87363" y="131616"/>
                    <a:pt x="103727" y="110014"/>
                  </a:cubicBezTo>
                  <a:cubicBezTo>
                    <a:pt x="108395" y="120396"/>
                    <a:pt x="138208" y="175450"/>
                    <a:pt x="139065" y="172593"/>
                  </a:cubicBezTo>
                  <a:cubicBezTo>
                    <a:pt x="145380" y="151514"/>
                    <a:pt x="150571" y="130121"/>
                    <a:pt x="154591" y="108490"/>
                  </a:cubicBezTo>
                  <a:close/>
                </a:path>
              </a:pathLst>
            </a:custGeom>
            <a:solidFill>
              <a:srgbClr val="2632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" name="Title" descr="186ece4d-a75a-4401-b6dc-8bb243148efd">
              <a:extLst>
                <a:ext uri="{FF2B5EF4-FFF2-40B4-BE49-F238E27FC236}">
                  <a16:creationId xmlns:a16="http://schemas.microsoft.com/office/drawing/2014/main" id="{433E637F-2FCE-6F2A-29DC-783B8233C69F}"/>
                </a:ext>
              </a:extLst>
            </p:cNvPr>
            <p:cNvSpPr/>
            <p:nvPr/>
          </p:nvSpPr>
          <p:spPr>
            <a:xfrm>
              <a:off x="660400" y="1130300"/>
              <a:ext cx="10858500" cy="497316"/>
            </a:xfrm>
            <a:prstGeom prst="rect">
              <a:avLst/>
            </a:prstGeom>
          </p:spPr>
          <p:txBody>
            <a:bodyPr wrap="square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sz="2400" b="1" dirty="0">
                  <a:ln w="3175">
                    <a:noFill/>
                  </a:ln>
                  <a:cs typeface="+mn-ea"/>
                  <a:sym typeface="+mn-lt"/>
                </a:rPr>
                <a:t>墨西哥文化的重要组成部分</a:t>
              </a:r>
              <a:endParaRPr lang="en-US" dirty="0"/>
            </a:p>
          </p:txBody>
        </p:sp>
        <p:grpSp>
          <p:nvGrpSpPr>
            <p:cNvPr id="7" name="组合 1" descr="2b6b7088-f4e1-4c7e-b0bd-4c5713a5b81c">
              <a:extLst>
                <a:ext uri="{FF2B5EF4-FFF2-40B4-BE49-F238E27FC236}">
                  <a16:creationId xmlns:a16="http://schemas.microsoft.com/office/drawing/2014/main" id="{E5AFDA61-B5AF-5080-A183-C132A6600804}"/>
                </a:ext>
              </a:extLst>
            </p:cNvPr>
            <p:cNvGrpSpPr/>
            <p:nvPr/>
          </p:nvGrpSpPr>
          <p:grpSpPr>
            <a:xfrm>
              <a:off x="666749" y="2387955"/>
              <a:ext cx="3451179" cy="1218099"/>
              <a:chOff x="666749" y="2387955"/>
              <a:chExt cx="3451179" cy="1218099"/>
            </a:xfrm>
          </p:grpSpPr>
          <p:sp>
            <p:nvSpPr>
              <p:cNvPr id="21" name="ComponentBackground1" descr="4b72682b-a92c-4935-b664-e5e235a8e0b3">
                <a:extLst>
                  <a:ext uri="{FF2B5EF4-FFF2-40B4-BE49-F238E27FC236}">
                    <a16:creationId xmlns:a16="http://schemas.microsoft.com/office/drawing/2014/main" id="{A041D526-B1C2-40CB-B239-CC9718C05065}"/>
                  </a:ext>
                </a:extLst>
              </p:cNvPr>
              <p:cNvSpPr/>
              <p:nvPr/>
            </p:nvSpPr>
            <p:spPr>
              <a:xfrm>
                <a:off x="666749" y="2387955"/>
                <a:ext cx="3451179" cy="1218099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381000" dist="101600" dir="5400000" sx="98000" sy="98000" algn="t" rotWithShape="0">
                  <a:schemeClr val="accent1">
                    <a:alpha val="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Bullet1" descr="b975137b-3c7c-4c32-9901-3c34de4d44bb">
                <a:extLst>
                  <a:ext uri="{FF2B5EF4-FFF2-40B4-BE49-F238E27FC236}">
                    <a16:creationId xmlns:a16="http://schemas.microsoft.com/office/drawing/2014/main" id="{6689721C-A9C3-22B5-BF16-5D4CF5809DE3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81638" y="2508080"/>
                <a:ext cx="2636588" cy="415771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lvl="0">
                  <a:defRPr/>
                </a:pPr>
                <a:r>
                  <a:rPr lang="zh-CN" altLang="en-US" b="1" dirty="0">
                    <a:ln w="3175">
                      <a:noFill/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墨西哥音乐特点</a:t>
                </a:r>
                <a:endParaRPr lang="en-US" dirty="0"/>
              </a:p>
            </p:txBody>
          </p:sp>
          <p:sp>
            <p:nvSpPr>
              <p:cNvPr id="12" name="Text1" descr="2cf2fdfc-a8fc-4093-88e5-e2e08617db95">
                <a:extLst>
                  <a:ext uri="{FF2B5EF4-FFF2-40B4-BE49-F238E27FC236}">
                    <a16:creationId xmlns:a16="http://schemas.microsoft.com/office/drawing/2014/main" id="{156CF4DA-CF34-2D38-816E-9D2539A1663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81638" y="2923851"/>
                <a:ext cx="2636588" cy="562079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marL="0" marR="0" lvl="0" indent="0" defTabSz="914400" rtl="0" eaLnBrk="1" fontAlgn="auto" latinLnBrk="0" hangingPunct="1"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墨西哥音乐节奏明快，富有激情，融合了多种文化元素，具有独特的风格。</a:t>
                </a:r>
                <a:endParaRPr lang="en-US" dirty="0"/>
              </a:p>
            </p:txBody>
          </p:sp>
          <p:sp>
            <p:nvSpPr>
              <p:cNvPr id="19" name="Icon1" descr="36098965-1c7f-429d-b9b1-55eb190e12af">
                <a:extLst>
                  <a:ext uri="{FF2B5EF4-FFF2-40B4-BE49-F238E27FC236}">
                    <a16:creationId xmlns:a16="http://schemas.microsoft.com/office/drawing/2014/main" id="{470B883B-5702-6298-2585-AFB32802AC00}"/>
                  </a:ext>
                </a:extLst>
              </p:cNvPr>
              <p:cNvSpPr/>
              <p:nvPr/>
            </p:nvSpPr>
            <p:spPr>
              <a:xfrm>
                <a:off x="1006522" y="2580060"/>
                <a:ext cx="207942" cy="364772"/>
              </a:xfrm>
              <a:custGeom>
                <a:avLst/>
                <a:gdLst>
                  <a:gd name="connsiteX0" fmla="*/ 17705 w 345347"/>
                  <a:gd name="connsiteY0" fmla="*/ 158702 h 605804"/>
                  <a:gd name="connsiteX1" fmla="*/ 35516 w 345347"/>
                  <a:gd name="connsiteY1" fmla="*/ 176488 h 605804"/>
                  <a:gd name="connsiteX2" fmla="*/ 35516 w 345347"/>
                  <a:gd name="connsiteY2" fmla="*/ 258389 h 605804"/>
                  <a:gd name="connsiteX3" fmla="*/ 172674 w 345347"/>
                  <a:gd name="connsiteY3" fmla="*/ 395247 h 605804"/>
                  <a:gd name="connsiteX4" fmla="*/ 309831 w 345347"/>
                  <a:gd name="connsiteY4" fmla="*/ 258389 h 605804"/>
                  <a:gd name="connsiteX5" fmla="*/ 309831 w 345347"/>
                  <a:gd name="connsiteY5" fmla="*/ 176488 h 605804"/>
                  <a:gd name="connsiteX6" fmla="*/ 327536 w 345347"/>
                  <a:gd name="connsiteY6" fmla="*/ 158702 h 605804"/>
                  <a:gd name="connsiteX7" fmla="*/ 345347 w 345347"/>
                  <a:gd name="connsiteY7" fmla="*/ 176488 h 605804"/>
                  <a:gd name="connsiteX8" fmla="*/ 345347 w 345347"/>
                  <a:gd name="connsiteY8" fmla="*/ 258389 h 605804"/>
                  <a:gd name="connsiteX9" fmla="*/ 190485 w 345347"/>
                  <a:gd name="connsiteY9" fmla="*/ 429860 h 605804"/>
                  <a:gd name="connsiteX10" fmla="*/ 190485 w 345347"/>
                  <a:gd name="connsiteY10" fmla="*/ 570338 h 605804"/>
                  <a:gd name="connsiteX11" fmla="*/ 266636 w 345347"/>
                  <a:gd name="connsiteY11" fmla="*/ 570338 h 605804"/>
                  <a:gd name="connsiteX12" fmla="*/ 284341 w 345347"/>
                  <a:gd name="connsiteY12" fmla="*/ 588018 h 605804"/>
                  <a:gd name="connsiteX13" fmla="*/ 266636 w 345347"/>
                  <a:gd name="connsiteY13" fmla="*/ 605804 h 605804"/>
                  <a:gd name="connsiteX14" fmla="*/ 78711 w 345347"/>
                  <a:gd name="connsiteY14" fmla="*/ 605804 h 605804"/>
                  <a:gd name="connsiteX15" fmla="*/ 60900 w 345347"/>
                  <a:gd name="connsiteY15" fmla="*/ 588018 h 605804"/>
                  <a:gd name="connsiteX16" fmla="*/ 78711 w 345347"/>
                  <a:gd name="connsiteY16" fmla="*/ 570338 h 605804"/>
                  <a:gd name="connsiteX17" fmla="*/ 154862 w 345347"/>
                  <a:gd name="connsiteY17" fmla="*/ 570338 h 605804"/>
                  <a:gd name="connsiteX18" fmla="*/ 154862 w 345347"/>
                  <a:gd name="connsiteY18" fmla="*/ 429860 h 605804"/>
                  <a:gd name="connsiteX19" fmla="*/ 0 w 345347"/>
                  <a:gd name="connsiteY19" fmla="*/ 258389 h 605804"/>
                  <a:gd name="connsiteX20" fmla="*/ 0 w 345347"/>
                  <a:gd name="connsiteY20" fmla="*/ 176488 h 605804"/>
                  <a:gd name="connsiteX21" fmla="*/ 17705 w 345347"/>
                  <a:gd name="connsiteY21" fmla="*/ 158702 h 605804"/>
                  <a:gd name="connsiteX22" fmla="*/ 172639 w 345347"/>
                  <a:gd name="connsiteY22" fmla="*/ 0 h 605804"/>
                  <a:gd name="connsiteX23" fmla="*/ 293270 w 345347"/>
                  <a:gd name="connsiteY23" fmla="*/ 120463 h 605804"/>
                  <a:gd name="connsiteX24" fmla="*/ 293270 w 345347"/>
                  <a:gd name="connsiteY24" fmla="*/ 254028 h 605804"/>
                  <a:gd name="connsiteX25" fmla="*/ 172639 w 345347"/>
                  <a:gd name="connsiteY25" fmla="*/ 374491 h 605804"/>
                  <a:gd name="connsiteX26" fmla="*/ 52007 w 345347"/>
                  <a:gd name="connsiteY26" fmla="*/ 254028 h 605804"/>
                  <a:gd name="connsiteX27" fmla="*/ 52007 w 345347"/>
                  <a:gd name="connsiteY27" fmla="*/ 120463 h 605804"/>
                  <a:gd name="connsiteX28" fmla="*/ 172639 w 345347"/>
                  <a:gd name="connsiteY28" fmla="*/ 0 h 60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45347" h="605804">
                    <a:moveTo>
                      <a:pt x="17705" y="158702"/>
                    </a:moveTo>
                    <a:cubicBezTo>
                      <a:pt x="27623" y="158702"/>
                      <a:pt x="35516" y="166690"/>
                      <a:pt x="35516" y="176488"/>
                    </a:cubicBezTo>
                    <a:lnTo>
                      <a:pt x="35516" y="258389"/>
                    </a:lnTo>
                    <a:cubicBezTo>
                      <a:pt x="35516" y="333900"/>
                      <a:pt x="97056" y="395247"/>
                      <a:pt x="172674" y="395247"/>
                    </a:cubicBezTo>
                    <a:cubicBezTo>
                      <a:pt x="248292" y="395247"/>
                      <a:pt x="309831" y="333900"/>
                      <a:pt x="309831" y="258389"/>
                    </a:cubicBezTo>
                    <a:lnTo>
                      <a:pt x="309831" y="176488"/>
                    </a:lnTo>
                    <a:cubicBezTo>
                      <a:pt x="309831" y="166690"/>
                      <a:pt x="317724" y="158702"/>
                      <a:pt x="327536" y="158702"/>
                    </a:cubicBezTo>
                    <a:cubicBezTo>
                      <a:pt x="337348" y="158702"/>
                      <a:pt x="345347" y="166690"/>
                      <a:pt x="345347" y="176488"/>
                    </a:cubicBezTo>
                    <a:lnTo>
                      <a:pt x="345347" y="258389"/>
                    </a:lnTo>
                    <a:cubicBezTo>
                      <a:pt x="345347" y="347426"/>
                      <a:pt x="277302" y="421020"/>
                      <a:pt x="190485" y="429860"/>
                    </a:cubicBezTo>
                    <a:lnTo>
                      <a:pt x="190485" y="570338"/>
                    </a:lnTo>
                    <a:lnTo>
                      <a:pt x="266636" y="570338"/>
                    </a:lnTo>
                    <a:cubicBezTo>
                      <a:pt x="276448" y="570338"/>
                      <a:pt x="284341" y="578220"/>
                      <a:pt x="284341" y="588018"/>
                    </a:cubicBezTo>
                    <a:cubicBezTo>
                      <a:pt x="284341" y="597816"/>
                      <a:pt x="276448" y="605804"/>
                      <a:pt x="266636" y="605804"/>
                    </a:cubicBezTo>
                    <a:lnTo>
                      <a:pt x="78711" y="605804"/>
                    </a:lnTo>
                    <a:cubicBezTo>
                      <a:pt x="68899" y="605804"/>
                      <a:pt x="60900" y="597816"/>
                      <a:pt x="60900" y="588018"/>
                    </a:cubicBezTo>
                    <a:cubicBezTo>
                      <a:pt x="60900" y="578220"/>
                      <a:pt x="68899" y="570338"/>
                      <a:pt x="78711" y="570338"/>
                    </a:cubicBezTo>
                    <a:lnTo>
                      <a:pt x="154862" y="570338"/>
                    </a:lnTo>
                    <a:lnTo>
                      <a:pt x="154862" y="429860"/>
                    </a:lnTo>
                    <a:cubicBezTo>
                      <a:pt x="67939" y="421020"/>
                      <a:pt x="0" y="347426"/>
                      <a:pt x="0" y="258389"/>
                    </a:cubicBezTo>
                    <a:lnTo>
                      <a:pt x="0" y="176488"/>
                    </a:lnTo>
                    <a:cubicBezTo>
                      <a:pt x="0" y="166690"/>
                      <a:pt x="7892" y="158702"/>
                      <a:pt x="17705" y="158702"/>
                    </a:cubicBezTo>
                    <a:close/>
                    <a:moveTo>
                      <a:pt x="172639" y="0"/>
                    </a:moveTo>
                    <a:cubicBezTo>
                      <a:pt x="239087" y="0"/>
                      <a:pt x="293270" y="54001"/>
                      <a:pt x="293270" y="120463"/>
                    </a:cubicBezTo>
                    <a:lnTo>
                      <a:pt x="293270" y="254028"/>
                    </a:lnTo>
                    <a:cubicBezTo>
                      <a:pt x="293270" y="320490"/>
                      <a:pt x="239087" y="374491"/>
                      <a:pt x="172639" y="374491"/>
                    </a:cubicBezTo>
                    <a:cubicBezTo>
                      <a:pt x="106083" y="374491"/>
                      <a:pt x="52007" y="320490"/>
                      <a:pt x="52007" y="254028"/>
                    </a:cubicBezTo>
                    <a:lnTo>
                      <a:pt x="52007" y="120463"/>
                    </a:lnTo>
                    <a:cubicBezTo>
                      <a:pt x="52007" y="54001"/>
                      <a:pt x="106083" y="0"/>
                      <a:pt x="17263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none" lIns="108000" tIns="108000" rIns="108000" bIns="108000" rtlCol="0" anchor="ctr" anchorCtr="0">
                <a:normAutofit fontScale="475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40000"/>
                  </a:lnSpc>
                </a:pPr>
                <a:endParaRPr kumimoji="1" lang="en-US" sz="16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 descr="6be77fe4-29d0-4156-9ca4-a9d1719463f4">
              <a:extLst>
                <a:ext uri="{FF2B5EF4-FFF2-40B4-BE49-F238E27FC236}">
                  <a16:creationId xmlns:a16="http://schemas.microsoft.com/office/drawing/2014/main" id="{89371CA8-F287-7821-C401-64F5440736AD}"/>
                </a:ext>
              </a:extLst>
            </p:cNvPr>
            <p:cNvGrpSpPr/>
            <p:nvPr/>
          </p:nvGrpSpPr>
          <p:grpSpPr>
            <a:xfrm>
              <a:off x="691139" y="4402420"/>
              <a:ext cx="3451179" cy="1218099"/>
              <a:chOff x="691139" y="4402420"/>
              <a:chExt cx="3451179" cy="1218099"/>
            </a:xfrm>
          </p:grpSpPr>
          <p:sp>
            <p:nvSpPr>
              <p:cNvPr id="70" name="ComponentBackground2" descr="68d6858a-cac0-4628-815b-5f276be42556">
                <a:extLst>
                  <a:ext uri="{FF2B5EF4-FFF2-40B4-BE49-F238E27FC236}">
                    <a16:creationId xmlns:a16="http://schemas.microsoft.com/office/drawing/2014/main" id="{0181DC30-6B89-E254-FA12-B47727A7C621}"/>
                  </a:ext>
                </a:extLst>
              </p:cNvPr>
              <p:cNvSpPr/>
              <p:nvPr/>
            </p:nvSpPr>
            <p:spPr>
              <a:xfrm>
                <a:off x="691139" y="4402420"/>
                <a:ext cx="3451179" cy="1218099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381000" dist="101600" dir="5400000" sx="98000" sy="98000" algn="t" rotWithShape="0">
                  <a:schemeClr val="accent1">
                    <a:alpha val="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Bullet2" descr="aa01997a-4f5b-4878-9858-a5d9a0c92564">
                <a:extLst>
                  <a:ext uri="{FF2B5EF4-FFF2-40B4-BE49-F238E27FC236}">
                    <a16:creationId xmlns:a16="http://schemas.microsoft.com/office/drawing/2014/main" id="{81B422D0-2D30-02CF-E2AA-0954657377C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06028" y="4522545"/>
                <a:ext cx="2636588" cy="415771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lvl="0">
                  <a:defRPr/>
                </a:pPr>
                <a:r>
                  <a:rPr lang="zh-CN" altLang="en-US" b="1" dirty="0">
                    <a:ln w="3175">
                      <a:noFill/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电影中的音乐</a:t>
                </a:r>
                <a:endParaRPr lang="en-US" dirty="0"/>
              </a:p>
            </p:txBody>
          </p:sp>
          <p:sp>
            <p:nvSpPr>
              <p:cNvPr id="74" name="Text2" descr="1788755a-9ac7-47f2-8f02-914a6552076b">
                <a:extLst>
                  <a:ext uri="{FF2B5EF4-FFF2-40B4-BE49-F238E27FC236}">
                    <a16:creationId xmlns:a16="http://schemas.microsoft.com/office/drawing/2014/main" id="{F37FCBE2-90B3-5DE6-18F7-86F0FAD0F408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406028" y="4938316"/>
                <a:ext cx="2636588" cy="562079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marL="0" marR="0" lvl="0" indent="0" defTabSz="914400" rtl="0" eaLnBrk="1" fontAlgn="auto" latinLnBrk="0" hangingPunct="1"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电影中的音乐充满了墨西哥风情，为故事增添了情感色彩和氛围。</a:t>
                </a:r>
                <a:endParaRPr lang="en-US" dirty="0"/>
              </a:p>
            </p:txBody>
          </p:sp>
          <p:sp>
            <p:nvSpPr>
              <p:cNvPr id="23" name="Icon2" descr="5f2fe8bf-8d6e-4b74-b08d-de9662a3d124">
                <a:extLst>
                  <a:ext uri="{FF2B5EF4-FFF2-40B4-BE49-F238E27FC236}">
                    <a16:creationId xmlns:a16="http://schemas.microsoft.com/office/drawing/2014/main" id="{8CB4EB7F-B5AE-AD5E-8DD6-67BBB40B75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61136" y="4548591"/>
                <a:ext cx="298714" cy="364772"/>
              </a:xfrm>
              <a:custGeom>
                <a:avLst/>
                <a:gdLst>
                  <a:gd name="T0" fmla="*/ 4754 w 5583"/>
                  <a:gd name="T1" fmla="*/ 2144 h 6827"/>
                  <a:gd name="T2" fmla="*/ 5552 w 5583"/>
                  <a:gd name="T3" fmla="*/ 2144 h 6827"/>
                  <a:gd name="T4" fmla="*/ 5552 w 5583"/>
                  <a:gd name="T5" fmla="*/ 0 h 6827"/>
                  <a:gd name="T6" fmla="*/ 30 w 5583"/>
                  <a:gd name="T7" fmla="*/ 0 h 6827"/>
                  <a:gd name="T8" fmla="*/ 30 w 5583"/>
                  <a:gd name="T9" fmla="*/ 2144 h 6827"/>
                  <a:gd name="T10" fmla="*/ 829 w 5583"/>
                  <a:gd name="T11" fmla="*/ 2144 h 6827"/>
                  <a:gd name="T12" fmla="*/ 0 w 5583"/>
                  <a:gd name="T13" fmla="*/ 6746 h 6827"/>
                  <a:gd name="T14" fmla="*/ 450 w 5583"/>
                  <a:gd name="T15" fmla="*/ 6827 h 6827"/>
                  <a:gd name="T16" fmla="*/ 952 w 5583"/>
                  <a:gd name="T17" fmla="*/ 4041 h 6827"/>
                  <a:gd name="T18" fmla="*/ 2563 w 5583"/>
                  <a:gd name="T19" fmla="*/ 4041 h 6827"/>
                  <a:gd name="T20" fmla="*/ 2563 w 5583"/>
                  <a:gd name="T21" fmla="*/ 6786 h 6827"/>
                  <a:gd name="T22" fmla="*/ 3020 w 5583"/>
                  <a:gd name="T23" fmla="*/ 6786 h 6827"/>
                  <a:gd name="T24" fmla="*/ 3020 w 5583"/>
                  <a:gd name="T25" fmla="*/ 4041 h 6827"/>
                  <a:gd name="T26" fmla="*/ 4631 w 5583"/>
                  <a:gd name="T27" fmla="*/ 4041 h 6827"/>
                  <a:gd name="T28" fmla="*/ 5133 w 5583"/>
                  <a:gd name="T29" fmla="*/ 6827 h 6827"/>
                  <a:gd name="T30" fmla="*/ 5583 w 5583"/>
                  <a:gd name="T31" fmla="*/ 6746 h 6827"/>
                  <a:gd name="T32" fmla="*/ 4754 w 5583"/>
                  <a:gd name="T33" fmla="*/ 2144 h 6827"/>
                  <a:gd name="T34" fmla="*/ 2563 w 5583"/>
                  <a:gd name="T35" fmla="*/ 3584 h 6827"/>
                  <a:gd name="T36" fmla="*/ 1034 w 5583"/>
                  <a:gd name="T37" fmla="*/ 3584 h 6827"/>
                  <a:gd name="T38" fmla="*/ 1294 w 5583"/>
                  <a:gd name="T39" fmla="*/ 2144 h 6827"/>
                  <a:gd name="T40" fmla="*/ 2563 w 5583"/>
                  <a:gd name="T41" fmla="*/ 2144 h 6827"/>
                  <a:gd name="T42" fmla="*/ 2563 w 5583"/>
                  <a:gd name="T43" fmla="*/ 3584 h 6827"/>
                  <a:gd name="T44" fmla="*/ 3020 w 5583"/>
                  <a:gd name="T45" fmla="*/ 3584 h 6827"/>
                  <a:gd name="T46" fmla="*/ 3020 w 5583"/>
                  <a:gd name="T47" fmla="*/ 2144 h 6827"/>
                  <a:gd name="T48" fmla="*/ 4289 w 5583"/>
                  <a:gd name="T49" fmla="*/ 2144 h 6827"/>
                  <a:gd name="T50" fmla="*/ 4548 w 5583"/>
                  <a:gd name="T51" fmla="*/ 3584 h 6827"/>
                  <a:gd name="T52" fmla="*/ 3020 w 5583"/>
                  <a:gd name="T53" fmla="*/ 3584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583" h="6827">
                    <a:moveTo>
                      <a:pt x="4754" y="2144"/>
                    </a:moveTo>
                    <a:lnTo>
                      <a:pt x="5552" y="2144"/>
                    </a:lnTo>
                    <a:lnTo>
                      <a:pt x="5552" y="0"/>
                    </a:lnTo>
                    <a:lnTo>
                      <a:pt x="30" y="0"/>
                    </a:lnTo>
                    <a:lnTo>
                      <a:pt x="30" y="2144"/>
                    </a:lnTo>
                    <a:lnTo>
                      <a:pt x="829" y="2144"/>
                    </a:lnTo>
                    <a:lnTo>
                      <a:pt x="0" y="6746"/>
                    </a:lnTo>
                    <a:lnTo>
                      <a:pt x="450" y="6827"/>
                    </a:lnTo>
                    <a:lnTo>
                      <a:pt x="952" y="4041"/>
                    </a:lnTo>
                    <a:lnTo>
                      <a:pt x="2563" y="4041"/>
                    </a:lnTo>
                    <a:lnTo>
                      <a:pt x="2563" y="6786"/>
                    </a:lnTo>
                    <a:lnTo>
                      <a:pt x="3020" y="6786"/>
                    </a:lnTo>
                    <a:lnTo>
                      <a:pt x="3020" y="4041"/>
                    </a:lnTo>
                    <a:lnTo>
                      <a:pt x="4631" y="4041"/>
                    </a:lnTo>
                    <a:lnTo>
                      <a:pt x="5133" y="6827"/>
                    </a:lnTo>
                    <a:lnTo>
                      <a:pt x="5583" y="6746"/>
                    </a:lnTo>
                    <a:lnTo>
                      <a:pt x="4754" y="2144"/>
                    </a:lnTo>
                    <a:close/>
                    <a:moveTo>
                      <a:pt x="2563" y="3584"/>
                    </a:moveTo>
                    <a:lnTo>
                      <a:pt x="1034" y="3584"/>
                    </a:lnTo>
                    <a:lnTo>
                      <a:pt x="1294" y="2144"/>
                    </a:lnTo>
                    <a:lnTo>
                      <a:pt x="2563" y="2144"/>
                    </a:lnTo>
                    <a:lnTo>
                      <a:pt x="2563" y="3584"/>
                    </a:lnTo>
                    <a:close/>
                    <a:moveTo>
                      <a:pt x="3020" y="3584"/>
                    </a:moveTo>
                    <a:lnTo>
                      <a:pt x="3020" y="2144"/>
                    </a:lnTo>
                    <a:lnTo>
                      <a:pt x="4289" y="2144"/>
                    </a:lnTo>
                    <a:lnTo>
                      <a:pt x="4548" y="3584"/>
                    </a:lnTo>
                    <a:lnTo>
                      <a:pt x="3020" y="35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0000">
                    <a:schemeClr val="accent2"/>
                  </a:gs>
                </a:gsLst>
                <a:lin ang="2700000" scaled="0"/>
              </a:gradFill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kumimoji="1" lang="en-US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 descr="eec67021-f32c-4259-b1d6-cd0da5fc1ebe">
              <a:extLst>
                <a:ext uri="{FF2B5EF4-FFF2-40B4-BE49-F238E27FC236}">
                  <a16:creationId xmlns:a16="http://schemas.microsoft.com/office/drawing/2014/main" id="{D1E00F60-D37D-6167-2AB0-DC6CD3D3220F}"/>
                </a:ext>
              </a:extLst>
            </p:cNvPr>
            <p:cNvGrpSpPr/>
            <p:nvPr/>
          </p:nvGrpSpPr>
          <p:grpSpPr>
            <a:xfrm>
              <a:off x="8074072" y="2387955"/>
              <a:ext cx="3451179" cy="1218099"/>
              <a:chOff x="8074072" y="2387955"/>
              <a:chExt cx="3451179" cy="1218099"/>
            </a:xfrm>
          </p:grpSpPr>
          <p:sp>
            <p:nvSpPr>
              <p:cNvPr id="87" name="ComponentBackground3" descr="99212ef9-b006-4359-a805-d6180dd2423d">
                <a:extLst>
                  <a:ext uri="{FF2B5EF4-FFF2-40B4-BE49-F238E27FC236}">
                    <a16:creationId xmlns:a16="http://schemas.microsoft.com/office/drawing/2014/main" id="{DDD3C94E-51F5-E14D-70B8-71B464139A2B}"/>
                  </a:ext>
                </a:extLst>
              </p:cNvPr>
              <p:cNvSpPr/>
              <p:nvPr/>
            </p:nvSpPr>
            <p:spPr>
              <a:xfrm flipH="1">
                <a:off x="8074072" y="2387955"/>
                <a:ext cx="3451179" cy="1218099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381000" dist="101600" dir="5400000" sx="98000" sy="98000" algn="t" rotWithShape="0">
                  <a:schemeClr val="accent1">
                    <a:alpha val="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0" name="Bullet3" descr="ed3ab623-986d-4b7a-b407-d0e84cc4d208">
                <a:extLst>
                  <a:ext uri="{FF2B5EF4-FFF2-40B4-BE49-F238E27FC236}">
                    <a16:creationId xmlns:a16="http://schemas.microsoft.com/office/drawing/2014/main" id="{B7060B25-648B-AB19-7406-C99A7AE69C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73773" y="2508080"/>
                <a:ext cx="2636588" cy="415771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lvl="0">
                  <a:defRPr/>
                </a:pPr>
                <a:r>
                  <a:rPr lang="zh-CN" altLang="en-US" b="1" dirty="0">
                    <a:ln w="3175">
                      <a:noFill/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音乐对剧情的作用</a:t>
                </a:r>
                <a:endParaRPr lang="en-US" dirty="0"/>
              </a:p>
            </p:txBody>
          </p:sp>
          <p:sp>
            <p:nvSpPr>
              <p:cNvPr id="91" name="Text3" descr="ff1688bc-e50c-4338-a0ab-b27349365c3f">
                <a:extLst>
                  <a:ext uri="{FF2B5EF4-FFF2-40B4-BE49-F238E27FC236}">
                    <a16:creationId xmlns:a16="http://schemas.microsoft.com/office/drawing/2014/main" id="{C0F20B0D-F4EA-6F19-510E-2E315486CA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73773" y="2923851"/>
                <a:ext cx="2636588" cy="562079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marL="0" marR="0" lvl="0" indent="0" defTabSz="914400" rtl="0" eaLnBrk="1" fontAlgn="auto" latinLnBrk="0" hangingPunct="1"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音乐在电影中起到了推动剧情发展的作用，也表达了角色的情感和内心世界。</a:t>
                </a:r>
                <a:endParaRPr lang="en-US" dirty="0"/>
              </a:p>
            </p:txBody>
          </p:sp>
          <p:sp>
            <p:nvSpPr>
              <p:cNvPr id="20" name="Icon3" descr="303ca830-3bb1-4a37-b814-198ab6087503">
                <a:extLst>
                  <a:ext uri="{FF2B5EF4-FFF2-40B4-BE49-F238E27FC236}">
                    <a16:creationId xmlns:a16="http://schemas.microsoft.com/office/drawing/2014/main" id="{7EC14F18-2C51-3F55-B388-73741D6642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87891" y="2580060"/>
                <a:ext cx="364772" cy="305415"/>
              </a:xfrm>
              <a:custGeom>
                <a:avLst/>
                <a:gdLst>
                  <a:gd name="T0" fmla="*/ 4532 w 4667"/>
                  <a:gd name="T1" fmla="*/ 1805 h 3913"/>
                  <a:gd name="T2" fmla="*/ 4452 w 4667"/>
                  <a:gd name="T3" fmla="*/ 1826 h 3913"/>
                  <a:gd name="T4" fmla="*/ 3715 w 4667"/>
                  <a:gd name="T5" fmla="*/ 2211 h 3913"/>
                  <a:gd name="T6" fmla="*/ 3693 w 4667"/>
                  <a:gd name="T7" fmla="*/ 2224 h 3913"/>
                  <a:gd name="T8" fmla="*/ 3693 w 4667"/>
                  <a:gd name="T9" fmla="*/ 1941 h 3913"/>
                  <a:gd name="T10" fmla="*/ 3497 w 4667"/>
                  <a:gd name="T11" fmla="*/ 1740 h 3913"/>
                  <a:gd name="T12" fmla="*/ 3056 w 4667"/>
                  <a:gd name="T13" fmla="*/ 1740 h 3913"/>
                  <a:gd name="T14" fmla="*/ 3512 w 4667"/>
                  <a:gd name="T15" fmla="*/ 937 h 3913"/>
                  <a:gd name="T16" fmla="*/ 2575 w 4667"/>
                  <a:gd name="T17" fmla="*/ 0 h 3913"/>
                  <a:gd name="T18" fmla="*/ 1638 w 4667"/>
                  <a:gd name="T19" fmla="*/ 936 h 3913"/>
                  <a:gd name="T20" fmla="*/ 2094 w 4667"/>
                  <a:gd name="T21" fmla="*/ 1740 h 3913"/>
                  <a:gd name="T22" fmla="*/ 1203 w 4667"/>
                  <a:gd name="T23" fmla="*/ 1740 h 3913"/>
                  <a:gd name="T24" fmla="*/ 1524 w 4667"/>
                  <a:gd name="T25" fmla="*/ 1154 h 3913"/>
                  <a:gd name="T26" fmla="*/ 828 w 4667"/>
                  <a:gd name="T27" fmla="*/ 458 h 3913"/>
                  <a:gd name="T28" fmla="*/ 132 w 4667"/>
                  <a:gd name="T29" fmla="*/ 1154 h 3913"/>
                  <a:gd name="T30" fmla="*/ 454 w 4667"/>
                  <a:gd name="T31" fmla="*/ 1740 h 3913"/>
                  <a:gd name="T32" fmla="*/ 204 w 4667"/>
                  <a:gd name="T33" fmla="*/ 1740 h 3913"/>
                  <a:gd name="T34" fmla="*/ 0 w 4667"/>
                  <a:gd name="T35" fmla="*/ 1941 h 3913"/>
                  <a:gd name="T36" fmla="*/ 0 w 4667"/>
                  <a:gd name="T37" fmla="*/ 3719 h 3913"/>
                  <a:gd name="T38" fmla="*/ 204 w 4667"/>
                  <a:gd name="T39" fmla="*/ 3913 h 3913"/>
                  <a:gd name="T40" fmla="*/ 3497 w 4667"/>
                  <a:gd name="T41" fmla="*/ 3913 h 3913"/>
                  <a:gd name="T42" fmla="*/ 3693 w 4667"/>
                  <a:gd name="T43" fmla="*/ 3719 h 3913"/>
                  <a:gd name="T44" fmla="*/ 3693 w 4667"/>
                  <a:gd name="T45" fmla="*/ 3437 h 3913"/>
                  <a:gd name="T46" fmla="*/ 3715 w 4667"/>
                  <a:gd name="T47" fmla="*/ 3449 h 3913"/>
                  <a:gd name="T48" fmla="*/ 4451 w 4667"/>
                  <a:gd name="T49" fmla="*/ 3835 h 3913"/>
                  <a:gd name="T50" fmla="*/ 4531 w 4667"/>
                  <a:gd name="T51" fmla="*/ 3856 h 3913"/>
                  <a:gd name="T52" fmla="*/ 4667 w 4667"/>
                  <a:gd name="T53" fmla="*/ 3704 h 3913"/>
                  <a:gd name="T54" fmla="*/ 4667 w 4667"/>
                  <a:gd name="T55" fmla="*/ 1956 h 3913"/>
                  <a:gd name="T56" fmla="*/ 4532 w 4667"/>
                  <a:gd name="T57" fmla="*/ 1805 h 3913"/>
                  <a:gd name="T58" fmla="*/ 2400 w 4667"/>
                  <a:gd name="T59" fmla="*/ 3326 h 3913"/>
                  <a:gd name="T60" fmla="*/ 2267 w 4667"/>
                  <a:gd name="T61" fmla="*/ 3460 h 3913"/>
                  <a:gd name="T62" fmla="*/ 693 w 4667"/>
                  <a:gd name="T63" fmla="*/ 3460 h 3913"/>
                  <a:gd name="T64" fmla="*/ 560 w 4667"/>
                  <a:gd name="T65" fmla="*/ 3326 h 3913"/>
                  <a:gd name="T66" fmla="*/ 560 w 4667"/>
                  <a:gd name="T67" fmla="*/ 2340 h 3913"/>
                  <a:gd name="T68" fmla="*/ 693 w 4667"/>
                  <a:gd name="T69" fmla="*/ 2206 h 3913"/>
                  <a:gd name="T70" fmla="*/ 2267 w 4667"/>
                  <a:gd name="T71" fmla="*/ 2206 h 3913"/>
                  <a:gd name="T72" fmla="*/ 2400 w 4667"/>
                  <a:gd name="T73" fmla="*/ 2340 h 3913"/>
                  <a:gd name="T74" fmla="*/ 2400 w 4667"/>
                  <a:gd name="T75" fmla="*/ 3326 h 39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667" h="3913">
                    <a:moveTo>
                      <a:pt x="4532" y="1805"/>
                    </a:moveTo>
                    <a:cubicBezTo>
                      <a:pt x="4505" y="1805"/>
                      <a:pt x="4479" y="1812"/>
                      <a:pt x="4452" y="1826"/>
                    </a:cubicBezTo>
                    <a:lnTo>
                      <a:pt x="3715" y="2211"/>
                    </a:lnTo>
                    <a:cubicBezTo>
                      <a:pt x="3708" y="2215"/>
                      <a:pt x="3707" y="2219"/>
                      <a:pt x="3693" y="2224"/>
                    </a:cubicBezTo>
                    <a:lnTo>
                      <a:pt x="3693" y="1941"/>
                    </a:lnTo>
                    <a:cubicBezTo>
                      <a:pt x="3693" y="1831"/>
                      <a:pt x="3607" y="1740"/>
                      <a:pt x="3497" y="1740"/>
                    </a:cubicBezTo>
                    <a:lnTo>
                      <a:pt x="3056" y="1740"/>
                    </a:lnTo>
                    <a:cubicBezTo>
                      <a:pt x="3329" y="1580"/>
                      <a:pt x="3512" y="1278"/>
                      <a:pt x="3512" y="937"/>
                    </a:cubicBezTo>
                    <a:cubicBezTo>
                      <a:pt x="3512" y="420"/>
                      <a:pt x="3092" y="0"/>
                      <a:pt x="2575" y="0"/>
                    </a:cubicBezTo>
                    <a:cubicBezTo>
                      <a:pt x="2058" y="0"/>
                      <a:pt x="1638" y="420"/>
                      <a:pt x="1638" y="936"/>
                    </a:cubicBezTo>
                    <a:cubicBezTo>
                      <a:pt x="1638" y="1277"/>
                      <a:pt x="1821" y="1580"/>
                      <a:pt x="2094" y="1740"/>
                    </a:cubicBezTo>
                    <a:lnTo>
                      <a:pt x="1203" y="1740"/>
                    </a:lnTo>
                    <a:cubicBezTo>
                      <a:pt x="1396" y="1620"/>
                      <a:pt x="1524" y="1400"/>
                      <a:pt x="1524" y="1154"/>
                    </a:cubicBezTo>
                    <a:cubicBezTo>
                      <a:pt x="1524" y="770"/>
                      <a:pt x="1212" y="458"/>
                      <a:pt x="828" y="458"/>
                    </a:cubicBezTo>
                    <a:cubicBezTo>
                      <a:pt x="445" y="458"/>
                      <a:pt x="132" y="770"/>
                      <a:pt x="132" y="1154"/>
                    </a:cubicBezTo>
                    <a:cubicBezTo>
                      <a:pt x="132" y="1400"/>
                      <a:pt x="261" y="1620"/>
                      <a:pt x="454" y="1740"/>
                    </a:cubicBezTo>
                    <a:lnTo>
                      <a:pt x="204" y="1740"/>
                    </a:lnTo>
                    <a:cubicBezTo>
                      <a:pt x="94" y="1740"/>
                      <a:pt x="0" y="1831"/>
                      <a:pt x="0" y="1941"/>
                    </a:cubicBezTo>
                    <a:lnTo>
                      <a:pt x="0" y="3719"/>
                    </a:lnTo>
                    <a:cubicBezTo>
                      <a:pt x="0" y="3830"/>
                      <a:pt x="94" y="3913"/>
                      <a:pt x="204" y="3913"/>
                    </a:cubicBezTo>
                    <a:lnTo>
                      <a:pt x="3497" y="3913"/>
                    </a:lnTo>
                    <a:cubicBezTo>
                      <a:pt x="3607" y="3913"/>
                      <a:pt x="3693" y="3830"/>
                      <a:pt x="3693" y="3719"/>
                    </a:cubicBezTo>
                    <a:lnTo>
                      <a:pt x="3693" y="3437"/>
                    </a:lnTo>
                    <a:cubicBezTo>
                      <a:pt x="3707" y="3441"/>
                      <a:pt x="3708" y="3446"/>
                      <a:pt x="3715" y="3449"/>
                    </a:cubicBezTo>
                    <a:lnTo>
                      <a:pt x="4451" y="3835"/>
                    </a:lnTo>
                    <a:cubicBezTo>
                      <a:pt x="4478" y="3849"/>
                      <a:pt x="4505" y="3856"/>
                      <a:pt x="4531" y="3856"/>
                    </a:cubicBezTo>
                    <a:cubicBezTo>
                      <a:pt x="4611" y="3856"/>
                      <a:pt x="4667" y="3794"/>
                      <a:pt x="4667" y="3704"/>
                    </a:cubicBezTo>
                    <a:lnTo>
                      <a:pt x="4667" y="1956"/>
                    </a:lnTo>
                    <a:cubicBezTo>
                      <a:pt x="4667" y="1867"/>
                      <a:pt x="4612" y="1805"/>
                      <a:pt x="4532" y="1805"/>
                    </a:cubicBezTo>
                    <a:close/>
                    <a:moveTo>
                      <a:pt x="2400" y="3326"/>
                    </a:moveTo>
                    <a:cubicBezTo>
                      <a:pt x="2400" y="3400"/>
                      <a:pt x="2340" y="3460"/>
                      <a:pt x="2267" y="3460"/>
                    </a:cubicBezTo>
                    <a:lnTo>
                      <a:pt x="693" y="3460"/>
                    </a:lnTo>
                    <a:cubicBezTo>
                      <a:pt x="620" y="3460"/>
                      <a:pt x="560" y="3400"/>
                      <a:pt x="560" y="3326"/>
                    </a:cubicBezTo>
                    <a:lnTo>
                      <a:pt x="560" y="2340"/>
                    </a:lnTo>
                    <a:cubicBezTo>
                      <a:pt x="560" y="2266"/>
                      <a:pt x="620" y="2206"/>
                      <a:pt x="693" y="2206"/>
                    </a:cubicBezTo>
                    <a:lnTo>
                      <a:pt x="2267" y="2206"/>
                    </a:lnTo>
                    <a:cubicBezTo>
                      <a:pt x="2340" y="2206"/>
                      <a:pt x="2400" y="2266"/>
                      <a:pt x="2400" y="2340"/>
                    </a:cubicBezTo>
                    <a:lnTo>
                      <a:pt x="2400" y="332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0000">
                    <a:schemeClr val="accent2"/>
                  </a:gs>
                </a:gsLst>
                <a:lin ang="2700000" scaled="0"/>
              </a:gradFill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kumimoji="1" lang="en-US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 descr="5409b3f3-0ef7-42cd-ac10-fce73c932258">
              <a:extLst>
                <a:ext uri="{FF2B5EF4-FFF2-40B4-BE49-F238E27FC236}">
                  <a16:creationId xmlns:a16="http://schemas.microsoft.com/office/drawing/2014/main" id="{5D6E6895-2F67-9A79-2112-CE70C52CAF00}"/>
                </a:ext>
              </a:extLst>
            </p:cNvPr>
            <p:cNvGrpSpPr/>
            <p:nvPr/>
          </p:nvGrpSpPr>
          <p:grpSpPr>
            <a:xfrm>
              <a:off x="8049683" y="4402420"/>
              <a:ext cx="3451179" cy="1218099"/>
              <a:chOff x="8049683" y="4402420"/>
              <a:chExt cx="3451179" cy="1218099"/>
            </a:xfrm>
          </p:grpSpPr>
          <p:sp>
            <p:nvSpPr>
              <p:cNvPr id="301" name="ComponentBackground4" descr="08decf96-4769-42c7-b5e8-66e780a48b58">
                <a:extLst>
                  <a:ext uri="{FF2B5EF4-FFF2-40B4-BE49-F238E27FC236}">
                    <a16:creationId xmlns:a16="http://schemas.microsoft.com/office/drawing/2014/main" id="{5C48B56F-83EB-C84C-592C-7586E6808368}"/>
                  </a:ext>
                </a:extLst>
              </p:cNvPr>
              <p:cNvSpPr/>
              <p:nvPr/>
            </p:nvSpPr>
            <p:spPr>
              <a:xfrm flipH="1">
                <a:off x="8049683" y="4402420"/>
                <a:ext cx="3451179" cy="1218099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381000" dist="101600" dir="5400000" sx="98000" sy="98000" algn="t" rotWithShape="0">
                  <a:schemeClr val="accent1">
                    <a:alpha val="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8" name="Bullet4" descr="fbb68739-ccd2-481e-a3bc-750508822b08">
                <a:extLst>
                  <a:ext uri="{FF2B5EF4-FFF2-40B4-BE49-F238E27FC236}">
                    <a16:creationId xmlns:a16="http://schemas.microsoft.com/office/drawing/2014/main" id="{432BBDDF-1D9C-C01D-2A41-FC796AF8C2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49384" y="4522545"/>
                <a:ext cx="2636588" cy="415771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lvl="0">
                  <a:defRPr/>
                </a:pPr>
                <a:r>
                  <a:rPr lang="zh-CN" altLang="en-US" b="1" dirty="0">
                    <a:ln w="3175">
                      <a:noFill/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音乐与情感的联系</a:t>
                </a:r>
                <a:endParaRPr lang="en-US" dirty="0"/>
              </a:p>
            </p:txBody>
          </p:sp>
          <p:sp>
            <p:nvSpPr>
              <p:cNvPr id="96" name="Text4" descr="9c864709-9b4b-406b-854b-b5f89b41e865">
                <a:extLst>
                  <a:ext uri="{FF2B5EF4-FFF2-40B4-BE49-F238E27FC236}">
                    <a16:creationId xmlns:a16="http://schemas.microsoft.com/office/drawing/2014/main" id="{7C0F31B6-3D81-2DE3-7B2D-53DA83FA8A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49384" y="4938316"/>
                <a:ext cx="2636588" cy="562079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defRPr>
                </a:lvl1pPr>
              </a:lstStyle>
              <a:p>
                <a:pPr marL="0" marR="0" lvl="0" indent="0" defTabSz="914400" rtl="0" eaLnBrk="1" fontAlgn="auto" latinLnBrk="0" hangingPunct="1"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音乐与角色之间的情感紧密相连，通过音乐，观众能更好地感受到角色的喜怒哀乐。</a:t>
                </a:r>
                <a:endParaRPr lang="en-US" dirty="0"/>
              </a:p>
            </p:txBody>
          </p:sp>
          <p:sp>
            <p:nvSpPr>
              <p:cNvPr id="24" name="Icon4" descr="9c26acea-095c-420d-ae7e-451162c65d71">
                <a:extLst>
                  <a:ext uri="{FF2B5EF4-FFF2-40B4-BE49-F238E27FC236}">
                    <a16:creationId xmlns:a16="http://schemas.microsoft.com/office/drawing/2014/main" id="{A91C6A51-D114-520F-F36B-C145D72FA7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87891" y="4548591"/>
                <a:ext cx="364772" cy="362425"/>
              </a:xfrm>
              <a:custGeom>
                <a:avLst/>
                <a:gdLst>
                  <a:gd name="connsiteX0" fmla="*/ 274520 w 603122"/>
                  <a:gd name="connsiteY0" fmla="*/ 331446 h 599242"/>
                  <a:gd name="connsiteX1" fmla="*/ 325236 w 603122"/>
                  <a:gd name="connsiteY1" fmla="*/ 331446 h 599242"/>
                  <a:gd name="connsiteX2" fmla="*/ 325236 w 603122"/>
                  <a:gd name="connsiteY2" fmla="*/ 518115 h 599242"/>
                  <a:gd name="connsiteX3" fmla="*/ 244151 w 603122"/>
                  <a:gd name="connsiteY3" fmla="*/ 599242 h 599242"/>
                  <a:gd name="connsiteX4" fmla="*/ 163218 w 603122"/>
                  <a:gd name="connsiteY4" fmla="*/ 518115 h 599242"/>
                  <a:gd name="connsiteX5" fmla="*/ 188424 w 603122"/>
                  <a:gd name="connsiteY5" fmla="*/ 492791 h 599242"/>
                  <a:gd name="connsiteX6" fmla="*/ 213782 w 603122"/>
                  <a:gd name="connsiteY6" fmla="*/ 518115 h 599242"/>
                  <a:gd name="connsiteX7" fmla="*/ 244151 w 603122"/>
                  <a:gd name="connsiteY7" fmla="*/ 548746 h 599242"/>
                  <a:gd name="connsiteX8" fmla="*/ 274520 w 603122"/>
                  <a:gd name="connsiteY8" fmla="*/ 518115 h 599242"/>
                  <a:gd name="connsiteX9" fmla="*/ 377595 w 603122"/>
                  <a:gd name="connsiteY9" fmla="*/ 9103 h 599242"/>
                  <a:gd name="connsiteX10" fmla="*/ 603122 w 603122"/>
                  <a:gd name="connsiteY10" fmla="*/ 301173 h 599242"/>
                  <a:gd name="connsiteX11" fmla="*/ 452771 w 603122"/>
                  <a:gd name="connsiteY11" fmla="*/ 301173 h 599242"/>
                  <a:gd name="connsiteX12" fmla="*/ 452771 w 603122"/>
                  <a:gd name="connsiteY12" fmla="*/ 299353 h 599242"/>
                  <a:gd name="connsiteX13" fmla="*/ 415107 w 603122"/>
                  <a:gd name="connsiteY13" fmla="*/ 75372 h 599242"/>
                  <a:gd name="connsiteX14" fmla="*/ 377595 w 603122"/>
                  <a:gd name="connsiteY14" fmla="*/ 9103 h 599242"/>
                  <a:gd name="connsiteX15" fmla="*/ 225597 w 603122"/>
                  <a:gd name="connsiteY15" fmla="*/ 9103 h 599242"/>
                  <a:gd name="connsiteX16" fmla="*/ 187188 w 603122"/>
                  <a:gd name="connsiteY16" fmla="*/ 75221 h 599242"/>
                  <a:gd name="connsiteX17" fmla="*/ 149082 w 603122"/>
                  <a:gd name="connsiteY17" fmla="*/ 299353 h 599242"/>
                  <a:gd name="connsiteX18" fmla="*/ 149082 w 603122"/>
                  <a:gd name="connsiteY18" fmla="*/ 301173 h 599242"/>
                  <a:gd name="connsiteX19" fmla="*/ 0 w 603122"/>
                  <a:gd name="connsiteY19" fmla="*/ 301173 h 599242"/>
                  <a:gd name="connsiteX20" fmla="*/ 225597 w 603122"/>
                  <a:gd name="connsiteY20" fmla="*/ 9103 h 599242"/>
                  <a:gd name="connsiteX21" fmla="*/ 301561 w 603122"/>
                  <a:gd name="connsiteY21" fmla="*/ 0 h 599242"/>
                  <a:gd name="connsiteX22" fmla="*/ 422404 w 603122"/>
                  <a:gd name="connsiteY22" fmla="*/ 301173 h 599242"/>
                  <a:gd name="connsiteX23" fmla="*/ 180718 w 603122"/>
                  <a:gd name="connsiteY23" fmla="*/ 301173 h 599242"/>
                  <a:gd name="connsiteX24" fmla="*/ 301561 w 603122"/>
                  <a:gd name="connsiteY24" fmla="*/ 0 h 599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03122" h="599242">
                    <a:moveTo>
                      <a:pt x="274520" y="331446"/>
                    </a:moveTo>
                    <a:lnTo>
                      <a:pt x="325236" y="331446"/>
                    </a:lnTo>
                    <a:lnTo>
                      <a:pt x="325236" y="518115"/>
                    </a:lnTo>
                    <a:cubicBezTo>
                      <a:pt x="325236" y="562848"/>
                      <a:pt x="288945" y="599242"/>
                      <a:pt x="244151" y="599242"/>
                    </a:cubicBezTo>
                    <a:cubicBezTo>
                      <a:pt x="199357" y="599242"/>
                      <a:pt x="163218" y="562848"/>
                      <a:pt x="163218" y="518115"/>
                    </a:cubicBezTo>
                    <a:cubicBezTo>
                      <a:pt x="163218" y="504164"/>
                      <a:pt x="174454" y="492791"/>
                      <a:pt x="188424" y="492791"/>
                    </a:cubicBezTo>
                    <a:cubicBezTo>
                      <a:pt x="202394" y="492791"/>
                      <a:pt x="213782" y="504164"/>
                      <a:pt x="213782" y="518115"/>
                    </a:cubicBezTo>
                    <a:cubicBezTo>
                      <a:pt x="213782" y="534947"/>
                      <a:pt x="227297" y="548746"/>
                      <a:pt x="244151" y="548746"/>
                    </a:cubicBezTo>
                    <a:cubicBezTo>
                      <a:pt x="261158" y="548746"/>
                      <a:pt x="274520" y="534947"/>
                      <a:pt x="274520" y="518115"/>
                    </a:cubicBezTo>
                    <a:close/>
                    <a:moveTo>
                      <a:pt x="377595" y="9103"/>
                    </a:moveTo>
                    <a:cubicBezTo>
                      <a:pt x="507292" y="42465"/>
                      <a:pt x="603122" y="159687"/>
                      <a:pt x="603122" y="301173"/>
                    </a:cubicBezTo>
                    <a:lnTo>
                      <a:pt x="452771" y="301173"/>
                    </a:lnTo>
                    <a:lnTo>
                      <a:pt x="452771" y="299353"/>
                    </a:lnTo>
                    <a:cubicBezTo>
                      <a:pt x="452771" y="215190"/>
                      <a:pt x="439406" y="135879"/>
                      <a:pt x="415107" y="75372"/>
                    </a:cubicBezTo>
                    <a:cubicBezTo>
                      <a:pt x="404324" y="48379"/>
                      <a:pt x="391871" y="26239"/>
                      <a:pt x="377595" y="9103"/>
                    </a:cubicBezTo>
                    <a:close/>
                    <a:moveTo>
                      <a:pt x="225597" y="9103"/>
                    </a:moveTo>
                    <a:cubicBezTo>
                      <a:pt x="211175" y="26239"/>
                      <a:pt x="198119" y="48076"/>
                      <a:pt x="187188" y="75221"/>
                    </a:cubicBezTo>
                    <a:cubicBezTo>
                      <a:pt x="163049" y="135576"/>
                      <a:pt x="149082" y="215190"/>
                      <a:pt x="149082" y="299353"/>
                    </a:cubicBezTo>
                    <a:lnTo>
                      <a:pt x="149082" y="301173"/>
                    </a:lnTo>
                    <a:lnTo>
                      <a:pt x="0" y="301173"/>
                    </a:lnTo>
                    <a:cubicBezTo>
                      <a:pt x="0" y="159687"/>
                      <a:pt x="95643" y="42313"/>
                      <a:pt x="225597" y="9103"/>
                    </a:cubicBezTo>
                    <a:close/>
                    <a:moveTo>
                      <a:pt x="301561" y="0"/>
                    </a:moveTo>
                    <a:cubicBezTo>
                      <a:pt x="368359" y="0"/>
                      <a:pt x="422404" y="133450"/>
                      <a:pt x="422404" y="301173"/>
                    </a:cubicBezTo>
                    <a:lnTo>
                      <a:pt x="180718" y="301173"/>
                    </a:lnTo>
                    <a:cubicBezTo>
                      <a:pt x="180718" y="133450"/>
                      <a:pt x="234764" y="0"/>
                      <a:pt x="30156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none" lIns="108000" tIns="108000" rIns="108000" bIns="108000" rtlCol="0" anchor="ctr" anchorCtr="0">
                <a:normAutofit fontScale="47500" lnSpcReduction="2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40000"/>
                  </a:lnSpc>
                </a:pPr>
                <a:endParaRPr kumimoji="1" lang="en-US" sz="16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家庭观念</a:t>
            </a:r>
            <a:endParaRPr lang="en-US" dirty="0"/>
          </a:p>
        </p:txBody>
      </p:sp>
      <p:grpSp>
        <p:nvGrpSpPr>
          <p:cNvPr id="1154" name="62750056-ac25-46f2-a623-721501f2fd8c.source.4.zh-Hans.pptx" descr="97a8a888-fd96-4060-aeca-9b34de72464e">
            <a:extLst>
              <a:ext uri="{FF2B5EF4-FFF2-40B4-BE49-F238E27FC236}">
                <a16:creationId xmlns:a16="http://schemas.microsoft.com/office/drawing/2014/main" id="{E49839D2-75F4-B6F7-2F5B-74816DF9132A}"/>
              </a:ext>
            </a:extLst>
          </p:cNvPr>
          <p:cNvGrpSpPr/>
          <p:nvPr/>
        </p:nvGrpSpPr>
        <p:grpSpPr>
          <a:xfrm>
            <a:off x="660400" y="1130300"/>
            <a:ext cx="10858500" cy="4906797"/>
            <a:chOff x="660400" y="1130300"/>
            <a:chExt cx="10858500" cy="4906797"/>
          </a:xfrm>
        </p:grpSpPr>
        <p:grpSp>
          <p:nvGrpSpPr>
            <p:cNvPr id="1153" name="组合 1152" descr="88e8a142-685c-46b0-8cf8-4150163a1012">
              <a:extLst>
                <a:ext uri="{FF2B5EF4-FFF2-40B4-BE49-F238E27FC236}">
                  <a16:creationId xmlns:a16="http://schemas.microsoft.com/office/drawing/2014/main" id="{13D0375E-E0B2-1C89-FF6C-4E0D8968CD3B}"/>
                </a:ext>
              </a:extLst>
            </p:cNvPr>
            <p:cNvGrpSpPr/>
            <p:nvPr/>
          </p:nvGrpSpPr>
          <p:grpSpPr>
            <a:xfrm>
              <a:off x="7883162" y="2046249"/>
              <a:ext cx="3635738" cy="3635736"/>
              <a:chOff x="7883162" y="2046249"/>
              <a:chExt cx="3635738" cy="3635736"/>
            </a:xfrm>
          </p:grpSpPr>
          <p:sp>
            <p:nvSpPr>
              <p:cNvPr id="1119" name="任意多边形: 形状 1118" descr="81f5ab06-a270-4007-a3c5-ef26e4ffa8fd">
                <a:extLst>
                  <a:ext uri="{FF2B5EF4-FFF2-40B4-BE49-F238E27FC236}">
                    <a16:creationId xmlns:a16="http://schemas.microsoft.com/office/drawing/2014/main" id="{08D02358-2AD4-8429-6EAB-B415EF8B9A4C}"/>
                  </a:ext>
                </a:extLst>
              </p:cNvPr>
              <p:cNvSpPr/>
              <p:nvPr/>
            </p:nvSpPr>
            <p:spPr>
              <a:xfrm>
                <a:off x="10705214" y="5126811"/>
                <a:ext cx="20172" cy="225131"/>
              </a:xfrm>
              <a:custGeom>
                <a:avLst/>
                <a:gdLst>
                  <a:gd name="connsiteX0" fmla="*/ 0 w 38047"/>
                  <a:gd name="connsiteY0" fmla="*/ 77101 h 424616"/>
                  <a:gd name="connsiteX1" fmla="*/ 0 w 38047"/>
                  <a:gd name="connsiteY1" fmla="*/ 347456 h 424616"/>
                  <a:gd name="connsiteX2" fmla="*/ 38047 w 38047"/>
                  <a:gd name="connsiteY2" fmla="*/ 424617 h 424616"/>
                  <a:gd name="connsiteX3" fmla="*/ 38047 w 38047"/>
                  <a:gd name="connsiteY3" fmla="*/ 0 h 424616"/>
                  <a:gd name="connsiteX4" fmla="*/ 0 w 38047"/>
                  <a:gd name="connsiteY4" fmla="*/ 77160 h 424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047" h="424616">
                    <a:moveTo>
                      <a:pt x="0" y="77101"/>
                    </a:moveTo>
                    <a:lnTo>
                      <a:pt x="0" y="347456"/>
                    </a:lnTo>
                    <a:cubicBezTo>
                      <a:pt x="0" y="378876"/>
                      <a:pt x="14970" y="406747"/>
                      <a:pt x="38047" y="424617"/>
                    </a:cubicBezTo>
                    <a:lnTo>
                      <a:pt x="38047" y="0"/>
                    </a:lnTo>
                    <a:cubicBezTo>
                      <a:pt x="14970" y="17870"/>
                      <a:pt x="0" y="45740"/>
                      <a:pt x="0" y="771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0" name="任意多边形: 形状 1119" descr="4123dea6-da52-4102-8810-c966eb01ce2e">
                <a:extLst>
                  <a:ext uri="{FF2B5EF4-FFF2-40B4-BE49-F238E27FC236}">
                    <a16:creationId xmlns:a16="http://schemas.microsoft.com/office/drawing/2014/main" id="{EC1CF561-B1C9-EFC2-1745-E988855B91FB}"/>
                  </a:ext>
                </a:extLst>
              </p:cNvPr>
              <p:cNvSpPr/>
              <p:nvPr/>
            </p:nvSpPr>
            <p:spPr>
              <a:xfrm>
                <a:off x="10505995" y="2110845"/>
                <a:ext cx="969547" cy="3506512"/>
              </a:xfrm>
              <a:custGeom>
                <a:avLst/>
                <a:gdLst>
                  <a:gd name="connsiteX0" fmla="*/ 335267 w 1828642"/>
                  <a:gd name="connsiteY0" fmla="*/ 0 h 6613561"/>
                  <a:gd name="connsiteX1" fmla="*/ 0 w 1828642"/>
                  <a:gd name="connsiteY1" fmla="*/ 335267 h 6613561"/>
                  <a:gd name="connsiteX2" fmla="*/ 0 w 1828642"/>
                  <a:gd name="connsiteY2" fmla="*/ 6278295 h 6613561"/>
                  <a:gd name="connsiteX3" fmla="*/ 335267 w 1828642"/>
                  <a:gd name="connsiteY3" fmla="*/ 6613562 h 6613561"/>
                  <a:gd name="connsiteX4" fmla="*/ 413788 w 1828642"/>
                  <a:gd name="connsiteY4" fmla="*/ 6613562 h 6613561"/>
                  <a:gd name="connsiteX5" fmla="*/ 413788 w 1828642"/>
                  <a:gd name="connsiteY5" fmla="*/ 6246698 h 6613561"/>
                  <a:gd name="connsiteX6" fmla="*/ 253906 w 1828642"/>
                  <a:gd name="connsiteY6" fmla="*/ 6035750 h 6613561"/>
                  <a:gd name="connsiteX7" fmla="*/ 253906 w 1828642"/>
                  <a:gd name="connsiteY7" fmla="*/ 5765395 h 6613561"/>
                  <a:gd name="connsiteX8" fmla="*/ 413788 w 1828642"/>
                  <a:gd name="connsiteY8" fmla="*/ 5554448 h 6613561"/>
                  <a:gd name="connsiteX9" fmla="*/ 413788 w 1828642"/>
                  <a:gd name="connsiteY9" fmla="*/ 5282672 h 6613561"/>
                  <a:gd name="connsiteX10" fmla="*/ 253906 w 1828642"/>
                  <a:gd name="connsiteY10" fmla="*/ 5071725 h 6613561"/>
                  <a:gd name="connsiteX11" fmla="*/ 253906 w 1828642"/>
                  <a:gd name="connsiteY11" fmla="*/ 4801370 h 6613561"/>
                  <a:gd name="connsiteX12" fmla="*/ 413788 w 1828642"/>
                  <a:gd name="connsiteY12" fmla="*/ 4590422 h 6613561"/>
                  <a:gd name="connsiteX13" fmla="*/ 413788 w 1828642"/>
                  <a:gd name="connsiteY13" fmla="*/ 4318647 h 6613561"/>
                  <a:gd name="connsiteX14" fmla="*/ 253906 w 1828642"/>
                  <a:gd name="connsiteY14" fmla="*/ 4107699 h 6613561"/>
                  <a:gd name="connsiteX15" fmla="*/ 253906 w 1828642"/>
                  <a:gd name="connsiteY15" fmla="*/ 3837344 h 6613561"/>
                  <a:gd name="connsiteX16" fmla="*/ 413788 w 1828642"/>
                  <a:gd name="connsiteY16" fmla="*/ 3626397 h 6613561"/>
                  <a:gd name="connsiteX17" fmla="*/ 413788 w 1828642"/>
                  <a:gd name="connsiteY17" fmla="*/ 3354621 h 6613561"/>
                  <a:gd name="connsiteX18" fmla="*/ 253906 w 1828642"/>
                  <a:gd name="connsiteY18" fmla="*/ 3143674 h 6613561"/>
                  <a:gd name="connsiteX19" fmla="*/ 253906 w 1828642"/>
                  <a:gd name="connsiteY19" fmla="*/ 2873319 h 6613561"/>
                  <a:gd name="connsiteX20" fmla="*/ 413788 w 1828642"/>
                  <a:gd name="connsiteY20" fmla="*/ 2662372 h 6613561"/>
                  <a:gd name="connsiteX21" fmla="*/ 413788 w 1828642"/>
                  <a:gd name="connsiteY21" fmla="*/ 2178998 h 6613561"/>
                  <a:gd name="connsiteX22" fmla="*/ 314793 w 1828642"/>
                  <a:gd name="connsiteY22" fmla="*/ 2178998 h 6613561"/>
                  <a:gd name="connsiteX23" fmla="*/ 253906 w 1828642"/>
                  <a:gd name="connsiteY23" fmla="*/ 2118110 h 6613561"/>
                  <a:gd name="connsiteX24" fmla="*/ 314793 w 1828642"/>
                  <a:gd name="connsiteY24" fmla="*/ 2057223 h 6613561"/>
                  <a:gd name="connsiteX25" fmla="*/ 413788 w 1828642"/>
                  <a:gd name="connsiteY25" fmla="*/ 2057223 h 6613561"/>
                  <a:gd name="connsiteX26" fmla="*/ 413788 w 1828642"/>
                  <a:gd name="connsiteY26" fmla="*/ 1509825 h 6613561"/>
                  <a:gd name="connsiteX27" fmla="*/ 314793 w 1828642"/>
                  <a:gd name="connsiteY27" fmla="*/ 1509825 h 6613561"/>
                  <a:gd name="connsiteX28" fmla="*/ 253906 w 1828642"/>
                  <a:gd name="connsiteY28" fmla="*/ 1448937 h 6613561"/>
                  <a:gd name="connsiteX29" fmla="*/ 314793 w 1828642"/>
                  <a:gd name="connsiteY29" fmla="*/ 1388050 h 6613561"/>
                  <a:gd name="connsiteX30" fmla="*/ 413788 w 1828642"/>
                  <a:gd name="connsiteY30" fmla="*/ 1388050 h 6613561"/>
                  <a:gd name="connsiteX31" fmla="*/ 413788 w 1828642"/>
                  <a:gd name="connsiteY31" fmla="*/ 748877 h 6613561"/>
                  <a:gd name="connsiteX32" fmla="*/ 511007 w 1828642"/>
                  <a:gd name="connsiteY32" fmla="*/ 512486 h 6613561"/>
                  <a:gd name="connsiteX33" fmla="*/ 314793 w 1828642"/>
                  <a:gd name="connsiteY33" fmla="*/ 512486 h 6613561"/>
                  <a:gd name="connsiteX34" fmla="*/ 253906 w 1828642"/>
                  <a:gd name="connsiteY34" fmla="*/ 451598 h 6613561"/>
                  <a:gd name="connsiteX35" fmla="*/ 314793 w 1828642"/>
                  <a:gd name="connsiteY35" fmla="*/ 390711 h 6613561"/>
                  <a:gd name="connsiteX36" fmla="*/ 1828643 w 1828642"/>
                  <a:gd name="connsiteY36" fmla="*/ 390711 h 6613561"/>
                  <a:gd name="connsiteX37" fmla="*/ 1828643 w 1828642"/>
                  <a:gd name="connsiteY37" fmla="*/ 0 h 6613561"/>
                  <a:gd name="connsiteX38" fmla="*/ 335267 w 1828642"/>
                  <a:gd name="connsiteY38" fmla="*/ 0 h 6613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828642" h="6613561">
                    <a:moveTo>
                      <a:pt x="335267" y="0"/>
                    </a:moveTo>
                    <a:cubicBezTo>
                      <a:pt x="150355" y="0"/>
                      <a:pt x="0" y="150414"/>
                      <a:pt x="0" y="335267"/>
                    </a:cubicBezTo>
                    <a:lnTo>
                      <a:pt x="0" y="6278295"/>
                    </a:lnTo>
                    <a:cubicBezTo>
                      <a:pt x="0" y="6463207"/>
                      <a:pt x="150414" y="6613562"/>
                      <a:pt x="335267" y="6613562"/>
                    </a:cubicBezTo>
                    <a:lnTo>
                      <a:pt x="413788" y="6613562"/>
                    </a:lnTo>
                    <a:lnTo>
                      <a:pt x="413788" y="6246698"/>
                    </a:lnTo>
                    <a:cubicBezTo>
                      <a:pt x="321657" y="6220662"/>
                      <a:pt x="253906" y="6136046"/>
                      <a:pt x="253906" y="6035750"/>
                    </a:cubicBezTo>
                    <a:lnTo>
                      <a:pt x="253906" y="5765395"/>
                    </a:lnTo>
                    <a:cubicBezTo>
                      <a:pt x="253906" y="5665039"/>
                      <a:pt x="321657" y="5580483"/>
                      <a:pt x="413788" y="5554448"/>
                    </a:cubicBezTo>
                    <a:lnTo>
                      <a:pt x="413788" y="5282672"/>
                    </a:lnTo>
                    <a:cubicBezTo>
                      <a:pt x="321657" y="5256637"/>
                      <a:pt x="253906" y="5172021"/>
                      <a:pt x="253906" y="5071725"/>
                    </a:cubicBezTo>
                    <a:lnTo>
                      <a:pt x="253906" y="4801370"/>
                    </a:lnTo>
                    <a:cubicBezTo>
                      <a:pt x="253906" y="4701014"/>
                      <a:pt x="321657" y="4616399"/>
                      <a:pt x="413788" y="4590422"/>
                    </a:cubicBezTo>
                    <a:lnTo>
                      <a:pt x="413788" y="4318647"/>
                    </a:lnTo>
                    <a:cubicBezTo>
                      <a:pt x="321657" y="4292611"/>
                      <a:pt x="253906" y="4207996"/>
                      <a:pt x="253906" y="4107699"/>
                    </a:cubicBezTo>
                    <a:lnTo>
                      <a:pt x="253906" y="3837344"/>
                    </a:lnTo>
                    <a:cubicBezTo>
                      <a:pt x="253906" y="3736989"/>
                      <a:pt x="321657" y="3652373"/>
                      <a:pt x="413788" y="3626397"/>
                    </a:cubicBezTo>
                    <a:lnTo>
                      <a:pt x="413788" y="3354621"/>
                    </a:lnTo>
                    <a:cubicBezTo>
                      <a:pt x="321657" y="3328586"/>
                      <a:pt x="253906" y="3243970"/>
                      <a:pt x="253906" y="3143674"/>
                    </a:cubicBezTo>
                    <a:lnTo>
                      <a:pt x="253906" y="2873319"/>
                    </a:lnTo>
                    <a:cubicBezTo>
                      <a:pt x="253906" y="2772963"/>
                      <a:pt x="321657" y="2688348"/>
                      <a:pt x="413788" y="2662372"/>
                    </a:cubicBezTo>
                    <a:lnTo>
                      <a:pt x="413788" y="2178998"/>
                    </a:lnTo>
                    <a:lnTo>
                      <a:pt x="314793" y="2178998"/>
                    </a:lnTo>
                    <a:cubicBezTo>
                      <a:pt x="281184" y="2178998"/>
                      <a:pt x="253906" y="2151661"/>
                      <a:pt x="253906" y="2118110"/>
                    </a:cubicBezTo>
                    <a:cubicBezTo>
                      <a:pt x="253906" y="2084560"/>
                      <a:pt x="281243" y="2057223"/>
                      <a:pt x="314793" y="2057223"/>
                    </a:cubicBezTo>
                    <a:lnTo>
                      <a:pt x="413788" y="2057223"/>
                    </a:lnTo>
                    <a:lnTo>
                      <a:pt x="413788" y="1509825"/>
                    </a:lnTo>
                    <a:lnTo>
                      <a:pt x="314793" y="1509825"/>
                    </a:lnTo>
                    <a:cubicBezTo>
                      <a:pt x="281184" y="1509825"/>
                      <a:pt x="253906" y="1482488"/>
                      <a:pt x="253906" y="1448937"/>
                    </a:cubicBezTo>
                    <a:cubicBezTo>
                      <a:pt x="253906" y="1415387"/>
                      <a:pt x="281243" y="1388050"/>
                      <a:pt x="314793" y="1388050"/>
                    </a:cubicBezTo>
                    <a:lnTo>
                      <a:pt x="413788" y="1388050"/>
                    </a:lnTo>
                    <a:lnTo>
                      <a:pt x="413788" y="748877"/>
                    </a:lnTo>
                    <a:cubicBezTo>
                      <a:pt x="413788" y="656806"/>
                      <a:pt x="450947" y="573315"/>
                      <a:pt x="511007" y="512486"/>
                    </a:cubicBezTo>
                    <a:lnTo>
                      <a:pt x="314793" y="512486"/>
                    </a:lnTo>
                    <a:cubicBezTo>
                      <a:pt x="281184" y="512486"/>
                      <a:pt x="253906" y="485149"/>
                      <a:pt x="253906" y="451598"/>
                    </a:cubicBezTo>
                    <a:cubicBezTo>
                      <a:pt x="253906" y="418048"/>
                      <a:pt x="281243" y="390711"/>
                      <a:pt x="314793" y="390711"/>
                    </a:cubicBezTo>
                    <a:lnTo>
                      <a:pt x="1828643" y="390711"/>
                    </a:lnTo>
                    <a:lnTo>
                      <a:pt x="1828643" y="0"/>
                    </a:lnTo>
                    <a:lnTo>
                      <a:pt x="3352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1" name="任意多边形: 形状 1120" descr="62e9fe0a-406a-4a8d-a0b6-dc09b1031155">
                <a:extLst>
                  <a:ext uri="{FF2B5EF4-FFF2-40B4-BE49-F238E27FC236}">
                    <a16:creationId xmlns:a16="http://schemas.microsoft.com/office/drawing/2014/main" id="{46A9A49B-6418-FBC8-D6AA-8B2192CB3002}"/>
                  </a:ext>
                </a:extLst>
              </p:cNvPr>
              <p:cNvSpPr/>
              <p:nvPr/>
            </p:nvSpPr>
            <p:spPr>
              <a:xfrm>
                <a:off x="10725388" y="5115925"/>
                <a:ext cx="750188" cy="246810"/>
              </a:xfrm>
              <a:custGeom>
                <a:avLst/>
                <a:gdLst>
                  <a:gd name="connsiteX0" fmla="*/ 0 w 1414913"/>
                  <a:gd name="connsiteY0" fmla="*/ 20473 h 465503"/>
                  <a:gd name="connsiteX1" fmla="*/ 0 w 1414913"/>
                  <a:gd name="connsiteY1" fmla="*/ 445090 h 465503"/>
                  <a:gd name="connsiteX2" fmla="*/ 59527 w 1414913"/>
                  <a:gd name="connsiteY2" fmla="*/ 465504 h 465503"/>
                  <a:gd name="connsiteX3" fmla="*/ 1414913 w 1414913"/>
                  <a:gd name="connsiteY3" fmla="*/ 465504 h 465503"/>
                  <a:gd name="connsiteX4" fmla="*/ 1414913 w 1414913"/>
                  <a:gd name="connsiteY4" fmla="*/ 0 h 465503"/>
                  <a:gd name="connsiteX5" fmla="*/ 59527 w 1414913"/>
                  <a:gd name="connsiteY5" fmla="*/ 0 h 465503"/>
                  <a:gd name="connsiteX6" fmla="*/ 0 w 1414913"/>
                  <a:gd name="connsiteY6" fmla="*/ 20414 h 465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4913" h="465503">
                    <a:moveTo>
                      <a:pt x="0" y="20473"/>
                    </a:moveTo>
                    <a:lnTo>
                      <a:pt x="0" y="445090"/>
                    </a:lnTo>
                    <a:cubicBezTo>
                      <a:pt x="16509" y="457811"/>
                      <a:pt x="37100" y="465504"/>
                      <a:pt x="59527" y="465504"/>
                    </a:cubicBezTo>
                    <a:lnTo>
                      <a:pt x="1414913" y="465504"/>
                    </a:lnTo>
                    <a:lnTo>
                      <a:pt x="1414913" y="0"/>
                    </a:lnTo>
                    <a:lnTo>
                      <a:pt x="59527" y="0"/>
                    </a:lnTo>
                    <a:cubicBezTo>
                      <a:pt x="37100" y="0"/>
                      <a:pt x="16509" y="7692"/>
                      <a:pt x="0" y="20414"/>
                    </a:cubicBezTo>
                    <a:close/>
                  </a:path>
                </a:pathLst>
              </a:custGeom>
              <a:solidFill>
                <a:srgbClr val="8AD8FB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2" name="任意多边形: 形状 1121" descr="030fef71-fc0d-4d8b-866a-0eba7b74cb45">
                <a:extLst>
                  <a:ext uri="{FF2B5EF4-FFF2-40B4-BE49-F238E27FC236}">
                    <a16:creationId xmlns:a16="http://schemas.microsoft.com/office/drawing/2014/main" id="{B682A2B5-B092-7E8E-5BCA-334D975864D6}"/>
                  </a:ext>
                </a:extLst>
              </p:cNvPr>
              <p:cNvSpPr/>
              <p:nvPr/>
            </p:nvSpPr>
            <p:spPr>
              <a:xfrm>
                <a:off x="10725355" y="5422877"/>
                <a:ext cx="750188" cy="194511"/>
              </a:xfrm>
              <a:custGeom>
                <a:avLst/>
                <a:gdLst>
                  <a:gd name="connsiteX0" fmla="*/ 59 w 1414914"/>
                  <a:gd name="connsiteY0" fmla="*/ 0 h 366864"/>
                  <a:gd name="connsiteX1" fmla="*/ 59 w 1414914"/>
                  <a:gd name="connsiteY1" fmla="*/ 366865 h 366864"/>
                  <a:gd name="connsiteX2" fmla="*/ 1414914 w 1414914"/>
                  <a:gd name="connsiteY2" fmla="*/ 366865 h 366864"/>
                  <a:gd name="connsiteX3" fmla="*/ 1414914 w 1414914"/>
                  <a:gd name="connsiteY3" fmla="*/ 8402 h 366864"/>
                  <a:gd name="connsiteX4" fmla="*/ 59527 w 1414914"/>
                  <a:gd name="connsiteY4" fmla="*/ 8402 h 366864"/>
                  <a:gd name="connsiteX5" fmla="*/ 0 w 1414914"/>
                  <a:gd name="connsiteY5" fmla="*/ 0 h 36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14914" h="366864">
                    <a:moveTo>
                      <a:pt x="59" y="0"/>
                    </a:moveTo>
                    <a:lnTo>
                      <a:pt x="59" y="366865"/>
                    </a:lnTo>
                    <a:lnTo>
                      <a:pt x="1414914" y="366865"/>
                    </a:lnTo>
                    <a:lnTo>
                      <a:pt x="1414914" y="8402"/>
                    </a:lnTo>
                    <a:lnTo>
                      <a:pt x="59527" y="8402"/>
                    </a:lnTo>
                    <a:cubicBezTo>
                      <a:pt x="38876" y="8402"/>
                      <a:pt x="18994" y="5325"/>
                      <a:pt x="0" y="0"/>
                    </a:cubicBezTo>
                    <a:close/>
                  </a:path>
                </a:pathLst>
              </a:custGeom>
              <a:solidFill>
                <a:srgbClr val="8AD8FB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3" name="任意多边形: 形状 1122" descr="50455202-4389-43dc-a628-0f7f81330e24">
                <a:extLst>
                  <a:ext uri="{FF2B5EF4-FFF2-40B4-BE49-F238E27FC236}">
                    <a16:creationId xmlns:a16="http://schemas.microsoft.com/office/drawing/2014/main" id="{99528CF1-76C7-A9CF-3D8B-E349760FE20A}"/>
                  </a:ext>
                </a:extLst>
              </p:cNvPr>
              <p:cNvSpPr/>
              <p:nvPr/>
            </p:nvSpPr>
            <p:spPr>
              <a:xfrm>
                <a:off x="10725388" y="2382535"/>
                <a:ext cx="750188" cy="2673437"/>
              </a:xfrm>
              <a:custGeom>
                <a:avLst/>
                <a:gdLst>
                  <a:gd name="connsiteX0" fmla="*/ 97219 w 1414913"/>
                  <a:gd name="connsiteY0" fmla="*/ 0 h 5042316"/>
                  <a:gd name="connsiteX1" fmla="*/ 0 w 1414913"/>
                  <a:gd name="connsiteY1" fmla="*/ 236391 h 5042316"/>
                  <a:gd name="connsiteX2" fmla="*/ 0 w 1414913"/>
                  <a:gd name="connsiteY2" fmla="*/ 875564 h 5042316"/>
                  <a:gd name="connsiteX3" fmla="*/ 480474 w 1414913"/>
                  <a:gd name="connsiteY3" fmla="*/ 875564 h 5042316"/>
                  <a:gd name="connsiteX4" fmla="*/ 541362 w 1414913"/>
                  <a:gd name="connsiteY4" fmla="*/ 936451 h 5042316"/>
                  <a:gd name="connsiteX5" fmla="*/ 480474 w 1414913"/>
                  <a:gd name="connsiteY5" fmla="*/ 997339 h 5042316"/>
                  <a:gd name="connsiteX6" fmla="*/ 0 w 1414913"/>
                  <a:gd name="connsiteY6" fmla="*/ 997339 h 5042316"/>
                  <a:gd name="connsiteX7" fmla="*/ 0 w 1414913"/>
                  <a:gd name="connsiteY7" fmla="*/ 1544736 h 5042316"/>
                  <a:gd name="connsiteX8" fmla="*/ 480474 w 1414913"/>
                  <a:gd name="connsiteY8" fmla="*/ 1544736 h 5042316"/>
                  <a:gd name="connsiteX9" fmla="*/ 541362 w 1414913"/>
                  <a:gd name="connsiteY9" fmla="*/ 1605624 h 5042316"/>
                  <a:gd name="connsiteX10" fmla="*/ 480474 w 1414913"/>
                  <a:gd name="connsiteY10" fmla="*/ 1666512 h 5042316"/>
                  <a:gd name="connsiteX11" fmla="*/ 0 w 1414913"/>
                  <a:gd name="connsiteY11" fmla="*/ 1666512 h 5042316"/>
                  <a:gd name="connsiteX12" fmla="*/ 0 w 1414913"/>
                  <a:gd name="connsiteY12" fmla="*/ 2149885 h 5042316"/>
                  <a:gd name="connsiteX13" fmla="*/ 59527 w 1414913"/>
                  <a:gd name="connsiteY13" fmla="*/ 2141483 h 5042316"/>
                  <a:gd name="connsiteX14" fmla="*/ 993611 w 1414913"/>
                  <a:gd name="connsiteY14" fmla="*/ 2141483 h 5042316"/>
                  <a:gd name="connsiteX15" fmla="*/ 1213020 w 1414913"/>
                  <a:gd name="connsiteY15" fmla="*/ 2360892 h 5042316"/>
                  <a:gd name="connsiteX16" fmla="*/ 1213020 w 1414913"/>
                  <a:gd name="connsiteY16" fmla="*/ 2631247 h 5042316"/>
                  <a:gd name="connsiteX17" fmla="*/ 993611 w 1414913"/>
                  <a:gd name="connsiteY17" fmla="*/ 2850656 h 5042316"/>
                  <a:gd name="connsiteX18" fmla="*/ 59527 w 1414913"/>
                  <a:gd name="connsiteY18" fmla="*/ 2850656 h 5042316"/>
                  <a:gd name="connsiteX19" fmla="*/ 0 w 1414913"/>
                  <a:gd name="connsiteY19" fmla="*/ 2842254 h 5042316"/>
                  <a:gd name="connsiteX20" fmla="*/ 0 w 1414913"/>
                  <a:gd name="connsiteY20" fmla="*/ 3114029 h 5042316"/>
                  <a:gd name="connsiteX21" fmla="*/ 59527 w 1414913"/>
                  <a:gd name="connsiteY21" fmla="*/ 3105627 h 5042316"/>
                  <a:gd name="connsiteX22" fmla="*/ 993611 w 1414913"/>
                  <a:gd name="connsiteY22" fmla="*/ 3105627 h 5042316"/>
                  <a:gd name="connsiteX23" fmla="*/ 1213020 w 1414913"/>
                  <a:gd name="connsiteY23" fmla="*/ 3325035 h 5042316"/>
                  <a:gd name="connsiteX24" fmla="*/ 1213020 w 1414913"/>
                  <a:gd name="connsiteY24" fmla="*/ 3595391 h 5042316"/>
                  <a:gd name="connsiteX25" fmla="*/ 993611 w 1414913"/>
                  <a:gd name="connsiteY25" fmla="*/ 3814800 h 5042316"/>
                  <a:gd name="connsiteX26" fmla="*/ 59527 w 1414913"/>
                  <a:gd name="connsiteY26" fmla="*/ 3814800 h 5042316"/>
                  <a:gd name="connsiteX27" fmla="*/ 0 w 1414913"/>
                  <a:gd name="connsiteY27" fmla="*/ 3806397 h 5042316"/>
                  <a:gd name="connsiteX28" fmla="*/ 0 w 1414913"/>
                  <a:gd name="connsiteY28" fmla="*/ 4078173 h 5042316"/>
                  <a:gd name="connsiteX29" fmla="*/ 59527 w 1414913"/>
                  <a:gd name="connsiteY29" fmla="*/ 4069770 h 5042316"/>
                  <a:gd name="connsiteX30" fmla="*/ 993611 w 1414913"/>
                  <a:gd name="connsiteY30" fmla="*/ 4069770 h 5042316"/>
                  <a:gd name="connsiteX31" fmla="*/ 1213020 w 1414913"/>
                  <a:gd name="connsiteY31" fmla="*/ 4289179 h 5042316"/>
                  <a:gd name="connsiteX32" fmla="*/ 1213020 w 1414913"/>
                  <a:gd name="connsiteY32" fmla="*/ 4559535 h 5042316"/>
                  <a:gd name="connsiteX33" fmla="*/ 993611 w 1414913"/>
                  <a:gd name="connsiteY33" fmla="*/ 4778943 h 5042316"/>
                  <a:gd name="connsiteX34" fmla="*/ 59527 w 1414913"/>
                  <a:gd name="connsiteY34" fmla="*/ 4778943 h 5042316"/>
                  <a:gd name="connsiteX35" fmla="*/ 0 w 1414913"/>
                  <a:gd name="connsiteY35" fmla="*/ 4770541 h 5042316"/>
                  <a:gd name="connsiteX36" fmla="*/ 0 w 1414913"/>
                  <a:gd name="connsiteY36" fmla="*/ 5042317 h 5042316"/>
                  <a:gd name="connsiteX37" fmla="*/ 59527 w 1414913"/>
                  <a:gd name="connsiteY37" fmla="*/ 5033914 h 5042316"/>
                  <a:gd name="connsiteX38" fmla="*/ 1414913 w 1414913"/>
                  <a:gd name="connsiteY38" fmla="*/ 5033914 h 5042316"/>
                  <a:gd name="connsiteX39" fmla="*/ 1414913 w 1414913"/>
                  <a:gd name="connsiteY39" fmla="*/ 1666571 h 5042316"/>
                  <a:gd name="connsiteX40" fmla="*/ 852368 w 1414913"/>
                  <a:gd name="connsiteY40" fmla="*/ 1666571 h 5042316"/>
                  <a:gd name="connsiteX41" fmla="*/ 791480 w 1414913"/>
                  <a:gd name="connsiteY41" fmla="*/ 1605683 h 5042316"/>
                  <a:gd name="connsiteX42" fmla="*/ 852368 w 1414913"/>
                  <a:gd name="connsiteY42" fmla="*/ 1544796 h 5042316"/>
                  <a:gd name="connsiteX43" fmla="*/ 1414913 w 1414913"/>
                  <a:gd name="connsiteY43" fmla="*/ 1544796 h 5042316"/>
                  <a:gd name="connsiteX44" fmla="*/ 1414913 w 1414913"/>
                  <a:gd name="connsiteY44" fmla="*/ 997398 h 5042316"/>
                  <a:gd name="connsiteX45" fmla="*/ 852368 w 1414913"/>
                  <a:gd name="connsiteY45" fmla="*/ 997398 h 5042316"/>
                  <a:gd name="connsiteX46" fmla="*/ 791480 w 1414913"/>
                  <a:gd name="connsiteY46" fmla="*/ 936510 h 5042316"/>
                  <a:gd name="connsiteX47" fmla="*/ 852368 w 1414913"/>
                  <a:gd name="connsiteY47" fmla="*/ 875623 h 5042316"/>
                  <a:gd name="connsiteX48" fmla="*/ 1414913 w 1414913"/>
                  <a:gd name="connsiteY48" fmla="*/ 875623 h 5042316"/>
                  <a:gd name="connsiteX49" fmla="*/ 1414913 w 1414913"/>
                  <a:gd name="connsiteY49" fmla="*/ 0 h 5042316"/>
                  <a:gd name="connsiteX50" fmla="*/ 97278 w 1414913"/>
                  <a:gd name="connsiteY50" fmla="*/ 0 h 504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414913" h="5042316">
                    <a:moveTo>
                      <a:pt x="97219" y="0"/>
                    </a:moveTo>
                    <a:cubicBezTo>
                      <a:pt x="37160" y="60829"/>
                      <a:pt x="0" y="144379"/>
                      <a:pt x="0" y="236391"/>
                    </a:cubicBezTo>
                    <a:lnTo>
                      <a:pt x="0" y="875564"/>
                    </a:lnTo>
                    <a:lnTo>
                      <a:pt x="480474" y="875564"/>
                    </a:lnTo>
                    <a:cubicBezTo>
                      <a:pt x="514084" y="875564"/>
                      <a:pt x="541362" y="902901"/>
                      <a:pt x="541362" y="936451"/>
                    </a:cubicBezTo>
                    <a:cubicBezTo>
                      <a:pt x="541362" y="970002"/>
                      <a:pt x="514025" y="997339"/>
                      <a:pt x="480474" y="997339"/>
                    </a:cubicBezTo>
                    <a:lnTo>
                      <a:pt x="0" y="997339"/>
                    </a:lnTo>
                    <a:lnTo>
                      <a:pt x="0" y="1544736"/>
                    </a:lnTo>
                    <a:lnTo>
                      <a:pt x="480474" y="1544736"/>
                    </a:lnTo>
                    <a:cubicBezTo>
                      <a:pt x="514084" y="1544736"/>
                      <a:pt x="541362" y="1572074"/>
                      <a:pt x="541362" y="1605624"/>
                    </a:cubicBezTo>
                    <a:cubicBezTo>
                      <a:pt x="541362" y="1639174"/>
                      <a:pt x="514025" y="1666512"/>
                      <a:pt x="480474" y="1666512"/>
                    </a:cubicBezTo>
                    <a:lnTo>
                      <a:pt x="0" y="1666512"/>
                    </a:lnTo>
                    <a:lnTo>
                      <a:pt x="0" y="2149885"/>
                    </a:lnTo>
                    <a:cubicBezTo>
                      <a:pt x="18935" y="2144501"/>
                      <a:pt x="38876" y="2141483"/>
                      <a:pt x="59527" y="2141483"/>
                    </a:cubicBezTo>
                    <a:lnTo>
                      <a:pt x="993611" y="2141483"/>
                    </a:lnTo>
                    <a:cubicBezTo>
                      <a:pt x="1114558" y="2141483"/>
                      <a:pt x="1213020" y="2239886"/>
                      <a:pt x="1213020" y="2360892"/>
                    </a:cubicBezTo>
                    <a:lnTo>
                      <a:pt x="1213020" y="2631247"/>
                    </a:lnTo>
                    <a:cubicBezTo>
                      <a:pt x="1213020" y="2752194"/>
                      <a:pt x="1114617" y="2850656"/>
                      <a:pt x="993611" y="2850656"/>
                    </a:cubicBezTo>
                    <a:lnTo>
                      <a:pt x="59527" y="2850656"/>
                    </a:lnTo>
                    <a:cubicBezTo>
                      <a:pt x="38876" y="2850656"/>
                      <a:pt x="18994" y="2847579"/>
                      <a:pt x="0" y="2842254"/>
                    </a:cubicBezTo>
                    <a:lnTo>
                      <a:pt x="0" y="3114029"/>
                    </a:lnTo>
                    <a:cubicBezTo>
                      <a:pt x="18935" y="3108644"/>
                      <a:pt x="38876" y="3105627"/>
                      <a:pt x="59527" y="3105627"/>
                    </a:cubicBezTo>
                    <a:lnTo>
                      <a:pt x="993611" y="3105627"/>
                    </a:lnTo>
                    <a:cubicBezTo>
                      <a:pt x="1114558" y="3105627"/>
                      <a:pt x="1213020" y="3204029"/>
                      <a:pt x="1213020" y="3325035"/>
                    </a:cubicBezTo>
                    <a:lnTo>
                      <a:pt x="1213020" y="3595391"/>
                    </a:lnTo>
                    <a:cubicBezTo>
                      <a:pt x="1213020" y="3716338"/>
                      <a:pt x="1114617" y="3814800"/>
                      <a:pt x="993611" y="3814800"/>
                    </a:cubicBezTo>
                    <a:lnTo>
                      <a:pt x="59527" y="3814800"/>
                    </a:lnTo>
                    <a:cubicBezTo>
                      <a:pt x="38876" y="3814800"/>
                      <a:pt x="18994" y="3811723"/>
                      <a:pt x="0" y="3806397"/>
                    </a:cubicBezTo>
                    <a:lnTo>
                      <a:pt x="0" y="4078173"/>
                    </a:lnTo>
                    <a:cubicBezTo>
                      <a:pt x="18935" y="4072788"/>
                      <a:pt x="38876" y="4069770"/>
                      <a:pt x="59527" y="4069770"/>
                    </a:cubicBezTo>
                    <a:lnTo>
                      <a:pt x="993611" y="4069770"/>
                    </a:lnTo>
                    <a:cubicBezTo>
                      <a:pt x="1114558" y="4069770"/>
                      <a:pt x="1213020" y="4168173"/>
                      <a:pt x="1213020" y="4289179"/>
                    </a:cubicBezTo>
                    <a:lnTo>
                      <a:pt x="1213020" y="4559535"/>
                    </a:lnTo>
                    <a:cubicBezTo>
                      <a:pt x="1213020" y="4680482"/>
                      <a:pt x="1114617" y="4778943"/>
                      <a:pt x="993611" y="4778943"/>
                    </a:cubicBezTo>
                    <a:lnTo>
                      <a:pt x="59527" y="4778943"/>
                    </a:lnTo>
                    <a:cubicBezTo>
                      <a:pt x="38876" y="4778943"/>
                      <a:pt x="18994" y="4775866"/>
                      <a:pt x="0" y="4770541"/>
                    </a:cubicBezTo>
                    <a:lnTo>
                      <a:pt x="0" y="5042317"/>
                    </a:lnTo>
                    <a:cubicBezTo>
                      <a:pt x="18935" y="5036932"/>
                      <a:pt x="38876" y="5033914"/>
                      <a:pt x="59527" y="5033914"/>
                    </a:cubicBezTo>
                    <a:lnTo>
                      <a:pt x="1414913" y="5033914"/>
                    </a:lnTo>
                    <a:lnTo>
                      <a:pt x="1414913" y="1666571"/>
                    </a:lnTo>
                    <a:lnTo>
                      <a:pt x="852368" y="1666571"/>
                    </a:lnTo>
                    <a:cubicBezTo>
                      <a:pt x="818758" y="1666571"/>
                      <a:pt x="791480" y="1639234"/>
                      <a:pt x="791480" y="1605683"/>
                    </a:cubicBezTo>
                    <a:cubicBezTo>
                      <a:pt x="791480" y="1572133"/>
                      <a:pt x="818818" y="1544796"/>
                      <a:pt x="852368" y="1544796"/>
                    </a:cubicBezTo>
                    <a:lnTo>
                      <a:pt x="1414913" y="1544796"/>
                    </a:lnTo>
                    <a:lnTo>
                      <a:pt x="1414913" y="997398"/>
                    </a:lnTo>
                    <a:lnTo>
                      <a:pt x="852368" y="997398"/>
                    </a:lnTo>
                    <a:cubicBezTo>
                      <a:pt x="818758" y="997398"/>
                      <a:pt x="791480" y="970061"/>
                      <a:pt x="791480" y="936510"/>
                    </a:cubicBezTo>
                    <a:cubicBezTo>
                      <a:pt x="791480" y="902960"/>
                      <a:pt x="818818" y="875623"/>
                      <a:pt x="852368" y="875623"/>
                    </a:cubicBezTo>
                    <a:lnTo>
                      <a:pt x="1414913" y="875623"/>
                    </a:lnTo>
                    <a:lnTo>
                      <a:pt x="1414913" y="0"/>
                    </a:lnTo>
                    <a:lnTo>
                      <a:pt x="97278" y="0"/>
                    </a:lnTo>
                    <a:close/>
                  </a:path>
                </a:pathLst>
              </a:custGeom>
              <a:solidFill>
                <a:srgbClr val="8AD8FB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4" name="任意多边形: 形状 1123" descr="beabd3cf-346e-4b38-bc82-79c996606c1f">
                <a:extLst>
                  <a:ext uri="{FF2B5EF4-FFF2-40B4-BE49-F238E27FC236}">
                    <a16:creationId xmlns:a16="http://schemas.microsoft.com/office/drawing/2014/main" id="{A71B612C-FF25-3177-80B7-782B639B3E0A}"/>
                  </a:ext>
                </a:extLst>
              </p:cNvPr>
              <p:cNvSpPr/>
              <p:nvPr/>
            </p:nvSpPr>
            <p:spPr>
              <a:xfrm>
                <a:off x="8176749" y="3763316"/>
                <a:ext cx="1325284" cy="521291"/>
              </a:xfrm>
              <a:custGeom>
                <a:avLst/>
                <a:gdLst>
                  <a:gd name="connsiteX0" fmla="*/ 2078169 w 2499590"/>
                  <a:gd name="connsiteY0" fmla="*/ 0 h 983196"/>
                  <a:gd name="connsiteX1" fmla="*/ 119468 w 2499590"/>
                  <a:gd name="connsiteY1" fmla="*/ 0 h 983196"/>
                  <a:gd name="connsiteX2" fmla="*/ 0 w 2499590"/>
                  <a:gd name="connsiteY2" fmla="*/ 119468 h 983196"/>
                  <a:gd name="connsiteX3" fmla="*/ 0 w 2499590"/>
                  <a:gd name="connsiteY3" fmla="*/ 863730 h 983196"/>
                  <a:gd name="connsiteX4" fmla="*/ 119468 w 2499590"/>
                  <a:gd name="connsiteY4" fmla="*/ 983197 h 983196"/>
                  <a:gd name="connsiteX5" fmla="*/ 2078169 w 2499590"/>
                  <a:gd name="connsiteY5" fmla="*/ 983197 h 983196"/>
                  <a:gd name="connsiteX6" fmla="*/ 2197637 w 2499590"/>
                  <a:gd name="connsiteY6" fmla="*/ 863730 h 983196"/>
                  <a:gd name="connsiteX7" fmla="*/ 2333140 w 2499590"/>
                  <a:gd name="connsiteY7" fmla="*/ 728226 h 983196"/>
                  <a:gd name="connsiteX8" fmla="*/ 2413555 w 2499590"/>
                  <a:gd name="connsiteY8" fmla="*/ 728226 h 983196"/>
                  <a:gd name="connsiteX9" fmla="*/ 2499590 w 2499590"/>
                  <a:gd name="connsiteY9" fmla="*/ 642191 h 983196"/>
                  <a:gd name="connsiteX10" fmla="*/ 2499590 w 2499590"/>
                  <a:gd name="connsiteY10" fmla="*/ 341007 h 983196"/>
                  <a:gd name="connsiteX11" fmla="*/ 2413555 w 2499590"/>
                  <a:gd name="connsiteY11" fmla="*/ 254971 h 983196"/>
                  <a:gd name="connsiteX12" fmla="*/ 2333140 w 2499590"/>
                  <a:gd name="connsiteY12" fmla="*/ 254971 h 983196"/>
                  <a:gd name="connsiteX13" fmla="*/ 2197637 w 2499590"/>
                  <a:gd name="connsiteY13" fmla="*/ 119468 h 983196"/>
                  <a:gd name="connsiteX14" fmla="*/ 2078169 w 2499590"/>
                  <a:gd name="connsiteY14" fmla="*/ 0 h 983196"/>
                  <a:gd name="connsiteX15" fmla="*/ 447930 w 2499590"/>
                  <a:gd name="connsiteY15" fmla="*/ 712072 h 983196"/>
                  <a:gd name="connsiteX16" fmla="*/ 387042 w 2499590"/>
                  <a:gd name="connsiteY16" fmla="*/ 772960 h 983196"/>
                  <a:gd name="connsiteX17" fmla="*/ 326154 w 2499590"/>
                  <a:gd name="connsiteY17" fmla="*/ 712072 h 983196"/>
                  <a:gd name="connsiteX18" fmla="*/ 326154 w 2499590"/>
                  <a:gd name="connsiteY18" fmla="*/ 271125 h 983196"/>
                  <a:gd name="connsiteX19" fmla="*/ 387042 w 2499590"/>
                  <a:gd name="connsiteY19" fmla="*/ 210237 h 983196"/>
                  <a:gd name="connsiteX20" fmla="*/ 447930 w 2499590"/>
                  <a:gd name="connsiteY20" fmla="*/ 271125 h 983196"/>
                  <a:gd name="connsiteX21" fmla="*/ 447930 w 2499590"/>
                  <a:gd name="connsiteY21" fmla="*/ 712072 h 983196"/>
                  <a:gd name="connsiteX22" fmla="*/ 920179 w 2499590"/>
                  <a:gd name="connsiteY22" fmla="*/ 712072 h 983196"/>
                  <a:gd name="connsiteX23" fmla="*/ 859291 w 2499590"/>
                  <a:gd name="connsiteY23" fmla="*/ 772960 h 983196"/>
                  <a:gd name="connsiteX24" fmla="*/ 798404 w 2499590"/>
                  <a:gd name="connsiteY24" fmla="*/ 712072 h 983196"/>
                  <a:gd name="connsiteX25" fmla="*/ 798404 w 2499590"/>
                  <a:gd name="connsiteY25" fmla="*/ 271125 h 983196"/>
                  <a:gd name="connsiteX26" fmla="*/ 859291 w 2499590"/>
                  <a:gd name="connsiteY26" fmla="*/ 210237 h 983196"/>
                  <a:gd name="connsiteX27" fmla="*/ 920179 w 2499590"/>
                  <a:gd name="connsiteY27" fmla="*/ 271125 h 983196"/>
                  <a:gd name="connsiteX28" fmla="*/ 920179 w 2499590"/>
                  <a:gd name="connsiteY28" fmla="*/ 712072 h 983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499590" h="983196">
                    <a:moveTo>
                      <a:pt x="2078169" y="0"/>
                    </a:moveTo>
                    <a:lnTo>
                      <a:pt x="119468" y="0"/>
                    </a:lnTo>
                    <a:cubicBezTo>
                      <a:pt x="53610" y="0"/>
                      <a:pt x="0" y="53610"/>
                      <a:pt x="0" y="119468"/>
                    </a:cubicBezTo>
                    <a:lnTo>
                      <a:pt x="0" y="863730"/>
                    </a:lnTo>
                    <a:cubicBezTo>
                      <a:pt x="0" y="929587"/>
                      <a:pt x="53610" y="983197"/>
                      <a:pt x="119468" y="983197"/>
                    </a:cubicBezTo>
                    <a:lnTo>
                      <a:pt x="2078169" y="983197"/>
                    </a:lnTo>
                    <a:cubicBezTo>
                      <a:pt x="2144028" y="983197"/>
                      <a:pt x="2197637" y="929587"/>
                      <a:pt x="2197637" y="863730"/>
                    </a:cubicBezTo>
                    <a:cubicBezTo>
                      <a:pt x="2197637" y="788996"/>
                      <a:pt x="2258406" y="728226"/>
                      <a:pt x="2333140" y="728226"/>
                    </a:cubicBezTo>
                    <a:lnTo>
                      <a:pt x="2413555" y="728226"/>
                    </a:lnTo>
                    <a:cubicBezTo>
                      <a:pt x="2461010" y="728226"/>
                      <a:pt x="2499590" y="689646"/>
                      <a:pt x="2499590" y="642191"/>
                    </a:cubicBezTo>
                    <a:lnTo>
                      <a:pt x="2499590" y="341007"/>
                    </a:lnTo>
                    <a:cubicBezTo>
                      <a:pt x="2499590" y="293610"/>
                      <a:pt x="2461010" y="254971"/>
                      <a:pt x="2413555" y="254971"/>
                    </a:cubicBezTo>
                    <a:lnTo>
                      <a:pt x="2333140" y="254971"/>
                    </a:lnTo>
                    <a:cubicBezTo>
                      <a:pt x="2258406" y="254971"/>
                      <a:pt x="2197637" y="194142"/>
                      <a:pt x="2197637" y="119468"/>
                    </a:cubicBezTo>
                    <a:cubicBezTo>
                      <a:pt x="2197637" y="53610"/>
                      <a:pt x="2144028" y="0"/>
                      <a:pt x="2078169" y="0"/>
                    </a:cubicBezTo>
                    <a:close/>
                    <a:moveTo>
                      <a:pt x="447930" y="712072"/>
                    </a:moveTo>
                    <a:cubicBezTo>
                      <a:pt x="447930" y="745682"/>
                      <a:pt x="420592" y="772960"/>
                      <a:pt x="387042" y="772960"/>
                    </a:cubicBezTo>
                    <a:cubicBezTo>
                      <a:pt x="353492" y="772960"/>
                      <a:pt x="326154" y="745623"/>
                      <a:pt x="326154" y="712072"/>
                    </a:cubicBezTo>
                    <a:lnTo>
                      <a:pt x="326154" y="271125"/>
                    </a:lnTo>
                    <a:cubicBezTo>
                      <a:pt x="326154" y="237515"/>
                      <a:pt x="353492" y="210237"/>
                      <a:pt x="387042" y="210237"/>
                    </a:cubicBezTo>
                    <a:cubicBezTo>
                      <a:pt x="420592" y="210237"/>
                      <a:pt x="447930" y="237575"/>
                      <a:pt x="447930" y="271125"/>
                    </a:cubicBezTo>
                    <a:lnTo>
                      <a:pt x="447930" y="712072"/>
                    </a:lnTo>
                    <a:close/>
                    <a:moveTo>
                      <a:pt x="920179" y="712072"/>
                    </a:moveTo>
                    <a:cubicBezTo>
                      <a:pt x="920179" y="745682"/>
                      <a:pt x="892842" y="772960"/>
                      <a:pt x="859291" y="772960"/>
                    </a:cubicBezTo>
                    <a:cubicBezTo>
                      <a:pt x="825741" y="772960"/>
                      <a:pt x="798404" y="745623"/>
                      <a:pt x="798404" y="712072"/>
                    </a:cubicBezTo>
                    <a:lnTo>
                      <a:pt x="798404" y="271125"/>
                    </a:lnTo>
                    <a:cubicBezTo>
                      <a:pt x="798404" y="237515"/>
                      <a:pt x="825741" y="210237"/>
                      <a:pt x="859291" y="210237"/>
                    </a:cubicBezTo>
                    <a:cubicBezTo>
                      <a:pt x="892842" y="210237"/>
                      <a:pt x="920179" y="237575"/>
                      <a:pt x="920179" y="271125"/>
                    </a:cubicBezTo>
                    <a:lnTo>
                      <a:pt x="920179" y="712072"/>
                    </a:lnTo>
                    <a:close/>
                  </a:path>
                </a:pathLst>
              </a:custGeom>
              <a:solidFill>
                <a:srgbClr val="B6F47A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5" name="任意多边形: 形状 1124" descr="c5b8a566-334d-486f-8e76-1d8bbd10e599">
                <a:extLst>
                  <a:ext uri="{FF2B5EF4-FFF2-40B4-BE49-F238E27FC236}">
                    <a16:creationId xmlns:a16="http://schemas.microsoft.com/office/drawing/2014/main" id="{73542378-3A63-1227-2A8C-3682E4851EED}"/>
                  </a:ext>
                </a:extLst>
              </p:cNvPr>
              <p:cNvSpPr/>
              <p:nvPr/>
            </p:nvSpPr>
            <p:spPr>
              <a:xfrm>
                <a:off x="8745193" y="4743341"/>
                <a:ext cx="187515" cy="76141"/>
              </a:xfrm>
              <a:custGeom>
                <a:avLst/>
                <a:gdLst>
                  <a:gd name="connsiteX0" fmla="*/ 353610 w 353669"/>
                  <a:gd name="connsiteY0" fmla="*/ 125266 h 143609"/>
                  <a:gd name="connsiteX1" fmla="*/ 353610 w 353669"/>
                  <a:gd name="connsiteY1" fmla="*/ 0 h 143609"/>
                  <a:gd name="connsiteX2" fmla="*/ 0 w 353669"/>
                  <a:gd name="connsiteY2" fmla="*/ 0 h 143609"/>
                  <a:gd name="connsiteX3" fmla="*/ 0 w 353669"/>
                  <a:gd name="connsiteY3" fmla="*/ 125266 h 143609"/>
                  <a:gd name="connsiteX4" fmla="*/ 18343 w 353669"/>
                  <a:gd name="connsiteY4" fmla="*/ 143610 h 143609"/>
                  <a:gd name="connsiteX5" fmla="*/ 335326 w 353669"/>
                  <a:gd name="connsiteY5" fmla="*/ 143610 h 143609"/>
                  <a:gd name="connsiteX6" fmla="*/ 353669 w 353669"/>
                  <a:gd name="connsiteY6" fmla="*/ 125266 h 143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3669" h="143609">
                    <a:moveTo>
                      <a:pt x="353610" y="125266"/>
                    </a:moveTo>
                    <a:lnTo>
                      <a:pt x="353610" y="0"/>
                    </a:lnTo>
                    <a:lnTo>
                      <a:pt x="0" y="0"/>
                    </a:lnTo>
                    <a:lnTo>
                      <a:pt x="0" y="125266"/>
                    </a:lnTo>
                    <a:cubicBezTo>
                      <a:pt x="0" y="135385"/>
                      <a:pt x="8225" y="143610"/>
                      <a:pt x="18343" y="143610"/>
                    </a:cubicBezTo>
                    <a:lnTo>
                      <a:pt x="335326" y="143610"/>
                    </a:lnTo>
                    <a:cubicBezTo>
                      <a:pt x="345444" y="143610"/>
                      <a:pt x="353669" y="135385"/>
                      <a:pt x="353669" y="125266"/>
                    </a:cubicBezTo>
                    <a:close/>
                  </a:path>
                </a:pathLst>
              </a:custGeom>
              <a:solidFill>
                <a:srgbClr val="FF8092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6" name="任意多边形: 形状 1125" descr="4a3f7f13-eccf-4f12-b633-c4477783b2ec">
                <a:extLst>
                  <a:ext uri="{FF2B5EF4-FFF2-40B4-BE49-F238E27FC236}">
                    <a16:creationId xmlns:a16="http://schemas.microsoft.com/office/drawing/2014/main" id="{90C0BE48-AFCD-92AF-25CC-2431066C397B}"/>
                  </a:ext>
                </a:extLst>
              </p:cNvPr>
              <p:cNvSpPr/>
              <p:nvPr/>
            </p:nvSpPr>
            <p:spPr>
              <a:xfrm>
                <a:off x="7947758" y="2110845"/>
                <a:ext cx="1765946" cy="2567898"/>
              </a:xfrm>
              <a:custGeom>
                <a:avLst/>
                <a:gdLst>
                  <a:gd name="connsiteX0" fmla="*/ 256036 w 3330715"/>
                  <a:gd name="connsiteY0" fmla="*/ 4843263 h 4843262"/>
                  <a:gd name="connsiteX1" fmla="*/ 411243 w 3330715"/>
                  <a:gd name="connsiteY1" fmla="*/ 4843263 h 4843262"/>
                  <a:gd name="connsiteX2" fmla="*/ 411243 w 3330715"/>
                  <a:gd name="connsiteY2" fmla="*/ 4176516 h 4843262"/>
                  <a:gd name="connsiteX3" fmla="*/ 310060 w 3330715"/>
                  <a:gd name="connsiteY3" fmla="*/ 3980421 h 4843262"/>
                  <a:gd name="connsiteX4" fmla="*/ 310060 w 3330715"/>
                  <a:gd name="connsiteY4" fmla="*/ 3236160 h 4843262"/>
                  <a:gd name="connsiteX5" fmla="*/ 411243 w 3330715"/>
                  <a:gd name="connsiteY5" fmla="*/ 3040064 h 4843262"/>
                  <a:gd name="connsiteX6" fmla="*/ 411243 w 3330715"/>
                  <a:gd name="connsiteY6" fmla="*/ 668759 h 4843262"/>
                  <a:gd name="connsiteX7" fmla="*/ 668759 w 3330715"/>
                  <a:gd name="connsiteY7" fmla="*/ 411243 h 4843262"/>
                  <a:gd name="connsiteX8" fmla="*/ 3330716 w 3330715"/>
                  <a:gd name="connsiteY8" fmla="*/ 411243 h 4843262"/>
                  <a:gd name="connsiteX9" fmla="*/ 3330716 w 3330715"/>
                  <a:gd name="connsiteY9" fmla="*/ 256036 h 4843262"/>
                  <a:gd name="connsiteX10" fmla="*/ 3074680 w 3330715"/>
                  <a:gd name="connsiteY10" fmla="*/ 0 h 4843262"/>
                  <a:gd name="connsiteX11" fmla="*/ 256036 w 3330715"/>
                  <a:gd name="connsiteY11" fmla="*/ 0 h 4843262"/>
                  <a:gd name="connsiteX12" fmla="*/ 0 w 3330715"/>
                  <a:gd name="connsiteY12" fmla="*/ 256036 h 4843262"/>
                  <a:gd name="connsiteX13" fmla="*/ 0 w 3330715"/>
                  <a:gd name="connsiteY13" fmla="*/ 4587227 h 4843262"/>
                  <a:gd name="connsiteX14" fmla="*/ 256036 w 3330715"/>
                  <a:gd name="connsiteY14" fmla="*/ 4843263 h 4843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30715" h="4843262">
                    <a:moveTo>
                      <a:pt x="256036" y="4843263"/>
                    </a:moveTo>
                    <a:lnTo>
                      <a:pt x="411243" y="4843263"/>
                    </a:lnTo>
                    <a:lnTo>
                      <a:pt x="411243" y="4176516"/>
                    </a:lnTo>
                    <a:cubicBezTo>
                      <a:pt x="350119" y="4132670"/>
                      <a:pt x="310060" y="4061191"/>
                      <a:pt x="310060" y="3980421"/>
                    </a:cubicBezTo>
                    <a:lnTo>
                      <a:pt x="310060" y="3236160"/>
                    </a:lnTo>
                    <a:cubicBezTo>
                      <a:pt x="310060" y="3155331"/>
                      <a:pt x="350119" y="3083911"/>
                      <a:pt x="411243" y="3040064"/>
                    </a:cubicBezTo>
                    <a:lnTo>
                      <a:pt x="411243" y="668759"/>
                    </a:lnTo>
                    <a:cubicBezTo>
                      <a:pt x="411243" y="526747"/>
                      <a:pt x="526747" y="411243"/>
                      <a:pt x="668759" y="411243"/>
                    </a:cubicBezTo>
                    <a:lnTo>
                      <a:pt x="3330716" y="411243"/>
                    </a:lnTo>
                    <a:lnTo>
                      <a:pt x="3330716" y="256036"/>
                    </a:lnTo>
                    <a:cubicBezTo>
                      <a:pt x="3330716" y="114852"/>
                      <a:pt x="3215864" y="0"/>
                      <a:pt x="3074680" y="0"/>
                    </a:cubicBezTo>
                    <a:lnTo>
                      <a:pt x="256036" y="0"/>
                    </a:lnTo>
                    <a:cubicBezTo>
                      <a:pt x="114852" y="0"/>
                      <a:pt x="0" y="114852"/>
                      <a:pt x="0" y="256036"/>
                    </a:cubicBezTo>
                    <a:lnTo>
                      <a:pt x="0" y="4587227"/>
                    </a:lnTo>
                    <a:cubicBezTo>
                      <a:pt x="0" y="4728411"/>
                      <a:pt x="114852" y="4843263"/>
                      <a:pt x="256036" y="48432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7" name="任意多边形: 形状 1126" descr="80ea5866-e1bb-4e45-a896-4ff246661da0">
                <a:extLst>
                  <a:ext uri="{FF2B5EF4-FFF2-40B4-BE49-F238E27FC236}">
                    <a16:creationId xmlns:a16="http://schemas.microsoft.com/office/drawing/2014/main" id="{F343BEB8-3518-1593-0704-B7A3C4BC9D59}"/>
                  </a:ext>
                </a:extLst>
              </p:cNvPr>
              <p:cNvSpPr/>
              <p:nvPr/>
            </p:nvSpPr>
            <p:spPr>
              <a:xfrm>
                <a:off x="8165800" y="2328887"/>
                <a:ext cx="1547905" cy="2349857"/>
              </a:xfrm>
              <a:custGeom>
                <a:avLst/>
                <a:gdLst>
                  <a:gd name="connsiteX0" fmla="*/ 0 w 2919472"/>
                  <a:gd name="connsiteY0" fmla="*/ 257515 h 4432019"/>
                  <a:gd name="connsiteX1" fmla="*/ 0 w 2919472"/>
                  <a:gd name="connsiteY1" fmla="*/ 2628821 h 4432019"/>
                  <a:gd name="connsiteX2" fmla="*/ 140119 w 2919472"/>
                  <a:gd name="connsiteY2" fmla="*/ 2583614 h 4432019"/>
                  <a:gd name="connsiteX3" fmla="*/ 2098820 w 2919472"/>
                  <a:gd name="connsiteY3" fmla="*/ 2583614 h 4432019"/>
                  <a:gd name="connsiteX4" fmla="*/ 2340123 w 2919472"/>
                  <a:gd name="connsiteY4" fmla="*/ 2824916 h 4432019"/>
                  <a:gd name="connsiteX5" fmla="*/ 2353850 w 2919472"/>
                  <a:gd name="connsiteY5" fmla="*/ 2838644 h 4432019"/>
                  <a:gd name="connsiteX6" fmla="*/ 2434265 w 2919472"/>
                  <a:gd name="connsiteY6" fmla="*/ 2838644 h 4432019"/>
                  <a:gd name="connsiteX7" fmla="*/ 2642076 w 2919472"/>
                  <a:gd name="connsiteY7" fmla="*/ 3046455 h 4432019"/>
                  <a:gd name="connsiteX8" fmla="*/ 2642076 w 2919472"/>
                  <a:gd name="connsiteY8" fmla="*/ 3347639 h 4432019"/>
                  <a:gd name="connsiteX9" fmla="*/ 2434265 w 2919472"/>
                  <a:gd name="connsiteY9" fmla="*/ 3555450 h 4432019"/>
                  <a:gd name="connsiteX10" fmla="*/ 2353850 w 2919472"/>
                  <a:gd name="connsiteY10" fmla="*/ 3555450 h 4432019"/>
                  <a:gd name="connsiteX11" fmla="*/ 2340123 w 2919472"/>
                  <a:gd name="connsiteY11" fmla="*/ 3569178 h 4432019"/>
                  <a:gd name="connsiteX12" fmla="*/ 2098820 w 2919472"/>
                  <a:gd name="connsiteY12" fmla="*/ 3810480 h 4432019"/>
                  <a:gd name="connsiteX13" fmla="*/ 140119 w 2919472"/>
                  <a:gd name="connsiteY13" fmla="*/ 3810480 h 4432019"/>
                  <a:gd name="connsiteX14" fmla="*/ 0 w 2919472"/>
                  <a:gd name="connsiteY14" fmla="*/ 3765273 h 4432019"/>
                  <a:gd name="connsiteX15" fmla="*/ 0 w 2919472"/>
                  <a:gd name="connsiteY15" fmla="*/ 4432020 h 4432019"/>
                  <a:gd name="connsiteX16" fmla="*/ 2663437 w 2919472"/>
                  <a:gd name="connsiteY16" fmla="*/ 4432020 h 4432019"/>
                  <a:gd name="connsiteX17" fmla="*/ 2919473 w 2919472"/>
                  <a:gd name="connsiteY17" fmla="*/ 4175984 h 4432019"/>
                  <a:gd name="connsiteX18" fmla="*/ 2919473 w 2919472"/>
                  <a:gd name="connsiteY18" fmla="*/ 0 h 4432019"/>
                  <a:gd name="connsiteX19" fmla="*/ 257515 w 2919472"/>
                  <a:gd name="connsiteY19" fmla="*/ 0 h 4432019"/>
                  <a:gd name="connsiteX20" fmla="*/ 0 w 2919472"/>
                  <a:gd name="connsiteY20" fmla="*/ 257515 h 4432019"/>
                  <a:gd name="connsiteX21" fmla="*/ 276154 w 2919472"/>
                  <a:gd name="connsiteY21" fmla="*/ 1918406 h 4432019"/>
                  <a:gd name="connsiteX22" fmla="*/ 337042 w 2919472"/>
                  <a:gd name="connsiteY22" fmla="*/ 1857518 h 4432019"/>
                  <a:gd name="connsiteX23" fmla="*/ 2055152 w 2919472"/>
                  <a:gd name="connsiteY23" fmla="*/ 1857518 h 4432019"/>
                  <a:gd name="connsiteX24" fmla="*/ 1851956 w 2919472"/>
                  <a:gd name="connsiteY24" fmla="*/ 1703376 h 4432019"/>
                  <a:gd name="connsiteX25" fmla="*/ 1840240 w 2919472"/>
                  <a:gd name="connsiteY25" fmla="*/ 1618050 h 4432019"/>
                  <a:gd name="connsiteX26" fmla="*/ 1880477 w 2919472"/>
                  <a:gd name="connsiteY26" fmla="*/ 1594500 h 4432019"/>
                  <a:gd name="connsiteX27" fmla="*/ 1925566 w 2919472"/>
                  <a:gd name="connsiteY27" fmla="*/ 1606334 h 4432019"/>
                  <a:gd name="connsiteX28" fmla="*/ 2272963 w 2919472"/>
                  <a:gd name="connsiteY28" fmla="*/ 1869885 h 4432019"/>
                  <a:gd name="connsiteX29" fmla="*/ 2278880 w 2919472"/>
                  <a:gd name="connsiteY29" fmla="*/ 1875092 h 4432019"/>
                  <a:gd name="connsiteX30" fmla="*/ 2279472 w 2919472"/>
                  <a:gd name="connsiteY30" fmla="*/ 1875684 h 4432019"/>
                  <a:gd name="connsiteX31" fmla="*/ 2279827 w 2919472"/>
                  <a:gd name="connsiteY31" fmla="*/ 1876039 h 4432019"/>
                  <a:gd name="connsiteX32" fmla="*/ 2286040 w 2919472"/>
                  <a:gd name="connsiteY32" fmla="*/ 1883613 h 4432019"/>
                  <a:gd name="connsiteX33" fmla="*/ 2286336 w 2919472"/>
                  <a:gd name="connsiteY33" fmla="*/ 1884027 h 4432019"/>
                  <a:gd name="connsiteX34" fmla="*/ 2286809 w 2919472"/>
                  <a:gd name="connsiteY34" fmla="*/ 1884678 h 4432019"/>
                  <a:gd name="connsiteX35" fmla="*/ 2291661 w 2919472"/>
                  <a:gd name="connsiteY35" fmla="*/ 1893613 h 4432019"/>
                  <a:gd name="connsiteX36" fmla="*/ 2292548 w 2919472"/>
                  <a:gd name="connsiteY36" fmla="*/ 1895684 h 4432019"/>
                  <a:gd name="connsiteX37" fmla="*/ 2295566 w 2919472"/>
                  <a:gd name="connsiteY37" fmla="*/ 1905506 h 4432019"/>
                  <a:gd name="connsiteX38" fmla="*/ 2295744 w 2919472"/>
                  <a:gd name="connsiteY38" fmla="*/ 1906571 h 4432019"/>
                  <a:gd name="connsiteX39" fmla="*/ 2295862 w 2919472"/>
                  <a:gd name="connsiteY39" fmla="*/ 1907222 h 4432019"/>
                  <a:gd name="connsiteX40" fmla="*/ 2296986 w 2919472"/>
                  <a:gd name="connsiteY40" fmla="*/ 1918406 h 4432019"/>
                  <a:gd name="connsiteX41" fmla="*/ 2295862 w 2919472"/>
                  <a:gd name="connsiteY41" fmla="*/ 1929589 h 4432019"/>
                  <a:gd name="connsiteX42" fmla="*/ 2295744 w 2919472"/>
                  <a:gd name="connsiteY42" fmla="*/ 1930240 h 4432019"/>
                  <a:gd name="connsiteX43" fmla="*/ 2295566 w 2919472"/>
                  <a:gd name="connsiteY43" fmla="*/ 1931305 h 4432019"/>
                  <a:gd name="connsiteX44" fmla="*/ 2292548 w 2919472"/>
                  <a:gd name="connsiteY44" fmla="*/ 1941128 h 4432019"/>
                  <a:gd name="connsiteX45" fmla="*/ 2291661 w 2919472"/>
                  <a:gd name="connsiteY45" fmla="*/ 1943199 h 4432019"/>
                  <a:gd name="connsiteX46" fmla="*/ 2286809 w 2919472"/>
                  <a:gd name="connsiteY46" fmla="*/ 1952134 h 4432019"/>
                  <a:gd name="connsiteX47" fmla="*/ 2286336 w 2919472"/>
                  <a:gd name="connsiteY47" fmla="*/ 1952784 h 4432019"/>
                  <a:gd name="connsiteX48" fmla="*/ 2286040 w 2919472"/>
                  <a:gd name="connsiteY48" fmla="*/ 1953199 h 4432019"/>
                  <a:gd name="connsiteX49" fmla="*/ 2279827 w 2919472"/>
                  <a:gd name="connsiteY49" fmla="*/ 1960773 h 4432019"/>
                  <a:gd name="connsiteX50" fmla="*/ 2279472 w 2919472"/>
                  <a:gd name="connsiteY50" fmla="*/ 1961187 h 4432019"/>
                  <a:gd name="connsiteX51" fmla="*/ 2278939 w 2919472"/>
                  <a:gd name="connsiteY51" fmla="*/ 1961779 h 4432019"/>
                  <a:gd name="connsiteX52" fmla="*/ 2273022 w 2919472"/>
                  <a:gd name="connsiteY52" fmla="*/ 1966986 h 4432019"/>
                  <a:gd name="connsiteX53" fmla="*/ 1925625 w 2919472"/>
                  <a:gd name="connsiteY53" fmla="*/ 2230536 h 4432019"/>
                  <a:gd name="connsiteX54" fmla="*/ 1888879 w 2919472"/>
                  <a:gd name="connsiteY54" fmla="*/ 2242904 h 4432019"/>
                  <a:gd name="connsiteX55" fmla="*/ 1840299 w 2919472"/>
                  <a:gd name="connsiteY55" fmla="*/ 2218821 h 4432019"/>
                  <a:gd name="connsiteX56" fmla="*/ 1828465 w 2919472"/>
                  <a:gd name="connsiteY56" fmla="*/ 2173732 h 4432019"/>
                  <a:gd name="connsiteX57" fmla="*/ 1852015 w 2919472"/>
                  <a:gd name="connsiteY57" fmla="*/ 2133495 h 4432019"/>
                  <a:gd name="connsiteX58" fmla="*/ 2055211 w 2919472"/>
                  <a:gd name="connsiteY58" fmla="*/ 1979353 h 4432019"/>
                  <a:gd name="connsiteX59" fmla="*/ 337042 w 2919472"/>
                  <a:gd name="connsiteY59" fmla="*/ 1979353 h 4432019"/>
                  <a:gd name="connsiteX60" fmla="*/ 276154 w 2919472"/>
                  <a:gd name="connsiteY60" fmla="*/ 1918465 h 4432019"/>
                  <a:gd name="connsiteX61" fmla="*/ 2049294 w 2919472"/>
                  <a:gd name="connsiteY61" fmla="*/ 428640 h 4432019"/>
                  <a:gd name="connsiteX62" fmla="*/ 2453673 w 2919472"/>
                  <a:gd name="connsiteY62" fmla="*/ 428640 h 4432019"/>
                  <a:gd name="connsiteX63" fmla="*/ 2514561 w 2919472"/>
                  <a:gd name="connsiteY63" fmla="*/ 489528 h 4432019"/>
                  <a:gd name="connsiteX64" fmla="*/ 2453673 w 2919472"/>
                  <a:gd name="connsiteY64" fmla="*/ 550415 h 4432019"/>
                  <a:gd name="connsiteX65" fmla="*/ 2049294 w 2919472"/>
                  <a:gd name="connsiteY65" fmla="*/ 550415 h 4432019"/>
                  <a:gd name="connsiteX66" fmla="*/ 1988406 w 2919472"/>
                  <a:gd name="connsiteY66" fmla="*/ 489528 h 4432019"/>
                  <a:gd name="connsiteX67" fmla="*/ 2049294 w 2919472"/>
                  <a:gd name="connsiteY67" fmla="*/ 428640 h 4432019"/>
                  <a:gd name="connsiteX68" fmla="*/ 1068168 w 2919472"/>
                  <a:gd name="connsiteY68" fmla="*/ 428640 h 4432019"/>
                  <a:gd name="connsiteX69" fmla="*/ 1472547 w 2919472"/>
                  <a:gd name="connsiteY69" fmla="*/ 428640 h 4432019"/>
                  <a:gd name="connsiteX70" fmla="*/ 1533435 w 2919472"/>
                  <a:gd name="connsiteY70" fmla="*/ 489528 h 4432019"/>
                  <a:gd name="connsiteX71" fmla="*/ 1472547 w 2919472"/>
                  <a:gd name="connsiteY71" fmla="*/ 550415 h 4432019"/>
                  <a:gd name="connsiteX72" fmla="*/ 1068168 w 2919472"/>
                  <a:gd name="connsiteY72" fmla="*/ 550415 h 4432019"/>
                  <a:gd name="connsiteX73" fmla="*/ 1007280 w 2919472"/>
                  <a:gd name="connsiteY73" fmla="*/ 489528 h 4432019"/>
                  <a:gd name="connsiteX74" fmla="*/ 1068168 w 2919472"/>
                  <a:gd name="connsiteY74" fmla="*/ 428640 h 4432019"/>
                  <a:gd name="connsiteX75" fmla="*/ 552368 w 2919472"/>
                  <a:gd name="connsiteY75" fmla="*/ 489528 h 4432019"/>
                  <a:gd name="connsiteX76" fmla="*/ 491480 w 2919472"/>
                  <a:gd name="connsiteY76" fmla="*/ 550415 h 4432019"/>
                  <a:gd name="connsiteX77" fmla="*/ 87101 w 2919472"/>
                  <a:gd name="connsiteY77" fmla="*/ 550415 h 4432019"/>
                  <a:gd name="connsiteX78" fmla="*/ 26213 w 2919472"/>
                  <a:gd name="connsiteY78" fmla="*/ 489528 h 4432019"/>
                  <a:gd name="connsiteX79" fmla="*/ 87101 w 2919472"/>
                  <a:gd name="connsiteY79" fmla="*/ 428640 h 4432019"/>
                  <a:gd name="connsiteX80" fmla="*/ 491480 w 2919472"/>
                  <a:gd name="connsiteY80" fmla="*/ 428640 h 4432019"/>
                  <a:gd name="connsiteX81" fmla="*/ 552368 w 2919472"/>
                  <a:gd name="connsiteY81" fmla="*/ 489528 h 4432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2919472" h="4432019">
                    <a:moveTo>
                      <a:pt x="0" y="257515"/>
                    </a:moveTo>
                    <a:lnTo>
                      <a:pt x="0" y="2628821"/>
                    </a:lnTo>
                    <a:cubicBezTo>
                      <a:pt x="39527" y="2600478"/>
                      <a:pt x="87811" y="2583614"/>
                      <a:pt x="140119" y="2583614"/>
                    </a:cubicBezTo>
                    <a:lnTo>
                      <a:pt x="2098820" y="2583614"/>
                    </a:lnTo>
                    <a:cubicBezTo>
                      <a:pt x="2231897" y="2583614"/>
                      <a:pt x="2340123" y="2691839"/>
                      <a:pt x="2340123" y="2824916"/>
                    </a:cubicBezTo>
                    <a:cubicBezTo>
                      <a:pt x="2340123" y="2832490"/>
                      <a:pt x="2346276" y="2838644"/>
                      <a:pt x="2353850" y="2838644"/>
                    </a:cubicBezTo>
                    <a:lnTo>
                      <a:pt x="2434265" y="2838644"/>
                    </a:lnTo>
                    <a:cubicBezTo>
                      <a:pt x="2548880" y="2838644"/>
                      <a:pt x="2642076" y="2931899"/>
                      <a:pt x="2642076" y="3046455"/>
                    </a:cubicBezTo>
                    <a:lnTo>
                      <a:pt x="2642076" y="3347639"/>
                    </a:lnTo>
                    <a:cubicBezTo>
                      <a:pt x="2642076" y="3462255"/>
                      <a:pt x="2548821" y="3555450"/>
                      <a:pt x="2434265" y="3555450"/>
                    </a:cubicBezTo>
                    <a:lnTo>
                      <a:pt x="2353850" y="3555450"/>
                    </a:lnTo>
                    <a:cubicBezTo>
                      <a:pt x="2346276" y="3555450"/>
                      <a:pt x="2340123" y="3561604"/>
                      <a:pt x="2340123" y="3569178"/>
                    </a:cubicBezTo>
                    <a:cubicBezTo>
                      <a:pt x="2340123" y="3702255"/>
                      <a:pt x="2231897" y="3810480"/>
                      <a:pt x="2098820" y="3810480"/>
                    </a:cubicBezTo>
                    <a:lnTo>
                      <a:pt x="140119" y="3810480"/>
                    </a:lnTo>
                    <a:cubicBezTo>
                      <a:pt x="87870" y="3810480"/>
                      <a:pt x="39586" y="3793616"/>
                      <a:pt x="0" y="3765273"/>
                    </a:cubicBezTo>
                    <a:lnTo>
                      <a:pt x="0" y="4432020"/>
                    </a:lnTo>
                    <a:lnTo>
                      <a:pt x="2663437" y="4432020"/>
                    </a:lnTo>
                    <a:cubicBezTo>
                      <a:pt x="2804620" y="4432020"/>
                      <a:pt x="2919473" y="4317167"/>
                      <a:pt x="2919473" y="4175984"/>
                    </a:cubicBezTo>
                    <a:lnTo>
                      <a:pt x="2919473" y="0"/>
                    </a:lnTo>
                    <a:lnTo>
                      <a:pt x="257515" y="0"/>
                    </a:lnTo>
                    <a:cubicBezTo>
                      <a:pt x="115503" y="0"/>
                      <a:pt x="0" y="115503"/>
                      <a:pt x="0" y="257515"/>
                    </a:cubicBezTo>
                    <a:close/>
                    <a:moveTo>
                      <a:pt x="276154" y="1918406"/>
                    </a:moveTo>
                    <a:cubicBezTo>
                      <a:pt x="276154" y="1884796"/>
                      <a:pt x="303492" y="1857518"/>
                      <a:pt x="337042" y="1857518"/>
                    </a:cubicBezTo>
                    <a:lnTo>
                      <a:pt x="2055152" y="1857518"/>
                    </a:lnTo>
                    <a:lnTo>
                      <a:pt x="1851956" y="1703376"/>
                    </a:lnTo>
                    <a:cubicBezTo>
                      <a:pt x="1825210" y="1683080"/>
                      <a:pt x="1819944" y="1644796"/>
                      <a:pt x="1840240" y="1618050"/>
                    </a:cubicBezTo>
                    <a:cubicBezTo>
                      <a:pt x="1850062" y="1605092"/>
                      <a:pt x="1864382" y="1596748"/>
                      <a:pt x="1880477" y="1594500"/>
                    </a:cubicBezTo>
                    <a:cubicBezTo>
                      <a:pt x="1896571" y="1592311"/>
                      <a:pt x="1912607" y="1596512"/>
                      <a:pt x="1925566" y="1606334"/>
                    </a:cubicBezTo>
                    <a:lnTo>
                      <a:pt x="2272963" y="1869885"/>
                    </a:lnTo>
                    <a:cubicBezTo>
                      <a:pt x="2274915" y="1871364"/>
                      <a:pt x="2276868" y="1873080"/>
                      <a:pt x="2278880" y="1875092"/>
                    </a:cubicBezTo>
                    <a:cubicBezTo>
                      <a:pt x="2279057" y="1875270"/>
                      <a:pt x="2279235" y="1875506"/>
                      <a:pt x="2279472" y="1875684"/>
                    </a:cubicBezTo>
                    <a:lnTo>
                      <a:pt x="2279827" y="1876039"/>
                    </a:lnTo>
                    <a:cubicBezTo>
                      <a:pt x="2282075" y="1878347"/>
                      <a:pt x="2284205" y="1880891"/>
                      <a:pt x="2286040" y="1883613"/>
                    </a:cubicBezTo>
                    <a:lnTo>
                      <a:pt x="2286336" y="1884027"/>
                    </a:lnTo>
                    <a:cubicBezTo>
                      <a:pt x="2286336" y="1884027"/>
                      <a:pt x="2286631" y="1884441"/>
                      <a:pt x="2286809" y="1884678"/>
                    </a:cubicBezTo>
                    <a:cubicBezTo>
                      <a:pt x="2288584" y="1887400"/>
                      <a:pt x="2290182" y="1890299"/>
                      <a:pt x="2291661" y="1893613"/>
                    </a:cubicBezTo>
                    <a:cubicBezTo>
                      <a:pt x="2291957" y="1894323"/>
                      <a:pt x="2292253" y="1894974"/>
                      <a:pt x="2292548" y="1895684"/>
                    </a:cubicBezTo>
                    <a:cubicBezTo>
                      <a:pt x="2293850" y="1898938"/>
                      <a:pt x="2294856" y="1902252"/>
                      <a:pt x="2295566" y="1905506"/>
                    </a:cubicBezTo>
                    <a:cubicBezTo>
                      <a:pt x="2295625" y="1905861"/>
                      <a:pt x="2295685" y="1906216"/>
                      <a:pt x="2295744" y="1906571"/>
                    </a:cubicBezTo>
                    <a:lnTo>
                      <a:pt x="2295862" y="1907222"/>
                    </a:lnTo>
                    <a:cubicBezTo>
                      <a:pt x="2296631" y="1911305"/>
                      <a:pt x="2296986" y="1914974"/>
                      <a:pt x="2296986" y="1918406"/>
                    </a:cubicBezTo>
                    <a:cubicBezTo>
                      <a:pt x="2296986" y="1921838"/>
                      <a:pt x="2296631" y="1925506"/>
                      <a:pt x="2295862" y="1929589"/>
                    </a:cubicBezTo>
                    <a:lnTo>
                      <a:pt x="2295744" y="1930240"/>
                    </a:lnTo>
                    <a:cubicBezTo>
                      <a:pt x="2295744" y="1930595"/>
                      <a:pt x="2295625" y="1930950"/>
                      <a:pt x="2295566" y="1931305"/>
                    </a:cubicBezTo>
                    <a:cubicBezTo>
                      <a:pt x="2294856" y="1934560"/>
                      <a:pt x="2293850" y="1937873"/>
                      <a:pt x="2292548" y="1941128"/>
                    </a:cubicBezTo>
                    <a:cubicBezTo>
                      <a:pt x="2292253" y="1941838"/>
                      <a:pt x="2291957" y="1942489"/>
                      <a:pt x="2291661" y="1943199"/>
                    </a:cubicBezTo>
                    <a:cubicBezTo>
                      <a:pt x="2290182" y="1946571"/>
                      <a:pt x="2288584" y="1949471"/>
                      <a:pt x="2286809" y="1952134"/>
                    </a:cubicBezTo>
                    <a:cubicBezTo>
                      <a:pt x="2286631" y="1952370"/>
                      <a:pt x="2286513" y="1952607"/>
                      <a:pt x="2286336" y="1952784"/>
                    </a:cubicBezTo>
                    <a:lnTo>
                      <a:pt x="2286040" y="1953199"/>
                    </a:lnTo>
                    <a:cubicBezTo>
                      <a:pt x="2284205" y="1955861"/>
                      <a:pt x="2282075" y="1958406"/>
                      <a:pt x="2279827" y="1960773"/>
                    </a:cubicBezTo>
                    <a:lnTo>
                      <a:pt x="2279472" y="1961187"/>
                    </a:lnTo>
                    <a:cubicBezTo>
                      <a:pt x="2279472" y="1961187"/>
                      <a:pt x="2279117" y="1961601"/>
                      <a:pt x="2278939" y="1961779"/>
                    </a:cubicBezTo>
                    <a:cubicBezTo>
                      <a:pt x="2276927" y="1963790"/>
                      <a:pt x="2274974" y="1965506"/>
                      <a:pt x="2273022" y="1966986"/>
                    </a:cubicBezTo>
                    <a:lnTo>
                      <a:pt x="1925625" y="2230536"/>
                    </a:lnTo>
                    <a:cubicBezTo>
                      <a:pt x="1914915" y="2238643"/>
                      <a:pt x="1902193" y="2242904"/>
                      <a:pt x="1888879" y="2242904"/>
                    </a:cubicBezTo>
                    <a:cubicBezTo>
                      <a:pt x="1869648" y="2242904"/>
                      <a:pt x="1851897" y="2234146"/>
                      <a:pt x="1840299" y="2218821"/>
                    </a:cubicBezTo>
                    <a:cubicBezTo>
                      <a:pt x="1830477" y="2205862"/>
                      <a:pt x="1826275" y="2189826"/>
                      <a:pt x="1828465" y="2173732"/>
                    </a:cubicBezTo>
                    <a:cubicBezTo>
                      <a:pt x="1830654" y="2157637"/>
                      <a:pt x="1839057" y="2143317"/>
                      <a:pt x="1852015" y="2133495"/>
                    </a:cubicBezTo>
                    <a:lnTo>
                      <a:pt x="2055211" y="1979353"/>
                    </a:lnTo>
                    <a:lnTo>
                      <a:pt x="337042" y="1979353"/>
                    </a:lnTo>
                    <a:cubicBezTo>
                      <a:pt x="303432" y="1979353"/>
                      <a:pt x="276154" y="1952015"/>
                      <a:pt x="276154" y="1918465"/>
                    </a:cubicBezTo>
                    <a:close/>
                    <a:moveTo>
                      <a:pt x="2049294" y="428640"/>
                    </a:moveTo>
                    <a:lnTo>
                      <a:pt x="2453673" y="428640"/>
                    </a:lnTo>
                    <a:cubicBezTo>
                      <a:pt x="2487283" y="428640"/>
                      <a:pt x="2514561" y="455977"/>
                      <a:pt x="2514561" y="489528"/>
                    </a:cubicBezTo>
                    <a:cubicBezTo>
                      <a:pt x="2514561" y="523078"/>
                      <a:pt x="2487223" y="550415"/>
                      <a:pt x="2453673" y="550415"/>
                    </a:cubicBezTo>
                    <a:lnTo>
                      <a:pt x="2049294" y="550415"/>
                    </a:lnTo>
                    <a:cubicBezTo>
                      <a:pt x="2015684" y="550415"/>
                      <a:pt x="1988406" y="523078"/>
                      <a:pt x="1988406" y="489528"/>
                    </a:cubicBezTo>
                    <a:cubicBezTo>
                      <a:pt x="1988406" y="455977"/>
                      <a:pt x="2015743" y="428640"/>
                      <a:pt x="2049294" y="428640"/>
                    </a:cubicBezTo>
                    <a:close/>
                    <a:moveTo>
                      <a:pt x="1068168" y="428640"/>
                    </a:moveTo>
                    <a:lnTo>
                      <a:pt x="1472547" y="428640"/>
                    </a:lnTo>
                    <a:cubicBezTo>
                      <a:pt x="1506157" y="428640"/>
                      <a:pt x="1533435" y="455977"/>
                      <a:pt x="1533435" y="489528"/>
                    </a:cubicBezTo>
                    <a:cubicBezTo>
                      <a:pt x="1533435" y="523078"/>
                      <a:pt x="1506097" y="550415"/>
                      <a:pt x="1472547" y="550415"/>
                    </a:cubicBezTo>
                    <a:lnTo>
                      <a:pt x="1068168" y="550415"/>
                    </a:lnTo>
                    <a:cubicBezTo>
                      <a:pt x="1034558" y="550415"/>
                      <a:pt x="1007280" y="523078"/>
                      <a:pt x="1007280" y="489528"/>
                    </a:cubicBezTo>
                    <a:cubicBezTo>
                      <a:pt x="1007280" y="455977"/>
                      <a:pt x="1034617" y="428640"/>
                      <a:pt x="1068168" y="428640"/>
                    </a:cubicBezTo>
                    <a:close/>
                    <a:moveTo>
                      <a:pt x="552368" y="489528"/>
                    </a:moveTo>
                    <a:cubicBezTo>
                      <a:pt x="552368" y="523137"/>
                      <a:pt x="525031" y="550415"/>
                      <a:pt x="491480" y="550415"/>
                    </a:cubicBezTo>
                    <a:lnTo>
                      <a:pt x="87101" y="550415"/>
                    </a:lnTo>
                    <a:cubicBezTo>
                      <a:pt x="53491" y="550415"/>
                      <a:pt x="26213" y="523078"/>
                      <a:pt x="26213" y="489528"/>
                    </a:cubicBezTo>
                    <a:cubicBezTo>
                      <a:pt x="26213" y="455977"/>
                      <a:pt x="53550" y="428640"/>
                      <a:pt x="87101" y="428640"/>
                    </a:cubicBezTo>
                    <a:lnTo>
                      <a:pt x="491480" y="428640"/>
                    </a:lnTo>
                    <a:cubicBezTo>
                      <a:pt x="525090" y="428640"/>
                      <a:pt x="552368" y="455977"/>
                      <a:pt x="552368" y="489528"/>
                    </a:cubicBezTo>
                    <a:close/>
                  </a:path>
                </a:pathLst>
              </a:custGeom>
              <a:solidFill>
                <a:srgbClr val="8AD8FB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8" name="任意多边形: 形状 1127" descr="19c769f9-9477-43b6-960f-fcbfb2a1b7a0">
                <a:extLst>
                  <a:ext uri="{FF2B5EF4-FFF2-40B4-BE49-F238E27FC236}">
                    <a16:creationId xmlns:a16="http://schemas.microsoft.com/office/drawing/2014/main" id="{FF5CC3D1-6839-07DB-4C73-34888C7E5254}"/>
                  </a:ext>
                </a:extLst>
              </p:cNvPr>
              <p:cNvSpPr/>
              <p:nvPr/>
            </p:nvSpPr>
            <p:spPr>
              <a:xfrm>
                <a:off x="10705213" y="3582545"/>
                <a:ext cx="598688" cy="246778"/>
              </a:xfrm>
              <a:custGeom>
                <a:avLst/>
                <a:gdLst>
                  <a:gd name="connsiteX0" fmla="*/ 1031599 w 1129173"/>
                  <a:gd name="connsiteY0" fmla="*/ 0 h 465444"/>
                  <a:gd name="connsiteX1" fmla="*/ 1129173 w 1129173"/>
                  <a:gd name="connsiteY1" fmla="*/ 97574 h 465444"/>
                  <a:gd name="connsiteX2" fmla="*/ 1129173 w 1129173"/>
                  <a:gd name="connsiteY2" fmla="*/ 367870 h 465444"/>
                  <a:gd name="connsiteX3" fmla="*/ 1031599 w 1129173"/>
                  <a:gd name="connsiteY3" fmla="*/ 465444 h 465444"/>
                  <a:gd name="connsiteX4" fmla="*/ 97574 w 1129173"/>
                  <a:gd name="connsiteY4" fmla="*/ 465444 h 465444"/>
                  <a:gd name="connsiteX5" fmla="*/ 0 w 1129173"/>
                  <a:gd name="connsiteY5" fmla="*/ 367870 h 465444"/>
                  <a:gd name="connsiteX6" fmla="*/ 0 w 1129173"/>
                  <a:gd name="connsiteY6" fmla="*/ 97574 h 465444"/>
                  <a:gd name="connsiteX7" fmla="*/ 97574 w 1129173"/>
                  <a:gd name="connsiteY7" fmla="*/ 0 h 465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173" h="465444">
                    <a:moveTo>
                      <a:pt x="1031599" y="0"/>
                    </a:moveTo>
                    <a:cubicBezTo>
                      <a:pt x="1085488" y="0"/>
                      <a:pt x="1129173" y="43685"/>
                      <a:pt x="1129173" y="97574"/>
                    </a:cubicBezTo>
                    <a:lnTo>
                      <a:pt x="1129173" y="367870"/>
                    </a:lnTo>
                    <a:cubicBezTo>
                      <a:pt x="1129173" y="421759"/>
                      <a:pt x="1085488" y="465444"/>
                      <a:pt x="1031599" y="465444"/>
                    </a:cubicBezTo>
                    <a:lnTo>
                      <a:pt x="97574" y="465444"/>
                    </a:lnTo>
                    <a:cubicBezTo>
                      <a:pt x="43685" y="465444"/>
                      <a:pt x="0" y="421759"/>
                      <a:pt x="0" y="367870"/>
                    </a:cubicBezTo>
                    <a:lnTo>
                      <a:pt x="0" y="97574"/>
                    </a:lnTo>
                    <a:cubicBezTo>
                      <a:pt x="0" y="43685"/>
                      <a:pt x="43685" y="0"/>
                      <a:pt x="97574" y="0"/>
                    </a:cubicBezTo>
                    <a:close/>
                  </a:path>
                </a:pathLst>
              </a:custGeom>
              <a:solidFill>
                <a:srgbClr val="FF8092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9" name="任意多边形: 形状 1128" descr="feb13dc2-2b58-4da4-b0fe-8ba7784410f7">
                <a:extLst>
                  <a:ext uri="{FF2B5EF4-FFF2-40B4-BE49-F238E27FC236}">
                    <a16:creationId xmlns:a16="http://schemas.microsoft.com/office/drawing/2014/main" id="{6C36FB7D-44BF-C249-C282-CE43CF9DD828}"/>
                  </a:ext>
                </a:extLst>
              </p:cNvPr>
              <p:cNvSpPr/>
              <p:nvPr/>
            </p:nvSpPr>
            <p:spPr>
              <a:xfrm>
                <a:off x="10705213" y="4604830"/>
                <a:ext cx="598719" cy="246810"/>
              </a:xfrm>
              <a:custGeom>
                <a:avLst/>
                <a:gdLst>
                  <a:gd name="connsiteX0" fmla="*/ 97574 w 1129232"/>
                  <a:gd name="connsiteY0" fmla="*/ 0 h 465504"/>
                  <a:gd name="connsiteX1" fmla="*/ 1031658 w 1129232"/>
                  <a:gd name="connsiteY1" fmla="*/ 0 h 465504"/>
                  <a:gd name="connsiteX2" fmla="*/ 1129233 w 1129232"/>
                  <a:gd name="connsiteY2" fmla="*/ 97574 h 465504"/>
                  <a:gd name="connsiteX3" fmla="*/ 1129233 w 1129232"/>
                  <a:gd name="connsiteY3" fmla="*/ 367930 h 465504"/>
                  <a:gd name="connsiteX4" fmla="*/ 1031658 w 1129232"/>
                  <a:gd name="connsiteY4" fmla="*/ 465504 h 465504"/>
                  <a:gd name="connsiteX5" fmla="*/ 97574 w 1129232"/>
                  <a:gd name="connsiteY5" fmla="*/ 465504 h 465504"/>
                  <a:gd name="connsiteX6" fmla="*/ 0 w 1129232"/>
                  <a:gd name="connsiteY6" fmla="*/ 367930 h 465504"/>
                  <a:gd name="connsiteX7" fmla="*/ 0 w 1129232"/>
                  <a:gd name="connsiteY7" fmla="*/ 97574 h 465504"/>
                  <a:gd name="connsiteX8" fmla="*/ 97574 w 1129232"/>
                  <a:gd name="connsiteY8" fmla="*/ 0 h 465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29232" h="465504">
                    <a:moveTo>
                      <a:pt x="97574" y="0"/>
                    </a:moveTo>
                    <a:lnTo>
                      <a:pt x="1031658" y="0"/>
                    </a:lnTo>
                    <a:cubicBezTo>
                      <a:pt x="1085505" y="0"/>
                      <a:pt x="1129233" y="43728"/>
                      <a:pt x="1129233" y="97574"/>
                    </a:cubicBezTo>
                    <a:lnTo>
                      <a:pt x="1129233" y="367930"/>
                    </a:lnTo>
                    <a:cubicBezTo>
                      <a:pt x="1129233" y="421776"/>
                      <a:pt x="1085505" y="465504"/>
                      <a:pt x="1031658" y="465504"/>
                    </a:cubicBezTo>
                    <a:lnTo>
                      <a:pt x="97574" y="465504"/>
                    </a:lnTo>
                    <a:cubicBezTo>
                      <a:pt x="43728" y="465504"/>
                      <a:pt x="0" y="421776"/>
                      <a:pt x="0" y="367930"/>
                    </a:cubicBezTo>
                    <a:lnTo>
                      <a:pt x="0" y="97574"/>
                    </a:lnTo>
                    <a:cubicBezTo>
                      <a:pt x="0" y="43728"/>
                      <a:pt x="43728" y="0"/>
                      <a:pt x="97574" y="0"/>
                    </a:cubicBezTo>
                    <a:close/>
                  </a:path>
                </a:pathLst>
              </a:custGeom>
              <a:solidFill>
                <a:srgbClr val="FF8092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0" name="任意多边形: 形状 1129" descr="8f40627b-5afe-4ff6-8b03-f2e270c16b5c">
                <a:extLst>
                  <a:ext uri="{FF2B5EF4-FFF2-40B4-BE49-F238E27FC236}">
                    <a16:creationId xmlns:a16="http://schemas.microsoft.com/office/drawing/2014/main" id="{648CC8FC-E23E-6A4D-958B-43C8DF800113}"/>
                  </a:ext>
                </a:extLst>
              </p:cNvPr>
              <p:cNvSpPr/>
              <p:nvPr/>
            </p:nvSpPr>
            <p:spPr>
              <a:xfrm>
                <a:off x="10705213" y="4093672"/>
                <a:ext cx="598688" cy="246810"/>
              </a:xfrm>
              <a:custGeom>
                <a:avLst/>
                <a:gdLst>
                  <a:gd name="connsiteX0" fmla="*/ 1031599 w 1129173"/>
                  <a:gd name="connsiteY0" fmla="*/ 0 h 465503"/>
                  <a:gd name="connsiteX1" fmla="*/ 1129173 w 1129173"/>
                  <a:gd name="connsiteY1" fmla="*/ 97574 h 465503"/>
                  <a:gd name="connsiteX2" fmla="*/ 1129173 w 1129173"/>
                  <a:gd name="connsiteY2" fmla="*/ 367930 h 465503"/>
                  <a:gd name="connsiteX3" fmla="*/ 1031599 w 1129173"/>
                  <a:gd name="connsiteY3" fmla="*/ 465504 h 465503"/>
                  <a:gd name="connsiteX4" fmla="*/ 97574 w 1129173"/>
                  <a:gd name="connsiteY4" fmla="*/ 465504 h 465503"/>
                  <a:gd name="connsiteX5" fmla="*/ 0 w 1129173"/>
                  <a:gd name="connsiteY5" fmla="*/ 367930 h 465503"/>
                  <a:gd name="connsiteX6" fmla="*/ 0 w 1129173"/>
                  <a:gd name="connsiteY6" fmla="*/ 97574 h 465503"/>
                  <a:gd name="connsiteX7" fmla="*/ 97574 w 1129173"/>
                  <a:gd name="connsiteY7" fmla="*/ 0 h 465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173" h="465503">
                    <a:moveTo>
                      <a:pt x="1031599" y="0"/>
                    </a:moveTo>
                    <a:cubicBezTo>
                      <a:pt x="1085488" y="0"/>
                      <a:pt x="1129173" y="43685"/>
                      <a:pt x="1129173" y="97574"/>
                    </a:cubicBezTo>
                    <a:lnTo>
                      <a:pt x="1129173" y="367930"/>
                    </a:lnTo>
                    <a:cubicBezTo>
                      <a:pt x="1129173" y="421818"/>
                      <a:pt x="1085488" y="465504"/>
                      <a:pt x="1031599" y="465504"/>
                    </a:cubicBezTo>
                    <a:lnTo>
                      <a:pt x="97574" y="465504"/>
                    </a:lnTo>
                    <a:cubicBezTo>
                      <a:pt x="43685" y="465504"/>
                      <a:pt x="0" y="421818"/>
                      <a:pt x="0" y="367930"/>
                    </a:cubicBezTo>
                    <a:lnTo>
                      <a:pt x="0" y="97574"/>
                    </a:lnTo>
                    <a:cubicBezTo>
                      <a:pt x="0" y="43685"/>
                      <a:pt x="43685" y="0"/>
                      <a:pt x="97574" y="0"/>
                    </a:cubicBezTo>
                    <a:close/>
                  </a:path>
                </a:pathLst>
              </a:custGeom>
              <a:solidFill>
                <a:srgbClr val="FF8092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1" name="任意多边形: 形状 1130" descr="4df3bf3e-671d-4716-9205-2a9cc5836746">
                <a:extLst>
                  <a:ext uri="{FF2B5EF4-FFF2-40B4-BE49-F238E27FC236}">
                    <a16:creationId xmlns:a16="http://schemas.microsoft.com/office/drawing/2014/main" id="{4276A346-D402-77B3-FB84-C11876B8EC27}"/>
                  </a:ext>
                </a:extLst>
              </p:cNvPr>
              <p:cNvSpPr/>
              <p:nvPr/>
            </p:nvSpPr>
            <p:spPr>
              <a:xfrm>
                <a:off x="10242715" y="2764310"/>
                <a:ext cx="198684" cy="229492"/>
              </a:xfrm>
              <a:custGeom>
                <a:avLst/>
                <a:gdLst>
                  <a:gd name="connsiteX0" fmla="*/ 0 w 374734"/>
                  <a:gd name="connsiteY0" fmla="*/ 18284 h 432840"/>
                  <a:gd name="connsiteX1" fmla="*/ 0 w 374734"/>
                  <a:gd name="connsiteY1" fmla="*/ 414498 h 432840"/>
                  <a:gd name="connsiteX2" fmla="*/ 18343 w 374734"/>
                  <a:gd name="connsiteY2" fmla="*/ 432841 h 432840"/>
                  <a:gd name="connsiteX3" fmla="*/ 374734 w 374734"/>
                  <a:gd name="connsiteY3" fmla="*/ 432841 h 432840"/>
                  <a:gd name="connsiteX4" fmla="*/ 374734 w 374734"/>
                  <a:gd name="connsiteY4" fmla="*/ 0 h 432840"/>
                  <a:gd name="connsiteX5" fmla="*/ 18343 w 374734"/>
                  <a:gd name="connsiteY5" fmla="*/ 0 h 432840"/>
                  <a:gd name="connsiteX6" fmla="*/ 0 w 374734"/>
                  <a:gd name="connsiteY6" fmla="*/ 18343 h 432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4734" h="432840">
                    <a:moveTo>
                      <a:pt x="0" y="18284"/>
                    </a:moveTo>
                    <a:lnTo>
                      <a:pt x="0" y="414498"/>
                    </a:lnTo>
                    <a:cubicBezTo>
                      <a:pt x="0" y="424616"/>
                      <a:pt x="8225" y="432841"/>
                      <a:pt x="18343" y="432841"/>
                    </a:cubicBezTo>
                    <a:lnTo>
                      <a:pt x="374734" y="432841"/>
                    </a:lnTo>
                    <a:lnTo>
                      <a:pt x="374734" y="0"/>
                    </a:lnTo>
                    <a:lnTo>
                      <a:pt x="18343" y="0"/>
                    </a:lnTo>
                    <a:cubicBezTo>
                      <a:pt x="8225" y="0"/>
                      <a:pt x="0" y="8225"/>
                      <a:pt x="0" y="18343"/>
                    </a:cubicBezTo>
                    <a:close/>
                  </a:path>
                </a:pathLst>
              </a:custGeom>
              <a:solidFill>
                <a:srgbClr val="FF8092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2" name="任意多边形: 形状 1131" descr="5180a64b-0bc6-4c9c-b064-19f4745c1fc1">
                <a:extLst>
                  <a:ext uri="{FF2B5EF4-FFF2-40B4-BE49-F238E27FC236}">
                    <a16:creationId xmlns:a16="http://schemas.microsoft.com/office/drawing/2014/main" id="{9ACBD6F6-1EEF-28ED-41F8-7C75F32CA1EA}"/>
                  </a:ext>
                </a:extLst>
              </p:cNvPr>
              <p:cNvSpPr/>
              <p:nvPr/>
            </p:nvSpPr>
            <p:spPr>
              <a:xfrm>
                <a:off x="8699891" y="2556183"/>
                <a:ext cx="278967" cy="64565"/>
              </a:xfrm>
              <a:custGeom>
                <a:avLst/>
                <a:gdLst>
                  <a:gd name="connsiteX0" fmla="*/ 60888 w 526154"/>
                  <a:gd name="connsiteY0" fmla="*/ 121775 h 121775"/>
                  <a:gd name="connsiteX1" fmla="*/ 465267 w 526154"/>
                  <a:gd name="connsiteY1" fmla="*/ 121775 h 121775"/>
                  <a:gd name="connsiteX2" fmla="*/ 526155 w 526154"/>
                  <a:gd name="connsiteY2" fmla="*/ 60888 h 121775"/>
                  <a:gd name="connsiteX3" fmla="*/ 465267 w 526154"/>
                  <a:gd name="connsiteY3" fmla="*/ 0 h 121775"/>
                  <a:gd name="connsiteX4" fmla="*/ 60888 w 526154"/>
                  <a:gd name="connsiteY4" fmla="*/ 0 h 121775"/>
                  <a:gd name="connsiteX5" fmla="*/ 0 w 526154"/>
                  <a:gd name="connsiteY5" fmla="*/ 60888 h 121775"/>
                  <a:gd name="connsiteX6" fmla="*/ 60888 w 526154"/>
                  <a:gd name="connsiteY6" fmla="*/ 121775 h 121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6154" h="121775">
                    <a:moveTo>
                      <a:pt x="60888" y="121775"/>
                    </a:moveTo>
                    <a:lnTo>
                      <a:pt x="465267" y="121775"/>
                    </a:lnTo>
                    <a:cubicBezTo>
                      <a:pt x="498877" y="121775"/>
                      <a:pt x="526155" y="94438"/>
                      <a:pt x="526155" y="60888"/>
                    </a:cubicBezTo>
                    <a:cubicBezTo>
                      <a:pt x="526155" y="27337"/>
                      <a:pt x="498818" y="0"/>
                      <a:pt x="465267" y="0"/>
                    </a:cubicBezTo>
                    <a:lnTo>
                      <a:pt x="60888" y="0"/>
                    </a:lnTo>
                    <a:cubicBezTo>
                      <a:pt x="27278" y="0"/>
                      <a:pt x="0" y="27337"/>
                      <a:pt x="0" y="60888"/>
                    </a:cubicBezTo>
                    <a:cubicBezTo>
                      <a:pt x="0" y="94438"/>
                      <a:pt x="27337" y="121775"/>
                      <a:pt x="60888" y="121775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3" name="任意多边形: 形状 1132" descr="09572673-9ad3-421c-88ca-a8ffd2d7d754">
                <a:extLst>
                  <a:ext uri="{FF2B5EF4-FFF2-40B4-BE49-F238E27FC236}">
                    <a16:creationId xmlns:a16="http://schemas.microsoft.com/office/drawing/2014/main" id="{A9F05927-3317-F5E0-EFD1-66283066F819}"/>
                  </a:ext>
                </a:extLst>
              </p:cNvPr>
              <p:cNvSpPr/>
              <p:nvPr/>
            </p:nvSpPr>
            <p:spPr>
              <a:xfrm>
                <a:off x="10640617" y="4029043"/>
                <a:ext cx="727913" cy="376003"/>
              </a:xfrm>
              <a:custGeom>
                <a:avLst/>
                <a:gdLst>
                  <a:gd name="connsiteX0" fmla="*/ 0 w 1372901"/>
                  <a:gd name="connsiteY0" fmla="*/ 219468 h 709172"/>
                  <a:gd name="connsiteX1" fmla="*/ 0 w 1372901"/>
                  <a:gd name="connsiteY1" fmla="*/ 489823 h 709172"/>
                  <a:gd name="connsiteX2" fmla="*/ 159882 w 1372901"/>
                  <a:gd name="connsiteY2" fmla="*/ 700770 h 709172"/>
                  <a:gd name="connsiteX3" fmla="*/ 219409 w 1372901"/>
                  <a:gd name="connsiteY3" fmla="*/ 709173 h 709172"/>
                  <a:gd name="connsiteX4" fmla="*/ 1153493 w 1372901"/>
                  <a:gd name="connsiteY4" fmla="*/ 709173 h 709172"/>
                  <a:gd name="connsiteX5" fmla="*/ 1372902 w 1372901"/>
                  <a:gd name="connsiteY5" fmla="*/ 489764 h 709172"/>
                  <a:gd name="connsiteX6" fmla="*/ 1372902 w 1372901"/>
                  <a:gd name="connsiteY6" fmla="*/ 219409 h 709172"/>
                  <a:gd name="connsiteX7" fmla="*/ 1153493 w 1372901"/>
                  <a:gd name="connsiteY7" fmla="*/ 0 h 709172"/>
                  <a:gd name="connsiteX8" fmla="*/ 219409 w 1372901"/>
                  <a:gd name="connsiteY8" fmla="*/ 0 h 709172"/>
                  <a:gd name="connsiteX9" fmla="*/ 159882 w 1372901"/>
                  <a:gd name="connsiteY9" fmla="*/ 8402 h 709172"/>
                  <a:gd name="connsiteX10" fmla="*/ 0 w 1372901"/>
                  <a:gd name="connsiteY10" fmla="*/ 219350 h 709172"/>
                  <a:gd name="connsiteX11" fmla="*/ 121835 w 1372901"/>
                  <a:gd name="connsiteY11" fmla="*/ 219468 h 709172"/>
                  <a:gd name="connsiteX12" fmla="*/ 219409 w 1372901"/>
                  <a:gd name="connsiteY12" fmla="*/ 121894 h 709172"/>
                  <a:gd name="connsiteX13" fmla="*/ 1153493 w 1372901"/>
                  <a:gd name="connsiteY13" fmla="*/ 121894 h 709172"/>
                  <a:gd name="connsiteX14" fmla="*/ 1251067 w 1372901"/>
                  <a:gd name="connsiteY14" fmla="*/ 219468 h 709172"/>
                  <a:gd name="connsiteX15" fmla="*/ 1251067 w 1372901"/>
                  <a:gd name="connsiteY15" fmla="*/ 489823 h 709172"/>
                  <a:gd name="connsiteX16" fmla="*/ 1153493 w 1372901"/>
                  <a:gd name="connsiteY16" fmla="*/ 587398 h 709172"/>
                  <a:gd name="connsiteX17" fmla="*/ 219409 w 1372901"/>
                  <a:gd name="connsiteY17" fmla="*/ 587398 h 709172"/>
                  <a:gd name="connsiteX18" fmla="*/ 121835 w 1372901"/>
                  <a:gd name="connsiteY18" fmla="*/ 489823 h 709172"/>
                  <a:gd name="connsiteX19" fmla="*/ 121835 w 1372901"/>
                  <a:gd name="connsiteY19" fmla="*/ 219468 h 709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72901" h="709172">
                    <a:moveTo>
                      <a:pt x="0" y="219468"/>
                    </a:moveTo>
                    <a:lnTo>
                      <a:pt x="0" y="489823"/>
                    </a:lnTo>
                    <a:cubicBezTo>
                      <a:pt x="0" y="590179"/>
                      <a:pt x="67752" y="674794"/>
                      <a:pt x="159882" y="700770"/>
                    </a:cubicBezTo>
                    <a:cubicBezTo>
                      <a:pt x="178817" y="706155"/>
                      <a:pt x="198758" y="709173"/>
                      <a:pt x="219409" y="709173"/>
                    </a:cubicBezTo>
                    <a:lnTo>
                      <a:pt x="1153493" y="709173"/>
                    </a:lnTo>
                    <a:cubicBezTo>
                      <a:pt x="1274441" y="709173"/>
                      <a:pt x="1372902" y="610770"/>
                      <a:pt x="1372902" y="489764"/>
                    </a:cubicBezTo>
                    <a:lnTo>
                      <a:pt x="1372902" y="219409"/>
                    </a:lnTo>
                    <a:cubicBezTo>
                      <a:pt x="1372902" y="98462"/>
                      <a:pt x="1274499" y="0"/>
                      <a:pt x="1153493" y="0"/>
                    </a:cubicBezTo>
                    <a:lnTo>
                      <a:pt x="219409" y="0"/>
                    </a:lnTo>
                    <a:cubicBezTo>
                      <a:pt x="198758" y="0"/>
                      <a:pt x="178876" y="3077"/>
                      <a:pt x="159882" y="8402"/>
                    </a:cubicBezTo>
                    <a:cubicBezTo>
                      <a:pt x="67752" y="34438"/>
                      <a:pt x="0" y="119053"/>
                      <a:pt x="0" y="219350"/>
                    </a:cubicBezTo>
                    <a:close/>
                    <a:moveTo>
                      <a:pt x="121835" y="219468"/>
                    </a:moveTo>
                    <a:cubicBezTo>
                      <a:pt x="121835" y="165681"/>
                      <a:pt x="165622" y="121894"/>
                      <a:pt x="219409" y="121894"/>
                    </a:cubicBezTo>
                    <a:lnTo>
                      <a:pt x="1153493" y="121894"/>
                    </a:lnTo>
                    <a:cubicBezTo>
                      <a:pt x="1207280" y="121894"/>
                      <a:pt x="1251067" y="165681"/>
                      <a:pt x="1251067" y="219468"/>
                    </a:cubicBezTo>
                    <a:lnTo>
                      <a:pt x="1251067" y="489823"/>
                    </a:lnTo>
                    <a:cubicBezTo>
                      <a:pt x="1251067" y="543610"/>
                      <a:pt x="1207280" y="587398"/>
                      <a:pt x="1153493" y="587398"/>
                    </a:cubicBezTo>
                    <a:lnTo>
                      <a:pt x="219409" y="587398"/>
                    </a:lnTo>
                    <a:cubicBezTo>
                      <a:pt x="165622" y="587398"/>
                      <a:pt x="121835" y="543610"/>
                      <a:pt x="121835" y="489823"/>
                    </a:cubicBezTo>
                    <a:lnTo>
                      <a:pt x="121835" y="219468"/>
                    </a:ln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4" name="任意多边形: 形状 1133" descr="f1bd7c85-7fba-4b85-9eaa-bf8b9fe61c72">
                <a:extLst>
                  <a:ext uri="{FF2B5EF4-FFF2-40B4-BE49-F238E27FC236}">
                    <a16:creationId xmlns:a16="http://schemas.microsoft.com/office/drawing/2014/main" id="{D52B7DE0-71D8-6E43-1DC4-F5C5A30BDD79}"/>
                  </a:ext>
                </a:extLst>
              </p:cNvPr>
              <p:cNvSpPr/>
              <p:nvPr/>
            </p:nvSpPr>
            <p:spPr>
              <a:xfrm>
                <a:off x="10640617" y="5051360"/>
                <a:ext cx="878251" cy="375941"/>
              </a:xfrm>
              <a:custGeom>
                <a:avLst/>
                <a:gdLst>
                  <a:gd name="connsiteX0" fmla="*/ 159882 w 1656452"/>
                  <a:gd name="connsiteY0" fmla="*/ 8402 h 709054"/>
                  <a:gd name="connsiteX1" fmla="*/ 0 w 1656452"/>
                  <a:gd name="connsiteY1" fmla="*/ 219350 h 709054"/>
                  <a:gd name="connsiteX2" fmla="*/ 0 w 1656452"/>
                  <a:gd name="connsiteY2" fmla="*/ 489705 h 709054"/>
                  <a:gd name="connsiteX3" fmla="*/ 159882 w 1656452"/>
                  <a:gd name="connsiteY3" fmla="*/ 700652 h 709054"/>
                  <a:gd name="connsiteX4" fmla="*/ 219409 w 1656452"/>
                  <a:gd name="connsiteY4" fmla="*/ 709054 h 709054"/>
                  <a:gd name="connsiteX5" fmla="*/ 1595565 w 1656452"/>
                  <a:gd name="connsiteY5" fmla="*/ 709054 h 709054"/>
                  <a:gd name="connsiteX6" fmla="*/ 1656453 w 1656452"/>
                  <a:gd name="connsiteY6" fmla="*/ 648167 h 709054"/>
                  <a:gd name="connsiteX7" fmla="*/ 1595565 w 1656452"/>
                  <a:gd name="connsiteY7" fmla="*/ 587279 h 709054"/>
                  <a:gd name="connsiteX8" fmla="*/ 219409 w 1656452"/>
                  <a:gd name="connsiteY8" fmla="*/ 587279 h 709054"/>
                  <a:gd name="connsiteX9" fmla="*/ 159882 w 1656452"/>
                  <a:gd name="connsiteY9" fmla="*/ 566865 h 709054"/>
                  <a:gd name="connsiteX10" fmla="*/ 121835 w 1656452"/>
                  <a:gd name="connsiteY10" fmla="*/ 489705 h 709054"/>
                  <a:gd name="connsiteX11" fmla="*/ 121835 w 1656452"/>
                  <a:gd name="connsiteY11" fmla="*/ 219350 h 709054"/>
                  <a:gd name="connsiteX12" fmla="*/ 159882 w 1656452"/>
                  <a:gd name="connsiteY12" fmla="*/ 142190 h 709054"/>
                  <a:gd name="connsiteX13" fmla="*/ 219409 w 1656452"/>
                  <a:gd name="connsiteY13" fmla="*/ 121775 h 709054"/>
                  <a:gd name="connsiteX14" fmla="*/ 1595565 w 1656452"/>
                  <a:gd name="connsiteY14" fmla="*/ 121775 h 709054"/>
                  <a:gd name="connsiteX15" fmla="*/ 1656453 w 1656452"/>
                  <a:gd name="connsiteY15" fmla="*/ 60888 h 709054"/>
                  <a:gd name="connsiteX16" fmla="*/ 1595565 w 1656452"/>
                  <a:gd name="connsiteY16" fmla="*/ 0 h 709054"/>
                  <a:gd name="connsiteX17" fmla="*/ 219409 w 1656452"/>
                  <a:gd name="connsiteY17" fmla="*/ 0 h 709054"/>
                  <a:gd name="connsiteX18" fmla="*/ 159882 w 1656452"/>
                  <a:gd name="connsiteY18" fmla="*/ 8402 h 709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56452" h="709054">
                    <a:moveTo>
                      <a:pt x="159882" y="8402"/>
                    </a:moveTo>
                    <a:cubicBezTo>
                      <a:pt x="67752" y="34438"/>
                      <a:pt x="0" y="119053"/>
                      <a:pt x="0" y="219350"/>
                    </a:cubicBezTo>
                    <a:lnTo>
                      <a:pt x="0" y="489705"/>
                    </a:lnTo>
                    <a:cubicBezTo>
                      <a:pt x="0" y="590060"/>
                      <a:pt x="67752" y="674676"/>
                      <a:pt x="159882" y="700652"/>
                    </a:cubicBezTo>
                    <a:cubicBezTo>
                      <a:pt x="178817" y="706036"/>
                      <a:pt x="198758" y="709054"/>
                      <a:pt x="219409" y="709054"/>
                    </a:cubicBezTo>
                    <a:lnTo>
                      <a:pt x="1595565" y="709054"/>
                    </a:lnTo>
                    <a:cubicBezTo>
                      <a:pt x="1629175" y="709054"/>
                      <a:pt x="1656453" y="681717"/>
                      <a:pt x="1656453" y="648167"/>
                    </a:cubicBezTo>
                    <a:cubicBezTo>
                      <a:pt x="1656453" y="614616"/>
                      <a:pt x="1629115" y="587279"/>
                      <a:pt x="1595565" y="587279"/>
                    </a:cubicBezTo>
                    <a:lnTo>
                      <a:pt x="219409" y="587279"/>
                    </a:lnTo>
                    <a:cubicBezTo>
                      <a:pt x="196982" y="587279"/>
                      <a:pt x="176391" y="579587"/>
                      <a:pt x="159882" y="566865"/>
                    </a:cubicBezTo>
                    <a:cubicBezTo>
                      <a:pt x="136805" y="548995"/>
                      <a:pt x="121835" y="521125"/>
                      <a:pt x="121835" y="489705"/>
                    </a:cubicBezTo>
                    <a:lnTo>
                      <a:pt x="121835" y="219350"/>
                    </a:lnTo>
                    <a:cubicBezTo>
                      <a:pt x="121835" y="187989"/>
                      <a:pt x="136805" y="160059"/>
                      <a:pt x="159882" y="142190"/>
                    </a:cubicBezTo>
                    <a:cubicBezTo>
                      <a:pt x="176391" y="129468"/>
                      <a:pt x="196982" y="121775"/>
                      <a:pt x="219409" y="121775"/>
                    </a:cubicBezTo>
                    <a:lnTo>
                      <a:pt x="1595565" y="121775"/>
                    </a:lnTo>
                    <a:cubicBezTo>
                      <a:pt x="1629175" y="121775"/>
                      <a:pt x="1656453" y="94438"/>
                      <a:pt x="1656453" y="60888"/>
                    </a:cubicBezTo>
                    <a:cubicBezTo>
                      <a:pt x="1656453" y="27337"/>
                      <a:pt x="1629115" y="0"/>
                      <a:pt x="1595565" y="0"/>
                    </a:cubicBezTo>
                    <a:lnTo>
                      <a:pt x="219409" y="0"/>
                    </a:lnTo>
                    <a:cubicBezTo>
                      <a:pt x="198758" y="0"/>
                      <a:pt x="178876" y="3077"/>
                      <a:pt x="159882" y="8402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5" name="任意多边形: 形状 1134" descr="7db057d3-c5cc-4e0d-8b68-c2227aa8e045">
                <a:extLst>
                  <a:ext uri="{FF2B5EF4-FFF2-40B4-BE49-F238E27FC236}">
                    <a16:creationId xmlns:a16="http://schemas.microsoft.com/office/drawing/2014/main" id="{7C034ED9-6C29-3E05-0F2C-9BCEE4018ADC}"/>
                  </a:ext>
                </a:extLst>
              </p:cNvPr>
              <p:cNvSpPr/>
              <p:nvPr/>
            </p:nvSpPr>
            <p:spPr>
              <a:xfrm>
                <a:off x="8349646" y="3874783"/>
                <a:ext cx="64565" cy="298355"/>
              </a:xfrm>
              <a:custGeom>
                <a:avLst/>
                <a:gdLst>
                  <a:gd name="connsiteX0" fmla="*/ 60888 w 121775"/>
                  <a:gd name="connsiteY0" fmla="*/ 0 h 562722"/>
                  <a:gd name="connsiteX1" fmla="*/ 0 w 121775"/>
                  <a:gd name="connsiteY1" fmla="*/ 60888 h 562722"/>
                  <a:gd name="connsiteX2" fmla="*/ 0 w 121775"/>
                  <a:gd name="connsiteY2" fmla="*/ 501835 h 562722"/>
                  <a:gd name="connsiteX3" fmla="*/ 60888 w 121775"/>
                  <a:gd name="connsiteY3" fmla="*/ 562723 h 562722"/>
                  <a:gd name="connsiteX4" fmla="*/ 121775 w 121775"/>
                  <a:gd name="connsiteY4" fmla="*/ 501835 h 562722"/>
                  <a:gd name="connsiteX5" fmla="*/ 121775 w 121775"/>
                  <a:gd name="connsiteY5" fmla="*/ 60888 h 562722"/>
                  <a:gd name="connsiteX6" fmla="*/ 60888 w 121775"/>
                  <a:gd name="connsiteY6" fmla="*/ 0 h 562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775" h="562722">
                    <a:moveTo>
                      <a:pt x="60888" y="0"/>
                    </a:moveTo>
                    <a:cubicBezTo>
                      <a:pt x="27278" y="0"/>
                      <a:pt x="0" y="27337"/>
                      <a:pt x="0" y="60888"/>
                    </a:cubicBezTo>
                    <a:lnTo>
                      <a:pt x="0" y="501835"/>
                    </a:lnTo>
                    <a:cubicBezTo>
                      <a:pt x="0" y="535445"/>
                      <a:pt x="27337" y="562723"/>
                      <a:pt x="60888" y="562723"/>
                    </a:cubicBezTo>
                    <a:cubicBezTo>
                      <a:pt x="94438" y="562723"/>
                      <a:pt x="121775" y="535385"/>
                      <a:pt x="121775" y="501835"/>
                    </a:cubicBezTo>
                    <a:lnTo>
                      <a:pt x="121775" y="60888"/>
                    </a:lnTo>
                    <a:cubicBezTo>
                      <a:pt x="121775" y="27278"/>
                      <a:pt x="94438" y="0"/>
                      <a:pt x="60888" y="0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6" name="任意多边形: 形状 1135" descr="98e36f5d-37d1-44cb-b612-4374853312ed">
                <a:extLst>
                  <a:ext uri="{FF2B5EF4-FFF2-40B4-BE49-F238E27FC236}">
                    <a16:creationId xmlns:a16="http://schemas.microsoft.com/office/drawing/2014/main" id="{9F8075D2-575B-772A-AA8C-08207AA42254}"/>
                  </a:ext>
                </a:extLst>
              </p:cNvPr>
              <p:cNvSpPr/>
              <p:nvPr/>
            </p:nvSpPr>
            <p:spPr>
              <a:xfrm>
                <a:off x="10640617" y="3201554"/>
                <a:ext cx="371799" cy="64565"/>
              </a:xfrm>
              <a:custGeom>
                <a:avLst/>
                <a:gdLst>
                  <a:gd name="connsiteX0" fmla="*/ 0 w 701243"/>
                  <a:gd name="connsiteY0" fmla="*/ 60888 h 121775"/>
                  <a:gd name="connsiteX1" fmla="*/ 60888 w 701243"/>
                  <a:gd name="connsiteY1" fmla="*/ 121775 h 121775"/>
                  <a:gd name="connsiteX2" fmla="*/ 640356 w 701243"/>
                  <a:gd name="connsiteY2" fmla="*/ 121775 h 121775"/>
                  <a:gd name="connsiteX3" fmla="*/ 701244 w 701243"/>
                  <a:gd name="connsiteY3" fmla="*/ 60888 h 121775"/>
                  <a:gd name="connsiteX4" fmla="*/ 640356 w 701243"/>
                  <a:gd name="connsiteY4" fmla="*/ 0 h 121775"/>
                  <a:gd name="connsiteX5" fmla="*/ 60888 w 701243"/>
                  <a:gd name="connsiteY5" fmla="*/ 0 h 121775"/>
                  <a:gd name="connsiteX6" fmla="*/ 0 w 701243"/>
                  <a:gd name="connsiteY6" fmla="*/ 60888 h 121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1243" h="121775">
                    <a:moveTo>
                      <a:pt x="0" y="60888"/>
                    </a:moveTo>
                    <a:cubicBezTo>
                      <a:pt x="0" y="94497"/>
                      <a:pt x="27337" y="121775"/>
                      <a:pt x="60888" y="121775"/>
                    </a:cubicBezTo>
                    <a:lnTo>
                      <a:pt x="640356" y="121775"/>
                    </a:lnTo>
                    <a:cubicBezTo>
                      <a:pt x="673966" y="121775"/>
                      <a:pt x="701244" y="94438"/>
                      <a:pt x="701244" y="60888"/>
                    </a:cubicBezTo>
                    <a:cubicBezTo>
                      <a:pt x="701244" y="27337"/>
                      <a:pt x="673907" y="0"/>
                      <a:pt x="640356" y="0"/>
                    </a:cubicBezTo>
                    <a:lnTo>
                      <a:pt x="60888" y="0"/>
                    </a:lnTo>
                    <a:cubicBezTo>
                      <a:pt x="27278" y="0"/>
                      <a:pt x="0" y="27337"/>
                      <a:pt x="0" y="60888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7" name="任意多边形: 形状 1136" descr="e6a1bb1b-510d-4f42-8cc4-8de67460382b">
                <a:extLst>
                  <a:ext uri="{FF2B5EF4-FFF2-40B4-BE49-F238E27FC236}">
                    <a16:creationId xmlns:a16="http://schemas.microsoft.com/office/drawing/2014/main" id="{A8AD1177-BE90-1220-C037-4B82C264C889}"/>
                  </a:ext>
                </a:extLst>
              </p:cNvPr>
              <p:cNvSpPr/>
              <p:nvPr/>
            </p:nvSpPr>
            <p:spPr>
              <a:xfrm>
                <a:off x="8600032" y="3874783"/>
                <a:ext cx="64565" cy="298355"/>
              </a:xfrm>
              <a:custGeom>
                <a:avLst/>
                <a:gdLst>
                  <a:gd name="connsiteX0" fmla="*/ 60888 w 121775"/>
                  <a:gd name="connsiteY0" fmla="*/ 0 h 562722"/>
                  <a:gd name="connsiteX1" fmla="*/ 0 w 121775"/>
                  <a:gd name="connsiteY1" fmla="*/ 60888 h 562722"/>
                  <a:gd name="connsiteX2" fmla="*/ 0 w 121775"/>
                  <a:gd name="connsiteY2" fmla="*/ 501835 h 562722"/>
                  <a:gd name="connsiteX3" fmla="*/ 60888 w 121775"/>
                  <a:gd name="connsiteY3" fmla="*/ 562723 h 562722"/>
                  <a:gd name="connsiteX4" fmla="*/ 121775 w 121775"/>
                  <a:gd name="connsiteY4" fmla="*/ 501835 h 562722"/>
                  <a:gd name="connsiteX5" fmla="*/ 121775 w 121775"/>
                  <a:gd name="connsiteY5" fmla="*/ 60888 h 562722"/>
                  <a:gd name="connsiteX6" fmla="*/ 60888 w 121775"/>
                  <a:gd name="connsiteY6" fmla="*/ 0 h 562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775" h="562722">
                    <a:moveTo>
                      <a:pt x="60888" y="0"/>
                    </a:moveTo>
                    <a:cubicBezTo>
                      <a:pt x="27278" y="0"/>
                      <a:pt x="0" y="27337"/>
                      <a:pt x="0" y="60888"/>
                    </a:cubicBezTo>
                    <a:lnTo>
                      <a:pt x="0" y="501835"/>
                    </a:lnTo>
                    <a:cubicBezTo>
                      <a:pt x="0" y="535445"/>
                      <a:pt x="27337" y="562723"/>
                      <a:pt x="60888" y="562723"/>
                    </a:cubicBezTo>
                    <a:cubicBezTo>
                      <a:pt x="94438" y="562723"/>
                      <a:pt x="121775" y="535385"/>
                      <a:pt x="121775" y="501835"/>
                    </a:cubicBezTo>
                    <a:lnTo>
                      <a:pt x="121775" y="60888"/>
                    </a:lnTo>
                    <a:cubicBezTo>
                      <a:pt x="121775" y="27278"/>
                      <a:pt x="94438" y="0"/>
                      <a:pt x="60888" y="0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8" name="任意多边形: 形状 1137" descr="4849ab72-4c94-48dd-a945-c14b3558cae6">
                <a:extLst>
                  <a:ext uri="{FF2B5EF4-FFF2-40B4-BE49-F238E27FC236}">
                    <a16:creationId xmlns:a16="http://schemas.microsoft.com/office/drawing/2014/main" id="{D504118B-221D-93BE-2825-AAB66DF67438}"/>
                  </a:ext>
                </a:extLst>
              </p:cNvPr>
              <p:cNvSpPr/>
              <p:nvPr/>
            </p:nvSpPr>
            <p:spPr>
              <a:xfrm>
                <a:off x="10640617" y="2317937"/>
                <a:ext cx="878251" cy="64565"/>
              </a:xfrm>
              <a:custGeom>
                <a:avLst/>
                <a:gdLst>
                  <a:gd name="connsiteX0" fmla="*/ 0 w 1656452"/>
                  <a:gd name="connsiteY0" fmla="*/ 60888 h 121775"/>
                  <a:gd name="connsiteX1" fmla="*/ 60888 w 1656452"/>
                  <a:gd name="connsiteY1" fmla="*/ 121775 h 121775"/>
                  <a:gd name="connsiteX2" fmla="*/ 1595565 w 1656452"/>
                  <a:gd name="connsiteY2" fmla="*/ 121775 h 121775"/>
                  <a:gd name="connsiteX3" fmla="*/ 1656453 w 1656452"/>
                  <a:gd name="connsiteY3" fmla="*/ 60888 h 121775"/>
                  <a:gd name="connsiteX4" fmla="*/ 1595565 w 1656452"/>
                  <a:gd name="connsiteY4" fmla="*/ 0 h 121775"/>
                  <a:gd name="connsiteX5" fmla="*/ 60888 w 1656452"/>
                  <a:gd name="connsiteY5" fmla="*/ 0 h 121775"/>
                  <a:gd name="connsiteX6" fmla="*/ 0 w 1656452"/>
                  <a:gd name="connsiteY6" fmla="*/ 60888 h 121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56452" h="121775">
                    <a:moveTo>
                      <a:pt x="0" y="60888"/>
                    </a:moveTo>
                    <a:cubicBezTo>
                      <a:pt x="0" y="94497"/>
                      <a:pt x="27337" y="121775"/>
                      <a:pt x="60888" y="121775"/>
                    </a:cubicBezTo>
                    <a:lnTo>
                      <a:pt x="1595565" y="121775"/>
                    </a:lnTo>
                    <a:cubicBezTo>
                      <a:pt x="1629175" y="121775"/>
                      <a:pt x="1656453" y="94438"/>
                      <a:pt x="1656453" y="60888"/>
                    </a:cubicBezTo>
                    <a:cubicBezTo>
                      <a:pt x="1656453" y="27337"/>
                      <a:pt x="1629115" y="0"/>
                      <a:pt x="1595565" y="0"/>
                    </a:cubicBezTo>
                    <a:lnTo>
                      <a:pt x="60888" y="0"/>
                    </a:lnTo>
                    <a:cubicBezTo>
                      <a:pt x="27278" y="0"/>
                      <a:pt x="0" y="27337"/>
                      <a:pt x="0" y="60888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9" name="任意多边形: 形状 1138" descr="3cb23594-b557-44c9-a07b-1c11a557b647">
                <a:extLst>
                  <a:ext uri="{FF2B5EF4-FFF2-40B4-BE49-F238E27FC236}">
                    <a16:creationId xmlns:a16="http://schemas.microsoft.com/office/drawing/2014/main" id="{20F276B1-4511-4D6A-9481-F6D4BABF4A67}"/>
                  </a:ext>
                </a:extLst>
              </p:cNvPr>
              <p:cNvSpPr/>
              <p:nvPr/>
            </p:nvSpPr>
            <p:spPr>
              <a:xfrm>
                <a:off x="9220054" y="2556183"/>
                <a:ext cx="278967" cy="64565"/>
              </a:xfrm>
              <a:custGeom>
                <a:avLst/>
                <a:gdLst>
                  <a:gd name="connsiteX0" fmla="*/ 60888 w 526154"/>
                  <a:gd name="connsiteY0" fmla="*/ 121775 h 121775"/>
                  <a:gd name="connsiteX1" fmla="*/ 465267 w 526154"/>
                  <a:gd name="connsiteY1" fmla="*/ 121775 h 121775"/>
                  <a:gd name="connsiteX2" fmla="*/ 526155 w 526154"/>
                  <a:gd name="connsiteY2" fmla="*/ 60888 h 121775"/>
                  <a:gd name="connsiteX3" fmla="*/ 465267 w 526154"/>
                  <a:gd name="connsiteY3" fmla="*/ 0 h 121775"/>
                  <a:gd name="connsiteX4" fmla="*/ 60888 w 526154"/>
                  <a:gd name="connsiteY4" fmla="*/ 0 h 121775"/>
                  <a:gd name="connsiteX5" fmla="*/ 0 w 526154"/>
                  <a:gd name="connsiteY5" fmla="*/ 60888 h 121775"/>
                  <a:gd name="connsiteX6" fmla="*/ 60888 w 526154"/>
                  <a:gd name="connsiteY6" fmla="*/ 121775 h 121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6154" h="121775">
                    <a:moveTo>
                      <a:pt x="60888" y="121775"/>
                    </a:moveTo>
                    <a:lnTo>
                      <a:pt x="465267" y="121775"/>
                    </a:lnTo>
                    <a:cubicBezTo>
                      <a:pt x="498877" y="121775"/>
                      <a:pt x="526155" y="94438"/>
                      <a:pt x="526155" y="60888"/>
                    </a:cubicBezTo>
                    <a:cubicBezTo>
                      <a:pt x="526155" y="27337"/>
                      <a:pt x="498817" y="0"/>
                      <a:pt x="465267" y="0"/>
                    </a:cubicBezTo>
                    <a:lnTo>
                      <a:pt x="60888" y="0"/>
                    </a:lnTo>
                    <a:cubicBezTo>
                      <a:pt x="27278" y="0"/>
                      <a:pt x="0" y="27337"/>
                      <a:pt x="0" y="60888"/>
                    </a:cubicBezTo>
                    <a:cubicBezTo>
                      <a:pt x="0" y="94438"/>
                      <a:pt x="27337" y="121775"/>
                      <a:pt x="60888" y="121775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0" name="任意多边形: 形状 1139" descr="ec41129f-962a-46dc-8ea6-d26b5c46774d">
                <a:extLst>
                  <a:ext uri="{FF2B5EF4-FFF2-40B4-BE49-F238E27FC236}">
                    <a16:creationId xmlns:a16="http://schemas.microsoft.com/office/drawing/2014/main" id="{6F6C1AD9-93C6-C61A-B4BD-ECB44951D8D1}"/>
                  </a:ext>
                </a:extLst>
              </p:cNvPr>
              <p:cNvSpPr/>
              <p:nvPr/>
            </p:nvSpPr>
            <p:spPr>
              <a:xfrm>
                <a:off x="8312217" y="3173959"/>
                <a:ext cx="1071446" cy="344083"/>
              </a:xfrm>
              <a:custGeom>
                <a:avLst/>
                <a:gdLst>
                  <a:gd name="connsiteX0" fmla="*/ 1575861 w 2020831"/>
                  <a:gd name="connsiteY0" fmla="*/ 539562 h 648970"/>
                  <a:gd name="connsiteX1" fmla="*/ 1552311 w 2020831"/>
                  <a:gd name="connsiteY1" fmla="*/ 579798 h 648970"/>
                  <a:gd name="connsiteX2" fmla="*/ 1564145 w 2020831"/>
                  <a:gd name="connsiteY2" fmla="*/ 624887 h 648970"/>
                  <a:gd name="connsiteX3" fmla="*/ 1612725 w 2020831"/>
                  <a:gd name="connsiteY3" fmla="*/ 648970 h 648970"/>
                  <a:gd name="connsiteX4" fmla="*/ 1649470 w 2020831"/>
                  <a:gd name="connsiteY4" fmla="*/ 636603 h 648970"/>
                  <a:gd name="connsiteX5" fmla="*/ 1996868 w 2020831"/>
                  <a:gd name="connsiteY5" fmla="*/ 373052 h 648970"/>
                  <a:gd name="connsiteX6" fmla="*/ 2002785 w 2020831"/>
                  <a:gd name="connsiteY6" fmla="*/ 367845 h 648970"/>
                  <a:gd name="connsiteX7" fmla="*/ 2003317 w 2020831"/>
                  <a:gd name="connsiteY7" fmla="*/ 367253 h 648970"/>
                  <a:gd name="connsiteX8" fmla="*/ 2003672 w 2020831"/>
                  <a:gd name="connsiteY8" fmla="*/ 366839 h 648970"/>
                  <a:gd name="connsiteX9" fmla="*/ 2009885 w 2020831"/>
                  <a:gd name="connsiteY9" fmla="*/ 359265 h 648970"/>
                  <a:gd name="connsiteX10" fmla="*/ 2010181 w 2020831"/>
                  <a:gd name="connsiteY10" fmla="*/ 358851 h 648970"/>
                  <a:gd name="connsiteX11" fmla="*/ 2010654 w 2020831"/>
                  <a:gd name="connsiteY11" fmla="*/ 358200 h 648970"/>
                  <a:gd name="connsiteX12" fmla="*/ 2015507 w 2020831"/>
                  <a:gd name="connsiteY12" fmla="*/ 349265 h 648970"/>
                  <a:gd name="connsiteX13" fmla="*/ 2016394 w 2020831"/>
                  <a:gd name="connsiteY13" fmla="*/ 347194 h 648970"/>
                  <a:gd name="connsiteX14" fmla="*/ 2019412 w 2020831"/>
                  <a:gd name="connsiteY14" fmla="*/ 337372 h 648970"/>
                  <a:gd name="connsiteX15" fmla="*/ 2019589 w 2020831"/>
                  <a:gd name="connsiteY15" fmla="*/ 336307 h 648970"/>
                  <a:gd name="connsiteX16" fmla="*/ 2019708 w 2020831"/>
                  <a:gd name="connsiteY16" fmla="*/ 335656 h 648970"/>
                  <a:gd name="connsiteX17" fmla="*/ 2020832 w 2020831"/>
                  <a:gd name="connsiteY17" fmla="*/ 324472 h 648970"/>
                  <a:gd name="connsiteX18" fmla="*/ 2019708 w 2020831"/>
                  <a:gd name="connsiteY18" fmla="*/ 313289 h 648970"/>
                  <a:gd name="connsiteX19" fmla="*/ 2019589 w 2020831"/>
                  <a:gd name="connsiteY19" fmla="*/ 312638 h 648970"/>
                  <a:gd name="connsiteX20" fmla="*/ 2019412 w 2020831"/>
                  <a:gd name="connsiteY20" fmla="*/ 311573 h 648970"/>
                  <a:gd name="connsiteX21" fmla="*/ 2016394 w 2020831"/>
                  <a:gd name="connsiteY21" fmla="*/ 301751 h 648970"/>
                  <a:gd name="connsiteX22" fmla="*/ 2015507 w 2020831"/>
                  <a:gd name="connsiteY22" fmla="*/ 299680 h 648970"/>
                  <a:gd name="connsiteX23" fmla="*/ 2010654 w 2020831"/>
                  <a:gd name="connsiteY23" fmla="*/ 290745 h 648970"/>
                  <a:gd name="connsiteX24" fmla="*/ 2010181 w 2020831"/>
                  <a:gd name="connsiteY24" fmla="*/ 290094 h 648970"/>
                  <a:gd name="connsiteX25" fmla="*/ 2009885 w 2020831"/>
                  <a:gd name="connsiteY25" fmla="*/ 289679 h 648970"/>
                  <a:gd name="connsiteX26" fmla="*/ 2003672 w 2020831"/>
                  <a:gd name="connsiteY26" fmla="*/ 282106 h 648970"/>
                  <a:gd name="connsiteX27" fmla="*/ 2003317 w 2020831"/>
                  <a:gd name="connsiteY27" fmla="*/ 281750 h 648970"/>
                  <a:gd name="connsiteX28" fmla="*/ 2002725 w 2020831"/>
                  <a:gd name="connsiteY28" fmla="*/ 281159 h 648970"/>
                  <a:gd name="connsiteX29" fmla="*/ 1996808 w 2020831"/>
                  <a:gd name="connsiteY29" fmla="*/ 275952 h 648970"/>
                  <a:gd name="connsiteX30" fmla="*/ 1649411 w 2020831"/>
                  <a:gd name="connsiteY30" fmla="*/ 12401 h 648970"/>
                  <a:gd name="connsiteX31" fmla="*/ 1604322 w 2020831"/>
                  <a:gd name="connsiteY31" fmla="*/ 566 h 648970"/>
                  <a:gd name="connsiteX32" fmla="*/ 1564086 w 2020831"/>
                  <a:gd name="connsiteY32" fmla="*/ 24117 h 648970"/>
                  <a:gd name="connsiteX33" fmla="*/ 1575802 w 2020831"/>
                  <a:gd name="connsiteY33" fmla="*/ 109443 h 648970"/>
                  <a:gd name="connsiteX34" fmla="*/ 1778997 w 2020831"/>
                  <a:gd name="connsiteY34" fmla="*/ 263585 h 648970"/>
                  <a:gd name="connsiteX35" fmla="*/ 60888 w 2020831"/>
                  <a:gd name="connsiteY35" fmla="*/ 263585 h 648970"/>
                  <a:gd name="connsiteX36" fmla="*/ 0 w 2020831"/>
                  <a:gd name="connsiteY36" fmla="*/ 324472 h 648970"/>
                  <a:gd name="connsiteX37" fmla="*/ 60888 w 2020831"/>
                  <a:gd name="connsiteY37" fmla="*/ 385360 h 648970"/>
                  <a:gd name="connsiteX38" fmla="*/ 1778997 w 2020831"/>
                  <a:gd name="connsiteY38" fmla="*/ 385360 h 648970"/>
                  <a:gd name="connsiteX39" fmla="*/ 1575802 w 2020831"/>
                  <a:gd name="connsiteY39" fmla="*/ 539502 h 64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020831" h="648970">
                    <a:moveTo>
                      <a:pt x="1575861" y="539562"/>
                    </a:moveTo>
                    <a:cubicBezTo>
                      <a:pt x="1562902" y="549384"/>
                      <a:pt x="1554559" y="563704"/>
                      <a:pt x="1552311" y="579798"/>
                    </a:cubicBezTo>
                    <a:cubicBezTo>
                      <a:pt x="1550121" y="595893"/>
                      <a:pt x="1554263" y="611929"/>
                      <a:pt x="1564145" y="624887"/>
                    </a:cubicBezTo>
                    <a:cubicBezTo>
                      <a:pt x="1575742" y="640213"/>
                      <a:pt x="1593494" y="648970"/>
                      <a:pt x="1612725" y="648970"/>
                    </a:cubicBezTo>
                    <a:cubicBezTo>
                      <a:pt x="1626098" y="648970"/>
                      <a:pt x="1638819" y="644710"/>
                      <a:pt x="1649470" y="636603"/>
                    </a:cubicBezTo>
                    <a:lnTo>
                      <a:pt x="1996868" y="373052"/>
                    </a:lnTo>
                    <a:cubicBezTo>
                      <a:pt x="1998820" y="371573"/>
                      <a:pt x="2000773" y="369857"/>
                      <a:pt x="2002785" y="367845"/>
                    </a:cubicBezTo>
                    <a:cubicBezTo>
                      <a:pt x="2002962" y="367668"/>
                      <a:pt x="2003140" y="367490"/>
                      <a:pt x="2003317" y="367253"/>
                    </a:cubicBezTo>
                    <a:lnTo>
                      <a:pt x="2003672" y="366839"/>
                    </a:lnTo>
                    <a:cubicBezTo>
                      <a:pt x="2005921" y="364472"/>
                      <a:pt x="2008051" y="361928"/>
                      <a:pt x="2009885" y="359265"/>
                    </a:cubicBezTo>
                    <a:lnTo>
                      <a:pt x="2010181" y="358851"/>
                    </a:lnTo>
                    <a:cubicBezTo>
                      <a:pt x="2010181" y="358851"/>
                      <a:pt x="2010477" y="358437"/>
                      <a:pt x="2010654" y="358200"/>
                    </a:cubicBezTo>
                    <a:cubicBezTo>
                      <a:pt x="2012430" y="355538"/>
                      <a:pt x="2014027" y="352579"/>
                      <a:pt x="2015507" y="349265"/>
                    </a:cubicBezTo>
                    <a:cubicBezTo>
                      <a:pt x="2015802" y="348555"/>
                      <a:pt x="2016098" y="347904"/>
                      <a:pt x="2016394" y="347194"/>
                    </a:cubicBezTo>
                    <a:cubicBezTo>
                      <a:pt x="2017696" y="343940"/>
                      <a:pt x="2018702" y="340626"/>
                      <a:pt x="2019412" y="337372"/>
                    </a:cubicBezTo>
                    <a:cubicBezTo>
                      <a:pt x="2019471" y="337017"/>
                      <a:pt x="2019530" y="336662"/>
                      <a:pt x="2019589" y="336307"/>
                    </a:cubicBezTo>
                    <a:lnTo>
                      <a:pt x="2019708" y="335656"/>
                    </a:lnTo>
                    <a:cubicBezTo>
                      <a:pt x="2020477" y="331573"/>
                      <a:pt x="2020832" y="327904"/>
                      <a:pt x="2020832" y="324472"/>
                    </a:cubicBezTo>
                    <a:cubicBezTo>
                      <a:pt x="2020832" y="321040"/>
                      <a:pt x="2020477" y="317372"/>
                      <a:pt x="2019708" y="313289"/>
                    </a:cubicBezTo>
                    <a:lnTo>
                      <a:pt x="2019589" y="312638"/>
                    </a:lnTo>
                    <a:cubicBezTo>
                      <a:pt x="2019589" y="312283"/>
                      <a:pt x="2019471" y="311928"/>
                      <a:pt x="2019412" y="311573"/>
                    </a:cubicBezTo>
                    <a:cubicBezTo>
                      <a:pt x="2018702" y="308319"/>
                      <a:pt x="2017696" y="305064"/>
                      <a:pt x="2016394" y="301751"/>
                    </a:cubicBezTo>
                    <a:cubicBezTo>
                      <a:pt x="2016098" y="301040"/>
                      <a:pt x="2015802" y="300390"/>
                      <a:pt x="2015507" y="299680"/>
                    </a:cubicBezTo>
                    <a:cubicBezTo>
                      <a:pt x="2014027" y="296366"/>
                      <a:pt x="2012430" y="293407"/>
                      <a:pt x="2010654" y="290745"/>
                    </a:cubicBezTo>
                    <a:cubicBezTo>
                      <a:pt x="2010477" y="290508"/>
                      <a:pt x="2010359" y="290330"/>
                      <a:pt x="2010181" y="290094"/>
                    </a:cubicBezTo>
                    <a:lnTo>
                      <a:pt x="2009885" y="289679"/>
                    </a:lnTo>
                    <a:cubicBezTo>
                      <a:pt x="2007992" y="287017"/>
                      <a:pt x="2005921" y="284472"/>
                      <a:pt x="2003672" y="282106"/>
                    </a:cubicBezTo>
                    <a:lnTo>
                      <a:pt x="2003317" y="281750"/>
                    </a:lnTo>
                    <a:cubicBezTo>
                      <a:pt x="2003317" y="281750"/>
                      <a:pt x="2002962" y="281336"/>
                      <a:pt x="2002725" y="281159"/>
                    </a:cubicBezTo>
                    <a:cubicBezTo>
                      <a:pt x="2000654" y="279147"/>
                      <a:pt x="1998702" y="277431"/>
                      <a:pt x="1996808" y="275952"/>
                    </a:cubicBezTo>
                    <a:lnTo>
                      <a:pt x="1649411" y="12401"/>
                    </a:lnTo>
                    <a:cubicBezTo>
                      <a:pt x="1636453" y="2578"/>
                      <a:pt x="1620417" y="-1623"/>
                      <a:pt x="1604322" y="566"/>
                    </a:cubicBezTo>
                    <a:cubicBezTo>
                      <a:pt x="1588228" y="2756"/>
                      <a:pt x="1573908" y="11158"/>
                      <a:pt x="1564086" y="24117"/>
                    </a:cubicBezTo>
                    <a:cubicBezTo>
                      <a:pt x="1543790" y="50862"/>
                      <a:pt x="1549056" y="89146"/>
                      <a:pt x="1575802" y="109443"/>
                    </a:cubicBezTo>
                    <a:lnTo>
                      <a:pt x="1778997" y="263585"/>
                    </a:lnTo>
                    <a:lnTo>
                      <a:pt x="60888" y="263585"/>
                    </a:lnTo>
                    <a:cubicBezTo>
                      <a:pt x="27278" y="263585"/>
                      <a:pt x="0" y="290922"/>
                      <a:pt x="0" y="324472"/>
                    </a:cubicBezTo>
                    <a:cubicBezTo>
                      <a:pt x="0" y="358023"/>
                      <a:pt x="27337" y="385360"/>
                      <a:pt x="60888" y="385360"/>
                    </a:cubicBezTo>
                    <a:lnTo>
                      <a:pt x="1778997" y="385360"/>
                    </a:lnTo>
                    <a:lnTo>
                      <a:pt x="1575802" y="539502"/>
                    </a:ln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1" name="任意多边形: 形状 1140" descr="8dbafb32-fdef-49c9-874b-d88233b20214">
                <a:extLst>
                  <a:ext uri="{FF2B5EF4-FFF2-40B4-BE49-F238E27FC236}">
                    <a16:creationId xmlns:a16="http://schemas.microsoft.com/office/drawing/2014/main" id="{CFB614CD-6EF6-923B-1322-DEBE785360B2}"/>
                  </a:ext>
                </a:extLst>
              </p:cNvPr>
              <p:cNvSpPr/>
              <p:nvPr/>
            </p:nvSpPr>
            <p:spPr>
              <a:xfrm>
                <a:off x="10640617" y="4540202"/>
                <a:ext cx="727913" cy="376003"/>
              </a:xfrm>
              <a:custGeom>
                <a:avLst/>
                <a:gdLst>
                  <a:gd name="connsiteX0" fmla="*/ 0 w 1372901"/>
                  <a:gd name="connsiteY0" fmla="*/ 219468 h 709172"/>
                  <a:gd name="connsiteX1" fmla="*/ 0 w 1372901"/>
                  <a:gd name="connsiteY1" fmla="*/ 489823 h 709172"/>
                  <a:gd name="connsiteX2" fmla="*/ 159882 w 1372901"/>
                  <a:gd name="connsiteY2" fmla="*/ 700770 h 709172"/>
                  <a:gd name="connsiteX3" fmla="*/ 219409 w 1372901"/>
                  <a:gd name="connsiteY3" fmla="*/ 709173 h 709172"/>
                  <a:gd name="connsiteX4" fmla="*/ 1153493 w 1372901"/>
                  <a:gd name="connsiteY4" fmla="*/ 709173 h 709172"/>
                  <a:gd name="connsiteX5" fmla="*/ 1372902 w 1372901"/>
                  <a:gd name="connsiteY5" fmla="*/ 489764 h 709172"/>
                  <a:gd name="connsiteX6" fmla="*/ 1372902 w 1372901"/>
                  <a:gd name="connsiteY6" fmla="*/ 219409 h 709172"/>
                  <a:gd name="connsiteX7" fmla="*/ 1153493 w 1372901"/>
                  <a:gd name="connsiteY7" fmla="*/ 0 h 709172"/>
                  <a:gd name="connsiteX8" fmla="*/ 219409 w 1372901"/>
                  <a:gd name="connsiteY8" fmla="*/ 0 h 709172"/>
                  <a:gd name="connsiteX9" fmla="*/ 159882 w 1372901"/>
                  <a:gd name="connsiteY9" fmla="*/ 8402 h 709172"/>
                  <a:gd name="connsiteX10" fmla="*/ 0 w 1372901"/>
                  <a:gd name="connsiteY10" fmla="*/ 219350 h 709172"/>
                  <a:gd name="connsiteX11" fmla="*/ 121835 w 1372901"/>
                  <a:gd name="connsiteY11" fmla="*/ 219468 h 709172"/>
                  <a:gd name="connsiteX12" fmla="*/ 219409 w 1372901"/>
                  <a:gd name="connsiteY12" fmla="*/ 121894 h 709172"/>
                  <a:gd name="connsiteX13" fmla="*/ 1153493 w 1372901"/>
                  <a:gd name="connsiteY13" fmla="*/ 121894 h 709172"/>
                  <a:gd name="connsiteX14" fmla="*/ 1251067 w 1372901"/>
                  <a:gd name="connsiteY14" fmla="*/ 219468 h 709172"/>
                  <a:gd name="connsiteX15" fmla="*/ 1251067 w 1372901"/>
                  <a:gd name="connsiteY15" fmla="*/ 489823 h 709172"/>
                  <a:gd name="connsiteX16" fmla="*/ 1153493 w 1372901"/>
                  <a:gd name="connsiteY16" fmla="*/ 587398 h 709172"/>
                  <a:gd name="connsiteX17" fmla="*/ 219409 w 1372901"/>
                  <a:gd name="connsiteY17" fmla="*/ 587398 h 709172"/>
                  <a:gd name="connsiteX18" fmla="*/ 121835 w 1372901"/>
                  <a:gd name="connsiteY18" fmla="*/ 489823 h 709172"/>
                  <a:gd name="connsiteX19" fmla="*/ 121835 w 1372901"/>
                  <a:gd name="connsiteY19" fmla="*/ 219468 h 709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72901" h="709172">
                    <a:moveTo>
                      <a:pt x="0" y="219468"/>
                    </a:moveTo>
                    <a:lnTo>
                      <a:pt x="0" y="489823"/>
                    </a:lnTo>
                    <a:cubicBezTo>
                      <a:pt x="0" y="590179"/>
                      <a:pt x="67752" y="674735"/>
                      <a:pt x="159882" y="700770"/>
                    </a:cubicBezTo>
                    <a:cubicBezTo>
                      <a:pt x="178817" y="706155"/>
                      <a:pt x="198758" y="709173"/>
                      <a:pt x="219409" y="709173"/>
                    </a:cubicBezTo>
                    <a:lnTo>
                      <a:pt x="1153493" y="709173"/>
                    </a:lnTo>
                    <a:cubicBezTo>
                      <a:pt x="1274441" y="709173"/>
                      <a:pt x="1372902" y="610770"/>
                      <a:pt x="1372902" y="489764"/>
                    </a:cubicBezTo>
                    <a:lnTo>
                      <a:pt x="1372902" y="219409"/>
                    </a:lnTo>
                    <a:cubicBezTo>
                      <a:pt x="1372902" y="98462"/>
                      <a:pt x="1274499" y="0"/>
                      <a:pt x="1153493" y="0"/>
                    </a:cubicBezTo>
                    <a:lnTo>
                      <a:pt x="219409" y="0"/>
                    </a:lnTo>
                    <a:cubicBezTo>
                      <a:pt x="198758" y="0"/>
                      <a:pt x="178876" y="3077"/>
                      <a:pt x="159882" y="8402"/>
                    </a:cubicBezTo>
                    <a:cubicBezTo>
                      <a:pt x="67752" y="34438"/>
                      <a:pt x="0" y="119053"/>
                      <a:pt x="0" y="219350"/>
                    </a:cubicBezTo>
                    <a:close/>
                    <a:moveTo>
                      <a:pt x="121835" y="219468"/>
                    </a:moveTo>
                    <a:cubicBezTo>
                      <a:pt x="121835" y="165681"/>
                      <a:pt x="165622" y="121894"/>
                      <a:pt x="219409" y="121894"/>
                    </a:cubicBezTo>
                    <a:lnTo>
                      <a:pt x="1153493" y="121894"/>
                    </a:lnTo>
                    <a:cubicBezTo>
                      <a:pt x="1207280" y="121894"/>
                      <a:pt x="1251067" y="165681"/>
                      <a:pt x="1251067" y="219468"/>
                    </a:cubicBezTo>
                    <a:lnTo>
                      <a:pt x="1251067" y="489823"/>
                    </a:lnTo>
                    <a:cubicBezTo>
                      <a:pt x="1251067" y="543610"/>
                      <a:pt x="1207280" y="587398"/>
                      <a:pt x="1153493" y="587398"/>
                    </a:cubicBezTo>
                    <a:lnTo>
                      <a:pt x="219409" y="587398"/>
                    </a:lnTo>
                    <a:cubicBezTo>
                      <a:pt x="165622" y="587398"/>
                      <a:pt x="121835" y="543610"/>
                      <a:pt x="121835" y="489823"/>
                    </a:cubicBezTo>
                    <a:lnTo>
                      <a:pt x="121835" y="219468"/>
                    </a:ln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2" name="任意多边形: 形状 1141" descr="c1de8b14-04ef-411f-aaec-26614b64d987">
                <a:extLst>
                  <a:ext uri="{FF2B5EF4-FFF2-40B4-BE49-F238E27FC236}">
                    <a16:creationId xmlns:a16="http://schemas.microsoft.com/office/drawing/2014/main" id="{F3837E8A-1B08-3BC3-4169-2427B0A282AF}"/>
                  </a:ext>
                </a:extLst>
              </p:cNvPr>
              <p:cNvSpPr/>
              <p:nvPr/>
            </p:nvSpPr>
            <p:spPr>
              <a:xfrm>
                <a:off x="8179698" y="2556183"/>
                <a:ext cx="278967" cy="64565"/>
              </a:xfrm>
              <a:custGeom>
                <a:avLst/>
                <a:gdLst>
                  <a:gd name="connsiteX0" fmla="*/ 0 w 526154"/>
                  <a:gd name="connsiteY0" fmla="*/ 60888 h 121775"/>
                  <a:gd name="connsiteX1" fmla="*/ 60888 w 526154"/>
                  <a:gd name="connsiteY1" fmla="*/ 121775 h 121775"/>
                  <a:gd name="connsiteX2" fmla="*/ 465267 w 526154"/>
                  <a:gd name="connsiteY2" fmla="*/ 121775 h 121775"/>
                  <a:gd name="connsiteX3" fmla="*/ 526155 w 526154"/>
                  <a:gd name="connsiteY3" fmla="*/ 60888 h 121775"/>
                  <a:gd name="connsiteX4" fmla="*/ 465267 w 526154"/>
                  <a:gd name="connsiteY4" fmla="*/ 0 h 121775"/>
                  <a:gd name="connsiteX5" fmla="*/ 60888 w 526154"/>
                  <a:gd name="connsiteY5" fmla="*/ 0 h 121775"/>
                  <a:gd name="connsiteX6" fmla="*/ 0 w 526154"/>
                  <a:gd name="connsiteY6" fmla="*/ 60888 h 121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6154" h="121775">
                    <a:moveTo>
                      <a:pt x="0" y="60888"/>
                    </a:moveTo>
                    <a:cubicBezTo>
                      <a:pt x="0" y="94497"/>
                      <a:pt x="27337" y="121775"/>
                      <a:pt x="60888" y="121775"/>
                    </a:cubicBezTo>
                    <a:lnTo>
                      <a:pt x="465267" y="121775"/>
                    </a:lnTo>
                    <a:cubicBezTo>
                      <a:pt x="498877" y="121775"/>
                      <a:pt x="526155" y="94438"/>
                      <a:pt x="526155" y="60888"/>
                    </a:cubicBezTo>
                    <a:cubicBezTo>
                      <a:pt x="526155" y="27337"/>
                      <a:pt x="498818" y="0"/>
                      <a:pt x="465267" y="0"/>
                    </a:cubicBezTo>
                    <a:lnTo>
                      <a:pt x="60888" y="0"/>
                    </a:lnTo>
                    <a:cubicBezTo>
                      <a:pt x="27278" y="0"/>
                      <a:pt x="0" y="27337"/>
                      <a:pt x="0" y="60888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3" name="任意多边形: 形状 1142" descr="f3f0b41f-6dff-46c6-a980-fdab599155cc">
                <a:extLst>
                  <a:ext uri="{FF2B5EF4-FFF2-40B4-BE49-F238E27FC236}">
                    <a16:creationId xmlns:a16="http://schemas.microsoft.com/office/drawing/2014/main" id="{B375C429-F2FC-35B9-25DD-850208ACA866}"/>
                  </a:ext>
                </a:extLst>
              </p:cNvPr>
              <p:cNvSpPr/>
              <p:nvPr/>
            </p:nvSpPr>
            <p:spPr>
              <a:xfrm>
                <a:off x="11144999" y="2846759"/>
                <a:ext cx="371799" cy="64565"/>
              </a:xfrm>
              <a:custGeom>
                <a:avLst/>
                <a:gdLst>
                  <a:gd name="connsiteX0" fmla="*/ 0 w 701243"/>
                  <a:gd name="connsiteY0" fmla="*/ 60888 h 121775"/>
                  <a:gd name="connsiteX1" fmla="*/ 60888 w 701243"/>
                  <a:gd name="connsiteY1" fmla="*/ 121775 h 121775"/>
                  <a:gd name="connsiteX2" fmla="*/ 640357 w 701243"/>
                  <a:gd name="connsiteY2" fmla="*/ 121775 h 121775"/>
                  <a:gd name="connsiteX3" fmla="*/ 701244 w 701243"/>
                  <a:gd name="connsiteY3" fmla="*/ 60888 h 121775"/>
                  <a:gd name="connsiteX4" fmla="*/ 640357 w 701243"/>
                  <a:gd name="connsiteY4" fmla="*/ 0 h 121775"/>
                  <a:gd name="connsiteX5" fmla="*/ 60888 w 701243"/>
                  <a:gd name="connsiteY5" fmla="*/ 0 h 121775"/>
                  <a:gd name="connsiteX6" fmla="*/ 0 w 701243"/>
                  <a:gd name="connsiteY6" fmla="*/ 60888 h 121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1243" h="121775">
                    <a:moveTo>
                      <a:pt x="0" y="60888"/>
                    </a:moveTo>
                    <a:cubicBezTo>
                      <a:pt x="0" y="94497"/>
                      <a:pt x="27337" y="121775"/>
                      <a:pt x="60888" y="121775"/>
                    </a:cubicBezTo>
                    <a:lnTo>
                      <a:pt x="640357" y="121775"/>
                    </a:lnTo>
                    <a:cubicBezTo>
                      <a:pt x="673966" y="121775"/>
                      <a:pt x="701244" y="94438"/>
                      <a:pt x="701244" y="60888"/>
                    </a:cubicBezTo>
                    <a:cubicBezTo>
                      <a:pt x="701244" y="27337"/>
                      <a:pt x="673907" y="0"/>
                      <a:pt x="640357" y="0"/>
                    </a:cubicBezTo>
                    <a:lnTo>
                      <a:pt x="60888" y="0"/>
                    </a:lnTo>
                    <a:cubicBezTo>
                      <a:pt x="27279" y="0"/>
                      <a:pt x="0" y="27337"/>
                      <a:pt x="0" y="60888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4" name="任意多边形: 形状 1143" descr="bfb29a5d-0fd0-4f29-83c0-199fecbe2203">
                <a:extLst>
                  <a:ext uri="{FF2B5EF4-FFF2-40B4-BE49-F238E27FC236}">
                    <a16:creationId xmlns:a16="http://schemas.microsoft.com/office/drawing/2014/main" id="{815EBDD0-13DA-0434-5700-FD7806643A41}"/>
                  </a:ext>
                </a:extLst>
              </p:cNvPr>
              <p:cNvSpPr/>
              <p:nvPr/>
            </p:nvSpPr>
            <p:spPr>
              <a:xfrm>
                <a:off x="7883162" y="2046249"/>
                <a:ext cx="3635738" cy="3635736"/>
              </a:xfrm>
              <a:custGeom>
                <a:avLst/>
                <a:gdLst>
                  <a:gd name="connsiteX0" fmla="*/ 5360660 w 6857289"/>
                  <a:gd name="connsiteY0" fmla="*/ 6735456 h 6857289"/>
                  <a:gd name="connsiteX1" fmla="*/ 5282139 w 6857289"/>
                  <a:gd name="connsiteY1" fmla="*/ 6735456 h 6857289"/>
                  <a:gd name="connsiteX2" fmla="*/ 4946873 w 6857289"/>
                  <a:gd name="connsiteY2" fmla="*/ 6400189 h 6857289"/>
                  <a:gd name="connsiteX3" fmla="*/ 4946873 w 6857289"/>
                  <a:gd name="connsiteY3" fmla="*/ 457101 h 6857289"/>
                  <a:gd name="connsiteX4" fmla="*/ 5282139 w 6857289"/>
                  <a:gd name="connsiteY4" fmla="*/ 121835 h 6857289"/>
                  <a:gd name="connsiteX5" fmla="*/ 6796343 w 6857289"/>
                  <a:gd name="connsiteY5" fmla="*/ 121835 h 6857289"/>
                  <a:gd name="connsiteX6" fmla="*/ 6857231 w 6857289"/>
                  <a:gd name="connsiteY6" fmla="*/ 60947 h 6857289"/>
                  <a:gd name="connsiteX7" fmla="*/ 6796343 w 6857289"/>
                  <a:gd name="connsiteY7" fmla="*/ 59 h 6857289"/>
                  <a:gd name="connsiteX8" fmla="*/ 5282139 w 6857289"/>
                  <a:gd name="connsiteY8" fmla="*/ 59 h 6857289"/>
                  <a:gd name="connsiteX9" fmla="*/ 5057938 w 6857289"/>
                  <a:gd name="connsiteY9" fmla="*/ 59113 h 6857289"/>
                  <a:gd name="connsiteX10" fmla="*/ 5057938 w 6857289"/>
                  <a:gd name="connsiteY10" fmla="*/ 59113 h 6857289"/>
                  <a:gd name="connsiteX11" fmla="*/ 5057583 w 6857289"/>
                  <a:gd name="connsiteY11" fmla="*/ 59290 h 6857289"/>
                  <a:gd name="connsiteX12" fmla="*/ 5052672 w 6857289"/>
                  <a:gd name="connsiteY12" fmla="*/ 62071 h 6857289"/>
                  <a:gd name="connsiteX13" fmla="*/ 5053027 w 6857289"/>
                  <a:gd name="connsiteY13" fmla="*/ 62071 h 6857289"/>
                  <a:gd name="connsiteX14" fmla="*/ 4825038 w 6857289"/>
                  <a:gd name="connsiteY14" fmla="*/ 457220 h 6857289"/>
                  <a:gd name="connsiteX15" fmla="*/ 4825038 w 6857289"/>
                  <a:gd name="connsiteY15" fmla="*/ 1232487 h 6857289"/>
                  <a:gd name="connsiteX16" fmla="*/ 4468647 w 6857289"/>
                  <a:gd name="connsiteY16" fmla="*/ 1232487 h 6857289"/>
                  <a:gd name="connsiteX17" fmla="*/ 4328469 w 6857289"/>
                  <a:gd name="connsiteY17" fmla="*/ 1372665 h 6857289"/>
                  <a:gd name="connsiteX18" fmla="*/ 4328469 w 6857289"/>
                  <a:gd name="connsiteY18" fmla="*/ 1511423 h 6857289"/>
                  <a:gd name="connsiteX19" fmla="*/ 4057522 w 6857289"/>
                  <a:gd name="connsiteY19" fmla="*/ 1643731 h 6857289"/>
                  <a:gd name="connsiteX20" fmla="*/ 3946042 w 6857289"/>
                  <a:gd name="connsiteY20" fmla="*/ 1927341 h 6857289"/>
                  <a:gd name="connsiteX21" fmla="*/ 3946042 w 6857289"/>
                  <a:gd name="connsiteY21" fmla="*/ 6439834 h 6857289"/>
                  <a:gd name="connsiteX22" fmla="*/ 3650361 w 6857289"/>
                  <a:gd name="connsiteY22" fmla="*/ 6735515 h 6857289"/>
                  <a:gd name="connsiteX23" fmla="*/ 2159235 w 6857289"/>
                  <a:gd name="connsiteY23" fmla="*/ 6735515 h 6857289"/>
                  <a:gd name="connsiteX24" fmla="*/ 1863554 w 6857289"/>
                  <a:gd name="connsiteY24" fmla="*/ 6439834 h 6857289"/>
                  <a:gd name="connsiteX25" fmla="*/ 1863554 w 6857289"/>
                  <a:gd name="connsiteY25" fmla="*/ 5352436 h 6857289"/>
                  <a:gd name="connsiteX26" fmla="*/ 1961128 w 6857289"/>
                  <a:gd name="connsiteY26" fmla="*/ 5352436 h 6857289"/>
                  <a:gd name="connsiteX27" fmla="*/ 2101305 w 6857289"/>
                  <a:gd name="connsiteY27" fmla="*/ 5212258 h 6857289"/>
                  <a:gd name="connsiteX28" fmla="*/ 2101305 w 6857289"/>
                  <a:gd name="connsiteY28" fmla="*/ 5086991 h 6857289"/>
                  <a:gd name="connsiteX29" fmla="*/ 3196574 w 6857289"/>
                  <a:gd name="connsiteY29" fmla="*/ 5086991 h 6857289"/>
                  <a:gd name="connsiteX30" fmla="*/ 3574444 w 6857289"/>
                  <a:gd name="connsiteY30" fmla="*/ 4709121 h 6857289"/>
                  <a:gd name="connsiteX31" fmla="*/ 3574444 w 6857289"/>
                  <a:gd name="connsiteY31" fmla="*/ 377870 h 6857289"/>
                  <a:gd name="connsiteX32" fmla="*/ 3196574 w 6857289"/>
                  <a:gd name="connsiteY32" fmla="*/ 0 h 6857289"/>
                  <a:gd name="connsiteX33" fmla="*/ 377870 w 6857289"/>
                  <a:gd name="connsiteY33" fmla="*/ 0 h 6857289"/>
                  <a:gd name="connsiteX34" fmla="*/ 0 w 6857289"/>
                  <a:gd name="connsiteY34" fmla="*/ 377870 h 6857289"/>
                  <a:gd name="connsiteX35" fmla="*/ 0 w 6857289"/>
                  <a:gd name="connsiteY35" fmla="*/ 4709062 h 6857289"/>
                  <a:gd name="connsiteX36" fmla="*/ 377870 w 6857289"/>
                  <a:gd name="connsiteY36" fmla="*/ 5086932 h 6857289"/>
                  <a:gd name="connsiteX37" fmla="*/ 1504026 w 6857289"/>
                  <a:gd name="connsiteY37" fmla="*/ 5086932 h 6857289"/>
                  <a:gd name="connsiteX38" fmla="*/ 1504026 w 6857289"/>
                  <a:gd name="connsiteY38" fmla="*/ 5212199 h 6857289"/>
                  <a:gd name="connsiteX39" fmla="*/ 1644204 w 6857289"/>
                  <a:gd name="connsiteY39" fmla="*/ 5352376 h 6857289"/>
                  <a:gd name="connsiteX40" fmla="*/ 1741778 w 6857289"/>
                  <a:gd name="connsiteY40" fmla="*/ 5352376 h 6857289"/>
                  <a:gd name="connsiteX41" fmla="*/ 1741778 w 6857289"/>
                  <a:gd name="connsiteY41" fmla="*/ 6439774 h 6857289"/>
                  <a:gd name="connsiteX42" fmla="*/ 2159294 w 6857289"/>
                  <a:gd name="connsiteY42" fmla="*/ 6857290 h 6857289"/>
                  <a:gd name="connsiteX43" fmla="*/ 3650421 w 6857289"/>
                  <a:gd name="connsiteY43" fmla="*/ 6857290 h 6857289"/>
                  <a:gd name="connsiteX44" fmla="*/ 4067936 w 6857289"/>
                  <a:gd name="connsiteY44" fmla="*/ 6439774 h 6857289"/>
                  <a:gd name="connsiteX45" fmla="*/ 4067936 w 6857289"/>
                  <a:gd name="connsiteY45" fmla="*/ 1927281 h 6857289"/>
                  <a:gd name="connsiteX46" fmla="*/ 4328529 w 6857289"/>
                  <a:gd name="connsiteY46" fmla="*/ 1633731 h 6857289"/>
                  <a:gd name="connsiteX47" fmla="*/ 4328529 w 6857289"/>
                  <a:gd name="connsiteY47" fmla="*/ 1768820 h 6857289"/>
                  <a:gd name="connsiteX48" fmla="*/ 4468706 w 6857289"/>
                  <a:gd name="connsiteY48" fmla="*/ 1908997 h 6857289"/>
                  <a:gd name="connsiteX49" fmla="*/ 4825097 w 6857289"/>
                  <a:gd name="connsiteY49" fmla="*/ 1908997 h 6857289"/>
                  <a:gd name="connsiteX50" fmla="*/ 4825097 w 6857289"/>
                  <a:gd name="connsiteY50" fmla="*/ 6400189 h 6857289"/>
                  <a:gd name="connsiteX51" fmla="*/ 5064979 w 6857289"/>
                  <a:gd name="connsiteY51" fmla="*/ 6802024 h 6857289"/>
                  <a:gd name="connsiteX52" fmla="*/ 5064565 w 6857289"/>
                  <a:gd name="connsiteY52" fmla="*/ 6802024 h 6857289"/>
                  <a:gd name="connsiteX53" fmla="*/ 5069831 w 6857289"/>
                  <a:gd name="connsiteY53" fmla="*/ 6804805 h 6857289"/>
                  <a:gd name="connsiteX54" fmla="*/ 5282199 w 6857289"/>
                  <a:gd name="connsiteY54" fmla="*/ 6857290 h 6857289"/>
                  <a:gd name="connsiteX55" fmla="*/ 6796402 w 6857289"/>
                  <a:gd name="connsiteY55" fmla="*/ 6857290 h 6857289"/>
                  <a:gd name="connsiteX56" fmla="*/ 6857290 w 6857289"/>
                  <a:gd name="connsiteY56" fmla="*/ 6796402 h 6857289"/>
                  <a:gd name="connsiteX57" fmla="*/ 6796402 w 6857289"/>
                  <a:gd name="connsiteY57" fmla="*/ 6735515 h 6857289"/>
                  <a:gd name="connsiteX58" fmla="*/ 5360720 w 6857289"/>
                  <a:gd name="connsiteY58" fmla="*/ 6735515 h 6857289"/>
                  <a:gd name="connsiteX59" fmla="*/ 1625861 w 6857289"/>
                  <a:gd name="connsiteY59" fmla="*/ 5212199 h 6857289"/>
                  <a:gd name="connsiteX60" fmla="*/ 1625861 w 6857289"/>
                  <a:gd name="connsiteY60" fmla="*/ 5086932 h 6857289"/>
                  <a:gd name="connsiteX61" fmla="*/ 1979471 w 6857289"/>
                  <a:gd name="connsiteY61" fmla="*/ 5086932 h 6857289"/>
                  <a:gd name="connsiteX62" fmla="*/ 1979471 w 6857289"/>
                  <a:gd name="connsiteY62" fmla="*/ 5212199 h 6857289"/>
                  <a:gd name="connsiteX63" fmla="*/ 1961128 w 6857289"/>
                  <a:gd name="connsiteY63" fmla="*/ 5230542 h 6857289"/>
                  <a:gd name="connsiteX64" fmla="*/ 1644145 w 6857289"/>
                  <a:gd name="connsiteY64" fmla="*/ 5230542 h 6857289"/>
                  <a:gd name="connsiteX65" fmla="*/ 1625802 w 6857289"/>
                  <a:gd name="connsiteY65" fmla="*/ 5212199 h 6857289"/>
                  <a:gd name="connsiteX66" fmla="*/ 121835 w 6857289"/>
                  <a:gd name="connsiteY66" fmla="*/ 377870 h 6857289"/>
                  <a:gd name="connsiteX67" fmla="*/ 377870 w 6857289"/>
                  <a:gd name="connsiteY67" fmla="*/ 121835 h 6857289"/>
                  <a:gd name="connsiteX68" fmla="*/ 3196515 w 6857289"/>
                  <a:gd name="connsiteY68" fmla="*/ 121835 h 6857289"/>
                  <a:gd name="connsiteX69" fmla="*/ 3452550 w 6857289"/>
                  <a:gd name="connsiteY69" fmla="*/ 377870 h 6857289"/>
                  <a:gd name="connsiteX70" fmla="*/ 3452550 w 6857289"/>
                  <a:gd name="connsiteY70" fmla="*/ 4709062 h 6857289"/>
                  <a:gd name="connsiteX71" fmla="*/ 3196515 w 6857289"/>
                  <a:gd name="connsiteY71" fmla="*/ 4965097 h 6857289"/>
                  <a:gd name="connsiteX72" fmla="*/ 377870 w 6857289"/>
                  <a:gd name="connsiteY72" fmla="*/ 4965097 h 6857289"/>
                  <a:gd name="connsiteX73" fmla="*/ 121835 w 6857289"/>
                  <a:gd name="connsiteY73" fmla="*/ 4709062 h 6857289"/>
                  <a:gd name="connsiteX74" fmla="*/ 121835 w 6857289"/>
                  <a:gd name="connsiteY74" fmla="*/ 377870 h 6857289"/>
                  <a:gd name="connsiteX75" fmla="*/ 4825038 w 6857289"/>
                  <a:gd name="connsiteY75" fmla="*/ 1787163 h 6857289"/>
                  <a:gd name="connsiteX76" fmla="*/ 4468647 w 6857289"/>
                  <a:gd name="connsiteY76" fmla="*/ 1787163 h 6857289"/>
                  <a:gd name="connsiteX77" fmla="*/ 4450304 w 6857289"/>
                  <a:gd name="connsiteY77" fmla="*/ 1768820 h 6857289"/>
                  <a:gd name="connsiteX78" fmla="*/ 4450304 w 6857289"/>
                  <a:gd name="connsiteY78" fmla="*/ 1372606 h 6857289"/>
                  <a:gd name="connsiteX79" fmla="*/ 4468647 w 6857289"/>
                  <a:gd name="connsiteY79" fmla="*/ 1354263 h 6857289"/>
                  <a:gd name="connsiteX80" fmla="*/ 4825038 w 6857289"/>
                  <a:gd name="connsiteY80" fmla="*/ 1354263 h 6857289"/>
                  <a:gd name="connsiteX81" fmla="*/ 4825038 w 6857289"/>
                  <a:gd name="connsiteY81" fmla="*/ 1787104 h 6857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6857289" h="6857289">
                    <a:moveTo>
                      <a:pt x="5360660" y="6735456"/>
                    </a:moveTo>
                    <a:lnTo>
                      <a:pt x="5282139" y="6735456"/>
                    </a:lnTo>
                    <a:cubicBezTo>
                      <a:pt x="5097228" y="6735456"/>
                      <a:pt x="4946873" y="6585041"/>
                      <a:pt x="4946873" y="6400189"/>
                    </a:cubicBezTo>
                    <a:lnTo>
                      <a:pt x="4946873" y="457101"/>
                    </a:lnTo>
                    <a:cubicBezTo>
                      <a:pt x="4946873" y="272190"/>
                      <a:pt x="5097287" y="121835"/>
                      <a:pt x="5282139" y="121835"/>
                    </a:cubicBezTo>
                    <a:lnTo>
                      <a:pt x="6796343" y="121835"/>
                    </a:lnTo>
                    <a:cubicBezTo>
                      <a:pt x="6829953" y="121835"/>
                      <a:pt x="6857231" y="94497"/>
                      <a:pt x="6857231" y="60947"/>
                    </a:cubicBezTo>
                    <a:cubicBezTo>
                      <a:pt x="6857231" y="27396"/>
                      <a:pt x="6829894" y="59"/>
                      <a:pt x="6796343" y="59"/>
                    </a:cubicBezTo>
                    <a:lnTo>
                      <a:pt x="5282139" y="59"/>
                    </a:lnTo>
                    <a:cubicBezTo>
                      <a:pt x="5203678" y="59"/>
                      <a:pt x="5126163" y="20473"/>
                      <a:pt x="5057938" y="59113"/>
                    </a:cubicBezTo>
                    <a:lnTo>
                      <a:pt x="5057938" y="59113"/>
                    </a:lnTo>
                    <a:lnTo>
                      <a:pt x="5057583" y="59290"/>
                    </a:lnTo>
                    <a:lnTo>
                      <a:pt x="5052672" y="62071"/>
                    </a:lnTo>
                    <a:lnTo>
                      <a:pt x="5053027" y="62071"/>
                    </a:lnTo>
                    <a:cubicBezTo>
                      <a:pt x="4912316" y="143965"/>
                      <a:pt x="4825038" y="294793"/>
                      <a:pt x="4825038" y="457220"/>
                    </a:cubicBezTo>
                    <a:lnTo>
                      <a:pt x="4825038" y="1232487"/>
                    </a:lnTo>
                    <a:lnTo>
                      <a:pt x="4468647" y="1232487"/>
                    </a:lnTo>
                    <a:cubicBezTo>
                      <a:pt x="4391369" y="1232487"/>
                      <a:pt x="4328469" y="1295328"/>
                      <a:pt x="4328469" y="1372665"/>
                    </a:cubicBezTo>
                    <a:lnTo>
                      <a:pt x="4328469" y="1511423"/>
                    </a:lnTo>
                    <a:cubicBezTo>
                      <a:pt x="4224860" y="1520062"/>
                      <a:pt x="4128646" y="1567044"/>
                      <a:pt x="4057522" y="1643731"/>
                    </a:cubicBezTo>
                    <a:cubicBezTo>
                      <a:pt x="3985628" y="1721186"/>
                      <a:pt x="3946042" y="1821897"/>
                      <a:pt x="3946042" y="1927341"/>
                    </a:cubicBezTo>
                    <a:lnTo>
                      <a:pt x="3946042" y="6439834"/>
                    </a:lnTo>
                    <a:cubicBezTo>
                      <a:pt x="3946042" y="6602852"/>
                      <a:pt x="3813380" y="6735515"/>
                      <a:pt x="3650361" y="6735515"/>
                    </a:cubicBezTo>
                    <a:lnTo>
                      <a:pt x="2159235" y="6735515"/>
                    </a:lnTo>
                    <a:cubicBezTo>
                      <a:pt x="1996216" y="6735515"/>
                      <a:pt x="1863554" y="6602852"/>
                      <a:pt x="1863554" y="6439834"/>
                    </a:cubicBezTo>
                    <a:lnTo>
                      <a:pt x="1863554" y="5352436"/>
                    </a:lnTo>
                    <a:lnTo>
                      <a:pt x="1961128" y="5352436"/>
                    </a:lnTo>
                    <a:cubicBezTo>
                      <a:pt x="2038406" y="5352436"/>
                      <a:pt x="2101305" y="5289595"/>
                      <a:pt x="2101305" y="5212258"/>
                    </a:cubicBezTo>
                    <a:lnTo>
                      <a:pt x="2101305" y="5086991"/>
                    </a:lnTo>
                    <a:lnTo>
                      <a:pt x="3196574" y="5086991"/>
                    </a:lnTo>
                    <a:cubicBezTo>
                      <a:pt x="3404917" y="5086991"/>
                      <a:pt x="3574444" y="4917464"/>
                      <a:pt x="3574444" y="4709121"/>
                    </a:cubicBezTo>
                    <a:lnTo>
                      <a:pt x="3574444" y="377870"/>
                    </a:lnTo>
                    <a:cubicBezTo>
                      <a:pt x="3574444" y="169527"/>
                      <a:pt x="3404917" y="0"/>
                      <a:pt x="3196574" y="0"/>
                    </a:cubicBezTo>
                    <a:lnTo>
                      <a:pt x="377870" y="0"/>
                    </a:lnTo>
                    <a:cubicBezTo>
                      <a:pt x="169527" y="0"/>
                      <a:pt x="0" y="169527"/>
                      <a:pt x="0" y="377870"/>
                    </a:cubicBezTo>
                    <a:lnTo>
                      <a:pt x="0" y="4709062"/>
                    </a:lnTo>
                    <a:cubicBezTo>
                      <a:pt x="0" y="4917405"/>
                      <a:pt x="169527" y="5086932"/>
                      <a:pt x="377870" y="5086932"/>
                    </a:cubicBezTo>
                    <a:lnTo>
                      <a:pt x="1504026" y="5086932"/>
                    </a:lnTo>
                    <a:lnTo>
                      <a:pt x="1504026" y="5212199"/>
                    </a:lnTo>
                    <a:cubicBezTo>
                      <a:pt x="1504026" y="5289477"/>
                      <a:pt x="1566867" y="5352376"/>
                      <a:pt x="1644204" y="5352376"/>
                    </a:cubicBezTo>
                    <a:lnTo>
                      <a:pt x="1741778" y="5352376"/>
                    </a:lnTo>
                    <a:lnTo>
                      <a:pt x="1741778" y="6439774"/>
                    </a:lnTo>
                    <a:cubicBezTo>
                      <a:pt x="1741778" y="6669952"/>
                      <a:pt x="1929057" y="6857290"/>
                      <a:pt x="2159294" y="6857290"/>
                    </a:cubicBezTo>
                    <a:lnTo>
                      <a:pt x="3650421" y="6857290"/>
                    </a:lnTo>
                    <a:cubicBezTo>
                      <a:pt x="3880599" y="6857290"/>
                      <a:pt x="4067936" y="6670012"/>
                      <a:pt x="4067936" y="6439774"/>
                    </a:cubicBezTo>
                    <a:lnTo>
                      <a:pt x="4067936" y="1927281"/>
                    </a:lnTo>
                    <a:cubicBezTo>
                      <a:pt x="4067936" y="1777281"/>
                      <a:pt x="4179830" y="1651364"/>
                      <a:pt x="4328529" y="1633731"/>
                    </a:cubicBezTo>
                    <a:lnTo>
                      <a:pt x="4328529" y="1768820"/>
                    </a:lnTo>
                    <a:cubicBezTo>
                      <a:pt x="4328529" y="1846098"/>
                      <a:pt x="4391369" y="1908997"/>
                      <a:pt x="4468706" y="1908997"/>
                    </a:cubicBezTo>
                    <a:lnTo>
                      <a:pt x="4825097" y="1908997"/>
                    </a:lnTo>
                    <a:lnTo>
                      <a:pt x="4825097" y="6400189"/>
                    </a:lnTo>
                    <a:cubicBezTo>
                      <a:pt x="4825097" y="6568296"/>
                      <a:pt x="4916932" y="6721668"/>
                      <a:pt x="5064979" y="6802024"/>
                    </a:cubicBezTo>
                    <a:lnTo>
                      <a:pt x="5064565" y="6802024"/>
                    </a:lnTo>
                    <a:lnTo>
                      <a:pt x="5069831" y="6804805"/>
                    </a:lnTo>
                    <a:cubicBezTo>
                      <a:pt x="5135039" y="6839125"/>
                      <a:pt x="5208471" y="6857290"/>
                      <a:pt x="5282199" y="6857290"/>
                    </a:cubicBezTo>
                    <a:lnTo>
                      <a:pt x="6796402" y="6857290"/>
                    </a:lnTo>
                    <a:cubicBezTo>
                      <a:pt x="6830012" y="6857290"/>
                      <a:pt x="6857290" y="6829953"/>
                      <a:pt x="6857290" y="6796402"/>
                    </a:cubicBezTo>
                    <a:cubicBezTo>
                      <a:pt x="6857290" y="6762852"/>
                      <a:pt x="6829953" y="6735515"/>
                      <a:pt x="6796402" y="6735515"/>
                    </a:cubicBezTo>
                    <a:lnTo>
                      <a:pt x="5360720" y="6735515"/>
                    </a:lnTo>
                    <a:close/>
                    <a:moveTo>
                      <a:pt x="1625861" y="5212199"/>
                    </a:moveTo>
                    <a:lnTo>
                      <a:pt x="1625861" y="5086932"/>
                    </a:lnTo>
                    <a:lnTo>
                      <a:pt x="1979471" y="5086932"/>
                    </a:lnTo>
                    <a:lnTo>
                      <a:pt x="1979471" y="5212199"/>
                    </a:lnTo>
                    <a:cubicBezTo>
                      <a:pt x="1979471" y="5222317"/>
                      <a:pt x="1971246" y="5230542"/>
                      <a:pt x="1961128" y="5230542"/>
                    </a:cubicBezTo>
                    <a:lnTo>
                      <a:pt x="1644145" y="5230542"/>
                    </a:lnTo>
                    <a:cubicBezTo>
                      <a:pt x="1634027" y="5230542"/>
                      <a:pt x="1625802" y="5222317"/>
                      <a:pt x="1625802" y="5212199"/>
                    </a:cubicBezTo>
                    <a:close/>
                    <a:moveTo>
                      <a:pt x="121835" y="377870"/>
                    </a:moveTo>
                    <a:cubicBezTo>
                      <a:pt x="121835" y="236687"/>
                      <a:pt x="236687" y="121835"/>
                      <a:pt x="377870" y="121835"/>
                    </a:cubicBezTo>
                    <a:lnTo>
                      <a:pt x="3196515" y="121835"/>
                    </a:lnTo>
                    <a:cubicBezTo>
                      <a:pt x="3337698" y="121835"/>
                      <a:pt x="3452550" y="236687"/>
                      <a:pt x="3452550" y="377870"/>
                    </a:cubicBezTo>
                    <a:lnTo>
                      <a:pt x="3452550" y="4709062"/>
                    </a:lnTo>
                    <a:cubicBezTo>
                      <a:pt x="3452550" y="4850245"/>
                      <a:pt x="3337698" y="4965097"/>
                      <a:pt x="3196515" y="4965097"/>
                    </a:cubicBezTo>
                    <a:lnTo>
                      <a:pt x="377870" y="4965097"/>
                    </a:lnTo>
                    <a:cubicBezTo>
                      <a:pt x="236687" y="4965097"/>
                      <a:pt x="121835" y="4850245"/>
                      <a:pt x="121835" y="4709062"/>
                    </a:cubicBezTo>
                    <a:lnTo>
                      <a:pt x="121835" y="377870"/>
                    </a:lnTo>
                    <a:close/>
                    <a:moveTo>
                      <a:pt x="4825038" y="1787163"/>
                    </a:moveTo>
                    <a:lnTo>
                      <a:pt x="4468647" y="1787163"/>
                    </a:lnTo>
                    <a:cubicBezTo>
                      <a:pt x="4458529" y="1787163"/>
                      <a:pt x="4450304" y="1778938"/>
                      <a:pt x="4450304" y="1768820"/>
                    </a:cubicBezTo>
                    <a:lnTo>
                      <a:pt x="4450304" y="1372606"/>
                    </a:lnTo>
                    <a:cubicBezTo>
                      <a:pt x="4450304" y="1362488"/>
                      <a:pt x="4458529" y="1354263"/>
                      <a:pt x="4468647" y="1354263"/>
                    </a:cubicBezTo>
                    <a:lnTo>
                      <a:pt x="4825038" y="1354263"/>
                    </a:lnTo>
                    <a:lnTo>
                      <a:pt x="4825038" y="1787104"/>
                    </a:ln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5" name="任意多边形: 形状 1144" descr="03a3d3fb-d8fb-4da1-a6c3-ca2c127bf559">
                <a:extLst>
                  <a:ext uri="{FF2B5EF4-FFF2-40B4-BE49-F238E27FC236}">
                    <a16:creationId xmlns:a16="http://schemas.microsoft.com/office/drawing/2014/main" id="{13741068-B53E-052C-5A12-CE87033EE3D0}"/>
                  </a:ext>
                </a:extLst>
              </p:cNvPr>
              <p:cNvSpPr/>
              <p:nvPr/>
            </p:nvSpPr>
            <p:spPr>
              <a:xfrm>
                <a:off x="8112153" y="3698719"/>
                <a:ext cx="1454477" cy="650484"/>
              </a:xfrm>
              <a:custGeom>
                <a:avLst/>
                <a:gdLst>
                  <a:gd name="connsiteX0" fmla="*/ 2200004 w 2743259"/>
                  <a:gd name="connsiteY0" fmla="*/ 1226866 h 1226866"/>
                  <a:gd name="connsiteX1" fmla="*/ 2441306 w 2743259"/>
                  <a:gd name="connsiteY1" fmla="*/ 985564 h 1226866"/>
                  <a:gd name="connsiteX2" fmla="*/ 2455034 w 2743259"/>
                  <a:gd name="connsiteY2" fmla="*/ 971836 h 1226866"/>
                  <a:gd name="connsiteX3" fmla="*/ 2535448 w 2743259"/>
                  <a:gd name="connsiteY3" fmla="*/ 971836 h 1226866"/>
                  <a:gd name="connsiteX4" fmla="*/ 2743259 w 2743259"/>
                  <a:gd name="connsiteY4" fmla="*/ 764025 h 1226866"/>
                  <a:gd name="connsiteX5" fmla="*/ 2743259 w 2743259"/>
                  <a:gd name="connsiteY5" fmla="*/ 462841 h 1226866"/>
                  <a:gd name="connsiteX6" fmla="*/ 2535448 w 2743259"/>
                  <a:gd name="connsiteY6" fmla="*/ 255030 h 1226866"/>
                  <a:gd name="connsiteX7" fmla="*/ 2455034 w 2743259"/>
                  <a:gd name="connsiteY7" fmla="*/ 255030 h 1226866"/>
                  <a:gd name="connsiteX8" fmla="*/ 2441306 w 2743259"/>
                  <a:gd name="connsiteY8" fmla="*/ 241302 h 1226866"/>
                  <a:gd name="connsiteX9" fmla="*/ 2200004 w 2743259"/>
                  <a:gd name="connsiteY9" fmla="*/ 0 h 1226866"/>
                  <a:gd name="connsiteX10" fmla="*/ 241302 w 2743259"/>
                  <a:gd name="connsiteY10" fmla="*/ 0 h 1226866"/>
                  <a:gd name="connsiteX11" fmla="*/ 101184 w 2743259"/>
                  <a:gd name="connsiteY11" fmla="*/ 45207 h 1226866"/>
                  <a:gd name="connsiteX12" fmla="*/ 0 w 2743259"/>
                  <a:gd name="connsiteY12" fmla="*/ 241302 h 1226866"/>
                  <a:gd name="connsiteX13" fmla="*/ 0 w 2743259"/>
                  <a:gd name="connsiteY13" fmla="*/ 985564 h 1226866"/>
                  <a:gd name="connsiteX14" fmla="*/ 101184 w 2743259"/>
                  <a:gd name="connsiteY14" fmla="*/ 1181659 h 1226866"/>
                  <a:gd name="connsiteX15" fmla="*/ 241302 w 2743259"/>
                  <a:gd name="connsiteY15" fmla="*/ 1226866 h 1226866"/>
                  <a:gd name="connsiteX16" fmla="*/ 2200004 w 2743259"/>
                  <a:gd name="connsiteY16" fmla="*/ 1226866 h 1226866"/>
                  <a:gd name="connsiteX17" fmla="*/ 2455034 w 2743259"/>
                  <a:gd name="connsiteY17" fmla="*/ 376865 h 1226866"/>
                  <a:gd name="connsiteX18" fmla="*/ 2535448 w 2743259"/>
                  <a:gd name="connsiteY18" fmla="*/ 376865 h 1226866"/>
                  <a:gd name="connsiteX19" fmla="*/ 2621484 w 2743259"/>
                  <a:gd name="connsiteY19" fmla="*/ 462900 h 1226866"/>
                  <a:gd name="connsiteX20" fmla="*/ 2621484 w 2743259"/>
                  <a:gd name="connsiteY20" fmla="*/ 764084 h 1226866"/>
                  <a:gd name="connsiteX21" fmla="*/ 2535448 w 2743259"/>
                  <a:gd name="connsiteY21" fmla="*/ 850120 h 1226866"/>
                  <a:gd name="connsiteX22" fmla="*/ 2455034 w 2743259"/>
                  <a:gd name="connsiteY22" fmla="*/ 850120 h 1226866"/>
                  <a:gd name="connsiteX23" fmla="*/ 2319531 w 2743259"/>
                  <a:gd name="connsiteY23" fmla="*/ 985623 h 1226866"/>
                  <a:gd name="connsiteX24" fmla="*/ 2200063 w 2743259"/>
                  <a:gd name="connsiteY24" fmla="*/ 1105091 h 1226866"/>
                  <a:gd name="connsiteX25" fmla="*/ 241302 w 2743259"/>
                  <a:gd name="connsiteY25" fmla="*/ 1105091 h 1226866"/>
                  <a:gd name="connsiteX26" fmla="*/ 121835 w 2743259"/>
                  <a:gd name="connsiteY26" fmla="*/ 985623 h 1226866"/>
                  <a:gd name="connsiteX27" fmla="*/ 121835 w 2743259"/>
                  <a:gd name="connsiteY27" fmla="*/ 241362 h 1226866"/>
                  <a:gd name="connsiteX28" fmla="*/ 241302 w 2743259"/>
                  <a:gd name="connsiteY28" fmla="*/ 121894 h 1226866"/>
                  <a:gd name="connsiteX29" fmla="*/ 2200004 w 2743259"/>
                  <a:gd name="connsiteY29" fmla="*/ 121894 h 1226866"/>
                  <a:gd name="connsiteX30" fmla="*/ 2319472 w 2743259"/>
                  <a:gd name="connsiteY30" fmla="*/ 241362 h 1226866"/>
                  <a:gd name="connsiteX31" fmla="*/ 2454975 w 2743259"/>
                  <a:gd name="connsiteY31" fmla="*/ 376865 h 1226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743259" h="1226866">
                    <a:moveTo>
                      <a:pt x="2200004" y="1226866"/>
                    </a:moveTo>
                    <a:cubicBezTo>
                      <a:pt x="2333081" y="1226866"/>
                      <a:pt x="2441306" y="1118582"/>
                      <a:pt x="2441306" y="985564"/>
                    </a:cubicBezTo>
                    <a:cubicBezTo>
                      <a:pt x="2441306" y="977990"/>
                      <a:pt x="2447460" y="971836"/>
                      <a:pt x="2455034" y="971836"/>
                    </a:cubicBezTo>
                    <a:lnTo>
                      <a:pt x="2535448" y="971836"/>
                    </a:lnTo>
                    <a:cubicBezTo>
                      <a:pt x="2650064" y="971836"/>
                      <a:pt x="2743259" y="878582"/>
                      <a:pt x="2743259" y="764025"/>
                    </a:cubicBezTo>
                    <a:lnTo>
                      <a:pt x="2743259" y="462841"/>
                    </a:lnTo>
                    <a:cubicBezTo>
                      <a:pt x="2743259" y="348226"/>
                      <a:pt x="2650005" y="255030"/>
                      <a:pt x="2535448" y="255030"/>
                    </a:cubicBezTo>
                    <a:lnTo>
                      <a:pt x="2455034" y="255030"/>
                    </a:lnTo>
                    <a:cubicBezTo>
                      <a:pt x="2447460" y="255030"/>
                      <a:pt x="2441306" y="248877"/>
                      <a:pt x="2441306" y="241302"/>
                    </a:cubicBezTo>
                    <a:cubicBezTo>
                      <a:pt x="2441306" y="108225"/>
                      <a:pt x="2333081" y="0"/>
                      <a:pt x="2200004" y="0"/>
                    </a:cubicBezTo>
                    <a:lnTo>
                      <a:pt x="241302" y="0"/>
                    </a:lnTo>
                    <a:cubicBezTo>
                      <a:pt x="189054" y="0"/>
                      <a:pt x="140769" y="16864"/>
                      <a:pt x="101184" y="45207"/>
                    </a:cubicBezTo>
                    <a:cubicBezTo>
                      <a:pt x="40059" y="89054"/>
                      <a:pt x="0" y="160533"/>
                      <a:pt x="0" y="241302"/>
                    </a:cubicBezTo>
                    <a:lnTo>
                      <a:pt x="0" y="985564"/>
                    </a:lnTo>
                    <a:cubicBezTo>
                      <a:pt x="0" y="1066393"/>
                      <a:pt x="40059" y="1137813"/>
                      <a:pt x="101184" y="1181659"/>
                    </a:cubicBezTo>
                    <a:cubicBezTo>
                      <a:pt x="140710" y="1210002"/>
                      <a:pt x="188994" y="1226866"/>
                      <a:pt x="241302" y="1226866"/>
                    </a:cubicBezTo>
                    <a:lnTo>
                      <a:pt x="2200004" y="1226866"/>
                    </a:lnTo>
                    <a:close/>
                    <a:moveTo>
                      <a:pt x="2455034" y="376865"/>
                    </a:moveTo>
                    <a:lnTo>
                      <a:pt x="2535448" y="376865"/>
                    </a:lnTo>
                    <a:cubicBezTo>
                      <a:pt x="2582904" y="376865"/>
                      <a:pt x="2621484" y="415445"/>
                      <a:pt x="2621484" y="462900"/>
                    </a:cubicBezTo>
                    <a:lnTo>
                      <a:pt x="2621484" y="764084"/>
                    </a:lnTo>
                    <a:cubicBezTo>
                      <a:pt x="2621484" y="811481"/>
                      <a:pt x="2582904" y="850120"/>
                      <a:pt x="2535448" y="850120"/>
                    </a:cubicBezTo>
                    <a:lnTo>
                      <a:pt x="2455034" y="850120"/>
                    </a:lnTo>
                    <a:cubicBezTo>
                      <a:pt x="2380300" y="850120"/>
                      <a:pt x="2319531" y="910948"/>
                      <a:pt x="2319531" y="985623"/>
                    </a:cubicBezTo>
                    <a:cubicBezTo>
                      <a:pt x="2319531" y="1051481"/>
                      <a:pt x="2265921" y="1105091"/>
                      <a:pt x="2200063" y="1105091"/>
                    </a:cubicBezTo>
                    <a:lnTo>
                      <a:pt x="241302" y="1105091"/>
                    </a:lnTo>
                    <a:cubicBezTo>
                      <a:pt x="175444" y="1105091"/>
                      <a:pt x="121835" y="1051481"/>
                      <a:pt x="121835" y="985623"/>
                    </a:cubicBezTo>
                    <a:lnTo>
                      <a:pt x="121835" y="241362"/>
                    </a:lnTo>
                    <a:cubicBezTo>
                      <a:pt x="121835" y="175503"/>
                      <a:pt x="175444" y="121894"/>
                      <a:pt x="241302" y="121894"/>
                    </a:cubicBezTo>
                    <a:lnTo>
                      <a:pt x="2200004" y="121894"/>
                    </a:lnTo>
                    <a:cubicBezTo>
                      <a:pt x="2265862" y="121894"/>
                      <a:pt x="2319472" y="175503"/>
                      <a:pt x="2319472" y="241362"/>
                    </a:cubicBezTo>
                    <a:cubicBezTo>
                      <a:pt x="2319472" y="316095"/>
                      <a:pt x="2380241" y="376865"/>
                      <a:pt x="2454975" y="376865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6" name="任意多边形: 形状 1145" descr="3fff2867-9b2f-4270-b520-cac988ebe1e4">
                <a:extLst>
                  <a:ext uri="{FF2B5EF4-FFF2-40B4-BE49-F238E27FC236}">
                    <a16:creationId xmlns:a16="http://schemas.microsoft.com/office/drawing/2014/main" id="{98BDB613-81C2-D8B9-56CE-BB04A3E36282}"/>
                  </a:ext>
                </a:extLst>
              </p:cNvPr>
              <p:cNvSpPr/>
              <p:nvPr/>
            </p:nvSpPr>
            <p:spPr>
              <a:xfrm>
                <a:off x="11144999" y="3201554"/>
                <a:ext cx="371799" cy="64565"/>
              </a:xfrm>
              <a:custGeom>
                <a:avLst/>
                <a:gdLst>
                  <a:gd name="connsiteX0" fmla="*/ 0 w 701243"/>
                  <a:gd name="connsiteY0" fmla="*/ 60888 h 121775"/>
                  <a:gd name="connsiteX1" fmla="*/ 60888 w 701243"/>
                  <a:gd name="connsiteY1" fmla="*/ 121775 h 121775"/>
                  <a:gd name="connsiteX2" fmla="*/ 640357 w 701243"/>
                  <a:gd name="connsiteY2" fmla="*/ 121775 h 121775"/>
                  <a:gd name="connsiteX3" fmla="*/ 701244 w 701243"/>
                  <a:gd name="connsiteY3" fmla="*/ 60888 h 121775"/>
                  <a:gd name="connsiteX4" fmla="*/ 640357 w 701243"/>
                  <a:gd name="connsiteY4" fmla="*/ 0 h 121775"/>
                  <a:gd name="connsiteX5" fmla="*/ 60888 w 701243"/>
                  <a:gd name="connsiteY5" fmla="*/ 0 h 121775"/>
                  <a:gd name="connsiteX6" fmla="*/ 0 w 701243"/>
                  <a:gd name="connsiteY6" fmla="*/ 60888 h 121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1243" h="121775">
                    <a:moveTo>
                      <a:pt x="0" y="60888"/>
                    </a:moveTo>
                    <a:cubicBezTo>
                      <a:pt x="0" y="94497"/>
                      <a:pt x="27337" y="121775"/>
                      <a:pt x="60888" y="121775"/>
                    </a:cubicBezTo>
                    <a:lnTo>
                      <a:pt x="640357" y="121775"/>
                    </a:lnTo>
                    <a:cubicBezTo>
                      <a:pt x="673966" y="121775"/>
                      <a:pt x="701244" y="94438"/>
                      <a:pt x="701244" y="60888"/>
                    </a:cubicBezTo>
                    <a:cubicBezTo>
                      <a:pt x="701244" y="27337"/>
                      <a:pt x="673907" y="0"/>
                      <a:pt x="640357" y="0"/>
                    </a:cubicBezTo>
                    <a:lnTo>
                      <a:pt x="60888" y="0"/>
                    </a:lnTo>
                    <a:cubicBezTo>
                      <a:pt x="27279" y="0"/>
                      <a:pt x="0" y="27337"/>
                      <a:pt x="0" y="60888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7" name="任意多边形: 形状 1146" descr="821b06c3-80e4-484d-9596-a9018c6d3d29">
                <a:extLst>
                  <a:ext uri="{FF2B5EF4-FFF2-40B4-BE49-F238E27FC236}">
                    <a16:creationId xmlns:a16="http://schemas.microsoft.com/office/drawing/2014/main" id="{2BAEB3A6-2BAA-B858-CA87-A748738AC85A}"/>
                  </a:ext>
                </a:extLst>
              </p:cNvPr>
              <p:cNvSpPr/>
              <p:nvPr/>
            </p:nvSpPr>
            <p:spPr>
              <a:xfrm>
                <a:off x="10640617" y="3517918"/>
                <a:ext cx="727913" cy="376003"/>
              </a:xfrm>
              <a:custGeom>
                <a:avLst/>
                <a:gdLst>
                  <a:gd name="connsiteX0" fmla="*/ 0 w 1372901"/>
                  <a:gd name="connsiteY0" fmla="*/ 219468 h 709172"/>
                  <a:gd name="connsiteX1" fmla="*/ 0 w 1372901"/>
                  <a:gd name="connsiteY1" fmla="*/ 489823 h 709172"/>
                  <a:gd name="connsiteX2" fmla="*/ 159882 w 1372901"/>
                  <a:gd name="connsiteY2" fmla="*/ 700771 h 709172"/>
                  <a:gd name="connsiteX3" fmla="*/ 219409 w 1372901"/>
                  <a:gd name="connsiteY3" fmla="*/ 709173 h 709172"/>
                  <a:gd name="connsiteX4" fmla="*/ 1153493 w 1372901"/>
                  <a:gd name="connsiteY4" fmla="*/ 709173 h 709172"/>
                  <a:gd name="connsiteX5" fmla="*/ 1372902 w 1372901"/>
                  <a:gd name="connsiteY5" fmla="*/ 489764 h 709172"/>
                  <a:gd name="connsiteX6" fmla="*/ 1372902 w 1372901"/>
                  <a:gd name="connsiteY6" fmla="*/ 219409 h 709172"/>
                  <a:gd name="connsiteX7" fmla="*/ 1153493 w 1372901"/>
                  <a:gd name="connsiteY7" fmla="*/ 0 h 709172"/>
                  <a:gd name="connsiteX8" fmla="*/ 219409 w 1372901"/>
                  <a:gd name="connsiteY8" fmla="*/ 0 h 709172"/>
                  <a:gd name="connsiteX9" fmla="*/ 159882 w 1372901"/>
                  <a:gd name="connsiteY9" fmla="*/ 8402 h 709172"/>
                  <a:gd name="connsiteX10" fmla="*/ 0 w 1372901"/>
                  <a:gd name="connsiteY10" fmla="*/ 219350 h 709172"/>
                  <a:gd name="connsiteX11" fmla="*/ 121835 w 1372901"/>
                  <a:gd name="connsiteY11" fmla="*/ 219468 h 709172"/>
                  <a:gd name="connsiteX12" fmla="*/ 219409 w 1372901"/>
                  <a:gd name="connsiteY12" fmla="*/ 121894 h 709172"/>
                  <a:gd name="connsiteX13" fmla="*/ 1153493 w 1372901"/>
                  <a:gd name="connsiteY13" fmla="*/ 121894 h 709172"/>
                  <a:gd name="connsiteX14" fmla="*/ 1251067 w 1372901"/>
                  <a:gd name="connsiteY14" fmla="*/ 219468 h 709172"/>
                  <a:gd name="connsiteX15" fmla="*/ 1251067 w 1372901"/>
                  <a:gd name="connsiteY15" fmla="*/ 489823 h 709172"/>
                  <a:gd name="connsiteX16" fmla="*/ 1153493 w 1372901"/>
                  <a:gd name="connsiteY16" fmla="*/ 587397 h 709172"/>
                  <a:gd name="connsiteX17" fmla="*/ 219409 w 1372901"/>
                  <a:gd name="connsiteY17" fmla="*/ 587397 h 709172"/>
                  <a:gd name="connsiteX18" fmla="*/ 121835 w 1372901"/>
                  <a:gd name="connsiteY18" fmla="*/ 489823 h 709172"/>
                  <a:gd name="connsiteX19" fmla="*/ 121835 w 1372901"/>
                  <a:gd name="connsiteY19" fmla="*/ 219468 h 709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72901" h="709172">
                    <a:moveTo>
                      <a:pt x="0" y="219468"/>
                    </a:moveTo>
                    <a:lnTo>
                      <a:pt x="0" y="489823"/>
                    </a:lnTo>
                    <a:cubicBezTo>
                      <a:pt x="0" y="590179"/>
                      <a:pt x="67752" y="674794"/>
                      <a:pt x="159882" y="700771"/>
                    </a:cubicBezTo>
                    <a:cubicBezTo>
                      <a:pt x="178817" y="706155"/>
                      <a:pt x="198758" y="709173"/>
                      <a:pt x="219409" y="709173"/>
                    </a:cubicBezTo>
                    <a:lnTo>
                      <a:pt x="1153493" y="709173"/>
                    </a:lnTo>
                    <a:cubicBezTo>
                      <a:pt x="1274441" y="709173"/>
                      <a:pt x="1372902" y="610770"/>
                      <a:pt x="1372902" y="489764"/>
                    </a:cubicBezTo>
                    <a:lnTo>
                      <a:pt x="1372902" y="219409"/>
                    </a:lnTo>
                    <a:cubicBezTo>
                      <a:pt x="1372902" y="98462"/>
                      <a:pt x="1274499" y="0"/>
                      <a:pt x="1153493" y="0"/>
                    </a:cubicBezTo>
                    <a:lnTo>
                      <a:pt x="219409" y="0"/>
                    </a:lnTo>
                    <a:cubicBezTo>
                      <a:pt x="198758" y="0"/>
                      <a:pt x="178876" y="3077"/>
                      <a:pt x="159882" y="8402"/>
                    </a:cubicBezTo>
                    <a:cubicBezTo>
                      <a:pt x="67752" y="34438"/>
                      <a:pt x="0" y="119053"/>
                      <a:pt x="0" y="219350"/>
                    </a:cubicBezTo>
                    <a:close/>
                    <a:moveTo>
                      <a:pt x="121835" y="219468"/>
                    </a:moveTo>
                    <a:cubicBezTo>
                      <a:pt x="121835" y="165681"/>
                      <a:pt x="165622" y="121894"/>
                      <a:pt x="219409" y="121894"/>
                    </a:cubicBezTo>
                    <a:lnTo>
                      <a:pt x="1153493" y="121894"/>
                    </a:lnTo>
                    <a:cubicBezTo>
                      <a:pt x="1207280" y="121894"/>
                      <a:pt x="1251067" y="165681"/>
                      <a:pt x="1251067" y="219468"/>
                    </a:cubicBezTo>
                    <a:lnTo>
                      <a:pt x="1251067" y="489823"/>
                    </a:lnTo>
                    <a:cubicBezTo>
                      <a:pt x="1251067" y="543611"/>
                      <a:pt x="1207280" y="587397"/>
                      <a:pt x="1153493" y="587397"/>
                    </a:cubicBezTo>
                    <a:lnTo>
                      <a:pt x="219409" y="587397"/>
                    </a:lnTo>
                    <a:cubicBezTo>
                      <a:pt x="165622" y="587397"/>
                      <a:pt x="121835" y="543611"/>
                      <a:pt x="121835" y="489823"/>
                    </a:cubicBezTo>
                    <a:lnTo>
                      <a:pt x="121835" y="219468"/>
                    </a:ln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8" name="任意多边形: 形状 1147" descr="08dea969-68d7-4052-8920-35b764b235c8">
                <a:extLst>
                  <a:ext uri="{FF2B5EF4-FFF2-40B4-BE49-F238E27FC236}">
                    <a16:creationId xmlns:a16="http://schemas.microsoft.com/office/drawing/2014/main" id="{FC688E9D-2CCF-9B98-2F27-13499197E3DB}"/>
                  </a:ext>
                </a:extLst>
              </p:cNvPr>
              <p:cNvSpPr/>
              <p:nvPr/>
            </p:nvSpPr>
            <p:spPr>
              <a:xfrm>
                <a:off x="10640617" y="2846759"/>
                <a:ext cx="371799" cy="64565"/>
              </a:xfrm>
              <a:custGeom>
                <a:avLst/>
                <a:gdLst>
                  <a:gd name="connsiteX0" fmla="*/ 0 w 701243"/>
                  <a:gd name="connsiteY0" fmla="*/ 60888 h 121775"/>
                  <a:gd name="connsiteX1" fmla="*/ 60888 w 701243"/>
                  <a:gd name="connsiteY1" fmla="*/ 121775 h 121775"/>
                  <a:gd name="connsiteX2" fmla="*/ 640356 w 701243"/>
                  <a:gd name="connsiteY2" fmla="*/ 121775 h 121775"/>
                  <a:gd name="connsiteX3" fmla="*/ 701244 w 701243"/>
                  <a:gd name="connsiteY3" fmla="*/ 60888 h 121775"/>
                  <a:gd name="connsiteX4" fmla="*/ 640356 w 701243"/>
                  <a:gd name="connsiteY4" fmla="*/ 0 h 121775"/>
                  <a:gd name="connsiteX5" fmla="*/ 60888 w 701243"/>
                  <a:gd name="connsiteY5" fmla="*/ 0 h 121775"/>
                  <a:gd name="connsiteX6" fmla="*/ 0 w 701243"/>
                  <a:gd name="connsiteY6" fmla="*/ 60888 h 121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1243" h="121775">
                    <a:moveTo>
                      <a:pt x="0" y="60888"/>
                    </a:moveTo>
                    <a:cubicBezTo>
                      <a:pt x="0" y="94497"/>
                      <a:pt x="27337" y="121775"/>
                      <a:pt x="60888" y="121775"/>
                    </a:cubicBezTo>
                    <a:lnTo>
                      <a:pt x="640356" y="121775"/>
                    </a:lnTo>
                    <a:cubicBezTo>
                      <a:pt x="673966" y="121775"/>
                      <a:pt x="701244" y="94438"/>
                      <a:pt x="701244" y="60888"/>
                    </a:cubicBezTo>
                    <a:cubicBezTo>
                      <a:pt x="701244" y="27337"/>
                      <a:pt x="673907" y="0"/>
                      <a:pt x="640356" y="0"/>
                    </a:cubicBezTo>
                    <a:lnTo>
                      <a:pt x="60888" y="0"/>
                    </a:lnTo>
                    <a:cubicBezTo>
                      <a:pt x="27278" y="0"/>
                      <a:pt x="0" y="27337"/>
                      <a:pt x="0" y="60888"/>
                    </a:cubicBezTo>
                    <a:close/>
                  </a:path>
                </a:pathLst>
              </a:custGeom>
              <a:solidFill>
                <a:srgbClr val="290D56"/>
              </a:solidFill>
              <a:ln w="59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990" name="Title" descr="eb595a35-b495-4753-ae46-8c7eb8abe89d">
              <a:extLst>
                <a:ext uri="{FF2B5EF4-FFF2-40B4-BE49-F238E27FC236}">
                  <a16:creationId xmlns:a16="http://schemas.microsoft.com/office/drawing/2014/main" id="{3275277D-378E-F6FD-D5DB-D814AC9118A4}"/>
                </a:ext>
              </a:extLst>
            </p:cNvPr>
            <p:cNvSpPr/>
            <p:nvPr/>
          </p:nvSpPr>
          <p:spPr>
            <a:xfrm>
              <a:off x="660400" y="1130300"/>
              <a:ext cx="6705758" cy="966129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400" b="1" dirty="0"/>
                <a:t>墨西哥文化中的家庭价值观</a:t>
              </a:r>
              <a:endParaRPr lang="en-US" dirty="0"/>
            </a:p>
          </p:txBody>
        </p:sp>
        <p:grpSp>
          <p:nvGrpSpPr>
            <p:cNvPr id="1149" name="组合 1148" descr="9544614b-5c2f-4b5c-92ad-338754a8ae08">
              <a:extLst>
                <a:ext uri="{FF2B5EF4-FFF2-40B4-BE49-F238E27FC236}">
                  <a16:creationId xmlns:a16="http://schemas.microsoft.com/office/drawing/2014/main" id="{F31AF50D-2B24-86C2-6505-148B115931C1}"/>
                </a:ext>
              </a:extLst>
            </p:cNvPr>
            <p:cNvGrpSpPr/>
            <p:nvPr/>
          </p:nvGrpSpPr>
          <p:grpSpPr>
            <a:xfrm>
              <a:off x="1047602" y="2268197"/>
              <a:ext cx="2802668" cy="1804239"/>
              <a:chOff x="1047602" y="2268197"/>
              <a:chExt cx="2802668" cy="1804239"/>
            </a:xfrm>
          </p:grpSpPr>
          <p:sp>
            <p:nvSpPr>
              <p:cNvPr id="1004" name="Number1" descr="001f7b3c-ba7c-481f-888e-400a13151261">
                <a:extLst>
                  <a:ext uri="{FF2B5EF4-FFF2-40B4-BE49-F238E27FC236}">
                    <a16:creationId xmlns:a16="http://schemas.microsoft.com/office/drawing/2014/main" id="{81DB5022-1E67-9228-8CE8-8A4F3CE2F02F}"/>
                  </a:ext>
                </a:extLst>
              </p:cNvPr>
              <p:cNvSpPr txBox="1"/>
              <p:nvPr/>
            </p:nvSpPr>
            <p:spPr>
              <a:xfrm>
                <a:off x="2090490" y="2268197"/>
                <a:ext cx="716891" cy="57099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2">
                          <a:alpha val="20000"/>
                        </a:schemeClr>
                      </a:outerShdw>
                    </a:effectLst>
                  </a:rPr>
                  <a:t>01.</a:t>
                </a:r>
                <a:endParaRPr lang="zh-CN" altLang="en-US" sz="3200" b="1" i="1" dirty="0">
                  <a:gradFill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60000">
                        <a:schemeClr val="accent2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2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1005" name="Text1" descr="5126d483-529e-4b5a-a61f-14170242664e">
                <a:extLst>
                  <a:ext uri="{FF2B5EF4-FFF2-40B4-BE49-F238E27FC236}">
                    <a16:creationId xmlns:a16="http://schemas.microsoft.com/office/drawing/2014/main" id="{19352DC3-8AB3-C05B-AC97-F123F2188E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7602" y="3361507"/>
                <a:ext cx="2802668" cy="710929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在墨西哥文化中，家庭被视为最重要的部分，家人之间的关系非常紧密。</a:t>
                </a:r>
                <a:endParaRPr lang="en-US" dirty="0"/>
              </a:p>
            </p:txBody>
          </p:sp>
          <p:sp>
            <p:nvSpPr>
              <p:cNvPr id="1006" name="Bullet1" descr="1ac6cdbd-4e6e-4c72-91cb-7acf9a62e5c4">
                <a:extLst>
                  <a:ext uri="{FF2B5EF4-FFF2-40B4-BE49-F238E27FC236}">
                    <a16:creationId xmlns:a16="http://schemas.microsoft.com/office/drawing/2014/main" id="{A355EDFB-E7BC-FC3B-69F8-F69FE5D7D0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7602" y="2959837"/>
                <a:ext cx="2802668" cy="36373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 lnSpcReduction="10000"/>
              </a:bodyPr>
              <a:lstStyle/>
              <a:p>
                <a:pPr algn="ctr"/>
                <a:r>
                  <a:rPr lang="zh-CN" altLang="en-US" b="1" dirty="0"/>
                  <a:t>家庭的重要性</a:t>
                </a:r>
                <a:endParaRPr lang="en-US" dirty="0"/>
              </a:p>
            </p:txBody>
          </p:sp>
        </p:grpSp>
        <p:grpSp>
          <p:nvGrpSpPr>
            <p:cNvPr id="1150" name="组合 1149" descr="95efedd4-f47f-4321-b1e0-db8a7a37d8c7">
              <a:extLst>
                <a:ext uri="{FF2B5EF4-FFF2-40B4-BE49-F238E27FC236}">
                  <a16:creationId xmlns:a16="http://schemas.microsoft.com/office/drawing/2014/main" id="{6E9DBDC1-204A-6E72-3958-857D51E3979D}"/>
                </a:ext>
              </a:extLst>
            </p:cNvPr>
            <p:cNvGrpSpPr/>
            <p:nvPr/>
          </p:nvGrpSpPr>
          <p:grpSpPr>
            <a:xfrm>
              <a:off x="4385072" y="2266263"/>
              <a:ext cx="2802668" cy="1803919"/>
              <a:chOff x="4385072" y="2266263"/>
              <a:chExt cx="2802668" cy="1803919"/>
            </a:xfrm>
          </p:grpSpPr>
          <p:sp>
            <p:nvSpPr>
              <p:cNvPr id="1001" name="Number2" descr="caf68810-0dcf-433e-8f6c-2af38f41a776">
                <a:extLst>
                  <a:ext uri="{FF2B5EF4-FFF2-40B4-BE49-F238E27FC236}">
                    <a16:creationId xmlns:a16="http://schemas.microsoft.com/office/drawing/2014/main" id="{E9029B09-C42D-AAD1-95AA-B0D35E072105}"/>
                  </a:ext>
                </a:extLst>
              </p:cNvPr>
              <p:cNvSpPr txBox="1"/>
              <p:nvPr/>
            </p:nvSpPr>
            <p:spPr>
              <a:xfrm>
                <a:off x="5427960" y="2266263"/>
                <a:ext cx="716891" cy="57099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3">
                          <a:alpha val="20000"/>
                        </a:schemeClr>
                      </a:outerShdw>
                    </a:effectLst>
                  </a:rPr>
                  <a:t>02.</a:t>
                </a:r>
                <a:endParaRPr lang="zh-CN" altLang="en-US" sz="3200" b="1" i="1" dirty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0000">
                        <a:schemeClr val="accent3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3">
                        <a:alpha val="20000"/>
                      </a:schemeClr>
                    </a:outerShdw>
                  </a:effectLst>
                </a:endParaRPr>
              </a:p>
            </p:txBody>
          </p:sp>
          <p:sp>
            <p:nvSpPr>
              <p:cNvPr id="1002" name="Text2" descr="c7909710-99eb-4f6c-8948-fd2d2b6cd475">
                <a:extLst>
                  <a:ext uri="{FF2B5EF4-FFF2-40B4-BE49-F238E27FC236}">
                    <a16:creationId xmlns:a16="http://schemas.microsoft.com/office/drawing/2014/main" id="{8D0C990F-01F0-E07A-5B70-5DEA68F197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85072" y="3359253"/>
                <a:ext cx="2802668" cy="710929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电影通过米格与家人的故事，展现了家庭的温暖和力量，强调了家人之间的爱与支持。</a:t>
                </a:r>
                <a:endParaRPr lang="en-US" dirty="0"/>
              </a:p>
            </p:txBody>
          </p:sp>
          <p:sp>
            <p:nvSpPr>
              <p:cNvPr id="1003" name="Bullet2" descr="50463b3f-3acb-432f-83e6-a5d6f929ead4">
                <a:extLst>
                  <a:ext uri="{FF2B5EF4-FFF2-40B4-BE49-F238E27FC236}">
                    <a16:creationId xmlns:a16="http://schemas.microsoft.com/office/drawing/2014/main" id="{40C6261B-3B5D-1FC2-CBDE-A35004CC43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85072" y="2957583"/>
                <a:ext cx="2802668" cy="36373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 lnSpcReduction="10000"/>
              </a:bodyPr>
              <a:lstStyle/>
              <a:p>
                <a:pPr algn="ctr"/>
                <a:r>
                  <a:rPr lang="zh-CN" altLang="en-US" b="1" dirty="0"/>
                  <a:t>电影中的家庭表现</a:t>
                </a:r>
                <a:endParaRPr lang="en-US" dirty="0"/>
              </a:p>
            </p:txBody>
          </p:sp>
        </p:grpSp>
        <p:grpSp>
          <p:nvGrpSpPr>
            <p:cNvPr id="1151" name="组合 1150" descr="5321f537-8394-453f-acff-cd532fab1674">
              <a:extLst>
                <a:ext uri="{FF2B5EF4-FFF2-40B4-BE49-F238E27FC236}">
                  <a16:creationId xmlns:a16="http://schemas.microsoft.com/office/drawing/2014/main" id="{5A89568B-28EC-4BF2-9644-2ECF5D698F0C}"/>
                </a:ext>
              </a:extLst>
            </p:cNvPr>
            <p:cNvGrpSpPr/>
            <p:nvPr/>
          </p:nvGrpSpPr>
          <p:grpSpPr>
            <a:xfrm>
              <a:off x="1047602" y="4109342"/>
              <a:ext cx="2802668" cy="1927755"/>
              <a:chOff x="1047602" y="4109342"/>
              <a:chExt cx="2802668" cy="1927755"/>
            </a:xfrm>
          </p:grpSpPr>
          <p:sp>
            <p:nvSpPr>
              <p:cNvPr id="998" name="Number3" descr="145c3ac9-b2ee-4759-91aa-3b071871d78b">
                <a:extLst>
                  <a:ext uri="{FF2B5EF4-FFF2-40B4-BE49-F238E27FC236}">
                    <a16:creationId xmlns:a16="http://schemas.microsoft.com/office/drawing/2014/main" id="{C15B4F90-B236-23F7-F23B-2B2974605D46}"/>
                  </a:ext>
                </a:extLst>
              </p:cNvPr>
              <p:cNvSpPr txBox="1"/>
              <p:nvPr/>
            </p:nvSpPr>
            <p:spPr>
              <a:xfrm>
                <a:off x="2090490" y="4109342"/>
                <a:ext cx="716891" cy="570992"/>
              </a:xfrm>
              <a:prstGeom prst="rect">
                <a:avLst/>
              </a:prstGeom>
              <a:noFill/>
            </p:spPr>
            <p:txBody>
              <a:bodyPr wrap="none" rtlCol="0">
                <a:normAutofit lnSpcReduction="10000"/>
              </a:bodyPr>
              <a:lstStyle>
                <a:defPPr>
                  <a:defRPr lang="zh-CN"/>
                </a:defPPr>
                <a:lvl1pPr>
                  <a:defRPr sz="3200" b="1" i="1">
                    <a:gradFill>
                      <a:gsLst>
                        <a:gs pos="0">
                          <a:schemeClr val="accent6">
                            <a:lumMod val="60000"/>
                            <a:lumOff val="40000"/>
                          </a:schemeClr>
                        </a:gs>
                        <a:gs pos="60000">
                          <a:schemeClr val="accent6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6">
                          <a:alpha val="20000"/>
                        </a:schemeClr>
                      </a:outerShdw>
                    </a:effectLst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03.</a:t>
                </a:r>
                <a:endParaRPr lang="zh-CN" altLang="en-US" dirty="0"/>
              </a:p>
            </p:txBody>
          </p:sp>
          <p:sp>
            <p:nvSpPr>
              <p:cNvPr id="999" name="Text3" descr="cd18b588-1fd1-4aca-9343-1d098fb39dc2">
                <a:extLst>
                  <a:ext uri="{FF2B5EF4-FFF2-40B4-BE49-F238E27FC236}">
                    <a16:creationId xmlns:a16="http://schemas.microsoft.com/office/drawing/2014/main" id="{E4F85F1D-CB30-0581-D3A4-CE0E76ABE7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7602" y="5185815"/>
                <a:ext cx="2802668" cy="851282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家庭对个人的成长和发展有着重要的影响，它给予人们安全感和归属感。</a:t>
                </a:r>
                <a:endParaRPr lang="en-US" dirty="0"/>
              </a:p>
            </p:txBody>
          </p:sp>
          <p:sp>
            <p:nvSpPr>
              <p:cNvPr id="1000" name="Bullet3" descr="7b13ac12-2d50-44a1-ae9c-2ae7247c9833">
                <a:extLst>
                  <a:ext uri="{FF2B5EF4-FFF2-40B4-BE49-F238E27FC236}">
                    <a16:creationId xmlns:a16="http://schemas.microsoft.com/office/drawing/2014/main" id="{8FEA685E-37FE-798C-3F7E-1138D9FEAB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7602" y="4717240"/>
                <a:ext cx="2802668" cy="39250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algn="ctr"/>
                <a:r>
                  <a:rPr lang="zh-CN" altLang="en-US" b="1" dirty="0"/>
                  <a:t>家庭对个人的影响</a:t>
                </a:r>
                <a:endParaRPr lang="en-US" dirty="0"/>
              </a:p>
            </p:txBody>
          </p:sp>
        </p:grpSp>
        <p:grpSp>
          <p:nvGrpSpPr>
            <p:cNvPr id="1152" name="组合 1151" descr="a0e19a20-7f39-4419-8d34-ca54d21d1107">
              <a:extLst>
                <a:ext uri="{FF2B5EF4-FFF2-40B4-BE49-F238E27FC236}">
                  <a16:creationId xmlns:a16="http://schemas.microsoft.com/office/drawing/2014/main" id="{31CA1F1F-C991-230D-24AF-1062A0BD66F7}"/>
                </a:ext>
              </a:extLst>
            </p:cNvPr>
            <p:cNvGrpSpPr/>
            <p:nvPr/>
          </p:nvGrpSpPr>
          <p:grpSpPr>
            <a:xfrm>
              <a:off x="4378722" y="4070182"/>
              <a:ext cx="2802668" cy="1966915"/>
              <a:chOff x="4378722" y="4070182"/>
              <a:chExt cx="2802668" cy="1966915"/>
            </a:xfrm>
          </p:grpSpPr>
          <p:sp>
            <p:nvSpPr>
              <p:cNvPr id="995" name="Number4" descr="230d4750-d897-4cee-8205-dd1b024b77de">
                <a:extLst>
                  <a:ext uri="{FF2B5EF4-FFF2-40B4-BE49-F238E27FC236}">
                    <a16:creationId xmlns:a16="http://schemas.microsoft.com/office/drawing/2014/main" id="{F601EC7E-FE97-3FE1-22AC-0580DA835BF1}"/>
                  </a:ext>
                </a:extLst>
              </p:cNvPr>
              <p:cNvSpPr txBox="1"/>
              <p:nvPr/>
            </p:nvSpPr>
            <p:spPr>
              <a:xfrm>
                <a:off x="5421610" y="4070182"/>
                <a:ext cx="716891" cy="57099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normAutofit lnSpcReduction="10000"/>
              </a:bodyPr>
              <a:lstStyle>
                <a:defPPr>
                  <a:defRPr lang="zh-CN"/>
                </a:defPPr>
                <a:lvl1pPr>
                  <a:defRPr sz="3200" b="1" i="1">
                    <a:gradFill>
                      <a:gsLst>
                        <a:gs pos="0">
                          <a:schemeClr val="accent5">
                            <a:lumMod val="60000"/>
                            <a:lumOff val="40000"/>
                          </a:schemeClr>
                        </a:gs>
                        <a:gs pos="60000">
                          <a:schemeClr val="accent5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5">
                          <a:alpha val="20000"/>
                        </a:schemeClr>
                      </a:outerShdw>
                    </a:effectLst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/>
                  <a:t>04.</a:t>
                </a:r>
                <a:endParaRPr lang="zh-CN" altLang="en-US" dirty="0"/>
              </a:p>
            </p:txBody>
          </p:sp>
          <p:sp>
            <p:nvSpPr>
              <p:cNvPr id="996" name="Text4" descr="90956f04-4db8-4d5b-951b-02fa56b3304d">
                <a:extLst>
                  <a:ext uri="{FF2B5EF4-FFF2-40B4-BE49-F238E27FC236}">
                    <a16:creationId xmlns:a16="http://schemas.microsoft.com/office/drawing/2014/main" id="{DD0CA631-0E85-EF33-641A-8DECE7DBED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78722" y="5185815"/>
                <a:ext cx="2802668" cy="851282"/>
              </a:xfrm>
              <a:prstGeom prst="rect">
                <a:avLst/>
              </a:prstGeom>
            </p:spPr>
            <p:txBody>
              <a:bodyPr vert="horz"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家庭和梦想在电影中相互交织，米格在追求梦想的过程中，也体会到了家庭的重要性。</a:t>
                </a:r>
                <a:endParaRPr lang="en-US" dirty="0"/>
              </a:p>
            </p:txBody>
          </p:sp>
          <p:sp>
            <p:nvSpPr>
              <p:cNvPr id="997" name="Bullet4" descr="740ec4b5-0e6c-4598-988f-2203b2923b30">
                <a:extLst>
                  <a:ext uri="{FF2B5EF4-FFF2-40B4-BE49-F238E27FC236}">
                    <a16:creationId xmlns:a16="http://schemas.microsoft.com/office/drawing/2014/main" id="{4FB07C0B-C3BD-2243-F061-6B87685599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78722" y="4717240"/>
                <a:ext cx="2802668" cy="39250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algn="ctr"/>
                <a:r>
                  <a:rPr lang="zh-CN" altLang="en-US" b="1" dirty="0"/>
                  <a:t>家庭与梦想的关系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f9198ad-46ef-44fe-b808-3048209029d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制作团队</a:t>
            </a:r>
            <a:endParaRPr lang="en-US" dirty="0"/>
          </a:p>
        </p:txBody>
      </p:sp>
      <p:sp>
        <p:nvSpPr>
          <p:cNvPr id="25" name="文本占位符 24" descr="8d2fb86b-9385-4f81-9215-cfa24f028e7a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了解电影背后的创作团队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导演</a:t>
            </a:r>
            <a:endParaRPr lang="en-US" dirty="0"/>
          </a:p>
        </p:txBody>
      </p:sp>
      <p:grpSp>
        <p:nvGrpSpPr>
          <p:cNvPr id="250" name="6677eee0-78eb-45e8-bfb4-a5781e4fb647.source.4.zh-Hans.pptx" descr="09804bde-bca1-4449-8c16-4bacc0abf428">
            <a:extLst>
              <a:ext uri="{FF2B5EF4-FFF2-40B4-BE49-F238E27FC236}">
                <a16:creationId xmlns:a16="http://schemas.microsoft.com/office/drawing/2014/main" id="{1CA879BA-742F-9F1F-A4EE-74868BAB5FA4}"/>
              </a:ext>
            </a:extLst>
          </p:cNvPr>
          <p:cNvGrpSpPr/>
          <p:nvPr/>
        </p:nvGrpSpPr>
        <p:grpSpPr>
          <a:xfrm>
            <a:off x="660400" y="1130300"/>
            <a:ext cx="11531600" cy="5003800"/>
            <a:chOff x="660400" y="1130300"/>
            <a:chExt cx="11531600" cy="5003800"/>
          </a:xfrm>
        </p:grpSpPr>
        <p:grpSp>
          <p:nvGrpSpPr>
            <p:cNvPr id="249" name="组合 248" descr="23a746a0-6ccf-49a7-941e-05924818c4ca">
              <a:extLst>
                <a:ext uri="{FF2B5EF4-FFF2-40B4-BE49-F238E27FC236}">
                  <a16:creationId xmlns:a16="http://schemas.microsoft.com/office/drawing/2014/main" id="{90C4D293-2A52-D2BF-EC11-F00A0724D1E2}"/>
                </a:ext>
              </a:extLst>
            </p:cNvPr>
            <p:cNvGrpSpPr/>
            <p:nvPr/>
          </p:nvGrpSpPr>
          <p:grpSpPr>
            <a:xfrm>
              <a:off x="8280692" y="1914434"/>
              <a:ext cx="3911308" cy="4219666"/>
              <a:chOff x="8280692" y="1914434"/>
              <a:chExt cx="3911308" cy="4219666"/>
            </a:xfrm>
          </p:grpSpPr>
          <p:sp>
            <p:nvSpPr>
              <p:cNvPr id="58" name="任意多边形: 形状 57" descr="25096240-de28-4342-9602-0e47a27b0ee8">
                <a:extLst>
                  <a:ext uri="{FF2B5EF4-FFF2-40B4-BE49-F238E27FC236}">
                    <a16:creationId xmlns:a16="http://schemas.microsoft.com/office/drawing/2014/main" id="{E39675F8-BD9B-81DF-3CCF-D21EC56AF7C5}"/>
                  </a:ext>
                </a:extLst>
              </p:cNvPr>
              <p:cNvSpPr/>
              <p:nvPr/>
            </p:nvSpPr>
            <p:spPr>
              <a:xfrm>
                <a:off x="10700956" y="4935533"/>
                <a:ext cx="417354" cy="933003"/>
              </a:xfrm>
              <a:custGeom>
                <a:avLst/>
                <a:gdLst>
                  <a:gd name="connsiteX0" fmla="*/ 123241 w 369707"/>
                  <a:gd name="connsiteY0" fmla="*/ 171237 h 826487"/>
                  <a:gd name="connsiteX1" fmla="*/ 169991 w 369707"/>
                  <a:gd name="connsiteY1" fmla="*/ 255387 h 826487"/>
                  <a:gd name="connsiteX2" fmla="*/ 172983 w 369707"/>
                  <a:gd name="connsiteY2" fmla="*/ 315227 h 826487"/>
                  <a:gd name="connsiteX3" fmla="*/ 230954 w 369707"/>
                  <a:gd name="connsiteY3" fmla="*/ 422191 h 826487"/>
                  <a:gd name="connsiteX4" fmla="*/ 245914 w 369707"/>
                  <a:gd name="connsiteY4" fmla="*/ 490260 h 826487"/>
                  <a:gd name="connsiteX5" fmla="*/ 272468 w 369707"/>
                  <a:gd name="connsiteY5" fmla="*/ 541872 h 826487"/>
                  <a:gd name="connsiteX6" fmla="*/ 321088 w 369707"/>
                  <a:gd name="connsiteY6" fmla="*/ 696709 h 826487"/>
                  <a:gd name="connsiteX7" fmla="*/ 369708 w 369707"/>
                  <a:gd name="connsiteY7" fmla="*/ 826487 h 826487"/>
                  <a:gd name="connsiteX8" fmla="*/ 27871 w 369707"/>
                  <a:gd name="connsiteY8" fmla="*/ 243045 h 826487"/>
                  <a:gd name="connsiteX9" fmla="*/ 11789 w 369707"/>
                  <a:gd name="connsiteY9" fmla="*/ 121495 h 826487"/>
                  <a:gd name="connsiteX10" fmla="*/ 43953 w 369707"/>
                  <a:gd name="connsiteY10" fmla="*/ 84842 h 826487"/>
                  <a:gd name="connsiteX11" fmla="*/ 79857 w 369707"/>
                  <a:gd name="connsiteY11" fmla="*/ 16400 h 826487"/>
                  <a:gd name="connsiteX12" fmla="*/ 122867 w 369707"/>
                  <a:gd name="connsiteY12" fmla="*/ 171237 h 826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69707" h="826487">
                    <a:moveTo>
                      <a:pt x="123241" y="171237"/>
                    </a:moveTo>
                    <a:cubicBezTo>
                      <a:pt x="140071" y="198913"/>
                      <a:pt x="164381" y="223597"/>
                      <a:pt x="169991" y="255387"/>
                    </a:cubicBezTo>
                    <a:cubicBezTo>
                      <a:pt x="173357" y="275209"/>
                      <a:pt x="169617" y="295779"/>
                      <a:pt x="172983" y="315227"/>
                    </a:cubicBezTo>
                    <a:cubicBezTo>
                      <a:pt x="180463" y="355245"/>
                      <a:pt x="217115" y="383669"/>
                      <a:pt x="230954" y="422191"/>
                    </a:cubicBezTo>
                    <a:cubicBezTo>
                      <a:pt x="238808" y="444258"/>
                      <a:pt x="238434" y="468194"/>
                      <a:pt x="245914" y="490260"/>
                    </a:cubicBezTo>
                    <a:cubicBezTo>
                      <a:pt x="251897" y="508586"/>
                      <a:pt x="263118" y="525042"/>
                      <a:pt x="272468" y="541872"/>
                    </a:cubicBezTo>
                    <a:cubicBezTo>
                      <a:pt x="298648" y="589744"/>
                      <a:pt x="309868" y="643600"/>
                      <a:pt x="321088" y="696709"/>
                    </a:cubicBezTo>
                    <a:cubicBezTo>
                      <a:pt x="329316" y="736353"/>
                      <a:pt x="361480" y="786843"/>
                      <a:pt x="369708" y="826487"/>
                    </a:cubicBezTo>
                    <a:cubicBezTo>
                      <a:pt x="263866" y="635372"/>
                      <a:pt x="133713" y="434160"/>
                      <a:pt x="27871" y="243045"/>
                    </a:cubicBezTo>
                    <a:cubicBezTo>
                      <a:pt x="6927" y="205271"/>
                      <a:pt x="-13643" y="156277"/>
                      <a:pt x="11789" y="121495"/>
                    </a:cubicBezTo>
                    <a:cubicBezTo>
                      <a:pt x="21513" y="108404"/>
                      <a:pt x="36847" y="99428"/>
                      <a:pt x="43953" y="84842"/>
                    </a:cubicBezTo>
                    <a:cubicBezTo>
                      <a:pt x="55173" y="61654"/>
                      <a:pt x="41335" y="-38952"/>
                      <a:pt x="79857" y="16400"/>
                    </a:cubicBezTo>
                    <a:cubicBezTo>
                      <a:pt x="108655" y="57914"/>
                      <a:pt x="94817" y="125235"/>
                      <a:pt x="122867" y="171237"/>
                    </a:cubicBez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 descr="92811307-68d5-4aca-af7b-db297490fea4">
                <a:extLst>
                  <a:ext uri="{FF2B5EF4-FFF2-40B4-BE49-F238E27FC236}">
                    <a16:creationId xmlns:a16="http://schemas.microsoft.com/office/drawing/2014/main" id="{AB66BF2A-6D11-1953-CEE9-987A1F823A2B}"/>
                  </a:ext>
                </a:extLst>
              </p:cNvPr>
              <p:cNvSpPr/>
              <p:nvPr/>
            </p:nvSpPr>
            <p:spPr>
              <a:xfrm rot="10800000">
                <a:off x="8280692" y="2270530"/>
                <a:ext cx="1276317" cy="3855549"/>
              </a:xfrm>
              <a:custGeom>
                <a:avLst/>
                <a:gdLst>
                  <a:gd name="connsiteX0" fmla="*/ 0 w 1130606"/>
                  <a:gd name="connsiteY0" fmla="*/ 0 h 3415380"/>
                  <a:gd name="connsiteX1" fmla="*/ 1130606 w 1130606"/>
                  <a:gd name="connsiteY1" fmla="*/ 0 h 3415380"/>
                  <a:gd name="connsiteX2" fmla="*/ 1130606 w 1130606"/>
                  <a:gd name="connsiteY2" fmla="*/ 3337589 h 3415380"/>
                  <a:gd name="connsiteX3" fmla="*/ 1052814 w 1130606"/>
                  <a:gd name="connsiteY3" fmla="*/ 3415381 h 3415380"/>
                  <a:gd name="connsiteX4" fmla="*/ 0 w 1130606"/>
                  <a:gd name="connsiteY4" fmla="*/ 3415381 h 3415380"/>
                  <a:gd name="connsiteX5" fmla="*/ 0 w 1130606"/>
                  <a:gd name="connsiteY5" fmla="*/ 0 h 3415380"/>
                  <a:gd name="connsiteX6" fmla="*/ 0 w 1130606"/>
                  <a:gd name="connsiteY6" fmla="*/ 0 h 341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30606" h="3415380">
                    <a:moveTo>
                      <a:pt x="0" y="0"/>
                    </a:moveTo>
                    <a:lnTo>
                      <a:pt x="1130606" y="0"/>
                    </a:lnTo>
                    <a:lnTo>
                      <a:pt x="1130606" y="3337589"/>
                    </a:lnTo>
                    <a:cubicBezTo>
                      <a:pt x="1130606" y="3380599"/>
                      <a:pt x="1095824" y="3415381"/>
                      <a:pt x="1052814" y="3415381"/>
                    </a:cubicBezTo>
                    <a:lnTo>
                      <a:pt x="0" y="341538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76A0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 descr="1d5f6ef3-167a-4dd8-9054-0e2dfc3436bc">
                <a:extLst>
                  <a:ext uri="{FF2B5EF4-FFF2-40B4-BE49-F238E27FC236}">
                    <a16:creationId xmlns:a16="http://schemas.microsoft.com/office/drawing/2014/main" id="{A45DAF1A-5D83-C717-2526-A8B877C1C5D3}"/>
                  </a:ext>
                </a:extLst>
              </p:cNvPr>
              <p:cNvSpPr/>
              <p:nvPr/>
            </p:nvSpPr>
            <p:spPr>
              <a:xfrm rot="10800000">
                <a:off x="8488415" y="2270530"/>
                <a:ext cx="1276317" cy="3855549"/>
              </a:xfrm>
              <a:custGeom>
                <a:avLst/>
                <a:gdLst>
                  <a:gd name="connsiteX0" fmla="*/ 0 w 1130606"/>
                  <a:gd name="connsiteY0" fmla="*/ 0 h 3415380"/>
                  <a:gd name="connsiteX1" fmla="*/ 1130606 w 1130606"/>
                  <a:gd name="connsiteY1" fmla="*/ 0 h 3415380"/>
                  <a:gd name="connsiteX2" fmla="*/ 1130606 w 1130606"/>
                  <a:gd name="connsiteY2" fmla="*/ 3337589 h 3415380"/>
                  <a:gd name="connsiteX3" fmla="*/ 1052814 w 1130606"/>
                  <a:gd name="connsiteY3" fmla="*/ 3415381 h 3415380"/>
                  <a:gd name="connsiteX4" fmla="*/ 77792 w 1130606"/>
                  <a:gd name="connsiteY4" fmla="*/ 3415381 h 3415380"/>
                  <a:gd name="connsiteX5" fmla="*/ 0 w 1130606"/>
                  <a:gd name="connsiteY5" fmla="*/ 3337589 h 3415380"/>
                  <a:gd name="connsiteX6" fmla="*/ 0 w 1130606"/>
                  <a:gd name="connsiteY6" fmla="*/ 0 h 3415380"/>
                  <a:gd name="connsiteX7" fmla="*/ 0 w 1130606"/>
                  <a:gd name="connsiteY7" fmla="*/ 0 h 341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30606" h="3415380">
                    <a:moveTo>
                      <a:pt x="0" y="0"/>
                    </a:moveTo>
                    <a:lnTo>
                      <a:pt x="1130606" y="0"/>
                    </a:lnTo>
                    <a:lnTo>
                      <a:pt x="1130606" y="3337589"/>
                    </a:lnTo>
                    <a:cubicBezTo>
                      <a:pt x="1130606" y="3380599"/>
                      <a:pt x="1095824" y="3415381"/>
                      <a:pt x="1052814" y="3415381"/>
                    </a:cubicBezTo>
                    <a:lnTo>
                      <a:pt x="77792" y="3415381"/>
                    </a:lnTo>
                    <a:cubicBezTo>
                      <a:pt x="34782" y="3415381"/>
                      <a:pt x="0" y="3380599"/>
                      <a:pt x="0" y="3337589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98BC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: 形状 60" descr="6b30c093-f70c-4606-8459-8be57d27f784">
                <a:extLst>
                  <a:ext uri="{FF2B5EF4-FFF2-40B4-BE49-F238E27FC236}">
                    <a16:creationId xmlns:a16="http://schemas.microsoft.com/office/drawing/2014/main" id="{771AF996-9C8A-C666-CB14-43E0D9FCB029}"/>
                  </a:ext>
                </a:extLst>
              </p:cNvPr>
              <p:cNvSpPr/>
              <p:nvPr/>
            </p:nvSpPr>
            <p:spPr>
              <a:xfrm rot="10800000">
                <a:off x="8588055" y="2524273"/>
                <a:ext cx="1082103" cy="3145827"/>
              </a:xfrm>
              <a:custGeom>
                <a:avLst/>
                <a:gdLst>
                  <a:gd name="connsiteX0" fmla="*/ 0 w 958565"/>
                  <a:gd name="connsiteY0" fmla="*/ 0 h 2786684"/>
                  <a:gd name="connsiteX1" fmla="*/ 958566 w 958565"/>
                  <a:gd name="connsiteY1" fmla="*/ 0 h 2786684"/>
                  <a:gd name="connsiteX2" fmla="*/ 958566 w 958565"/>
                  <a:gd name="connsiteY2" fmla="*/ 2786684 h 2786684"/>
                  <a:gd name="connsiteX3" fmla="*/ 0 w 958565"/>
                  <a:gd name="connsiteY3" fmla="*/ 2786684 h 2786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8565" h="2786684">
                    <a:moveTo>
                      <a:pt x="0" y="0"/>
                    </a:moveTo>
                    <a:lnTo>
                      <a:pt x="958566" y="0"/>
                    </a:lnTo>
                    <a:lnTo>
                      <a:pt x="958566" y="2786684"/>
                    </a:lnTo>
                    <a:lnTo>
                      <a:pt x="0" y="2786684"/>
                    </a:lnTo>
                    <a:close/>
                  </a:path>
                </a:pathLst>
              </a:custGeom>
              <a:solidFill>
                <a:srgbClr val="505A82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 descr="30820d82-6b7b-4fdf-9b3a-3575d3d569ff">
                <a:extLst>
                  <a:ext uri="{FF2B5EF4-FFF2-40B4-BE49-F238E27FC236}">
                    <a16:creationId xmlns:a16="http://schemas.microsoft.com/office/drawing/2014/main" id="{E45B7477-AB84-4E81-93E0-AFDADF279AB4}"/>
                  </a:ext>
                </a:extLst>
              </p:cNvPr>
              <p:cNvSpPr/>
              <p:nvPr/>
            </p:nvSpPr>
            <p:spPr>
              <a:xfrm>
                <a:off x="9263833" y="2522162"/>
                <a:ext cx="197546" cy="722387"/>
              </a:xfrm>
              <a:custGeom>
                <a:avLst/>
                <a:gdLst>
                  <a:gd name="connsiteX0" fmla="*/ 65598 w 174993"/>
                  <a:gd name="connsiteY0" fmla="*/ 405792 h 639916"/>
                  <a:gd name="connsiteX1" fmla="*/ 101502 w 174993"/>
                  <a:gd name="connsiteY1" fmla="*/ 344455 h 639916"/>
                  <a:gd name="connsiteX2" fmla="*/ 95892 w 174993"/>
                  <a:gd name="connsiteY2" fmla="*/ 0 h 639916"/>
                  <a:gd name="connsiteX3" fmla="*/ 136658 w 174993"/>
                  <a:gd name="connsiteY3" fmla="*/ 0 h 639916"/>
                  <a:gd name="connsiteX4" fmla="*/ 134788 w 174993"/>
                  <a:gd name="connsiteY4" fmla="*/ 361285 h 639916"/>
                  <a:gd name="connsiteX5" fmla="*/ 97014 w 174993"/>
                  <a:gd name="connsiteY5" fmla="*/ 425614 h 639916"/>
                  <a:gd name="connsiteX6" fmla="*/ 58117 w 174993"/>
                  <a:gd name="connsiteY6" fmla="*/ 492560 h 639916"/>
                  <a:gd name="connsiteX7" fmla="*/ 48019 w 174993"/>
                  <a:gd name="connsiteY7" fmla="*/ 623460 h 639916"/>
                  <a:gd name="connsiteX8" fmla="*/ 14359 w 174993"/>
                  <a:gd name="connsiteY8" fmla="*/ 639916 h 639916"/>
                  <a:gd name="connsiteX9" fmla="*/ 24457 w 174993"/>
                  <a:gd name="connsiteY9" fmla="*/ 476478 h 639916"/>
                  <a:gd name="connsiteX10" fmla="*/ 65598 w 174993"/>
                  <a:gd name="connsiteY10" fmla="*/ 405418 h 639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4993" h="639916">
                    <a:moveTo>
                      <a:pt x="65598" y="405792"/>
                    </a:moveTo>
                    <a:cubicBezTo>
                      <a:pt x="78688" y="385221"/>
                      <a:pt x="91030" y="365399"/>
                      <a:pt x="101502" y="344455"/>
                    </a:cubicBezTo>
                    <a:cubicBezTo>
                      <a:pt x="152740" y="241605"/>
                      <a:pt x="149000" y="112948"/>
                      <a:pt x="95892" y="0"/>
                    </a:cubicBezTo>
                    <a:lnTo>
                      <a:pt x="136658" y="0"/>
                    </a:lnTo>
                    <a:cubicBezTo>
                      <a:pt x="187522" y="119306"/>
                      <a:pt x="188644" y="253573"/>
                      <a:pt x="134788" y="361285"/>
                    </a:cubicBezTo>
                    <a:cubicBezTo>
                      <a:pt x="123568" y="383725"/>
                      <a:pt x="110104" y="405043"/>
                      <a:pt x="97014" y="425614"/>
                    </a:cubicBezTo>
                    <a:cubicBezTo>
                      <a:pt x="82802" y="448428"/>
                      <a:pt x="69338" y="469746"/>
                      <a:pt x="58117" y="492560"/>
                    </a:cubicBezTo>
                    <a:cubicBezTo>
                      <a:pt x="44279" y="521358"/>
                      <a:pt x="24831" y="576336"/>
                      <a:pt x="48019" y="623460"/>
                    </a:cubicBezTo>
                    <a:lnTo>
                      <a:pt x="14359" y="639916"/>
                    </a:lnTo>
                    <a:cubicBezTo>
                      <a:pt x="-15561" y="578580"/>
                      <a:pt x="8001" y="511260"/>
                      <a:pt x="24457" y="476478"/>
                    </a:cubicBezTo>
                    <a:cubicBezTo>
                      <a:pt x="36425" y="451420"/>
                      <a:pt x="51011" y="428232"/>
                      <a:pt x="65598" y="405418"/>
                    </a:cubicBez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: 形状 62" descr="de898f12-a625-461a-943d-6686a67464c6">
                <a:extLst>
                  <a:ext uri="{FF2B5EF4-FFF2-40B4-BE49-F238E27FC236}">
                    <a16:creationId xmlns:a16="http://schemas.microsoft.com/office/drawing/2014/main" id="{E508AEE5-D6AC-0531-6E6D-DC0EF01765ED}"/>
                  </a:ext>
                </a:extLst>
              </p:cNvPr>
              <p:cNvSpPr/>
              <p:nvPr/>
            </p:nvSpPr>
            <p:spPr>
              <a:xfrm>
                <a:off x="8604846" y="2516250"/>
                <a:ext cx="233905" cy="863824"/>
              </a:xfrm>
              <a:custGeom>
                <a:avLst/>
                <a:gdLst>
                  <a:gd name="connsiteX0" fmla="*/ 93960 w 207201"/>
                  <a:gd name="connsiteY0" fmla="*/ 0 h 765206"/>
                  <a:gd name="connsiteX1" fmla="*/ 39729 w 207201"/>
                  <a:gd name="connsiteY1" fmla="*/ 241605 h 765206"/>
                  <a:gd name="connsiteX2" fmla="*/ 131360 w 207201"/>
                  <a:gd name="connsiteY2" fmla="*/ 496300 h 765206"/>
                  <a:gd name="connsiteX3" fmla="*/ 144824 w 207201"/>
                  <a:gd name="connsiteY3" fmla="*/ 518740 h 765206"/>
                  <a:gd name="connsiteX4" fmla="*/ 196062 w 207201"/>
                  <a:gd name="connsiteY4" fmla="*/ 618972 h 765206"/>
                  <a:gd name="connsiteX5" fmla="*/ 184094 w 207201"/>
                  <a:gd name="connsiteY5" fmla="*/ 765207 h 765206"/>
                  <a:gd name="connsiteX6" fmla="*/ 153052 w 207201"/>
                  <a:gd name="connsiteY6" fmla="*/ 744263 h 765206"/>
                  <a:gd name="connsiteX7" fmla="*/ 160532 w 207201"/>
                  <a:gd name="connsiteY7" fmla="*/ 630940 h 765206"/>
                  <a:gd name="connsiteX8" fmla="*/ 112660 w 207201"/>
                  <a:gd name="connsiteY8" fmla="*/ 538562 h 765206"/>
                  <a:gd name="connsiteX9" fmla="*/ 98822 w 207201"/>
                  <a:gd name="connsiteY9" fmla="*/ 515748 h 765206"/>
                  <a:gd name="connsiteX10" fmla="*/ 2329 w 207201"/>
                  <a:gd name="connsiteY10" fmla="*/ 245345 h 765206"/>
                  <a:gd name="connsiteX11" fmla="*/ 49827 w 207201"/>
                  <a:gd name="connsiteY11" fmla="*/ 0 h 765206"/>
                  <a:gd name="connsiteX12" fmla="*/ 93960 w 207201"/>
                  <a:gd name="connsiteY12" fmla="*/ 0 h 765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201" h="765206">
                    <a:moveTo>
                      <a:pt x="93960" y="0"/>
                    </a:moveTo>
                    <a:cubicBezTo>
                      <a:pt x="50575" y="65450"/>
                      <a:pt x="30379" y="152593"/>
                      <a:pt x="39729" y="241605"/>
                    </a:cubicBezTo>
                    <a:cubicBezTo>
                      <a:pt x="47957" y="322389"/>
                      <a:pt x="78626" y="408036"/>
                      <a:pt x="131360" y="496300"/>
                    </a:cubicBezTo>
                    <a:lnTo>
                      <a:pt x="144824" y="518740"/>
                    </a:lnTo>
                    <a:cubicBezTo>
                      <a:pt x="164272" y="550156"/>
                      <a:pt x="184094" y="582694"/>
                      <a:pt x="196062" y="618972"/>
                    </a:cubicBezTo>
                    <a:cubicBezTo>
                      <a:pt x="214388" y="673576"/>
                      <a:pt x="209900" y="727059"/>
                      <a:pt x="184094" y="765207"/>
                    </a:cubicBezTo>
                    <a:lnTo>
                      <a:pt x="153052" y="744263"/>
                    </a:lnTo>
                    <a:cubicBezTo>
                      <a:pt x="172126" y="715839"/>
                      <a:pt x="174744" y="673576"/>
                      <a:pt x="160532" y="630940"/>
                    </a:cubicBezTo>
                    <a:cubicBezTo>
                      <a:pt x="149686" y="598776"/>
                      <a:pt x="131734" y="569230"/>
                      <a:pt x="112660" y="538562"/>
                    </a:cubicBezTo>
                    <a:lnTo>
                      <a:pt x="98822" y="515748"/>
                    </a:lnTo>
                    <a:cubicBezTo>
                      <a:pt x="43469" y="422622"/>
                      <a:pt x="10931" y="331739"/>
                      <a:pt x="2329" y="245345"/>
                    </a:cubicBezTo>
                    <a:cubicBezTo>
                      <a:pt x="-6647" y="156707"/>
                      <a:pt x="10557" y="69564"/>
                      <a:pt x="49827" y="0"/>
                    </a:cubicBezTo>
                    <a:lnTo>
                      <a:pt x="93960" y="0"/>
                    </a:lnTo>
                    <a:close/>
                  </a:path>
                </a:pathLst>
              </a:custGeom>
              <a:solidFill>
                <a:srgbClr val="FF685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: 形状 63" descr="32e30d7d-c6fe-4f13-aa0a-af7e2cf0cb37">
                <a:extLst>
                  <a:ext uri="{FF2B5EF4-FFF2-40B4-BE49-F238E27FC236}">
                    <a16:creationId xmlns:a16="http://schemas.microsoft.com/office/drawing/2014/main" id="{6447C8B0-1F93-761A-09C4-2CA73511434E}"/>
                  </a:ext>
                </a:extLst>
              </p:cNvPr>
              <p:cNvSpPr/>
              <p:nvPr/>
            </p:nvSpPr>
            <p:spPr>
              <a:xfrm>
                <a:off x="9323531" y="3450162"/>
                <a:ext cx="59952" cy="231788"/>
              </a:xfrm>
              <a:custGeom>
                <a:avLst/>
                <a:gdLst>
                  <a:gd name="connsiteX0" fmla="*/ 37400 w 53108"/>
                  <a:gd name="connsiteY0" fmla="*/ 205327 h 205326"/>
                  <a:gd name="connsiteX1" fmla="*/ 0 w 53108"/>
                  <a:gd name="connsiteY1" fmla="*/ 203831 h 205326"/>
                  <a:gd name="connsiteX2" fmla="*/ 16082 w 53108"/>
                  <a:gd name="connsiteY2" fmla="*/ 0 h 205326"/>
                  <a:gd name="connsiteX3" fmla="*/ 53108 w 53108"/>
                  <a:gd name="connsiteY3" fmla="*/ 4488 h 205326"/>
                  <a:gd name="connsiteX4" fmla="*/ 37026 w 53108"/>
                  <a:gd name="connsiteY4" fmla="*/ 205327 h 205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108" h="205326">
                    <a:moveTo>
                      <a:pt x="37400" y="205327"/>
                    </a:moveTo>
                    <a:lnTo>
                      <a:pt x="0" y="203831"/>
                    </a:lnTo>
                    <a:cubicBezTo>
                      <a:pt x="2992" y="136511"/>
                      <a:pt x="8228" y="68068"/>
                      <a:pt x="16082" y="0"/>
                    </a:cubicBezTo>
                    <a:lnTo>
                      <a:pt x="53108" y="4488"/>
                    </a:lnTo>
                    <a:cubicBezTo>
                      <a:pt x="45254" y="71434"/>
                      <a:pt x="40018" y="139129"/>
                      <a:pt x="37026" y="205327"/>
                    </a:cubicBez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 descr="7dac72a6-772f-41c3-87e4-bcd0f0394882">
                <a:extLst>
                  <a:ext uri="{FF2B5EF4-FFF2-40B4-BE49-F238E27FC236}">
                    <a16:creationId xmlns:a16="http://schemas.microsoft.com/office/drawing/2014/main" id="{AB81FE29-0362-6714-35CE-FA640A32BCBA}"/>
                  </a:ext>
                </a:extLst>
              </p:cNvPr>
              <p:cNvSpPr/>
              <p:nvPr/>
            </p:nvSpPr>
            <p:spPr>
              <a:xfrm>
                <a:off x="8630254" y="3387676"/>
                <a:ext cx="301050" cy="220811"/>
              </a:xfrm>
              <a:custGeom>
                <a:avLst/>
                <a:gdLst>
                  <a:gd name="connsiteX0" fmla="*/ 230030 w 266681"/>
                  <a:gd name="connsiteY0" fmla="*/ 195603 h 195602"/>
                  <a:gd name="connsiteX1" fmla="*/ 135033 w 266681"/>
                  <a:gd name="connsiteY1" fmla="*/ 125664 h 195602"/>
                  <a:gd name="connsiteX2" fmla="*/ 109601 w 266681"/>
                  <a:gd name="connsiteY2" fmla="*/ 128657 h 195602"/>
                  <a:gd name="connsiteX3" fmla="*/ 28443 w 266681"/>
                  <a:gd name="connsiteY3" fmla="*/ 118184 h 195602"/>
                  <a:gd name="connsiteX4" fmla="*/ 19 w 266681"/>
                  <a:gd name="connsiteY4" fmla="*/ 57222 h 195602"/>
                  <a:gd name="connsiteX5" fmla="*/ 9743 w 266681"/>
                  <a:gd name="connsiteY5" fmla="*/ 0 h 195602"/>
                  <a:gd name="connsiteX6" fmla="*/ 45647 w 266681"/>
                  <a:gd name="connsiteY6" fmla="*/ 10098 h 195602"/>
                  <a:gd name="connsiteX7" fmla="*/ 37419 w 266681"/>
                  <a:gd name="connsiteY7" fmla="*/ 56100 h 195602"/>
                  <a:gd name="connsiteX8" fmla="*/ 50883 w 266681"/>
                  <a:gd name="connsiteY8" fmla="*/ 87890 h 195602"/>
                  <a:gd name="connsiteX9" fmla="*/ 104365 w 266681"/>
                  <a:gd name="connsiteY9" fmla="*/ 91256 h 195602"/>
                  <a:gd name="connsiteX10" fmla="*/ 133911 w 266681"/>
                  <a:gd name="connsiteY10" fmla="*/ 87890 h 195602"/>
                  <a:gd name="connsiteX11" fmla="*/ 266682 w 266681"/>
                  <a:gd name="connsiteY11" fmla="*/ 185505 h 195602"/>
                  <a:gd name="connsiteX12" fmla="*/ 230778 w 266681"/>
                  <a:gd name="connsiteY12" fmla="*/ 195229 h 195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6681" h="195602">
                    <a:moveTo>
                      <a:pt x="230030" y="195603"/>
                    </a:moveTo>
                    <a:cubicBezTo>
                      <a:pt x="218810" y="154837"/>
                      <a:pt x="177296" y="123420"/>
                      <a:pt x="135033" y="125664"/>
                    </a:cubicBezTo>
                    <a:cubicBezTo>
                      <a:pt x="126805" y="125664"/>
                      <a:pt x="118203" y="127161"/>
                      <a:pt x="109601" y="128657"/>
                    </a:cubicBezTo>
                    <a:cubicBezTo>
                      <a:pt x="83421" y="132397"/>
                      <a:pt x="53501" y="136885"/>
                      <a:pt x="28443" y="118184"/>
                    </a:cubicBezTo>
                    <a:cubicBezTo>
                      <a:pt x="10865" y="105094"/>
                      <a:pt x="767" y="83028"/>
                      <a:pt x="19" y="57222"/>
                    </a:cubicBezTo>
                    <a:cubicBezTo>
                      <a:pt x="-355" y="36652"/>
                      <a:pt x="4881" y="17204"/>
                      <a:pt x="9743" y="0"/>
                    </a:cubicBezTo>
                    <a:lnTo>
                      <a:pt x="45647" y="10098"/>
                    </a:lnTo>
                    <a:cubicBezTo>
                      <a:pt x="41159" y="25432"/>
                      <a:pt x="37045" y="41140"/>
                      <a:pt x="37419" y="56100"/>
                    </a:cubicBezTo>
                    <a:cubicBezTo>
                      <a:pt x="37419" y="69938"/>
                      <a:pt x="43029" y="81906"/>
                      <a:pt x="50883" y="87890"/>
                    </a:cubicBezTo>
                    <a:cubicBezTo>
                      <a:pt x="63599" y="97240"/>
                      <a:pt x="82299" y="94622"/>
                      <a:pt x="104365" y="91256"/>
                    </a:cubicBezTo>
                    <a:cubicBezTo>
                      <a:pt x="114089" y="89760"/>
                      <a:pt x="124187" y="88264"/>
                      <a:pt x="133911" y="87890"/>
                    </a:cubicBezTo>
                    <a:cubicBezTo>
                      <a:pt x="194500" y="86768"/>
                      <a:pt x="250974" y="127161"/>
                      <a:pt x="266682" y="185505"/>
                    </a:cubicBezTo>
                    <a:lnTo>
                      <a:pt x="230778" y="195229"/>
                    </a:ln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 descr="ee7c73b4-1dfe-48b1-863b-bf10b7807b2f">
                <a:extLst>
                  <a:ext uri="{FF2B5EF4-FFF2-40B4-BE49-F238E27FC236}">
                    <a16:creationId xmlns:a16="http://schemas.microsoft.com/office/drawing/2014/main" id="{9443CB3B-8A58-C337-6E4F-5B09B16F639D}"/>
                  </a:ext>
                </a:extLst>
              </p:cNvPr>
              <p:cNvSpPr/>
              <p:nvPr/>
            </p:nvSpPr>
            <p:spPr>
              <a:xfrm>
                <a:off x="8971446" y="3852521"/>
                <a:ext cx="431287" cy="423046"/>
              </a:xfrm>
              <a:custGeom>
                <a:avLst/>
                <a:gdLst>
                  <a:gd name="connsiteX0" fmla="*/ 720 w 382049"/>
                  <a:gd name="connsiteY0" fmla="*/ 374749 h 374749"/>
                  <a:gd name="connsiteX1" fmla="*/ 23534 w 382049"/>
                  <a:gd name="connsiteY1" fmla="*/ 234873 h 374749"/>
                  <a:gd name="connsiteX2" fmla="*/ 145085 w 382049"/>
                  <a:gd name="connsiteY2" fmla="*/ 172789 h 374749"/>
                  <a:gd name="connsiteX3" fmla="*/ 174257 w 382049"/>
                  <a:gd name="connsiteY3" fmla="*/ 171667 h 374749"/>
                  <a:gd name="connsiteX4" fmla="*/ 256911 w 382049"/>
                  <a:gd name="connsiteY4" fmla="*/ 158577 h 374749"/>
                  <a:gd name="connsiteX5" fmla="*/ 320491 w 382049"/>
                  <a:gd name="connsiteY5" fmla="*/ 102476 h 374749"/>
                  <a:gd name="connsiteX6" fmla="*/ 342931 w 382049"/>
                  <a:gd name="connsiteY6" fmla="*/ 61336 h 374749"/>
                  <a:gd name="connsiteX7" fmla="*/ 337695 w 382049"/>
                  <a:gd name="connsiteY7" fmla="*/ 24310 h 374749"/>
                  <a:gd name="connsiteX8" fmla="*/ 366119 w 382049"/>
                  <a:gd name="connsiteY8" fmla="*/ 0 h 374749"/>
                  <a:gd name="connsiteX9" fmla="*/ 379210 w 382049"/>
                  <a:gd name="connsiteY9" fmla="*/ 70312 h 374749"/>
                  <a:gd name="connsiteX10" fmla="*/ 350411 w 382049"/>
                  <a:gd name="connsiteY10" fmla="*/ 125290 h 374749"/>
                  <a:gd name="connsiteX11" fmla="*/ 272993 w 382049"/>
                  <a:gd name="connsiteY11" fmla="*/ 192611 h 374749"/>
                  <a:gd name="connsiteX12" fmla="*/ 175753 w 382049"/>
                  <a:gd name="connsiteY12" fmla="*/ 209067 h 374749"/>
                  <a:gd name="connsiteX13" fmla="*/ 148077 w 382049"/>
                  <a:gd name="connsiteY13" fmla="*/ 210189 h 374749"/>
                  <a:gd name="connsiteX14" fmla="*/ 55698 w 382049"/>
                  <a:gd name="connsiteY14" fmla="*/ 254695 h 374749"/>
                  <a:gd name="connsiteX15" fmla="*/ 38494 w 382049"/>
                  <a:gd name="connsiteY15" fmla="*/ 373253 h 374749"/>
                  <a:gd name="connsiteX16" fmla="*/ 1094 w 382049"/>
                  <a:gd name="connsiteY16" fmla="*/ 374749 h 374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2049" h="374749">
                    <a:moveTo>
                      <a:pt x="720" y="374749"/>
                    </a:moveTo>
                    <a:cubicBezTo>
                      <a:pt x="-1150" y="323511"/>
                      <a:pt x="-1150" y="274143"/>
                      <a:pt x="23534" y="234873"/>
                    </a:cubicBezTo>
                    <a:cubicBezTo>
                      <a:pt x="46722" y="197847"/>
                      <a:pt x="87488" y="176903"/>
                      <a:pt x="145085" y="172789"/>
                    </a:cubicBezTo>
                    <a:cubicBezTo>
                      <a:pt x="154809" y="172041"/>
                      <a:pt x="164533" y="171667"/>
                      <a:pt x="174257" y="171667"/>
                    </a:cubicBezTo>
                    <a:cubicBezTo>
                      <a:pt x="203803" y="170919"/>
                      <a:pt x="231853" y="169797"/>
                      <a:pt x="256911" y="158577"/>
                    </a:cubicBezTo>
                    <a:cubicBezTo>
                      <a:pt x="278229" y="148853"/>
                      <a:pt x="298799" y="130526"/>
                      <a:pt x="320491" y="102476"/>
                    </a:cubicBezTo>
                    <a:cubicBezTo>
                      <a:pt x="329467" y="90882"/>
                      <a:pt x="338817" y="77044"/>
                      <a:pt x="342931" y="61336"/>
                    </a:cubicBezTo>
                    <a:cubicBezTo>
                      <a:pt x="346297" y="47124"/>
                      <a:pt x="344427" y="32164"/>
                      <a:pt x="337695" y="24310"/>
                    </a:cubicBezTo>
                    <a:lnTo>
                      <a:pt x="366119" y="0"/>
                    </a:lnTo>
                    <a:cubicBezTo>
                      <a:pt x="383698" y="20570"/>
                      <a:pt x="384446" y="49742"/>
                      <a:pt x="379210" y="70312"/>
                    </a:cubicBezTo>
                    <a:cubicBezTo>
                      <a:pt x="373600" y="92752"/>
                      <a:pt x="361632" y="110704"/>
                      <a:pt x="350411" y="125290"/>
                    </a:cubicBezTo>
                    <a:cubicBezTo>
                      <a:pt x="325353" y="158203"/>
                      <a:pt x="299921" y="180269"/>
                      <a:pt x="272993" y="192611"/>
                    </a:cubicBezTo>
                    <a:cubicBezTo>
                      <a:pt x="241203" y="207197"/>
                      <a:pt x="207917" y="208319"/>
                      <a:pt x="175753" y="209067"/>
                    </a:cubicBezTo>
                    <a:cubicBezTo>
                      <a:pt x="166403" y="209067"/>
                      <a:pt x="157427" y="209441"/>
                      <a:pt x="148077" y="210189"/>
                    </a:cubicBezTo>
                    <a:cubicBezTo>
                      <a:pt x="103197" y="213181"/>
                      <a:pt x="72154" y="228141"/>
                      <a:pt x="55698" y="254695"/>
                    </a:cubicBezTo>
                    <a:cubicBezTo>
                      <a:pt x="36998" y="284989"/>
                      <a:pt x="36998" y="327999"/>
                      <a:pt x="38494" y="373253"/>
                    </a:cubicBezTo>
                    <a:lnTo>
                      <a:pt x="1094" y="374749"/>
                    </a:ln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: 形状 66" descr="f4723a0e-9f1d-46c0-b4b1-28eb85999800">
                <a:extLst>
                  <a:ext uri="{FF2B5EF4-FFF2-40B4-BE49-F238E27FC236}">
                    <a16:creationId xmlns:a16="http://schemas.microsoft.com/office/drawing/2014/main" id="{11E03661-87BF-F98B-4276-9F7CB532BAD8}"/>
                  </a:ext>
                </a:extLst>
              </p:cNvPr>
              <p:cNvSpPr/>
              <p:nvPr/>
            </p:nvSpPr>
            <p:spPr>
              <a:xfrm>
                <a:off x="9162249" y="3659574"/>
                <a:ext cx="471497" cy="1708651"/>
              </a:xfrm>
              <a:custGeom>
                <a:avLst/>
                <a:gdLst>
                  <a:gd name="connsiteX0" fmla="*/ 35904 w 417669"/>
                  <a:gd name="connsiteY0" fmla="*/ 1513584 h 1513583"/>
                  <a:gd name="connsiteX1" fmla="*/ 0 w 417669"/>
                  <a:gd name="connsiteY1" fmla="*/ 1503111 h 1513583"/>
                  <a:gd name="connsiteX2" fmla="*/ 143617 w 417669"/>
                  <a:gd name="connsiteY2" fmla="*/ 1333689 h 1513583"/>
                  <a:gd name="connsiteX3" fmla="*/ 206823 w 417669"/>
                  <a:gd name="connsiteY3" fmla="*/ 1307135 h 1513583"/>
                  <a:gd name="connsiteX4" fmla="*/ 280127 w 417669"/>
                  <a:gd name="connsiteY4" fmla="*/ 1274223 h 1513583"/>
                  <a:gd name="connsiteX5" fmla="*/ 362407 w 417669"/>
                  <a:gd name="connsiteY5" fmla="*/ 991104 h 1513583"/>
                  <a:gd name="connsiteX6" fmla="*/ 350439 w 417669"/>
                  <a:gd name="connsiteY6" fmla="*/ 963054 h 1513583"/>
                  <a:gd name="connsiteX7" fmla="*/ 323511 w 417669"/>
                  <a:gd name="connsiteY7" fmla="*/ 864691 h 1513583"/>
                  <a:gd name="connsiteX8" fmla="*/ 338845 w 417669"/>
                  <a:gd name="connsiteY8" fmla="*/ 796997 h 1513583"/>
                  <a:gd name="connsiteX9" fmla="*/ 347821 w 417669"/>
                  <a:gd name="connsiteY9" fmla="*/ 767825 h 1513583"/>
                  <a:gd name="connsiteX10" fmla="*/ 343333 w 417669"/>
                  <a:gd name="connsiteY10" fmla="*/ 654128 h 1513583"/>
                  <a:gd name="connsiteX11" fmla="*/ 327999 w 417669"/>
                  <a:gd name="connsiteY11" fmla="*/ 617102 h 1513583"/>
                  <a:gd name="connsiteX12" fmla="*/ 302193 w 417669"/>
                  <a:gd name="connsiteY12" fmla="*/ 531082 h 1513583"/>
                  <a:gd name="connsiteX13" fmla="*/ 331365 w 417669"/>
                  <a:gd name="connsiteY13" fmla="*/ 426362 h 1513583"/>
                  <a:gd name="connsiteX14" fmla="*/ 345951 w 417669"/>
                  <a:gd name="connsiteY14" fmla="*/ 393075 h 1513583"/>
                  <a:gd name="connsiteX15" fmla="*/ 198595 w 417669"/>
                  <a:gd name="connsiteY15" fmla="*/ 33286 h 1513583"/>
                  <a:gd name="connsiteX16" fmla="*/ 215799 w 417669"/>
                  <a:gd name="connsiteY16" fmla="*/ 0 h 1513583"/>
                  <a:gd name="connsiteX17" fmla="*/ 381107 w 417669"/>
                  <a:gd name="connsiteY17" fmla="*/ 406913 h 1513583"/>
                  <a:gd name="connsiteX18" fmla="*/ 365773 w 417669"/>
                  <a:gd name="connsiteY18" fmla="*/ 442070 h 1513583"/>
                  <a:gd name="connsiteX19" fmla="*/ 339967 w 417669"/>
                  <a:gd name="connsiteY19" fmla="*/ 529586 h 1513583"/>
                  <a:gd name="connsiteX20" fmla="*/ 362407 w 417669"/>
                  <a:gd name="connsiteY20" fmla="*/ 601394 h 1513583"/>
                  <a:gd name="connsiteX21" fmla="*/ 379237 w 417669"/>
                  <a:gd name="connsiteY21" fmla="*/ 641786 h 1513583"/>
                  <a:gd name="connsiteX22" fmla="*/ 384473 w 417669"/>
                  <a:gd name="connsiteY22" fmla="*/ 777175 h 1513583"/>
                  <a:gd name="connsiteX23" fmla="*/ 374749 w 417669"/>
                  <a:gd name="connsiteY23" fmla="*/ 808591 h 1513583"/>
                  <a:gd name="connsiteX24" fmla="*/ 361285 w 417669"/>
                  <a:gd name="connsiteY24" fmla="*/ 865065 h 1513583"/>
                  <a:gd name="connsiteX25" fmla="*/ 384847 w 417669"/>
                  <a:gd name="connsiteY25" fmla="*/ 947346 h 1513583"/>
                  <a:gd name="connsiteX26" fmla="*/ 397564 w 417669"/>
                  <a:gd name="connsiteY26" fmla="*/ 976892 h 1513583"/>
                  <a:gd name="connsiteX27" fmla="*/ 299949 w 417669"/>
                  <a:gd name="connsiteY27" fmla="*/ 1305639 h 1513583"/>
                  <a:gd name="connsiteX28" fmla="*/ 220661 w 417669"/>
                  <a:gd name="connsiteY28" fmla="*/ 1341543 h 1513583"/>
                  <a:gd name="connsiteX29" fmla="*/ 161195 w 417669"/>
                  <a:gd name="connsiteY29" fmla="*/ 1366601 h 1513583"/>
                  <a:gd name="connsiteX30" fmla="*/ 36278 w 417669"/>
                  <a:gd name="connsiteY30" fmla="*/ 1513210 h 1513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17669" h="1513583">
                    <a:moveTo>
                      <a:pt x="35904" y="1513584"/>
                    </a:moveTo>
                    <a:lnTo>
                      <a:pt x="0" y="1503111"/>
                    </a:lnTo>
                    <a:cubicBezTo>
                      <a:pt x="20944" y="1431677"/>
                      <a:pt x="73304" y="1369967"/>
                      <a:pt x="143617" y="1333689"/>
                    </a:cubicBezTo>
                    <a:cubicBezTo>
                      <a:pt x="164187" y="1323217"/>
                      <a:pt x="185879" y="1314989"/>
                      <a:pt x="206823" y="1307135"/>
                    </a:cubicBezTo>
                    <a:cubicBezTo>
                      <a:pt x="233003" y="1297037"/>
                      <a:pt x="258061" y="1287687"/>
                      <a:pt x="280127" y="1274223"/>
                    </a:cubicBezTo>
                    <a:cubicBezTo>
                      <a:pt x="381481" y="1213260"/>
                      <a:pt x="397938" y="1082734"/>
                      <a:pt x="362407" y="991104"/>
                    </a:cubicBezTo>
                    <a:cubicBezTo>
                      <a:pt x="358667" y="981754"/>
                      <a:pt x="354553" y="972404"/>
                      <a:pt x="350439" y="963054"/>
                    </a:cubicBezTo>
                    <a:cubicBezTo>
                      <a:pt x="336601" y="932011"/>
                      <a:pt x="322763" y="900221"/>
                      <a:pt x="323511" y="864691"/>
                    </a:cubicBezTo>
                    <a:cubicBezTo>
                      <a:pt x="324259" y="840755"/>
                      <a:pt x="331365" y="818689"/>
                      <a:pt x="338845" y="796997"/>
                    </a:cubicBezTo>
                    <a:cubicBezTo>
                      <a:pt x="342211" y="787273"/>
                      <a:pt x="345203" y="777549"/>
                      <a:pt x="347821" y="767825"/>
                    </a:cubicBezTo>
                    <a:cubicBezTo>
                      <a:pt x="357545" y="730425"/>
                      <a:pt x="356049" y="691155"/>
                      <a:pt x="343333" y="654128"/>
                    </a:cubicBezTo>
                    <a:cubicBezTo>
                      <a:pt x="338845" y="641412"/>
                      <a:pt x="333609" y="629444"/>
                      <a:pt x="327999" y="617102"/>
                    </a:cubicBezTo>
                    <a:cubicBezTo>
                      <a:pt x="315657" y="590174"/>
                      <a:pt x="303315" y="562124"/>
                      <a:pt x="302193" y="531082"/>
                    </a:cubicBezTo>
                    <a:cubicBezTo>
                      <a:pt x="300697" y="493308"/>
                      <a:pt x="316405" y="459274"/>
                      <a:pt x="331365" y="426362"/>
                    </a:cubicBezTo>
                    <a:cubicBezTo>
                      <a:pt x="336601" y="415515"/>
                      <a:pt x="341463" y="404295"/>
                      <a:pt x="345951" y="393075"/>
                    </a:cubicBezTo>
                    <a:cubicBezTo>
                      <a:pt x="396816" y="263297"/>
                      <a:pt x="330617" y="101728"/>
                      <a:pt x="198595" y="33286"/>
                    </a:cubicBezTo>
                    <a:lnTo>
                      <a:pt x="215799" y="0"/>
                    </a:lnTo>
                    <a:cubicBezTo>
                      <a:pt x="364277" y="77044"/>
                      <a:pt x="438330" y="259557"/>
                      <a:pt x="381107" y="406913"/>
                    </a:cubicBezTo>
                    <a:cubicBezTo>
                      <a:pt x="376619" y="418508"/>
                      <a:pt x="371009" y="430476"/>
                      <a:pt x="365773" y="442070"/>
                    </a:cubicBezTo>
                    <a:cubicBezTo>
                      <a:pt x="351935" y="472364"/>
                      <a:pt x="338845" y="500788"/>
                      <a:pt x="339967" y="529586"/>
                    </a:cubicBezTo>
                    <a:cubicBezTo>
                      <a:pt x="340715" y="553522"/>
                      <a:pt x="351561" y="576710"/>
                      <a:pt x="362407" y="601394"/>
                    </a:cubicBezTo>
                    <a:cubicBezTo>
                      <a:pt x="368391" y="614858"/>
                      <a:pt x="374375" y="627948"/>
                      <a:pt x="379237" y="641786"/>
                    </a:cubicBezTo>
                    <a:cubicBezTo>
                      <a:pt x="394572" y="685545"/>
                      <a:pt x="396442" y="732295"/>
                      <a:pt x="384473" y="777175"/>
                    </a:cubicBezTo>
                    <a:cubicBezTo>
                      <a:pt x="381855" y="787647"/>
                      <a:pt x="378115" y="798119"/>
                      <a:pt x="374749" y="808591"/>
                    </a:cubicBezTo>
                    <a:cubicBezTo>
                      <a:pt x="368017" y="828039"/>
                      <a:pt x="362033" y="846739"/>
                      <a:pt x="361285" y="865065"/>
                    </a:cubicBezTo>
                    <a:cubicBezTo>
                      <a:pt x="360537" y="892367"/>
                      <a:pt x="372505" y="918921"/>
                      <a:pt x="384847" y="947346"/>
                    </a:cubicBezTo>
                    <a:cubicBezTo>
                      <a:pt x="389336" y="957069"/>
                      <a:pt x="393450" y="967168"/>
                      <a:pt x="397564" y="976892"/>
                    </a:cubicBezTo>
                    <a:cubicBezTo>
                      <a:pt x="446184" y="1101434"/>
                      <a:pt x="403922" y="1242807"/>
                      <a:pt x="299949" y="1305639"/>
                    </a:cubicBezTo>
                    <a:cubicBezTo>
                      <a:pt x="274891" y="1320973"/>
                      <a:pt x="247215" y="1331445"/>
                      <a:pt x="220661" y="1341543"/>
                    </a:cubicBezTo>
                    <a:cubicBezTo>
                      <a:pt x="199717" y="1349397"/>
                      <a:pt x="179895" y="1356877"/>
                      <a:pt x="161195" y="1366601"/>
                    </a:cubicBezTo>
                    <a:cubicBezTo>
                      <a:pt x="100606" y="1397643"/>
                      <a:pt x="54230" y="1452621"/>
                      <a:pt x="36278" y="1513210"/>
                    </a:cubicBezTo>
                    <a:close/>
                  </a:path>
                </a:pathLst>
              </a:custGeom>
              <a:solidFill>
                <a:srgbClr val="FF685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 descr="908471c0-152c-4e2f-87c9-ba1ac2c788bd">
                <a:extLst>
                  <a:ext uri="{FF2B5EF4-FFF2-40B4-BE49-F238E27FC236}">
                    <a16:creationId xmlns:a16="http://schemas.microsoft.com/office/drawing/2014/main" id="{8B9F4A56-B0C2-3772-74FD-7B4A8FB0EF1C}"/>
                  </a:ext>
                </a:extLst>
              </p:cNvPr>
              <p:cNvSpPr/>
              <p:nvPr/>
            </p:nvSpPr>
            <p:spPr>
              <a:xfrm>
                <a:off x="8783112" y="4963757"/>
                <a:ext cx="86455" cy="342406"/>
              </a:xfrm>
              <a:custGeom>
                <a:avLst/>
                <a:gdLst>
                  <a:gd name="connsiteX0" fmla="*/ 32538 w 76585"/>
                  <a:gd name="connsiteY0" fmla="*/ 303315 h 303315"/>
                  <a:gd name="connsiteX1" fmla="*/ 0 w 76585"/>
                  <a:gd name="connsiteY1" fmla="*/ 284615 h 303315"/>
                  <a:gd name="connsiteX2" fmla="*/ 16456 w 76585"/>
                  <a:gd name="connsiteY2" fmla="*/ 14586 h 303315"/>
                  <a:gd name="connsiteX3" fmla="*/ 50864 w 76585"/>
                  <a:gd name="connsiteY3" fmla="*/ 0 h 303315"/>
                  <a:gd name="connsiteX4" fmla="*/ 32538 w 76585"/>
                  <a:gd name="connsiteY4" fmla="*/ 302941 h 303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585" h="303315">
                    <a:moveTo>
                      <a:pt x="32538" y="303315"/>
                    </a:moveTo>
                    <a:lnTo>
                      <a:pt x="0" y="284615"/>
                    </a:lnTo>
                    <a:cubicBezTo>
                      <a:pt x="45628" y="203831"/>
                      <a:pt x="51986" y="100232"/>
                      <a:pt x="16456" y="14586"/>
                    </a:cubicBezTo>
                    <a:lnTo>
                      <a:pt x="50864" y="0"/>
                    </a:lnTo>
                    <a:cubicBezTo>
                      <a:pt x="90882" y="96118"/>
                      <a:pt x="83776" y="212433"/>
                      <a:pt x="32538" y="302941"/>
                    </a:cubicBez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" name="任意多边形: 形状 225" descr="cde9ff23-e302-4f38-899c-a871edadd998">
                <a:extLst>
                  <a:ext uri="{FF2B5EF4-FFF2-40B4-BE49-F238E27FC236}">
                    <a16:creationId xmlns:a16="http://schemas.microsoft.com/office/drawing/2014/main" id="{148BA5BC-0CC7-CB7F-3C31-8448E1B5FD76}"/>
                  </a:ext>
                </a:extLst>
              </p:cNvPr>
              <p:cNvSpPr/>
              <p:nvPr/>
            </p:nvSpPr>
            <p:spPr>
              <a:xfrm>
                <a:off x="9263999" y="3024160"/>
                <a:ext cx="177324" cy="452600"/>
              </a:xfrm>
              <a:custGeom>
                <a:avLst/>
                <a:gdLst>
                  <a:gd name="connsiteX0" fmla="*/ 33660 w 157080"/>
                  <a:gd name="connsiteY0" fmla="*/ 0 h 400929"/>
                  <a:gd name="connsiteX1" fmla="*/ 123420 w 157080"/>
                  <a:gd name="connsiteY1" fmla="*/ 0 h 400929"/>
                  <a:gd name="connsiteX2" fmla="*/ 157081 w 157080"/>
                  <a:gd name="connsiteY2" fmla="*/ 33660 h 400929"/>
                  <a:gd name="connsiteX3" fmla="*/ 157081 w 157080"/>
                  <a:gd name="connsiteY3" fmla="*/ 367269 h 400929"/>
                  <a:gd name="connsiteX4" fmla="*/ 123420 w 157080"/>
                  <a:gd name="connsiteY4" fmla="*/ 400929 h 400929"/>
                  <a:gd name="connsiteX5" fmla="*/ 33660 w 157080"/>
                  <a:gd name="connsiteY5" fmla="*/ 400929 h 400929"/>
                  <a:gd name="connsiteX6" fmla="*/ 0 w 157080"/>
                  <a:gd name="connsiteY6" fmla="*/ 367269 h 400929"/>
                  <a:gd name="connsiteX7" fmla="*/ 0 w 157080"/>
                  <a:gd name="connsiteY7" fmla="*/ 33660 h 400929"/>
                  <a:gd name="connsiteX8" fmla="*/ 33660 w 157080"/>
                  <a:gd name="connsiteY8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080" h="400929">
                    <a:moveTo>
                      <a:pt x="33660" y="0"/>
                    </a:moveTo>
                    <a:lnTo>
                      <a:pt x="123420" y="0"/>
                    </a:lnTo>
                    <a:cubicBezTo>
                      <a:pt x="142121" y="0"/>
                      <a:pt x="157081" y="14960"/>
                      <a:pt x="157081" y="33660"/>
                    </a:cubicBezTo>
                    <a:lnTo>
                      <a:pt x="157081" y="367269"/>
                    </a:lnTo>
                    <a:cubicBezTo>
                      <a:pt x="157081" y="385969"/>
                      <a:pt x="142121" y="400929"/>
                      <a:pt x="123420" y="400929"/>
                    </a:cubicBezTo>
                    <a:lnTo>
                      <a:pt x="33660" y="400929"/>
                    </a:lnTo>
                    <a:cubicBezTo>
                      <a:pt x="14960" y="400929"/>
                      <a:pt x="0" y="385969"/>
                      <a:pt x="0" y="367269"/>
                    </a:cubicBezTo>
                    <a:lnTo>
                      <a:pt x="0" y="33660"/>
                    </a:lnTo>
                    <a:cubicBezTo>
                      <a:pt x="0" y="14960"/>
                      <a:pt x="14960" y="0"/>
                      <a:pt x="33660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" name="任意多边形: 形状 226" descr="25b688f9-baa1-4b9d-8e3f-a68f42768d74">
                <a:extLst>
                  <a:ext uri="{FF2B5EF4-FFF2-40B4-BE49-F238E27FC236}">
                    <a16:creationId xmlns:a16="http://schemas.microsoft.com/office/drawing/2014/main" id="{25F8F015-7C7A-2D31-9067-037F06FB8989}"/>
                  </a:ext>
                </a:extLst>
              </p:cNvPr>
              <p:cNvSpPr/>
              <p:nvPr/>
            </p:nvSpPr>
            <p:spPr>
              <a:xfrm>
                <a:off x="9319307" y="3024160"/>
                <a:ext cx="177747" cy="452600"/>
              </a:xfrm>
              <a:custGeom>
                <a:avLst/>
                <a:gdLst>
                  <a:gd name="connsiteX0" fmla="*/ 24310 w 157454"/>
                  <a:gd name="connsiteY0" fmla="*/ 0 h 400929"/>
                  <a:gd name="connsiteX1" fmla="*/ 133144 w 157454"/>
                  <a:gd name="connsiteY1" fmla="*/ 0 h 400929"/>
                  <a:gd name="connsiteX2" fmla="*/ 157455 w 157454"/>
                  <a:gd name="connsiteY2" fmla="*/ 24310 h 400929"/>
                  <a:gd name="connsiteX3" fmla="*/ 157455 w 157454"/>
                  <a:gd name="connsiteY3" fmla="*/ 376619 h 400929"/>
                  <a:gd name="connsiteX4" fmla="*/ 133144 w 157454"/>
                  <a:gd name="connsiteY4" fmla="*/ 400929 h 400929"/>
                  <a:gd name="connsiteX5" fmla="*/ 24310 w 157454"/>
                  <a:gd name="connsiteY5" fmla="*/ 400929 h 400929"/>
                  <a:gd name="connsiteX6" fmla="*/ 0 w 157454"/>
                  <a:gd name="connsiteY6" fmla="*/ 376619 h 400929"/>
                  <a:gd name="connsiteX7" fmla="*/ 0 w 157454"/>
                  <a:gd name="connsiteY7" fmla="*/ 24310 h 400929"/>
                  <a:gd name="connsiteX8" fmla="*/ 24310 w 157454"/>
                  <a:gd name="connsiteY8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454" h="400929">
                    <a:moveTo>
                      <a:pt x="24310" y="0"/>
                    </a:moveTo>
                    <a:lnTo>
                      <a:pt x="133144" y="0"/>
                    </a:lnTo>
                    <a:cubicBezTo>
                      <a:pt x="146609" y="0"/>
                      <a:pt x="157455" y="10846"/>
                      <a:pt x="157455" y="24310"/>
                    </a:cubicBezTo>
                    <a:lnTo>
                      <a:pt x="157455" y="376619"/>
                    </a:lnTo>
                    <a:cubicBezTo>
                      <a:pt x="157455" y="390083"/>
                      <a:pt x="146609" y="400929"/>
                      <a:pt x="133144" y="400929"/>
                    </a:cubicBezTo>
                    <a:lnTo>
                      <a:pt x="24310" y="400929"/>
                    </a:lnTo>
                    <a:cubicBezTo>
                      <a:pt x="10846" y="400929"/>
                      <a:pt x="0" y="390083"/>
                      <a:pt x="0" y="376619"/>
                    </a:cubicBezTo>
                    <a:lnTo>
                      <a:pt x="0" y="24310"/>
                    </a:lnTo>
                    <a:cubicBezTo>
                      <a:pt x="0" y="10846"/>
                      <a:pt x="10846" y="0"/>
                      <a:pt x="243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" name="任意多边形: 形状 223" descr="15294500-5b0f-4c7b-83ea-f73f24272486">
                <a:extLst>
                  <a:ext uri="{FF2B5EF4-FFF2-40B4-BE49-F238E27FC236}">
                    <a16:creationId xmlns:a16="http://schemas.microsoft.com/office/drawing/2014/main" id="{6C2703AF-069B-B1EB-229B-5F6C1742E6E9}"/>
                  </a:ext>
                </a:extLst>
              </p:cNvPr>
              <p:cNvSpPr/>
              <p:nvPr/>
            </p:nvSpPr>
            <p:spPr>
              <a:xfrm>
                <a:off x="9011523" y="3024160"/>
                <a:ext cx="177747" cy="452600"/>
              </a:xfrm>
              <a:custGeom>
                <a:avLst/>
                <a:gdLst>
                  <a:gd name="connsiteX0" fmla="*/ 34034 w 157454"/>
                  <a:gd name="connsiteY0" fmla="*/ 0 h 400929"/>
                  <a:gd name="connsiteX1" fmla="*/ 123795 w 157454"/>
                  <a:gd name="connsiteY1" fmla="*/ 0 h 400929"/>
                  <a:gd name="connsiteX2" fmla="*/ 157455 w 157454"/>
                  <a:gd name="connsiteY2" fmla="*/ 33660 h 400929"/>
                  <a:gd name="connsiteX3" fmla="*/ 157455 w 157454"/>
                  <a:gd name="connsiteY3" fmla="*/ 367269 h 400929"/>
                  <a:gd name="connsiteX4" fmla="*/ 123795 w 157454"/>
                  <a:gd name="connsiteY4" fmla="*/ 400929 h 400929"/>
                  <a:gd name="connsiteX5" fmla="*/ 33660 w 157454"/>
                  <a:gd name="connsiteY5" fmla="*/ 400929 h 400929"/>
                  <a:gd name="connsiteX6" fmla="*/ 0 w 157454"/>
                  <a:gd name="connsiteY6" fmla="*/ 367269 h 400929"/>
                  <a:gd name="connsiteX7" fmla="*/ 0 w 157454"/>
                  <a:gd name="connsiteY7" fmla="*/ 33660 h 400929"/>
                  <a:gd name="connsiteX8" fmla="*/ 33660 w 157454"/>
                  <a:gd name="connsiteY8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454" h="400929">
                    <a:moveTo>
                      <a:pt x="34034" y="0"/>
                    </a:moveTo>
                    <a:lnTo>
                      <a:pt x="123795" y="0"/>
                    </a:lnTo>
                    <a:cubicBezTo>
                      <a:pt x="142495" y="0"/>
                      <a:pt x="157455" y="14960"/>
                      <a:pt x="157455" y="33660"/>
                    </a:cubicBezTo>
                    <a:lnTo>
                      <a:pt x="157455" y="367269"/>
                    </a:lnTo>
                    <a:cubicBezTo>
                      <a:pt x="157455" y="385969"/>
                      <a:pt x="142495" y="400929"/>
                      <a:pt x="123795" y="400929"/>
                    </a:cubicBezTo>
                    <a:lnTo>
                      <a:pt x="33660" y="400929"/>
                    </a:lnTo>
                    <a:cubicBezTo>
                      <a:pt x="14960" y="400929"/>
                      <a:pt x="0" y="385969"/>
                      <a:pt x="0" y="367269"/>
                    </a:cubicBezTo>
                    <a:lnTo>
                      <a:pt x="0" y="33660"/>
                    </a:lnTo>
                    <a:cubicBezTo>
                      <a:pt x="0" y="14960"/>
                      <a:pt x="14960" y="0"/>
                      <a:pt x="33660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" name="任意多边形: 形状 224" descr="b786e13f-5527-4df5-96c2-73785bc3f6ce">
                <a:extLst>
                  <a:ext uri="{FF2B5EF4-FFF2-40B4-BE49-F238E27FC236}">
                    <a16:creationId xmlns:a16="http://schemas.microsoft.com/office/drawing/2014/main" id="{2C3CC73C-5FD8-8E2C-C5C1-4757A6BD7A21}"/>
                  </a:ext>
                </a:extLst>
              </p:cNvPr>
              <p:cNvSpPr/>
              <p:nvPr/>
            </p:nvSpPr>
            <p:spPr>
              <a:xfrm>
                <a:off x="9067676" y="3024160"/>
                <a:ext cx="177324" cy="452600"/>
              </a:xfrm>
              <a:custGeom>
                <a:avLst/>
                <a:gdLst>
                  <a:gd name="connsiteX0" fmla="*/ 23562 w 157080"/>
                  <a:gd name="connsiteY0" fmla="*/ 0 h 400929"/>
                  <a:gd name="connsiteX1" fmla="*/ 133145 w 157080"/>
                  <a:gd name="connsiteY1" fmla="*/ 0 h 400929"/>
                  <a:gd name="connsiteX2" fmla="*/ 157081 w 157080"/>
                  <a:gd name="connsiteY2" fmla="*/ 23936 h 400929"/>
                  <a:gd name="connsiteX3" fmla="*/ 157081 w 157080"/>
                  <a:gd name="connsiteY3" fmla="*/ 376993 h 400929"/>
                  <a:gd name="connsiteX4" fmla="*/ 133145 w 157080"/>
                  <a:gd name="connsiteY4" fmla="*/ 400929 h 400929"/>
                  <a:gd name="connsiteX5" fmla="*/ 23562 w 157080"/>
                  <a:gd name="connsiteY5" fmla="*/ 400929 h 400929"/>
                  <a:gd name="connsiteX6" fmla="*/ 0 w 157080"/>
                  <a:gd name="connsiteY6" fmla="*/ 377367 h 400929"/>
                  <a:gd name="connsiteX7" fmla="*/ 0 w 157080"/>
                  <a:gd name="connsiteY7" fmla="*/ 24310 h 400929"/>
                  <a:gd name="connsiteX8" fmla="*/ 23936 w 157080"/>
                  <a:gd name="connsiteY8" fmla="*/ 374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080" h="400929">
                    <a:moveTo>
                      <a:pt x="23562" y="0"/>
                    </a:moveTo>
                    <a:lnTo>
                      <a:pt x="133145" y="0"/>
                    </a:lnTo>
                    <a:cubicBezTo>
                      <a:pt x="146235" y="0"/>
                      <a:pt x="157081" y="10846"/>
                      <a:pt x="157081" y="23936"/>
                    </a:cubicBezTo>
                    <a:lnTo>
                      <a:pt x="157081" y="376993"/>
                    </a:lnTo>
                    <a:cubicBezTo>
                      <a:pt x="157081" y="390083"/>
                      <a:pt x="146235" y="400929"/>
                      <a:pt x="133145" y="400929"/>
                    </a:cubicBezTo>
                    <a:lnTo>
                      <a:pt x="23562" y="400929"/>
                    </a:lnTo>
                    <a:cubicBezTo>
                      <a:pt x="10472" y="400929"/>
                      <a:pt x="0" y="390457"/>
                      <a:pt x="0" y="377367"/>
                    </a:cubicBezTo>
                    <a:lnTo>
                      <a:pt x="0" y="24310"/>
                    </a:lnTo>
                    <a:cubicBezTo>
                      <a:pt x="0" y="11220"/>
                      <a:pt x="10846" y="374"/>
                      <a:pt x="23936" y="3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" name="任意多边形: 形状 221" descr="7cf4e6e0-2ac4-4527-9fef-33a482ee9dd8">
                <a:extLst>
                  <a:ext uri="{FF2B5EF4-FFF2-40B4-BE49-F238E27FC236}">
                    <a16:creationId xmlns:a16="http://schemas.microsoft.com/office/drawing/2014/main" id="{EA8C9CEF-D55C-38C8-0F0B-DAC8FCF8EB6B}"/>
                  </a:ext>
                </a:extLst>
              </p:cNvPr>
              <p:cNvSpPr/>
              <p:nvPr/>
            </p:nvSpPr>
            <p:spPr>
              <a:xfrm>
                <a:off x="8759468" y="3024160"/>
                <a:ext cx="177324" cy="452600"/>
              </a:xfrm>
              <a:custGeom>
                <a:avLst/>
                <a:gdLst>
                  <a:gd name="connsiteX0" fmla="*/ 33660 w 157080"/>
                  <a:gd name="connsiteY0" fmla="*/ 0 h 400929"/>
                  <a:gd name="connsiteX1" fmla="*/ 123420 w 157080"/>
                  <a:gd name="connsiteY1" fmla="*/ 0 h 400929"/>
                  <a:gd name="connsiteX2" fmla="*/ 157081 w 157080"/>
                  <a:gd name="connsiteY2" fmla="*/ 33660 h 400929"/>
                  <a:gd name="connsiteX3" fmla="*/ 157081 w 157080"/>
                  <a:gd name="connsiteY3" fmla="*/ 367269 h 400929"/>
                  <a:gd name="connsiteX4" fmla="*/ 123420 w 157080"/>
                  <a:gd name="connsiteY4" fmla="*/ 400929 h 400929"/>
                  <a:gd name="connsiteX5" fmla="*/ 33660 w 157080"/>
                  <a:gd name="connsiteY5" fmla="*/ 400929 h 400929"/>
                  <a:gd name="connsiteX6" fmla="*/ 0 w 157080"/>
                  <a:gd name="connsiteY6" fmla="*/ 367269 h 400929"/>
                  <a:gd name="connsiteX7" fmla="*/ 0 w 157080"/>
                  <a:gd name="connsiteY7" fmla="*/ 33660 h 400929"/>
                  <a:gd name="connsiteX8" fmla="*/ 33660 w 157080"/>
                  <a:gd name="connsiteY8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080" h="400929">
                    <a:moveTo>
                      <a:pt x="33660" y="0"/>
                    </a:moveTo>
                    <a:lnTo>
                      <a:pt x="123420" y="0"/>
                    </a:lnTo>
                    <a:cubicBezTo>
                      <a:pt x="142121" y="0"/>
                      <a:pt x="157081" y="14960"/>
                      <a:pt x="157081" y="33660"/>
                    </a:cubicBezTo>
                    <a:lnTo>
                      <a:pt x="157081" y="367269"/>
                    </a:lnTo>
                    <a:cubicBezTo>
                      <a:pt x="157081" y="385969"/>
                      <a:pt x="142121" y="400929"/>
                      <a:pt x="123420" y="400929"/>
                    </a:cubicBezTo>
                    <a:lnTo>
                      <a:pt x="33660" y="400929"/>
                    </a:lnTo>
                    <a:cubicBezTo>
                      <a:pt x="14960" y="400929"/>
                      <a:pt x="0" y="385969"/>
                      <a:pt x="0" y="367269"/>
                    </a:cubicBezTo>
                    <a:lnTo>
                      <a:pt x="0" y="33660"/>
                    </a:lnTo>
                    <a:cubicBezTo>
                      <a:pt x="0" y="14960"/>
                      <a:pt x="14960" y="0"/>
                      <a:pt x="33660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" name="任意多边形: 形状 222" descr="7d331e00-1524-4423-922b-7f40eea720ce">
                <a:extLst>
                  <a:ext uri="{FF2B5EF4-FFF2-40B4-BE49-F238E27FC236}">
                    <a16:creationId xmlns:a16="http://schemas.microsoft.com/office/drawing/2014/main" id="{20CB4931-3FE8-3F0A-AA89-403853F4BCA6}"/>
                  </a:ext>
                </a:extLst>
              </p:cNvPr>
              <p:cNvSpPr/>
              <p:nvPr/>
            </p:nvSpPr>
            <p:spPr>
              <a:xfrm>
                <a:off x="8815199" y="3024160"/>
                <a:ext cx="177324" cy="452600"/>
              </a:xfrm>
              <a:custGeom>
                <a:avLst/>
                <a:gdLst>
                  <a:gd name="connsiteX0" fmla="*/ 23562 w 157080"/>
                  <a:gd name="connsiteY0" fmla="*/ 0 h 400929"/>
                  <a:gd name="connsiteX1" fmla="*/ 133893 w 157080"/>
                  <a:gd name="connsiteY1" fmla="*/ 0 h 400929"/>
                  <a:gd name="connsiteX2" fmla="*/ 157081 w 157080"/>
                  <a:gd name="connsiteY2" fmla="*/ 23188 h 400929"/>
                  <a:gd name="connsiteX3" fmla="*/ 157081 w 157080"/>
                  <a:gd name="connsiteY3" fmla="*/ 377367 h 400929"/>
                  <a:gd name="connsiteX4" fmla="*/ 133518 w 157080"/>
                  <a:gd name="connsiteY4" fmla="*/ 400929 h 400929"/>
                  <a:gd name="connsiteX5" fmla="*/ 23188 w 157080"/>
                  <a:gd name="connsiteY5" fmla="*/ 400929 h 400929"/>
                  <a:gd name="connsiteX6" fmla="*/ 0 w 157080"/>
                  <a:gd name="connsiteY6" fmla="*/ 377741 h 400929"/>
                  <a:gd name="connsiteX7" fmla="*/ 0 w 157080"/>
                  <a:gd name="connsiteY7" fmla="*/ 23562 h 400929"/>
                  <a:gd name="connsiteX8" fmla="*/ 23562 w 157080"/>
                  <a:gd name="connsiteY8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080" h="400929">
                    <a:moveTo>
                      <a:pt x="23562" y="0"/>
                    </a:moveTo>
                    <a:lnTo>
                      <a:pt x="133893" y="0"/>
                    </a:lnTo>
                    <a:cubicBezTo>
                      <a:pt x="146609" y="0"/>
                      <a:pt x="157081" y="10472"/>
                      <a:pt x="157081" y="23188"/>
                    </a:cubicBezTo>
                    <a:lnTo>
                      <a:pt x="157081" y="377367"/>
                    </a:lnTo>
                    <a:cubicBezTo>
                      <a:pt x="157081" y="390457"/>
                      <a:pt x="146609" y="400929"/>
                      <a:pt x="133518" y="400929"/>
                    </a:cubicBezTo>
                    <a:lnTo>
                      <a:pt x="23188" y="400929"/>
                    </a:lnTo>
                    <a:cubicBezTo>
                      <a:pt x="10472" y="400929"/>
                      <a:pt x="0" y="390457"/>
                      <a:pt x="0" y="377741"/>
                    </a:cubicBezTo>
                    <a:lnTo>
                      <a:pt x="0" y="23562"/>
                    </a:lnTo>
                    <a:cubicBezTo>
                      <a:pt x="0" y="10472"/>
                      <a:pt x="10472" y="0"/>
                      <a:pt x="235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" name="任意多边形: 形状 219" descr="b62ab9e0-0392-404d-a545-3c18acdf05ee">
                <a:extLst>
                  <a:ext uri="{FF2B5EF4-FFF2-40B4-BE49-F238E27FC236}">
                    <a16:creationId xmlns:a16="http://schemas.microsoft.com/office/drawing/2014/main" id="{82B58B78-9676-475A-87F2-9FD8BD14AA73}"/>
                  </a:ext>
                </a:extLst>
              </p:cNvPr>
              <p:cNvSpPr/>
              <p:nvPr/>
            </p:nvSpPr>
            <p:spPr>
              <a:xfrm>
                <a:off x="8601565" y="3024160"/>
                <a:ext cx="83174" cy="452178"/>
              </a:xfrm>
              <a:custGeom>
                <a:avLst/>
                <a:gdLst>
                  <a:gd name="connsiteX0" fmla="*/ 0 w 73678"/>
                  <a:gd name="connsiteY0" fmla="*/ 0 h 400555"/>
                  <a:gd name="connsiteX1" fmla="*/ 40018 w 73678"/>
                  <a:gd name="connsiteY1" fmla="*/ 0 h 400555"/>
                  <a:gd name="connsiteX2" fmla="*/ 73678 w 73678"/>
                  <a:gd name="connsiteY2" fmla="*/ 33660 h 400555"/>
                  <a:gd name="connsiteX3" fmla="*/ 73678 w 73678"/>
                  <a:gd name="connsiteY3" fmla="*/ 366895 h 400555"/>
                  <a:gd name="connsiteX4" fmla="*/ 40018 w 73678"/>
                  <a:gd name="connsiteY4" fmla="*/ 400556 h 400555"/>
                  <a:gd name="connsiteX5" fmla="*/ 0 w 73678"/>
                  <a:gd name="connsiteY5" fmla="*/ 400556 h 400555"/>
                  <a:gd name="connsiteX6" fmla="*/ 0 w 73678"/>
                  <a:gd name="connsiteY6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78" h="400555">
                    <a:moveTo>
                      <a:pt x="0" y="0"/>
                    </a:moveTo>
                    <a:lnTo>
                      <a:pt x="40018" y="0"/>
                    </a:lnTo>
                    <a:cubicBezTo>
                      <a:pt x="58718" y="0"/>
                      <a:pt x="73678" y="14960"/>
                      <a:pt x="73678" y="33660"/>
                    </a:cubicBezTo>
                    <a:lnTo>
                      <a:pt x="73678" y="366895"/>
                    </a:lnTo>
                    <a:cubicBezTo>
                      <a:pt x="73678" y="385595"/>
                      <a:pt x="58718" y="400556"/>
                      <a:pt x="40018" y="400556"/>
                    </a:cubicBezTo>
                    <a:lnTo>
                      <a:pt x="0" y="4005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" name="任意多边形: 形状 220" descr="e345192a-c3a6-42b9-98da-0d90cf7c45d2">
                <a:extLst>
                  <a:ext uri="{FF2B5EF4-FFF2-40B4-BE49-F238E27FC236}">
                    <a16:creationId xmlns:a16="http://schemas.microsoft.com/office/drawing/2014/main" id="{2665E46B-03D4-26C5-0A3D-BD88609800D5}"/>
                  </a:ext>
                </a:extLst>
              </p:cNvPr>
              <p:cNvSpPr/>
              <p:nvPr/>
            </p:nvSpPr>
            <p:spPr>
              <a:xfrm>
                <a:off x="8601565" y="3024160"/>
                <a:ext cx="138904" cy="452178"/>
              </a:xfrm>
              <a:custGeom>
                <a:avLst/>
                <a:gdLst>
                  <a:gd name="connsiteX0" fmla="*/ 0 w 123046"/>
                  <a:gd name="connsiteY0" fmla="*/ 0 h 400555"/>
                  <a:gd name="connsiteX1" fmla="*/ 100232 w 123046"/>
                  <a:gd name="connsiteY1" fmla="*/ 0 h 400555"/>
                  <a:gd name="connsiteX2" fmla="*/ 123046 w 123046"/>
                  <a:gd name="connsiteY2" fmla="*/ 22814 h 400555"/>
                  <a:gd name="connsiteX3" fmla="*/ 123046 w 123046"/>
                  <a:gd name="connsiteY3" fmla="*/ 377741 h 400555"/>
                  <a:gd name="connsiteX4" fmla="*/ 100232 w 123046"/>
                  <a:gd name="connsiteY4" fmla="*/ 400556 h 400555"/>
                  <a:gd name="connsiteX5" fmla="*/ 0 w 123046"/>
                  <a:gd name="connsiteY5" fmla="*/ 400556 h 400555"/>
                  <a:gd name="connsiteX6" fmla="*/ 0 w 123046"/>
                  <a:gd name="connsiteY6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046" h="400555">
                    <a:moveTo>
                      <a:pt x="0" y="0"/>
                    </a:moveTo>
                    <a:lnTo>
                      <a:pt x="100232" y="0"/>
                    </a:lnTo>
                    <a:cubicBezTo>
                      <a:pt x="112948" y="0"/>
                      <a:pt x="123046" y="10098"/>
                      <a:pt x="123046" y="22814"/>
                    </a:cubicBezTo>
                    <a:lnTo>
                      <a:pt x="123046" y="377741"/>
                    </a:lnTo>
                    <a:cubicBezTo>
                      <a:pt x="123046" y="390457"/>
                      <a:pt x="112948" y="400556"/>
                      <a:pt x="100232" y="400556"/>
                    </a:cubicBezTo>
                    <a:lnTo>
                      <a:pt x="0" y="4005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" name="任意多边形: 形状 214" descr="936ec867-41d8-4e14-ac98-81ff1c72ca4f">
                <a:extLst>
                  <a:ext uri="{FF2B5EF4-FFF2-40B4-BE49-F238E27FC236}">
                    <a16:creationId xmlns:a16="http://schemas.microsoft.com/office/drawing/2014/main" id="{9B46838B-77B2-1D82-987D-F8B0AEFC5411}"/>
                  </a:ext>
                </a:extLst>
              </p:cNvPr>
              <p:cNvSpPr/>
              <p:nvPr/>
            </p:nvSpPr>
            <p:spPr>
              <a:xfrm>
                <a:off x="9341262" y="3054981"/>
                <a:ext cx="67130" cy="21532"/>
              </a:xfrm>
              <a:custGeom>
                <a:avLst/>
                <a:gdLst>
                  <a:gd name="connsiteX0" fmla="*/ 9350 w 59466"/>
                  <a:gd name="connsiteY0" fmla="*/ 19074 h 19074"/>
                  <a:gd name="connsiteX1" fmla="*/ 50116 w 59466"/>
                  <a:gd name="connsiteY1" fmla="*/ 19074 h 19074"/>
                  <a:gd name="connsiteX2" fmla="*/ 59466 w 59466"/>
                  <a:gd name="connsiteY2" fmla="*/ 9724 h 19074"/>
                  <a:gd name="connsiteX3" fmla="*/ 50116 w 59466"/>
                  <a:gd name="connsiteY3" fmla="*/ 0 h 19074"/>
                  <a:gd name="connsiteX4" fmla="*/ 9350 w 59466"/>
                  <a:gd name="connsiteY4" fmla="*/ 0 h 19074"/>
                  <a:gd name="connsiteX5" fmla="*/ 0 w 59466"/>
                  <a:gd name="connsiteY5" fmla="*/ 9350 h 19074"/>
                  <a:gd name="connsiteX6" fmla="*/ 9350 w 59466"/>
                  <a:gd name="connsiteY6" fmla="*/ 19074 h 1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466" h="19074">
                    <a:moveTo>
                      <a:pt x="9350" y="19074"/>
                    </a:moveTo>
                    <a:lnTo>
                      <a:pt x="50116" y="19074"/>
                    </a:lnTo>
                    <a:cubicBezTo>
                      <a:pt x="55352" y="19074"/>
                      <a:pt x="59466" y="14960"/>
                      <a:pt x="59466" y="9724"/>
                    </a:cubicBezTo>
                    <a:cubicBezTo>
                      <a:pt x="59466" y="4488"/>
                      <a:pt x="55352" y="0"/>
                      <a:pt x="50116" y="0"/>
                    </a:cubicBezTo>
                    <a:lnTo>
                      <a:pt x="9350" y="0"/>
                    </a:lnTo>
                    <a:cubicBezTo>
                      <a:pt x="4114" y="0"/>
                      <a:pt x="0" y="4114"/>
                      <a:pt x="0" y="9350"/>
                    </a:cubicBezTo>
                    <a:cubicBezTo>
                      <a:pt x="0" y="14586"/>
                      <a:pt x="4114" y="19074"/>
                      <a:pt x="9350" y="19074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任意多边形: 形状 215" descr="57cf2818-ca36-42b2-8bec-6361996daa2e">
                <a:extLst>
                  <a:ext uri="{FF2B5EF4-FFF2-40B4-BE49-F238E27FC236}">
                    <a16:creationId xmlns:a16="http://schemas.microsoft.com/office/drawing/2014/main" id="{0E032879-078B-0448-F4EC-F20768161304}"/>
                  </a:ext>
                </a:extLst>
              </p:cNvPr>
              <p:cNvSpPr/>
              <p:nvPr/>
            </p:nvSpPr>
            <p:spPr>
              <a:xfrm>
                <a:off x="9086252" y="3061314"/>
                <a:ext cx="28287" cy="212367"/>
              </a:xfrm>
              <a:custGeom>
                <a:avLst/>
                <a:gdLst>
                  <a:gd name="connsiteX0" fmla="*/ 12342 w 25058"/>
                  <a:gd name="connsiteY0" fmla="*/ 188123 h 188122"/>
                  <a:gd name="connsiteX1" fmla="*/ 12716 w 25058"/>
                  <a:gd name="connsiteY1" fmla="*/ 188123 h 188122"/>
                  <a:gd name="connsiteX2" fmla="*/ 25058 w 25058"/>
                  <a:gd name="connsiteY2" fmla="*/ 175781 h 188122"/>
                  <a:gd name="connsiteX3" fmla="*/ 25058 w 25058"/>
                  <a:gd name="connsiteY3" fmla="*/ 12342 h 188122"/>
                  <a:gd name="connsiteX4" fmla="*/ 12716 w 25058"/>
                  <a:gd name="connsiteY4" fmla="*/ 0 h 188122"/>
                  <a:gd name="connsiteX5" fmla="*/ 0 w 25058"/>
                  <a:gd name="connsiteY5" fmla="*/ 12342 h 188122"/>
                  <a:gd name="connsiteX6" fmla="*/ 0 w 25058"/>
                  <a:gd name="connsiteY6" fmla="*/ 175781 h 188122"/>
                  <a:gd name="connsiteX7" fmla="*/ 12342 w 25058"/>
                  <a:gd name="connsiteY7" fmla="*/ 188123 h 188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058" h="188122">
                    <a:moveTo>
                      <a:pt x="12342" y="188123"/>
                    </a:moveTo>
                    <a:lnTo>
                      <a:pt x="12716" y="188123"/>
                    </a:lnTo>
                    <a:cubicBezTo>
                      <a:pt x="19448" y="188123"/>
                      <a:pt x="25058" y="182513"/>
                      <a:pt x="25058" y="175781"/>
                    </a:cubicBezTo>
                    <a:lnTo>
                      <a:pt x="25058" y="12342"/>
                    </a:lnTo>
                    <a:cubicBezTo>
                      <a:pt x="25058" y="5610"/>
                      <a:pt x="19448" y="0"/>
                      <a:pt x="12716" y="0"/>
                    </a:cubicBezTo>
                    <a:cubicBezTo>
                      <a:pt x="5984" y="0"/>
                      <a:pt x="0" y="5610"/>
                      <a:pt x="0" y="12342"/>
                    </a:cubicBezTo>
                    <a:lnTo>
                      <a:pt x="0" y="175781"/>
                    </a:lnTo>
                    <a:cubicBezTo>
                      <a:pt x="0" y="182513"/>
                      <a:pt x="5610" y="188123"/>
                      <a:pt x="12342" y="188123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任意多边形: 形状 216" descr="37ee9198-c512-47ed-b789-ff3d488418b3">
                <a:extLst>
                  <a:ext uri="{FF2B5EF4-FFF2-40B4-BE49-F238E27FC236}">
                    <a16:creationId xmlns:a16="http://schemas.microsoft.com/office/drawing/2014/main" id="{6B6CC680-3B86-39A3-CC7A-B8E5D6639D8C}"/>
                  </a:ext>
                </a:extLst>
              </p:cNvPr>
              <p:cNvSpPr/>
              <p:nvPr/>
            </p:nvSpPr>
            <p:spPr>
              <a:xfrm>
                <a:off x="8916105" y="3065536"/>
                <a:ext cx="53197" cy="20266"/>
              </a:xfrm>
              <a:custGeom>
                <a:avLst/>
                <a:gdLst>
                  <a:gd name="connsiteX0" fmla="*/ 8976 w 47124"/>
                  <a:gd name="connsiteY0" fmla="*/ 17952 h 17952"/>
                  <a:gd name="connsiteX1" fmla="*/ 38148 w 47124"/>
                  <a:gd name="connsiteY1" fmla="*/ 17952 h 17952"/>
                  <a:gd name="connsiteX2" fmla="*/ 47124 w 47124"/>
                  <a:gd name="connsiteY2" fmla="*/ 8976 h 17952"/>
                  <a:gd name="connsiteX3" fmla="*/ 38148 w 47124"/>
                  <a:gd name="connsiteY3" fmla="*/ 0 h 17952"/>
                  <a:gd name="connsiteX4" fmla="*/ 8976 w 47124"/>
                  <a:gd name="connsiteY4" fmla="*/ 0 h 17952"/>
                  <a:gd name="connsiteX5" fmla="*/ 0 w 47124"/>
                  <a:gd name="connsiteY5" fmla="*/ 8976 h 17952"/>
                  <a:gd name="connsiteX6" fmla="*/ 8976 w 47124"/>
                  <a:gd name="connsiteY6" fmla="*/ 17952 h 17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124" h="17952">
                    <a:moveTo>
                      <a:pt x="8976" y="17952"/>
                    </a:moveTo>
                    <a:lnTo>
                      <a:pt x="38148" y="17952"/>
                    </a:lnTo>
                    <a:cubicBezTo>
                      <a:pt x="43010" y="17952"/>
                      <a:pt x="47124" y="13838"/>
                      <a:pt x="47124" y="8976"/>
                    </a:cubicBezTo>
                    <a:cubicBezTo>
                      <a:pt x="47124" y="4114"/>
                      <a:pt x="43010" y="0"/>
                      <a:pt x="38148" y="0"/>
                    </a:cubicBezTo>
                    <a:lnTo>
                      <a:pt x="8976" y="0"/>
                    </a:lnTo>
                    <a:cubicBezTo>
                      <a:pt x="4114" y="0"/>
                      <a:pt x="0" y="4114"/>
                      <a:pt x="0" y="8976"/>
                    </a:cubicBezTo>
                    <a:cubicBezTo>
                      <a:pt x="0" y="13838"/>
                      <a:pt x="4114" y="17952"/>
                      <a:pt x="8976" y="17952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任意多边形: 形状 217" descr="f8118bc1-4bc4-4905-9491-b4d004305a1e">
                <a:extLst>
                  <a:ext uri="{FF2B5EF4-FFF2-40B4-BE49-F238E27FC236}">
                    <a16:creationId xmlns:a16="http://schemas.microsoft.com/office/drawing/2014/main" id="{0DF61333-8ADC-6201-E687-6E982E8F6807}"/>
                  </a:ext>
                </a:extLst>
              </p:cNvPr>
              <p:cNvSpPr/>
              <p:nvPr/>
            </p:nvSpPr>
            <p:spPr>
              <a:xfrm rot="10800000">
                <a:off x="8829553" y="3374165"/>
                <a:ext cx="29132" cy="70930"/>
              </a:xfrm>
              <a:custGeom>
                <a:avLst/>
                <a:gdLst>
                  <a:gd name="connsiteX0" fmla="*/ 13090 w 25806"/>
                  <a:gd name="connsiteY0" fmla="*/ 0 h 62832"/>
                  <a:gd name="connsiteX1" fmla="*/ 25806 w 25806"/>
                  <a:gd name="connsiteY1" fmla="*/ 12716 h 62832"/>
                  <a:gd name="connsiteX2" fmla="*/ 25806 w 25806"/>
                  <a:gd name="connsiteY2" fmla="*/ 50116 h 62832"/>
                  <a:gd name="connsiteX3" fmla="*/ 13090 w 25806"/>
                  <a:gd name="connsiteY3" fmla="*/ 62832 h 62832"/>
                  <a:gd name="connsiteX4" fmla="*/ 12716 w 25806"/>
                  <a:gd name="connsiteY4" fmla="*/ 62832 h 62832"/>
                  <a:gd name="connsiteX5" fmla="*/ 0 w 25806"/>
                  <a:gd name="connsiteY5" fmla="*/ 50116 h 62832"/>
                  <a:gd name="connsiteX6" fmla="*/ 0 w 25806"/>
                  <a:gd name="connsiteY6" fmla="*/ 12716 h 62832"/>
                  <a:gd name="connsiteX7" fmla="*/ 12716 w 25806"/>
                  <a:gd name="connsiteY7" fmla="*/ 0 h 62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06" h="62832">
                    <a:moveTo>
                      <a:pt x="13090" y="0"/>
                    </a:moveTo>
                    <a:cubicBezTo>
                      <a:pt x="20113" y="0"/>
                      <a:pt x="25806" y="5693"/>
                      <a:pt x="25806" y="12716"/>
                    </a:cubicBezTo>
                    <a:lnTo>
                      <a:pt x="25806" y="50116"/>
                    </a:lnTo>
                    <a:cubicBezTo>
                      <a:pt x="25806" y="57139"/>
                      <a:pt x="20113" y="62832"/>
                      <a:pt x="13090" y="62832"/>
                    </a:cubicBezTo>
                    <a:lnTo>
                      <a:pt x="12716" y="62832"/>
                    </a:lnTo>
                    <a:cubicBezTo>
                      <a:pt x="5693" y="62832"/>
                      <a:pt x="0" y="57139"/>
                      <a:pt x="0" y="50116"/>
                    </a:cubicBezTo>
                    <a:lnTo>
                      <a:pt x="0" y="12716"/>
                    </a:lnTo>
                    <a:cubicBezTo>
                      <a:pt x="0" y="5693"/>
                      <a:pt x="5693" y="0"/>
                      <a:pt x="12716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" name="任意多边形: 形状 218" descr="8a68c8b2-50d3-470c-9050-cc6a9dbb5893">
                <a:extLst>
                  <a:ext uri="{FF2B5EF4-FFF2-40B4-BE49-F238E27FC236}">
                    <a16:creationId xmlns:a16="http://schemas.microsoft.com/office/drawing/2014/main" id="{8EF51A2A-245C-B569-3703-CAFB14CAE9F3}"/>
                  </a:ext>
                </a:extLst>
              </p:cNvPr>
              <p:cNvSpPr/>
              <p:nvPr/>
            </p:nvSpPr>
            <p:spPr>
              <a:xfrm>
                <a:off x="8699093" y="3076513"/>
                <a:ext cx="20688" cy="97106"/>
              </a:xfrm>
              <a:custGeom>
                <a:avLst/>
                <a:gdLst>
                  <a:gd name="connsiteX0" fmla="*/ 8976 w 18326"/>
                  <a:gd name="connsiteY0" fmla="*/ 86020 h 86020"/>
                  <a:gd name="connsiteX1" fmla="*/ 18326 w 18326"/>
                  <a:gd name="connsiteY1" fmla="*/ 77044 h 86020"/>
                  <a:gd name="connsiteX2" fmla="*/ 18326 w 18326"/>
                  <a:gd name="connsiteY2" fmla="*/ 8976 h 86020"/>
                  <a:gd name="connsiteX3" fmla="*/ 9350 w 18326"/>
                  <a:gd name="connsiteY3" fmla="*/ 0 h 86020"/>
                  <a:gd name="connsiteX4" fmla="*/ 0 w 18326"/>
                  <a:gd name="connsiteY4" fmla="*/ 8976 h 86020"/>
                  <a:gd name="connsiteX5" fmla="*/ 0 w 18326"/>
                  <a:gd name="connsiteY5" fmla="*/ 77044 h 86020"/>
                  <a:gd name="connsiteX6" fmla="*/ 8976 w 18326"/>
                  <a:gd name="connsiteY6" fmla="*/ 86020 h 86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326" h="86020">
                    <a:moveTo>
                      <a:pt x="8976" y="86020"/>
                    </a:moveTo>
                    <a:cubicBezTo>
                      <a:pt x="13838" y="86020"/>
                      <a:pt x="18326" y="81906"/>
                      <a:pt x="18326" y="77044"/>
                    </a:cubicBezTo>
                    <a:lnTo>
                      <a:pt x="18326" y="8976"/>
                    </a:lnTo>
                    <a:cubicBezTo>
                      <a:pt x="18326" y="4114"/>
                      <a:pt x="14212" y="0"/>
                      <a:pt x="9350" y="0"/>
                    </a:cubicBezTo>
                    <a:cubicBezTo>
                      <a:pt x="4488" y="0"/>
                      <a:pt x="0" y="4114"/>
                      <a:pt x="0" y="8976"/>
                    </a:cubicBezTo>
                    <a:lnTo>
                      <a:pt x="0" y="77044"/>
                    </a:lnTo>
                    <a:cubicBezTo>
                      <a:pt x="0" y="81906"/>
                      <a:pt x="4114" y="86020"/>
                      <a:pt x="8976" y="8602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: 形状 69" descr="cdedd33e-ff66-4797-9ed9-6151163853af">
                <a:extLst>
                  <a:ext uri="{FF2B5EF4-FFF2-40B4-BE49-F238E27FC236}">
                    <a16:creationId xmlns:a16="http://schemas.microsoft.com/office/drawing/2014/main" id="{8CF4191A-89C3-62B4-E8AC-79816588AF5F}"/>
                  </a:ext>
                </a:extLst>
              </p:cNvPr>
              <p:cNvSpPr/>
              <p:nvPr/>
            </p:nvSpPr>
            <p:spPr>
              <a:xfrm rot="10800000">
                <a:off x="8563566" y="2375658"/>
                <a:ext cx="254165" cy="73463"/>
              </a:xfrm>
              <a:custGeom>
                <a:avLst/>
                <a:gdLst>
                  <a:gd name="connsiteX0" fmla="*/ 193359 w 225148"/>
                  <a:gd name="connsiteY0" fmla="*/ 0 h 65076"/>
                  <a:gd name="connsiteX1" fmla="*/ 225149 w 225148"/>
                  <a:gd name="connsiteY1" fmla="*/ 31790 h 65076"/>
                  <a:gd name="connsiteX2" fmla="*/ 225149 w 225148"/>
                  <a:gd name="connsiteY2" fmla="*/ 33286 h 65076"/>
                  <a:gd name="connsiteX3" fmla="*/ 193359 w 225148"/>
                  <a:gd name="connsiteY3" fmla="*/ 65076 h 65076"/>
                  <a:gd name="connsiteX4" fmla="*/ 31790 w 225148"/>
                  <a:gd name="connsiteY4" fmla="*/ 65076 h 65076"/>
                  <a:gd name="connsiteX5" fmla="*/ 0 w 225148"/>
                  <a:gd name="connsiteY5" fmla="*/ 33286 h 65076"/>
                  <a:gd name="connsiteX6" fmla="*/ 0 w 225148"/>
                  <a:gd name="connsiteY6" fmla="*/ 31790 h 65076"/>
                  <a:gd name="connsiteX7" fmla="*/ 31790 w 225148"/>
                  <a:gd name="connsiteY7" fmla="*/ 0 h 65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5148" h="65076">
                    <a:moveTo>
                      <a:pt x="193359" y="0"/>
                    </a:moveTo>
                    <a:cubicBezTo>
                      <a:pt x="210916" y="0"/>
                      <a:pt x="225149" y="14233"/>
                      <a:pt x="225149" y="31790"/>
                    </a:cubicBezTo>
                    <a:lnTo>
                      <a:pt x="225149" y="33286"/>
                    </a:lnTo>
                    <a:cubicBezTo>
                      <a:pt x="225149" y="50843"/>
                      <a:pt x="210916" y="65076"/>
                      <a:pt x="193359" y="65076"/>
                    </a:cubicBezTo>
                    <a:lnTo>
                      <a:pt x="31790" y="65076"/>
                    </a:lnTo>
                    <a:cubicBezTo>
                      <a:pt x="14233" y="65076"/>
                      <a:pt x="0" y="50843"/>
                      <a:pt x="0" y="33286"/>
                    </a:cubicBezTo>
                    <a:lnTo>
                      <a:pt x="0" y="31790"/>
                    </a:lnTo>
                    <a:cubicBezTo>
                      <a:pt x="0" y="14233"/>
                      <a:pt x="14233" y="0"/>
                      <a:pt x="31790" y="0"/>
                    </a:cubicBezTo>
                    <a:close/>
                  </a:path>
                </a:pathLst>
              </a:custGeom>
              <a:solidFill>
                <a:srgbClr val="6D76A0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: 形状 70" descr="7eadd1a4-3e00-45ac-8690-5b73e351e4d6">
                <a:extLst>
                  <a:ext uri="{FF2B5EF4-FFF2-40B4-BE49-F238E27FC236}">
                    <a16:creationId xmlns:a16="http://schemas.microsoft.com/office/drawing/2014/main" id="{D9BA1E39-6C0C-6E99-D2CE-5465F6794E85}"/>
                  </a:ext>
                </a:extLst>
              </p:cNvPr>
              <p:cNvSpPr/>
              <p:nvPr/>
            </p:nvSpPr>
            <p:spPr>
              <a:xfrm>
                <a:off x="8588480" y="2395081"/>
                <a:ext cx="35038" cy="35038"/>
              </a:xfrm>
              <a:custGeom>
                <a:avLst/>
                <a:gdLst>
                  <a:gd name="connsiteX0" fmla="*/ 20194 w 31038"/>
                  <a:gd name="connsiteY0" fmla="*/ 746 h 31038"/>
                  <a:gd name="connsiteX1" fmla="*/ 746 w 31038"/>
                  <a:gd name="connsiteY1" fmla="*/ 10844 h 31038"/>
                  <a:gd name="connsiteX2" fmla="*/ 10844 w 31038"/>
                  <a:gd name="connsiteY2" fmla="*/ 30292 h 31038"/>
                  <a:gd name="connsiteX3" fmla="*/ 30292 w 31038"/>
                  <a:gd name="connsiteY3" fmla="*/ 20194 h 31038"/>
                  <a:gd name="connsiteX4" fmla="*/ 20194 w 31038"/>
                  <a:gd name="connsiteY4" fmla="*/ 746 h 3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38" h="31038">
                    <a:moveTo>
                      <a:pt x="20194" y="746"/>
                    </a:moveTo>
                    <a:cubicBezTo>
                      <a:pt x="11966" y="-1872"/>
                      <a:pt x="3364" y="2616"/>
                      <a:pt x="746" y="10844"/>
                    </a:cubicBezTo>
                    <a:cubicBezTo>
                      <a:pt x="-1872" y="19072"/>
                      <a:pt x="2616" y="27674"/>
                      <a:pt x="10844" y="30292"/>
                    </a:cubicBezTo>
                    <a:cubicBezTo>
                      <a:pt x="19072" y="32910"/>
                      <a:pt x="27674" y="28422"/>
                      <a:pt x="30292" y="20194"/>
                    </a:cubicBezTo>
                    <a:cubicBezTo>
                      <a:pt x="32910" y="11966"/>
                      <a:pt x="28422" y="3364"/>
                      <a:pt x="20194" y="746"/>
                    </a:cubicBez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: 形状 71" descr="1d692fda-0f4f-4747-9b1c-392b8494467e">
                <a:extLst>
                  <a:ext uri="{FF2B5EF4-FFF2-40B4-BE49-F238E27FC236}">
                    <a16:creationId xmlns:a16="http://schemas.microsoft.com/office/drawing/2014/main" id="{402651D7-CAF1-8CAA-4A5B-FC7365156CF0}"/>
                  </a:ext>
                </a:extLst>
              </p:cNvPr>
              <p:cNvSpPr/>
              <p:nvPr/>
            </p:nvSpPr>
            <p:spPr>
              <a:xfrm>
                <a:off x="8638299" y="2395081"/>
                <a:ext cx="35038" cy="35038"/>
              </a:xfrm>
              <a:custGeom>
                <a:avLst/>
                <a:gdLst>
                  <a:gd name="connsiteX0" fmla="*/ 20194 w 31038"/>
                  <a:gd name="connsiteY0" fmla="*/ 746 h 31038"/>
                  <a:gd name="connsiteX1" fmla="*/ 746 w 31038"/>
                  <a:gd name="connsiteY1" fmla="*/ 10844 h 31038"/>
                  <a:gd name="connsiteX2" fmla="*/ 10844 w 31038"/>
                  <a:gd name="connsiteY2" fmla="*/ 30292 h 31038"/>
                  <a:gd name="connsiteX3" fmla="*/ 30292 w 31038"/>
                  <a:gd name="connsiteY3" fmla="*/ 20194 h 31038"/>
                  <a:gd name="connsiteX4" fmla="*/ 20194 w 31038"/>
                  <a:gd name="connsiteY4" fmla="*/ 746 h 3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38" h="31038">
                    <a:moveTo>
                      <a:pt x="20194" y="746"/>
                    </a:moveTo>
                    <a:cubicBezTo>
                      <a:pt x="11966" y="-1872"/>
                      <a:pt x="3364" y="2616"/>
                      <a:pt x="746" y="10844"/>
                    </a:cubicBezTo>
                    <a:cubicBezTo>
                      <a:pt x="-1872" y="19072"/>
                      <a:pt x="2616" y="27674"/>
                      <a:pt x="10844" y="30292"/>
                    </a:cubicBezTo>
                    <a:cubicBezTo>
                      <a:pt x="19072" y="32910"/>
                      <a:pt x="27674" y="28422"/>
                      <a:pt x="30292" y="20194"/>
                    </a:cubicBezTo>
                    <a:cubicBezTo>
                      <a:pt x="32910" y="11966"/>
                      <a:pt x="28422" y="3364"/>
                      <a:pt x="20194" y="746"/>
                    </a:cubicBez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 descr="2a1ef537-70e2-4bb9-ad90-30bc615f8815">
                <a:extLst>
                  <a:ext uri="{FF2B5EF4-FFF2-40B4-BE49-F238E27FC236}">
                    <a16:creationId xmlns:a16="http://schemas.microsoft.com/office/drawing/2014/main" id="{6A5FC22B-49CE-5E31-DCBF-28B529D28550}"/>
                  </a:ext>
                </a:extLst>
              </p:cNvPr>
              <p:cNvSpPr/>
              <p:nvPr/>
            </p:nvSpPr>
            <p:spPr>
              <a:xfrm>
                <a:off x="8688119" y="2395081"/>
                <a:ext cx="35037" cy="35038"/>
              </a:xfrm>
              <a:custGeom>
                <a:avLst/>
                <a:gdLst>
                  <a:gd name="connsiteX0" fmla="*/ 20194 w 31037"/>
                  <a:gd name="connsiteY0" fmla="*/ 746 h 31038"/>
                  <a:gd name="connsiteX1" fmla="*/ 746 w 31037"/>
                  <a:gd name="connsiteY1" fmla="*/ 10844 h 31038"/>
                  <a:gd name="connsiteX2" fmla="*/ 10844 w 31037"/>
                  <a:gd name="connsiteY2" fmla="*/ 30292 h 31038"/>
                  <a:gd name="connsiteX3" fmla="*/ 30292 w 31037"/>
                  <a:gd name="connsiteY3" fmla="*/ 20194 h 31038"/>
                  <a:gd name="connsiteX4" fmla="*/ 20194 w 31037"/>
                  <a:gd name="connsiteY4" fmla="*/ 746 h 31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37" h="31038">
                    <a:moveTo>
                      <a:pt x="20194" y="746"/>
                    </a:moveTo>
                    <a:cubicBezTo>
                      <a:pt x="11966" y="-1872"/>
                      <a:pt x="3364" y="2616"/>
                      <a:pt x="746" y="10844"/>
                    </a:cubicBezTo>
                    <a:cubicBezTo>
                      <a:pt x="-1872" y="19072"/>
                      <a:pt x="2616" y="27674"/>
                      <a:pt x="10844" y="30292"/>
                    </a:cubicBezTo>
                    <a:cubicBezTo>
                      <a:pt x="19072" y="32910"/>
                      <a:pt x="27674" y="28422"/>
                      <a:pt x="30292" y="20194"/>
                    </a:cubicBezTo>
                    <a:cubicBezTo>
                      <a:pt x="32910" y="11966"/>
                      <a:pt x="28422" y="3364"/>
                      <a:pt x="20194" y="746"/>
                    </a:cubicBez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" name="任意多边形: 形状 204" descr="35cc5fcf-2c11-4a45-9cbc-f2fd50348ca6">
                <a:extLst>
                  <a:ext uri="{FF2B5EF4-FFF2-40B4-BE49-F238E27FC236}">
                    <a16:creationId xmlns:a16="http://schemas.microsoft.com/office/drawing/2014/main" id="{04C2F19B-4509-3723-3DF9-018127D45254}"/>
                  </a:ext>
                </a:extLst>
              </p:cNvPr>
              <p:cNvSpPr/>
              <p:nvPr/>
            </p:nvSpPr>
            <p:spPr>
              <a:xfrm>
                <a:off x="8981641" y="2648838"/>
                <a:ext cx="62295" cy="126628"/>
              </a:xfrm>
              <a:custGeom>
                <a:avLst/>
                <a:gdLst>
                  <a:gd name="connsiteX0" fmla="*/ 8892 w 55183"/>
                  <a:gd name="connsiteY0" fmla="*/ 360 h 112172"/>
                  <a:gd name="connsiteX1" fmla="*/ 1038 w 55183"/>
                  <a:gd name="connsiteY1" fmla="*/ 20182 h 112172"/>
                  <a:gd name="connsiteX2" fmla="*/ 27592 w 55183"/>
                  <a:gd name="connsiteY2" fmla="*/ 99470 h 112172"/>
                  <a:gd name="connsiteX3" fmla="*/ 46292 w 55183"/>
                  <a:gd name="connsiteY3" fmla="*/ 111812 h 112172"/>
                  <a:gd name="connsiteX4" fmla="*/ 54146 w 55183"/>
                  <a:gd name="connsiteY4" fmla="*/ 91990 h 112172"/>
                  <a:gd name="connsiteX5" fmla="*/ 27592 w 55183"/>
                  <a:gd name="connsiteY5" fmla="*/ 12702 h 112172"/>
                  <a:gd name="connsiteX6" fmla="*/ 8892 w 55183"/>
                  <a:gd name="connsiteY6" fmla="*/ 360 h 112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183" h="112172">
                    <a:moveTo>
                      <a:pt x="8892" y="360"/>
                    </a:moveTo>
                    <a:cubicBezTo>
                      <a:pt x="1786" y="2230"/>
                      <a:pt x="-1954" y="11206"/>
                      <a:pt x="1038" y="20182"/>
                    </a:cubicBezTo>
                    <a:lnTo>
                      <a:pt x="27592" y="99470"/>
                    </a:lnTo>
                    <a:cubicBezTo>
                      <a:pt x="30584" y="108072"/>
                      <a:pt x="38812" y="113682"/>
                      <a:pt x="46292" y="111812"/>
                    </a:cubicBezTo>
                    <a:cubicBezTo>
                      <a:pt x="53398" y="109942"/>
                      <a:pt x="57138" y="100966"/>
                      <a:pt x="54146" y="91990"/>
                    </a:cubicBezTo>
                    <a:lnTo>
                      <a:pt x="27592" y="12702"/>
                    </a:lnTo>
                    <a:cubicBezTo>
                      <a:pt x="24600" y="4100"/>
                      <a:pt x="16372" y="-1510"/>
                      <a:pt x="8892" y="360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" name="任意多边形: 形状 205" descr="e2e45f2c-4685-4073-ad49-6f34b4b0d2a4">
                <a:extLst>
                  <a:ext uri="{FF2B5EF4-FFF2-40B4-BE49-F238E27FC236}">
                    <a16:creationId xmlns:a16="http://schemas.microsoft.com/office/drawing/2014/main" id="{317F0BBE-AE55-428F-6DB1-4E4719B5D00D}"/>
                  </a:ext>
                </a:extLst>
              </p:cNvPr>
              <p:cNvSpPr/>
              <p:nvPr/>
            </p:nvSpPr>
            <p:spPr>
              <a:xfrm>
                <a:off x="8891497" y="2695694"/>
                <a:ext cx="182532" cy="207726"/>
              </a:xfrm>
              <a:custGeom>
                <a:avLst/>
                <a:gdLst>
                  <a:gd name="connsiteX0" fmla="*/ 18432 w 161693"/>
                  <a:gd name="connsiteY0" fmla="*/ 120047 h 184011"/>
                  <a:gd name="connsiteX1" fmla="*/ 480 w 161693"/>
                  <a:gd name="connsiteY1" fmla="*/ 86761 h 184011"/>
                  <a:gd name="connsiteX2" fmla="*/ 3846 w 161693"/>
                  <a:gd name="connsiteY2" fmla="*/ 64695 h 184011"/>
                  <a:gd name="connsiteX3" fmla="*/ 31148 w 161693"/>
                  <a:gd name="connsiteY3" fmla="*/ 18319 h 184011"/>
                  <a:gd name="connsiteX4" fmla="*/ 80143 w 161693"/>
                  <a:gd name="connsiteY4" fmla="*/ 2611 h 184011"/>
                  <a:gd name="connsiteX5" fmla="*/ 131755 w 161693"/>
                  <a:gd name="connsiteY5" fmla="*/ 48987 h 184011"/>
                  <a:gd name="connsiteX6" fmla="*/ 161675 w 161693"/>
                  <a:gd name="connsiteY6" fmla="*/ 135007 h 184011"/>
                  <a:gd name="connsiteX7" fmla="*/ 90241 w 161693"/>
                  <a:gd name="connsiteY7" fmla="*/ 170163 h 184011"/>
                  <a:gd name="connsiteX8" fmla="*/ 18806 w 161693"/>
                  <a:gd name="connsiteY8" fmla="*/ 120421 h 184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1693" h="184011">
                    <a:moveTo>
                      <a:pt x="18432" y="120047"/>
                    </a:moveTo>
                    <a:cubicBezTo>
                      <a:pt x="9830" y="109201"/>
                      <a:pt x="2350" y="97607"/>
                      <a:pt x="480" y="86761"/>
                    </a:cubicBezTo>
                    <a:cubicBezTo>
                      <a:pt x="-1016" y="78159"/>
                      <a:pt x="1228" y="71053"/>
                      <a:pt x="3846" y="64695"/>
                    </a:cubicBezTo>
                    <a:cubicBezTo>
                      <a:pt x="10578" y="47491"/>
                      <a:pt x="19554" y="31783"/>
                      <a:pt x="31148" y="18319"/>
                    </a:cubicBezTo>
                    <a:cubicBezTo>
                      <a:pt x="41620" y="5977"/>
                      <a:pt x="57702" y="-5243"/>
                      <a:pt x="80143" y="2611"/>
                    </a:cubicBezTo>
                    <a:cubicBezTo>
                      <a:pt x="101835" y="10465"/>
                      <a:pt x="120161" y="28791"/>
                      <a:pt x="131755" y="48987"/>
                    </a:cubicBezTo>
                    <a:cubicBezTo>
                      <a:pt x="153447" y="86761"/>
                      <a:pt x="160927" y="100225"/>
                      <a:pt x="161675" y="135007"/>
                    </a:cubicBezTo>
                    <a:cubicBezTo>
                      <a:pt x="162423" y="178391"/>
                      <a:pt x="140731" y="200083"/>
                      <a:pt x="90241" y="170163"/>
                    </a:cubicBezTo>
                    <a:cubicBezTo>
                      <a:pt x="64060" y="154829"/>
                      <a:pt x="37132" y="143609"/>
                      <a:pt x="18806" y="120421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任意多边形: 形状 206" descr="dea72e47-0b7b-4f35-91d3-223e33b31191">
                <a:extLst>
                  <a:ext uri="{FF2B5EF4-FFF2-40B4-BE49-F238E27FC236}">
                    <a16:creationId xmlns:a16="http://schemas.microsoft.com/office/drawing/2014/main" id="{3655B7D4-F087-C19D-654A-595B5EEB9C22}"/>
                  </a:ext>
                </a:extLst>
              </p:cNvPr>
              <p:cNvSpPr/>
              <p:nvPr/>
            </p:nvSpPr>
            <p:spPr>
              <a:xfrm>
                <a:off x="8850927" y="2631416"/>
                <a:ext cx="142177" cy="96453"/>
              </a:xfrm>
              <a:custGeom>
                <a:avLst/>
                <a:gdLst>
                  <a:gd name="connsiteX0" fmla="*/ 107853 w 125945"/>
                  <a:gd name="connsiteY0" fmla="*/ 83487 h 85442"/>
                  <a:gd name="connsiteX1" fmla="*/ 8369 w 125945"/>
                  <a:gd name="connsiteY1" fmla="*/ 27013 h 85442"/>
                  <a:gd name="connsiteX2" fmla="*/ 889 w 125945"/>
                  <a:gd name="connsiteY2" fmla="*/ 7565 h 85442"/>
                  <a:gd name="connsiteX3" fmla="*/ 18093 w 125945"/>
                  <a:gd name="connsiteY3" fmla="*/ 1955 h 85442"/>
                  <a:gd name="connsiteX4" fmla="*/ 117577 w 125945"/>
                  <a:gd name="connsiteY4" fmla="*/ 58429 h 85442"/>
                  <a:gd name="connsiteX5" fmla="*/ 125057 w 125945"/>
                  <a:gd name="connsiteY5" fmla="*/ 77877 h 85442"/>
                  <a:gd name="connsiteX6" fmla="*/ 107853 w 125945"/>
                  <a:gd name="connsiteY6" fmla="*/ 83487 h 8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945" h="85442">
                    <a:moveTo>
                      <a:pt x="107853" y="83487"/>
                    </a:moveTo>
                    <a:lnTo>
                      <a:pt x="8369" y="27013"/>
                    </a:lnTo>
                    <a:cubicBezTo>
                      <a:pt x="1637" y="23273"/>
                      <a:pt x="-1729" y="14297"/>
                      <a:pt x="889" y="7565"/>
                    </a:cubicBezTo>
                    <a:cubicBezTo>
                      <a:pt x="3507" y="459"/>
                      <a:pt x="11361" y="-2159"/>
                      <a:pt x="18093" y="1955"/>
                    </a:cubicBezTo>
                    <a:lnTo>
                      <a:pt x="117577" y="58429"/>
                    </a:lnTo>
                    <a:cubicBezTo>
                      <a:pt x="124309" y="62169"/>
                      <a:pt x="127675" y="71145"/>
                      <a:pt x="125057" y="77877"/>
                    </a:cubicBezTo>
                    <a:cubicBezTo>
                      <a:pt x="122439" y="84983"/>
                      <a:pt x="114585" y="87601"/>
                      <a:pt x="107853" y="83487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任意多边形: 形状 207" descr="bbae6118-8bc0-475b-a63a-84948b4c88eb">
                <a:extLst>
                  <a:ext uri="{FF2B5EF4-FFF2-40B4-BE49-F238E27FC236}">
                    <a16:creationId xmlns:a16="http://schemas.microsoft.com/office/drawing/2014/main" id="{0195D52E-AC15-C158-29A2-B4882531085E}"/>
                  </a:ext>
                </a:extLst>
              </p:cNvPr>
              <p:cNvSpPr/>
              <p:nvPr/>
            </p:nvSpPr>
            <p:spPr>
              <a:xfrm>
                <a:off x="8825173" y="2663925"/>
                <a:ext cx="142177" cy="96367"/>
              </a:xfrm>
              <a:custGeom>
                <a:avLst/>
                <a:gdLst>
                  <a:gd name="connsiteX0" fmla="*/ 107853 w 125945"/>
                  <a:gd name="connsiteY0" fmla="*/ 83487 h 85365"/>
                  <a:gd name="connsiteX1" fmla="*/ 8369 w 125945"/>
                  <a:gd name="connsiteY1" fmla="*/ 27013 h 85365"/>
                  <a:gd name="connsiteX2" fmla="*/ 889 w 125945"/>
                  <a:gd name="connsiteY2" fmla="*/ 7565 h 85365"/>
                  <a:gd name="connsiteX3" fmla="*/ 18093 w 125945"/>
                  <a:gd name="connsiteY3" fmla="*/ 1955 h 85365"/>
                  <a:gd name="connsiteX4" fmla="*/ 117577 w 125945"/>
                  <a:gd name="connsiteY4" fmla="*/ 58429 h 85365"/>
                  <a:gd name="connsiteX5" fmla="*/ 125057 w 125945"/>
                  <a:gd name="connsiteY5" fmla="*/ 77877 h 85365"/>
                  <a:gd name="connsiteX6" fmla="*/ 107853 w 125945"/>
                  <a:gd name="connsiteY6" fmla="*/ 83487 h 85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945" h="85365">
                    <a:moveTo>
                      <a:pt x="107853" y="83487"/>
                    </a:moveTo>
                    <a:lnTo>
                      <a:pt x="8369" y="27013"/>
                    </a:lnTo>
                    <a:cubicBezTo>
                      <a:pt x="1637" y="23273"/>
                      <a:pt x="-1729" y="14297"/>
                      <a:pt x="889" y="7565"/>
                    </a:cubicBezTo>
                    <a:cubicBezTo>
                      <a:pt x="3507" y="459"/>
                      <a:pt x="11361" y="-2159"/>
                      <a:pt x="18093" y="1955"/>
                    </a:cubicBezTo>
                    <a:lnTo>
                      <a:pt x="117577" y="58429"/>
                    </a:lnTo>
                    <a:cubicBezTo>
                      <a:pt x="124309" y="62169"/>
                      <a:pt x="127675" y="71145"/>
                      <a:pt x="125057" y="77877"/>
                    </a:cubicBezTo>
                    <a:cubicBezTo>
                      <a:pt x="122439" y="84609"/>
                      <a:pt x="114585" y="87601"/>
                      <a:pt x="107853" y="83487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" name="任意多边形: 形状 208" descr="b268f6ba-0276-42dc-88d7-4152abac6208">
                <a:extLst>
                  <a:ext uri="{FF2B5EF4-FFF2-40B4-BE49-F238E27FC236}">
                    <a16:creationId xmlns:a16="http://schemas.microsoft.com/office/drawing/2014/main" id="{2AFD5152-FFD3-650F-DBCE-EFC3311C31E3}"/>
                  </a:ext>
                </a:extLst>
              </p:cNvPr>
              <p:cNvSpPr/>
              <p:nvPr/>
            </p:nvSpPr>
            <p:spPr>
              <a:xfrm>
                <a:off x="8824751" y="2712056"/>
                <a:ext cx="142177" cy="96453"/>
              </a:xfrm>
              <a:custGeom>
                <a:avLst/>
                <a:gdLst>
                  <a:gd name="connsiteX0" fmla="*/ 107853 w 125945"/>
                  <a:gd name="connsiteY0" fmla="*/ 83487 h 85442"/>
                  <a:gd name="connsiteX1" fmla="*/ 8369 w 125945"/>
                  <a:gd name="connsiteY1" fmla="*/ 27013 h 85442"/>
                  <a:gd name="connsiteX2" fmla="*/ 889 w 125945"/>
                  <a:gd name="connsiteY2" fmla="*/ 7565 h 85442"/>
                  <a:gd name="connsiteX3" fmla="*/ 18093 w 125945"/>
                  <a:gd name="connsiteY3" fmla="*/ 1955 h 85442"/>
                  <a:gd name="connsiteX4" fmla="*/ 117577 w 125945"/>
                  <a:gd name="connsiteY4" fmla="*/ 58429 h 85442"/>
                  <a:gd name="connsiteX5" fmla="*/ 125057 w 125945"/>
                  <a:gd name="connsiteY5" fmla="*/ 77877 h 85442"/>
                  <a:gd name="connsiteX6" fmla="*/ 107853 w 125945"/>
                  <a:gd name="connsiteY6" fmla="*/ 83487 h 8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945" h="85442">
                    <a:moveTo>
                      <a:pt x="107853" y="83487"/>
                    </a:moveTo>
                    <a:lnTo>
                      <a:pt x="8369" y="27013"/>
                    </a:lnTo>
                    <a:cubicBezTo>
                      <a:pt x="1637" y="23273"/>
                      <a:pt x="-1729" y="14297"/>
                      <a:pt x="889" y="7565"/>
                    </a:cubicBezTo>
                    <a:cubicBezTo>
                      <a:pt x="3507" y="459"/>
                      <a:pt x="11361" y="-2159"/>
                      <a:pt x="18093" y="1955"/>
                    </a:cubicBezTo>
                    <a:lnTo>
                      <a:pt x="117577" y="58429"/>
                    </a:lnTo>
                    <a:cubicBezTo>
                      <a:pt x="124309" y="62169"/>
                      <a:pt x="127675" y="71145"/>
                      <a:pt x="125057" y="77877"/>
                    </a:cubicBezTo>
                    <a:cubicBezTo>
                      <a:pt x="122439" y="84983"/>
                      <a:pt x="114585" y="87601"/>
                      <a:pt x="107853" y="83487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" name="任意多边形: 形状 209" descr="cc0c8c06-ecec-493e-986e-89a11fc7cafe">
                <a:extLst>
                  <a:ext uri="{FF2B5EF4-FFF2-40B4-BE49-F238E27FC236}">
                    <a16:creationId xmlns:a16="http://schemas.microsoft.com/office/drawing/2014/main" id="{7D5E0825-C256-8790-C490-A9EE55BA308D}"/>
                  </a:ext>
                </a:extLst>
              </p:cNvPr>
              <p:cNvSpPr/>
              <p:nvPr/>
            </p:nvSpPr>
            <p:spPr>
              <a:xfrm>
                <a:off x="8839950" y="2765253"/>
                <a:ext cx="142177" cy="96453"/>
              </a:xfrm>
              <a:custGeom>
                <a:avLst/>
                <a:gdLst>
                  <a:gd name="connsiteX0" fmla="*/ 107853 w 125945"/>
                  <a:gd name="connsiteY0" fmla="*/ 83487 h 85442"/>
                  <a:gd name="connsiteX1" fmla="*/ 8369 w 125945"/>
                  <a:gd name="connsiteY1" fmla="*/ 27013 h 85442"/>
                  <a:gd name="connsiteX2" fmla="*/ 889 w 125945"/>
                  <a:gd name="connsiteY2" fmla="*/ 7565 h 85442"/>
                  <a:gd name="connsiteX3" fmla="*/ 18093 w 125945"/>
                  <a:gd name="connsiteY3" fmla="*/ 1955 h 85442"/>
                  <a:gd name="connsiteX4" fmla="*/ 117577 w 125945"/>
                  <a:gd name="connsiteY4" fmla="*/ 58429 h 85442"/>
                  <a:gd name="connsiteX5" fmla="*/ 125057 w 125945"/>
                  <a:gd name="connsiteY5" fmla="*/ 77877 h 85442"/>
                  <a:gd name="connsiteX6" fmla="*/ 107853 w 125945"/>
                  <a:gd name="connsiteY6" fmla="*/ 83487 h 8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945" h="85442">
                    <a:moveTo>
                      <a:pt x="107853" y="83487"/>
                    </a:moveTo>
                    <a:lnTo>
                      <a:pt x="8369" y="27013"/>
                    </a:lnTo>
                    <a:cubicBezTo>
                      <a:pt x="1637" y="23273"/>
                      <a:pt x="-1729" y="14297"/>
                      <a:pt x="889" y="7565"/>
                    </a:cubicBezTo>
                    <a:cubicBezTo>
                      <a:pt x="3507" y="459"/>
                      <a:pt x="11361" y="-2159"/>
                      <a:pt x="18093" y="1955"/>
                    </a:cubicBezTo>
                    <a:lnTo>
                      <a:pt x="117577" y="58429"/>
                    </a:lnTo>
                    <a:cubicBezTo>
                      <a:pt x="124309" y="62169"/>
                      <a:pt x="127675" y="71145"/>
                      <a:pt x="125057" y="77877"/>
                    </a:cubicBezTo>
                    <a:cubicBezTo>
                      <a:pt x="122439" y="84983"/>
                      <a:pt x="114585" y="87601"/>
                      <a:pt x="107853" y="83487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" name="任意多边形: 形状 201" descr="705590e4-ff74-4f1b-892f-e6424851fd5d">
                <a:extLst>
                  <a:ext uri="{FF2B5EF4-FFF2-40B4-BE49-F238E27FC236}">
                    <a16:creationId xmlns:a16="http://schemas.microsoft.com/office/drawing/2014/main" id="{E7C7F052-4168-B713-0F17-A7BA26C64EF2}"/>
                  </a:ext>
                </a:extLst>
              </p:cNvPr>
              <p:cNvSpPr/>
              <p:nvPr/>
            </p:nvSpPr>
            <p:spPr>
              <a:xfrm>
                <a:off x="9447151" y="2939297"/>
                <a:ext cx="372043" cy="493939"/>
              </a:xfrm>
              <a:custGeom>
                <a:avLst/>
                <a:gdLst>
                  <a:gd name="connsiteX0" fmla="*/ 329570 w 329569"/>
                  <a:gd name="connsiteY0" fmla="*/ 114818 h 437549"/>
                  <a:gd name="connsiteX1" fmla="*/ 126861 w 329569"/>
                  <a:gd name="connsiteY1" fmla="*/ 413272 h 437549"/>
                  <a:gd name="connsiteX2" fmla="*/ 53557 w 329569"/>
                  <a:gd name="connsiteY2" fmla="*/ 430102 h 437549"/>
                  <a:gd name="connsiteX3" fmla="*/ 13913 w 329569"/>
                  <a:gd name="connsiteY3" fmla="*/ 271151 h 437549"/>
                  <a:gd name="connsiteX4" fmla="*/ 153789 w 329569"/>
                  <a:gd name="connsiteY4" fmla="*/ 0 h 437549"/>
                  <a:gd name="connsiteX5" fmla="*/ 329196 w 329569"/>
                  <a:gd name="connsiteY5" fmla="*/ 115192 h 437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9569" h="437549">
                    <a:moveTo>
                      <a:pt x="329570" y="114818"/>
                    </a:moveTo>
                    <a:lnTo>
                      <a:pt x="126861" y="413272"/>
                    </a:lnTo>
                    <a:cubicBezTo>
                      <a:pt x="110405" y="437208"/>
                      <a:pt x="78241" y="444688"/>
                      <a:pt x="53557" y="430102"/>
                    </a:cubicBezTo>
                    <a:cubicBezTo>
                      <a:pt x="2318" y="394571"/>
                      <a:pt x="-14886" y="326877"/>
                      <a:pt x="13913" y="271151"/>
                    </a:cubicBezTo>
                    <a:lnTo>
                      <a:pt x="153789" y="0"/>
                    </a:lnTo>
                    <a:lnTo>
                      <a:pt x="329196" y="115192"/>
                    </a:ln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" name="任意多边形: 形状 202" descr="97e9eb48-b1ce-4377-9fc7-a534df03f4bd">
                <a:extLst>
                  <a:ext uri="{FF2B5EF4-FFF2-40B4-BE49-F238E27FC236}">
                    <a16:creationId xmlns:a16="http://schemas.microsoft.com/office/drawing/2014/main" id="{5997DE1A-0789-E044-4B96-96F851415528}"/>
                  </a:ext>
                </a:extLst>
              </p:cNvPr>
              <p:cNvSpPr/>
              <p:nvPr/>
            </p:nvSpPr>
            <p:spPr>
              <a:xfrm>
                <a:off x="8939327" y="2760705"/>
                <a:ext cx="691082" cy="689013"/>
              </a:xfrm>
              <a:custGeom>
                <a:avLst/>
                <a:gdLst>
                  <a:gd name="connsiteX0" fmla="*/ 74426 w 612185"/>
                  <a:gd name="connsiteY0" fmla="*/ 0 h 610352"/>
                  <a:gd name="connsiteX1" fmla="*/ 409532 w 612185"/>
                  <a:gd name="connsiteY1" fmla="*/ 324633 h 610352"/>
                  <a:gd name="connsiteX2" fmla="*/ 611118 w 612185"/>
                  <a:gd name="connsiteY2" fmla="*/ 492560 h 610352"/>
                  <a:gd name="connsiteX3" fmla="*/ 599150 w 612185"/>
                  <a:gd name="connsiteY3" fmla="*/ 529960 h 610352"/>
                  <a:gd name="connsiteX4" fmla="*/ 487324 w 612185"/>
                  <a:gd name="connsiteY4" fmla="*/ 604386 h 610352"/>
                  <a:gd name="connsiteX5" fmla="*/ 0 w 612185"/>
                  <a:gd name="connsiteY5" fmla="*/ 57596 h 610352"/>
                  <a:gd name="connsiteX6" fmla="*/ 74800 w 612185"/>
                  <a:gd name="connsiteY6" fmla="*/ 0 h 61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2185" h="610352">
                    <a:moveTo>
                      <a:pt x="74426" y="0"/>
                    </a:moveTo>
                    <a:cubicBezTo>
                      <a:pt x="177651" y="106216"/>
                      <a:pt x="281249" y="203831"/>
                      <a:pt x="409532" y="324633"/>
                    </a:cubicBezTo>
                    <a:cubicBezTo>
                      <a:pt x="466380" y="363155"/>
                      <a:pt x="573344" y="458526"/>
                      <a:pt x="611118" y="492560"/>
                    </a:cubicBezTo>
                    <a:cubicBezTo>
                      <a:pt x="611118" y="492560"/>
                      <a:pt x="617476" y="492186"/>
                      <a:pt x="599150" y="529960"/>
                    </a:cubicBezTo>
                    <a:cubicBezTo>
                      <a:pt x="562498" y="605508"/>
                      <a:pt x="519488" y="620842"/>
                      <a:pt x="487324" y="604386"/>
                    </a:cubicBezTo>
                    <a:cubicBezTo>
                      <a:pt x="334357" y="526594"/>
                      <a:pt x="120802" y="238613"/>
                      <a:pt x="0" y="57596"/>
                    </a:cubicBezTo>
                    <a:lnTo>
                      <a:pt x="74800" y="0"/>
                    </a:ln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" name="任意多边形: 形状 203" descr="9b5d6bf9-4be8-4584-8ac0-51a85f4e4914">
                <a:extLst>
                  <a:ext uri="{FF2B5EF4-FFF2-40B4-BE49-F238E27FC236}">
                    <a16:creationId xmlns:a16="http://schemas.microsoft.com/office/drawing/2014/main" id="{6B1F5B85-8192-E46A-73E2-EAC31819EABB}"/>
                  </a:ext>
                </a:extLst>
              </p:cNvPr>
              <p:cNvSpPr/>
              <p:nvPr/>
            </p:nvSpPr>
            <p:spPr>
              <a:xfrm>
                <a:off x="9505044" y="2624734"/>
                <a:ext cx="546501" cy="658051"/>
              </a:xfrm>
              <a:custGeom>
                <a:avLst/>
                <a:gdLst>
                  <a:gd name="connsiteX0" fmla="*/ 472767 w 484110"/>
                  <a:gd name="connsiteY0" fmla="*/ 196371 h 582925"/>
                  <a:gd name="connsiteX1" fmla="*/ 258838 w 484110"/>
                  <a:gd name="connsiteY1" fmla="*/ 565510 h 582925"/>
                  <a:gd name="connsiteX2" fmla="*/ 202364 w 484110"/>
                  <a:gd name="connsiteY2" fmla="*/ 575982 h 582925"/>
                  <a:gd name="connsiteX3" fmla="*/ 18729 w 484110"/>
                  <a:gd name="connsiteY3" fmla="*/ 455179 h 582925"/>
                  <a:gd name="connsiteX4" fmla="*/ 4891 w 484110"/>
                  <a:gd name="connsiteY4" fmla="*/ 400949 h 582925"/>
                  <a:gd name="connsiteX5" fmla="*/ 196006 w 484110"/>
                  <a:gd name="connsiteY5" fmla="*/ 63600 h 582925"/>
                  <a:gd name="connsiteX6" fmla="*/ 472767 w 484110"/>
                  <a:gd name="connsiteY6" fmla="*/ 196745 h 58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4110" h="582925">
                    <a:moveTo>
                      <a:pt x="472767" y="196371"/>
                    </a:moveTo>
                    <a:cubicBezTo>
                      <a:pt x="386373" y="383745"/>
                      <a:pt x="361314" y="420023"/>
                      <a:pt x="258838" y="565510"/>
                    </a:cubicBezTo>
                    <a:cubicBezTo>
                      <a:pt x="246122" y="583836"/>
                      <a:pt x="221064" y="588324"/>
                      <a:pt x="202364" y="575982"/>
                    </a:cubicBezTo>
                    <a:lnTo>
                      <a:pt x="18729" y="455179"/>
                    </a:lnTo>
                    <a:cubicBezTo>
                      <a:pt x="777" y="443211"/>
                      <a:pt x="-5207" y="420023"/>
                      <a:pt x="4891" y="400949"/>
                    </a:cubicBezTo>
                    <a:cubicBezTo>
                      <a:pt x="74829" y="268927"/>
                      <a:pt x="148508" y="153360"/>
                      <a:pt x="196006" y="63600"/>
                    </a:cubicBezTo>
                    <a:cubicBezTo>
                      <a:pt x="272302" y="-80765"/>
                      <a:pt x="542331" y="45274"/>
                      <a:pt x="472767" y="196745"/>
                    </a:cubicBezTo>
                    <a:close/>
                  </a:path>
                </a:pathLst>
              </a:custGeom>
              <a:solidFill>
                <a:srgbClr val="F9EDDC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: 形状 74" descr="2961d952-cf72-425d-ba87-85d2fc1bd123">
                <a:extLst>
                  <a:ext uri="{FF2B5EF4-FFF2-40B4-BE49-F238E27FC236}">
                    <a16:creationId xmlns:a16="http://schemas.microsoft.com/office/drawing/2014/main" id="{FF3A2921-BB44-E462-C27E-A234A5959AA9}"/>
                  </a:ext>
                </a:extLst>
              </p:cNvPr>
              <p:cNvSpPr/>
              <p:nvPr/>
            </p:nvSpPr>
            <p:spPr>
              <a:xfrm>
                <a:off x="9993565" y="5839403"/>
                <a:ext cx="189146" cy="258387"/>
              </a:xfrm>
              <a:custGeom>
                <a:avLst/>
                <a:gdLst>
                  <a:gd name="connsiteX0" fmla="*/ 129779 w 167552"/>
                  <a:gd name="connsiteY0" fmla="*/ 0 h 228888"/>
                  <a:gd name="connsiteX1" fmla="*/ 167553 w 167552"/>
                  <a:gd name="connsiteY1" fmla="*/ 192611 h 228888"/>
                  <a:gd name="connsiteX2" fmla="*/ 64702 w 167552"/>
                  <a:gd name="connsiteY2" fmla="*/ 228889 h 228888"/>
                  <a:gd name="connsiteX3" fmla="*/ 19448 w 167552"/>
                  <a:gd name="connsiteY3" fmla="*/ 188123 h 228888"/>
                  <a:gd name="connsiteX4" fmla="*/ 46376 w 167552"/>
                  <a:gd name="connsiteY4" fmla="*/ 177651 h 228888"/>
                  <a:gd name="connsiteX5" fmla="*/ 0 w 167552"/>
                  <a:gd name="connsiteY5" fmla="*/ 18326 h 228888"/>
                  <a:gd name="connsiteX6" fmla="*/ 129779 w 167552"/>
                  <a:gd name="connsiteY6" fmla="*/ 0 h 228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552" h="228888">
                    <a:moveTo>
                      <a:pt x="129779" y="0"/>
                    </a:moveTo>
                    <a:lnTo>
                      <a:pt x="167553" y="192611"/>
                    </a:lnTo>
                    <a:lnTo>
                      <a:pt x="64702" y="228889"/>
                    </a:lnTo>
                    <a:lnTo>
                      <a:pt x="19448" y="188123"/>
                    </a:lnTo>
                    <a:lnTo>
                      <a:pt x="46376" y="177651"/>
                    </a:lnTo>
                    <a:lnTo>
                      <a:pt x="0" y="18326"/>
                    </a:lnTo>
                    <a:lnTo>
                      <a:pt x="129779" y="0"/>
                    </a:ln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" name="任意多边形: 形状 198" descr="d9f204e8-21ce-4649-97ed-a3b09fc181bb">
                <a:extLst>
                  <a:ext uri="{FF2B5EF4-FFF2-40B4-BE49-F238E27FC236}">
                    <a16:creationId xmlns:a16="http://schemas.microsoft.com/office/drawing/2014/main" id="{9D83CFCF-B264-F15B-7A61-C777B58040E8}"/>
                  </a:ext>
                </a:extLst>
              </p:cNvPr>
              <p:cNvSpPr/>
              <p:nvPr/>
            </p:nvSpPr>
            <p:spPr>
              <a:xfrm>
                <a:off x="9875305" y="6010817"/>
                <a:ext cx="315428" cy="96684"/>
              </a:xfrm>
              <a:custGeom>
                <a:avLst/>
                <a:gdLst>
                  <a:gd name="connsiteX0" fmla="*/ 146648 w 279418"/>
                  <a:gd name="connsiteY0" fmla="*/ 0 h 85646"/>
                  <a:gd name="connsiteX1" fmla="*/ 28463 w 279418"/>
                  <a:gd name="connsiteY1" fmla="*/ 40392 h 85646"/>
                  <a:gd name="connsiteX2" fmla="*/ 5649 w 279418"/>
                  <a:gd name="connsiteY2" fmla="*/ 85646 h 85646"/>
                  <a:gd name="connsiteX3" fmla="*/ 279418 w 279418"/>
                  <a:gd name="connsiteY3" fmla="*/ 79288 h 85646"/>
                  <a:gd name="connsiteX4" fmla="*/ 268572 w 279418"/>
                  <a:gd name="connsiteY4" fmla="*/ 18700 h 85646"/>
                  <a:gd name="connsiteX5" fmla="*/ 246132 w 279418"/>
                  <a:gd name="connsiteY5" fmla="*/ 0 h 85646"/>
                  <a:gd name="connsiteX6" fmla="*/ 146648 w 279418"/>
                  <a:gd name="connsiteY6" fmla="*/ 0 h 85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418" h="85646">
                    <a:moveTo>
                      <a:pt x="146648" y="0"/>
                    </a:moveTo>
                    <a:lnTo>
                      <a:pt x="28463" y="40392"/>
                    </a:lnTo>
                    <a:cubicBezTo>
                      <a:pt x="-335" y="50116"/>
                      <a:pt x="-5945" y="70687"/>
                      <a:pt x="5649" y="85646"/>
                    </a:cubicBezTo>
                    <a:lnTo>
                      <a:pt x="279418" y="79288"/>
                    </a:lnTo>
                    <a:lnTo>
                      <a:pt x="268572" y="18700"/>
                    </a:lnTo>
                    <a:cubicBezTo>
                      <a:pt x="266702" y="7854"/>
                      <a:pt x="257352" y="0"/>
                      <a:pt x="246132" y="0"/>
                    </a:cubicBezTo>
                    <a:lnTo>
                      <a:pt x="146648" y="0"/>
                    </a:ln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" name="任意多边形: 形状 199" descr="588916f4-6af1-49b4-bd52-de383aff038f">
                <a:extLst>
                  <a:ext uri="{FF2B5EF4-FFF2-40B4-BE49-F238E27FC236}">
                    <a16:creationId xmlns:a16="http://schemas.microsoft.com/office/drawing/2014/main" id="{ED5C03CD-87B7-CAB2-65A0-E1EF7441884F}"/>
                  </a:ext>
                </a:extLst>
              </p:cNvPr>
              <p:cNvSpPr/>
              <p:nvPr/>
            </p:nvSpPr>
            <p:spPr>
              <a:xfrm>
                <a:off x="9881682" y="6099902"/>
                <a:ext cx="312753" cy="28287"/>
              </a:xfrm>
              <a:custGeom>
                <a:avLst/>
                <a:gdLst>
                  <a:gd name="connsiteX0" fmla="*/ 273769 w 277048"/>
                  <a:gd name="connsiteY0" fmla="*/ 374 h 25058"/>
                  <a:gd name="connsiteX1" fmla="*/ 276761 w 277048"/>
                  <a:gd name="connsiteY1" fmla="*/ 10472 h 25058"/>
                  <a:gd name="connsiteX2" fmla="*/ 260679 w 277048"/>
                  <a:gd name="connsiteY2" fmla="*/ 22814 h 25058"/>
                  <a:gd name="connsiteX3" fmla="*/ 47872 w 277048"/>
                  <a:gd name="connsiteY3" fmla="*/ 25058 h 25058"/>
                  <a:gd name="connsiteX4" fmla="*/ 0 w 277048"/>
                  <a:gd name="connsiteY4" fmla="*/ 6358 h 25058"/>
                  <a:gd name="connsiteX5" fmla="*/ 273769 w 277048"/>
                  <a:gd name="connsiteY5" fmla="*/ 0 h 25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7048" h="25058">
                    <a:moveTo>
                      <a:pt x="273769" y="374"/>
                    </a:moveTo>
                    <a:lnTo>
                      <a:pt x="276761" y="10472"/>
                    </a:lnTo>
                    <a:cubicBezTo>
                      <a:pt x="278631" y="16830"/>
                      <a:pt x="271151" y="22814"/>
                      <a:pt x="260679" y="22814"/>
                    </a:cubicBezTo>
                    <a:lnTo>
                      <a:pt x="47872" y="25058"/>
                    </a:lnTo>
                    <a:cubicBezTo>
                      <a:pt x="24684" y="25058"/>
                      <a:pt x="7854" y="17204"/>
                      <a:pt x="0" y="6358"/>
                    </a:cubicBezTo>
                    <a:lnTo>
                      <a:pt x="273769" y="0"/>
                    </a:ln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: 形状 76" descr="04908e89-2a3f-4a08-9f7c-eb018da519f8">
                <a:extLst>
                  <a:ext uri="{FF2B5EF4-FFF2-40B4-BE49-F238E27FC236}">
                    <a16:creationId xmlns:a16="http://schemas.microsoft.com/office/drawing/2014/main" id="{0182566E-D355-D166-1378-A309FCB8D472}"/>
                  </a:ext>
                </a:extLst>
              </p:cNvPr>
              <p:cNvSpPr/>
              <p:nvPr/>
            </p:nvSpPr>
            <p:spPr>
              <a:xfrm>
                <a:off x="9782938" y="3980870"/>
                <a:ext cx="812687" cy="1172714"/>
              </a:xfrm>
              <a:custGeom>
                <a:avLst/>
                <a:gdLst>
                  <a:gd name="connsiteX0" fmla="*/ 241934 w 719907"/>
                  <a:gd name="connsiteY0" fmla="*/ 0 h 1038831"/>
                  <a:gd name="connsiteX1" fmla="*/ 719908 w 719907"/>
                  <a:gd name="connsiteY1" fmla="*/ 80410 h 1038831"/>
                  <a:gd name="connsiteX2" fmla="*/ 645855 w 719907"/>
                  <a:gd name="connsiteY2" fmla="*/ 252077 h 1038831"/>
                  <a:gd name="connsiteX3" fmla="*/ 536647 w 719907"/>
                  <a:gd name="connsiteY3" fmla="*/ 415516 h 1038831"/>
                  <a:gd name="connsiteX4" fmla="*/ 476059 w 719907"/>
                  <a:gd name="connsiteY4" fmla="*/ 653007 h 1038831"/>
                  <a:gd name="connsiteX5" fmla="*/ 404624 w 719907"/>
                  <a:gd name="connsiteY5" fmla="*/ 839259 h 1038831"/>
                  <a:gd name="connsiteX6" fmla="*/ 117765 w 719907"/>
                  <a:gd name="connsiteY6" fmla="*/ 1031496 h 1038831"/>
                  <a:gd name="connsiteX7" fmla="*/ 14167 w 719907"/>
                  <a:gd name="connsiteY7" fmla="*/ 737531 h 1038831"/>
                  <a:gd name="connsiteX8" fmla="*/ 241186 w 719907"/>
                  <a:gd name="connsiteY8" fmla="*/ 0 h 1038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19907" h="1038831">
                    <a:moveTo>
                      <a:pt x="241934" y="0"/>
                    </a:moveTo>
                    <a:lnTo>
                      <a:pt x="719908" y="80410"/>
                    </a:lnTo>
                    <a:cubicBezTo>
                      <a:pt x="691109" y="149601"/>
                      <a:pt x="664555" y="212059"/>
                      <a:pt x="645855" y="252077"/>
                    </a:cubicBezTo>
                    <a:cubicBezTo>
                      <a:pt x="628277" y="289477"/>
                      <a:pt x="551233" y="376993"/>
                      <a:pt x="536647" y="415516"/>
                    </a:cubicBezTo>
                    <a:cubicBezTo>
                      <a:pt x="500743" y="511260"/>
                      <a:pt x="511215" y="556888"/>
                      <a:pt x="476059" y="653007"/>
                    </a:cubicBezTo>
                    <a:cubicBezTo>
                      <a:pt x="459229" y="699383"/>
                      <a:pt x="432674" y="767825"/>
                      <a:pt x="404624" y="839259"/>
                    </a:cubicBezTo>
                    <a:cubicBezTo>
                      <a:pt x="349646" y="979884"/>
                      <a:pt x="222112" y="1065156"/>
                      <a:pt x="117765" y="1031496"/>
                    </a:cubicBezTo>
                    <a:cubicBezTo>
                      <a:pt x="19777" y="999706"/>
                      <a:pt x="-25103" y="872919"/>
                      <a:pt x="14167" y="737531"/>
                    </a:cubicBezTo>
                    <a:cubicBezTo>
                      <a:pt x="86723" y="488820"/>
                      <a:pt x="167133" y="228141"/>
                      <a:pt x="241186" y="0"/>
                    </a:cubicBez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: 形状 77" descr="0e306498-3720-420c-a4ca-02701f3bf6a8">
                <a:extLst>
                  <a:ext uri="{FF2B5EF4-FFF2-40B4-BE49-F238E27FC236}">
                    <a16:creationId xmlns:a16="http://schemas.microsoft.com/office/drawing/2014/main" id="{1CC0C674-26FB-41AE-C706-91146C03BAEF}"/>
                  </a:ext>
                </a:extLst>
              </p:cNvPr>
              <p:cNvSpPr/>
              <p:nvPr/>
            </p:nvSpPr>
            <p:spPr>
              <a:xfrm>
                <a:off x="9786901" y="4746322"/>
                <a:ext cx="437768" cy="1243084"/>
              </a:xfrm>
              <a:custGeom>
                <a:avLst/>
                <a:gdLst>
                  <a:gd name="connsiteX0" fmla="*/ 158012 w 387790"/>
                  <a:gd name="connsiteY0" fmla="*/ 748 h 1101167"/>
                  <a:gd name="connsiteX1" fmla="*/ 359599 w 387790"/>
                  <a:gd name="connsiteY1" fmla="*/ 164187 h 1101167"/>
                  <a:gd name="connsiteX2" fmla="*/ 377177 w 387790"/>
                  <a:gd name="connsiteY2" fmla="*/ 632062 h 1101167"/>
                  <a:gd name="connsiteX3" fmla="*/ 386527 w 387790"/>
                  <a:gd name="connsiteY3" fmla="*/ 1001950 h 1101167"/>
                  <a:gd name="connsiteX4" fmla="*/ 383161 w 387790"/>
                  <a:gd name="connsiteY4" fmla="*/ 1052066 h 1101167"/>
                  <a:gd name="connsiteX5" fmla="*/ 334915 w 387790"/>
                  <a:gd name="connsiteY5" fmla="*/ 1090214 h 1101167"/>
                  <a:gd name="connsiteX6" fmla="*/ 169606 w 387790"/>
                  <a:gd name="connsiteY6" fmla="*/ 1101060 h 1101167"/>
                  <a:gd name="connsiteX7" fmla="*/ 109018 w 387790"/>
                  <a:gd name="connsiteY7" fmla="*/ 1046830 h 1101167"/>
                  <a:gd name="connsiteX8" fmla="*/ 931 w 387790"/>
                  <a:gd name="connsiteY8" fmla="*/ 217295 h 1101167"/>
                  <a:gd name="connsiteX9" fmla="*/ 158386 w 387790"/>
                  <a:gd name="connsiteY9" fmla="*/ 0 h 1101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7790" h="1101167">
                    <a:moveTo>
                      <a:pt x="158012" y="748"/>
                    </a:moveTo>
                    <a:cubicBezTo>
                      <a:pt x="236926" y="-4114"/>
                      <a:pt x="348005" y="72182"/>
                      <a:pt x="359599" y="164187"/>
                    </a:cubicBezTo>
                    <a:cubicBezTo>
                      <a:pt x="365957" y="214677"/>
                      <a:pt x="371941" y="430850"/>
                      <a:pt x="377177" y="632062"/>
                    </a:cubicBezTo>
                    <a:cubicBezTo>
                      <a:pt x="379047" y="702375"/>
                      <a:pt x="385405" y="980632"/>
                      <a:pt x="386527" y="1001950"/>
                    </a:cubicBezTo>
                    <a:cubicBezTo>
                      <a:pt x="387275" y="1018032"/>
                      <a:pt x="390267" y="1037854"/>
                      <a:pt x="383161" y="1052066"/>
                    </a:cubicBezTo>
                    <a:cubicBezTo>
                      <a:pt x="371567" y="1076376"/>
                      <a:pt x="359225" y="1088718"/>
                      <a:pt x="334915" y="1090214"/>
                    </a:cubicBezTo>
                    <a:lnTo>
                      <a:pt x="169606" y="1101060"/>
                    </a:lnTo>
                    <a:cubicBezTo>
                      <a:pt x="139686" y="1102930"/>
                      <a:pt x="113880" y="1080116"/>
                      <a:pt x="109018" y="1046830"/>
                    </a:cubicBezTo>
                    <a:cubicBezTo>
                      <a:pt x="99294" y="980258"/>
                      <a:pt x="2801" y="239361"/>
                      <a:pt x="931" y="217295"/>
                    </a:cubicBezTo>
                    <a:cubicBezTo>
                      <a:pt x="-9167" y="106964"/>
                      <a:pt x="64138" y="5610"/>
                      <a:pt x="158386" y="0"/>
                    </a:cubicBez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: 形状 78" descr="31971f91-9cfb-4895-bcf8-0fdb94fc8d18">
                <a:extLst>
                  <a:ext uri="{FF2B5EF4-FFF2-40B4-BE49-F238E27FC236}">
                    <a16:creationId xmlns:a16="http://schemas.microsoft.com/office/drawing/2014/main" id="{0FB850B8-13E6-C4D1-B93A-DFB81910D4BD}"/>
                  </a:ext>
                </a:extLst>
              </p:cNvPr>
              <p:cNvSpPr/>
              <p:nvPr/>
            </p:nvSpPr>
            <p:spPr>
              <a:xfrm>
                <a:off x="10916499" y="5811115"/>
                <a:ext cx="231788" cy="282453"/>
              </a:xfrm>
              <a:custGeom>
                <a:avLst/>
                <a:gdLst>
                  <a:gd name="connsiteX0" fmla="*/ 116689 w 205326"/>
                  <a:gd name="connsiteY0" fmla="*/ 0 h 250207"/>
                  <a:gd name="connsiteX1" fmla="*/ 205327 w 205326"/>
                  <a:gd name="connsiteY1" fmla="*/ 194107 h 250207"/>
                  <a:gd name="connsiteX2" fmla="*/ 108834 w 205326"/>
                  <a:gd name="connsiteY2" fmla="*/ 250207 h 250207"/>
                  <a:gd name="connsiteX3" fmla="*/ 55352 w 205326"/>
                  <a:gd name="connsiteY3" fmla="*/ 220661 h 250207"/>
                  <a:gd name="connsiteX4" fmla="*/ 87516 w 205326"/>
                  <a:gd name="connsiteY4" fmla="*/ 203831 h 250207"/>
                  <a:gd name="connsiteX5" fmla="*/ 0 w 205326"/>
                  <a:gd name="connsiteY5" fmla="*/ 59840 h 250207"/>
                  <a:gd name="connsiteX6" fmla="*/ 116689 w 205326"/>
                  <a:gd name="connsiteY6" fmla="*/ 0 h 250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326" h="250207">
                    <a:moveTo>
                      <a:pt x="116689" y="0"/>
                    </a:moveTo>
                    <a:lnTo>
                      <a:pt x="205327" y="194107"/>
                    </a:lnTo>
                    <a:lnTo>
                      <a:pt x="108834" y="250207"/>
                    </a:lnTo>
                    <a:lnTo>
                      <a:pt x="55352" y="220661"/>
                    </a:lnTo>
                    <a:lnTo>
                      <a:pt x="87516" y="203831"/>
                    </a:lnTo>
                    <a:lnTo>
                      <a:pt x="0" y="59840"/>
                    </a:lnTo>
                    <a:lnTo>
                      <a:pt x="116689" y="0"/>
                    </a:ln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" name="任意多边形: 形状 196" descr="cc7fe448-1cbc-487f-9075-fab1975c3acf">
                <a:extLst>
                  <a:ext uri="{FF2B5EF4-FFF2-40B4-BE49-F238E27FC236}">
                    <a16:creationId xmlns:a16="http://schemas.microsoft.com/office/drawing/2014/main" id="{381916A2-B725-5AAD-47F4-AE62CABF9229}"/>
                  </a:ext>
                </a:extLst>
              </p:cNvPr>
              <p:cNvSpPr/>
              <p:nvPr/>
            </p:nvSpPr>
            <p:spPr>
              <a:xfrm>
                <a:off x="10847227" y="6015462"/>
                <a:ext cx="315416" cy="94995"/>
              </a:xfrm>
              <a:custGeom>
                <a:avLst/>
                <a:gdLst>
                  <a:gd name="connsiteX0" fmla="*/ 147384 w 279406"/>
                  <a:gd name="connsiteY0" fmla="*/ 0 h 84150"/>
                  <a:gd name="connsiteX1" fmla="*/ 28825 w 279406"/>
                  <a:gd name="connsiteY1" fmla="*/ 39270 h 84150"/>
                  <a:gd name="connsiteX2" fmla="*/ 5637 w 279406"/>
                  <a:gd name="connsiteY2" fmla="*/ 84150 h 84150"/>
                  <a:gd name="connsiteX3" fmla="*/ 279406 w 279406"/>
                  <a:gd name="connsiteY3" fmla="*/ 80410 h 84150"/>
                  <a:gd name="connsiteX4" fmla="*/ 268934 w 279406"/>
                  <a:gd name="connsiteY4" fmla="*/ 19822 h 84150"/>
                  <a:gd name="connsiteX5" fmla="*/ 246868 w 279406"/>
                  <a:gd name="connsiteY5" fmla="*/ 1122 h 84150"/>
                  <a:gd name="connsiteX6" fmla="*/ 147384 w 279406"/>
                  <a:gd name="connsiteY6" fmla="*/ 0 h 84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406" h="84150">
                    <a:moveTo>
                      <a:pt x="147384" y="0"/>
                    </a:moveTo>
                    <a:lnTo>
                      <a:pt x="28825" y="39270"/>
                    </a:lnTo>
                    <a:cubicBezTo>
                      <a:pt x="-347" y="48994"/>
                      <a:pt x="-5957" y="69190"/>
                      <a:pt x="5637" y="84150"/>
                    </a:cubicBezTo>
                    <a:lnTo>
                      <a:pt x="279406" y="80410"/>
                    </a:lnTo>
                    <a:lnTo>
                      <a:pt x="268934" y="19822"/>
                    </a:lnTo>
                    <a:cubicBezTo>
                      <a:pt x="267064" y="8976"/>
                      <a:pt x="257714" y="1122"/>
                      <a:pt x="246868" y="1122"/>
                    </a:cubicBezTo>
                    <a:lnTo>
                      <a:pt x="147384" y="0"/>
                    </a:ln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" name="任意多边形: 形状 197" descr="96fcb4a5-46a2-4f02-9530-56727b22abd8">
                <a:extLst>
                  <a:ext uri="{FF2B5EF4-FFF2-40B4-BE49-F238E27FC236}">
                    <a16:creationId xmlns:a16="http://schemas.microsoft.com/office/drawing/2014/main" id="{F032014F-9E4D-1FE0-6D55-4B679D4C071B}"/>
                  </a:ext>
                </a:extLst>
              </p:cNvPr>
              <p:cNvSpPr/>
              <p:nvPr/>
            </p:nvSpPr>
            <p:spPr>
              <a:xfrm>
                <a:off x="10853590" y="6105813"/>
                <a:ext cx="312742" cy="25754"/>
              </a:xfrm>
              <a:custGeom>
                <a:avLst/>
                <a:gdLst>
                  <a:gd name="connsiteX0" fmla="*/ 273769 w 277037"/>
                  <a:gd name="connsiteY0" fmla="*/ 374 h 22814"/>
                  <a:gd name="connsiteX1" fmla="*/ 276761 w 277037"/>
                  <a:gd name="connsiteY1" fmla="*/ 10472 h 22814"/>
                  <a:gd name="connsiteX2" fmla="*/ 260679 w 277037"/>
                  <a:gd name="connsiteY2" fmla="*/ 22814 h 22814"/>
                  <a:gd name="connsiteX3" fmla="*/ 47872 w 277037"/>
                  <a:gd name="connsiteY3" fmla="*/ 22814 h 22814"/>
                  <a:gd name="connsiteX4" fmla="*/ 0 w 277037"/>
                  <a:gd name="connsiteY4" fmla="*/ 3740 h 22814"/>
                  <a:gd name="connsiteX5" fmla="*/ 273769 w 277037"/>
                  <a:gd name="connsiteY5" fmla="*/ 0 h 22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7037" h="22814">
                    <a:moveTo>
                      <a:pt x="273769" y="374"/>
                    </a:moveTo>
                    <a:lnTo>
                      <a:pt x="276761" y="10472"/>
                    </a:lnTo>
                    <a:cubicBezTo>
                      <a:pt x="278631" y="16830"/>
                      <a:pt x="270777" y="22814"/>
                      <a:pt x="260679" y="22814"/>
                    </a:cubicBezTo>
                    <a:lnTo>
                      <a:pt x="47872" y="22814"/>
                    </a:lnTo>
                    <a:cubicBezTo>
                      <a:pt x="24684" y="22814"/>
                      <a:pt x="8228" y="14586"/>
                      <a:pt x="0" y="3740"/>
                    </a:cubicBezTo>
                    <a:lnTo>
                      <a:pt x="273769" y="0"/>
                    </a:ln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" name="任意多边形: 形状 195" descr="5b6b54ef-1171-4625-9bac-429228f57e5c">
                <a:extLst>
                  <a:ext uri="{FF2B5EF4-FFF2-40B4-BE49-F238E27FC236}">
                    <a16:creationId xmlns:a16="http://schemas.microsoft.com/office/drawing/2014/main" id="{732A0C29-7CD3-C78C-F5A4-D264EDFDD537}"/>
                  </a:ext>
                </a:extLst>
              </p:cNvPr>
              <p:cNvSpPr/>
              <p:nvPr/>
            </p:nvSpPr>
            <p:spPr>
              <a:xfrm>
                <a:off x="11088758" y="6043749"/>
                <a:ext cx="46020" cy="46020"/>
              </a:xfrm>
              <a:custGeom>
                <a:avLst/>
                <a:gdLst>
                  <a:gd name="connsiteX0" fmla="*/ 0 w 40766"/>
                  <a:gd name="connsiteY0" fmla="*/ 20196 h 40766"/>
                  <a:gd name="connsiteX1" fmla="*/ 20196 w 40766"/>
                  <a:gd name="connsiteY1" fmla="*/ 40766 h 40766"/>
                  <a:gd name="connsiteX2" fmla="*/ 40766 w 40766"/>
                  <a:gd name="connsiteY2" fmla="*/ 20570 h 40766"/>
                  <a:gd name="connsiteX3" fmla="*/ 20570 w 40766"/>
                  <a:gd name="connsiteY3" fmla="*/ 0 h 40766"/>
                  <a:gd name="connsiteX4" fmla="*/ 0 w 40766"/>
                  <a:gd name="connsiteY4" fmla="*/ 20196 h 40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766" h="40766">
                    <a:moveTo>
                      <a:pt x="0" y="20196"/>
                    </a:moveTo>
                    <a:cubicBezTo>
                      <a:pt x="0" y="31416"/>
                      <a:pt x="8976" y="40766"/>
                      <a:pt x="20196" y="40766"/>
                    </a:cubicBezTo>
                    <a:cubicBezTo>
                      <a:pt x="31416" y="40766"/>
                      <a:pt x="40766" y="31790"/>
                      <a:pt x="40766" y="20570"/>
                    </a:cubicBezTo>
                    <a:cubicBezTo>
                      <a:pt x="40766" y="9350"/>
                      <a:pt x="31790" y="0"/>
                      <a:pt x="20570" y="0"/>
                    </a:cubicBezTo>
                    <a:cubicBezTo>
                      <a:pt x="9350" y="0"/>
                      <a:pt x="0" y="8976"/>
                      <a:pt x="0" y="20196"/>
                    </a:cubicBez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任意多边形: 形状 80" descr="9c281edb-af0b-4da5-9422-6141b14d9177">
                <a:extLst>
                  <a:ext uri="{FF2B5EF4-FFF2-40B4-BE49-F238E27FC236}">
                    <a16:creationId xmlns:a16="http://schemas.microsoft.com/office/drawing/2014/main" id="{F7F2A341-244B-A7B5-6615-F0E88F56D693}"/>
                  </a:ext>
                </a:extLst>
              </p:cNvPr>
              <p:cNvSpPr/>
              <p:nvPr/>
            </p:nvSpPr>
            <p:spPr>
              <a:xfrm>
                <a:off x="10340748" y="4084310"/>
                <a:ext cx="642895" cy="1176386"/>
              </a:xfrm>
              <a:custGeom>
                <a:avLst/>
                <a:gdLst>
                  <a:gd name="connsiteX0" fmla="*/ 185761 w 569499"/>
                  <a:gd name="connsiteY0" fmla="*/ 0 h 1042084"/>
                  <a:gd name="connsiteX1" fmla="*/ 569486 w 569499"/>
                  <a:gd name="connsiteY1" fmla="*/ 193359 h 1042084"/>
                  <a:gd name="connsiteX2" fmla="*/ 507776 w 569499"/>
                  <a:gd name="connsiteY2" fmla="*/ 394946 h 1042084"/>
                  <a:gd name="connsiteX3" fmla="*/ 463270 w 569499"/>
                  <a:gd name="connsiteY3" fmla="*/ 635802 h 1042084"/>
                  <a:gd name="connsiteX4" fmla="*/ 404552 w 569499"/>
                  <a:gd name="connsiteY4" fmla="*/ 826543 h 1042084"/>
                  <a:gd name="connsiteX5" fmla="*/ 131531 w 569499"/>
                  <a:gd name="connsiteY5" fmla="*/ 1037480 h 1042084"/>
                  <a:gd name="connsiteX6" fmla="*/ 8484 w 569499"/>
                  <a:gd name="connsiteY6" fmla="*/ 751369 h 1042084"/>
                  <a:gd name="connsiteX7" fmla="*/ 185761 w 569499"/>
                  <a:gd name="connsiteY7" fmla="*/ 0 h 1042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9499" h="1042084">
                    <a:moveTo>
                      <a:pt x="185761" y="0"/>
                    </a:moveTo>
                    <a:cubicBezTo>
                      <a:pt x="185761" y="0"/>
                      <a:pt x="572104" y="149227"/>
                      <a:pt x="569486" y="193359"/>
                    </a:cubicBezTo>
                    <a:cubicBezTo>
                      <a:pt x="565746" y="260305"/>
                      <a:pt x="519744" y="355301"/>
                      <a:pt x="507776" y="394946"/>
                    </a:cubicBezTo>
                    <a:cubicBezTo>
                      <a:pt x="478604" y="492560"/>
                      <a:pt x="491694" y="537814"/>
                      <a:pt x="463270" y="635802"/>
                    </a:cubicBezTo>
                    <a:cubicBezTo>
                      <a:pt x="449432" y="683301"/>
                      <a:pt x="427740" y="753239"/>
                      <a:pt x="404552" y="826543"/>
                    </a:cubicBezTo>
                    <a:cubicBezTo>
                      <a:pt x="359297" y="970534"/>
                      <a:pt x="237747" y="1064408"/>
                      <a:pt x="131531" y="1037480"/>
                    </a:cubicBezTo>
                    <a:cubicBezTo>
                      <a:pt x="31298" y="1012422"/>
                      <a:pt x="-21810" y="889002"/>
                      <a:pt x="8484" y="751369"/>
                    </a:cubicBezTo>
                    <a:cubicBezTo>
                      <a:pt x="64210" y="498170"/>
                      <a:pt x="127042" y="232629"/>
                      <a:pt x="185761" y="0"/>
                    </a:cubicBez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: 形状 81" descr="530d51bf-22e4-459e-883a-241b39d00bad">
                <a:extLst>
                  <a:ext uri="{FF2B5EF4-FFF2-40B4-BE49-F238E27FC236}">
                    <a16:creationId xmlns:a16="http://schemas.microsoft.com/office/drawing/2014/main" id="{DAB0ACFA-8897-BB95-4494-75F4CFFE3706}"/>
                  </a:ext>
                </a:extLst>
              </p:cNvPr>
              <p:cNvSpPr/>
              <p:nvPr/>
            </p:nvSpPr>
            <p:spPr>
              <a:xfrm>
                <a:off x="10712575" y="5635902"/>
                <a:ext cx="405836" cy="379607"/>
              </a:xfrm>
              <a:custGeom>
                <a:avLst/>
                <a:gdLst>
                  <a:gd name="connsiteX0" fmla="*/ 344081 w 359504"/>
                  <a:gd name="connsiteY0" fmla="*/ 158577 h 336269"/>
                  <a:gd name="connsiteX1" fmla="*/ 359415 w 359504"/>
                  <a:gd name="connsiteY1" fmla="*/ 206449 h 336269"/>
                  <a:gd name="connsiteX2" fmla="*/ 328373 w 359504"/>
                  <a:gd name="connsiteY2" fmla="*/ 259931 h 336269"/>
                  <a:gd name="connsiteX3" fmla="*/ 178773 w 359504"/>
                  <a:gd name="connsiteY3" fmla="*/ 330991 h 336269"/>
                  <a:gd name="connsiteX4" fmla="*/ 102476 w 359504"/>
                  <a:gd name="connsiteY4" fmla="*/ 302941 h 336269"/>
                  <a:gd name="connsiteX5" fmla="*/ 0 w 359504"/>
                  <a:gd name="connsiteY5" fmla="*/ 121925 h 336269"/>
                  <a:gd name="connsiteX6" fmla="*/ 276387 w 359504"/>
                  <a:gd name="connsiteY6" fmla="*/ 0 h 336269"/>
                  <a:gd name="connsiteX7" fmla="*/ 343707 w 359504"/>
                  <a:gd name="connsiteY7" fmla="*/ 158577 h 336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9504" h="336269">
                    <a:moveTo>
                      <a:pt x="344081" y="158577"/>
                    </a:moveTo>
                    <a:cubicBezTo>
                      <a:pt x="350814" y="173163"/>
                      <a:pt x="360537" y="190367"/>
                      <a:pt x="359415" y="206449"/>
                    </a:cubicBezTo>
                    <a:cubicBezTo>
                      <a:pt x="357546" y="233377"/>
                      <a:pt x="350439" y="249459"/>
                      <a:pt x="328373" y="259931"/>
                    </a:cubicBezTo>
                    <a:lnTo>
                      <a:pt x="178773" y="330991"/>
                    </a:lnTo>
                    <a:cubicBezTo>
                      <a:pt x="151471" y="344081"/>
                      <a:pt x="119307" y="332113"/>
                      <a:pt x="102476" y="302941"/>
                    </a:cubicBezTo>
                    <a:cubicBezTo>
                      <a:pt x="68816" y="244597"/>
                      <a:pt x="34408" y="183261"/>
                      <a:pt x="0" y="121925"/>
                    </a:cubicBezTo>
                    <a:lnTo>
                      <a:pt x="276387" y="0"/>
                    </a:lnTo>
                    <a:cubicBezTo>
                      <a:pt x="309673" y="78540"/>
                      <a:pt x="335105" y="138754"/>
                      <a:pt x="343707" y="158577"/>
                    </a:cubicBez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: 形状 82" descr="2bd6a84e-8740-4ec0-9447-ee85f2582e6b">
                <a:extLst>
                  <a:ext uri="{FF2B5EF4-FFF2-40B4-BE49-F238E27FC236}">
                    <a16:creationId xmlns:a16="http://schemas.microsoft.com/office/drawing/2014/main" id="{0F4F6988-9ECC-220B-8D1C-06F843459438}"/>
                  </a:ext>
                </a:extLst>
              </p:cNvPr>
              <p:cNvSpPr/>
              <p:nvPr/>
            </p:nvSpPr>
            <p:spPr>
              <a:xfrm>
                <a:off x="10344277" y="4843272"/>
                <a:ext cx="593753" cy="728033"/>
              </a:xfrm>
              <a:custGeom>
                <a:avLst/>
                <a:gdLst>
                  <a:gd name="connsiteX0" fmla="*/ 46498 w 525967"/>
                  <a:gd name="connsiteY0" fmla="*/ 317666 h 644917"/>
                  <a:gd name="connsiteX1" fmla="*/ 24058 w 525967"/>
                  <a:gd name="connsiteY1" fmla="*/ 273908 h 644917"/>
                  <a:gd name="connsiteX2" fmla="*/ 90630 w 525967"/>
                  <a:gd name="connsiteY2" fmla="*/ 13603 h 644917"/>
                  <a:gd name="connsiteX3" fmla="*/ 337845 w 525967"/>
                  <a:gd name="connsiteY3" fmla="*/ 91022 h 644917"/>
                  <a:gd name="connsiteX4" fmla="*/ 525968 w 525967"/>
                  <a:gd name="connsiteY4" fmla="*/ 519627 h 644917"/>
                  <a:gd name="connsiteX5" fmla="*/ 226019 w 525967"/>
                  <a:gd name="connsiteY5" fmla="*/ 644918 h 644917"/>
                  <a:gd name="connsiteX6" fmla="*/ 46498 w 525967"/>
                  <a:gd name="connsiteY6" fmla="*/ 317292 h 64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5967" h="644917">
                    <a:moveTo>
                      <a:pt x="46498" y="317666"/>
                    </a:moveTo>
                    <a:cubicBezTo>
                      <a:pt x="42010" y="309438"/>
                      <a:pt x="34156" y="293730"/>
                      <a:pt x="24058" y="273908"/>
                    </a:cubicBezTo>
                    <a:cubicBezTo>
                      <a:pt x="-26058" y="174798"/>
                      <a:pt x="4984" y="53995"/>
                      <a:pt x="90630" y="13603"/>
                    </a:cubicBezTo>
                    <a:cubicBezTo>
                      <a:pt x="162439" y="-20057"/>
                      <a:pt x="293339" y="9863"/>
                      <a:pt x="337845" y="91022"/>
                    </a:cubicBezTo>
                    <a:cubicBezTo>
                      <a:pt x="362155" y="135528"/>
                      <a:pt x="447428" y="334496"/>
                      <a:pt x="525968" y="519627"/>
                    </a:cubicBezTo>
                    <a:lnTo>
                      <a:pt x="226019" y="644918"/>
                    </a:lnTo>
                    <a:cubicBezTo>
                      <a:pt x="146731" y="502797"/>
                      <a:pt x="80906" y="382368"/>
                      <a:pt x="46498" y="317292"/>
                    </a:cubicBez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: 形状 83" descr="de204b83-8664-46b1-a24e-826f31e6cb28">
                <a:extLst>
                  <a:ext uri="{FF2B5EF4-FFF2-40B4-BE49-F238E27FC236}">
                    <a16:creationId xmlns:a16="http://schemas.microsoft.com/office/drawing/2014/main" id="{9CA9F607-99C5-ED24-D3D5-BD9842FFA455}"/>
                  </a:ext>
                </a:extLst>
              </p:cNvPr>
              <p:cNvSpPr/>
              <p:nvPr/>
            </p:nvSpPr>
            <p:spPr>
              <a:xfrm>
                <a:off x="10599425" y="5430290"/>
                <a:ext cx="425579" cy="343250"/>
              </a:xfrm>
              <a:custGeom>
                <a:avLst/>
                <a:gdLst>
                  <a:gd name="connsiteX0" fmla="*/ 299949 w 376993"/>
                  <a:gd name="connsiteY0" fmla="*/ 0 h 304063"/>
                  <a:gd name="connsiteX1" fmla="*/ 376993 w 376993"/>
                  <a:gd name="connsiteY1" fmla="*/ 182139 h 304063"/>
                  <a:gd name="connsiteX2" fmla="*/ 100606 w 376993"/>
                  <a:gd name="connsiteY2" fmla="*/ 304063 h 304063"/>
                  <a:gd name="connsiteX3" fmla="*/ 0 w 376993"/>
                  <a:gd name="connsiteY3" fmla="*/ 125291 h 304063"/>
                  <a:gd name="connsiteX4" fmla="*/ 299949 w 376993"/>
                  <a:gd name="connsiteY4" fmla="*/ 0 h 304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6993" h="304063">
                    <a:moveTo>
                      <a:pt x="299949" y="0"/>
                    </a:moveTo>
                    <a:cubicBezTo>
                      <a:pt x="327251" y="64702"/>
                      <a:pt x="354179" y="127909"/>
                      <a:pt x="376993" y="182139"/>
                    </a:cubicBezTo>
                    <a:lnTo>
                      <a:pt x="100606" y="304063"/>
                    </a:lnTo>
                    <a:cubicBezTo>
                      <a:pt x="95744" y="295087"/>
                      <a:pt x="27302" y="173911"/>
                      <a:pt x="0" y="125291"/>
                    </a:cubicBezTo>
                    <a:lnTo>
                      <a:pt x="299949" y="0"/>
                    </a:ln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" name="任意多边形: 形状 183" descr="ed70e1c5-0621-40af-8bcd-4a3829f9bd98">
                <a:extLst>
                  <a:ext uri="{FF2B5EF4-FFF2-40B4-BE49-F238E27FC236}">
                    <a16:creationId xmlns:a16="http://schemas.microsoft.com/office/drawing/2014/main" id="{DD38D31F-1D9A-0A13-E9BA-4944B58411E1}"/>
                  </a:ext>
                </a:extLst>
              </p:cNvPr>
              <p:cNvSpPr/>
              <p:nvPr/>
            </p:nvSpPr>
            <p:spPr>
              <a:xfrm>
                <a:off x="10345258" y="2588870"/>
                <a:ext cx="508753" cy="1051283"/>
              </a:xfrm>
              <a:custGeom>
                <a:avLst/>
                <a:gdLst>
                  <a:gd name="connsiteX0" fmla="*/ 0 w 450671"/>
                  <a:gd name="connsiteY0" fmla="*/ 374 h 931263"/>
                  <a:gd name="connsiteX1" fmla="*/ 22440 w 450671"/>
                  <a:gd name="connsiteY1" fmla="*/ 7106 h 931263"/>
                  <a:gd name="connsiteX2" fmla="*/ 304063 w 450671"/>
                  <a:gd name="connsiteY2" fmla="*/ 169797 h 931263"/>
                  <a:gd name="connsiteX3" fmla="*/ 357171 w 450671"/>
                  <a:gd name="connsiteY3" fmla="*/ 331365 h 931263"/>
                  <a:gd name="connsiteX4" fmla="*/ 384473 w 450671"/>
                  <a:gd name="connsiteY4" fmla="*/ 464884 h 931263"/>
                  <a:gd name="connsiteX5" fmla="*/ 430850 w 450671"/>
                  <a:gd name="connsiteY5" fmla="*/ 798867 h 931263"/>
                  <a:gd name="connsiteX6" fmla="*/ 448428 w 450671"/>
                  <a:gd name="connsiteY6" fmla="*/ 917425 h 931263"/>
                  <a:gd name="connsiteX7" fmla="*/ 450672 w 450671"/>
                  <a:gd name="connsiteY7" fmla="*/ 931263 h 931263"/>
                  <a:gd name="connsiteX8" fmla="*/ 0 w 450671"/>
                  <a:gd name="connsiteY8" fmla="*/ 0 h 931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0671" h="931263">
                    <a:moveTo>
                      <a:pt x="0" y="374"/>
                    </a:moveTo>
                    <a:cubicBezTo>
                      <a:pt x="7480" y="2618"/>
                      <a:pt x="14586" y="4862"/>
                      <a:pt x="22440" y="7106"/>
                    </a:cubicBezTo>
                    <a:cubicBezTo>
                      <a:pt x="115940" y="34782"/>
                      <a:pt x="241979" y="92004"/>
                      <a:pt x="304063" y="169797"/>
                    </a:cubicBezTo>
                    <a:cubicBezTo>
                      <a:pt x="341089" y="216547"/>
                      <a:pt x="347821" y="294713"/>
                      <a:pt x="357171" y="331365"/>
                    </a:cubicBezTo>
                    <a:cubicBezTo>
                      <a:pt x="368391" y="375871"/>
                      <a:pt x="376993" y="421500"/>
                      <a:pt x="384473" y="464884"/>
                    </a:cubicBezTo>
                    <a:cubicBezTo>
                      <a:pt x="405418" y="585686"/>
                      <a:pt x="416263" y="690033"/>
                      <a:pt x="430850" y="798867"/>
                    </a:cubicBezTo>
                    <a:cubicBezTo>
                      <a:pt x="436086" y="837389"/>
                      <a:pt x="441696" y="876659"/>
                      <a:pt x="448428" y="917425"/>
                    </a:cubicBezTo>
                    <a:cubicBezTo>
                      <a:pt x="449176" y="921913"/>
                      <a:pt x="449924" y="926775"/>
                      <a:pt x="450672" y="931263"/>
                    </a:cubicBezTo>
                    <a:cubicBezTo>
                      <a:pt x="215425" y="651136"/>
                      <a:pt x="62458" y="324633"/>
                      <a:pt x="0" y="0"/>
                    </a:cubicBezTo>
                    <a:close/>
                  </a:path>
                </a:pathLst>
              </a:custGeom>
              <a:solidFill>
                <a:srgbClr val="F9EDDC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" name="任意多边形: 形状 184" descr="3faa1dc3-725d-46b6-a93d-ddfb7d6abf24">
                <a:extLst>
                  <a:ext uri="{FF2B5EF4-FFF2-40B4-BE49-F238E27FC236}">
                    <a16:creationId xmlns:a16="http://schemas.microsoft.com/office/drawing/2014/main" id="{17879F6C-5C52-E3C3-3031-0B6598266302}"/>
                  </a:ext>
                </a:extLst>
              </p:cNvPr>
              <p:cNvSpPr/>
              <p:nvPr/>
            </p:nvSpPr>
            <p:spPr>
              <a:xfrm>
                <a:off x="9705345" y="2594359"/>
                <a:ext cx="180558" cy="819916"/>
              </a:xfrm>
              <a:custGeom>
                <a:avLst/>
                <a:gdLst>
                  <a:gd name="connsiteX0" fmla="*/ 92999 w 159945"/>
                  <a:gd name="connsiteY0" fmla="*/ 552026 h 726310"/>
                  <a:gd name="connsiteX1" fmla="*/ 621 w 159945"/>
                  <a:gd name="connsiteY1" fmla="*/ 185131 h 726310"/>
                  <a:gd name="connsiteX2" fmla="*/ 54103 w 159945"/>
                  <a:gd name="connsiteY2" fmla="*/ 29546 h 726310"/>
                  <a:gd name="connsiteX3" fmla="*/ 91877 w 159945"/>
                  <a:gd name="connsiteY3" fmla="*/ 0 h 726310"/>
                  <a:gd name="connsiteX4" fmla="*/ 159945 w 159945"/>
                  <a:gd name="connsiteY4" fmla="*/ 726311 h 726310"/>
                  <a:gd name="connsiteX5" fmla="*/ 93373 w 159945"/>
                  <a:gd name="connsiteY5" fmla="*/ 551652 h 726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9945" h="726310">
                    <a:moveTo>
                      <a:pt x="92999" y="552026"/>
                    </a:moveTo>
                    <a:cubicBezTo>
                      <a:pt x="48867" y="426362"/>
                      <a:pt x="-6485" y="241231"/>
                      <a:pt x="621" y="185131"/>
                    </a:cubicBezTo>
                    <a:cubicBezTo>
                      <a:pt x="12963" y="89386"/>
                      <a:pt x="24183" y="63206"/>
                      <a:pt x="54103" y="29546"/>
                    </a:cubicBezTo>
                    <a:cubicBezTo>
                      <a:pt x="64949" y="17578"/>
                      <a:pt x="77291" y="7854"/>
                      <a:pt x="91877" y="0"/>
                    </a:cubicBezTo>
                    <a:cubicBezTo>
                      <a:pt x="91877" y="238987"/>
                      <a:pt x="115065" y="482088"/>
                      <a:pt x="159945" y="726311"/>
                    </a:cubicBezTo>
                    <a:cubicBezTo>
                      <a:pt x="141619" y="679935"/>
                      <a:pt x="118431" y="623460"/>
                      <a:pt x="93373" y="551652"/>
                    </a:cubicBezTo>
                    <a:close/>
                  </a:path>
                </a:pathLst>
              </a:custGeom>
              <a:solidFill>
                <a:srgbClr val="F9EDDC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" name="任意多边形: 形状 192" descr="a14f1d63-0f07-4d0a-bbb0-54a37939f134">
                <a:extLst>
                  <a:ext uri="{FF2B5EF4-FFF2-40B4-BE49-F238E27FC236}">
                    <a16:creationId xmlns:a16="http://schemas.microsoft.com/office/drawing/2014/main" id="{33A5DDA5-C217-8633-4EA1-EBD4F0A20524}"/>
                  </a:ext>
                </a:extLst>
              </p:cNvPr>
              <p:cNvSpPr/>
              <p:nvPr/>
            </p:nvSpPr>
            <p:spPr>
              <a:xfrm>
                <a:off x="9808641" y="2573249"/>
                <a:ext cx="1177416" cy="1801700"/>
              </a:xfrm>
              <a:custGeom>
                <a:avLst/>
                <a:gdLst>
                  <a:gd name="connsiteX0" fmla="*/ 68068 w 1042997"/>
                  <a:gd name="connsiteY0" fmla="*/ 745385 h 1596009"/>
                  <a:gd name="connsiteX1" fmla="*/ 0 w 1042997"/>
                  <a:gd name="connsiteY1" fmla="*/ 19074 h 1596009"/>
                  <a:gd name="connsiteX2" fmla="*/ 33660 w 1042997"/>
                  <a:gd name="connsiteY2" fmla="*/ 4862 h 1596009"/>
                  <a:gd name="connsiteX3" fmla="*/ 35156 w 1042997"/>
                  <a:gd name="connsiteY3" fmla="*/ 21692 h 1596009"/>
                  <a:gd name="connsiteX4" fmla="*/ 96866 w 1042997"/>
                  <a:gd name="connsiteY4" fmla="*/ 394945 h 1596009"/>
                  <a:gd name="connsiteX5" fmla="*/ 254695 w 1042997"/>
                  <a:gd name="connsiteY5" fmla="*/ 530708 h 1596009"/>
                  <a:gd name="connsiteX6" fmla="*/ 384099 w 1042997"/>
                  <a:gd name="connsiteY6" fmla="*/ 530708 h 1596009"/>
                  <a:gd name="connsiteX7" fmla="*/ 497048 w 1042997"/>
                  <a:gd name="connsiteY7" fmla="*/ 394945 h 1596009"/>
                  <a:gd name="connsiteX8" fmla="*/ 435338 w 1042997"/>
                  <a:gd name="connsiteY8" fmla="*/ 21692 h 1596009"/>
                  <a:gd name="connsiteX9" fmla="*/ 429728 w 1042997"/>
                  <a:gd name="connsiteY9" fmla="*/ 0 h 1596009"/>
                  <a:gd name="connsiteX10" fmla="*/ 442444 w 1042997"/>
                  <a:gd name="connsiteY10" fmla="*/ 3740 h 1596009"/>
                  <a:gd name="connsiteX11" fmla="*/ 474982 w 1042997"/>
                  <a:gd name="connsiteY11" fmla="*/ 14960 h 1596009"/>
                  <a:gd name="connsiteX12" fmla="*/ 925653 w 1042997"/>
                  <a:gd name="connsiteY12" fmla="*/ 946224 h 1596009"/>
                  <a:gd name="connsiteX13" fmla="*/ 1022894 w 1042997"/>
                  <a:gd name="connsiteY13" fmla="*/ 1368471 h 1596009"/>
                  <a:gd name="connsiteX14" fmla="*/ 1005316 w 1042997"/>
                  <a:gd name="connsiteY14" fmla="*/ 1587636 h 1596009"/>
                  <a:gd name="connsiteX15" fmla="*/ 371383 w 1042997"/>
                  <a:gd name="connsiteY15" fmla="*/ 1571180 h 1596009"/>
                  <a:gd name="connsiteX16" fmla="*/ 265915 w 1042997"/>
                  <a:gd name="connsiteY16" fmla="*/ 1568562 h 1596009"/>
                  <a:gd name="connsiteX17" fmla="*/ 215051 w 1042997"/>
                  <a:gd name="connsiteY17" fmla="*/ 1338925 h 1596009"/>
                  <a:gd name="connsiteX18" fmla="*/ 68068 w 1042997"/>
                  <a:gd name="connsiteY18" fmla="*/ 745759 h 1596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42997" h="1596009">
                    <a:moveTo>
                      <a:pt x="68068" y="745385"/>
                    </a:moveTo>
                    <a:cubicBezTo>
                      <a:pt x="23188" y="501162"/>
                      <a:pt x="374" y="258061"/>
                      <a:pt x="0" y="19074"/>
                    </a:cubicBezTo>
                    <a:cubicBezTo>
                      <a:pt x="10098" y="13464"/>
                      <a:pt x="21318" y="8976"/>
                      <a:pt x="33660" y="4862"/>
                    </a:cubicBezTo>
                    <a:cubicBezTo>
                      <a:pt x="33660" y="10472"/>
                      <a:pt x="34408" y="15708"/>
                      <a:pt x="35156" y="21692"/>
                    </a:cubicBezTo>
                    <a:lnTo>
                      <a:pt x="96866" y="394945"/>
                    </a:lnTo>
                    <a:cubicBezTo>
                      <a:pt x="109208" y="469746"/>
                      <a:pt x="180269" y="530708"/>
                      <a:pt x="254695" y="530708"/>
                    </a:cubicBezTo>
                    <a:lnTo>
                      <a:pt x="384099" y="530708"/>
                    </a:lnTo>
                    <a:cubicBezTo>
                      <a:pt x="458526" y="530708"/>
                      <a:pt x="509390" y="469746"/>
                      <a:pt x="497048" y="394945"/>
                    </a:cubicBezTo>
                    <a:lnTo>
                      <a:pt x="435338" y="21692"/>
                    </a:lnTo>
                    <a:cubicBezTo>
                      <a:pt x="434216" y="14212"/>
                      <a:pt x="431972" y="7106"/>
                      <a:pt x="429728" y="0"/>
                    </a:cubicBezTo>
                    <a:cubicBezTo>
                      <a:pt x="434590" y="1122"/>
                      <a:pt x="439078" y="2618"/>
                      <a:pt x="442444" y="3740"/>
                    </a:cubicBezTo>
                    <a:cubicBezTo>
                      <a:pt x="452916" y="7854"/>
                      <a:pt x="463762" y="11220"/>
                      <a:pt x="474982" y="14960"/>
                    </a:cubicBezTo>
                    <a:cubicBezTo>
                      <a:pt x="537440" y="339593"/>
                      <a:pt x="690407" y="666097"/>
                      <a:pt x="925653" y="946224"/>
                    </a:cubicBezTo>
                    <a:cubicBezTo>
                      <a:pt x="949590" y="1089466"/>
                      <a:pt x="943980" y="1144444"/>
                      <a:pt x="1022894" y="1368471"/>
                    </a:cubicBezTo>
                    <a:cubicBezTo>
                      <a:pt x="1044212" y="1428685"/>
                      <a:pt x="1061042" y="1599230"/>
                      <a:pt x="1005316" y="1587636"/>
                    </a:cubicBezTo>
                    <a:cubicBezTo>
                      <a:pt x="715465" y="1528170"/>
                      <a:pt x="647397" y="1643736"/>
                      <a:pt x="371383" y="1571180"/>
                    </a:cubicBezTo>
                    <a:cubicBezTo>
                      <a:pt x="347073" y="1564822"/>
                      <a:pt x="307429" y="1613442"/>
                      <a:pt x="265915" y="1568562"/>
                    </a:cubicBezTo>
                    <a:cubicBezTo>
                      <a:pt x="244223" y="1545374"/>
                      <a:pt x="252451" y="1450751"/>
                      <a:pt x="215051" y="1338925"/>
                    </a:cubicBezTo>
                    <a:cubicBezTo>
                      <a:pt x="155959" y="1161274"/>
                      <a:pt x="161195" y="980258"/>
                      <a:pt x="68068" y="745759"/>
                    </a:cubicBez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" name="任意多边形: 形状 193" descr="0e570694-e9b7-471d-b7e3-dc384909aac8">
                <a:extLst>
                  <a:ext uri="{FF2B5EF4-FFF2-40B4-BE49-F238E27FC236}">
                    <a16:creationId xmlns:a16="http://schemas.microsoft.com/office/drawing/2014/main" id="{835F0478-298D-3AD5-1A9D-0B3DE7FEDD77}"/>
                  </a:ext>
                </a:extLst>
              </p:cNvPr>
              <p:cNvSpPr/>
              <p:nvPr/>
            </p:nvSpPr>
            <p:spPr>
              <a:xfrm>
                <a:off x="9847061" y="2545861"/>
                <a:ext cx="525192" cy="626070"/>
              </a:xfrm>
              <a:custGeom>
                <a:avLst/>
                <a:gdLst>
                  <a:gd name="connsiteX0" fmla="*/ 401678 w 465234"/>
                  <a:gd name="connsiteY0" fmla="*/ 45579 h 554595"/>
                  <a:gd name="connsiteX1" fmla="*/ 463388 w 465234"/>
                  <a:gd name="connsiteY1" fmla="*/ 418833 h 554595"/>
                  <a:gd name="connsiteX2" fmla="*/ 350439 w 465234"/>
                  <a:gd name="connsiteY2" fmla="*/ 554595 h 554595"/>
                  <a:gd name="connsiteX3" fmla="*/ 221035 w 465234"/>
                  <a:gd name="connsiteY3" fmla="*/ 554595 h 554595"/>
                  <a:gd name="connsiteX4" fmla="*/ 63206 w 465234"/>
                  <a:gd name="connsiteY4" fmla="*/ 418833 h 554595"/>
                  <a:gd name="connsiteX5" fmla="*/ 1496 w 465234"/>
                  <a:gd name="connsiteY5" fmla="*/ 45579 h 554595"/>
                  <a:gd name="connsiteX6" fmla="*/ 0 w 465234"/>
                  <a:gd name="connsiteY6" fmla="*/ 28749 h 554595"/>
                  <a:gd name="connsiteX7" fmla="*/ 88638 w 465234"/>
                  <a:gd name="connsiteY7" fmla="*/ 6309 h 554595"/>
                  <a:gd name="connsiteX8" fmla="*/ 396068 w 465234"/>
                  <a:gd name="connsiteY8" fmla="*/ 23513 h 554595"/>
                  <a:gd name="connsiteX9" fmla="*/ 401678 w 465234"/>
                  <a:gd name="connsiteY9" fmla="*/ 45205 h 554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5234" h="554595">
                    <a:moveTo>
                      <a:pt x="401678" y="45579"/>
                    </a:moveTo>
                    <a:lnTo>
                      <a:pt x="463388" y="418833"/>
                    </a:lnTo>
                    <a:cubicBezTo>
                      <a:pt x="475730" y="493633"/>
                      <a:pt x="424866" y="554595"/>
                      <a:pt x="350439" y="554595"/>
                    </a:cubicBezTo>
                    <a:lnTo>
                      <a:pt x="221035" y="554595"/>
                    </a:lnTo>
                    <a:cubicBezTo>
                      <a:pt x="146609" y="554595"/>
                      <a:pt x="75548" y="493633"/>
                      <a:pt x="63206" y="418833"/>
                    </a:cubicBezTo>
                    <a:lnTo>
                      <a:pt x="1496" y="45579"/>
                    </a:lnTo>
                    <a:cubicBezTo>
                      <a:pt x="748" y="39969"/>
                      <a:pt x="0" y="34359"/>
                      <a:pt x="0" y="28749"/>
                    </a:cubicBezTo>
                    <a:cubicBezTo>
                      <a:pt x="24684" y="20147"/>
                      <a:pt x="53856" y="13789"/>
                      <a:pt x="88638" y="6309"/>
                    </a:cubicBezTo>
                    <a:cubicBezTo>
                      <a:pt x="164187" y="-9773"/>
                      <a:pt x="336601" y="8179"/>
                      <a:pt x="396068" y="23513"/>
                    </a:cubicBezTo>
                    <a:cubicBezTo>
                      <a:pt x="398312" y="30619"/>
                      <a:pt x="400556" y="37725"/>
                      <a:pt x="401678" y="45205"/>
                    </a:cubicBezTo>
                    <a:close/>
                  </a:path>
                </a:pathLst>
              </a:custGeom>
              <a:solidFill>
                <a:srgbClr val="F9EDDC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" name="任意多边形: 形状 186" descr="d5af0cc8-06b9-4f73-a27f-2a277dafde9a">
                <a:extLst>
                  <a:ext uri="{FF2B5EF4-FFF2-40B4-BE49-F238E27FC236}">
                    <a16:creationId xmlns:a16="http://schemas.microsoft.com/office/drawing/2014/main" id="{C5C8079A-841F-4C7E-CF2D-805AB83DEA82}"/>
                  </a:ext>
                </a:extLst>
              </p:cNvPr>
              <p:cNvSpPr/>
              <p:nvPr/>
            </p:nvSpPr>
            <p:spPr>
              <a:xfrm>
                <a:off x="9964855" y="3274526"/>
                <a:ext cx="438633" cy="306519"/>
              </a:xfrm>
              <a:custGeom>
                <a:avLst/>
                <a:gdLst>
                  <a:gd name="connsiteX0" fmla="*/ 240483 w 388557"/>
                  <a:gd name="connsiteY0" fmla="*/ 271525 h 271525"/>
                  <a:gd name="connsiteX1" fmla="*/ 0 w 388557"/>
                  <a:gd name="connsiteY1" fmla="*/ 0 h 271525"/>
                  <a:gd name="connsiteX2" fmla="*/ 382229 w 388557"/>
                  <a:gd name="connsiteY2" fmla="*/ 0 h 271525"/>
                  <a:gd name="connsiteX3" fmla="*/ 240483 w 388557"/>
                  <a:gd name="connsiteY3" fmla="*/ 271525 h 2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8557" h="271525">
                    <a:moveTo>
                      <a:pt x="240483" y="271525"/>
                    </a:moveTo>
                    <a:cubicBezTo>
                      <a:pt x="135015" y="271525"/>
                      <a:pt x="27302" y="149975"/>
                      <a:pt x="0" y="0"/>
                    </a:cubicBezTo>
                    <a:lnTo>
                      <a:pt x="382229" y="0"/>
                    </a:lnTo>
                    <a:cubicBezTo>
                      <a:pt x="409532" y="149975"/>
                      <a:pt x="345951" y="271525"/>
                      <a:pt x="240483" y="271525"/>
                    </a:cubicBezTo>
                    <a:close/>
                  </a:path>
                </a:pathLst>
              </a:custGeom>
              <a:solidFill>
                <a:srgbClr val="3D4689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" name="任意多边形: 形状 187" descr="05463dba-6817-4163-b0b0-c478b18fc934">
                <a:extLst>
                  <a:ext uri="{FF2B5EF4-FFF2-40B4-BE49-F238E27FC236}">
                    <a16:creationId xmlns:a16="http://schemas.microsoft.com/office/drawing/2014/main" id="{1C02911A-7DFE-7A2C-61CE-F02E893D2230}"/>
                  </a:ext>
                </a:extLst>
              </p:cNvPr>
              <p:cNvSpPr/>
              <p:nvPr/>
            </p:nvSpPr>
            <p:spPr>
              <a:xfrm>
                <a:off x="9979487" y="3289303"/>
                <a:ext cx="21398" cy="45598"/>
              </a:xfrm>
              <a:custGeom>
                <a:avLst/>
                <a:gdLst>
                  <a:gd name="connsiteX0" fmla="*/ 13218 w 18955"/>
                  <a:gd name="connsiteY0" fmla="*/ 40392 h 40392"/>
                  <a:gd name="connsiteX1" fmla="*/ 18828 w 18955"/>
                  <a:gd name="connsiteY1" fmla="*/ 33286 h 40392"/>
                  <a:gd name="connsiteX2" fmla="*/ 13966 w 18955"/>
                  <a:gd name="connsiteY2" fmla="*/ 7106 h 40392"/>
                  <a:gd name="connsiteX3" fmla="*/ 5738 w 18955"/>
                  <a:gd name="connsiteY3" fmla="*/ 0 h 40392"/>
                  <a:gd name="connsiteX4" fmla="*/ 128 w 18955"/>
                  <a:gd name="connsiteY4" fmla="*/ 7106 h 40392"/>
                  <a:gd name="connsiteX5" fmla="*/ 4990 w 18955"/>
                  <a:gd name="connsiteY5" fmla="*/ 33286 h 40392"/>
                  <a:gd name="connsiteX6" fmla="*/ 13218 w 18955"/>
                  <a:gd name="connsiteY6" fmla="*/ 40392 h 40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55" h="40392">
                    <a:moveTo>
                      <a:pt x="13218" y="40392"/>
                    </a:moveTo>
                    <a:cubicBezTo>
                      <a:pt x="16958" y="40392"/>
                      <a:pt x="19576" y="37026"/>
                      <a:pt x="18828" y="33286"/>
                    </a:cubicBezTo>
                    <a:lnTo>
                      <a:pt x="13966" y="7106"/>
                    </a:lnTo>
                    <a:cubicBezTo>
                      <a:pt x="13218" y="3366"/>
                      <a:pt x="9478" y="0"/>
                      <a:pt x="5738" y="0"/>
                    </a:cubicBezTo>
                    <a:cubicBezTo>
                      <a:pt x="1998" y="0"/>
                      <a:pt x="-620" y="3366"/>
                      <a:pt x="128" y="7106"/>
                    </a:cubicBezTo>
                    <a:lnTo>
                      <a:pt x="4990" y="33286"/>
                    </a:lnTo>
                    <a:cubicBezTo>
                      <a:pt x="5738" y="37026"/>
                      <a:pt x="9478" y="40392"/>
                      <a:pt x="13218" y="40392"/>
                    </a:cubicBezTo>
                    <a:close/>
                  </a:path>
                </a:pathLst>
              </a:custGeom>
              <a:solidFill>
                <a:srgbClr val="FF685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" name="任意多边形: 形状 189" descr="ca24cec5-8cdd-46fd-897b-2e82278a2764">
                <a:extLst>
                  <a:ext uri="{FF2B5EF4-FFF2-40B4-BE49-F238E27FC236}">
                    <a16:creationId xmlns:a16="http://schemas.microsoft.com/office/drawing/2014/main" id="{4999C237-0ACC-FD10-F530-74D1F2C1938D}"/>
                  </a:ext>
                </a:extLst>
              </p:cNvPr>
              <p:cNvSpPr/>
              <p:nvPr/>
            </p:nvSpPr>
            <p:spPr>
              <a:xfrm>
                <a:off x="10351170" y="3292258"/>
                <a:ext cx="21954" cy="9288"/>
              </a:xfrm>
              <a:custGeom>
                <a:avLst/>
                <a:gdLst>
                  <a:gd name="connsiteX0" fmla="*/ 4114 w 19448"/>
                  <a:gd name="connsiteY0" fmla="*/ 8228 h 8227"/>
                  <a:gd name="connsiteX1" fmla="*/ 15334 w 19448"/>
                  <a:gd name="connsiteY1" fmla="*/ 8228 h 8227"/>
                  <a:gd name="connsiteX2" fmla="*/ 19448 w 19448"/>
                  <a:gd name="connsiteY2" fmla="*/ 4114 h 8227"/>
                  <a:gd name="connsiteX3" fmla="*/ 15334 w 19448"/>
                  <a:gd name="connsiteY3" fmla="*/ 0 h 8227"/>
                  <a:gd name="connsiteX4" fmla="*/ 4114 w 19448"/>
                  <a:gd name="connsiteY4" fmla="*/ 0 h 8227"/>
                  <a:gd name="connsiteX5" fmla="*/ 0 w 19448"/>
                  <a:gd name="connsiteY5" fmla="*/ 4114 h 8227"/>
                  <a:gd name="connsiteX6" fmla="*/ 4114 w 19448"/>
                  <a:gd name="connsiteY6" fmla="*/ 8228 h 8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448" h="8227">
                    <a:moveTo>
                      <a:pt x="4114" y="8228"/>
                    </a:moveTo>
                    <a:lnTo>
                      <a:pt x="15334" y="8228"/>
                    </a:lnTo>
                    <a:cubicBezTo>
                      <a:pt x="17578" y="8228"/>
                      <a:pt x="19448" y="6358"/>
                      <a:pt x="19448" y="4114"/>
                    </a:cubicBezTo>
                    <a:cubicBezTo>
                      <a:pt x="19448" y="1870"/>
                      <a:pt x="17578" y="0"/>
                      <a:pt x="15334" y="0"/>
                    </a:cubicBezTo>
                    <a:lnTo>
                      <a:pt x="4114" y="0"/>
                    </a:lnTo>
                    <a:cubicBezTo>
                      <a:pt x="1870" y="0"/>
                      <a:pt x="0" y="1870"/>
                      <a:pt x="0" y="4114"/>
                    </a:cubicBezTo>
                    <a:cubicBezTo>
                      <a:pt x="0" y="6358"/>
                      <a:pt x="1870" y="8228"/>
                      <a:pt x="4114" y="8228"/>
                    </a:cubicBezTo>
                    <a:close/>
                  </a:path>
                </a:pathLst>
              </a:custGeom>
              <a:solidFill>
                <a:srgbClr val="FF685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" name="任意多边形: 形状 190" descr="f1849962-fe35-415f-b9fb-abf90fbead83">
                <a:extLst>
                  <a:ext uri="{FF2B5EF4-FFF2-40B4-BE49-F238E27FC236}">
                    <a16:creationId xmlns:a16="http://schemas.microsoft.com/office/drawing/2014/main" id="{0C0F17CA-2DC6-6A0B-1D08-753C0DC420BC}"/>
                  </a:ext>
                </a:extLst>
              </p:cNvPr>
              <p:cNvSpPr/>
              <p:nvPr/>
            </p:nvSpPr>
            <p:spPr>
              <a:xfrm>
                <a:off x="10018052" y="3291836"/>
                <a:ext cx="319184" cy="9289"/>
              </a:xfrm>
              <a:custGeom>
                <a:avLst/>
                <a:gdLst>
                  <a:gd name="connsiteX0" fmla="*/ 0 w 282744"/>
                  <a:gd name="connsiteY0" fmla="*/ 4114 h 8228"/>
                  <a:gd name="connsiteX1" fmla="*/ 4114 w 282744"/>
                  <a:gd name="connsiteY1" fmla="*/ 0 h 8228"/>
                  <a:gd name="connsiteX2" fmla="*/ 25058 w 282744"/>
                  <a:gd name="connsiteY2" fmla="*/ 0 h 8228"/>
                  <a:gd name="connsiteX3" fmla="*/ 29172 w 282744"/>
                  <a:gd name="connsiteY3" fmla="*/ 4114 h 8228"/>
                  <a:gd name="connsiteX4" fmla="*/ 25058 w 282744"/>
                  <a:gd name="connsiteY4" fmla="*/ 8228 h 8228"/>
                  <a:gd name="connsiteX5" fmla="*/ 4114 w 282744"/>
                  <a:gd name="connsiteY5" fmla="*/ 8228 h 8228"/>
                  <a:gd name="connsiteX6" fmla="*/ 0 w 282744"/>
                  <a:gd name="connsiteY6" fmla="*/ 4114 h 8228"/>
                  <a:gd name="connsiteX7" fmla="*/ 42262 w 282744"/>
                  <a:gd name="connsiteY7" fmla="*/ 4114 h 8228"/>
                  <a:gd name="connsiteX8" fmla="*/ 46376 w 282744"/>
                  <a:gd name="connsiteY8" fmla="*/ 0 h 8228"/>
                  <a:gd name="connsiteX9" fmla="*/ 67320 w 282744"/>
                  <a:gd name="connsiteY9" fmla="*/ 0 h 8228"/>
                  <a:gd name="connsiteX10" fmla="*/ 71434 w 282744"/>
                  <a:gd name="connsiteY10" fmla="*/ 4114 h 8228"/>
                  <a:gd name="connsiteX11" fmla="*/ 67320 w 282744"/>
                  <a:gd name="connsiteY11" fmla="*/ 8228 h 8228"/>
                  <a:gd name="connsiteX12" fmla="*/ 46376 w 282744"/>
                  <a:gd name="connsiteY12" fmla="*/ 8228 h 8228"/>
                  <a:gd name="connsiteX13" fmla="*/ 42262 w 282744"/>
                  <a:gd name="connsiteY13" fmla="*/ 4114 h 8228"/>
                  <a:gd name="connsiteX14" fmla="*/ 84524 w 282744"/>
                  <a:gd name="connsiteY14" fmla="*/ 4114 h 8228"/>
                  <a:gd name="connsiteX15" fmla="*/ 88638 w 282744"/>
                  <a:gd name="connsiteY15" fmla="*/ 0 h 8228"/>
                  <a:gd name="connsiteX16" fmla="*/ 109582 w 282744"/>
                  <a:gd name="connsiteY16" fmla="*/ 0 h 8228"/>
                  <a:gd name="connsiteX17" fmla="*/ 113696 w 282744"/>
                  <a:gd name="connsiteY17" fmla="*/ 4114 h 8228"/>
                  <a:gd name="connsiteX18" fmla="*/ 109582 w 282744"/>
                  <a:gd name="connsiteY18" fmla="*/ 8228 h 8228"/>
                  <a:gd name="connsiteX19" fmla="*/ 88638 w 282744"/>
                  <a:gd name="connsiteY19" fmla="*/ 8228 h 8228"/>
                  <a:gd name="connsiteX20" fmla="*/ 84524 w 282744"/>
                  <a:gd name="connsiteY20" fmla="*/ 4114 h 8228"/>
                  <a:gd name="connsiteX21" fmla="*/ 126786 w 282744"/>
                  <a:gd name="connsiteY21" fmla="*/ 4114 h 8228"/>
                  <a:gd name="connsiteX22" fmla="*/ 130900 w 282744"/>
                  <a:gd name="connsiteY22" fmla="*/ 0 h 8228"/>
                  <a:gd name="connsiteX23" fmla="*/ 151844 w 282744"/>
                  <a:gd name="connsiteY23" fmla="*/ 0 h 8228"/>
                  <a:gd name="connsiteX24" fmla="*/ 155959 w 282744"/>
                  <a:gd name="connsiteY24" fmla="*/ 4114 h 8228"/>
                  <a:gd name="connsiteX25" fmla="*/ 151844 w 282744"/>
                  <a:gd name="connsiteY25" fmla="*/ 8228 h 8228"/>
                  <a:gd name="connsiteX26" fmla="*/ 130900 w 282744"/>
                  <a:gd name="connsiteY26" fmla="*/ 8228 h 8228"/>
                  <a:gd name="connsiteX27" fmla="*/ 126786 w 282744"/>
                  <a:gd name="connsiteY27" fmla="*/ 4114 h 8228"/>
                  <a:gd name="connsiteX28" fmla="*/ 169049 w 282744"/>
                  <a:gd name="connsiteY28" fmla="*/ 4114 h 8228"/>
                  <a:gd name="connsiteX29" fmla="*/ 173163 w 282744"/>
                  <a:gd name="connsiteY29" fmla="*/ 0 h 8228"/>
                  <a:gd name="connsiteX30" fmla="*/ 194107 w 282744"/>
                  <a:gd name="connsiteY30" fmla="*/ 0 h 8228"/>
                  <a:gd name="connsiteX31" fmla="*/ 198221 w 282744"/>
                  <a:gd name="connsiteY31" fmla="*/ 4114 h 8228"/>
                  <a:gd name="connsiteX32" fmla="*/ 194107 w 282744"/>
                  <a:gd name="connsiteY32" fmla="*/ 8228 h 8228"/>
                  <a:gd name="connsiteX33" fmla="*/ 173163 w 282744"/>
                  <a:gd name="connsiteY33" fmla="*/ 8228 h 8228"/>
                  <a:gd name="connsiteX34" fmla="*/ 169049 w 282744"/>
                  <a:gd name="connsiteY34" fmla="*/ 4114 h 8228"/>
                  <a:gd name="connsiteX35" fmla="*/ 211311 w 282744"/>
                  <a:gd name="connsiteY35" fmla="*/ 4114 h 8228"/>
                  <a:gd name="connsiteX36" fmla="*/ 215425 w 282744"/>
                  <a:gd name="connsiteY36" fmla="*/ 0 h 8228"/>
                  <a:gd name="connsiteX37" fmla="*/ 236369 w 282744"/>
                  <a:gd name="connsiteY37" fmla="*/ 0 h 8228"/>
                  <a:gd name="connsiteX38" fmla="*/ 240483 w 282744"/>
                  <a:gd name="connsiteY38" fmla="*/ 4114 h 8228"/>
                  <a:gd name="connsiteX39" fmla="*/ 236369 w 282744"/>
                  <a:gd name="connsiteY39" fmla="*/ 8228 h 8228"/>
                  <a:gd name="connsiteX40" fmla="*/ 215425 w 282744"/>
                  <a:gd name="connsiteY40" fmla="*/ 8228 h 8228"/>
                  <a:gd name="connsiteX41" fmla="*/ 211311 w 282744"/>
                  <a:gd name="connsiteY41" fmla="*/ 4114 h 8228"/>
                  <a:gd name="connsiteX42" fmla="*/ 253573 w 282744"/>
                  <a:gd name="connsiteY42" fmla="*/ 4114 h 8228"/>
                  <a:gd name="connsiteX43" fmla="*/ 257687 w 282744"/>
                  <a:gd name="connsiteY43" fmla="*/ 0 h 8228"/>
                  <a:gd name="connsiteX44" fmla="*/ 278631 w 282744"/>
                  <a:gd name="connsiteY44" fmla="*/ 0 h 8228"/>
                  <a:gd name="connsiteX45" fmla="*/ 282745 w 282744"/>
                  <a:gd name="connsiteY45" fmla="*/ 4114 h 8228"/>
                  <a:gd name="connsiteX46" fmla="*/ 278631 w 282744"/>
                  <a:gd name="connsiteY46" fmla="*/ 8228 h 8228"/>
                  <a:gd name="connsiteX47" fmla="*/ 257687 w 282744"/>
                  <a:gd name="connsiteY47" fmla="*/ 8228 h 8228"/>
                  <a:gd name="connsiteX48" fmla="*/ 253573 w 282744"/>
                  <a:gd name="connsiteY48" fmla="*/ 4114 h 8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282744" h="8228">
                    <a:moveTo>
                      <a:pt x="0" y="4114"/>
                    </a:moveTo>
                    <a:cubicBezTo>
                      <a:pt x="0" y="1870"/>
                      <a:pt x="1870" y="0"/>
                      <a:pt x="4114" y="0"/>
                    </a:cubicBezTo>
                    <a:lnTo>
                      <a:pt x="25058" y="0"/>
                    </a:lnTo>
                    <a:cubicBezTo>
                      <a:pt x="27302" y="0"/>
                      <a:pt x="29172" y="1870"/>
                      <a:pt x="29172" y="4114"/>
                    </a:cubicBezTo>
                    <a:cubicBezTo>
                      <a:pt x="29172" y="6358"/>
                      <a:pt x="27302" y="8228"/>
                      <a:pt x="25058" y="8228"/>
                    </a:cubicBezTo>
                    <a:lnTo>
                      <a:pt x="4114" y="8228"/>
                    </a:lnTo>
                    <a:cubicBezTo>
                      <a:pt x="1870" y="8228"/>
                      <a:pt x="0" y="6358"/>
                      <a:pt x="0" y="4114"/>
                    </a:cubicBezTo>
                    <a:close/>
                    <a:moveTo>
                      <a:pt x="42262" y="4114"/>
                    </a:moveTo>
                    <a:cubicBezTo>
                      <a:pt x="42262" y="1870"/>
                      <a:pt x="44132" y="0"/>
                      <a:pt x="46376" y="0"/>
                    </a:cubicBezTo>
                    <a:lnTo>
                      <a:pt x="67320" y="0"/>
                    </a:lnTo>
                    <a:cubicBezTo>
                      <a:pt x="69564" y="0"/>
                      <a:pt x="71434" y="1870"/>
                      <a:pt x="71434" y="4114"/>
                    </a:cubicBezTo>
                    <a:cubicBezTo>
                      <a:pt x="71434" y="6358"/>
                      <a:pt x="69564" y="8228"/>
                      <a:pt x="67320" y="8228"/>
                    </a:cubicBezTo>
                    <a:lnTo>
                      <a:pt x="46376" y="8228"/>
                    </a:lnTo>
                    <a:cubicBezTo>
                      <a:pt x="44132" y="8228"/>
                      <a:pt x="42262" y="6358"/>
                      <a:pt x="42262" y="4114"/>
                    </a:cubicBezTo>
                    <a:close/>
                    <a:moveTo>
                      <a:pt x="84524" y="4114"/>
                    </a:moveTo>
                    <a:cubicBezTo>
                      <a:pt x="84524" y="1870"/>
                      <a:pt x="86394" y="0"/>
                      <a:pt x="88638" y="0"/>
                    </a:cubicBezTo>
                    <a:lnTo>
                      <a:pt x="109582" y="0"/>
                    </a:lnTo>
                    <a:cubicBezTo>
                      <a:pt x="111826" y="0"/>
                      <a:pt x="113696" y="1870"/>
                      <a:pt x="113696" y="4114"/>
                    </a:cubicBezTo>
                    <a:cubicBezTo>
                      <a:pt x="113696" y="6358"/>
                      <a:pt x="111826" y="8228"/>
                      <a:pt x="109582" y="8228"/>
                    </a:cubicBezTo>
                    <a:lnTo>
                      <a:pt x="88638" y="8228"/>
                    </a:lnTo>
                    <a:cubicBezTo>
                      <a:pt x="86394" y="8228"/>
                      <a:pt x="84524" y="6358"/>
                      <a:pt x="84524" y="4114"/>
                    </a:cubicBezTo>
                    <a:close/>
                    <a:moveTo>
                      <a:pt x="126786" y="4114"/>
                    </a:moveTo>
                    <a:cubicBezTo>
                      <a:pt x="126786" y="1870"/>
                      <a:pt x="128656" y="0"/>
                      <a:pt x="130900" y="0"/>
                    </a:cubicBezTo>
                    <a:lnTo>
                      <a:pt x="151844" y="0"/>
                    </a:lnTo>
                    <a:cubicBezTo>
                      <a:pt x="154089" y="0"/>
                      <a:pt x="155959" y="1870"/>
                      <a:pt x="155959" y="4114"/>
                    </a:cubicBezTo>
                    <a:cubicBezTo>
                      <a:pt x="155959" y="6358"/>
                      <a:pt x="154089" y="8228"/>
                      <a:pt x="151844" y="8228"/>
                    </a:cubicBezTo>
                    <a:lnTo>
                      <a:pt x="130900" y="8228"/>
                    </a:lnTo>
                    <a:cubicBezTo>
                      <a:pt x="128656" y="8228"/>
                      <a:pt x="126786" y="6358"/>
                      <a:pt x="126786" y="4114"/>
                    </a:cubicBezTo>
                    <a:close/>
                    <a:moveTo>
                      <a:pt x="169049" y="4114"/>
                    </a:moveTo>
                    <a:cubicBezTo>
                      <a:pt x="169049" y="1870"/>
                      <a:pt x="170919" y="0"/>
                      <a:pt x="173163" y="0"/>
                    </a:cubicBezTo>
                    <a:lnTo>
                      <a:pt x="194107" y="0"/>
                    </a:lnTo>
                    <a:cubicBezTo>
                      <a:pt x="196351" y="0"/>
                      <a:pt x="198221" y="1870"/>
                      <a:pt x="198221" y="4114"/>
                    </a:cubicBezTo>
                    <a:cubicBezTo>
                      <a:pt x="198221" y="6358"/>
                      <a:pt x="196351" y="8228"/>
                      <a:pt x="194107" y="8228"/>
                    </a:cubicBezTo>
                    <a:lnTo>
                      <a:pt x="173163" y="8228"/>
                    </a:lnTo>
                    <a:cubicBezTo>
                      <a:pt x="170919" y="8228"/>
                      <a:pt x="169049" y="6358"/>
                      <a:pt x="169049" y="4114"/>
                    </a:cubicBezTo>
                    <a:close/>
                    <a:moveTo>
                      <a:pt x="211311" y="4114"/>
                    </a:moveTo>
                    <a:cubicBezTo>
                      <a:pt x="211311" y="1870"/>
                      <a:pt x="213181" y="0"/>
                      <a:pt x="215425" y="0"/>
                    </a:cubicBezTo>
                    <a:lnTo>
                      <a:pt x="236369" y="0"/>
                    </a:lnTo>
                    <a:cubicBezTo>
                      <a:pt x="238613" y="0"/>
                      <a:pt x="240483" y="1870"/>
                      <a:pt x="240483" y="4114"/>
                    </a:cubicBezTo>
                    <a:cubicBezTo>
                      <a:pt x="240483" y="6358"/>
                      <a:pt x="238613" y="8228"/>
                      <a:pt x="236369" y="8228"/>
                    </a:cubicBezTo>
                    <a:lnTo>
                      <a:pt x="215425" y="8228"/>
                    </a:lnTo>
                    <a:cubicBezTo>
                      <a:pt x="213181" y="8228"/>
                      <a:pt x="211311" y="6358"/>
                      <a:pt x="211311" y="4114"/>
                    </a:cubicBezTo>
                    <a:close/>
                    <a:moveTo>
                      <a:pt x="253573" y="4114"/>
                    </a:moveTo>
                    <a:cubicBezTo>
                      <a:pt x="253573" y="1870"/>
                      <a:pt x="255443" y="0"/>
                      <a:pt x="257687" y="0"/>
                    </a:cubicBezTo>
                    <a:lnTo>
                      <a:pt x="278631" y="0"/>
                    </a:lnTo>
                    <a:cubicBezTo>
                      <a:pt x="280875" y="0"/>
                      <a:pt x="282745" y="1870"/>
                      <a:pt x="282745" y="4114"/>
                    </a:cubicBezTo>
                    <a:cubicBezTo>
                      <a:pt x="282745" y="6358"/>
                      <a:pt x="280875" y="8228"/>
                      <a:pt x="278631" y="8228"/>
                    </a:cubicBezTo>
                    <a:lnTo>
                      <a:pt x="257687" y="8228"/>
                    </a:lnTo>
                    <a:cubicBezTo>
                      <a:pt x="255443" y="8228"/>
                      <a:pt x="253573" y="6358"/>
                      <a:pt x="253573" y="4114"/>
                    </a:cubicBezTo>
                    <a:close/>
                  </a:path>
                </a:pathLst>
              </a:custGeom>
              <a:solidFill>
                <a:srgbClr val="FF685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" name="任意多边形: 形状 191" descr="a2a65941-0f13-4620-9bcd-6b2cfa7ffcb8">
                <a:extLst>
                  <a:ext uri="{FF2B5EF4-FFF2-40B4-BE49-F238E27FC236}">
                    <a16:creationId xmlns:a16="http://schemas.microsoft.com/office/drawing/2014/main" id="{456F2331-C4EA-53F3-2EA8-2FE804AC9B24}"/>
                  </a:ext>
                </a:extLst>
              </p:cNvPr>
              <p:cNvSpPr/>
              <p:nvPr/>
            </p:nvSpPr>
            <p:spPr>
              <a:xfrm>
                <a:off x="9981743" y="3292258"/>
                <a:ext cx="21954" cy="9288"/>
              </a:xfrm>
              <a:custGeom>
                <a:avLst/>
                <a:gdLst>
                  <a:gd name="connsiteX0" fmla="*/ 4114 w 19448"/>
                  <a:gd name="connsiteY0" fmla="*/ 8228 h 8227"/>
                  <a:gd name="connsiteX1" fmla="*/ 15334 w 19448"/>
                  <a:gd name="connsiteY1" fmla="*/ 8228 h 8227"/>
                  <a:gd name="connsiteX2" fmla="*/ 19448 w 19448"/>
                  <a:gd name="connsiteY2" fmla="*/ 4114 h 8227"/>
                  <a:gd name="connsiteX3" fmla="*/ 15334 w 19448"/>
                  <a:gd name="connsiteY3" fmla="*/ 0 h 8227"/>
                  <a:gd name="connsiteX4" fmla="*/ 4114 w 19448"/>
                  <a:gd name="connsiteY4" fmla="*/ 0 h 8227"/>
                  <a:gd name="connsiteX5" fmla="*/ 0 w 19448"/>
                  <a:gd name="connsiteY5" fmla="*/ 4114 h 8227"/>
                  <a:gd name="connsiteX6" fmla="*/ 4114 w 19448"/>
                  <a:gd name="connsiteY6" fmla="*/ 8228 h 8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448" h="8227">
                    <a:moveTo>
                      <a:pt x="4114" y="8228"/>
                    </a:moveTo>
                    <a:lnTo>
                      <a:pt x="15334" y="8228"/>
                    </a:lnTo>
                    <a:cubicBezTo>
                      <a:pt x="17578" y="8228"/>
                      <a:pt x="19448" y="6358"/>
                      <a:pt x="19448" y="4114"/>
                    </a:cubicBezTo>
                    <a:cubicBezTo>
                      <a:pt x="19448" y="1870"/>
                      <a:pt x="17578" y="0"/>
                      <a:pt x="15334" y="0"/>
                    </a:cubicBezTo>
                    <a:lnTo>
                      <a:pt x="4114" y="0"/>
                    </a:lnTo>
                    <a:cubicBezTo>
                      <a:pt x="1870" y="0"/>
                      <a:pt x="0" y="1870"/>
                      <a:pt x="0" y="4114"/>
                    </a:cubicBezTo>
                    <a:cubicBezTo>
                      <a:pt x="0" y="6358"/>
                      <a:pt x="1870" y="8228"/>
                      <a:pt x="4114" y="8228"/>
                    </a:cubicBezTo>
                    <a:close/>
                  </a:path>
                </a:pathLst>
              </a:custGeom>
              <a:solidFill>
                <a:srgbClr val="FF685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" name="任意多边形: 形状 171" descr="4be32b9e-5384-4fa6-809a-99728bafe199">
                <a:extLst>
                  <a:ext uri="{FF2B5EF4-FFF2-40B4-BE49-F238E27FC236}">
                    <a16:creationId xmlns:a16="http://schemas.microsoft.com/office/drawing/2014/main" id="{54772BBF-3F58-9884-677A-283510FCC690}"/>
                  </a:ext>
                </a:extLst>
              </p:cNvPr>
              <p:cNvSpPr/>
              <p:nvPr/>
            </p:nvSpPr>
            <p:spPr>
              <a:xfrm>
                <a:off x="9840279" y="2046810"/>
                <a:ext cx="448877" cy="351645"/>
              </a:xfrm>
              <a:custGeom>
                <a:avLst/>
                <a:gdLst>
                  <a:gd name="connsiteX0" fmla="*/ 38172 w 397631"/>
                  <a:gd name="connsiteY0" fmla="*/ 2950 h 311500"/>
                  <a:gd name="connsiteX1" fmla="*/ 93150 w 397631"/>
                  <a:gd name="connsiteY1" fmla="*/ 332 h 311500"/>
                  <a:gd name="connsiteX2" fmla="*/ 387115 w 397631"/>
                  <a:gd name="connsiteY2" fmla="*/ 178730 h 311500"/>
                  <a:gd name="connsiteX3" fmla="*/ 389359 w 397631"/>
                  <a:gd name="connsiteY3" fmla="*/ 181722 h 311500"/>
                  <a:gd name="connsiteX4" fmla="*/ 395717 w 397631"/>
                  <a:gd name="connsiteY4" fmla="*/ 211268 h 311500"/>
                  <a:gd name="connsiteX5" fmla="*/ 366919 w 397631"/>
                  <a:gd name="connsiteY5" fmla="*/ 237074 h 311500"/>
                  <a:gd name="connsiteX6" fmla="*/ 347097 w 397631"/>
                  <a:gd name="connsiteY6" fmla="*/ 289435 h 311500"/>
                  <a:gd name="connsiteX7" fmla="*/ 325031 w 397631"/>
                  <a:gd name="connsiteY7" fmla="*/ 298037 h 311500"/>
                  <a:gd name="connsiteX8" fmla="*/ 317551 w 397631"/>
                  <a:gd name="connsiteY8" fmla="*/ 311501 h 311500"/>
                  <a:gd name="connsiteX9" fmla="*/ 315681 w 397631"/>
                  <a:gd name="connsiteY9" fmla="*/ 241937 h 311500"/>
                  <a:gd name="connsiteX10" fmla="*/ 335503 w 397631"/>
                  <a:gd name="connsiteY10" fmla="*/ 201170 h 311500"/>
                  <a:gd name="connsiteX11" fmla="*/ 299599 w 397631"/>
                  <a:gd name="connsiteY11" fmla="*/ 158534 h 311500"/>
                  <a:gd name="connsiteX12" fmla="*/ 272670 w 397631"/>
                  <a:gd name="connsiteY12" fmla="*/ 165640 h 311500"/>
                  <a:gd name="connsiteX13" fmla="*/ 132046 w 397631"/>
                  <a:gd name="connsiteY13" fmla="*/ 50822 h 311500"/>
                  <a:gd name="connsiteX14" fmla="*/ 34806 w 397631"/>
                  <a:gd name="connsiteY14" fmla="*/ 61668 h 311500"/>
                  <a:gd name="connsiteX15" fmla="*/ 18723 w 397631"/>
                  <a:gd name="connsiteY15" fmla="*/ 124874 h 311500"/>
                  <a:gd name="connsiteX16" fmla="*/ 47896 w 397631"/>
                  <a:gd name="connsiteY16" fmla="*/ 123752 h 311500"/>
                  <a:gd name="connsiteX17" fmla="*/ 56498 w 397631"/>
                  <a:gd name="connsiteY17" fmla="*/ 131980 h 311500"/>
                  <a:gd name="connsiteX18" fmla="*/ 48270 w 397631"/>
                  <a:gd name="connsiteY18" fmla="*/ 140582 h 311500"/>
                  <a:gd name="connsiteX19" fmla="*/ 16853 w 397631"/>
                  <a:gd name="connsiteY19" fmla="*/ 141704 h 311500"/>
                  <a:gd name="connsiteX20" fmla="*/ 8251 w 397631"/>
                  <a:gd name="connsiteY20" fmla="*/ 133476 h 311500"/>
                  <a:gd name="connsiteX21" fmla="*/ 16105 w 397631"/>
                  <a:gd name="connsiteY21" fmla="*/ 124874 h 311500"/>
                  <a:gd name="connsiteX22" fmla="*/ 6007 w 397631"/>
                  <a:gd name="connsiteY22" fmla="*/ 103930 h 311500"/>
                  <a:gd name="connsiteX23" fmla="*/ 23 w 397631"/>
                  <a:gd name="connsiteY23" fmla="*/ 65782 h 311500"/>
                  <a:gd name="connsiteX24" fmla="*/ 38546 w 397631"/>
                  <a:gd name="connsiteY24" fmla="*/ 2950 h 31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97631" h="311500">
                    <a:moveTo>
                      <a:pt x="38172" y="2950"/>
                    </a:moveTo>
                    <a:cubicBezTo>
                      <a:pt x="56872" y="-42"/>
                      <a:pt x="75198" y="-416"/>
                      <a:pt x="93150" y="332"/>
                    </a:cubicBezTo>
                    <a:cubicBezTo>
                      <a:pt x="249856" y="9682"/>
                      <a:pt x="369911" y="156664"/>
                      <a:pt x="387115" y="178730"/>
                    </a:cubicBezTo>
                    <a:cubicBezTo>
                      <a:pt x="387863" y="179852"/>
                      <a:pt x="388611" y="180600"/>
                      <a:pt x="389359" y="181722"/>
                    </a:cubicBezTo>
                    <a:cubicBezTo>
                      <a:pt x="395343" y="191446"/>
                      <a:pt x="400579" y="202666"/>
                      <a:pt x="395717" y="211268"/>
                    </a:cubicBezTo>
                    <a:cubicBezTo>
                      <a:pt x="389359" y="222488"/>
                      <a:pt x="374399" y="226228"/>
                      <a:pt x="366919" y="237074"/>
                    </a:cubicBezTo>
                    <a:cubicBezTo>
                      <a:pt x="355699" y="252783"/>
                      <a:pt x="363553" y="279337"/>
                      <a:pt x="347097" y="289435"/>
                    </a:cubicBezTo>
                    <a:cubicBezTo>
                      <a:pt x="340365" y="293549"/>
                      <a:pt x="331389" y="292801"/>
                      <a:pt x="325031" y="298037"/>
                    </a:cubicBezTo>
                    <a:cubicBezTo>
                      <a:pt x="320917" y="301403"/>
                      <a:pt x="319047" y="306265"/>
                      <a:pt x="317551" y="311501"/>
                    </a:cubicBezTo>
                    <a:lnTo>
                      <a:pt x="315681" y="241937"/>
                    </a:lnTo>
                    <a:cubicBezTo>
                      <a:pt x="328023" y="234082"/>
                      <a:pt x="335877" y="218748"/>
                      <a:pt x="335503" y="201170"/>
                    </a:cubicBezTo>
                    <a:cubicBezTo>
                      <a:pt x="334755" y="177608"/>
                      <a:pt x="319047" y="158908"/>
                      <a:pt x="299599" y="158534"/>
                    </a:cubicBezTo>
                    <a:lnTo>
                      <a:pt x="272670" y="165640"/>
                    </a:lnTo>
                    <a:cubicBezTo>
                      <a:pt x="186276" y="154420"/>
                      <a:pt x="210212" y="62416"/>
                      <a:pt x="132046" y="50822"/>
                    </a:cubicBezTo>
                    <a:cubicBezTo>
                      <a:pt x="81182" y="43342"/>
                      <a:pt x="50140" y="53440"/>
                      <a:pt x="34806" y="61668"/>
                    </a:cubicBezTo>
                    <a:cubicBezTo>
                      <a:pt x="25082" y="80742"/>
                      <a:pt x="19098" y="102060"/>
                      <a:pt x="18723" y="124874"/>
                    </a:cubicBezTo>
                    <a:lnTo>
                      <a:pt x="47896" y="123752"/>
                    </a:lnTo>
                    <a:cubicBezTo>
                      <a:pt x="52384" y="123752"/>
                      <a:pt x="56498" y="127118"/>
                      <a:pt x="56498" y="131980"/>
                    </a:cubicBezTo>
                    <a:cubicBezTo>
                      <a:pt x="56498" y="136468"/>
                      <a:pt x="52758" y="140582"/>
                      <a:pt x="48270" y="140582"/>
                    </a:cubicBezTo>
                    <a:lnTo>
                      <a:pt x="16853" y="141704"/>
                    </a:lnTo>
                    <a:cubicBezTo>
                      <a:pt x="12365" y="141704"/>
                      <a:pt x="8251" y="138338"/>
                      <a:pt x="8251" y="133476"/>
                    </a:cubicBezTo>
                    <a:cubicBezTo>
                      <a:pt x="8251" y="128988"/>
                      <a:pt x="11617" y="125248"/>
                      <a:pt x="16105" y="124874"/>
                    </a:cubicBezTo>
                    <a:cubicBezTo>
                      <a:pt x="8625" y="118516"/>
                      <a:pt x="7878" y="112532"/>
                      <a:pt x="6007" y="103930"/>
                    </a:cubicBezTo>
                    <a:cubicBezTo>
                      <a:pt x="3389" y="91214"/>
                      <a:pt x="1519" y="78498"/>
                      <a:pt x="23" y="65782"/>
                    </a:cubicBezTo>
                    <a:cubicBezTo>
                      <a:pt x="-1099" y="11926"/>
                      <a:pt x="38546" y="2950"/>
                      <a:pt x="38546" y="2950"/>
                    </a:cubicBez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" name="任意多边形: 形状 172" descr="9c728a02-34bc-4192-b5b3-bab72b0a3d37">
                <a:extLst>
                  <a:ext uri="{FF2B5EF4-FFF2-40B4-BE49-F238E27FC236}">
                    <a16:creationId xmlns:a16="http://schemas.microsoft.com/office/drawing/2014/main" id="{0AC92264-F947-055F-F3FC-1666DC0794C4}"/>
                  </a:ext>
                </a:extLst>
              </p:cNvPr>
              <p:cNvSpPr/>
              <p:nvPr/>
            </p:nvSpPr>
            <p:spPr>
              <a:xfrm>
                <a:off x="9861416" y="2100804"/>
                <a:ext cx="357620" cy="570091"/>
              </a:xfrm>
              <a:custGeom>
                <a:avLst/>
                <a:gdLst>
                  <a:gd name="connsiteX0" fmla="*/ 316779 w 316792"/>
                  <a:gd name="connsiteY0" fmla="*/ 152967 h 505007"/>
                  <a:gd name="connsiteX1" fmla="*/ 280875 w 316792"/>
                  <a:gd name="connsiteY1" fmla="*/ 110331 h 505007"/>
                  <a:gd name="connsiteX2" fmla="*/ 253947 w 316792"/>
                  <a:gd name="connsiteY2" fmla="*/ 117437 h 505007"/>
                  <a:gd name="connsiteX3" fmla="*/ 113323 w 316792"/>
                  <a:gd name="connsiteY3" fmla="*/ 2619 h 505007"/>
                  <a:gd name="connsiteX4" fmla="*/ 16082 w 316792"/>
                  <a:gd name="connsiteY4" fmla="*/ 13465 h 505007"/>
                  <a:gd name="connsiteX5" fmla="*/ 0 w 316792"/>
                  <a:gd name="connsiteY5" fmla="*/ 76671 h 505007"/>
                  <a:gd name="connsiteX6" fmla="*/ 29172 w 316792"/>
                  <a:gd name="connsiteY6" fmla="*/ 75549 h 505007"/>
                  <a:gd name="connsiteX7" fmla="*/ 37774 w 316792"/>
                  <a:gd name="connsiteY7" fmla="*/ 83777 h 505007"/>
                  <a:gd name="connsiteX8" fmla="*/ 29546 w 316792"/>
                  <a:gd name="connsiteY8" fmla="*/ 92379 h 505007"/>
                  <a:gd name="connsiteX9" fmla="*/ 0 w 316792"/>
                  <a:gd name="connsiteY9" fmla="*/ 93501 h 505007"/>
                  <a:gd name="connsiteX10" fmla="*/ 2992 w 316792"/>
                  <a:gd name="connsiteY10" fmla="*/ 200091 h 505007"/>
                  <a:gd name="connsiteX11" fmla="*/ 133145 w 316792"/>
                  <a:gd name="connsiteY11" fmla="*/ 332488 h 505007"/>
                  <a:gd name="connsiteX12" fmla="*/ 142869 w 316792"/>
                  <a:gd name="connsiteY12" fmla="*/ 331740 h 505007"/>
                  <a:gd name="connsiteX13" fmla="*/ 145487 w 316792"/>
                  <a:gd name="connsiteY13" fmla="*/ 447306 h 505007"/>
                  <a:gd name="connsiteX14" fmla="*/ 210937 w 316792"/>
                  <a:gd name="connsiteY14" fmla="*/ 504902 h 505007"/>
                  <a:gd name="connsiteX15" fmla="*/ 304811 w 316792"/>
                  <a:gd name="connsiteY15" fmla="*/ 442818 h 505007"/>
                  <a:gd name="connsiteX16" fmla="*/ 296957 w 316792"/>
                  <a:gd name="connsiteY16" fmla="*/ 194107 h 505007"/>
                  <a:gd name="connsiteX17" fmla="*/ 316779 w 316792"/>
                  <a:gd name="connsiteY17" fmla="*/ 153341 h 505007"/>
                  <a:gd name="connsiteX18" fmla="*/ 138007 w 316792"/>
                  <a:gd name="connsiteY18" fmla="*/ 112201 h 505007"/>
                  <a:gd name="connsiteX19" fmla="*/ 147357 w 316792"/>
                  <a:gd name="connsiteY19" fmla="*/ 96867 h 505007"/>
                  <a:gd name="connsiteX20" fmla="*/ 157455 w 316792"/>
                  <a:gd name="connsiteY20" fmla="*/ 111453 h 505007"/>
                  <a:gd name="connsiteX21" fmla="*/ 148105 w 316792"/>
                  <a:gd name="connsiteY21" fmla="*/ 126787 h 505007"/>
                  <a:gd name="connsiteX22" fmla="*/ 138007 w 316792"/>
                  <a:gd name="connsiteY22" fmla="*/ 112201 h 505007"/>
                  <a:gd name="connsiteX23" fmla="*/ 71434 w 316792"/>
                  <a:gd name="connsiteY23" fmla="*/ 222905 h 505007"/>
                  <a:gd name="connsiteX24" fmla="*/ 129031 w 316792"/>
                  <a:gd name="connsiteY24" fmla="*/ 214677 h 505007"/>
                  <a:gd name="connsiteX25" fmla="*/ 101354 w 316792"/>
                  <a:gd name="connsiteY25" fmla="*/ 239361 h 505007"/>
                  <a:gd name="connsiteX26" fmla="*/ 71434 w 316792"/>
                  <a:gd name="connsiteY26" fmla="*/ 222905 h 505007"/>
                  <a:gd name="connsiteX27" fmla="*/ 39270 w 316792"/>
                  <a:gd name="connsiteY27" fmla="*/ 114071 h 505007"/>
                  <a:gd name="connsiteX28" fmla="*/ 29920 w 316792"/>
                  <a:gd name="connsiteY28" fmla="*/ 129405 h 505007"/>
                  <a:gd name="connsiteX29" fmla="*/ 19822 w 316792"/>
                  <a:gd name="connsiteY29" fmla="*/ 114819 h 505007"/>
                  <a:gd name="connsiteX30" fmla="*/ 29172 w 316792"/>
                  <a:gd name="connsiteY30" fmla="*/ 99485 h 505007"/>
                  <a:gd name="connsiteX31" fmla="*/ 39270 w 316792"/>
                  <a:gd name="connsiteY31" fmla="*/ 114071 h 505007"/>
                  <a:gd name="connsiteX32" fmla="*/ 88264 w 316792"/>
                  <a:gd name="connsiteY32" fmla="*/ 187375 h 505007"/>
                  <a:gd name="connsiteX33" fmla="*/ 71808 w 316792"/>
                  <a:gd name="connsiteY33" fmla="*/ 183635 h 505007"/>
                  <a:gd name="connsiteX34" fmla="*/ 60214 w 316792"/>
                  <a:gd name="connsiteY34" fmla="*/ 161195 h 505007"/>
                  <a:gd name="connsiteX35" fmla="*/ 61336 w 316792"/>
                  <a:gd name="connsiteY35" fmla="*/ 158203 h 505007"/>
                  <a:gd name="connsiteX36" fmla="*/ 73678 w 316792"/>
                  <a:gd name="connsiteY36" fmla="*/ 171667 h 505007"/>
                  <a:gd name="connsiteX37" fmla="*/ 90134 w 316792"/>
                  <a:gd name="connsiteY37" fmla="*/ 175407 h 505007"/>
                  <a:gd name="connsiteX38" fmla="*/ 104346 w 316792"/>
                  <a:gd name="connsiteY38" fmla="*/ 171293 h 505007"/>
                  <a:gd name="connsiteX39" fmla="*/ 88264 w 316792"/>
                  <a:gd name="connsiteY39" fmla="*/ 187375 h 505007"/>
                  <a:gd name="connsiteX40" fmla="*/ 161943 w 316792"/>
                  <a:gd name="connsiteY40" fmla="*/ 78541 h 505007"/>
                  <a:gd name="connsiteX41" fmla="*/ 153715 w 316792"/>
                  <a:gd name="connsiteY41" fmla="*/ 87143 h 505007"/>
                  <a:gd name="connsiteX42" fmla="*/ 122298 w 316792"/>
                  <a:gd name="connsiteY42" fmla="*/ 88265 h 505007"/>
                  <a:gd name="connsiteX43" fmla="*/ 113696 w 316792"/>
                  <a:gd name="connsiteY43" fmla="*/ 80037 h 505007"/>
                  <a:gd name="connsiteX44" fmla="*/ 121925 w 316792"/>
                  <a:gd name="connsiteY44" fmla="*/ 71435 h 505007"/>
                  <a:gd name="connsiteX45" fmla="*/ 153341 w 316792"/>
                  <a:gd name="connsiteY45" fmla="*/ 70313 h 505007"/>
                  <a:gd name="connsiteX46" fmla="*/ 161943 w 316792"/>
                  <a:gd name="connsiteY46" fmla="*/ 78541 h 505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316792" h="505007">
                    <a:moveTo>
                      <a:pt x="316779" y="152967"/>
                    </a:moveTo>
                    <a:cubicBezTo>
                      <a:pt x="316031" y="129405"/>
                      <a:pt x="300323" y="110705"/>
                      <a:pt x="280875" y="110331"/>
                    </a:cubicBezTo>
                    <a:lnTo>
                      <a:pt x="253947" y="117437"/>
                    </a:lnTo>
                    <a:cubicBezTo>
                      <a:pt x="167553" y="106217"/>
                      <a:pt x="191489" y="14213"/>
                      <a:pt x="113323" y="2619"/>
                    </a:cubicBezTo>
                    <a:cubicBezTo>
                      <a:pt x="62458" y="-4862"/>
                      <a:pt x="31416" y="5237"/>
                      <a:pt x="16082" y="13465"/>
                    </a:cubicBezTo>
                    <a:cubicBezTo>
                      <a:pt x="6358" y="32539"/>
                      <a:pt x="374" y="53857"/>
                      <a:pt x="0" y="76671"/>
                    </a:cubicBezTo>
                    <a:lnTo>
                      <a:pt x="29172" y="75549"/>
                    </a:lnTo>
                    <a:cubicBezTo>
                      <a:pt x="33660" y="75549"/>
                      <a:pt x="37774" y="78915"/>
                      <a:pt x="37774" y="83777"/>
                    </a:cubicBezTo>
                    <a:cubicBezTo>
                      <a:pt x="37774" y="88265"/>
                      <a:pt x="34034" y="92379"/>
                      <a:pt x="29546" y="92379"/>
                    </a:cubicBezTo>
                    <a:lnTo>
                      <a:pt x="0" y="93501"/>
                    </a:lnTo>
                    <a:lnTo>
                      <a:pt x="2992" y="200091"/>
                    </a:lnTo>
                    <a:cubicBezTo>
                      <a:pt x="5236" y="279380"/>
                      <a:pt x="56848" y="336228"/>
                      <a:pt x="133145" y="332488"/>
                    </a:cubicBezTo>
                    <a:cubicBezTo>
                      <a:pt x="136511" y="332488"/>
                      <a:pt x="139503" y="332114"/>
                      <a:pt x="142869" y="331740"/>
                    </a:cubicBezTo>
                    <a:lnTo>
                      <a:pt x="145487" y="447306"/>
                    </a:lnTo>
                    <a:cubicBezTo>
                      <a:pt x="146609" y="492186"/>
                      <a:pt x="166431" y="506398"/>
                      <a:pt x="210937" y="504902"/>
                    </a:cubicBezTo>
                    <a:cubicBezTo>
                      <a:pt x="254695" y="503032"/>
                      <a:pt x="306307" y="486950"/>
                      <a:pt x="304811" y="442818"/>
                    </a:cubicBezTo>
                    <a:lnTo>
                      <a:pt x="296957" y="194107"/>
                    </a:lnTo>
                    <a:cubicBezTo>
                      <a:pt x="309299" y="186253"/>
                      <a:pt x="317153" y="170919"/>
                      <a:pt x="316779" y="153341"/>
                    </a:cubicBezTo>
                    <a:close/>
                    <a:moveTo>
                      <a:pt x="138007" y="112201"/>
                    </a:moveTo>
                    <a:cubicBezTo>
                      <a:pt x="138007" y="103973"/>
                      <a:pt x="142121" y="97241"/>
                      <a:pt x="147357" y="96867"/>
                    </a:cubicBezTo>
                    <a:cubicBezTo>
                      <a:pt x="152593" y="96867"/>
                      <a:pt x="157081" y="103225"/>
                      <a:pt x="157455" y="111453"/>
                    </a:cubicBezTo>
                    <a:cubicBezTo>
                      <a:pt x="157455" y="119681"/>
                      <a:pt x="153341" y="126413"/>
                      <a:pt x="148105" y="126787"/>
                    </a:cubicBezTo>
                    <a:cubicBezTo>
                      <a:pt x="142869" y="126787"/>
                      <a:pt x="138381" y="120429"/>
                      <a:pt x="138007" y="112201"/>
                    </a:cubicBezTo>
                    <a:close/>
                    <a:moveTo>
                      <a:pt x="71434" y="222905"/>
                    </a:moveTo>
                    <a:lnTo>
                      <a:pt x="129031" y="214677"/>
                    </a:lnTo>
                    <a:cubicBezTo>
                      <a:pt x="128282" y="224027"/>
                      <a:pt x="123046" y="235247"/>
                      <a:pt x="101354" y="239361"/>
                    </a:cubicBezTo>
                    <a:cubicBezTo>
                      <a:pt x="101354" y="239361"/>
                      <a:pt x="69190" y="244597"/>
                      <a:pt x="71434" y="222905"/>
                    </a:cubicBezTo>
                    <a:close/>
                    <a:moveTo>
                      <a:pt x="39270" y="114071"/>
                    </a:moveTo>
                    <a:cubicBezTo>
                      <a:pt x="39270" y="122299"/>
                      <a:pt x="35156" y="129031"/>
                      <a:pt x="29920" y="129405"/>
                    </a:cubicBezTo>
                    <a:cubicBezTo>
                      <a:pt x="24684" y="129405"/>
                      <a:pt x="20196" y="123047"/>
                      <a:pt x="19822" y="114819"/>
                    </a:cubicBezTo>
                    <a:cubicBezTo>
                      <a:pt x="19822" y="106591"/>
                      <a:pt x="23936" y="99859"/>
                      <a:pt x="29172" y="99485"/>
                    </a:cubicBezTo>
                    <a:cubicBezTo>
                      <a:pt x="34408" y="99485"/>
                      <a:pt x="38896" y="105843"/>
                      <a:pt x="39270" y="114071"/>
                    </a:cubicBezTo>
                    <a:close/>
                    <a:moveTo>
                      <a:pt x="88264" y="187375"/>
                    </a:moveTo>
                    <a:lnTo>
                      <a:pt x="71808" y="183635"/>
                    </a:lnTo>
                    <a:cubicBezTo>
                      <a:pt x="62084" y="181391"/>
                      <a:pt x="56474" y="170545"/>
                      <a:pt x="60214" y="161195"/>
                    </a:cubicBezTo>
                    <a:lnTo>
                      <a:pt x="61336" y="158203"/>
                    </a:lnTo>
                    <a:cubicBezTo>
                      <a:pt x="62458" y="164561"/>
                      <a:pt x="66946" y="170171"/>
                      <a:pt x="73678" y="171667"/>
                    </a:cubicBezTo>
                    <a:lnTo>
                      <a:pt x="90134" y="175407"/>
                    </a:lnTo>
                    <a:cubicBezTo>
                      <a:pt x="95744" y="176903"/>
                      <a:pt x="100980" y="173911"/>
                      <a:pt x="104346" y="171293"/>
                    </a:cubicBezTo>
                    <a:cubicBezTo>
                      <a:pt x="106590" y="181017"/>
                      <a:pt x="97988" y="189619"/>
                      <a:pt x="88264" y="187375"/>
                    </a:cubicBezTo>
                    <a:close/>
                    <a:moveTo>
                      <a:pt x="161943" y="78541"/>
                    </a:moveTo>
                    <a:cubicBezTo>
                      <a:pt x="161943" y="83029"/>
                      <a:pt x="158203" y="87143"/>
                      <a:pt x="153715" y="87143"/>
                    </a:cubicBezTo>
                    <a:lnTo>
                      <a:pt x="122298" y="88265"/>
                    </a:lnTo>
                    <a:cubicBezTo>
                      <a:pt x="117811" y="88265"/>
                      <a:pt x="113696" y="84899"/>
                      <a:pt x="113696" y="80037"/>
                    </a:cubicBezTo>
                    <a:cubicBezTo>
                      <a:pt x="113696" y="75549"/>
                      <a:pt x="117437" y="71435"/>
                      <a:pt x="121925" y="71435"/>
                    </a:cubicBezTo>
                    <a:lnTo>
                      <a:pt x="153341" y="70313"/>
                    </a:lnTo>
                    <a:cubicBezTo>
                      <a:pt x="157829" y="70313"/>
                      <a:pt x="161943" y="73679"/>
                      <a:pt x="161943" y="78541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" name="任意多边形: 形状 173" descr="16afc747-cb10-46a5-b2c2-87fd748f9f53">
                <a:extLst>
                  <a:ext uri="{FF2B5EF4-FFF2-40B4-BE49-F238E27FC236}">
                    <a16:creationId xmlns:a16="http://schemas.microsoft.com/office/drawing/2014/main" id="{49924C1E-A42B-65A7-96B7-E933ECAACABC}"/>
                  </a:ext>
                </a:extLst>
              </p:cNvPr>
              <p:cNvSpPr/>
              <p:nvPr/>
            </p:nvSpPr>
            <p:spPr>
              <a:xfrm>
                <a:off x="9941930" y="2343148"/>
                <a:ext cx="65145" cy="28492"/>
              </a:xfrm>
              <a:custGeom>
                <a:avLst/>
                <a:gdLst>
                  <a:gd name="connsiteX0" fmla="*/ 57708 w 57708"/>
                  <a:gd name="connsiteY0" fmla="*/ 0 h 25239"/>
                  <a:gd name="connsiteX1" fmla="*/ 30032 w 57708"/>
                  <a:gd name="connsiteY1" fmla="*/ 24684 h 25239"/>
                  <a:gd name="connsiteX2" fmla="*/ 112 w 57708"/>
                  <a:gd name="connsiteY2" fmla="*/ 8228 h 25239"/>
                  <a:gd name="connsiteX3" fmla="*/ 57708 w 57708"/>
                  <a:gd name="connsiteY3" fmla="*/ 0 h 2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708" h="25239">
                    <a:moveTo>
                      <a:pt x="57708" y="0"/>
                    </a:moveTo>
                    <a:cubicBezTo>
                      <a:pt x="56960" y="9350"/>
                      <a:pt x="51724" y="20570"/>
                      <a:pt x="30032" y="24684"/>
                    </a:cubicBezTo>
                    <a:cubicBezTo>
                      <a:pt x="30032" y="24684"/>
                      <a:pt x="-2132" y="29920"/>
                      <a:pt x="112" y="8228"/>
                    </a:cubicBezTo>
                    <a:lnTo>
                      <a:pt x="57708" y="0"/>
                    </a:ln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" name="任意多边形: 形状 174" descr="530f2367-65a2-40a0-a408-d7e6d3f34125">
                <a:extLst>
                  <a:ext uri="{FF2B5EF4-FFF2-40B4-BE49-F238E27FC236}">
                    <a16:creationId xmlns:a16="http://schemas.microsoft.com/office/drawing/2014/main" id="{C5813D66-1A50-695D-039B-E21FAE932CAC}"/>
                  </a:ext>
                </a:extLst>
              </p:cNvPr>
              <p:cNvSpPr/>
              <p:nvPr/>
            </p:nvSpPr>
            <p:spPr>
              <a:xfrm>
                <a:off x="9989765" y="2181022"/>
                <a:ext cx="54464" cy="20266"/>
              </a:xfrm>
              <a:custGeom>
                <a:avLst/>
                <a:gdLst>
                  <a:gd name="connsiteX0" fmla="*/ 0 w 48246"/>
                  <a:gd name="connsiteY0" fmla="*/ 9724 h 17952"/>
                  <a:gd name="connsiteX1" fmla="*/ 8228 w 48246"/>
                  <a:gd name="connsiteY1" fmla="*/ 1122 h 17952"/>
                  <a:gd name="connsiteX2" fmla="*/ 39644 w 48246"/>
                  <a:gd name="connsiteY2" fmla="*/ 0 h 17952"/>
                  <a:gd name="connsiteX3" fmla="*/ 48246 w 48246"/>
                  <a:gd name="connsiteY3" fmla="*/ 8228 h 17952"/>
                  <a:gd name="connsiteX4" fmla="*/ 40018 w 48246"/>
                  <a:gd name="connsiteY4" fmla="*/ 16830 h 17952"/>
                  <a:gd name="connsiteX5" fmla="*/ 8602 w 48246"/>
                  <a:gd name="connsiteY5" fmla="*/ 17952 h 17952"/>
                  <a:gd name="connsiteX6" fmla="*/ 0 w 48246"/>
                  <a:gd name="connsiteY6" fmla="*/ 9724 h 17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246" h="17952">
                    <a:moveTo>
                      <a:pt x="0" y="9724"/>
                    </a:moveTo>
                    <a:cubicBezTo>
                      <a:pt x="0" y="5236"/>
                      <a:pt x="3740" y="1122"/>
                      <a:pt x="8228" y="1122"/>
                    </a:cubicBezTo>
                    <a:lnTo>
                      <a:pt x="39644" y="0"/>
                    </a:lnTo>
                    <a:cubicBezTo>
                      <a:pt x="44132" y="0"/>
                      <a:pt x="48246" y="3366"/>
                      <a:pt x="48246" y="8228"/>
                    </a:cubicBezTo>
                    <a:cubicBezTo>
                      <a:pt x="48246" y="12716"/>
                      <a:pt x="44506" y="16830"/>
                      <a:pt x="40018" y="16830"/>
                    </a:cubicBezTo>
                    <a:lnTo>
                      <a:pt x="8602" y="17952"/>
                    </a:lnTo>
                    <a:cubicBezTo>
                      <a:pt x="4114" y="17952"/>
                      <a:pt x="0" y="14586"/>
                      <a:pt x="0" y="9724"/>
                    </a:cubicBez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" name="任意多边形: 形状 175" descr="a6e06813-3518-4c25-b3f4-308a8befd938">
                <a:extLst>
                  <a:ext uri="{FF2B5EF4-FFF2-40B4-BE49-F238E27FC236}">
                    <a16:creationId xmlns:a16="http://schemas.microsoft.com/office/drawing/2014/main" id="{C45F6A7C-D5DA-7B8C-BB07-316DAA371EFB}"/>
                  </a:ext>
                </a:extLst>
              </p:cNvPr>
              <p:cNvSpPr/>
              <p:nvPr/>
            </p:nvSpPr>
            <p:spPr>
              <a:xfrm>
                <a:off x="9883793" y="2213109"/>
                <a:ext cx="21954" cy="33776"/>
              </a:xfrm>
              <a:custGeom>
                <a:avLst/>
                <a:gdLst>
                  <a:gd name="connsiteX0" fmla="*/ 19448 w 19448"/>
                  <a:gd name="connsiteY0" fmla="*/ 14586 h 29920"/>
                  <a:gd name="connsiteX1" fmla="*/ 10098 w 19448"/>
                  <a:gd name="connsiteY1" fmla="*/ 29920 h 29920"/>
                  <a:gd name="connsiteX2" fmla="*/ 0 w 19448"/>
                  <a:gd name="connsiteY2" fmla="*/ 15334 h 29920"/>
                  <a:gd name="connsiteX3" fmla="*/ 9350 w 19448"/>
                  <a:gd name="connsiteY3" fmla="*/ 0 h 29920"/>
                  <a:gd name="connsiteX4" fmla="*/ 19448 w 19448"/>
                  <a:gd name="connsiteY4" fmla="*/ 14586 h 29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48" h="29920">
                    <a:moveTo>
                      <a:pt x="19448" y="14586"/>
                    </a:moveTo>
                    <a:cubicBezTo>
                      <a:pt x="19448" y="22814"/>
                      <a:pt x="15334" y="29546"/>
                      <a:pt x="10098" y="29920"/>
                    </a:cubicBezTo>
                    <a:cubicBezTo>
                      <a:pt x="4862" y="29920"/>
                      <a:pt x="374" y="23562"/>
                      <a:pt x="0" y="15334"/>
                    </a:cubicBezTo>
                    <a:cubicBezTo>
                      <a:pt x="0" y="7106"/>
                      <a:pt x="4114" y="374"/>
                      <a:pt x="9350" y="0"/>
                    </a:cubicBezTo>
                    <a:cubicBezTo>
                      <a:pt x="14586" y="0"/>
                      <a:pt x="19074" y="6358"/>
                      <a:pt x="19448" y="14586"/>
                    </a:cubicBez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" name="任意多边形: 形状 176" descr="3249b5e3-8338-4ada-a998-77ef2b8bb9b0">
                <a:extLst>
                  <a:ext uri="{FF2B5EF4-FFF2-40B4-BE49-F238E27FC236}">
                    <a16:creationId xmlns:a16="http://schemas.microsoft.com/office/drawing/2014/main" id="{156E617D-7BFB-9CF7-0167-9F44966C5981}"/>
                  </a:ext>
                </a:extLst>
              </p:cNvPr>
              <p:cNvSpPr/>
              <p:nvPr/>
            </p:nvSpPr>
            <p:spPr>
              <a:xfrm>
                <a:off x="10017208" y="2210154"/>
                <a:ext cx="21954" cy="33776"/>
              </a:xfrm>
              <a:custGeom>
                <a:avLst/>
                <a:gdLst>
                  <a:gd name="connsiteX0" fmla="*/ 9350 w 19448"/>
                  <a:gd name="connsiteY0" fmla="*/ 0 h 29920"/>
                  <a:gd name="connsiteX1" fmla="*/ 19448 w 19448"/>
                  <a:gd name="connsiteY1" fmla="*/ 14586 h 29920"/>
                  <a:gd name="connsiteX2" fmla="*/ 10098 w 19448"/>
                  <a:gd name="connsiteY2" fmla="*/ 29920 h 29920"/>
                  <a:gd name="connsiteX3" fmla="*/ 0 w 19448"/>
                  <a:gd name="connsiteY3" fmla="*/ 15334 h 29920"/>
                  <a:gd name="connsiteX4" fmla="*/ 9350 w 19448"/>
                  <a:gd name="connsiteY4" fmla="*/ 0 h 29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48" h="29920">
                    <a:moveTo>
                      <a:pt x="9350" y="0"/>
                    </a:moveTo>
                    <a:cubicBezTo>
                      <a:pt x="14586" y="0"/>
                      <a:pt x="19074" y="6358"/>
                      <a:pt x="19448" y="14586"/>
                    </a:cubicBezTo>
                    <a:cubicBezTo>
                      <a:pt x="19448" y="22814"/>
                      <a:pt x="15334" y="29546"/>
                      <a:pt x="10098" y="29920"/>
                    </a:cubicBezTo>
                    <a:cubicBezTo>
                      <a:pt x="4862" y="29920"/>
                      <a:pt x="374" y="23562"/>
                      <a:pt x="0" y="15334"/>
                    </a:cubicBezTo>
                    <a:cubicBezTo>
                      <a:pt x="0" y="7106"/>
                      <a:pt x="4114" y="374"/>
                      <a:pt x="9350" y="0"/>
                    </a:cubicBezTo>
                    <a:close/>
                  </a:path>
                </a:pathLst>
              </a:custGeom>
              <a:solidFill>
                <a:srgbClr val="00054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" name="任意多边形: 形状 177" descr="b0ae79bf-01fa-40cc-af5d-d5b84b6156e9">
                <a:extLst>
                  <a:ext uri="{FF2B5EF4-FFF2-40B4-BE49-F238E27FC236}">
                    <a16:creationId xmlns:a16="http://schemas.microsoft.com/office/drawing/2014/main" id="{E081C7E5-E2DC-C826-CDE6-42541F15790D}"/>
                  </a:ext>
                </a:extLst>
              </p:cNvPr>
              <p:cNvSpPr/>
              <p:nvPr/>
            </p:nvSpPr>
            <p:spPr>
              <a:xfrm>
                <a:off x="9928072" y="2279396"/>
                <a:ext cx="51252" cy="33335"/>
              </a:xfrm>
              <a:custGeom>
                <a:avLst/>
                <a:gdLst>
                  <a:gd name="connsiteX0" fmla="*/ 2290 w 45401"/>
                  <a:gd name="connsiteY0" fmla="*/ 0 h 29529"/>
                  <a:gd name="connsiteX1" fmla="*/ 14632 w 45401"/>
                  <a:gd name="connsiteY1" fmla="*/ 13464 h 29529"/>
                  <a:gd name="connsiteX2" fmla="*/ 31088 w 45401"/>
                  <a:gd name="connsiteY2" fmla="*/ 17204 h 29529"/>
                  <a:gd name="connsiteX3" fmla="*/ 44926 w 45401"/>
                  <a:gd name="connsiteY3" fmla="*/ 11594 h 29529"/>
                  <a:gd name="connsiteX4" fmla="*/ 29218 w 45401"/>
                  <a:gd name="connsiteY4" fmla="*/ 29172 h 29529"/>
                  <a:gd name="connsiteX5" fmla="*/ 12762 w 45401"/>
                  <a:gd name="connsiteY5" fmla="*/ 25432 h 29529"/>
                  <a:gd name="connsiteX6" fmla="*/ 1168 w 45401"/>
                  <a:gd name="connsiteY6" fmla="*/ 2992 h 29529"/>
                  <a:gd name="connsiteX7" fmla="*/ 2290 w 45401"/>
                  <a:gd name="connsiteY7" fmla="*/ 0 h 29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401" h="29529">
                    <a:moveTo>
                      <a:pt x="2290" y="0"/>
                    </a:moveTo>
                    <a:cubicBezTo>
                      <a:pt x="3412" y="6358"/>
                      <a:pt x="7900" y="11968"/>
                      <a:pt x="14632" y="13464"/>
                    </a:cubicBezTo>
                    <a:lnTo>
                      <a:pt x="31088" y="17204"/>
                    </a:lnTo>
                    <a:cubicBezTo>
                      <a:pt x="36698" y="18700"/>
                      <a:pt x="41934" y="15708"/>
                      <a:pt x="44926" y="11594"/>
                    </a:cubicBezTo>
                    <a:cubicBezTo>
                      <a:pt x="47544" y="22814"/>
                      <a:pt x="38942" y="31416"/>
                      <a:pt x="29218" y="29172"/>
                    </a:cubicBezTo>
                    <a:lnTo>
                      <a:pt x="12762" y="25432"/>
                    </a:lnTo>
                    <a:cubicBezTo>
                      <a:pt x="3038" y="23188"/>
                      <a:pt x="-2572" y="12342"/>
                      <a:pt x="1168" y="2992"/>
                    </a:cubicBezTo>
                    <a:lnTo>
                      <a:pt x="2290" y="0"/>
                    </a:lnTo>
                    <a:close/>
                  </a:path>
                </a:pathLst>
              </a:custGeom>
              <a:solidFill>
                <a:srgbClr val="FA694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" name="任意多边形: 形状 178" descr="5c657126-55ad-4936-b3d8-3a85e3042f5a">
                <a:extLst>
                  <a:ext uri="{FF2B5EF4-FFF2-40B4-BE49-F238E27FC236}">
                    <a16:creationId xmlns:a16="http://schemas.microsoft.com/office/drawing/2014/main" id="{F5B379F1-05D8-2479-A316-819187476A28}"/>
                  </a:ext>
                </a:extLst>
              </p:cNvPr>
              <p:cNvSpPr/>
              <p:nvPr/>
            </p:nvSpPr>
            <p:spPr>
              <a:xfrm>
                <a:off x="9921369" y="1914434"/>
                <a:ext cx="229255" cy="100662"/>
              </a:xfrm>
              <a:custGeom>
                <a:avLst/>
                <a:gdLst>
                  <a:gd name="connsiteX0" fmla="*/ 58718 w 203082"/>
                  <a:gd name="connsiteY0" fmla="*/ 10630 h 89170"/>
                  <a:gd name="connsiteX1" fmla="*/ 203083 w 203082"/>
                  <a:gd name="connsiteY1" fmla="*/ 16614 h 89170"/>
                  <a:gd name="connsiteX2" fmla="*/ 81158 w 203082"/>
                  <a:gd name="connsiteY2" fmla="*/ 89170 h 89170"/>
                  <a:gd name="connsiteX3" fmla="*/ 0 w 203082"/>
                  <a:gd name="connsiteY3" fmla="*/ 66356 h 89170"/>
                  <a:gd name="connsiteX4" fmla="*/ 58344 w 203082"/>
                  <a:gd name="connsiteY4" fmla="*/ 11004 h 89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082" h="89170">
                    <a:moveTo>
                      <a:pt x="58718" y="10630"/>
                    </a:moveTo>
                    <a:cubicBezTo>
                      <a:pt x="96492" y="-2834"/>
                      <a:pt x="144739" y="-6200"/>
                      <a:pt x="203083" y="16614"/>
                    </a:cubicBezTo>
                    <a:cubicBezTo>
                      <a:pt x="152967" y="29330"/>
                      <a:pt x="110704" y="53640"/>
                      <a:pt x="81158" y="89170"/>
                    </a:cubicBezTo>
                    <a:cubicBezTo>
                      <a:pt x="50116" y="75706"/>
                      <a:pt x="23188" y="68974"/>
                      <a:pt x="0" y="66356"/>
                    </a:cubicBezTo>
                    <a:cubicBezTo>
                      <a:pt x="15708" y="45412"/>
                      <a:pt x="35156" y="26712"/>
                      <a:pt x="58344" y="11004"/>
                    </a:cubicBezTo>
                    <a:close/>
                  </a:path>
                </a:pathLst>
              </a:custGeom>
              <a:solidFill>
                <a:srgbClr val="FFC97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: 形状 179" descr="5892fd50-7cae-4c29-aa7b-1c2e01abffd7">
                <a:extLst>
                  <a:ext uri="{FF2B5EF4-FFF2-40B4-BE49-F238E27FC236}">
                    <a16:creationId xmlns:a16="http://schemas.microsoft.com/office/drawing/2014/main" id="{347433C2-B48E-5A5B-237D-D78E07D53C06}"/>
                  </a:ext>
                </a:extLst>
              </p:cNvPr>
              <p:cNvSpPr/>
              <p:nvPr/>
            </p:nvSpPr>
            <p:spPr>
              <a:xfrm>
                <a:off x="9896037" y="1926857"/>
                <a:ext cx="91618" cy="62486"/>
              </a:xfrm>
              <a:custGeom>
                <a:avLst/>
                <a:gdLst>
                  <a:gd name="connsiteX0" fmla="*/ 22814 w 81158"/>
                  <a:gd name="connsiteY0" fmla="*/ 55352 h 55352"/>
                  <a:gd name="connsiteX1" fmla="*/ 0 w 81158"/>
                  <a:gd name="connsiteY1" fmla="*/ 53856 h 55352"/>
                  <a:gd name="connsiteX2" fmla="*/ 81158 w 81158"/>
                  <a:gd name="connsiteY2" fmla="*/ 0 h 55352"/>
                  <a:gd name="connsiteX3" fmla="*/ 22814 w 81158"/>
                  <a:gd name="connsiteY3" fmla="*/ 55352 h 55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158" h="55352">
                    <a:moveTo>
                      <a:pt x="22814" y="55352"/>
                    </a:moveTo>
                    <a:cubicBezTo>
                      <a:pt x="14586" y="54230"/>
                      <a:pt x="7106" y="53856"/>
                      <a:pt x="0" y="53856"/>
                    </a:cubicBezTo>
                    <a:cubicBezTo>
                      <a:pt x="15334" y="37400"/>
                      <a:pt x="42636" y="13464"/>
                      <a:pt x="81158" y="0"/>
                    </a:cubicBezTo>
                    <a:cubicBezTo>
                      <a:pt x="57970" y="15708"/>
                      <a:pt x="38148" y="34408"/>
                      <a:pt x="22814" y="55352"/>
                    </a:cubicBez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" name="任意多边形: 形状 180" descr="fa107ed0-8d71-41cd-870d-cee07f294c08">
                <a:extLst>
                  <a:ext uri="{FF2B5EF4-FFF2-40B4-BE49-F238E27FC236}">
                    <a16:creationId xmlns:a16="http://schemas.microsoft.com/office/drawing/2014/main" id="{05919EF6-63F1-F519-7BDC-074ADA523978}"/>
                  </a:ext>
                </a:extLst>
              </p:cNvPr>
              <p:cNvSpPr/>
              <p:nvPr/>
            </p:nvSpPr>
            <p:spPr>
              <a:xfrm>
                <a:off x="10012986" y="1932768"/>
                <a:ext cx="289639" cy="319185"/>
              </a:xfrm>
              <a:custGeom>
                <a:avLst/>
                <a:gdLst>
                  <a:gd name="connsiteX0" fmla="*/ 173537 w 256572"/>
                  <a:gd name="connsiteY0" fmla="*/ 25806 h 282745"/>
                  <a:gd name="connsiteX1" fmla="*/ 236369 w 256572"/>
                  <a:gd name="connsiteY1" fmla="*/ 282745 h 282745"/>
                  <a:gd name="connsiteX2" fmla="*/ 234125 w 256572"/>
                  <a:gd name="connsiteY2" fmla="*/ 279753 h 282745"/>
                  <a:gd name="connsiteX3" fmla="*/ 0 w 256572"/>
                  <a:gd name="connsiteY3" fmla="*/ 72556 h 282745"/>
                  <a:gd name="connsiteX4" fmla="*/ 121925 w 256572"/>
                  <a:gd name="connsiteY4" fmla="*/ 0 h 282745"/>
                  <a:gd name="connsiteX5" fmla="*/ 173163 w 256572"/>
                  <a:gd name="connsiteY5" fmla="*/ 25432 h 282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6572" h="282745">
                    <a:moveTo>
                      <a:pt x="173537" y="25806"/>
                    </a:moveTo>
                    <a:cubicBezTo>
                      <a:pt x="173537" y="25806"/>
                      <a:pt x="305933" y="100606"/>
                      <a:pt x="236369" y="282745"/>
                    </a:cubicBezTo>
                    <a:cubicBezTo>
                      <a:pt x="236369" y="282745"/>
                      <a:pt x="235621" y="281623"/>
                      <a:pt x="234125" y="279753"/>
                    </a:cubicBezTo>
                    <a:cubicBezTo>
                      <a:pt x="145113" y="160447"/>
                      <a:pt x="64702" y="100980"/>
                      <a:pt x="0" y="72556"/>
                    </a:cubicBezTo>
                    <a:cubicBezTo>
                      <a:pt x="29546" y="37026"/>
                      <a:pt x="71808" y="13090"/>
                      <a:pt x="121925" y="0"/>
                    </a:cubicBezTo>
                    <a:cubicBezTo>
                      <a:pt x="138381" y="6358"/>
                      <a:pt x="155585" y="14586"/>
                      <a:pt x="173163" y="25432"/>
                    </a:cubicBez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任意多边形: 形状 181" descr="69830df7-b290-416f-ab54-6585868e86cd">
                <a:extLst>
                  <a:ext uri="{FF2B5EF4-FFF2-40B4-BE49-F238E27FC236}">
                    <a16:creationId xmlns:a16="http://schemas.microsoft.com/office/drawing/2014/main" id="{DF5BFD5B-B5FB-C977-90F9-CC8EE438CA77}"/>
                  </a:ext>
                </a:extLst>
              </p:cNvPr>
              <p:cNvSpPr/>
              <p:nvPr/>
            </p:nvSpPr>
            <p:spPr>
              <a:xfrm>
                <a:off x="9799943" y="1987641"/>
                <a:ext cx="477342" cy="261356"/>
              </a:xfrm>
              <a:custGeom>
                <a:avLst/>
                <a:gdLst>
                  <a:gd name="connsiteX0" fmla="*/ 30145 w 422846"/>
                  <a:gd name="connsiteY0" fmla="*/ 8613 h 231518"/>
                  <a:gd name="connsiteX1" fmla="*/ 85123 w 422846"/>
                  <a:gd name="connsiteY1" fmla="*/ 11 h 231518"/>
                  <a:gd name="connsiteX2" fmla="*/ 422846 w 422846"/>
                  <a:gd name="connsiteY2" fmla="*/ 231518 h 231518"/>
                  <a:gd name="connsiteX3" fmla="*/ 128881 w 422846"/>
                  <a:gd name="connsiteY3" fmla="*/ 53120 h 231518"/>
                  <a:gd name="connsiteX4" fmla="*/ 73903 w 422846"/>
                  <a:gd name="connsiteY4" fmla="*/ 55738 h 231518"/>
                  <a:gd name="connsiteX5" fmla="*/ 35381 w 422846"/>
                  <a:gd name="connsiteY5" fmla="*/ 118570 h 231518"/>
                  <a:gd name="connsiteX6" fmla="*/ 35754 w 422846"/>
                  <a:gd name="connsiteY6" fmla="*/ 127920 h 231518"/>
                  <a:gd name="connsiteX7" fmla="*/ 29770 w 422846"/>
                  <a:gd name="connsiteY7" fmla="*/ 8613 h 231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2846" h="231518">
                    <a:moveTo>
                      <a:pt x="30145" y="8613"/>
                    </a:moveTo>
                    <a:cubicBezTo>
                      <a:pt x="30145" y="8613"/>
                      <a:pt x="49967" y="-363"/>
                      <a:pt x="85123" y="11"/>
                    </a:cubicBezTo>
                    <a:cubicBezTo>
                      <a:pt x="152443" y="385"/>
                      <a:pt x="276237" y="34794"/>
                      <a:pt x="422846" y="231518"/>
                    </a:cubicBezTo>
                    <a:cubicBezTo>
                      <a:pt x="405642" y="209452"/>
                      <a:pt x="285962" y="62470"/>
                      <a:pt x="128881" y="53120"/>
                    </a:cubicBezTo>
                    <a:cubicBezTo>
                      <a:pt x="110929" y="51998"/>
                      <a:pt x="92603" y="52746"/>
                      <a:pt x="73903" y="55738"/>
                    </a:cubicBezTo>
                    <a:cubicBezTo>
                      <a:pt x="73903" y="55738"/>
                      <a:pt x="34633" y="64714"/>
                      <a:pt x="35381" y="118570"/>
                    </a:cubicBezTo>
                    <a:cubicBezTo>
                      <a:pt x="35381" y="121562"/>
                      <a:pt x="35381" y="124554"/>
                      <a:pt x="35754" y="127920"/>
                    </a:cubicBezTo>
                    <a:cubicBezTo>
                      <a:pt x="35754" y="127920"/>
                      <a:pt x="-40542" y="36290"/>
                      <a:pt x="29770" y="8613"/>
                    </a:cubicBezTo>
                    <a:close/>
                  </a:path>
                </a:pathLst>
              </a:custGeom>
              <a:solidFill>
                <a:srgbClr val="FCA463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" name="任意多边形: 形状 182" descr="608db06c-e94c-4495-970c-f26e0f5cb40d">
                <a:extLst>
                  <a:ext uri="{FF2B5EF4-FFF2-40B4-BE49-F238E27FC236}">
                    <a16:creationId xmlns:a16="http://schemas.microsoft.com/office/drawing/2014/main" id="{127C5650-78DB-9173-55EE-37985BC86CEC}"/>
                  </a:ext>
                </a:extLst>
              </p:cNvPr>
              <p:cNvSpPr/>
              <p:nvPr/>
            </p:nvSpPr>
            <p:spPr>
              <a:xfrm>
                <a:off x="10277285" y="2248997"/>
                <a:ext cx="2532" cy="3378"/>
              </a:xfrm>
              <a:custGeom>
                <a:avLst/>
                <a:gdLst>
                  <a:gd name="connsiteX0" fmla="*/ 0 w 2243"/>
                  <a:gd name="connsiteY0" fmla="*/ 0 h 2992"/>
                  <a:gd name="connsiteX1" fmla="*/ 2244 w 2243"/>
                  <a:gd name="connsiteY1" fmla="*/ 2992 h 2992"/>
                  <a:gd name="connsiteX2" fmla="*/ 0 w 2243"/>
                  <a:gd name="connsiteY2" fmla="*/ 0 h 2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43" h="2992">
                    <a:moveTo>
                      <a:pt x="0" y="0"/>
                    </a:moveTo>
                    <a:cubicBezTo>
                      <a:pt x="0" y="0"/>
                      <a:pt x="2244" y="2992"/>
                      <a:pt x="2244" y="2992"/>
                    </a:cubicBezTo>
                    <a:cubicBezTo>
                      <a:pt x="1496" y="1870"/>
                      <a:pt x="748" y="1122"/>
                      <a:pt x="0" y="0"/>
                    </a:cubicBezTo>
                    <a:close/>
                  </a:path>
                </a:pathLst>
              </a:custGeom>
              <a:solidFill>
                <a:srgbClr val="FFEB9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0" name="任意多边形: 形状 169" descr="a96f92d8-fb5f-46f6-9a17-f90dc3920fcc">
                <a:extLst>
                  <a:ext uri="{FF2B5EF4-FFF2-40B4-BE49-F238E27FC236}">
                    <a16:creationId xmlns:a16="http://schemas.microsoft.com/office/drawing/2014/main" id="{A90FF367-29BD-2C0E-6C0D-E05E0563B952}"/>
                  </a:ext>
                </a:extLst>
              </p:cNvPr>
              <p:cNvSpPr/>
              <p:nvPr/>
            </p:nvSpPr>
            <p:spPr>
              <a:xfrm>
                <a:off x="10099116" y="2551716"/>
                <a:ext cx="158816" cy="192766"/>
              </a:xfrm>
              <a:custGeom>
                <a:avLst/>
                <a:gdLst>
                  <a:gd name="connsiteX0" fmla="*/ 92752 w 140685"/>
                  <a:gd name="connsiteY0" fmla="*/ 0 h 170759"/>
                  <a:gd name="connsiteX1" fmla="*/ 140625 w 140685"/>
                  <a:gd name="connsiteY1" fmla="*/ 23936 h 170759"/>
                  <a:gd name="connsiteX2" fmla="*/ 19074 w 140685"/>
                  <a:gd name="connsiteY2" fmla="*/ 170545 h 170759"/>
                  <a:gd name="connsiteX3" fmla="*/ 0 w 140685"/>
                  <a:gd name="connsiteY3" fmla="*/ 105468 h 170759"/>
                  <a:gd name="connsiteX4" fmla="*/ 92378 w 140685"/>
                  <a:gd name="connsiteY4" fmla="*/ 374 h 170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685" h="170759">
                    <a:moveTo>
                      <a:pt x="92752" y="0"/>
                    </a:moveTo>
                    <a:lnTo>
                      <a:pt x="140625" y="23936"/>
                    </a:lnTo>
                    <a:cubicBezTo>
                      <a:pt x="140625" y="23936"/>
                      <a:pt x="147357" y="177277"/>
                      <a:pt x="19074" y="170545"/>
                    </a:cubicBezTo>
                    <a:lnTo>
                      <a:pt x="0" y="105468"/>
                    </a:lnTo>
                    <a:cubicBezTo>
                      <a:pt x="0" y="105468"/>
                      <a:pt x="95370" y="88638"/>
                      <a:pt x="92378" y="374"/>
                    </a:cubicBezTo>
                    <a:close/>
                  </a:path>
                </a:pathLst>
              </a:custGeom>
              <a:solidFill>
                <a:srgbClr val="F7C6A4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1" name="任意多边形: 形状 170" descr="c4313dac-429f-4bfd-96f9-430c40654df0">
                <a:extLst>
                  <a:ext uri="{FF2B5EF4-FFF2-40B4-BE49-F238E27FC236}">
                    <a16:creationId xmlns:a16="http://schemas.microsoft.com/office/drawing/2014/main" id="{4DA664B0-2EEF-BF00-C94E-479E2AEA4647}"/>
                  </a:ext>
                </a:extLst>
              </p:cNvPr>
              <p:cNvSpPr/>
              <p:nvPr/>
            </p:nvSpPr>
            <p:spPr>
              <a:xfrm>
                <a:off x="9958318" y="2542850"/>
                <a:ext cx="141219" cy="194212"/>
              </a:xfrm>
              <a:custGeom>
                <a:avLst/>
                <a:gdLst>
                  <a:gd name="connsiteX0" fmla="*/ 125097 w 125097"/>
                  <a:gd name="connsiteY0" fmla="*/ 112948 h 172040"/>
                  <a:gd name="connsiteX1" fmla="*/ 86201 w 125097"/>
                  <a:gd name="connsiteY1" fmla="*/ 172041 h 172040"/>
                  <a:gd name="connsiteX2" fmla="*/ 555 w 125097"/>
                  <a:gd name="connsiteY2" fmla="*/ 20570 h 172040"/>
                  <a:gd name="connsiteX3" fmla="*/ 58525 w 125097"/>
                  <a:gd name="connsiteY3" fmla="*/ 0 h 172040"/>
                  <a:gd name="connsiteX4" fmla="*/ 125097 w 125097"/>
                  <a:gd name="connsiteY4" fmla="*/ 112948 h 172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097" h="172040">
                    <a:moveTo>
                      <a:pt x="125097" y="112948"/>
                    </a:moveTo>
                    <a:lnTo>
                      <a:pt x="86201" y="172041"/>
                    </a:lnTo>
                    <a:cubicBezTo>
                      <a:pt x="86201" y="172041"/>
                      <a:pt x="-8047" y="137258"/>
                      <a:pt x="555" y="20570"/>
                    </a:cubicBezTo>
                    <a:lnTo>
                      <a:pt x="58525" y="0"/>
                    </a:lnTo>
                    <a:cubicBezTo>
                      <a:pt x="58525" y="0"/>
                      <a:pt x="48801" y="79288"/>
                      <a:pt x="125097" y="112948"/>
                    </a:cubicBezTo>
                    <a:close/>
                  </a:path>
                </a:pathLst>
              </a:custGeom>
              <a:solidFill>
                <a:srgbClr val="F7C6A4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7" name="任意多边形: 形状 166" descr="fe5290ac-04e2-4c05-b7e5-9e20e3b5c564">
                <a:extLst>
                  <a:ext uri="{FF2B5EF4-FFF2-40B4-BE49-F238E27FC236}">
                    <a16:creationId xmlns:a16="http://schemas.microsoft.com/office/drawing/2014/main" id="{9BA81CEF-64CE-259A-7F68-2818707568D3}"/>
                  </a:ext>
                </a:extLst>
              </p:cNvPr>
              <p:cNvSpPr/>
              <p:nvPr/>
            </p:nvSpPr>
            <p:spPr>
              <a:xfrm>
                <a:off x="9245846" y="3556134"/>
                <a:ext cx="177324" cy="452600"/>
              </a:xfrm>
              <a:custGeom>
                <a:avLst/>
                <a:gdLst>
                  <a:gd name="connsiteX0" fmla="*/ 33660 w 157080"/>
                  <a:gd name="connsiteY0" fmla="*/ 0 h 400929"/>
                  <a:gd name="connsiteX1" fmla="*/ 123420 w 157080"/>
                  <a:gd name="connsiteY1" fmla="*/ 0 h 400929"/>
                  <a:gd name="connsiteX2" fmla="*/ 157081 w 157080"/>
                  <a:gd name="connsiteY2" fmla="*/ 33660 h 400929"/>
                  <a:gd name="connsiteX3" fmla="*/ 157081 w 157080"/>
                  <a:gd name="connsiteY3" fmla="*/ 367269 h 400929"/>
                  <a:gd name="connsiteX4" fmla="*/ 123420 w 157080"/>
                  <a:gd name="connsiteY4" fmla="*/ 400929 h 400929"/>
                  <a:gd name="connsiteX5" fmla="*/ 33660 w 157080"/>
                  <a:gd name="connsiteY5" fmla="*/ 400929 h 400929"/>
                  <a:gd name="connsiteX6" fmla="*/ 0 w 157080"/>
                  <a:gd name="connsiteY6" fmla="*/ 367269 h 400929"/>
                  <a:gd name="connsiteX7" fmla="*/ 0 w 157080"/>
                  <a:gd name="connsiteY7" fmla="*/ 33660 h 400929"/>
                  <a:gd name="connsiteX8" fmla="*/ 33660 w 157080"/>
                  <a:gd name="connsiteY8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080" h="400929">
                    <a:moveTo>
                      <a:pt x="33660" y="0"/>
                    </a:moveTo>
                    <a:lnTo>
                      <a:pt x="123420" y="0"/>
                    </a:lnTo>
                    <a:cubicBezTo>
                      <a:pt x="142121" y="0"/>
                      <a:pt x="157081" y="14960"/>
                      <a:pt x="157081" y="33660"/>
                    </a:cubicBezTo>
                    <a:lnTo>
                      <a:pt x="157081" y="367269"/>
                    </a:lnTo>
                    <a:cubicBezTo>
                      <a:pt x="157081" y="385969"/>
                      <a:pt x="142121" y="400929"/>
                      <a:pt x="123420" y="400929"/>
                    </a:cubicBezTo>
                    <a:lnTo>
                      <a:pt x="33660" y="400929"/>
                    </a:lnTo>
                    <a:cubicBezTo>
                      <a:pt x="14960" y="400929"/>
                      <a:pt x="0" y="385969"/>
                      <a:pt x="0" y="367269"/>
                    </a:cubicBezTo>
                    <a:lnTo>
                      <a:pt x="0" y="33660"/>
                    </a:lnTo>
                    <a:cubicBezTo>
                      <a:pt x="0" y="14960"/>
                      <a:pt x="14960" y="0"/>
                      <a:pt x="33660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任意多边形: 形状 167" descr="dddcc5d4-9835-46be-80ea-4c53b85d31ba">
                <a:extLst>
                  <a:ext uri="{FF2B5EF4-FFF2-40B4-BE49-F238E27FC236}">
                    <a16:creationId xmlns:a16="http://schemas.microsoft.com/office/drawing/2014/main" id="{AB2A76DD-51E3-991E-CA92-D63BAFFF644C}"/>
                  </a:ext>
                </a:extLst>
              </p:cNvPr>
              <p:cNvSpPr/>
              <p:nvPr/>
            </p:nvSpPr>
            <p:spPr>
              <a:xfrm>
                <a:off x="9301576" y="3556134"/>
                <a:ext cx="177747" cy="452600"/>
              </a:xfrm>
              <a:custGeom>
                <a:avLst/>
                <a:gdLst>
                  <a:gd name="connsiteX0" fmla="*/ 24310 w 157454"/>
                  <a:gd name="connsiteY0" fmla="*/ 0 h 400929"/>
                  <a:gd name="connsiteX1" fmla="*/ 133144 w 157454"/>
                  <a:gd name="connsiteY1" fmla="*/ 0 h 400929"/>
                  <a:gd name="connsiteX2" fmla="*/ 157455 w 157454"/>
                  <a:gd name="connsiteY2" fmla="*/ 24310 h 400929"/>
                  <a:gd name="connsiteX3" fmla="*/ 157455 w 157454"/>
                  <a:gd name="connsiteY3" fmla="*/ 376619 h 400929"/>
                  <a:gd name="connsiteX4" fmla="*/ 133144 w 157454"/>
                  <a:gd name="connsiteY4" fmla="*/ 400929 h 400929"/>
                  <a:gd name="connsiteX5" fmla="*/ 24310 w 157454"/>
                  <a:gd name="connsiteY5" fmla="*/ 400929 h 400929"/>
                  <a:gd name="connsiteX6" fmla="*/ 0 w 157454"/>
                  <a:gd name="connsiteY6" fmla="*/ 376619 h 400929"/>
                  <a:gd name="connsiteX7" fmla="*/ 0 w 157454"/>
                  <a:gd name="connsiteY7" fmla="*/ 24310 h 400929"/>
                  <a:gd name="connsiteX8" fmla="*/ 24310 w 157454"/>
                  <a:gd name="connsiteY8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454" h="400929">
                    <a:moveTo>
                      <a:pt x="24310" y="0"/>
                    </a:moveTo>
                    <a:lnTo>
                      <a:pt x="133144" y="0"/>
                    </a:lnTo>
                    <a:cubicBezTo>
                      <a:pt x="146609" y="0"/>
                      <a:pt x="157455" y="10846"/>
                      <a:pt x="157455" y="24310"/>
                    </a:cubicBezTo>
                    <a:lnTo>
                      <a:pt x="157455" y="376619"/>
                    </a:lnTo>
                    <a:cubicBezTo>
                      <a:pt x="157455" y="390083"/>
                      <a:pt x="146609" y="400929"/>
                      <a:pt x="133144" y="400929"/>
                    </a:cubicBezTo>
                    <a:lnTo>
                      <a:pt x="24310" y="400929"/>
                    </a:lnTo>
                    <a:cubicBezTo>
                      <a:pt x="10846" y="400929"/>
                      <a:pt x="0" y="390083"/>
                      <a:pt x="0" y="376619"/>
                    </a:cubicBezTo>
                    <a:lnTo>
                      <a:pt x="0" y="24310"/>
                    </a:lnTo>
                    <a:cubicBezTo>
                      <a:pt x="0" y="10846"/>
                      <a:pt x="10846" y="0"/>
                      <a:pt x="243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5" name="任意多边形: 形状 164" descr="d514e341-37fb-4379-bb41-301a116f05c3">
                <a:extLst>
                  <a:ext uri="{FF2B5EF4-FFF2-40B4-BE49-F238E27FC236}">
                    <a16:creationId xmlns:a16="http://schemas.microsoft.com/office/drawing/2014/main" id="{C4ED7917-B586-68D7-292C-4165DE18FBDB}"/>
                  </a:ext>
                </a:extLst>
              </p:cNvPr>
              <p:cNvSpPr/>
              <p:nvPr/>
            </p:nvSpPr>
            <p:spPr>
              <a:xfrm>
                <a:off x="8993791" y="3556134"/>
                <a:ext cx="177325" cy="452600"/>
              </a:xfrm>
              <a:custGeom>
                <a:avLst/>
                <a:gdLst>
                  <a:gd name="connsiteX0" fmla="*/ 33660 w 157080"/>
                  <a:gd name="connsiteY0" fmla="*/ 0 h 400929"/>
                  <a:gd name="connsiteX1" fmla="*/ 123421 w 157080"/>
                  <a:gd name="connsiteY1" fmla="*/ 0 h 400929"/>
                  <a:gd name="connsiteX2" fmla="*/ 157081 w 157080"/>
                  <a:gd name="connsiteY2" fmla="*/ 33660 h 400929"/>
                  <a:gd name="connsiteX3" fmla="*/ 157081 w 157080"/>
                  <a:gd name="connsiteY3" fmla="*/ 367269 h 400929"/>
                  <a:gd name="connsiteX4" fmla="*/ 123421 w 157080"/>
                  <a:gd name="connsiteY4" fmla="*/ 400929 h 400929"/>
                  <a:gd name="connsiteX5" fmla="*/ 33660 w 157080"/>
                  <a:gd name="connsiteY5" fmla="*/ 400929 h 400929"/>
                  <a:gd name="connsiteX6" fmla="*/ 0 w 157080"/>
                  <a:gd name="connsiteY6" fmla="*/ 367269 h 400929"/>
                  <a:gd name="connsiteX7" fmla="*/ 0 w 157080"/>
                  <a:gd name="connsiteY7" fmla="*/ 33660 h 400929"/>
                  <a:gd name="connsiteX8" fmla="*/ 33660 w 157080"/>
                  <a:gd name="connsiteY8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080" h="400929">
                    <a:moveTo>
                      <a:pt x="33660" y="0"/>
                    </a:moveTo>
                    <a:lnTo>
                      <a:pt x="123421" y="0"/>
                    </a:lnTo>
                    <a:cubicBezTo>
                      <a:pt x="142121" y="0"/>
                      <a:pt x="157081" y="14960"/>
                      <a:pt x="157081" y="33660"/>
                    </a:cubicBezTo>
                    <a:lnTo>
                      <a:pt x="157081" y="367269"/>
                    </a:lnTo>
                    <a:cubicBezTo>
                      <a:pt x="157081" y="385969"/>
                      <a:pt x="142121" y="400929"/>
                      <a:pt x="123421" y="400929"/>
                    </a:cubicBezTo>
                    <a:lnTo>
                      <a:pt x="33660" y="400929"/>
                    </a:lnTo>
                    <a:cubicBezTo>
                      <a:pt x="14960" y="400929"/>
                      <a:pt x="0" y="385969"/>
                      <a:pt x="0" y="367269"/>
                    </a:cubicBezTo>
                    <a:lnTo>
                      <a:pt x="0" y="33660"/>
                    </a:lnTo>
                    <a:cubicBezTo>
                      <a:pt x="0" y="14960"/>
                      <a:pt x="14960" y="0"/>
                      <a:pt x="33660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6" name="任意多边形: 形状 165" descr="9ee7eda1-ceb6-4b4c-898d-ccd743ea1e95">
                <a:extLst>
                  <a:ext uri="{FF2B5EF4-FFF2-40B4-BE49-F238E27FC236}">
                    <a16:creationId xmlns:a16="http://schemas.microsoft.com/office/drawing/2014/main" id="{7354F011-9311-C87D-35A3-3C0733A1AE0E}"/>
                  </a:ext>
                </a:extLst>
              </p:cNvPr>
              <p:cNvSpPr/>
              <p:nvPr/>
            </p:nvSpPr>
            <p:spPr>
              <a:xfrm>
                <a:off x="9049099" y="3556134"/>
                <a:ext cx="177325" cy="452178"/>
              </a:xfrm>
              <a:custGeom>
                <a:avLst/>
                <a:gdLst>
                  <a:gd name="connsiteX0" fmla="*/ 23936 w 157080"/>
                  <a:gd name="connsiteY0" fmla="*/ 0 h 400555"/>
                  <a:gd name="connsiteX1" fmla="*/ 133518 w 157080"/>
                  <a:gd name="connsiteY1" fmla="*/ 0 h 400555"/>
                  <a:gd name="connsiteX2" fmla="*/ 157081 w 157080"/>
                  <a:gd name="connsiteY2" fmla="*/ 23562 h 400555"/>
                  <a:gd name="connsiteX3" fmla="*/ 157081 w 157080"/>
                  <a:gd name="connsiteY3" fmla="*/ 376619 h 400555"/>
                  <a:gd name="connsiteX4" fmla="*/ 133144 w 157080"/>
                  <a:gd name="connsiteY4" fmla="*/ 400555 h 400555"/>
                  <a:gd name="connsiteX5" fmla="*/ 23562 w 157080"/>
                  <a:gd name="connsiteY5" fmla="*/ 400555 h 400555"/>
                  <a:gd name="connsiteX6" fmla="*/ 0 w 157080"/>
                  <a:gd name="connsiteY6" fmla="*/ 376993 h 400555"/>
                  <a:gd name="connsiteX7" fmla="*/ 0 w 157080"/>
                  <a:gd name="connsiteY7" fmla="*/ 23936 h 400555"/>
                  <a:gd name="connsiteX8" fmla="*/ 23936 w 15708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080" h="400555">
                    <a:moveTo>
                      <a:pt x="23936" y="0"/>
                    </a:moveTo>
                    <a:lnTo>
                      <a:pt x="133518" y="0"/>
                    </a:lnTo>
                    <a:cubicBezTo>
                      <a:pt x="146609" y="0"/>
                      <a:pt x="157081" y="10472"/>
                      <a:pt x="157081" y="23562"/>
                    </a:cubicBezTo>
                    <a:lnTo>
                      <a:pt x="157081" y="376619"/>
                    </a:lnTo>
                    <a:cubicBezTo>
                      <a:pt x="157081" y="389709"/>
                      <a:pt x="146235" y="400555"/>
                      <a:pt x="133144" y="400555"/>
                    </a:cubicBezTo>
                    <a:lnTo>
                      <a:pt x="23562" y="400555"/>
                    </a:lnTo>
                    <a:cubicBezTo>
                      <a:pt x="10472" y="400555"/>
                      <a:pt x="0" y="390083"/>
                      <a:pt x="0" y="376993"/>
                    </a:cubicBezTo>
                    <a:lnTo>
                      <a:pt x="0" y="23936"/>
                    </a:lnTo>
                    <a:cubicBezTo>
                      <a:pt x="0" y="10846"/>
                      <a:pt x="10846" y="0"/>
                      <a:pt x="239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3" name="任意多边形: 形状 162" descr="18649241-fe14-4bfe-97fe-d1e30a02eaf6">
                <a:extLst>
                  <a:ext uri="{FF2B5EF4-FFF2-40B4-BE49-F238E27FC236}">
                    <a16:creationId xmlns:a16="http://schemas.microsoft.com/office/drawing/2014/main" id="{40260DEC-903B-38C2-2BC4-95BB4EFDC234}"/>
                  </a:ext>
                </a:extLst>
              </p:cNvPr>
              <p:cNvSpPr/>
              <p:nvPr/>
            </p:nvSpPr>
            <p:spPr>
              <a:xfrm>
                <a:off x="8741736" y="3556134"/>
                <a:ext cx="177325" cy="452600"/>
              </a:xfrm>
              <a:custGeom>
                <a:avLst/>
                <a:gdLst>
                  <a:gd name="connsiteX0" fmla="*/ 33660 w 157080"/>
                  <a:gd name="connsiteY0" fmla="*/ 0 h 400929"/>
                  <a:gd name="connsiteX1" fmla="*/ 123420 w 157080"/>
                  <a:gd name="connsiteY1" fmla="*/ 0 h 400929"/>
                  <a:gd name="connsiteX2" fmla="*/ 157081 w 157080"/>
                  <a:gd name="connsiteY2" fmla="*/ 33660 h 400929"/>
                  <a:gd name="connsiteX3" fmla="*/ 157081 w 157080"/>
                  <a:gd name="connsiteY3" fmla="*/ 367269 h 400929"/>
                  <a:gd name="connsiteX4" fmla="*/ 123420 w 157080"/>
                  <a:gd name="connsiteY4" fmla="*/ 400929 h 400929"/>
                  <a:gd name="connsiteX5" fmla="*/ 33660 w 157080"/>
                  <a:gd name="connsiteY5" fmla="*/ 400929 h 400929"/>
                  <a:gd name="connsiteX6" fmla="*/ 0 w 157080"/>
                  <a:gd name="connsiteY6" fmla="*/ 367269 h 400929"/>
                  <a:gd name="connsiteX7" fmla="*/ 0 w 157080"/>
                  <a:gd name="connsiteY7" fmla="*/ 33660 h 400929"/>
                  <a:gd name="connsiteX8" fmla="*/ 33660 w 157080"/>
                  <a:gd name="connsiteY8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080" h="400929">
                    <a:moveTo>
                      <a:pt x="33660" y="0"/>
                    </a:moveTo>
                    <a:lnTo>
                      <a:pt x="123420" y="0"/>
                    </a:lnTo>
                    <a:cubicBezTo>
                      <a:pt x="142121" y="0"/>
                      <a:pt x="157081" y="14960"/>
                      <a:pt x="157081" y="33660"/>
                    </a:cubicBezTo>
                    <a:lnTo>
                      <a:pt x="157081" y="367269"/>
                    </a:lnTo>
                    <a:cubicBezTo>
                      <a:pt x="157081" y="385969"/>
                      <a:pt x="142121" y="400929"/>
                      <a:pt x="123420" y="400929"/>
                    </a:cubicBezTo>
                    <a:lnTo>
                      <a:pt x="33660" y="400929"/>
                    </a:lnTo>
                    <a:cubicBezTo>
                      <a:pt x="14960" y="400929"/>
                      <a:pt x="0" y="385969"/>
                      <a:pt x="0" y="367269"/>
                    </a:cubicBezTo>
                    <a:lnTo>
                      <a:pt x="0" y="33660"/>
                    </a:lnTo>
                    <a:cubicBezTo>
                      <a:pt x="0" y="14960"/>
                      <a:pt x="14960" y="0"/>
                      <a:pt x="33660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4" name="任意多边形: 形状 163" descr="02bc2951-3608-40b8-bb44-932dba7bfb0a">
                <a:extLst>
                  <a:ext uri="{FF2B5EF4-FFF2-40B4-BE49-F238E27FC236}">
                    <a16:creationId xmlns:a16="http://schemas.microsoft.com/office/drawing/2014/main" id="{EA4EDAAC-0054-2541-8E81-CAB2C6327F31}"/>
                  </a:ext>
                </a:extLst>
              </p:cNvPr>
              <p:cNvSpPr/>
              <p:nvPr/>
            </p:nvSpPr>
            <p:spPr>
              <a:xfrm>
                <a:off x="8797044" y="3556134"/>
                <a:ext cx="177325" cy="452600"/>
              </a:xfrm>
              <a:custGeom>
                <a:avLst/>
                <a:gdLst>
                  <a:gd name="connsiteX0" fmla="*/ 23562 w 157080"/>
                  <a:gd name="connsiteY0" fmla="*/ 0 h 400929"/>
                  <a:gd name="connsiteX1" fmla="*/ 133893 w 157080"/>
                  <a:gd name="connsiteY1" fmla="*/ 0 h 400929"/>
                  <a:gd name="connsiteX2" fmla="*/ 157081 w 157080"/>
                  <a:gd name="connsiteY2" fmla="*/ 23188 h 400929"/>
                  <a:gd name="connsiteX3" fmla="*/ 157081 w 157080"/>
                  <a:gd name="connsiteY3" fmla="*/ 377367 h 400929"/>
                  <a:gd name="connsiteX4" fmla="*/ 133519 w 157080"/>
                  <a:gd name="connsiteY4" fmla="*/ 400929 h 400929"/>
                  <a:gd name="connsiteX5" fmla="*/ 23188 w 157080"/>
                  <a:gd name="connsiteY5" fmla="*/ 400929 h 400929"/>
                  <a:gd name="connsiteX6" fmla="*/ 0 w 157080"/>
                  <a:gd name="connsiteY6" fmla="*/ 377741 h 400929"/>
                  <a:gd name="connsiteX7" fmla="*/ 0 w 157080"/>
                  <a:gd name="connsiteY7" fmla="*/ 23562 h 400929"/>
                  <a:gd name="connsiteX8" fmla="*/ 23562 w 157080"/>
                  <a:gd name="connsiteY8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7080" h="400929">
                    <a:moveTo>
                      <a:pt x="23562" y="0"/>
                    </a:moveTo>
                    <a:lnTo>
                      <a:pt x="133893" y="0"/>
                    </a:lnTo>
                    <a:cubicBezTo>
                      <a:pt x="146609" y="0"/>
                      <a:pt x="157081" y="10472"/>
                      <a:pt x="157081" y="23188"/>
                    </a:cubicBezTo>
                    <a:lnTo>
                      <a:pt x="157081" y="377367"/>
                    </a:lnTo>
                    <a:cubicBezTo>
                      <a:pt x="157081" y="390457"/>
                      <a:pt x="146609" y="400929"/>
                      <a:pt x="133519" y="400929"/>
                    </a:cubicBezTo>
                    <a:lnTo>
                      <a:pt x="23188" y="400929"/>
                    </a:lnTo>
                    <a:cubicBezTo>
                      <a:pt x="10472" y="400929"/>
                      <a:pt x="0" y="390457"/>
                      <a:pt x="0" y="377741"/>
                    </a:cubicBezTo>
                    <a:lnTo>
                      <a:pt x="0" y="23562"/>
                    </a:lnTo>
                    <a:cubicBezTo>
                      <a:pt x="0" y="10472"/>
                      <a:pt x="10472" y="0"/>
                      <a:pt x="235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1" name="任意多边形: 形状 160" descr="c5e2546a-f997-4213-ac21-a75bd522ed80">
                <a:extLst>
                  <a:ext uri="{FF2B5EF4-FFF2-40B4-BE49-F238E27FC236}">
                    <a16:creationId xmlns:a16="http://schemas.microsoft.com/office/drawing/2014/main" id="{E388C400-983C-141F-445D-B2D5F1B0B003}"/>
                  </a:ext>
                </a:extLst>
              </p:cNvPr>
              <p:cNvSpPr/>
              <p:nvPr/>
            </p:nvSpPr>
            <p:spPr>
              <a:xfrm>
                <a:off x="8583411" y="3555712"/>
                <a:ext cx="83174" cy="452600"/>
              </a:xfrm>
              <a:custGeom>
                <a:avLst/>
                <a:gdLst>
                  <a:gd name="connsiteX0" fmla="*/ 0 w 73678"/>
                  <a:gd name="connsiteY0" fmla="*/ 374 h 400929"/>
                  <a:gd name="connsiteX1" fmla="*/ 40018 w 73678"/>
                  <a:gd name="connsiteY1" fmla="*/ 374 h 400929"/>
                  <a:gd name="connsiteX2" fmla="*/ 73678 w 73678"/>
                  <a:gd name="connsiteY2" fmla="*/ 34034 h 400929"/>
                  <a:gd name="connsiteX3" fmla="*/ 73678 w 73678"/>
                  <a:gd name="connsiteY3" fmla="*/ 367269 h 400929"/>
                  <a:gd name="connsiteX4" fmla="*/ 40018 w 73678"/>
                  <a:gd name="connsiteY4" fmla="*/ 400930 h 400929"/>
                  <a:gd name="connsiteX5" fmla="*/ 0 w 73678"/>
                  <a:gd name="connsiteY5" fmla="*/ 400930 h 400929"/>
                  <a:gd name="connsiteX6" fmla="*/ 0 w 73678"/>
                  <a:gd name="connsiteY6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78" h="400929">
                    <a:moveTo>
                      <a:pt x="0" y="374"/>
                    </a:moveTo>
                    <a:lnTo>
                      <a:pt x="40018" y="374"/>
                    </a:lnTo>
                    <a:cubicBezTo>
                      <a:pt x="58718" y="374"/>
                      <a:pt x="73678" y="15334"/>
                      <a:pt x="73678" y="34034"/>
                    </a:cubicBezTo>
                    <a:lnTo>
                      <a:pt x="73678" y="367269"/>
                    </a:lnTo>
                    <a:cubicBezTo>
                      <a:pt x="73678" y="385969"/>
                      <a:pt x="58718" y="400930"/>
                      <a:pt x="40018" y="400930"/>
                    </a:cubicBezTo>
                    <a:lnTo>
                      <a:pt x="0" y="4009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2" name="任意多边形: 形状 161" descr="cb213951-bdf7-44b6-b715-05505eb6a23c">
                <a:extLst>
                  <a:ext uri="{FF2B5EF4-FFF2-40B4-BE49-F238E27FC236}">
                    <a16:creationId xmlns:a16="http://schemas.microsoft.com/office/drawing/2014/main" id="{A7588DC5-2DC9-4181-AD05-70D76AD8E16C}"/>
                  </a:ext>
                </a:extLst>
              </p:cNvPr>
              <p:cNvSpPr/>
              <p:nvPr/>
            </p:nvSpPr>
            <p:spPr>
              <a:xfrm>
                <a:off x="8583411" y="3555712"/>
                <a:ext cx="138904" cy="452600"/>
              </a:xfrm>
              <a:custGeom>
                <a:avLst/>
                <a:gdLst>
                  <a:gd name="connsiteX0" fmla="*/ 0 w 123046"/>
                  <a:gd name="connsiteY0" fmla="*/ 374 h 400929"/>
                  <a:gd name="connsiteX1" fmla="*/ 100232 w 123046"/>
                  <a:gd name="connsiteY1" fmla="*/ 374 h 400929"/>
                  <a:gd name="connsiteX2" fmla="*/ 123046 w 123046"/>
                  <a:gd name="connsiteY2" fmla="*/ 23188 h 400929"/>
                  <a:gd name="connsiteX3" fmla="*/ 123046 w 123046"/>
                  <a:gd name="connsiteY3" fmla="*/ 378115 h 400929"/>
                  <a:gd name="connsiteX4" fmla="*/ 100232 w 123046"/>
                  <a:gd name="connsiteY4" fmla="*/ 400930 h 400929"/>
                  <a:gd name="connsiteX5" fmla="*/ 0 w 123046"/>
                  <a:gd name="connsiteY5" fmla="*/ 400930 h 400929"/>
                  <a:gd name="connsiteX6" fmla="*/ 0 w 123046"/>
                  <a:gd name="connsiteY6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046" h="400929">
                    <a:moveTo>
                      <a:pt x="0" y="374"/>
                    </a:moveTo>
                    <a:lnTo>
                      <a:pt x="100232" y="374"/>
                    </a:lnTo>
                    <a:cubicBezTo>
                      <a:pt x="112948" y="374"/>
                      <a:pt x="123046" y="10472"/>
                      <a:pt x="123046" y="23188"/>
                    </a:cubicBezTo>
                    <a:lnTo>
                      <a:pt x="123046" y="378115"/>
                    </a:lnTo>
                    <a:cubicBezTo>
                      <a:pt x="123046" y="390832"/>
                      <a:pt x="112948" y="400930"/>
                      <a:pt x="100232" y="400930"/>
                    </a:cubicBezTo>
                    <a:lnTo>
                      <a:pt x="0" y="4009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6" name="任意多边形: 形状 155" descr="6d8a75f7-887d-4318-aea3-7c4ccdb40e68">
                <a:extLst>
                  <a:ext uri="{FF2B5EF4-FFF2-40B4-BE49-F238E27FC236}">
                    <a16:creationId xmlns:a16="http://schemas.microsoft.com/office/drawing/2014/main" id="{FEF838FF-1CC9-46BA-2BDE-297CC1C3ECA0}"/>
                  </a:ext>
                </a:extLst>
              </p:cNvPr>
              <p:cNvSpPr/>
              <p:nvPr/>
            </p:nvSpPr>
            <p:spPr>
              <a:xfrm>
                <a:off x="9323109" y="3586955"/>
                <a:ext cx="67130" cy="21532"/>
              </a:xfrm>
              <a:custGeom>
                <a:avLst/>
                <a:gdLst>
                  <a:gd name="connsiteX0" fmla="*/ 9350 w 59466"/>
                  <a:gd name="connsiteY0" fmla="*/ 19074 h 19074"/>
                  <a:gd name="connsiteX1" fmla="*/ 50116 w 59466"/>
                  <a:gd name="connsiteY1" fmla="*/ 19074 h 19074"/>
                  <a:gd name="connsiteX2" fmla="*/ 59466 w 59466"/>
                  <a:gd name="connsiteY2" fmla="*/ 9724 h 19074"/>
                  <a:gd name="connsiteX3" fmla="*/ 50116 w 59466"/>
                  <a:gd name="connsiteY3" fmla="*/ 0 h 19074"/>
                  <a:gd name="connsiteX4" fmla="*/ 9350 w 59466"/>
                  <a:gd name="connsiteY4" fmla="*/ 0 h 19074"/>
                  <a:gd name="connsiteX5" fmla="*/ 0 w 59466"/>
                  <a:gd name="connsiteY5" fmla="*/ 9350 h 19074"/>
                  <a:gd name="connsiteX6" fmla="*/ 9350 w 59466"/>
                  <a:gd name="connsiteY6" fmla="*/ 19074 h 1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466" h="19074">
                    <a:moveTo>
                      <a:pt x="9350" y="19074"/>
                    </a:moveTo>
                    <a:lnTo>
                      <a:pt x="50116" y="19074"/>
                    </a:lnTo>
                    <a:cubicBezTo>
                      <a:pt x="55352" y="19074"/>
                      <a:pt x="59466" y="14960"/>
                      <a:pt x="59466" y="9724"/>
                    </a:cubicBezTo>
                    <a:cubicBezTo>
                      <a:pt x="59466" y="4488"/>
                      <a:pt x="55352" y="0"/>
                      <a:pt x="50116" y="0"/>
                    </a:cubicBezTo>
                    <a:lnTo>
                      <a:pt x="9350" y="0"/>
                    </a:lnTo>
                    <a:cubicBezTo>
                      <a:pt x="4114" y="0"/>
                      <a:pt x="0" y="4114"/>
                      <a:pt x="0" y="9350"/>
                    </a:cubicBezTo>
                    <a:cubicBezTo>
                      <a:pt x="0" y="14586"/>
                      <a:pt x="4114" y="19074"/>
                      <a:pt x="9350" y="19074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任意多边形: 形状 156" descr="842fa5ae-09ee-4726-824f-fd9be8c89a92">
                <a:extLst>
                  <a:ext uri="{FF2B5EF4-FFF2-40B4-BE49-F238E27FC236}">
                    <a16:creationId xmlns:a16="http://schemas.microsoft.com/office/drawing/2014/main" id="{7A48D869-0856-D67B-C3A7-3ADFE36F62CB}"/>
                  </a:ext>
                </a:extLst>
              </p:cNvPr>
              <p:cNvSpPr/>
              <p:nvPr/>
            </p:nvSpPr>
            <p:spPr>
              <a:xfrm>
                <a:off x="9068098" y="3593288"/>
                <a:ext cx="28287" cy="212367"/>
              </a:xfrm>
              <a:custGeom>
                <a:avLst/>
                <a:gdLst>
                  <a:gd name="connsiteX0" fmla="*/ 12342 w 25058"/>
                  <a:gd name="connsiteY0" fmla="*/ 188123 h 188122"/>
                  <a:gd name="connsiteX1" fmla="*/ 25058 w 25058"/>
                  <a:gd name="connsiteY1" fmla="*/ 175781 h 188122"/>
                  <a:gd name="connsiteX2" fmla="*/ 25058 w 25058"/>
                  <a:gd name="connsiteY2" fmla="*/ 12342 h 188122"/>
                  <a:gd name="connsiteX3" fmla="*/ 12716 w 25058"/>
                  <a:gd name="connsiteY3" fmla="*/ 0 h 188122"/>
                  <a:gd name="connsiteX4" fmla="*/ 0 w 25058"/>
                  <a:gd name="connsiteY4" fmla="*/ 12342 h 188122"/>
                  <a:gd name="connsiteX5" fmla="*/ 0 w 25058"/>
                  <a:gd name="connsiteY5" fmla="*/ 175781 h 188122"/>
                  <a:gd name="connsiteX6" fmla="*/ 12342 w 25058"/>
                  <a:gd name="connsiteY6" fmla="*/ 188123 h 188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058" h="188122">
                    <a:moveTo>
                      <a:pt x="12342" y="188123"/>
                    </a:moveTo>
                    <a:cubicBezTo>
                      <a:pt x="19074" y="188123"/>
                      <a:pt x="25058" y="182513"/>
                      <a:pt x="25058" y="175781"/>
                    </a:cubicBezTo>
                    <a:lnTo>
                      <a:pt x="25058" y="12342"/>
                    </a:lnTo>
                    <a:cubicBezTo>
                      <a:pt x="25058" y="5610"/>
                      <a:pt x="19448" y="0"/>
                      <a:pt x="12716" y="0"/>
                    </a:cubicBezTo>
                    <a:cubicBezTo>
                      <a:pt x="5984" y="0"/>
                      <a:pt x="0" y="5610"/>
                      <a:pt x="0" y="12342"/>
                    </a:cubicBezTo>
                    <a:lnTo>
                      <a:pt x="0" y="175781"/>
                    </a:lnTo>
                    <a:cubicBezTo>
                      <a:pt x="0" y="182513"/>
                      <a:pt x="5610" y="188123"/>
                      <a:pt x="12342" y="188123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多边形: 形状 157" descr="a3be8165-f411-4dda-ad08-4a1a003175a2">
                <a:extLst>
                  <a:ext uri="{FF2B5EF4-FFF2-40B4-BE49-F238E27FC236}">
                    <a16:creationId xmlns:a16="http://schemas.microsoft.com/office/drawing/2014/main" id="{A7E1EDCB-7887-746E-DDA2-FCF08166876B}"/>
                  </a:ext>
                </a:extLst>
              </p:cNvPr>
              <p:cNvSpPr/>
              <p:nvPr/>
            </p:nvSpPr>
            <p:spPr>
              <a:xfrm>
                <a:off x="8897952" y="3597932"/>
                <a:ext cx="53197" cy="20266"/>
              </a:xfrm>
              <a:custGeom>
                <a:avLst/>
                <a:gdLst>
                  <a:gd name="connsiteX0" fmla="*/ 8976 w 47124"/>
                  <a:gd name="connsiteY0" fmla="*/ 17952 h 17952"/>
                  <a:gd name="connsiteX1" fmla="*/ 38148 w 47124"/>
                  <a:gd name="connsiteY1" fmla="*/ 17952 h 17952"/>
                  <a:gd name="connsiteX2" fmla="*/ 47124 w 47124"/>
                  <a:gd name="connsiteY2" fmla="*/ 8976 h 17952"/>
                  <a:gd name="connsiteX3" fmla="*/ 38148 w 47124"/>
                  <a:gd name="connsiteY3" fmla="*/ 0 h 17952"/>
                  <a:gd name="connsiteX4" fmla="*/ 8976 w 47124"/>
                  <a:gd name="connsiteY4" fmla="*/ 0 h 17952"/>
                  <a:gd name="connsiteX5" fmla="*/ 0 w 47124"/>
                  <a:gd name="connsiteY5" fmla="*/ 8976 h 17952"/>
                  <a:gd name="connsiteX6" fmla="*/ 8976 w 47124"/>
                  <a:gd name="connsiteY6" fmla="*/ 17952 h 17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124" h="17952">
                    <a:moveTo>
                      <a:pt x="8976" y="17952"/>
                    </a:moveTo>
                    <a:lnTo>
                      <a:pt x="38148" y="17952"/>
                    </a:lnTo>
                    <a:cubicBezTo>
                      <a:pt x="43010" y="17952"/>
                      <a:pt x="47124" y="13838"/>
                      <a:pt x="47124" y="8976"/>
                    </a:cubicBezTo>
                    <a:cubicBezTo>
                      <a:pt x="47124" y="4114"/>
                      <a:pt x="43010" y="0"/>
                      <a:pt x="38148" y="0"/>
                    </a:cubicBezTo>
                    <a:lnTo>
                      <a:pt x="8976" y="0"/>
                    </a:lnTo>
                    <a:cubicBezTo>
                      <a:pt x="4114" y="0"/>
                      <a:pt x="0" y="4114"/>
                      <a:pt x="0" y="8976"/>
                    </a:cubicBezTo>
                    <a:cubicBezTo>
                      <a:pt x="0" y="13838"/>
                      <a:pt x="4114" y="17952"/>
                      <a:pt x="8976" y="17952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9" name="任意多边形: 形状 158" descr="63f81752-af79-4665-b574-73716dcabbc6">
                <a:extLst>
                  <a:ext uri="{FF2B5EF4-FFF2-40B4-BE49-F238E27FC236}">
                    <a16:creationId xmlns:a16="http://schemas.microsoft.com/office/drawing/2014/main" id="{575631D0-B23D-8204-4DC9-9321F62B7E60}"/>
                  </a:ext>
                </a:extLst>
              </p:cNvPr>
              <p:cNvSpPr/>
              <p:nvPr/>
            </p:nvSpPr>
            <p:spPr>
              <a:xfrm rot="10800000">
                <a:off x="8811399" y="3906562"/>
                <a:ext cx="29132" cy="70930"/>
              </a:xfrm>
              <a:custGeom>
                <a:avLst/>
                <a:gdLst>
                  <a:gd name="connsiteX0" fmla="*/ 13090 w 25806"/>
                  <a:gd name="connsiteY0" fmla="*/ 0 h 62832"/>
                  <a:gd name="connsiteX1" fmla="*/ 25806 w 25806"/>
                  <a:gd name="connsiteY1" fmla="*/ 12716 h 62832"/>
                  <a:gd name="connsiteX2" fmla="*/ 25806 w 25806"/>
                  <a:gd name="connsiteY2" fmla="*/ 50116 h 62832"/>
                  <a:gd name="connsiteX3" fmla="*/ 13090 w 25806"/>
                  <a:gd name="connsiteY3" fmla="*/ 62832 h 62832"/>
                  <a:gd name="connsiteX4" fmla="*/ 12716 w 25806"/>
                  <a:gd name="connsiteY4" fmla="*/ 62832 h 62832"/>
                  <a:gd name="connsiteX5" fmla="*/ 0 w 25806"/>
                  <a:gd name="connsiteY5" fmla="*/ 50116 h 62832"/>
                  <a:gd name="connsiteX6" fmla="*/ 0 w 25806"/>
                  <a:gd name="connsiteY6" fmla="*/ 12716 h 62832"/>
                  <a:gd name="connsiteX7" fmla="*/ 12716 w 25806"/>
                  <a:gd name="connsiteY7" fmla="*/ 0 h 62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806" h="62832">
                    <a:moveTo>
                      <a:pt x="13090" y="0"/>
                    </a:moveTo>
                    <a:cubicBezTo>
                      <a:pt x="20113" y="0"/>
                      <a:pt x="25806" y="5693"/>
                      <a:pt x="25806" y="12716"/>
                    </a:cubicBezTo>
                    <a:lnTo>
                      <a:pt x="25806" y="50116"/>
                    </a:lnTo>
                    <a:cubicBezTo>
                      <a:pt x="25806" y="57139"/>
                      <a:pt x="20113" y="62832"/>
                      <a:pt x="13090" y="62832"/>
                    </a:cubicBezTo>
                    <a:lnTo>
                      <a:pt x="12716" y="62832"/>
                    </a:lnTo>
                    <a:cubicBezTo>
                      <a:pt x="5693" y="62832"/>
                      <a:pt x="0" y="57139"/>
                      <a:pt x="0" y="50116"/>
                    </a:cubicBezTo>
                    <a:lnTo>
                      <a:pt x="0" y="12716"/>
                    </a:lnTo>
                    <a:cubicBezTo>
                      <a:pt x="0" y="5693"/>
                      <a:pt x="5693" y="0"/>
                      <a:pt x="12716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0" name="任意多边形: 形状 159" descr="a39f6c7d-dd70-4225-929f-9ddc3cb7e5fb">
                <a:extLst>
                  <a:ext uri="{FF2B5EF4-FFF2-40B4-BE49-F238E27FC236}">
                    <a16:creationId xmlns:a16="http://schemas.microsoft.com/office/drawing/2014/main" id="{16A2D32F-1284-6AEC-7C13-B3C9F2E351F6}"/>
                  </a:ext>
                </a:extLst>
              </p:cNvPr>
              <p:cNvSpPr/>
              <p:nvPr/>
            </p:nvSpPr>
            <p:spPr>
              <a:xfrm>
                <a:off x="8680939" y="3608487"/>
                <a:ext cx="20688" cy="97106"/>
              </a:xfrm>
              <a:custGeom>
                <a:avLst/>
                <a:gdLst>
                  <a:gd name="connsiteX0" fmla="*/ 8976 w 18326"/>
                  <a:gd name="connsiteY0" fmla="*/ 86020 h 86020"/>
                  <a:gd name="connsiteX1" fmla="*/ 18326 w 18326"/>
                  <a:gd name="connsiteY1" fmla="*/ 77044 h 86020"/>
                  <a:gd name="connsiteX2" fmla="*/ 18326 w 18326"/>
                  <a:gd name="connsiteY2" fmla="*/ 8976 h 86020"/>
                  <a:gd name="connsiteX3" fmla="*/ 9350 w 18326"/>
                  <a:gd name="connsiteY3" fmla="*/ 0 h 86020"/>
                  <a:gd name="connsiteX4" fmla="*/ 0 w 18326"/>
                  <a:gd name="connsiteY4" fmla="*/ 8976 h 86020"/>
                  <a:gd name="connsiteX5" fmla="*/ 0 w 18326"/>
                  <a:gd name="connsiteY5" fmla="*/ 77044 h 86020"/>
                  <a:gd name="connsiteX6" fmla="*/ 8976 w 18326"/>
                  <a:gd name="connsiteY6" fmla="*/ 86020 h 86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326" h="86020">
                    <a:moveTo>
                      <a:pt x="8976" y="86020"/>
                    </a:moveTo>
                    <a:cubicBezTo>
                      <a:pt x="13838" y="86020"/>
                      <a:pt x="18326" y="81906"/>
                      <a:pt x="18326" y="77044"/>
                    </a:cubicBezTo>
                    <a:lnTo>
                      <a:pt x="18326" y="8976"/>
                    </a:lnTo>
                    <a:cubicBezTo>
                      <a:pt x="18326" y="4114"/>
                      <a:pt x="14212" y="0"/>
                      <a:pt x="9350" y="0"/>
                    </a:cubicBezTo>
                    <a:cubicBezTo>
                      <a:pt x="4488" y="0"/>
                      <a:pt x="0" y="4114"/>
                      <a:pt x="0" y="8976"/>
                    </a:cubicBezTo>
                    <a:lnTo>
                      <a:pt x="0" y="77044"/>
                    </a:lnTo>
                    <a:cubicBezTo>
                      <a:pt x="0" y="81906"/>
                      <a:pt x="4114" y="86020"/>
                      <a:pt x="8976" y="8602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0" name="任意多边形: 形状 149" descr="73676dc4-5969-4d1b-aa6f-60b811a9631b">
                <a:extLst>
                  <a:ext uri="{FF2B5EF4-FFF2-40B4-BE49-F238E27FC236}">
                    <a16:creationId xmlns:a16="http://schemas.microsoft.com/office/drawing/2014/main" id="{3B6F6E80-C075-71D8-97FE-D0736CFCBAF8}"/>
                  </a:ext>
                </a:extLst>
              </p:cNvPr>
              <p:cNvSpPr/>
              <p:nvPr/>
            </p:nvSpPr>
            <p:spPr>
              <a:xfrm>
                <a:off x="9301576" y="4114708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5 h 400555"/>
                  <a:gd name="connsiteX5" fmla="*/ 10098 w 108086"/>
                  <a:gd name="connsiteY5" fmla="*/ 400555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5"/>
                      <a:pt x="97988" y="400555"/>
                    </a:cubicBezTo>
                    <a:lnTo>
                      <a:pt x="10098" y="400555"/>
                    </a:lnTo>
                    <a:cubicBezTo>
                      <a:pt x="4488" y="400555"/>
                      <a:pt x="0" y="393823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" name="任意多边形: 形状 150" descr="72162157-88f8-4115-adef-a3e5823d7cd8">
                <a:extLst>
                  <a:ext uri="{FF2B5EF4-FFF2-40B4-BE49-F238E27FC236}">
                    <a16:creationId xmlns:a16="http://schemas.microsoft.com/office/drawing/2014/main" id="{4FAB8D89-A21B-7819-ECB2-C770EDD9D659}"/>
                  </a:ext>
                </a:extLst>
              </p:cNvPr>
              <p:cNvSpPr/>
              <p:nvPr/>
            </p:nvSpPr>
            <p:spPr>
              <a:xfrm>
                <a:off x="9362795" y="4114708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7 h 400555"/>
                  <a:gd name="connsiteX4" fmla="*/ 90134 w 102850"/>
                  <a:gd name="connsiteY4" fmla="*/ 400555 h 400555"/>
                  <a:gd name="connsiteX5" fmla="*/ 12716 w 102850"/>
                  <a:gd name="connsiteY5" fmla="*/ 400555 h 400555"/>
                  <a:gd name="connsiteX6" fmla="*/ 0 w 102850"/>
                  <a:gd name="connsiteY6" fmla="*/ 381107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7"/>
                    </a:lnTo>
                    <a:cubicBezTo>
                      <a:pt x="102850" y="391953"/>
                      <a:pt x="97240" y="400555"/>
                      <a:pt x="90134" y="400555"/>
                    </a:cubicBezTo>
                    <a:lnTo>
                      <a:pt x="12716" y="400555"/>
                    </a:lnTo>
                    <a:cubicBezTo>
                      <a:pt x="5610" y="400555"/>
                      <a:pt x="0" y="391953"/>
                      <a:pt x="0" y="381107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8" name="任意多边形: 形状 147" descr="134f0b84-93ec-4015-8c50-096f357f486b">
                <a:extLst>
                  <a:ext uri="{FF2B5EF4-FFF2-40B4-BE49-F238E27FC236}">
                    <a16:creationId xmlns:a16="http://schemas.microsoft.com/office/drawing/2014/main" id="{14A23426-14F8-9942-08AC-D1ADF57BA3B0}"/>
                  </a:ext>
                </a:extLst>
              </p:cNvPr>
              <p:cNvSpPr/>
              <p:nvPr/>
            </p:nvSpPr>
            <p:spPr>
              <a:xfrm>
                <a:off x="9107363" y="4114708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5 h 400555"/>
                  <a:gd name="connsiteX5" fmla="*/ 10098 w 108086"/>
                  <a:gd name="connsiteY5" fmla="*/ 400555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5"/>
                      <a:pt x="97988" y="400555"/>
                    </a:cubicBezTo>
                    <a:lnTo>
                      <a:pt x="10098" y="400555"/>
                    </a:lnTo>
                    <a:cubicBezTo>
                      <a:pt x="4488" y="400555"/>
                      <a:pt x="0" y="393823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9" name="任意多边形: 形状 148" descr="2ff5dfb4-4ed8-4e8b-8f62-7c9258c7f449">
                <a:extLst>
                  <a:ext uri="{FF2B5EF4-FFF2-40B4-BE49-F238E27FC236}">
                    <a16:creationId xmlns:a16="http://schemas.microsoft.com/office/drawing/2014/main" id="{68867F7B-24F9-9B69-927C-40D3F9FFC0B4}"/>
                  </a:ext>
                </a:extLst>
              </p:cNvPr>
              <p:cNvSpPr/>
              <p:nvPr/>
            </p:nvSpPr>
            <p:spPr>
              <a:xfrm>
                <a:off x="9168160" y="4114708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7 h 400555"/>
                  <a:gd name="connsiteX4" fmla="*/ 90134 w 102850"/>
                  <a:gd name="connsiteY4" fmla="*/ 400555 h 400555"/>
                  <a:gd name="connsiteX5" fmla="*/ 12716 w 102850"/>
                  <a:gd name="connsiteY5" fmla="*/ 400555 h 400555"/>
                  <a:gd name="connsiteX6" fmla="*/ 0 w 102850"/>
                  <a:gd name="connsiteY6" fmla="*/ 381107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7"/>
                    </a:lnTo>
                    <a:cubicBezTo>
                      <a:pt x="102850" y="391953"/>
                      <a:pt x="97240" y="400555"/>
                      <a:pt x="90134" y="400555"/>
                    </a:cubicBezTo>
                    <a:lnTo>
                      <a:pt x="12716" y="400555"/>
                    </a:lnTo>
                    <a:cubicBezTo>
                      <a:pt x="5610" y="400555"/>
                      <a:pt x="0" y="391953"/>
                      <a:pt x="0" y="381107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: 形状 145" descr="8557fa96-4870-4909-bfe3-456c2ff39c83">
                <a:extLst>
                  <a:ext uri="{FF2B5EF4-FFF2-40B4-BE49-F238E27FC236}">
                    <a16:creationId xmlns:a16="http://schemas.microsoft.com/office/drawing/2014/main" id="{35830D8E-D7D2-DCBA-D4FE-1E89D6610181}"/>
                  </a:ext>
                </a:extLst>
              </p:cNvPr>
              <p:cNvSpPr/>
              <p:nvPr/>
            </p:nvSpPr>
            <p:spPr>
              <a:xfrm>
                <a:off x="8913151" y="4114708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5 h 400555"/>
                  <a:gd name="connsiteX5" fmla="*/ 10098 w 108086"/>
                  <a:gd name="connsiteY5" fmla="*/ 400555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5"/>
                      <a:pt x="97988" y="400555"/>
                    </a:cubicBezTo>
                    <a:lnTo>
                      <a:pt x="10098" y="400555"/>
                    </a:lnTo>
                    <a:cubicBezTo>
                      <a:pt x="4488" y="400555"/>
                      <a:pt x="0" y="393823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" name="任意多边形: 形状 146" descr="3d7166a7-70f5-4421-8441-f51662a2b58f">
                <a:extLst>
                  <a:ext uri="{FF2B5EF4-FFF2-40B4-BE49-F238E27FC236}">
                    <a16:creationId xmlns:a16="http://schemas.microsoft.com/office/drawing/2014/main" id="{84FF0735-8C30-9156-DA7A-C3D932ED4594}"/>
                  </a:ext>
                </a:extLst>
              </p:cNvPr>
              <p:cNvSpPr/>
              <p:nvPr/>
            </p:nvSpPr>
            <p:spPr>
              <a:xfrm>
                <a:off x="8973948" y="4114708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7 h 400555"/>
                  <a:gd name="connsiteX4" fmla="*/ 90134 w 102850"/>
                  <a:gd name="connsiteY4" fmla="*/ 400555 h 400555"/>
                  <a:gd name="connsiteX5" fmla="*/ 12716 w 102850"/>
                  <a:gd name="connsiteY5" fmla="*/ 400555 h 400555"/>
                  <a:gd name="connsiteX6" fmla="*/ 0 w 102850"/>
                  <a:gd name="connsiteY6" fmla="*/ 381107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7"/>
                    </a:lnTo>
                    <a:cubicBezTo>
                      <a:pt x="102850" y="391953"/>
                      <a:pt x="97240" y="400555"/>
                      <a:pt x="90134" y="400555"/>
                    </a:cubicBezTo>
                    <a:lnTo>
                      <a:pt x="12716" y="400555"/>
                    </a:lnTo>
                    <a:cubicBezTo>
                      <a:pt x="5610" y="400555"/>
                      <a:pt x="0" y="391953"/>
                      <a:pt x="0" y="381107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4" name="任意多边形: 形状 143" descr="5d85af97-c4ed-4c20-ab93-f12017712ca6">
                <a:extLst>
                  <a:ext uri="{FF2B5EF4-FFF2-40B4-BE49-F238E27FC236}">
                    <a16:creationId xmlns:a16="http://schemas.microsoft.com/office/drawing/2014/main" id="{2E72F14C-11D8-CB9F-6BAA-DEA646445A4D}"/>
                  </a:ext>
                </a:extLst>
              </p:cNvPr>
              <p:cNvSpPr/>
              <p:nvPr/>
            </p:nvSpPr>
            <p:spPr>
              <a:xfrm>
                <a:off x="8718515" y="4114708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5 h 400555"/>
                  <a:gd name="connsiteX5" fmla="*/ 10098 w 108086"/>
                  <a:gd name="connsiteY5" fmla="*/ 400555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5"/>
                      <a:pt x="97988" y="400555"/>
                    </a:cubicBezTo>
                    <a:lnTo>
                      <a:pt x="10098" y="400555"/>
                    </a:lnTo>
                    <a:cubicBezTo>
                      <a:pt x="4488" y="400555"/>
                      <a:pt x="0" y="393823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5" name="任意多边形: 形状 144" descr="e22e808c-de3e-475e-be80-b56c7c34351d">
                <a:extLst>
                  <a:ext uri="{FF2B5EF4-FFF2-40B4-BE49-F238E27FC236}">
                    <a16:creationId xmlns:a16="http://schemas.microsoft.com/office/drawing/2014/main" id="{1BE86A30-E8C7-4925-170B-16AC26F5DD74}"/>
                  </a:ext>
                </a:extLst>
              </p:cNvPr>
              <p:cNvSpPr/>
              <p:nvPr/>
            </p:nvSpPr>
            <p:spPr>
              <a:xfrm>
                <a:off x="8779734" y="4114708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7 h 400555"/>
                  <a:gd name="connsiteX4" fmla="*/ 90134 w 102850"/>
                  <a:gd name="connsiteY4" fmla="*/ 400555 h 400555"/>
                  <a:gd name="connsiteX5" fmla="*/ 12716 w 102850"/>
                  <a:gd name="connsiteY5" fmla="*/ 400555 h 400555"/>
                  <a:gd name="connsiteX6" fmla="*/ 0 w 102850"/>
                  <a:gd name="connsiteY6" fmla="*/ 381107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7"/>
                    </a:lnTo>
                    <a:cubicBezTo>
                      <a:pt x="102850" y="391953"/>
                      <a:pt x="97240" y="400555"/>
                      <a:pt x="90134" y="400555"/>
                    </a:cubicBezTo>
                    <a:lnTo>
                      <a:pt x="12716" y="400555"/>
                    </a:lnTo>
                    <a:cubicBezTo>
                      <a:pt x="5610" y="400555"/>
                      <a:pt x="0" y="391953"/>
                      <a:pt x="0" y="381107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2" name="任意多边形: 形状 141" descr="458ea555-2d73-4cc7-b5cc-6cf5965e5f57">
                <a:extLst>
                  <a:ext uri="{FF2B5EF4-FFF2-40B4-BE49-F238E27FC236}">
                    <a16:creationId xmlns:a16="http://schemas.microsoft.com/office/drawing/2014/main" id="{331DF70E-96CD-3D8B-E87B-C64FE1B12B03}"/>
                  </a:ext>
                </a:extLst>
              </p:cNvPr>
              <p:cNvSpPr/>
              <p:nvPr/>
            </p:nvSpPr>
            <p:spPr>
              <a:xfrm>
                <a:off x="8583411" y="4114286"/>
                <a:ext cx="62908" cy="452600"/>
              </a:xfrm>
              <a:custGeom>
                <a:avLst/>
                <a:gdLst>
                  <a:gd name="connsiteX0" fmla="*/ 0 w 55726"/>
                  <a:gd name="connsiteY0" fmla="*/ 374 h 400929"/>
                  <a:gd name="connsiteX1" fmla="*/ 45628 w 55726"/>
                  <a:gd name="connsiteY1" fmla="*/ 374 h 400929"/>
                  <a:gd name="connsiteX2" fmla="*/ 55726 w 55726"/>
                  <a:gd name="connsiteY2" fmla="*/ 14960 h 400929"/>
                  <a:gd name="connsiteX3" fmla="*/ 55726 w 55726"/>
                  <a:gd name="connsiteY3" fmla="*/ 386344 h 400929"/>
                  <a:gd name="connsiteX4" fmla="*/ 45628 w 55726"/>
                  <a:gd name="connsiteY4" fmla="*/ 400930 h 400929"/>
                  <a:gd name="connsiteX5" fmla="*/ 0 w 55726"/>
                  <a:gd name="connsiteY5" fmla="*/ 400930 h 400929"/>
                  <a:gd name="connsiteX6" fmla="*/ 0 w 55726"/>
                  <a:gd name="connsiteY6" fmla="*/ 0 h 40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726" h="400929">
                    <a:moveTo>
                      <a:pt x="0" y="374"/>
                    </a:moveTo>
                    <a:lnTo>
                      <a:pt x="45628" y="374"/>
                    </a:lnTo>
                    <a:cubicBezTo>
                      <a:pt x="51238" y="374"/>
                      <a:pt x="55726" y="7106"/>
                      <a:pt x="55726" y="14960"/>
                    </a:cubicBezTo>
                    <a:lnTo>
                      <a:pt x="55726" y="386344"/>
                    </a:lnTo>
                    <a:cubicBezTo>
                      <a:pt x="55726" y="394572"/>
                      <a:pt x="51238" y="400930"/>
                      <a:pt x="45628" y="400930"/>
                    </a:cubicBezTo>
                    <a:lnTo>
                      <a:pt x="0" y="4009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任意多边形: 形状 142" descr="ec7e29c7-444d-4cc5-8f9c-c24836b47403">
                <a:extLst>
                  <a:ext uri="{FF2B5EF4-FFF2-40B4-BE49-F238E27FC236}">
                    <a16:creationId xmlns:a16="http://schemas.microsoft.com/office/drawing/2014/main" id="{3C16E274-7313-603B-9908-D5C9E95CAD75}"/>
                  </a:ext>
                </a:extLst>
              </p:cNvPr>
              <p:cNvSpPr/>
              <p:nvPr/>
            </p:nvSpPr>
            <p:spPr>
              <a:xfrm>
                <a:off x="8585522" y="4114708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7 h 400555"/>
                  <a:gd name="connsiteX4" fmla="*/ 90134 w 102850"/>
                  <a:gd name="connsiteY4" fmla="*/ 400555 h 400555"/>
                  <a:gd name="connsiteX5" fmla="*/ 12716 w 102850"/>
                  <a:gd name="connsiteY5" fmla="*/ 400555 h 400555"/>
                  <a:gd name="connsiteX6" fmla="*/ 0 w 102850"/>
                  <a:gd name="connsiteY6" fmla="*/ 381107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7"/>
                    </a:lnTo>
                    <a:cubicBezTo>
                      <a:pt x="102850" y="391953"/>
                      <a:pt x="97240" y="400555"/>
                      <a:pt x="90134" y="400555"/>
                    </a:cubicBezTo>
                    <a:lnTo>
                      <a:pt x="12716" y="400555"/>
                    </a:lnTo>
                    <a:cubicBezTo>
                      <a:pt x="5610" y="400555"/>
                      <a:pt x="0" y="391953"/>
                      <a:pt x="0" y="381107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任意多边形: 形状 134" descr="91907183-23ca-4876-9cc3-2ae4bcd6db04">
                <a:extLst>
                  <a:ext uri="{FF2B5EF4-FFF2-40B4-BE49-F238E27FC236}">
                    <a16:creationId xmlns:a16="http://schemas.microsoft.com/office/drawing/2014/main" id="{27DA8279-50A7-50BF-AA95-6BEE8A578E7F}"/>
                  </a:ext>
                </a:extLst>
              </p:cNvPr>
              <p:cNvSpPr/>
              <p:nvPr/>
            </p:nvSpPr>
            <p:spPr>
              <a:xfrm>
                <a:off x="9301576" y="4635705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6 h 400555"/>
                  <a:gd name="connsiteX5" fmla="*/ 10098 w 108086"/>
                  <a:gd name="connsiteY5" fmla="*/ 400556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6"/>
                      <a:pt x="97988" y="400556"/>
                    </a:cubicBezTo>
                    <a:lnTo>
                      <a:pt x="10098" y="400556"/>
                    </a:lnTo>
                    <a:cubicBezTo>
                      <a:pt x="4488" y="400556"/>
                      <a:pt x="0" y="393824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6" name="任意多边形: 形状 135" descr="0b95f590-2a18-4f91-aca7-4f37f1074326">
                <a:extLst>
                  <a:ext uri="{FF2B5EF4-FFF2-40B4-BE49-F238E27FC236}">
                    <a16:creationId xmlns:a16="http://schemas.microsoft.com/office/drawing/2014/main" id="{5DE17318-BE78-C1E0-D1F1-AED20EDDF92C}"/>
                  </a:ext>
                </a:extLst>
              </p:cNvPr>
              <p:cNvSpPr/>
              <p:nvPr/>
            </p:nvSpPr>
            <p:spPr>
              <a:xfrm>
                <a:off x="9362795" y="4635705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8 h 400555"/>
                  <a:gd name="connsiteX4" fmla="*/ 90134 w 102850"/>
                  <a:gd name="connsiteY4" fmla="*/ 400556 h 400555"/>
                  <a:gd name="connsiteX5" fmla="*/ 12716 w 102850"/>
                  <a:gd name="connsiteY5" fmla="*/ 400556 h 400555"/>
                  <a:gd name="connsiteX6" fmla="*/ 0 w 102850"/>
                  <a:gd name="connsiteY6" fmla="*/ 381108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8"/>
                    </a:lnTo>
                    <a:cubicBezTo>
                      <a:pt x="102850" y="391954"/>
                      <a:pt x="97240" y="400556"/>
                      <a:pt x="90134" y="400556"/>
                    </a:cubicBezTo>
                    <a:lnTo>
                      <a:pt x="12716" y="400556"/>
                    </a:lnTo>
                    <a:cubicBezTo>
                      <a:pt x="5610" y="400556"/>
                      <a:pt x="0" y="391954"/>
                      <a:pt x="0" y="381108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: 形状 132" descr="6e3bf9a0-e066-42f8-9ceb-bfea775d32e5">
                <a:extLst>
                  <a:ext uri="{FF2B5EF4-FFF2-40B4-BE49-F238E27FC236}">
                    <a16:creationId xmlns:a16="http://schemas.microsoft.com/office/drawing/2014/main" id="{5EF1EFEF-2FEF-646D-B0C5-3C2BBE6B2175}"/>
                  </a:ext>
                </a:extLst>
              </p:cNvPr>
              <p:cNvSpPr/>
              <p:nvPr/>
            </p:nvSpPr>
            <p:spPr>
              <a:xfrm>
                <a:off x="9107363" y="4635705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6 h 400555"/>
                  <a:gd name="connsiteX5" fmla="*/ 10098 w 108086"/>
                  <a:gd name="connsiteY5" fmla="*/ 400556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6"/>
                      <a:pt x="97988" y="400556"/>
                    </a:cubicBezTo>
                    <a:lnTo>
                      <a:pt x="10098" y="400556"/>
                    </a:lnTo>
                    <a:cubicBezTo>
                      <a:pt x="4488" y="400556"/>
                      <a:pt x="0" y="393824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任意多边形: 形状 133" descr="19f23048-7dc2-4bb4-8c86-817abe08f941">
                <a:extLst>
                  <a:ext uri="{FF2B5EF4-FFF2-40B4-BE49-F238E27FC236}">
                    <a16:creationId xmlns:a16="http://schemas.microsoft.com/office/drawing/2014/main" id="{703A80A5-5CEC-91A8-C846-741840B13941}"/>
                  </a:ext>
                </a:extLst>
              </p:cNvPr>
              <p:cNvSpPr/>
              <p:nvPr/>
            </p:nvSpPr>
            <p:spPr>
              <a:xfrm>
                <a:off x="9168160" y="4635705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8 h 400555"/>
                  <a:gd name="connsiteX4" fmla="*/ 90134 w 102850"/>
                  <a:gd name="connsiteY4" fmla="*/ 400556 h 400555"/>
                  <a:gd name="connsiteX5" fmla="*/ 12716 w 102850"/>
                  <a:gd name="connsiteY5" fmla="*/ 400556 h 400555"/>
                  <a:gd name="connsiteX6" fmla="*/ 0 w 102850"/>
                  <a:gd name="connsiteY6" fmla="*/ 381108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8"/>
                    </a:lnTo>
                    <a:cubicBezTo>
                      <a:pt x="102850" y="391954"/>
                      <a:pt x="97240" y="400556"/>
                      <a:pt x="90134" y="400556"/>
                    </a:cubicBezTo>
                    <a:lnTo>
                      <a:pt x="12716" y="400556"/>
                    </a:lnTo>
                    <a:cubicBezTo>
                      <a:pt x="5610" y="400556"/>
                      <a:pt x="0" y="391954"/>
                      <a:pt x="0" y="381108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 descr="bb728433-698c-4d6b-b73b-b3c577fc69e5">
                <a:extLst>
                  <a:ext uri="{FF2B5EF4-FFF2-40B4-BE49-F238E27FC236}">
                    <a16:creationId xmlns:a16="http://schemas.microsoft.com/office/drawing/2014/main" id="{80A68DE6-AA94-95D8-267C-76F340DC6522}"/>
                  </a:ext>
                </a:extLst>
              </p:cNvPr>
              <p:cNvSpPr/>
              <p:nvPr/>
            </p:nvSpPr>
            <p:spPr>
              <a:xfrm>
                <a:off x="8913151" y="4635705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6 h 400555"/>
                  <a:gd name="connsiteX5" fmla="*/ 10098 w 108086"/>
                  <a:gd name="connsiteY5" fmla="*/ 400556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6"/>
                      <a:pt x="97988" y="400556"/>
                    </a:cubicBezTo>
                    <a:lnTo>
                      <a:pt x="10098" y="400556"/>
                    </a:lnTo>
                    <a:cubicBezTo>
                      <a:pt x="4488" y="400556"/>
                      <a:pt x="0" y="393824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任意多边形: 形状 131" descr="31044da8-c397-4789-b62f-58a46b78b974">
                <a:extLst>
                  <a:ext uri="{FF2B5EF4-FFF2-40B4-BE49-F238E27FC236}">
                    <a16:creationId xmlns:a16="http://schemas.microsoft.com/office/drawing/2014/main" id="{6E74D4AE-20DB-5BBA-A498-9772CD258A4D}"/>
                  </a:ext>
                </a:extLst>
              </p:cNvPr>
              <p:cNvSpPr/>
              <p:nvPr/>
            </p:nvSpPr>
            <p:spPr>
              <a:xfrm>
                <a:off x="8973948" y="4635705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8 h 400555"/>
                  <a:gd name="connsiteX4" fmla="*/ 90134 w 102850"/>
                  <a:gd name="connsiteY4" fmla="*/ 400556 h 400555"/>
                  <a:gd name="connsiteX5" fmla="*/ 12716 w 102850"/>
                  <a:gd name="connsiteY5" fmla="*/ 400556 h 400555"/>
                  <a:gd name="connsiteX6" fmla="*/ 0 w 102850"/>
                  <a:gd name="connsiteY6" fmla="*/ 381108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8"/>
                    </a:lnTo>
                    <a:cubicBezTo>
                      <a:pt x="102850" y="391954"/>
                      <a:pt x="97240" y="400556"/>
                      <a:pt x="90134" y="400556"/>
                    </a:cubicBezTo>
                    <a:lnTo>
                      <a:pt x="12716" y="400556"/>
                    </a:lnTo>
                    <a:cubicBezTo>
                      <a:pt x="5610" y="400556"/>
                      <a:pt x="0" y="391954"/>
                      <a:pt x="0" y="381108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: 形状 128" descr="2b2cf81d-d8d5-40fc-9602-1f9f1f42ef48">
                <a:extLst>
                  <a:ext uri="{FF2B5EF4-FFF2-40B4-BE49-F238E27FC236}">
                    <a16:creationId xmlns:a16="http://schemas.microsoft.com/office/drawing/2014/main" id="{E8FC2F86-2EEC-D3A1-340B-661DD67CF704}"/>
                  </a:ext>
                </a:extLst>
              </p:cNvPr>
              <p:cNvSpPr/>
              <p:nvPr/>
            </p:nvSpPr>
            <p:spPr>
              <a:xfrm>
                <a:off x="8718515" y="4635705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6 h 400555"/>
                  <a:gd name="connsiteX5" fmla="*/ 10098 w 108086"/>
                  <a:gd name="connsiteY5" fmla="*/ 400556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6"/>
                      <a:pt x="97988" y="400556"/>
                    </a:cubicBezTo>
                    <a:lnTo>
                      <a:pt x="10098" y="400556"/>
                    </a:lnTo>
                    <a:cubicBezTo>
                      <a:pt x="4488" y="400556"/>
                      <a:pt x="0" y="393824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: 形状 129" descr="fd01d0cf-9dff-4539-b3fb-ac8803609ada">
                <a:extLst>
                  <a:ext uri="{FF2B5EF4-FFF2-40B4-BE49-F238E27FC236}">
                    <a16:creationId xmlns:a16="http://schemas.microsoft.com/office/drawing/2014/main" id="{B00BEEB5-5065-56E3-9433-8A7A9647F25D}"/>
                  </a:ext>
                </a:extLst>
              </p:cNvPr>
              <p:cNvSpPr/>
              <p:nvPr/>
            </p:nvSpPr>
            <p:spPr>
              <a:xfrm>
                <a:off x="8779734" y="4635705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8 h 400555"/>
                  <a:gd name="connsiteX4" fmla="*/ 90134 w 102850"/>
                  <a:gd name="connsiteY4" fmla="*/ 400556 h 400555"/>
                  <a:gd name="connsiteX5" fmla="*/ 12716 w 102850"/>
                  <a:gd name="connsiteY5" fmla="*/ 400556 h 400555"/>
                  <a:gd name="connsiteX6" fmla="*/ 0 w 102850"/>
                  <a:gd name="connsiteY6" fmla="*/ 381108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8"/>
                    </a:lnTo>
                    <a:cubicBezTo>
                      <a:pt x="102850" y="391954"/>
                      <a:pt x="97240" y="400556"/>
                      <a:pt x="90134" y="400556"/>
                    </a:cubicBezTo>
                    <a:lnTo>
                      <a:pt x="12716" y="400556"/>
                    </a:lnTo>
                    <a:cubicBezTo>
                      <a:pt x="5610" y="400556"/>
                      <a:pt x="0" y="391954"/>
                      <a:pt x="0" y="381108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任意多边形: 形状 126" descr="bc755e3b-1e4b-4f7d-8e6f-7df7eea02a3e">
                <a:extLst>
                  <a:ext uri="{FF2B5EF4-FFF2-40B4-BE49-F238E27FC236}">
                    <a16:creationId xmlns:a16="http://schemas.microsoft.com/office/drawing/2014/main" id="{B7048798-503E-10A0-B2D2-B21555B61AB0}"/>
                  </a:ext>
                </a:extLst>
              </p:cNvPr>
              <p:cNvSpPr/>
              <p:nvPr/>
            </p:nvSpPr>
            <p:spPr>
              <a:xfrm>
                <a:off x="8583411" y="4635705"/>
                <a:ext cx="62908" cy="452178"/>
              </a:xfrm>
              <a:custGeom>
                <a:avLst/>
                <a:gdLst>
                  <a:gd name="connsiteX0" fmla="*/ 0 w 55726"/>
                  <a:gd name="connsiteY0" fmla="*/ 0 h 400555"/>
                  <a:gd name="connsiteX1" fmla="*/ 45628 w 55726"/>
                  <a:gd name="connsiteY1" fmla="*/ 0 h 400555"/>
                  <a:gd name="connsiteX2" fmla="*/ 55726 w 55726"/>
                  <a:gd name="connsiteY2" fmla="*/ 14586 h 400555"/>
                  <a:gd name="connsiteX3" fmla="*/ 55726 w 55726"/>
                  <a:gd name="connsiteY3" fmla="*/ 385969 h 400555"/>
                  <a:gd name="connsiteX4" fmla="*/ 45628 w 55726"/>
                  <a:gd name="connsiteY4" fmla="*/ 400556 h 400555"/>
                  <a:gd name="connsiteX5" fmla="*/ 0 w 55726"/>
                  <a:gd name="connsiteY5" fmla="*/ 400556 h 400555"/>
                  <a:gd name="connsiteX6" fmla="*/ 0 w 55726"/>
                  <a:gd name="connsiteY6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726" h="400555">
                    <a:moveTo>
                      <a:pt x="0" y="0"/>
                    </a:moveTo>
                    <a:lnTo>
                      <a:pt x="45628" y="0"/>
                    </a:lnTo>
                    <a:cubicBezTo>
                      <a:pt x="51238" y="0"/>
                      <a:pt x="55726" y="6732"/>
                      <a:pt x="55726" y="14586"/>
                    </a:cubicBezTo>
                    <a:lnTo>
                      <a:pt x="55726" y="385969"/>
                    </a:lnTo>
                    <a:cubicBezTo>
                      <a:pt x="55726" y="394198"/>
                      <a:pt x="51238" y="400556"/>
                      <a:pt x="45628" y="400556"/>
                    </a:cubicBezTo>
                    <a:lnTo>
                      <a:pt x="0" y="4005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: 形状 127" descr="3448c1ba-0cd5-4db2-a6b4-bb8eb0e6e7ad">
                <a:extLst>
                  <a:ext uri="{FF2B5EF4-FFF2-40B4-BE49-F238E27FC236}">
                    <a16:creationId xmlns:a16="http://schemas.microsoft.com/office/drawing/2014/main" id="{627E770D-D080-CB45-39A4-28B565F438C2}"/>
                  </a:ext>
                </a:extLst>
              </p:cNvPr>
              <p:cNvSpPr/>
              <p:nvPr/>
            </p:nvSpPr>
            <p:spPr>
              <a:xfrm>
                <a:off x="8585522" y="4635705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8 h 400555"/>
                  <a:gd name="connsiteX4" fmla="*/ 90134 w 102850"/>
                  <a:gd name="connsiteY4" fmla="*/ 400556 h 400555"/>
                  <a:gd name="connsiteX5" fmla="*/ 12716 w 102850"/>
                  <a:gd name="connsiteY5" fmla="*/ 400556 h 400555"/>
                  <a:gd name="connsiteX6" fmla="*/ 0 w 102850"/>
                  <a:gd name="connsiteY6" fmla="*/ 381108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8"/>
                    </a:lnTo>
                    <a:cubicBezTo>
                      <a:pt x="102850" y="391954"/>
                      <a:pt x="97240" y="400556"/>
                      <a:pt x="90134" y="400556"/>
                    </a:cubicBezTo>
                    <a:lnTo>
                      <a:pt x="12716" y="400556"/>
                    </a:lnTo>
                    <a:cubicBezTo>
                      <a:pt x="5610" y="400556"/>
                      <a:pt x="0" y="391954"/>
                      <a:pt x="0" y="381108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0" name="任意多边形: 形状 119" descr="de9ec43f-d03a-45c1-86da-d1ffc30377b5">
                <a:extLst>
                  <a:ext uri="{FF2B5EF4-FFF2-40B4-BE49-F238E27FC236}">
                    <a16:creationId xmlns:a16="http://schemas.microsoft.com/office/drawing/2014/main" id="{2EB234B6-05FD-ED4D-1193-DE2B81702A8B}"/>
                  </a:ext>
                </a:extLst>
              </p:cNvPr>
              <p:cNvSpPr/>
              <p:nvPr/>
            </p:nvSpPr>
            <p:spPr>
              <a:xfrm>
                <a:off x="9301576" y="5156702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5 h 400555"/>
                  <a:gd name="connsiteX5" fmla="*/ 10098 w 108086"/>
                  <a:gd name="connsiteY5" fmla="*/ 400555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5"/>
                      <a:pt x="97988" y="400555"/>
                    </a:cubicBezTo>
                    <a:lnTo>
                      <a:pt x="10098" y="400555"/>
                    </a:lnTo>
                    <a:cubicBezTo>
                      <a:pt x="4488" y="400555"/>
                      <a:pt x="0" y="393823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1" name="任意多边形: 形状 120" descr="55e4c019-b65e-4b32-8dd2-d61247a801b5">
                <a:extLst>
                  <a:ext uri="{FF2B5EF4-FFF2-40B4-BE49-F238E27FC236}">
                    <a16:creationId xmlns:a16="http://schemas.microsoft.com/office/drawing/2014/main" id="{A089D470-3D0B-1CA6-48C1-B103ACB9B760}"/>
                  </a:ext>
                </a:extLst>
              </p:cNvPr>
              <p:cNvSpPr/>
              <p:nvPr/>
            </p:nvSpPr>
            <p:spPr>
              <a:xfrm>
                <a:off x="9362795" y="5156702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8 h 400555"/>
                  <a:gd name="connsiteX4" fmla="*/ 90134 w 102850"/>
                  <a:gd name="connsiteY4" fmla="*/ 400555 h 400555"/>
                  <a:gd name="connsiteX5" fmla="*/ 12716 w 102850"/>
                  <a:gd name="connsiteY5" fmla="*/ 400555 h 400555"/>
                  <a:gd name="connsiteX6" fmla="*/ 0 w 102850"/>
                  <a:gd name="connsiteY6" fmla="*/ 381108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8"/>
                    </a:lnTo>
                    <a:cubicBezTo>
                      <a:pt x="102850" y="391953"/>
                      <a:pt x="97240" y="400555"/>
                      <a:pt x="90134" y="400555"/>
                    </a:cubicBezTo>
                    <a:lnTo>
                      <a:pt x="12716" y="400555"/>
                    </a:lnTo>
                    <a:cubicBezTo>
                      <a:pt x="5610" y="400555"/>
                      <a:pt x="0" y="391953"/>
                      <a:pt x="0" y="381108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任意多边形: 形状 117" descr="b8d710f0-e5e1-43c3-89a7-cc9c39738548">
                <a:extLst>
                  <a:ext uri="{FF2B5EF4-FFF2-40B4-BE49-F238E27FC236}">
                    <a16:creationId xmlns:a16="http://schemas.microsoft.com/office/drawing/2014/main" id="{BF1C0E57-9808-CDF6-2F7F-64E86FF4ABEF}"/>
                  </a:ext>
                </a:extLst>
              </p:cNvPr>
              <p:cNvSpPr/>
              <p:nvPr/>
            </p:nvSpPr>
            <p:spPr>
              <a:xfrm>
                <a:off x="9107363" y="5156702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5 h 400555"/>
                  <a:gd name="connsiteX5" fmla="*/ 10098 w 108086"/>
                  <a:gd name="connsiteY5" fmla="*/ 400555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5"/>
                      <a:pt x="97988" y="400555"/>
                    </a:cubicBezTo>
                    <a:lnTo>
                      <a:pt x="10098" y="400555"/>
                    </a:lnTo>
                    <a:cubicBezTo>
                      <a:pt x="4488" y="400555"/>
                      <a:pt x="0" y="393823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9" name="任意多边形: 形状 118" descr="71f1a7a7-e641-489f-a7c1-277f4332f49a">
                <a:extLst>
                  <a:ext uri="{FF2B5EF4-FFF2-40B4-BE49-F238E27FC236}">
                    <a16:creationId xmlns:a16="http://schemas.microsoft.com/office/drawing/2014/main" id="{02C558C6-EF8A-8D31-0510-B15841100A80}"/>
                  </a:ext>
                </a:extLst>
              </p:cNvPr>
              <p:cNvSpPr/>
              <p:nvPr/>
            </p:nvSpPr>
            <p:spPr>
              <a:xfrm>
                <a:off x="9168160" y="5156702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8 h 400555"/>
                  <a:gd name="connsiteX4" fmla="*/ 90134 w 102850"/>
                  <a:gd name="connsiteY4" fmla="*/ 400555 h 400555"/>
                  <a:gd name="connsiteX5" fmla="*/ 12716 w 102850"/>
                  <a:gd name="connsiteY5" fmla="*/ 400555 h 400555"/>
                  <a:gd name="connsiteX6" fmla="*/ 0 w 102850"/>
                  <a:gd name="connsiteY6" fmla="*/ 381108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8"/>
                    </a:lnTo>
                    <a:cubicBezTo>
                      <a:pt x="102850" y="391953"/>
                      <a:pt x="97240" y="400555"/>
                      <a:pt x="90134" y="400555"/>
                    </a:cubicBezTo>
                    <a:lnTo>
                      <a:pt x="12716" y="400555"/>
                    </a:lnTo>
                    <a:cubicBezTo>
                      <a:pt x="5610" y="400555"/>
                      <a:pt x="0" y="391953"/>
                      <a:pt x="0" y="381108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: 形状 115" descr="f0ddf1de-de41-41f5-b911-108edcdd7dfd">
                <a:extLst>
                  <a:ext uri="{FF2B5EF4-FFF2-40B4-BE49-F238E27FC236}">
                    <a16:creationId xmlns:a16="http://schemas.microsoft.com/office/drawing/2014/main" id="{28C64682-3500-DA3E-BFEE-C61563E2CE48}"/>
                  </a:ext>
                </a:extLst>
              </p:cNvPr>
              <p:cNvSpPr/>
              <p:nvPr/>
            </p:nvSpPr>
            <p:spPr>
              <a:xfrm>
                <a:off x="8913151" y="5156702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5 h 400555"/>
                  <a:gd name="connsiteX5" fmla="*/ 10098 w 108086"/>
                  <a:gd name="connsiteY5" fmla="*/ 400555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5"/>
                      <a:pt x="97988" y="400555"/>
                    </a:cubicBezTo>
                    <a:lnTo>
                      <a:pt x="10098" y="400555"/>
                    </a:lnTo>
                    <a:cubicBezTo>
                      <a:pt x="4488" y="400555"/>
                      <a:pt x="0" y="393823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7" name="任意多边形: 形状 116" descr="3b8ba02a-9848-4f78-b1ad-79f05de8729e">
                <a:extLst>
                  <a:ext uri="{FF2B5EF4-FFF2-40B4-BE49-F238E27FC236}">
                    <a16:creationId xmlns:a16="http://schemas.microsoft.com/office/drawing/2014/main" id="{F2E28EAA-1758-3749-651D-43D78B35FBA0}"/>
                  </a:ext>
                </a:extLst>
              </p:cNvPr>
              <p:cNvSpPr/>
              <p:nvPr/>
            </p:nvSpPr>
            <p:spPr>
              <a:xfrm>
                <a:off x="8973948" y="5156702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8 h 400555"/>
                  <a:gd name="connsiteX4" fmla="*/ 90134 w 102850"/>
                  <a:gd name="connsiteY4" fmla="*/ 400555 h 400555"/>
                  <a:gd name="connsiteX5" fmla="*/ 12716 w 102850"/>
                  <a:gd name="connsiteY5" fmla="*/ 400555 h 400555"/>
                  <a:gd name="connsiteX6" fmla="*/ 0 w 102850"/>
                  <a:gd name="connsiteY6" fmla="*/ 381108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8"/>
                    </a:lnTo>
                    <a:cubicBezTo>
                      <a:pt x="102850" y="391953"/>
                      <a:pt x="97240" y="400555"/>
                      <a:pt x="90134" y="400555"/>
                    </a:cubicBezTo>
                    <a:lnTo>
                      <a:pt x="12716" y="400555"/>
                    </a:lnTo>
                    <a:cubicBezTo>
                      <a:pt x="5610" y="400555"/>
                      <a:pt x="0" y="391953"/>
                      <a:pt x="0" y="381108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" name="任意多边形: 形状 113" descr="1defe67d-e5c0-4efb-b421-f33393752fb9">
                <a:extLst>
                  <a:ext uri="{FF2B5EF4-FFF2-40B4-BE49-F238E27FC236}">
                    <a16:creationId xmlns:a16="http://schemas.microsoft.com/office/drawing/2014/main" id="{AD9AFB82-CB30-48C3-D89B-ED3DF04A7C20}"/>
                  </a:ext>
                </a:extLst>
              </p:cNvPr>
              <p:cNvSpPr/>
              <p:nvPr/>
            </p:nvSpPr>
            <p:spPr>
              <a:xfrm>
                <a:off x="8718515" y="5156702"/>
                <a:ext cx="122016" cy="452178"/>
              </a:xfrm>
              <a:custGeom>
                <a:avLst/>
                <a:gdLst>
                  <a:gd name="connsiteX0" fmla="*/ 10098 w 108086"/>
                  <a:gd name="connsiteY0" fmla="*/ 0 h 400555"/>
                  <a:gd name="connsiteX1" fmla="*/ 97988 w 108086"/>
                  <a:gd name="connsiteY1" fmla="*/ 0 h 400555"/>
                  <a:gd name="connsiteX2" fmla="*/ 108086 w 108086"/>
                  <a:gd name="connsiteY2" fmla="*/ 14586 h 400555"/>
                  <a:gd name="connsiteX3" fmla="*/ 108086 w 108086"/>
                  <a:gd name="connsiteY3" fmla="*/ 385969 h 400555"/>
                  <a:gd name="connsiteX4" fmla="*/ 97988 w 108086"/>
                  <a:gd name="connsiteY4" fmla="*/ 400555 h 400555"/>
                  <a:gd name="connsiteX5" fmla="*/ 10098 w 108086"/>
                  <a:gd name="connsiteY5" fmla="*/ 400555 h 400555"/>
                  <a:gd name="connsiteX6" fmla="*/ 0 w 108086"/>
                  <a:gd name="connsiteY6" fmla="*/ 385969 h 400555"/>
                  <a:gd name="connsiteX7" fmla="*/ 0 w 108086"/>
                  <a:gd name="connsiteY7" fmla="*/ 14586 h 400555"/>
                  <a:gd name="connsiteX8" fmla="*/ 10098 w 108086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086" h="400555">
                    <a:moveTo>
                      <a:pt x="10098" y="0"/>
                    </a:moveTo>
                    <a:lnTo>
                      <a:pt x="97988" y="0"/>
                    </a:lnTo>
                    <a:cubicBezTo>
                      <a:pt x="103598" y="0"/>
                      <a:pt x="108086" y="6732"/>
                      <a:pt x="108086" y="14586"/>
                    </a:cubicBezTo>
                    <a:lnTo>
                      <a:pt x="108086" y="385969"/>
                    </a:lnTo>
                    <a:cubicBezTo>
                      <a:pt x="108086" y="394198"/>
                      <a:pt x="103598" y="400555"/>
                      <a:pt x="97988" y="400555"/>
                    </a:cubicBezTo>
                    <a:lnTo>
                      <a:pt x="10098" y="400555"/>
                    </a:lnTo>
                    <a:cubicBezTo>
                      <a:pt x="4488" y="400555"/>
                      <a:pt x="0" y="393823"/>
                      <a:pt x="0" y="385969"/>
                    </a:cubicBezTo>
                    <a:lnTo>
                      <a:pt x="0" y="14586"/>
                    </a:lnTo>
                    <a:cubicBezTo>
                      <a:pt x="0" y="6358"/>
                      <a:pt x="4488" y="0"/>
                      <a:pt x="10098" y="0"/>
                    </a:cubicBez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: 形状 114" descr="73d9c90e-68ee-4f04-812e-4a88b76b8d91">
                <a:extLst>
                  <a:ext uri="{FF2B5EF4-FFF2-40B4-BE49-F238E27FC236}">
                    <a16:creationId xmlns:a16="http://schemas.microsoft.com/office/drawing/2014/main" id="{7F6ED803-1A84-8A97-3512-F9AD69FBA6CC}"/>
                  </a:ext>
                </a:extLst>
              </p:cNvPr>
              <p:cNvSpPr/>
              <p:nvPr/>
            </p:nvSpPr>
            <p:spPr>
              <a:xfrm>
                <a:off x="8779734" y="5156702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8 h 400555"/>
                  <a:gd name="connsiteX4" fmla="*/ 90134 w 102850"/>
                  <a:gd name="connsiteY4" fmla="*/ 400555 h 400555"/>
                  <a:gd name="connsiteX5" fmla="*/ 12716 w 102850"/>
                  <a:gd name="connsiteY5" fmla="*/ 400555 h 400555"/>
                  <a:gd name="connsiteX6" fmla="*/ 0 w 102850"/>
                  <a:gd name="connsiteY6" fmla="*/ 381108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8"/>
                    </a:lnTo>
                    <a:cubicBezTo>
                      <a:pt x="102850" y="391953"/>
                      <a:pt x="97240" y="400555"/>
                      <a:pt x="90134" y="400555"/>
                    </a:cubicBezTo>
                    <a:lnTo>
                      <a:pt x="12716" y="400555"/>
                    </a:lnTo>
                    <a:cubicBezTo>
                      <a:pt x="5610" y="400555"/>
                      <a:pt x="0" y="391953"/>
                      <a:pt x="0" y="381108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" name="任意多边形: 形状 111" descr="c09d60a3-12b0-4f12-8c0a-25d62fd44b34">
                <a:extLst>
                  <a:ext uri="{FF2B5EF4-FFF2-40B4-BE49-F238E27FC236}">
                    <a16:creationId xmlns:a16="http://schemas.microsoft.com/office/drawing/2014/main" id="{130CFD59-FD4B-F8EB-029A-B4776B9F431D}"/>
                  </a:ext>
                </a:extLst>
              </p:cNvPr>
              <p:cNvSpPr/>
              <p:nvPr/>
            </p:nvSpPr>
            <p:spPr>
              <a:xfrm>
                <a:off x="8583411" y="5156702"/>
                <a:ext cx="62908" cy="452178"/>
              </a:xfrm>
              <a:custGeom>
                <a:avLst/>
                <a:gdLst>
                  <a:gd name="connsiteX0" fmla="*/ 0 w 55726"/>
                  <a:gd name="connsiteY0" fmla="*/ 0 h 400555"/>
                  <a:gd name="connsiteX1" fmla="*/ 45628 w 55726"/>
                  <a:gd name="connsiteY1" fmla="*/ 0 h 400555"/>
                  <a:gd name="connsiteX2" fmla="*/ 55726 w 55726"/>
                  <a:gd name="connsiteY2" fmla="*/ 14586 h 400555"/>
                  <a:gd name="connsiteX3" fmla="*/ 55726 w 55726"/>
                  <a:gd name="connsiteY3" fmla="*/ 385969 h 400555"/>
                  <a:gd name="connsiteX4" fmla="*/ 45628 w 55726"/>
                  <a:gd name="connsiteY4" fmla="*/ 400555 h 400555"/>
                  <a:gd name="connsiteX5" fmla="*/ 0 w 55726"/>
                  <a:gd name="connsiteY5" fmla="*/ 400555 h 400555"/>
                  <a:gd name="connsiteX6" fmla="*/ 0 w 55726"/>
                  <a:gd name="connsiteY6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726" h="400555">
                    <a:moveTo>
                      <a:pt x="0" y="0"/>
                    </a:moveTo>
                    <a:lnTo>
                      <a:pt x="45628" y="0"/>
                    </a:lnTo>
                    <a:cubicBezTo>
                      <a:pt x="51238" y="0"/>
                      <a:pt x="55726" y="6732"/>
                      <a:pt x="55726" y="14586"/>
                    </a:cubicBezTo>
                    <a:lnTo>
                      <a:pt x="55726" y="385969"/>
                    </a:lnTo>
                    <a:cubicBezTo>
                      <a:pt x="55726" y="394198"/>
                      <a:pt x="51238" y="400555"/>
                      <a:pt x="45628" y="400555"/>
                    </a:cubicBezTo>
                    <a:lnTo>
                      <a:pt x="0" y="4005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DAEA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: 形状 112" descr="57ee7c80-f716-4208-8a54-8f5f68610618">
                <a:extLst>
                  <a:ext uri="{FF2B5EF4-FFF2-40B4-BE49-F238E27FC236}">
                    <a16:creationId xmlns:a16="http://schemas.microsoft.com/office/drawing/2014/main" id="{CF1EC790-5BA4-389C-531E-244309A3EA65}"/>
                  </a:ext>
                </a:extLst>
              </p:cNvPr>
              <p:cNvSpPr/>
              <p:nvPr/>
            </p:nvSpPr>
            <p:spPr>
              <a:xfrm>
                <a:off x="8585522" y="5156702"/>
                <a:ext cx="116105" cy="452178"/>
              </a:xfrm>
              <a:custGeom>
                <a:avLst/>
                <a:gdLst>
                  <a:gd name="connsiteX0" fmla="*/ 12716 w 102850"/>
                  <a:gd name="connsiteY0" fmla="*/ 0 h 400555"/>
                  <a:gd name="connsiteX1" fmla="*/ 90134 w 102850"/>
                  <a:gd name="connsiteY1" fmla="*/ 0 h 400555"/>
                  <a:gd name="connsiteX2" fmla="*/ 102850 w 102850"/>
                  <a:gd name="connsiteY2" fmla="*/ 19448 h 400555"/>
                  <a:gd name="connsiteX3" fmla="*/ 102850 w 102850"/>
                  <a:gd name="connsiteY3" fmla="*/ 381108 h 400555"/>
                  <a:gd name="connsiteX4" fmla="*/ 90134 w 102850"/>
                  <a:gd name="connsiteY4" fmla="*/ 400555 h 400555"/>
                  <a:gd name="connsiteX5" fmla="*/ 12716 w 102850"/>
                  <a:gd name="connsiteY5" fmla="*/ 400555 h 400555"/>
                  <a:gd name="connsiteX6" fmla="*/ 0 w 102850"/>
                  <a:gd name="connsiteY6" fmla="*/ 381108 h 400555"/>
                  <a:gd name="connsiteX7" fmla="*/ 0 w 102850"/>
                  <a:gd name="connsiteY7" fmla="*/ 19448 h 400555"/>
                  <a:gd name="connsiteX8" fmla="*/ 12716 w 102850"/>
                  <a:gd name="connsiteY8" fmla="*/ 0 h 40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850" h="400555">
                    <a:moveTo>
                      <a:pt x="12716" y="0"/>
                    </a:moveTo>
                    <a:lnTo>
                      <a:pt x="90134" y="0"/>
                    </a:lnTo>
                    <a:cubicBezTo>
                      <a:pt x="97240" y="0"/>
                      <a:pt x="102850" y="8602"/>
                      <a:pt x="102850" y="19448"/>
                    </a:cubicBezTo>
                    <a:lnTo>
                      <a:pt x="102850" y="381108"/>
                    </a:lnTo>
                    <a:cubicBezTo>
                      <a:pt x="102850" y="391953"/>
                      <a:pt x="97240" y="400555"/>
                      <a:pt x="90134" y="400555"/>
                    </a:cubicBezTo>
                    <a:lnTo>
                      <a:pt x="12716" y="400555"/>
                    </a:lnTo>
                    <a:cubicBezTo>
                      <a:pt x="5610" y="400555"/>
                      <a:pt x="0" y="391953"/>
                      <a:pt x="0" y="381108"/>
                    </a:cubicBezTo>
                    <a:lnTo>
                      <a:pt x="0" y="19448"/>
                    </a:lnTo>
                    <a:cubicBezTo>
                      <a:pt x="0" y="8602"/>
                      <a:pt x="5610" y="0"/>
                      <a:pt x="12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" name="任意多边形: 形状 90" descr="6e8899e7-b257-4370-a19a-8180c27dac73">
                <a:extLst>
                  <a:ext uri="{FF2B5EF4-FFF2-40B4-BE49-F238E27FC236}">
                    <a16:creationId xmlns:a16="http://schemas.microsoft.com/office/drawing/2014/main" id="{F1DAB4A5-5139-2662-D53A-D0D6CD0CE69D}"/>
                  </a:ext>
                </a:extLst>
              </p:cNvPr>
              <p:cNvSpPr/>
              <p:nvPr/>
            </p:nvSpPr>
            <p:spPr>
              <a:xfrm>
                <a:off x="9501700" y="4003246"/>
                <a:ext cx="10133" cy="1736939"/>
              </a:xfrm>
              <a:custGeom>
                <a:avLst/>
                <a:gdLst>
                  <a:gd name="connsiteX0" fmla="*/ 4488 w 8976"/>
                  <a:gd name="connsiteY0" fmla="*/ 1538268 h 1538641"/>
                  <a:gd name="connsiteX1" fmla="*/ 0 w 8976"/>
                  <a:gd name="connsiteY1" fmla="*/ 1533406 h 1538641"/>
                  <a:gd name="connsiteX2" fmla="*/ 0 w 8976"/>
                  <a:gd name="connsiteY2" fmla="*/ 4862 h 1538641"/>
                  <a:gd name="connsiteX3" fmla="*/ 4488 w 8976"/>
                  <a:gd name="connsiteY3" fmla="*/ 0 h 1538641"/>
                  <a:gd name="connsiteX4" fmla="*/ 8976 w 8976"/>
                  <a:gd name="connsiteY4" fmla="*/ 4862 h 1538641"/>
                  <a:gd name="connsiteX5" fmla="*/ 8976 w 8976"/>
                  <a:gd name="connsiteY5" fmla="*/ 1533780 h 1538641"/>
                  <a:gd name="connsiteX6" fmla="*/ 4488 w 8976"/>
                  <a:gd name="connsiteY6" fmla="*/ 1538642 h 1538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76" h="1538641">
                    <a:moveTo>
                      <a:pt x="4488" y="1538268"/>
                    </a:moveTo>
                    <a:cubicBezTo>
                      <a:pt x="1870" y="1538268"/>
                      <a:pt x="0" y="1536024"/>
                      <a:pt x="0" y="1533406"/>
                    </a:cubicBezTo>
                    <a:lnTo>
                      <a:pt x="0" y="4862"/>
                    </a:lnTo>
                    <a:cubicBezTo>
                      <a:pt x="0" y="2244"/>
                      <a:pt x="2244" y="0"/>
                      <a:pt x="4488" y="0"/>
                    </a:cubicBezTo>
                    <a:cubicBezTo>
                      <a:pt x="6732" y="0"/>
                      <a:pt x="8976" y="2244"/>
                      <a:pt x="8976" y="4862"/>
                    </a:cubicBezTo>
                    <a:lnTo>
                      <a:pt x="8976" y="1533780"/>
                    </a:lnTo>
                    <a:cubicBezTo>
                      <a:pt x="8976" y="1536398"/>
                      <a:pt x="6732" y="1538642"/>
                      <a:pt x="4488" y="1538642"/>
                    </a:cubicBezTo>
                    <a:close/>
                  </a:path>
                </a:pathLst>
              </a:custGeom>
              <a:solidFill>
                <a:srgbClr val="8E98BC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: 形状 91" descr="41e9697a-5c15-4b99-ab79-ec38c1e721ab">
                <a:extLst>
                  <a:ext uri="{FF2B5EF4-FFF2-40B4-BE49-F238E27FC236}">
                    <a16:creationId xmlns:a16="http://schemas.microsoft.com/office/drawing/2014/main" id="{7A891C0E-37F9-1B26-1FBF-5ABAA50EC05B}"/>
                  </a:ext>
                </a:extLst>
              </p:cNvPr>
              <p:cNvSpPr/>
              <p:nvPr/>
            </p:nvSpPr>
            <p:spPr>
              <a:xfrm>
                <a:off x="10367926" y="2601136"/>
                <a:ext cx="478487" cy="454688"/>
              </a:xfrm>
              <a:custGeom>
                <a:avLst/>
                <a:gdLst>
                  <a:gd name="connsiteX0" fmla="*/ 175898 w 423861"/>
                  <a:gd name="connsiteY0" fmla="*/ 61690 h 402779"/>
                  <a:gd name="connsiteX1" fmla="*/ 319141 w 423861"/>
                  <a:gd name="connsiteY1" fmla="*/ 144345 h 402779"/>
                  <a:gd name="connsiteX2" fmla="*/ 366265 w 423861"/>
                  <a:gd name="connsiteY2" fmla="*/ 224007 h 402779"/>
                  <a:gd name="connsiteX3" fmla="*/ 423861 w 423861"/>
                  <a:gd name="connsiteY3" fmla="*/ 402780 h 402779"/>
                  <a:gd name="connsiteX4" fmla="*/ 243966 w 423861"/>
                  <a:gd name="connsiteY4" fmla="*/ 282725 h 402779"/>
                  <a:gd name="connsiteX5" fmla="*/ 188240 w 423861"/>
                  <a:gd name="connsiteY5" fmla="*/ 233731 h 402779"/>
                  <a:gd name="connsiteX6" fmla="*/ 135132 w 423861"/>
                  <a:gd name="connsiteY6" fmla="*/ 131255 h 402779"/>
                  <a:gd name="connsiteX7" fmla="*/ 96610 w 423861"/>
                  <a:gd name="connsiteY7" fmla="*/ 110311 h 402779"/>
                  <a:gd name="connsiteX8" fmla="*/ 4980 w 423861"/>
                  <a:gd name="connsiteY8" fmla="*/ 2224 h 402779"/>
                  <a:gd name="connsiteX9" fmla="*/ 175898 w 423861"/>
                  <a:gd name="connsiteY9" fmla="*/ 61316 h 402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3861" h="402779">
                    <a:moveTo>
                      <a:pt x="175898" y="61690"/>
                    </a:moveTo>
                    <a:cubicBezTo>
                      <a:pt x="227884" y="81138"/>
                      <a:pt x="282489" y="102457"/>
                      <a:pt x="319141" y="144345"/>
                    </a:cubicBezTo>
                    <a:cubicBezTo>
                      <a:pt x="339337" y="167533"/>
                      <a:pt x="353175" y="196331"/>
                      <a:pt x="366265" y="224007"/>
                    </a:cubicBezTo>
                    <a:cubicBezTo>
                      <a:pt x="393193" y="280855"/>
                      <a:pt x="420869" y="339947"/>
                      <a:pt x="423861" y="402780"/>
                    </a:cubicBezTo>
                    <a:cubicBezTo>
                      <a:pt x="364021" y="362762"/>
                      <a:pt x="303807" y="322743"/>
                      <a:pt x="243966" y="282725"/>
                    </a:cubicBezTo>
                    <a:cubicBezTo>
                      <a:pt x="223022" y="268887"/>
                      <a:pt x="201704" y="254301"/>
                      <a:pt x="188240" y="233731"/>
                    </a:cubicBezTo>
                    <a:cubicBezTo>
                      <a:pt x="166922" y="201193"/>
                      <a:pt x="165426" y="155565"/>
                      <a:pt x="135132" y="131255"/>
                    </a:cubicBezTo>
                    <a:cubicBezTo>
                      <a:pt x="123912" y="121905"/>
                      <a:pt x="109700" y="117043"/>
                      <a:pt x="96610" y="110311"/>
                    </a:cubicBezTo>
                    <a:cubicBezTo>
                      <a:pt x="78284" y="100961"/>
                      <a:pt x="-23444" y="26908"/>
                      <a:pt x="4980" y="2224"/>
                    </a:cubicBezTo>
                    <a:cubicBezTo>
                      <a:pt x="22184" y="-12736"/>
                      <a:pt x="151962" y="52340"/>
                      <a:pt x="175898" y="61316"/>
                    </a:cubicBezTo>
                    <a:close/>
                  </a:path>
                </a:pathLst>
              </a:custGeom>
              <a:solidFill>
                <a:srgbClr val="F9EDDC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任意多边形: 形状 92" descr="d8dbb1b9-00ac-43af-8074-f75804b4aec1">
                <a:extLst>
                  <a:ext uri="{FF2B5EF4-FFF2-40B4-BE49-F238E27FC236}">
                    <a16:creationId xmlns:a16="http://schemas.microsoft.com/office/drawing/2014/main" id="{8899DC7F-1A96-7479-5A43-72E7DEAB3742}"/>
                  </a:ext>
                </a:extLst>
              </p:cNvPr>
              <p:cNvSpPr/>
              <p:nvPr/>
            </p:nvSpPr>
            <p:spPr>
              <a:xfrm>
                <a:off x="8903171" y="3017289"/>
                <a:ext cx="3288829" cy="3116811"/>
              </a:xfrm>
              <a:custGeom>
                <a:avLst/>
                <a:gdLst>
                  <a:gd name="connsiteX0" fmla="*/ 2855738 w 2913360"/>
                  <a:gd name="connsiteY0" fmla="*/ 2760607 h 2760980"/>
                  <a:gd name="connsiteX1" fmla="*/ 2638069 w 2913360"/>
                  <a:gd name="connsiteY1" fmla="*/ 2603152 h 2760980"/>
                  <a:gd name="connsiteX2" fmla="*/ 2585709 w 2913360"/>
                  <a:gd name="connsiteY2" fmla="*/ 2470008 h 2760980"/>
                  <a:gd name="connsiteX3" fmla="*/ 2525121 w 2913360"/>
                  <a:gd name="connsiteY3" fmla="*/ 2323025 h 2760980"/>
                  <a:gd name="connsiteX4" fmla="*/ 2190390 w 2913360"/>
                  <a:gd name="connsiteY4" fmla="*/ 2137895 h 2760980"/>
                  <a:gd name="connsiteX5" fmla="*/ 2038171 w 2913360"/>
                  <a:gd name="connsiteY5" fmla="*/ 2194369 h 2760980"/>
                  <a:gd name="connsiteX6" fmla="*/ 1968981 w 2913360"/>
                  <a:gd name="connsiteY6" fmla="*/ 2339481 h 2760980"/>
                  <a:gd name="connsiteX7" fmla="*/ 1965241 w 2913360"/>
                  <a:gd name="connsiteY7" fmla="*/ 2352198 h 2760980"/>
                  <a:gd name="connsiteX8" fmla="*/ 1778240 w 2913360"/>
                  <a:gd name="connsiteY8" fmla="*/ 2643171 h 2760980"/>
                  <a:gd name="connsiteX9" fmla="*/ 1571043 w 2913360"/>
                  <a:gd name="connsiteY9" fmla="*/ 2659627 h 2760980"/>
                  <a:gd name="connsiteX10" fmla="*/ 1467445 w 2913360"/>
                  <a:gd name="connsiteY10" fmla="*/ 2552288 h 2760980"/>
                  <a:gd name="connsiteX11" fmla="*/ 1467445 w 2913360"/>
                  <a:gd name="connsiteY11" fmla="*/ 2420640 h 2760980"/>
                  <a:gd name="connsiteX12" fmla="*/ 1468941 w 2913360"/>
                  <a:gd name="connsiteY12" fmla="*/ 2306195 h 2760980"/>
                  <a:gd name="connsiteX13" fmla="*/ 1290916 w 2913360"/>
                  <a:gd name="connsiteY13" fmla="*/ 2169311 h 2760980"/>
                  <a:gd name="connsiteX14" fmla="*/ 1243792 w 2913360"/>
                  <a:gd name="connsiteY14" fmla="*/ 2156595 h 2760980"/>
                  <a:gd name="connsiteX15" fmla="*/ 1050433 w 2913360"/>
                  <a:gd name="connsiteY15" fmla="*/ 2072444 h 2760980"/>
                  <a:gd name="connsiteX16" fmla="*/ 982739 w 2913360"/>
                  <a:gd name="connsiteY16" fmla="*/ 1695451 h 2760980"/>
                  <a:gd name="connsiteX17" fmla="*/ 1039587 w 2913360"/>
                  <a:gd name="connsiteY17" fmla="*/ 1545102 h 2760980"/>
                  <a:gd name="connsiteX18" fmla="*/ 1110274 w 2913360"/>
                  <a:gd name="connsiteY18" fmla="*/ 1336410 h 2760980"/>
                  <a:gd name="connsiteX19" fmla="*/ 1002187 w 2913360"/>
                  <a:gd name="connsiteY19" fmla="*/ 922390 h 2760980"/>
                  <a:gd name="connsiteX20" fmla="*/ 644642 w 2913360"/>
                  <a:gd name="connsiteY20" fmla="*/ 700233 h 2760980"/>
                  <a:gd name="connsiteX21" fmla="*/ 544783 w 2913360"/>
                  <a:gd name="connsiteY21" fmla="*/ 666947 h 2760980"/>
                  <a:gd name="connsiteX22" fmla="*/ 81022 w 2913360"/>
                  <a:gd name="connsiteY22" fmla="*/ 393926 h 2760980"/>
                  <a:gd name="connsiteX23" fmla="*/ 1733 w 2913360"/>
                  <a:gd name="connsiteY23" fmla="*/ 17681 h 2760980"/>
                  <a:gd name="connsiteX24" fmla="*/ 21555 w 2913360"/>
                  <a:gd name="connsiteY24" fmla="*/ 103 h 2760980"/>
                  <a:gd name="connsiteX25" fmla="*/ 39133 w 2913360"/>
                  <a:gd name="connsiteY25" fmla="*/ 19925 h 2760980"/>
                  <a:gd name="connsiteX26" fmla="*/ 112438 w 2913360"/>
                  <a:gd name="connsiteY26" fmla="*/ 373356 h 2760980"/>
                  <a:gd name="connsiteX27" fmla="*/ 556377 w 2913360"/>
                  <a:gd name="connsiteY27" fmla="*/ 631417 h 2760980"/>
                  <a:gd name="connsiteX28" fmla="*/ 656984 w 2913360"/>
                  <a:gd name="connsiteY28" fmla="*/ 665077 h 2760980"/>
                  <a:gd name="connsiteX29" fmla="*/ 1030611 w 2913360"/>
                  <a:gd name="connsiteY29" fmla="*/ 898454 h 2760980"/>
                  <a:gd name="connsiteX30" fmla="*/ 1146926 w 2913360"/>
                  <a:gd name="connsiteY30" fmla="*/ 1343142 h 2760980"/>
                  <a:gd name="connsiteX31" fmla="*/ 1073995 w 2913360"/>
                  <a:gd name="connsiteY31" fmla="*/ 1559688 h 2760980"/>
                  <a:gd name="connsiteX32" fmla="*/ 1018269 w 2913360"/>
                  <a:gd name="connsiteY32" fmla="*/ 1706297 h 2760980"/>
                  <a:gd name="connsiteX33" fmla="*/ 1074743 w 2913360"/>
                  <a:gd name="connsiteY33" fmla="*/ 2044394 h 2760980"/>
                  <a:gd name="connsiteX34" fmla="*/ 1253142 w 2913360"/>
                  <a:gd name="connsiteY34" fmla="*/ 2120691 h 2760980"/>
                  <a:gd name="connsiteX35" fmla="*/ 1301014 w 2913360"/>
                  <a:gd name="connsiteY35" fmla="*/ 2133781 h 2760980"/>
                  <a:gd name="connsiteX36" fmla="*/ 1504845 w 2913360"/>
                  <a:gd name="connsiteY36" fmla="*/ 2296471 h 2760980"/>
                  <a:gd name="connsiteX37" fmla="*/ 1504097 w 2913360"/>
                  <a:gd name="connsiteY37" fmla="*/ 2426624 h 2760980"/>
                  <a:gd name="connsiteX38" fmla="*/ 1502975 w 2913360"/>
                  <a:gd name="connsiteY38" fmla="*/ 2542564 h 2760980"/>
                  <a:gd name="connsiteX39" fmla="*/ 1584133 w 2913360"/>
                  <a:gd name="connsiteY39" fmla="*/ 2625218 h 2760980"/>
                  <a:gd name="connsiteX40" fmla="*/ 1758418 w 2913360"/>
                  <a:gd name="connsiteY40" fmla="*/ 2611754 h 2760980"/>
                  <a:gd name="connsiteX41" fmla="*/ 1928963 w 2913360"/>
                  <a:gd name="connsiteY41" fmla="*/ 2342099 h 2760980"/>
                  <a:gd name="connsiteX42" fmla="*/ 1932703 w 2913360"/>
                  <a:gd name="connsiteY42" fmla="*/ 2329383 h 2760980"/>
                  <a:gd name="connsiteX43" fmla="*/ 2011243 w 2913360"/>
                  <a:gd name="connsiteY43" fmla="*/ 2168563 h 2760980"/>
                  <a:gd name="connsiteX44" fmla="*/ 2188520 w 2913360"/>
                  <a:gd name="connsiteY44" fmla="*/ 2100869 h 2760980"/>
                  <a:gd name="connsiteX45" fmla="*/ 2556537 w 2913360"/>
                  <a:gd name="connsiteY45" fmla="*/ 2304325 h 2760980"/>
                  <a:gd name="connsiteX46" fmla="*/ 2620491 w 2913360"/>
                  <a:gd name="connsiteY46" fmla="*/ 2458414 h 2760980"/>
                  <a:gd name="connsiteX47" fmla="*/ 2670607 w 2913360"/>
                  <a:gd name="connsiteY47" fmla="*/ 2586322 h 2760980"/>
                  <a:gd name="connsiteX48" fmla="*/ 2889398 w 2913360"/>
                  <a:gd name="connsiteY48" fmla="*/ 2718719 h 2760980"/>
                  <a:gd name="connsiteX49" fmla="*/ 2912586 w 2913360"/>
                  <a:gd name="connsiteY49" fmla="*/ 2731435 h 2760980"/>
                  <a:gd name="connsiteX50" fmla="*/ 2899870 w 2913360"/>
                  <a:gd name="connsiteY50" fmla="*/ 2754623 h 2760980"/>
                  <a:gd name="connsiteX51" fmla="*/ 2854990 w 2913360"/>
                  <a:gd name="connsiteY51" fmla="*/ 2760981 h 2760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2913360" h="2760980">
                    <a:moveTo>
                      <a:pt x="2855738" y="2760607"/>
                    </a:moveTo>
                    <a:cubicBezTo>
                      <a:pt x="2765978" y="2760607"/>
                      <a:pt x="2681454" y="2687303"/>
                      <a:pt x="2638069" y="2603152"/>
                    </a:cubicBezTo>
                    <a:cubicBezTo>
                      <a:pt x="2616003" y="2560516"/>
                      <a:pt x="2600669" y="2514514"/>
                      <a:pt x="2585709" y="2470008"/>
                    </a:cubicBezTo>
                    <a:cubicBezTo>
                      <a:pt x="2568131" y="2417648"/>
                      <a:pt x="2551675" y="2368280"/>
                      <a:pt x="2525121" y="2323025"/>
                    </a:cubicBezTo>
                    <a:cubicBezTo>
                      <a:pt x="2457801" y="2208207"/>
                      <a:pt x="2323160" y="2133781"/>
                      <a:pt x="2190390" y="2137895"/>
                    </a:cubicBezTo>
                    <a:cubicBezTo>
                      <a:pt x="2126435" y="2139765"/>
                      <a:pt x="2072579" y="2159961"/>
                      <a:pt x="2038171" y="2194369"/>
                    </a:cubicBezTo>
                    <a:cubicBezTo>
                      <a:pt x="2001145" y="2231769"/>
                      <a:pt x="1984689" y="2286373"/>
                      <a:pt x="1968981" y="2339481"/>
                    </a:cubicBezTo>
                    <a:lnTo>
                      <a:pt x="1965241" y="2352198"/>
                    </a:lnTo>
                    <a:cubicBezTo>
                      <a:pt x="1934573" y="2453552"/>
                      <a:pt x="1885952" y="2578094"/>
                      <a:pt x="1778240" y="2643171"/>
                    </a:cubicBezTo>
                    <a:cubicBezTo>
                      <a:pt x="1718774" y="2679075"/>
                      <a:pt x="1637615" y="2685433"/>
                      <a:pt x="1571043" y="2659627"/>
                    </a:cubicBezTo>
                    <a:cubicBezTo>
                      <a:pt x="1518309" y="2639057"/>
                      <a:pt x="1481657" y="2600909"/>
                      <a:pt x="1467445" y="2552288"/>
                    </a:cubicBezTo>
                    <a:cubicBezTo>
                      <a:pt x="1454729" y="2508530"/>
                      <a:pt x="1461087" y="2463650"/>
                      <a:pt x="1467445" y="2420640"/>
                    </a:cubicBezTo>
                    <a:cubicBezTo>
                      <a:pt x="1473429" y="2380248"/>
                      <a:pt x="1479039" y="2341726"/>
                      <a:pt x="1468941" y="2306195"/>
                    </a:cubicBezTo>
                    <a:cubicBezTo>
                      <a:pt x="1447249" y="2229151"/>
                      <a:pt x="1360106" y="2189133"/>
                      <a:pt x="1290916" y="2169311"/>
                    </a:cubicBezTo>
                    <a:cubicBezTo>
                      <a:pt x="1275208" y="2164823"/>
                      <a:pt x="1259500" y="2160709"/>
                      <a:pt x="1243792" y="2156595"/>
                    </a:cubicBezTo>
                    <a:cubicBezTo>
                      <a:pt x="1175350" y="2139017"/>
                      <a:pt x="1105038" y="2120691"/>
                      <a:pt x="1050433" y="2072444"/>
                    </a:cubicBezTo>
                    <a:cubicBezTo>
                      <a:pt x="944965" y="1979692"/>
                      <a:pt x="946461" y="1816627"/>
                      <a:pt x="982739" y="1695451"/>
                    </a:cubicBezTo>
                    <a:cubicBezTo>
                      <a:pt x="998073" y="1643839"/>
                      <a:pt x="1019391" y="1593723"/>
                      <a:pt x="1039587" y="1545102"/>
                    </a:cubicBezTo>
                    <a:cubicBezTo>
                      <a:pt x="1068011" y="1477782"/>
                      <a:pt x="1097184" y="1408218"/>
                      <a:pt x="1110274" y="1336410"/>
                    </a:cubicBezTo>
                    <a:cubicBezTo>
                      <a:pt x="1137202" y="1190923"/>
                      <a:pt x="1096809" y="1036086"/>
                      <a:pt x="1002187" y="922390"/>
                    </a:cubicBezTo>
                    <a:cubicBezTo>
                      <a:pt x="924769" y="829264"/>
                      <a:pt x="811072" y="758577"/>
                      <a:pt x="644642" y="700233"/>
                    </a:cubicBezTo>
                    <a:cubicBezTo>
                      <a:pt x="612104" y="688639"/>
                      <a:pt x="578443" y="677793"/>
                      <a:pt x="544783" y="666947"/>
                    </a:cubicBezTo>
                    <a:cubicBezTo>
                      <a:pt x="367133" y="609351"/>
                      <a:pt x="183498" y="549511"/>
                      <a:pt x="81022" y="393926"/>
                    </a:cubicBezTo>
                    <a:cubicBezTo>
                      <a:pt x="18563" y="298930"/>
                      <a:pt x="-7243" y="175883"/>
                      <a:pt x="1733" y="17681"/>
                    </a:cubicBezTo>
                    <a:cubicBezTo>
                      <a:pt x="2481" y="7209"/>
                      <a:pt x="10335" y="-1019"/>
                      <a:pt x="21555" y="103"/>
                    </a:cubicBezTo>
                    <a:cubicBezTo>
                      <a:pt x="32027" y="851"/>
                      <a:pt x="39881" y="9453"/>
                      <a:pt x="39133" y="19925"/>
                    </a:cubicBezTo>
                    <a:cubicBezTo>
                      <a:pt x="30531" y="169899"/>
                      <a:pt x="54468" y="285466"/>
                      <a:pt x="112438" y="373356"/>
                    </a:cubicBezTo>
                    <a:cubicBezTo>
                      <a:pt x="207434" y="518095"/>
                      <a:pt x="385085" y="575691"/>
                      <a:pt x="556377" y="631417"/>
                    </a:cubicBezTo>
                    <a:cubicBezTo>
                      <a:pt x="590412" y="642263"/>
                      <a:pt x="624072" y="653483"/>
                      <a:pt x="656984" y="665077"/>
                    </a:cubicBezTo>
                    <a:cubicBezTo>
                      <a:pt x="829772" y="725665"/>
                      <a:pt x="948705" y="800092"/>
                      <a:pt x="1030611" y="898454"/>
                    </a:cubicBezTo>
                    <a:cubicBezTo>
                      <a:pt x="1132340" y="1020752"/>
                      <a:pt x="1175724" y="1186809"/>
                      <a:pt x="1146926" y="1343142"/>
                    </a:cubicBezTo>
                    <a:cubicBezTo>
                      <a:pt x="1133088" y="1419064"/>
                      <a:pt x="1102793" y="1490498"/>
                      <a:pt x="1073995" y="1559688"/>
                    </a:cubicBezTo>
                    <a:cubicBezTo>
                      <a:pt x="1053799" y="1607186"/>
                      <a:pt x="1033229" y="1656555"/>
                      <a:pt x="1018269" y="1706297"/>
                    </a:cubicBezTo>
                    <a:cubicBezTo>
                      <a:pt x="985357" y="1816627"/>
                      <a:pt x="982739" y="1963236"/>
                      <a:pt x="1074743" y="2044394"/>
                    </a:cubicBezTo>
                    <a:cubicBezTo>
                      <a:pt x="1122615" y="2086657"/>
                      <a:pt x="1188814" y="2103861"/>
                      <a:pt x="1253142" y="2120691"/>
                    </a:cubicBezTo>
                    <a:cubicBezTo>
                      <a:pt x="1269224" y="2124805"/>
                      <a:pt x="1285306" y="2128919"/>
                      <a:pt x="1301014" y="2133781"/>
                    </a:cubicBezTo>
                    <a:cubicBezTo>
                      <a:pt x="1379555" y="2156221"/>
                      <a:pt x="1478665" y="2202971"/>
                      <a:pt x="1504845" y="2296471"/>
                    </a:cubicBezTo>
                    <a:cubicBezTo>
                      <a:pt x="1516813" y="2339855"/>
                      <a:pt x="1510455" y="2383988"/>
                      <a:pt x="1504097" y="2426624"/>
                    </a:cubicBezTo>
                    <a:cubicBezTo>
                      <a:pt x="1498113" y="2467764"/>
                      <a:pt x="1492503" y="2506286"/>
                      <a:pt x="1502975" y="2542564"/>
                    </a:cubicBezTo>
                    <a:cubicBezTo>
                      <a:pt x="1513821" y="2579590"/>
                      <a:pt x="1542619" y="2609136"/>
                      <a:pt x="1584133" y="2625218"/>
                    </a:cubicBezTo>
                    <a:cubicBezTo>
                      <a:pt x="1640233" y="2647285"/>
                      <a:pt x="1708302" y="2641675"/>
                      <a:pt x="1758418" y="2611754"/>
                    </a:cubicBezTo>
                    <a:cubicBezTo>
                      <a:pt x="1855284" y="2553410"/>
                      <a:pt x="1900538" y="2437096"/>
                      <a:pt x="1928963" y="2342099"/>
                    </a:cubicBezTo>
                    <a:lnTo>
                      <a:pt x="1932703" y="2329383"/>
                    </a:lnTo>
                    <a:cubicBezTo>
                      <a:pt x="1949907" y="2271787"/>
                      <a:pt x="1967485" y="2212321"/>
                      <a:pt x="2011243" y="2168563"/>
                    </a:cubicBezTo>
                    <a:cubicBezTo>
                      <a:pt x="2052009" y="2127423"/>
                      <a:pt x="2115215" y="2103487"/>
                      <a:pt x="2188520" y="2100869"/>
                    </a:cubicBezTo>
                    <a:cubicBezTo>
                      <a:pt x="2335876" y="2096754"/>
                      <a:pt x="2482485" y="2178287"/>
                      <a:pt x="2556537" y="2304325"/>
                    </a:cubicBezTo>
                    <a:cubicBezTo>
                      <a:pt x="2584961" y="2352945"/>
                      <a:pt x="2603287" y="2406428"/>
                      <a:pt x="2620491" y="2458414"/>
                    </a:cubicBezTo>
                    <a:cubicBezTo>
                      <a:pt x="2635077" y="2501424"/>
                      <a:pt x="2650037" y="2545930"/>
                      <a:pt x="2670607" y="2586322"/>
                    </a:cubicBezTo>
                    <a:cubicBezTo>
                      <a:pt x="2713991" y="2670847"/>
                      <a:pt x="2803004" y="2743403"/>
                      <a:pt x="2889398" y="2718719"/>
                    </a:cubicBezTo>
                    <a:cubicBezTo>
                      <a:pt x="2899496" y="2715727"/>
                      <a:pt x="2909594" y="2721711"/>
                      <a:pt x="2912586" y="2731435"/>
                    </a:cubicBezTo>
                    <a:cubicBezTo>
                      <a:pt x="2915578" y="2741533"/>
                      <a:pt x="2909594" y="2751631"/>
                      <a:pt x="2899870" y="2754623"/>
                    </a:cubicBezTo>
                    <a:cubicBezTo>
                      <a:pt x="2884910" y="2759111"/>
                      <a:pt x="2869950" y="2760981"/>
                      <a:pt x="2854990" y="2760981"/>
                    </a:cubicBezTo>
                    <a:close/>
                  </a:path>
                </a:pathLst>
              </a:custGeom>
              <a:solidFill>
                <a:srgbClr val="55C5F2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" name="任意多边形: 形状 93" descr="4f2d7956-4ff6-4448-a32e-1074e899435f">
                <a:extLst>
                  <a:ext uri="{FF2B5EF4-FFF2-40B4-BE49-F238E27FC236}">
                    <a16:creationId xmlns:a16="http://schemas.microsoft.com/office/drawing/2014/main" id="{08CE1DC7-087E-2361-E53A-0695BBFF8D02}"/>
                  </a:ext>
                </a:extLst>
              </p:cNvPr>
              <p:cNvSpPr/>
              <p:nvPr/>
            </p:nvSpPr>
            <p:spPr>
              <a:xfrm>
                <a:off x="8880218" y="2524273"/>
                <a:ext cx="84440" cy="647658"/>
              </a:xfrm>
              <a:custGeom>
                <a:avLst/>
                <a:gdLst>
                  <a:gd name="connsiteX0" fmla="*/ 0 w 74800"/>
                  <a:gd name="connsiteY0" fmla="*/ 0 h 573718"/>
                  <a:gd name="connsiteX1" fmla="*/ 74800 w 74800"/>
                  <a:gd name="connsiteY1" fmla="*/ 0 h 573718"/>
                  <a:gd name="connsiteX2" fmla="*/ 74800 w 74800"/>
                  <a:gd name="connsiteY2" fmla="*/ 573718 h 573718"/>
                  <a:gd name="connsiteX3" fmla="*/ 0 w 74800"/>
                  <a:gd name="connsiteY3" fmla="*/ 573718 h 57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800" h="573718">
                    <a:moveTo>
                      <a:pt x="0" y="0"/>
                    </a:moveTo>
                    <a:lnTo>
                      <a:pt x="74800" y="0"/>
                    </a:lnTo>
                    <a:lnTo>
                      <a:pt x="74800" y="573718"/>
                    </a:lnTo>
                    <a:lnTo>
                      <a:pt x="0" y="573718"/>
                    </a:lnTo>
                    <a:close/>
                  </a:path>
                </a:pathLst>
              </a:custGeom>
              <a:solidFill>
                <a:srgbClr val="B9C2DB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1" name="任意多边形: 形状 100" descr="f20f0fdb-de1c-4b2c-afa5-d5cfc2995e9b">
                <a:extLst>
                  <a:ext uri="{FF2B5EF4-FFF2-40B4-BE49-F238E27FC236}">
                    <a16:creationId xmlns:a16="http://schemas.microsoft.com/office/drawing/2014/main" id="{BA13240D-256A-10D9-8EB3-3D84C8056549}"/>
                  </a:ext>
                </a:extLst>
              </p:cNvPr>
              <p:cNvSpPr/>
              <p:nvPr/>
            </p:nvSpPr>
            <p:spPr>
              <a:xfrm>
                <a:off x="9915293" y="3895903"/>
                <a:ext cx="126144" cy="55939"/>
              </a:xfrm>
              <a:custGeom>
                <a:avLst/>
                <a:gdLst>
                  <a:gd name="connsiteX0" fmla="*/ 520 w 111743"/>
                  <a:gd name="connsiteY0" fmla="*/ 8695 h 49553"/>
                  <a:gd name="connsiteX1" fmla="*/ 12114 w 111743"/>
                  <a:gd name="connsiteY1" fmla="*/ 25899 h 49553"/>
                  <a:gd name="connsiteX2" fmla="*/ 91028 w 111743"/>
                  <a:gd name="connsiteY2" fmla="*/ 48713 h 49553"/>
                  <a:gd name="connsiteX3" fmla="*/ 111224 w 111743"/>
                  <a:gd name="connsiteY3" fmla="*/ 40859 h 49553"/>
                  <a:gd name="connsiteX4" fmla="*/ 99630 w 111743"/>
                  <a:gd name="connsiteY4" fmla="*/ 23655 h 49553"/>
                  <a:gd name="connsiteX5" fmla="*/ 20716 w 111743"/>
                  <a:gd name="connsiteY5" fmla="*/ 841 h 49553"/>
                  <a:gd name="connsiteX6" fmla="*/ 520 w 111743"/>
                  <a:gd name="connsiteY6" fmla="*/ 8695 h 49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743" h="49553">
                    <a:moveTo>
                      <a:pt x="520" y="8695"/>
                    </a:moveTo>
                    <a:cubicBezTo>
                      <a:pt x="-1724" y="15801"/>
                      <a:pt x="3512" y="23281"/>
                      <a:pt x="12114" y="25899"/>
                    </a:cubicBezTo>
                    <a:lnTo>
                      <a:pt x="91028" y="48713"/>
                    </a:lnTo>
                    <a:cubicBezTo>
                      <a:pt x="99630" y="51331"/>
                      <a:pt x="108980" y="47591"/>
                      <a:pt x="111224" y="40859"/>
                    </a:cubicBezTo>
                    <a:cubicBezTo>
                      <a:pt x="113468" y="33753"/>
                      <a:pt x="108232" y="26273"/>
                      <a:pt x="99630" y="23655"/>
                    </a:cubicBezTo>
                    <a:lnTo>
                      <a:pt x="20716" y="841"/>
                    </a:lnTo>
                    <a:cubicBezTo>
                      <a:pt x="12114" y="-1777"/>
                      <a:pt x="2764" y="1963"/>
                      <a:pt x="520" y="8695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任意多边形: 形状 101" descr="89874695-db8b-44f2-ac74-a5a4eadbf828">
                <a:extLst>
                  <a:ext uri="{FF2B5EF4-FFF2-40B4-BE49-F238E27FC236}">
                    <a16:creationId xmlns:a16="http://schemas.microsoft.com/office/drawing/2014/main" id="{5C8FE4B8-CD23-8554-B25A-BA1CF645012D}"/>
                  </a:ext>
                </a:extLst>
              </p:cNvPr>
              <p:cNvSpPr/>
              <p:nvPr/>
            </p:nvSpPr>
            <p:spPr>
              <a:xfrm>
                <a:off x="9931860" y="3922968"/>
                <a:ext cx="221013" cy="148254"/>
              </a:xfrm>
              <a:custGeom>
                <a:avLst/>
                <a:gdLst>
                  <a:gd name="connsiteX0" fmla="*/ 77848 w 195781"/>
                  <a:gd name="connsiteY0" fmla="*/ 130954 h 131328"/>
                  <a:gd name="connsiteX1" fmla="*/ 40822 w 195781"/>
                  <a:gd name="connsiteY1" fmla="*/ 126840 h 131328"/>
                  <a:gd name="connsiteX2" fmla="*/ 24740 w 195781"/>
                  <a:gd name="connsiteY2" fmla="*/ 111880 h 131328"/>
                  <a:gd name="connsiteX3" fmla="*/ 2300 w 195781"/>
                  <a:gd name="connsiteY3" fmla="*/ 64008 h 131328"/>
                  <a:gd name="connsiteX4" fmla="*/ 16512 w 195781"/>
                  <a:gd name="connsiteY4" fmla="*/ 15762 h 131328"/>
                  <a:gd name="connsiteX5" fmla="*/ 82336 w 195781"/>
                  <a:gd name="connsiteY5" fmla="*/ 428 h 131328"/>
                  <a:gd name="connsiteX6" fmla="*/ 168357 w 195781"/>
                  <a:gd name="connsiteY6" fmla="*/ 24738 h 131328"/>
                  <a:gd name="connsiteX7" fmla="*/ 157511 w 195781"/>
                  <a:gd name="connsiteY7" fmla="*/ 101782 h 131328"/>
                  <a:gd name="connsiteX8" fmla="*/ 77848 w 195781"/>
                  <a:gd name="connsiteY8" fmla="*/ 131328 h 131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5781" h="131328">
                    <a:moveTo>
                      <a:pt x="77848" y="130954"/>
                    </a:moveTo>
                    <a:cubicBezTo>
                      <a:pt x="64384" y="131702"/>
                      <a:pt x="50546" y="130954"/>
                      <a:pt x="40822" y="126840"/>
                    </a:cubicBezTo>
                    <a:cubicBezTo>
                      <a:pt x="33342" y="123100"/>
                      <a:pt x="28480" y="117490"/>
                      <a:pt x="24740" y="111880"/>
                    </a:cubicBezTo>
                    <a:cubicBezTo>
                      <a:pt x="14268" y="96920"/>
                      <a:pt x="6788" y="80838"/>
                      <a:pt x="2300" y="64008"/>
                    </a:cubicBezTo>
                    <a:cubicBezTo>
                      <a:pt x="-1814" y="48674"/>
                      <a:pt x="-2188" y="29600"/>
                      <a:pt x="16512" y="15762"/>
                    </a:cubicBezTo>
                    <a:cubicBezTo>
                      <a:pt x="34838" y="2671"/>
                      <a:pt x="59896" y="-1443"/>
                      <a:pt x="82336" y="428"/>
                    </a:cubicBezTo>
                    <a:cubicBezTo>
                      <a:pt x="124972" y="4167"/>
                      <a:pt x="139932" y="5664"/>
                      <a:pt x="168357" y="24738"/>
                    </a:cubicBezTo>
                    <a:cubicBezTo>
                      <a:pt x="203887" y="48674"/>
                      <a:pt x="209497" y="77846"/>
                      <a:pt x="157511" y="101782"/>
                    </a:cubicBezTo>
                    <a:cubicBezTo>
                      <a:pt x="130582" y="114124"/>
                      <a:pt x="106646" y="129458"/>
                      <a:pt x="77848" y="131328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3" name="任意多边形: 形状 102" descr="6161b01e-2597-4f0d-a628-56824eee3499">
                <a:extLst>
                  <a:ext uri="{FF2B5EF4-FFF2-40B4-BE49-F238E27FC236}">
                    <a16:creationId xmlns:a16="http://schemas.microsoft.com/office/drawing/2014/main" id="{7524B101-9DAB-820E-1E02-3B84E3A76821}"/>
                  </a:ext>
                </a:extLst>
              </p:cNvPr>
              <p:cNvSpPr/>
              <p:nvPr/>
            </p:nvSpPr>
            <p:spPr>
              <a:xfrm>
                <a:off x="9829531" y="3937300"/>
                <a:ext cx="146199" cy="82073"/>
              </a:xfrm>
              <a:custGeom>
                <a:avLst/>
                <a:gdLst>
                  <a:gd name="connsiteX0" fmla="*/ 122493 w 129508"/>
                  <a:gd name="connsiteY0" fmla="*/ 23261 h 72703"/>
                  <a:gd name="connsiteX1" fmla="*/ 21887 w 129508"/>
                  <a:gd name="connsiteY1" fmla="*/ 71134 h 72703"/>
                  <a:gd name="connsiteX2" fmla="*/ 2065 w 129508"/>
                  <a:gd name="connsiteY2" fmla="*/ 66272 h 72703"/>
                  <a:gd name="connsiteX3" fmla="*/ 6927 w 129508"/>
                  <a:gd name="connsiteY3" fmla="*/ 49442 h 72703"/>
                  <a:gd name="connsiteX4" fmla="*/ 107533 w 129508"/>
                  <a:gd name="connsiteY4" fmla="*/ 1569 h 72703"/>
                  <a:gd name="connsiteX5" fmla="*/ 127355 w 129508"/>
                  <a:gd name="connsiteY5" fmla="*/ 6431 h 72703"/>
                  <a:gd name="connsiteX6" fmla="*/ 122493 w 129508"/>
                  <a:gd name="connsiteY6" fmla="*/ 23261 h 72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508" h="72703">
                    <a:moveTo>
                      <a:pt x="122493" y="23261"/>
                    </a:moveTo>
                    <a:lnTo>
                      <a:pt x="21887" y="71134"/>
                    </a:lnTo>
                    <a:cubicBezTo>
                      <a:pt x="15155" y="74500"/>
                      <a:pt x="6179" y="72256"/>
                      <a:pt x="2065" y="66272"/>
                    </a:cubicBezTo>
                    <a:cubicBezTo>
                      <a:pt x="-2049" y="60288"/>
                      <a:pt x="195" y="52808"/>
                      <a:pt x="6927" y="49442"/>
                    </a:cubicBezTo>
                    <a:lnTo>
                      <a:pt x="107533" y="1569"/>
                    </a:lnTo>
                    <a:cubicBezTo>
                      <a:pt x="114265" y="-1797"/>
                      <a:pt x="123241" y="447"/>
                      <a:pt x="127355" y="6431"/>
                    </a:cubicBezTo>
                    <a:cubicBezTo>
                      <a:pt x="131469" y="12416"/>
                      <a:pt x="129599" y="19895"/>
                      <a:pt x="122493" y="23261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: 形状 103" descr="e8d4353a-b3dc-480d-b574-99aa30b29b97">
                <a:extLst>
                  <a:ext uri="{FF2B5EF4-FFF2-40B4-BE49-F238E27FC236}">
                    <a16:creationId xmlns:a16="http://schemas.microsoft.com/office/drawing/2014/main" id="{00FF513F-A258-3DF9-081B-BECC87CBF950}"/>
                  </a:ext>
                </a:extLst>
              </p:cNvPr>
              <p:cNvSpPr/>
              <p:nvPr/>
            </p:nvSpPr>
            <p:spPr>
              <a:xfrm>
                <a:off x="9841353" y="3976143"/>
                <a:ext cx="146099" cy="82073"/>
              </a:xfrm>
              <a:custGeom>
                <a:avLst/>
                <a:gdLst>
                  <a:gd name="connsiteX0" fmla="*/ 122493 w 129420"/>
                  <a:gd name="connsiteY0" fmla="*/ 23262 h 72703"/>
                  <a:gd name="connsiteX1" fmla="*/ 21887 w 129420"/>
                  <a:gd name="connsiteY1" fmla="*/ 71134 h 72703"/>
                  <a:gd name="connsiteX2" fmla="*/ 2065 w 129420"/>
                  <a:gd name="connsiteY2" fmla="*/ 66272 h 72703"/>
                  <a:gd name="connsiteX3" fmla="*/ 6927 w 129420"/>
                  <a:gd name="connsiteY3" fmla="*/ 49442 h 72703"/>
                  <a:gd name="connsiteX4" fmla="*/ 107533 w 129420"/>
                  <a:gd name="connsiteY4" fmla="*/ 1569 h 72703"/>
                  <a:gd name="connsiteX5" fmla="*/ 127355 w 129420"/>
                  <a:gd name="connsiteY5" fmla="*/ 6431 h 72703"/>
                  <a:gd name="connsiteX6" fmla="*/ 122493 w 129420"/>
                  <a:gd name="connsiteY6" fmla="*/ 23262 h 72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420" h="72703">
                    <a:moveTo>
                      <a:pt x="122493" y="23262"/>
                    </a:moveTo>
                    <a:lnTo>
                      <a:pt x="21887" y="71134"/>
                    </a:lnTo>
                    <a:cubicBezTo>
                      <a:pt x="15155" y="74500"/>
                      <a:pt x="6179" y="72256"/>
                      <a:pt x="2065" y="66272"/>
                    </a:cubicBezTo>
                    <a:cubicBezTo>
                      <a:pt x="-2049" y="60288"/>
                      <a:pt x="195" y="52808"/>
                      <a:pt x="6927" y="49442"/>
                    </a:cubicBezTo>
                    <a:lnTo>
                      <a:pt x="107533" y="1569"/>
                    </a:lnTo>
                    <a:cubicBezTo>
                      <a:pt x="114265" y="-1797"/>
                      <a:pt x="123241" y="447"/>
                      <a:pt x="127355" y="6431"/>
                    </a:cubicBezTo>
                    <a:cubicBezTo>
                      <a:pt x="131469" y="12415"/>
                      <a:pt x="129225" y="19896"/>
                      <a:pt x="122493" y="23262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: 形状 104" descr="ceb735b6-7ca0-4c93-81dd-3f31db9994e9">
                <a:extLst>
                  <a:ext uri="{FF2B5EF4-FFF2-40B4-BE49-F238E27FC236}">
                    <a16:creationId xmlns:a16="http://schemas.microsoft.com/office/drawing/2014/main" id="{D6C80243-0DFD-D9EF-7B1C-04D6DFEEBE8A}"/>
                  </a:ext>
                </a:extLst>
              </p:cNvPr>
              <p:cNvSpPr/>
              <p:nvPr/>
            </p:nvSpPr>
            <p:spPr>
              <a:xfrm>
                <a:off x="9880195" y="4003586"/>
                <a:ext cx="146099" cy="82073"/>
              </a:xfrm>
              <a:custGeom>
                <a:avLst/>
                <a:gdLst>
                  <a:gd name="connsiteX0" fmla="*/ 122493 w 129420"/>
                  <a:gd name="connsiteY0" fmla="*/ 23261 h 72703"/>
                  <a:gd name="connsiteX1" fmla="*/ 21887 w 129420"/>
                  <a:gd name="connsiteY1" fmla="*/ 71134 h 72703"/>
                  <a:gd name="connsiteX2" fmla="*/ 2065 w 129420"/>
                  <a:gd name="connsiteY2" fmla="*/ 66272 h 72703"/>
                  <a:gd name="connsiteX3" fmla="*/ 6927 w 129420"/>
                  <a:gd name="connsiteY3" fmla="*/ 49442 h 72703"/>
                  <a:gd name="connsiteX4" fmla="*/ 107533 w 129420"/>
                  <a:gd name="connsiteY4" fmla="*/ 1569 h 72703"/>
                  <a:gd name="connsiteX5" fmla="*/ 127355 w 129420"/>
                  <a:gd name="connsiteY5" fmla="*/ 6431 h 72703"/>
                  <a:gd name="connsiteX6" fmla="*/ 122493 w 129420"/>
                  <a:gd name="connsiteY6" fmla="*/ 23261 h 72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420" h="72703">
                    <a:moveTo>
                      <a:pt x="122493" y="23261"/>
                    </a:moveTo>
                    <a:lnTo>
                      <a:pt x="21887" y="71134"/>
                    </a:lnTo>
                    <a:cubicBezTo>
                      <a:pt x="15155" y="74500"/>
                      <a:pt x="6179" y="72256"/>
                      <a:pt x="2065" y="66272"/>
                    </a:cubicBezTo>
                    <a:cubicBezTo>
                      <a:pt x="-2049" y="60288"/>
                      <a:pt x="195" y="52808"/>
                      <a:pt x="6927" y="49442"/>
                    </a:cubicBezTo>
                    <a:lnTo>
                      <a:pt x="107533" y="1569"/>
                    </a:lnTo>
                    <a:cubicBezTo>
                      <a:pt x="114265" y="-1797"/>
                      <a:pt x="123241" y="447"/>
                      <a:pt x="127355" y="6431"/>
                    </a:cubicBezTo>
                    <a:cubicBezTo>
                      <a:pt x="131469" y="12415"/>
                      <a:pt x="129225" y="19895"/>
                      <a:pt x="122493" y="23261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: 形状 105" descr="6ef89af8-0007-4160-bc85-5f896b875dc8">
                <a:extLst>
                  <a:ext uri="{FF2B5EF4-FFF2-40B4-BE49-F238E27FC236}">
                    <a16:creationId xmlns:a16="http://schemas.microsoft.com/office/drawing/2014/main" id="{939F71F0-CF88-579A-0E9F-13458054C924}"/>
                  </a:ext>
                </a:extLst>
              </p:cNvPr>
              <p:cNvSpPr/>
              <p:nvPr/>
            </p:nvSpPr>
            <p:spPr>
              <a:xfrm>
                <a:off x="9931604" y="4020896"/>
                <a:ext cx="146297" cy="82073"/>
              </a:xfrm>
              <a:custGeom>
                <a:avLst/>
                <a:gdLst>
                  <a:gd name="connsiteX0" fmla="*/ 122581 w 129595"/>
                  <a:gd name="connsiteY0" fmla="*/ 23261 h 72703"/>
                  <a:gd name="connsiteX1" fmla="*/ 21975 w 129595"/>
                  <a:gd name="connsiteY1" fmla="*/ 71134 h 72703"/>
                  <a:gd name="connsiteX2" fmla="*/ 2153 w 129595"/>
                  <a:gd name="connsiteY2" fmla="*/ 66272 h 72703"/>
                  <a:gd name="connsiteX3" fmla="*/ 7015 w 129595"/>
                  <a:gd name="connsiteY3" fmla="*/ 49442 h 72703"/>
                  <a:gd name="connsiteX4" fmla="*/ 107621 w 129595"/>
                  <a:gd name="connsiteY4" fmla="*/ 1569 h 72703"/>
                  <a:gd name="connsiteX5" fmla="*/ 127443 w 129595"/>
                  <a:gd name="connsiteY5" fmla="*/ 6431 h 72703"/>
                  <a:gd name="connsiteX6" fmla="*/ 122581 w 129595"/>
                  <a:gd name="connsiteY6" fmla="*/ 23261 h 72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595" h="72703">
                    <a:moveTo>
                      <a:pt x="122581" y="23261"/>
                    </a:moveTo>
                    <a:lnTo>
                      <a:pt x="21975" y="71134"/>
                    </a:lnTo>
                    <a:cubicBezTo>
                      <a:pt x="15243" y="74500"/>
                      <a:pt x="6267" y="72256"/>
                      <a:pt x="2153" y="66272"/>
                    </a:cubicBezTo>
                    <a:cubicBezTo>
                      <a:pt x="-1961" y="60288"/>
                      <a:pt x="-91" y="52808"/>
                      <a:pt x="7015" y="49442"/>
                    </a:cubicBezTo>
                    <a:lnTo>
                      <a:pt x="107621" y="1569"/>
                    </a:lnTo>
                    <a:cubicBezTo>
                      <a:pt x="114353" y="-1797"/>
                      <a:pt x="123329" y="447"/>
                      <a:pt x="127443" y="6431"/>
                    </a:cubicBezTo>
                    <a:cubicBezTo>
                      <a:pt x="131557" y="12415"/>
                      <a:pt x="129687" y="19895"/>
                      <a:pt x="122581" y="23261"/>
                    </a:cubicBez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任意多边形: 形状 96" descr="a1f1023e-d788-459a-947a-79bcc1637bc4">
                <a:extLst>
                  <a:ext uri="{FF2B5EF4-FFF2-40B4-BE49-F238E27FC236}">
                    <a16:creationId xmlns:a16="http://schemas.microsoft.com/office/drawing/2014/main" id="{1FBA3C9E-6F1E-5E8F-4727-D654F936046A}"/>
                  </a:ext>
                </a:extLst>
              </p:cNvPr>
              <p:cNvSpPr/>
              <p:nvPr/>
            </p:nvSpPr>
            <p:spPr>
              <a:xfrm>
                <a:off x="10542427" y="3164754"/>
                <a:ext cx="272578" cy="473856"/>
              </a:xfrm>
              <a:custGeom>
                <a:avLst/>
                <a:gdLst>
                  <a:gd name="connsiteX0" fmla="*/ 208319 w 241459"/>
                  <a:gd name="connsiteY0" fmla="*/ 0 h 419758"/>
                  <a:gd name="connsiteX1" fmla="*/ 241231 w 241459"/>
                  <a:gd name="connsiteY1" fmla="*/ 359415 h 419758"/>
                  <a:gd name="connsiteX2" fmla="*/ 195229 w 241459"/>
                  <a:gd name="connsiteY2" fmla="*/ 419256 h 419758"/>
                  <a:gd name="connsiteX3" fmla="*/ 63954 w 241459"/>
                  <a:gd name="connsiteY3" fmla="*/ 321641 h 419758"/>
                  <a:gd name="connsiteX4" fmla="*/ 0 w 241459"/>
                  <a:gd name="connsiteY4" fmla="*/ 23188 h 419758"/>
                  <a:gd name="connsiteX5" fmla="*/ 208693 w 241459"/>
                  <a:gd name="connsiteY5" fmla="*/ 0 h 419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1459" h="419758">
                    <a:moveTo>
                      <a:pt x="208319" y="0"/>
                    </a:moveTo>
                    <a:lnTo>
                      <a:pt x="241231" y="359415"/>
                    </a:lnTo>
                    <a:cubicBezTo>
                      <a:pt x="243849" y="388214"/>
                      <a:pt x="223653" y="414393"/>
                      <a:pt x="195229" y="419256"/>
                    </a:cubicBezTo>
                    <a:cubicBezTo>
                      <a:pt x="133145" y="424866"/>
                      <a:pt x="77044" y="382977"/>
                      <a:pt x="63954" y="321641"/>
                    </a:cubicBezTo>
                    <a:lnTo>
                      <a:pt x="0" y="23188"/>
                    </a:lnTo>
                    <a:lnTo>
                      <a:pt x="208693" y="0"/>
                    </a:ln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8" name="任意多边形: 形状 97" descr="d790a84a-0eb3-4e59-91f1-24b961aac311">
                <a:extLst>
                  <a:ext uri="{FF2B5EF4-FFF2-40B4-BE49-F238E27FC236}">
                    <a16:creationId xmlns:a16="http://schemas.microsoft.com/office/drawing/2014/main" id="{3B1B6C60-1C71-AEA3-F853-4EC3FCB54FA0}"/>
                  </a:ext>
                </a:extLst>
              </p:cNvPr>
              <p:cNvSpPr/>
              <p:nvPr/>
            </p:nvSpPr>
            <p:spPr>
              <a:xfrm>
                <a:off x="10061539" y="3462092"/>
                <a:ext cx="749395" cy="571974"/>
              </a:xfrm>
              <a:custGeom>
                <a:avLst/>
                <a:gdLst>
                  <a:gd name="connsiteX0" fmla="*/ 0 w 663841"/>
                  <a:gd name="connsiteY0" fmla="*/ 424395 h 506675"/>
                  <a:gd name="connsiteX1" fmla="*/ 370261 w 663841"/>
                  <a:gd name="connsiteY1" fmla="*/ 162968 h 506675"/>
                  <a:gd name="connsiteX2" fmla="*/ 566612 w 663841"/>
                  <a:gd name="connsiteY2" fmla="*/ 651 h 506675"/>
                  <a:gd name="connsiteX3" fmla="*/ 600646 w 663841"/>
                  <a:gd name="connsiteY3" fmla="*/ 18977 h 506675"/>
                  <a:gd name="connsiteX4" fmla="*/ 653381 w 663841"/>
                  <a:gd name="connsiteY4" fmla="*/ 140154 h 506675"/>
                  <a:gd name="connsiteX5" fmla="*/ 42636 w 663841"/>
                  <a:gd name="connsiteY5" fmla="*/ 506675 h 506675"/>
                  <a:gd name="connsiteX6" fmla="*/ 0 w 663841"/>
                  <a:gd name="connsiteY6" fmla="*/ 424395 h 50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3841" h="506675">
                    <a:moveTo>
                      <a:pt x="0" y="424395"/>
                    </a:moveTo>
                    <a:cubicBezTo>
                      <a:pt x="120054" y="345107"/>
                      <a:pt x="231881" y="263574"/>
                      <a:pt x="370261" y="162968"/>
                    </a:cubicBezTo>
                    <a:cubicBezTo>
                      <a:pt x="417012" y="115470"/>
                      <a:pt x="527342" y="30571"/>
                      <a:pt x="566612" y="651"/>
                    </a:cubicBezTo>
                    <a:cubicBezTo>
                      <a:pt x="566612" y="651"/>
                      <a:pt x="567360" y="-5333"/>
                      <a:pt x="600646" y="18977"/>
                    </a:cubicBezTo>
                    <a:cubicBezTo>
                      <a:pt x="667219" y="67972"/>
                      <a:pt x="674325" y="112478"/>
                      <a:pt x="653381" y="140154"/>
                    </a:cubicBezTo>
                    <a:cubicBezTo>
                      <a:pt x="552400" y="272924"/>
                      <a:pt x="238239" y="424395"/>
                      <a:pt x="42636" y="506675"/>
                    </a:cubicBezTo>
                    <a:lnTo>
                      <a:pt x="0" y="424395"/>
                    </a:lnTo>
                    <a:close/>
                  </a:path>
                </a:pathLst>
              </a:custGeom>
              <a:solidFill>
                <a:srgbClr val="FF9985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任意多边形: 形状 98" descr="a8dd720d-3456-4c97-8d2d-dabc4b7ab813">
                <a:extLst>
                  <a:ext uri="{FF2B5EF4-FFF2-40B4-BE49-F238E27FC236}">
                    <a16:creationId xmlns:a16="http://schemas.microsoft.com/office/drawing/2014/main" id="{50265A0C-63CC-A400-8E18-2A5B02E6EC3A}"/>
                  </a:ext>
                </a:extLst>
              </p:cNvPr>
              <p:cNvSpPr/>
              <p:nvPr/>
            </p:nvSpPr>
            <p:spPr>
              <a:xfrm>
                <a:off x="10467268" y="2831063"/>
                <a:ext cx="416408" cy="574608"/>
              </a:xfrm>
              <a:custGeom>
                <a:avLst/>
                <a:gdLst>
                  <a:gd name="connsiteX0" fmla="*/ 331746 w 368869"/>
                  <a:gd name="connsiteY0" fmla="*/ 158710 h 509008"/>
                  <a:gd name="connsiteX1" fmla="*/ 368773 w 368869"/>
                  <a:gd name="connsiteY1" fmla="*/ 440707 h 509008"/>
                  <a:gd name="connsiteX2" fmla="*/ 332120 w 368869"/>
                  <a:gd name="connsiteY2" fmla="*/ 484839 h 509008"/>
                  <a:gd name="connsiteX3" fmla="*/ 113704 w 368869"/>
                  <a:gd name="connsiteY3" fmla="*/ 508776 h 509008"/>
                  <a:gd name="connsiteX4" fmla="*/ 68449 w 368869"/>
                  <a:gd name="connsiteY4" fmla="*/ 475864 h 509008"/>
                  <a:gd name="connsiteX5" fmla="*/ 2251 w 368869"/>
                  <a:gd name="connsiteY5" fmla="*/ 93634 h 509008"/>
                  <a:gd name="connsiteX6" fmla="*/ 331746 w 368869"/>
                  <a:gd name="connsiteY6" fmla="*/ 159084 h 509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869" h="509008">
                    <a:moveTo>
                      <a:pt x="331746" y="158710"/>
                    </a:moveTo>
                    <a:cubicBezTo>
                      <a:pt x="354561" y="313921"/>
                      <a:pt x="355683" y="263431"/>
                      <a:pt x="368773" y="440707"/>
                    </a:cubicBezTo>
                    <a:cubicBezTo>
                      <a:pt x="370269" y="462774"/>
                      <a:pt x="354186" y="482596"/>
                      <a:pt x="332120" y="484839"/>
                    </a:cubicBezTo>
                    <a:lnTo>
                      <a:pt x="113704" y="508776"/>
                    </a:lnTo>
                    <a:cubicBezTo>
                      <a:pt x="92386" y="511020"/>
                      <a:pt x="72938" y="496808"/>
                      <a:pt x="68449" y="475864"/>
                    </a:cubicBezTo>
                    <a:cubicBezTo>
                      <a:pt x="38529" y="329255"/>
                      <a:pt x="22447" y="193118"/>
                      <a:pt x="2251" y="93634"/>
                    </a:cubicBezTo>
                    <a:cubicBezTo>
                      <a:pt x="-30661" y="-66439"/>
                      <a:pt x="307810" y="-5850"/>
                      <a:pt x="331746" y="159084"/>
                    </a:cubicBezTo>
                    <a:close/>
                  </a:path>
                </a:pathLst>
              </a:custGeom>
              <a:solidFill>
                <a:srgbClr val="F9EDDC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0" name="任意多边形: 形状 99" descr="b66616da-ff28-4fd1-8a54-8a548dfc19bd">
                <a:extLst>
                  <a:ext uri="{FF2B5EF4-FFF2-40B4-BE49-F238E27FC236}">
                    <a16:creationId xmlns:a16="http://schemas.microsoft.com/office/drawing/2014/main" id="{B45D98B2-336A-2E7E-FD2D-90220B3AF194}"/>
                  </a:ext>
                </a:extLst>
              </p:cNvPr>
              <p:cNvSpPr/>
              <p:nvPr/>
            </p:nvSpPr>
            <p:spPr>
              <a:xfrm>
                <a:off x="10467158" y="2968312"/>
                <a:ext cx="422457" cy="445962"/>
              </a:xfrm>
              <a:custGeom>
                <a:avLst/>
                <a:gdLst>
                  <a:gd name="connsiteX0" fmla="*/ 104076 w 374227"/>
                  <a:gd name="connsiteY0" fmla="*/ 395049 h 395049"/>
                  <a:gd name="connsiteX1" fmla="*/ 54334 w 374227"/>
                  <a:gd name="connsiteY1" fmla="*/ 354283 h 395049"/>
                  <a:gd name="connsiteX2" fmla="*/ 15438 w 374227"/>
                  <a:gd name="connsiteY2" fmla="*/ 111930 h 395049"/>
                  <a:gd name="connsiteX3" fmla="*/ 104 w 374227"/>
                  <a:gd name="connsiteY3" fmla="*/ 10950 h 395049"/>
                  <a:gd name="connsiteX4" fmla="*/ 7958 w 374227"/>
                  <a:gd name="connsiteY4" fmla="*/ 104 h 395049"/>
                  <a:gd name="connsiteX5" fmla="*/ 18804 w 374227"/>
                  <a:gd name="connsiteY5" fmla="*/ 7958 h 395049"/>
                  <a:gd name="connsiteX6" fmla="*/ 34138 w 374227"/>
                  <a:gd name="connsiteY6" fmla="*/ 109312 h 395049"/>
                  <a:gd name="connsiteX7" fmla="*/ 73034 w 374227"/>
                  <a:gd name="connsiteY7" fmla="*/ 350543 h 395049"/>
                  <a:gd name="connsiteX8" fmla="*/ 108190 w 374227"/>
                  <a:gd name="connsiteY8" fmla="*/ 375975 h 395049"/>
                  <a:gd name="connsiteX9" fmla="*/ 326607 w 374227"/>
                  <a:gd name="connsiteY9" fmla="*/ 352039 h 395049"/>
                  <a:gd name="connsiteX10" fmla="*/ 355031 w 374227"/>
                  <a:gd name="connsiteY10" fmla="*/ 318005 h 395049"/>
                  <a:gd name="connsiteX11" fmla="*/ 335583 w 374227"/>
                  <a:gd name="connsiteY11" fmla="*/ 142972 h 395049"/>
                  <a:gd name="connsiteX12" fmla="*/ 327355 w 374227"/>
                  <a:gd name="connsiteY12" fmla="*/ 96222 h 395049"/>
                  <a:gd name="connsiteX13" fmla="*/ 335209 w 374227"/>
                  <a:gd name="connsiteY13" fmla="*/ 85376 h 395049"/>
                  <a:gd name="connsiteX14" fmla="*/ 346055 w 374227"/>
                  <a:gd name="connsiteY14" fmla="*/ 93230 h 395049"/>
                  <a:gd name="connsiteX15" fmla="*/ 354283 w 374227"/>
                  <a:gd name="connsiteY15" fmla="*/ 139606 h 395049"/>
                  <a:gd name="connsiteX16" fmla="*/ 374105 w 374227"/>
                  <a:gd name="connsiteY16" fmla="*/ 316509 h 395049"/>
                  <a:gd name="connsiteX17" fmla="*/ 328851 w 374227"/>
                  <a:gd name="connsiteY17" fmla="*/ 370739 h 395049"/>
                  <a:gd name="connsiteX18" fmla="*/ 110434 w 374227"/>
                  <a:gd name="connsiteY18" fmla="*/ 394675 h 395049"/>
                  <a:gd name="connsiteX19" fmla="*/ 104824 w 374227"/>
                  <a:gd name="connsiteY19" fmla="*/ 394675 h 395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74227" h="395049">
                    <a:moveTo>
                      <a:pt x="104076" y="395049"/>
                    </a:moveTo>
                    <a:cubicBezTo>
                      <a:pt x="80140" y="395049"/>
                      <a:pt x="59196" y="378219"/>
                      <a:pt x="54334" y="354283"/>
                    </a:cubicBezTo>
                    <a:cubicBezTo>
                      <a:pt x="40870" y="287711"/>
                      <a:pt x="26658" y="190470"/>
                      <a:pt x="15438" y="111930"/>
                    </a:cubicBezTo>
                    <a:cubicBezTo>
                      <a:pt x="9828" y="73034"/>
                      <a:pt x="4592" y="37504"/>
                      <a:pt x="104" y="10950"/>
                    </a:cubicBezTo>
                    <a:cubicBezTo>
                      <a:pt x="-644" y="5714"/>
                      <a:pt x="2722" y="852"/>
                      <a:pt x="7958" y="104"/>
                    </a:cubicBezTo>
                    <a:cubicBezTo>
                      <a:pt x="13568" y="-644"/>
                      <a:pt x="17682" y="2722"/>
                      <a:pt x="18804" y="7958"/>
                    </a:cubicBezTo>
                    <a:cubicBezTo>
                      <a:pt x="23292" y="34512"/>
                      <a:pt x="28154" y="70042"/>
                      <a:pt x="34138" y="109312"/>
                    </a:cubicBezTo>
                    <a:cubicBezTo>
                      <a:pt x="45358" y="187478"/>
                      <a:pt x="59570" y="284719"/>
                      <a:pt x="73034" y="350543"/>
                    </a:cubicBezTo>
                    <a:cubicBezTo>
                      <a:pt x="76400" y="366999"/>
                      <a:pt x="91360" y="378219"/>
                      <a:pt x="108190" y="375975"/>
                    </a:cubicBezTo>
                    <a:lnTo>
                      <a:pt x="326607" y="352039"/>
                    </a:lnTo>
                    <a:cubicBezTo>
                      <a:pt x="343811" y="350169"/>
                      <a:pt x="356153" y="335209"/>
                      <a:pt x="355031" y="318005"/>
                    </a:cubicBezTo>
                    <a:cubicBezTo>
                      <a:pt x="346429" y="203187"/>
                      <a:pt x="343063" y="184486"/>
                      <a:pt x="335583" y="142972"/>
                    </a:cubicBezTo>
                    <a:cubicBezTo>
                      <a:pt x="333339" y="130630"/>
                      <a:pt x="330721" y="116044"/>
                      <a:pt x="327355" y="96222"/>
                    </a:cubicBezTo>
                    <a:cubicBezTo>
                      <a:pt x="326607" y="90986"/>
                      <a:pt x="329973" y="86124"/>
                      <a:pt x="335209" y="85376"/>
                    </a:cubicBezTo>
                    <a:cubicBezTo>
                      <a:pt x="340071" y="84628"/>
                      <a:pt x="345307" y="87994"/>
                      <a:pt x="346055" y="93230"/>
                    </a:cubicBezTo>
                    <a:cubicBezTo>
                      <a:pt x="349421" y="112678"/>
                      <a:pt x="352039" y="127264"/>
                      <a:pt x="354283" y="139606"/>
                    </a:cubicBezTo>
                    <a:cubicBezTo>
                      <a:pt x="362137" y="181868"/>
                      <a:pt x="365503" y="200943"/>
                      <a:pt x="374105" y="316509"/>
                    </a:cubicBezTo>
                    <a:cubicBezTo>
                      <a:pt x="375975" y="343811"/>
                      <a:pt x="356153" y="367747"/>
                      <a:pt x="328851" y="370739"/>
                    </a:cubicBezTo>
                    <a:lnTo>
                      <a:pt x="110434" y="394675"/>
                    </a:lnTo>
                    <a:cubicBezTo>
                      <a:pt x="108564" y="394675"/>
                      <a:pt x="106694" y="394675"/>
                      <a:pt x="104824" y="394675"/>
                    </a:cubicBezTo>
                    <a:close/>
                  </a:path>
                </a:pathLst>
              </a:custGeom>
              <a:solidFill>
                <a:srgbClr val="F7C6A4"/>
              </a:solidFill>
              <a:ln w="373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28" name="Title" descr="f188042a-f7dc-42dc-b3db-02e5f3d2587c">
              <a:extLst>
                <a:ext uri="{FF2B5EF4-FFF2-40B4-BE49-F238E27FC236}">
                  <a16:creationId xmlns:a16="http://schemas.microsoft.com/office/drawing/2014/main" id="{6AEB8B93-CF90-4046-D11D-6824F709CFCA}"/>
                </a:ext>
              </a:extLst>
            </p:cNvPr>
            <p:cNvSpPr txBox="1"/>
            <p:nvPr/>
          </p:nvSpPr>
          <p:spPr>
            <a:xfrm>
              <a:off x="660400" y="1130300"/>
              <a:ext cx="7321117" cy="1393973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r>
                <a:rPr lang="zh-CN" altLang="en-US" sz="2400" b="1" dirty="0"/>
                <a:t>电影的掌舵者</a:t>
              </a:r>
              <a:endParaRPr lang="en-US" dirty="0"/>
            </a:p>
          </p:txBody>
        </p:sp>
        <p:grpSp>
          <p:nvGrpSpPr>
            <p:cNvPr id="245" name="组合 244" descr="d3661b31-cc69-460f-9643-8a91a762fb29">
              <a:extLst>
                <a:ext uri="{FF2B5EF4-FFF2-40B4-BE49-F238E27FC236}">
                  <a16:creationId xmlns:a16="http://schemas.microsoft.com/office/drawing/2014/main" id="{70A3730F-FDA2-6CF1-A547-073C5488D542}"/>
                </a:ext>
              </a:extLst>
            </p:cNvPr>
            <p:cNvGrpSpPr/>
            <p:nvPr/>
          </p:nvGrpSpPr>
          <p:grpSpPr>
            <a:xfrm>
              <a:off x="679895" y="2371641"/>
              <a:ext cx="3014774" cy="1480879"/>
              <a:chOff x="679895" y="2371641"/>
              <a:chExt cx="3014774" cy="1480879"/>
            </a:xfrm>
          </p:grpSpPr>
          <p:sp>
            <p:nvSpPr>
              <p:cNvPr id="230" name="Bullet1" descr="6b581056-52de-4be6-bcea-569da9b7c438">
                <a:extLst>
                  <a:ext uri="{FF2B5EF4-FFF2-40B4-BE49-F238E27FC236}">
                    <a16:creationId xmlns:a16="http://schemas.microsoft.com/office/drawing/2014/main" id="{0BCCBCCA-934D-3DBE-F438-5BDBE69EFF14}"/>
                  </a:ext>
                </a:extLst>
              </p:cNvPr>
              <p:cNvSpPr txBox="1"/>
              <p:nvPr/>
            </p:nvSpPr>
            <p:spPr>
              <a:xfrm>
                <a:off x="1302384" y="2371641"/>
                <a:ext cx="2392285" cy="62298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r>
                  <a:rPr lang="zh-CN" altLang="en-US" b="1" dirty="0"/>
                  <a:t>李·昂克里奇</a:t>
                </a:r>
                <a:endParaRPr lang="en-US" dirty="0"/>
              </a:p>
            </p:txBody>
          </p:sp>
          <p:sp>
            <p:nvSpPr>
              <p:cNvPr id="231" name="Text1" descr="32c3a917-9679-4e42-988b-7e58dd0b9519">
                <a:extLst>
                  <a:ext uri="{FF2B5EF4-FFF2-40B4-BE49-F238E27FC236}">
                    <a16:creationId xmlns:a16="http://schemas.microsoft.com/office/drawing/2014/main" id="{BC19CB43-8871-50A7-1F53-FB605567132B}"/>
                  </a:ext>
                </a:extLst>
              </p:cNvPr>
              <p:cNvSpPr/>
              <p:nvPr/>
            </p:nvSpPr>
            <p:spPr>
              <a:xfrm flipH="1">
                <a:off x="1302384" y="3025153"/>
                <a:ext cx="2392285" cy="827367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李·昂克里奇是一位经验丰富的动画导演，曾参与过多部皮克斯动画电影的制作。</a:t>
                </a:r>
                <a:endParaRPr lang="en-US" dirty="0"/>
              </a:p>
            </p:txBody>
          </p:sp>
          <p:sp>
            <p:nvSpPr>
              <p:cNvPr id="240" name="Number1" descr="8184095c-da71-43ec-b159-1a6ef5267346">
                <a:extLst>
                  <a:ext uri="{FF2B5EF4-FFF2-40B4-BE49-F238E27FC236}">
                    <a16:creationId xmlns:a16="http://schemas.microsoft.com/office/drawing/2014/main" id="{B4F31D30-120B-814A-7836-669CA5EF3447}"/>
                  </a:ext>
                </a:extLst>
              </p:cNvPr>
              <p:cNvSpPr/>
              <p:nvPr/>
            </p:nvSpPr>
            <p:spPr>
              <a:xfrm>
                <a:off x="679895" y="2544664"/>
                <a:ext cx="541138" cy="54113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</p:grpSp>
        <p:grpSp>
          <p:nvGrpSpPr>
            <p:cNvPr id="246" name="组合 245" descr="477f0b2e-2c17-4464-a3c1-5e6b4fe6eb85">
              <a:extLst>
                <a:ext uri="{FF2B5EF4-FFF2-40B4-BE49-F238E27FC236}">
                  <a16:creationId xmlns:a16="http://schemas.microsoft.com/office/drawing/2014/main" id="{6042DEDE-3C07-B174-B357-FE6BB3691F57}"/>
                </a:ext>
              </a:extLst>
            </p:cNvPr>
            <p:cNvGrpSpPr/>
            <p:nvPr/>
          </p:nvGrpSpPr>
          <p:grpSpPr>
            <a:xfrm>
              <a:off x="4480293" y="2371641"/>
              <a:ext cx="2918910" cy="1480879"/>
              <a:chOff x="4480293" y="2371641"/>
              <a:chExt cx="2918910" cy="1480879"/>
            </a:xfrm>
          </p:grpSpPr>
          <p:sp>
            <p:nvSpPr>
              <p:cNvPr id="232" name="Bullet2" descr="df61084e-6864-4408-a07d-9969c39e7fcf">
                <a:extLst>
                  <a:ext uri="{FF2B5EF4-FFF2-40B4-BE49-F238E27FC236}">
                    <a16:creationId xmlns:a16="http://schemas.microsoft.com/office/drawing/2014/main" id="{7768C912-FAAA-D511-1812-406F5B4D50FF}"/>
                  </a:ext>
                </a:extLst>
              </p:cNvPr>
              <p:cNvSpPr txBox="1"/>
              <p:nvPr/>
            </p:nvSpPr>
            <p:spPr>
              <a:xfrm>
                <a:off x="5006918" y="2371641"/>
                <a:ext cx="2392285" cy="62298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r>
                  <a:rPr lang="zh-CN" altLang="en-US" b="1" dirty="0"/>
                  <a:t>艾德里安·莫利纳</a:t>
                </a:r>
                <a:endParaRPr lang="en-US" dirty="0"/>
              </a:p>
            </p:txBody>
          </p:sp>
          <p:sp>
            <p:nvSpPr>
              <p:cNvPr id="233" name="Text2" descr="57ac6946-e87a-4727-8c7c-742040d64374">
                <a:extLst>
                  <a:ext uri="{FF2B5EF4-FFF2-40B4-BE49-F238E27FC236}">
                    <a16:creationId xmlns:a16="http://schemas.microsoft.com/office/drawing/2014/main" id="{3F929D19-2EB5-B40B-1AF5-4C3503FFD70B}"/>
                  </a:ext>
                </a:extLst>
              </p:cNvPr>
              <p:cNvSpPr/>
              <p:nvPr/>
            </p:nvSpPr>
            <p:spPr>
              <a:xfrm flipH="1">
                <a:off x="5006918" y="3025153"/>
                <a:ext cx="2392285" cy="827367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艾德里安·莫利纳是墨西哥裔导演，他将自己的文化背景融入到电影中，为电影增添了独特的魅力。</a:t>
                </a:r>
                <a:endParaRPr lang="en-US" dirty="0"/>
              </a:p>
            </p:txBody>
          </p:sp>
          <p:sp>
            <p:nvSpPr>
              <p:cNvPr id="241" name="Number2" descr="d196f20d-2abd-4e2f-a983-d21be6dcb336">
                <a:extLst>
                  <a:ext uri="{FF2B5EF4-FFF2-40B4-BE49-F238E27FC236}">
                    <a16:creationId xmlns:a16="http://schemas.microsoft.com/office/drawing/2014/main" id="{5E33B2EB-9A23-CBDB-86C3-845FD4C0D533}"/>
                  </a:ext>
                </a:extLst>
              </p:cNvPr>
              <p:cNvSpPr/>
              <p:nvPr/>
            </p:nvSpPr>
            <p:spPr>
              <a:xfrm>
                <a:off x="4480293" y="2544664"/>
                <a:ext cx="541138" cy="54113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</p:grpSp>
        <p:grpSp>
          <p:nvGrpSpPr>
            <p:cNvPr id="248" name="组合 247" descr="bec1f8d2-925b-4110-be2b-f27a2e3db197">
              <a:extLst>
                <a:ext uri="{FF2B5EF4-FFF2-40B4-BE49-F238E27FC236}">
                  <a16:creationId xmlns:a16="http://schemas.microsoft.com/office/drawing/2014/main" id="{87D8BA8D-C7E0-9C7F-F65B-4C7ECA530557}"/>
                </a:ext>
              </a:extLst>
            </p:cNvPr>
            <p:cNvGrpSpPr/>
            <p:nvPr/>
          </p:nvGrpSpPr>
          <p:grpSpPr>
            <a:xfrm>
              <a:off x="683717" y="4633377"/>
              <a:ext cx="3010952" cy="1480879"/>
              <a:chOff x="683717" y="4633377"/>
              <a:chExt cx="3010952" cy="1480879"/>
            </a:xfrm>
          </p:grpSpPr>
          <p:sp>
            <p:nvSpPr>
              <p:cNvPr id="238" name="Bullet3" descr="44e089b5-4a3a-4e0e-8b9e-c581a02eb8e6">
                <a:extLst>
                  <a:ext uri="{FF2B5EF4-FFF2-40B4-BE49-F238E27FC236}">
                    <a16:creationId xmlns:a16="http://schemas.microsoft.com/office/drawing/2014/main" id="{B1FC901D-5649-B8D1-0C2C-091687BBA130}"/>
                  </a:ext>
                </a:extLst>
              </p:cNvPr>
              <p:cNvSpPr txBox="1"/>
              <p:nvPr/>
            </p:nvSpPr>
            <p:spPr>
              <a:xfrm>
                <a:off x="1302384" y="4633377"/>
                <a:ext cx="2392285" cy="62298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r>
                  <a:rPr lang="zh-CN" altLang="en-US" b="1" dirty="0"/>
                  <a:t>导演风格</a:t>
                </a:r>
                <a:endParaRPr lang="en-US" dirty="0"/>
              </a:p>
            </p:txBody>
          </p:sp>
          <p:sp>
            <p:nvSpPr>
              <p:cNvPr id="239" name="Text3" descr="d6ab2afb-1174-4026-b5dd-02eb212fb88c">
                <a:extLst>
                  <a:ext uri="{FF2B5EF4-FFF2-40B4-BE49-F238E27FC236}">
                    <a16:creationId xmlns:a16="http://schemas.microsoft.com/office/drawing/2014/main" id="{33631F87-82EC-799A-48BE-29F9473DB94F}"/>
                  </a:ext>
                </a:extLst>
              </p:cNvPr>
              <p:cNvSpPr/>
              <p:nvPr/>
            </p:nvSpPr>
            <p:spPr>
              <a:xfrm flipH="1">
                <a:off x="1302384" y="5286889"/>
                <a:ext cx="2392285" cy="827367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两位导演以细腻的情感和出色的视觉效果著称，他们的作品深受观众喜爱。</a:t>
                </a:r>
                <a:endParaRPr lang="en-US" dirty="0"/>
              </a:p>
            </p:txBody>
          </p:sp>
          <p:sp>
            <p:nvSpPr>
              <p:cNvPr id="243" name="Number3" descr="38a3c4b5-733b-40c4-90c7-e4a011a6631d">
                <a:extLst>
                  <a:ext uri="{FF2B5EF4-FFF2-40B4-BE49-F238E27FC236}">
                    <a16:creationId xmlns:a16="http://schemas.microsoft.com/office/drawing/2014/main" id="{E5A8EE56-D5DE-E1E1-B4C3-806A68FF3612}"/>
                  </a:ext>
                </a:extLst>
              </p:cNvPr>
              <p:cNvSpPr/>
              <p:nvPr/>
            </p:nvSpPr>
            <p:spPr>
              <a:xfrm>
                <a:off x="683717" y="4766787"/>
                <a:ext cx="541138" cy="54113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</p:grpSp>
        <p:grpSp>
          <p:nvGrpSpPr>
            <p:cNvPr id="247" name="组合 246" descr="a830fc5b-7f6a-4348-9db3-d308e4e3f35f">
              <a:extLst>
                <a:ext uri="{FF2B5EF4-FFF2-40B4-BE49-F238E27FC236}">
                  <a16:creationId xmlns:a16="http://schemas.microsoft.com/office/drawing/2014/main" id="{A7DD46B8-593C-CF94-5A3E-2B11D0337E89}"/>
                </a:ext>
              </a:extLst>
            </p:cNvPr>
            <p:cNvGrpSpPr/>
            <p:nvPr/>
          </p:nvGrpSpPr>
          <p:grpSpPr>
            <a:xfrm>
              <a:off x="4480293" y="4645201"/>
              <a:ext cx="2918910" cy="1480879"/>
              <a:chOff x="4480293" y="4645201"/>
              <a:chExt cx="2918910" cy="1480879"/>
            </a:xfrm>
          </p:grpSpPr>
          <p:sp>
            <p:nvSpPr>
              <p:cNvPr id="234" name="Bullet4" descr="67f1c8c5-80e9-4b60-87ff-2b50b9492f57">
                <a:extLst>
                  <a:ext uri="{FF2B5EF4-FFF2-40B4-BE49-F238E27FC236}">
                    <a16:creationId xmlns:a16="http://schemas.microsoft.com/office/drawing/2014/main" id="{253DD636-FC65-5C47-6FDF-2E4A6C83A247}"/>
                  </a:ext>
                </a:extLst>
              </p:cNvPr>
              <p:cNvSpPr txBox="1"/>
              <p:nvPr/>
            </p:nvSpPr>
            <p:spPr>
              <a:xfrm>
                <a:off x="5006918" y="4645201"/>
                <a:ext cx="2392285" cy="62298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b" anchorCtr="0">
                <a:normAutofit/>
              </a:bodyPr>
              <a:lstStyle/>
              <a:p>
                <a:r>
                  <a:rPr lang="zh-CN" altLang="en-US" b="1" dirty="0"/>
                  <a:t>创作理念</a:t>
                </a:r>
                <a:endParaRPr lang="en-US" dirty="0"/>
              </a:p>
            </p:txBody>
          </p:sp>
          <p:sp>
            <p:nvSpPr>
              <p:cNvPr id="235" name="Text4" descr="3889cb15-68be-4a46-a46c-7dbdf73d73a5">
                <a:extLst>
                  <a:ext uri="{FF2B5EF4-FFF2-40B4-BE49-F238E27FC236}">
                    <a16:creationId xmlns:a16="http://schemas.microsoft.com/office/drawing/2014/main" id="{7FEA5B75-E606-125E-2183-069B975C2A18}"/>
                  </a:ext>
                </a:extLst>
              </p:cNvPr>
              <p:cNvSpPr/>
              <p:nvPr/>
            </p:nvSpPr>
            <p:spPr>
              <a:xfrm flipH="1">
                <a:off x="5006918" y="5298713"/>
                <a:ext cx="2392285" cy="827367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他们希望通过电影传达家庭和梦想的重要性，让观众在观影过程中产生共鸣。</a:t>
                </a:r>
                <a:endParaRPr lang="en-US" dirty="0"/>
              </a:p>
            </p:txBody>
          </p:sp>
          <p:sp>
            <p:nvSpPr>
              <p:cNvPr id="242" name="Number4" descr="d0052c59-d326-4ee7-ae5e-41d5b53737de">
                <a:extLst>
                  <a:ext uri="{FF2B5EF4-FFF2-40B4-BE49-F238E27FC236}">
                    <a16:creationId xmlns:a16="http://schemas.microsoft.com/office/drawing/2014/main" id="{CED63CF0-DDA1-2D53-D7AC-F223B108897B}"/>
                  </a:ext>
                </a:extLst>
              </p:cNvPr>
              <p:cNvSpPr/>
              <p:nvPr/>
            </p:nvSpPr>
            <p:spPr>
              <a:xfrm>
                <a:off x="4480293" y="4766787"/>
                <a:ext cx="541138" cy="54113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编剧</a:t>
            </a:r>
            <a:endParaRPr lang="en-US" dirty="0"/>
          </a:p>
        </p:txBody>
      </p:sp>
      <p:grpSp>
        <p:nvGrpSpPr>
          <p:cNvPr id="23" name="7308f3db-08de-4623-b8af-fc84304b925f.source.4.zh-Hans.pptx" descr="f9348916-74b5-404e-90be-4b2720919753">
            <a:extLst>
              <a:ext uri="{FF2B5EF4-FFF2-40B4-BE49-F238E27FC236}">
                <a16:creationId xmlns:a16="http://schemas.microsoft.com/office/drawing/2014/main" id="{03DD606B-C9B3-E696-DB6D-7A3EEAEDA82C}"/>
              </a:ext>
            </a:extLst>
          </p:cNvPr>
          <p:cNvGrpSpPr/>
          <p:nvPr/>
        </p:nvGrpSpPr>
        <p:grpSpPr>
          <a:xfrm>
            <a:off x="658839" y="1130300"/>
            <a:ext cx="10860061" cy="4541711"/>
            <a:chOff x="658839" y="1130300"/>
            <a:chExt cx="10860061" cy="4541711"/>
          </a:xfrm>
        </p:grpSpPr>
        <p:grpSp>
          <p:nvGrpSpPr>
            <p:cNvPr id="22" name="组合 21" descr="e5c8be5e-28f7-4d0a-83a0-d10c08050d6d">
              <a:extLst>
                <a:ext uri="{FF2B5EF4-FFF2-40B4-BE49-F238E27FC236}">
                  <a16:creationId xmlns:a16="http://schemas.microsoft.com/office/drawing/2014/main" id="{0D27BB9D-9FCC-F6BA-14B0-05B630BBD51C}"/>
                </a:ext>
              </a:extLst>
            </p:cNvPr>
            <p:cNvGrpSpPr/>
            <p:nvPr/>
          </p:nvGrpSpPr>
          <p:grpSpPr>
            <a:xfrm>
              <a:off x="658839" y="2262753"/>
              <a:ext cx="4379601" cy="3409258"/>
              <a:chOff x="658839" y="2262753"/>
              <a:chExt cx="4379601" cy="3409258"/>
            </a:xfrm>
          </p:grpSpPr>
          <p:sp>
            <p:nvSpPr>
              <p:cNvPr id="84" name="îṥḻíďè" descr="de166a90-0328-474d-8277-3b221811a8c4">
                <a:extLst>
                  <a:ext uri="{FF2B5EF4-FFF2-40B4-BE49-F238E27FC236}">
                    <a16:creationId xmlns:a16="http://schemas.microsoft.com/office/drawing/2014/main" id="{FA309616-B828-59C9-0383-D96CB1265434}"/>
                  </a:ext>
                </a:extLst>
              </p:cNvPr>
              <p:cNvSpPr/>
              <p:nvPr/>
            </p:nvSpPr>
            <p:spPr bwMode="auto">
              <a:xfrm rot="309616" flipH="1">
                <a:off x="658839" y="5363357"/>
                <a:ext cx="4135070" cy="308654"/>
              </a:xfrm>
              <a:prstGeom prst="ellipse">
                <a:avLst/>
              </a:pr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5" name="ï$ḻïḓé" descr="4b0c9a35-3f40-481a-a008-05e70578a301">
                <a:extLst>
                  <a:ext uri="{FF2B5EF4-FFF2-40B4-BE49-F238E27FC236}">
                    <a16:creationId xmlns:a16="http://schemas.microsoft.com/office/drawing/2014/main" id="{1FB681DC-90B1-BE11-1DBE-DA876FA0C82A}"/>
                  </a:ext>
                </a:extLst>
              </p:cNvPr>
              <p:cNvSpPr/>
              <p:nvPr/>
            </p:nvSpPr>
            <p:spPr bwMode="auto">
              <a:xfrm rot="309616" flipH="1">
                <a:off x="665603" y="5340009"/>
                <a:ext cx="4372837" cy="191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îşļîḍé" descr="93f58883-ef49-4d0c-b903-d9c720a61794">
                <a:extLst>
                  <a:ext uri="{FF2B5EF4-FFF2-40B4-BE49-F238E27FC236}">
                    <a16:creationId xmlns:a16="http://schemas.microsoft.com/office/drawing/2014/main" id="{6D90D938-BC56-88A0-17A1-F4621785373B}"/>
                  </a:ext>
                </a:extLst>
              </p:cNvPr>
              <p:cNvSpPr/>
              <p:nvPr/>
            </p:nvSpPr>
            <p:spPr bwMode="auto">
              <a:xfrm rot="309616" flipH="1">
                <a:off x="1029563" y="4553297"/>
                <a:ext cx="454858" cy="448950"/>
              </a:xfrm>
              <a:custGeom>
                <a:avLst/>
                <a:gdLst>
                  <a:gd name="T0" fmla="*/ 96 w 97"/>
                  <a:gd name="T1" fmla="*/ 40 h 96"/>
                  <a:gd name="T2" fmla="*/ 91 w 97"/>
                  <a:gd name="T3" fmla="*/ 39 h 96"/>
                  <a:gd name="T4" fmla="*/ 93 w 97"/>
                  <a:gd name="T5" fmla="*/ 29 h 96"/>
                  <a:gd name="T6" fmla="*/ 77 w 97"/>
                  <a:gd name="T7" fmla="*/ 16 h 96"/>
                  <a:gd name="T8" fmla="*/ 73 w 97"/>
                  <a:gd name="T9" fmla="*/ 7 h 96"/>
                  <a:gd name="T10" fmla="*/ 58 w 97"/>
                  <a:gd name="T11" fmla="*/ 1 h 96"/>
                  <a:gd name="T12" fmla="*/ 53 w 97"/>
                  <a:gd name="T13" fmla="*/ 5 h 96"/>
                  <a:gd name="T14" fmla="*/ 45 w 97"/>
                  <a:gd name="T15" fmla="*/ 5 h 96"/>
                  <a:gd name="T16" fmla="*/ 24 w 97"/>
                  <a:gd name="T17" fmla="*/ 7 h 96"/>
                  <a:gd name="T18" fmla="*/ 20 w 97"/>
                  <a:gd name="T19" fmla="*/ 16 h 96"/>
                  <a:gd name="T20" fmla="*/ 15 w 97"/>
                  <a:gd name="T21" fmla="*/ 14 h 96"/>
                  <a:gd name="T22" fmla="*/ 12 w 97"/>
                  <a:gd name="T23" fmla="*/ 18 h 96"/>
                  <a:gd name="T24" fmla="*/ 5 w 97"/>
                  <a:gd name="T25" fmla="*/ 29 h 96"/>
                  <a:gd name="T26" fmla="*/ 7 w 97"/>
                  <a:gd name="T27" fmla="*/ 39 h 96"/>
                  <a:gd name="T28" fmla="*/ 2 w 97"/>
                  <a:gd name="T29" fmla="*/ 59 h 96"/>
                  <a:gd name="T30" fmla="*/ 9 w 97"/>
                  <a:gd name="T31" fmla="*/ 65 h 96"/>
                  <a:gd name="T32" fmla="*/ 10 w 97"/>
                  <a:gd name="T33" fmla="*/ 76 h 96"/>
                  <a:gd name="T34" fmla="*/ 13 w 97"/>
                  <a:gd name="T35" fmla="*/ 80 h 96"/>
                  <a:gd name="T36" fmla="*/ 17 w 97"/>
                  <a:gd name="T37" fmla="*/ 84 h 96"/>
                  <a:gd name="T38" fmla="*/ 27 w 97"/>
                  <a:gd name="T39" fmla="*/ 85 h 96"/>
                  <a:gd name="T40" fmla="*/ 44 w 97"/>
                  <a:gd name="T41" fmla="*/ 96 h 96"/>
                  <a:gd name="T42" fmla="*/ 49 w 97"/>
                  <a:gd name="T43" fmla="*/ 91 h 96"/>
                  <a:gd name="T44" fmla="*/ 53 w 97"/>
                  <a:gd name="T45" fmla="*/ 96 h 96"/>
                  <a:gd name="T46" fmla="*/ 64 w 97"/>
                  <a:gd name="T47" fmla="*/ 94 h 96"/>
                  <a:gd name="T48" fmla="*/ 71 w 97"/>
                  <a:gd name="T49" fmla="*/ 85 h 96"/>
                  <a:gd name="T50" fmla="*/ 80 w 97"/>
                  <a:gd name="T51" fmla="*/ 84 h 96"/>
                  <a:gd name="T52" fmla="*/ 89 w 97"/>
                  <a:gd name="T53" fmla="*/ 65 h 96"/>
                  <a:gd name="T54" fmla="*/ 95 w 97"/>
                  <a:gd name="T55" fmla="*/ 59 h 96"/>
                  <a:gd name="T56" fmla="*/ 96 w 97"/>
                  <a:gd name="T57" fmla="*/ 53 h 96"/>
                  <a:gd name="T58" fmla="*/ 96 w 97"/>
                  <a:gd name="T59" fmla="*/ 43 h 96"/>
                  <a:gd name="T60" fmla="*/ 15 w 97"/>
                  <a:gd name="T61" fmla="*/ 48 h 96"/>
                  <a:gd name="T62" fmla="*/ 83 w 97"/>
                  <a:gd name="T63" fmla="*/ 4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7" h="96">
                    <a:moveTo>
                      <a:pt x="96" y="43"/>
                    </a:moveTo>
                    <a:cubicBezTo>
                      <a:pt x="96" y="40"/>
                      <a:pt x="96" y="40"/>
                      <a:pt x="96" y="40"/>
                    </a:cubicBezTo>
                    <a:cubicBezTo>
                      <a:pt x="96" y="39"/>
                      <a:pt x="96" y="38"/>
                      <a:pt x="95" y="38"/>
                    </a:cubicBezTo>
                    <a:cubicBezTo>
                      <a:pt x="91" y="39"/>
                      <a:pt x="91" y="39"/>
                      <a:pt x="91" y="39"/>
                    </a:cubicBezTo>
                    <a:cubicBezTo>
                      <a:pt x="90" y="36"/>
                      <a:pt x="90" y="33"/>
                      <a:pt x="89" y="31"/>
                    </a:cubicBezTo>
                    <a:cubicBezTo>
                      <a:pt x="93" y="29"/>
                      <a:pt x="93" y="29"/>
                      <a:pt x="93" y="29"/>
                    </a:cubicBezTo>
                    <a:cubicBezTo>
                      <a:pt x="90" y="23"/>
                      <a:pt x="86" y="17"/>
                      <a:pt x="80" y="12"/>
                    </a:cubicBezTo>
                    <a:cubicBezTo>
                      <a:pt x="77" y="16"/>
                      <a:pt x="77" y="16"/>
                      <a:pt x="77" y="16"/>
                    </a:cubicBezTo>
                    <a:cubicBezTo>
                      <a:pt x="75" y="14"/>
                      <a:pt x="73" y="12"/>
                      <a:pt x="71" y="11"/>
                    </a:cubicBezTo>
                    <a:cubicBezTo>
                      <a:pt x="73" y="7"/>
                      <a:pt x="73" y="7"/>
                      <a:pt x="73" y="7"/>
                    </a:cubicBezTo>
                    <a:cubicBezTo>
                      <a:pt x="70" y="5"/>
                      <a:pt x="67" y="4"/>
                      <a:pt x="64" y="3"/>
                    </a:cubicBezTo>
                    <a:cubicBezTo>
                      <a:pt x="62" y="2"/>
                      <a:pt x="60" y="2"/>
                      <a:pt x="58" y="1"/>
                    </a:cubicBezTo>
                    <a:cubicBezTo>
                      <a:pt x="57" y="1"/>
                      <a:pt x="55" y="1"/>
                      <a:pt x="53" y="0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1" y="5"/>
                      <a:pt x="50" y="5"/>
                      <a:pt x="49" y="5"/>
                    </a:cubicBezTo>
                    <a:cubicBezTo>
                      <a:pt x="47" y="5"/>
                      <a:pt x="46" y="5"/>
                      <a:pt x="45" y="5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37" y="1"/>
                      <a:pt x="30" y="3"/>
                      <a:pt x="24" y="7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4" y="12"/>
                      <a:pt x="22" y="14"/>
                      <a:pt x="20" y="16"/>
                    </a:cubicBezTo>
                    <a:cubicBezTo>
                      <a:pt x="17" y="12"/>
                      <a:pt x="17" y="12"/>
                      <a:pt x="17" y="12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5" y="15"/>
                      <a:pt x="14" y="15"/>
                      <a:pt x="13" y="16"/>
                    </a:cubicBezTo>
                    <a:cubicBezTo>
                      <a:pt x="13" y="17"/>
                      <a:pt x="12" y="17"/>
                      <a:pt x="12" y="18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8" y="23"/>
                      <a:pt x="6" y="26"/>
                      <a:pt x="5" y="29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8" y="33"/>
                      <a:pt x="7" y="36"/>
                      <a:pt x="7" y="39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0" y="44"/>
                      <a:pt x="0" y="52"/>
                      <a:pt x="2" y="59"/>
                    </a:cubicBezTo>
                    <a:cubicBezTo>
                      <a:pt x="7" y="58"/>
                      <a:pt x="7" y="58"/>
                      <a:pt x="7" y="58"/>
                    </a:cubicBezTo>
                    <a:cubicBezTo>
                      <a:pt x="7" y="60"/>
                      <a:pt x="8" y="63"/>
                      <a:pt x="9" y="65"/>
                    </a:cubicBezTo>
                    <a:cubicBezTo>
                      <a:pt x="5" y="67"/>
                      <a:pt x="5" y="67"/>
                      <a:pt x="5" y="67"/>
                    </a:cubicBezTo>
                    <a:cubicBezTo>
                      <a:pt x="6" y="70"/>
                      <a:pt x="8" y="73"/>
                      <a:pt x="10" y="76"/>
                    </a:cubicBezTo>
                    <a:cubicBezTo>
                      <a:pt x="12" y="78"/>
                      <a:pt x="12" y="78"/>
                      <a:pt x="12" y="78"/>
                    </a:cubicBezTo>
                    <a:cubicBezTo>
                      <a:pt x="12" y="79"/>
                      <a:pt x="13" y="80"/>
                      <a:pt x="13" y="80"/>
                    </a:cubicBezTo>
                    <a:cubicBezTo>
                      <a:pt x="14" y="81"/>
                      <a:pt x="15" y="82"/>
                      <a:pt x="15" y="82"/>
                    </a:cubicBezTo>
                    <a:cubicBezTo>
                      <a:pt x="17" y="84"/>
                      <a:pt x="17" y="84"/>
                      <a:pt x="17" y="84"/>
                    </a:cubicBezTo>
                    <a:cubicBezTo>
                      <a:pt x="20" y="81"/>
                      <a:pt x="20" y="81"/>
                      <a:pt x="20" y="81"/>
                    </a:cubicBezTo>
                    <a:cubicBezTo>
                      <a:pt x="22" y="82"/>
                      <a:pt x="24" y="84"/>
                      <a:pt x="27" y="85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30" y="93"/>
                      <a:pt x="37" y="95"/>
                      <a:pt x="44" y="96"/>
                    </a:cubicBezTo>
                    <a:cubicBezTo>
                      <a:pt x="45" y="91"/>
                      <a:pt x="45" y="91"/>
                      <a:pt x="45" y="91"/>
                    </a:cubicBezTo>
                    <a:cubicBezTo>
                      <a:pt x="46" y="91"/>
                      <a:pt x="47" y="91"/>
                      <a:pt x="49" y="91"/>
                    </a:cubicBezTo>
                    <a:cubicBezTo>
                      <a:pt x="50" y="91"/>
                      <a:pt x="51" y="91"/>
                      <a:pt x="53" y="91"/>
                    </a:cubicBezTo>
                    <a:cubicBezTo>
                      <a:pt x="53" y="96"/>
                      <a:pt x="53" y="96"/>
                      <a:pt x="53" y="96"/>
                    </a:cubicBezTo>
                    <a:cubicBezTo>
                      <a:pt x="55" y="96"/>
                      <a:pt x="57" y="95"/>
                      <a:pt x="58" y="95"/>
                    </a:cubicBezTo>
                    <a:cubicBezTo>
                      <a:pt x="60" y="95"/>
                      <a:pt x="62" y="94"/>
                      <a:pt x="64" y="94"/>
                    </a:cubicBezTo>
                    <a:cubicBezTo>
                      <a:pt x="67" y="93"/>
                      <a:pt x="70" y="91"/>
                      <a:pt x="73" y="89"/>
                    </a:cubicBezTo>
                    <a:cubicBezTo>
                      <a:pt x="71" y="85"/>
                      <a:pt x="71" y="85"/>
                      <a:pt x="71" y="85"/>
                    </a:cubicBezTo>
                    <a:cubicBezTo>
                      <a:pt x="73" y="84"/>
                      <a:pt x="75" y="82"/>
                      <a:pt x="77" y="81"/>
                    </a:cubicBezTo>
                    <a:cubicBezTo>
                      <a:pt x="80" y="84"/>
                      <a:pt x="80" y="84"/>
                      <a:pt x="80" y="84"/>
                    </a:cubicBezTo>
                    <a:cubicBezTo>
                      <a:pt x="86" y="79"/>
                      <a:pt x="90" y="74"/>
                      <a:pt x="93" y="67"/>
                    </a:cubicBezTo>
                    <a:cubicBezTo>
                      <a:pt x="89" y="65"/>
                      <a:pt x="89" y="65"/>
                      <a:pt x="89" y="65"/>
                    </a:cubicBezTo>
                    <a:cubicBezTo>
                      <a:pt x="90" y="63"/>
                      <a:pt x="90" y="60"/>
                      <a:pt x="91" y="58"/>
                    </a:cubicBezTo>
                    <a:cubicBezTo>
                      <a:pt x="95" y="59"/>
                      <a:pt x="95" y="59"/>
                      <a:pt x="95" y="59"/>
                    </a:cubicBezTo>
                    <a:cubicBezTo>
                      <a:pt x="96" y="58"/>
                      <a:pt x="96" y="57"/>
                      <a:pt x="96" y="56"/>
                    </a:cubicBezTo>
                    <a:cubicBezTo>
                      <a:pt x="96" y="53"/>
                      <a:pt x="96" y="53"/>
                      <a:pt x="96" y="53"/>
                    </a:cubicBezTo>
                    <a:cubicBezTo>
                      <a:pt x="97" y="52"/>
                      <a:pt x="97" y="50"/>
                      <a:pt x="97" y="48"/>
                    </a:cubicBezTo>
                    <a:cubicBezTo>
                      <a:pt x="97" y="46"/>
                      <a:pt x="97" y="45"/>
                      <a:pt x="96" y="43"/>
                    </a:cubicBezTo>
                    <a:close/>
                    <a:moveTo>
                      <a:pt x="49" y="82"/>
                    </a:moveTo>
                    <a:cubicBezTo>
                      <a:pt x="30" y="82"/>
                      <a:pt x="15" y="67"/>
                      <a:pt x="15" y="48"/>
                    </a:cubicBezTo>
                    <a:cubicBezTo>
                      <a:pt x="15" y="29"/>
                      <a:pt x="30" y="14"/>
                      <a:pt x="49" y="14"/>
                    </a:cubicBezTo>
                    <a:cubicBezTo>
                      <a:pt x="68" y="14"/>
                      <a:pt x="83" y="29"/>
                      <a:pt x="83" y="48"/>
                    </a:cubicBezTo>
                    <a:cubicBezTo>
                      <a:pt x="83" y="67"/>
                      <a:pt x="68" y="82"/>
                      <a:pt x="49" y="82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7" name="îSľïḑè" descr="8e14ddfc-9a4b-4f94-9f1a-f44af780645b">
                <a:extLst>
                  <a:ext uri="{FF2B5EF4-FFF2-40B4-BE49-F238E27FC236}">
                    <a16:creationId xmlns:a16="http://schemas.microsoft.com/office/drawing/2014/main" id="{6A8EFDE7-D503-899A-55B1-8AD70F140E95}"/>
                  </a:ext>
                </a:extLst>
              </p:cNvPr>
              <p:cNvSpPr/>
              <p:nvPr/>
            </p:nvSpPr>
            <p:spPr bwMode="auto">
              <a:xfrm rot="309616" flipH="1">
                <a:off x="1870003" y="3988862"/>
                <a:ext cx="773849" cy="778280"/>
              </a:xfrm>
              <a:custGeom>
                <a:avLst/>
                <a:gdLst>
                  <a:gd name="T0" fmla="*/ 163 w 165"/>
                  <a:gd name="T1" fmla="*/ 68 h 166"/>
                  <a:gd name="T2" fmla="*/ 149 w 165"/>
                  <a:gd name="T3" fmla="*/ 60 h 166"/>
                  <a:gd name="T4" fmla="*/ 145 w 165"/>
                  <a:gd name="T5" fmla="*/ 30 h 166"/>
                  <a:gd name="T6" fmla="*/ 128 w 165"/>
                  <a:gd name="T7" fmla="*/ 30 h 166"/>
                  <a:gd name="T8" fmla="*/ 123 w 165"/>
                  <a:gd name="T9" fmla="*/ 12 h 166"/>
                  <a:gd name="T10" fmla="*/ 110 w 165"/>
                  <a:gd name="T11" fmla="*/ 6 h 166"/>
                  <a:gd name="T12" fmla="*/ 95 w 165"/>
                  <a:gd name="T13" fmla="*/ 14 h 166"/>
                  <a:gd name="T14" fmla="*/ 67 w 165"/>
                  <a:gd name="T15" fmla="*/ 2 h 166"/>
                  <a:gd name="T16" fmla="*/ 59 w 165"/>
                  <a:gd name="T17" fmla="*/ 17 h 166"/>
                  <a:gd name="T18" fmla="*/ 48 w 165"/>
                  <a:gd name="T19" fmla="*/ 8 h 166"/>
                  <a:gd name="T20" fmla="*/ 29 w 165"/>
                  <a:gd name="T21" fmla="*/ 21 h 166"/>
                  <a:gd name="T22" fmla="*/ 29 w 165"/>
                  <a:gd name="T23" fmla="*/ 37 h 166"/>
                  <a:gd name="T24" fmla="*/ 5 w 165"/>
                  <a:gd name="T25" fmla="*/ 56 h 166"/>
                  <a:gd name="T26" fmla="*/ 13 w 165"/>
                  <a:gd name="T27" fmla="*/ 70 h 166"/>
                  <a:gd name="T28" fmla="*/ 1 w 165"/>
                  <a:gd name="T29" fmla="*/ 75 h 166"/>
                  <a:gd name="T30" fmla="*/ 1 w 165"/>
                  <a:gd name="T31" fmla="*/ 91 h 166"/>
                  <a:gd name="T32" fmla="*/ 13 w 165"/>
                  <a:gd name="T33" fmla="*/ 96 h 166"/>
                  <a:gd name="T34" fmla="*/ 5 w 165"/>
                  <a:gd name="T35" fmla="*/ 110 h 166"/>
                  <a:gd name="T36" fmla="*/ 29 w 165"/>
                  <a:gd name="T37" fmla="*/ 129 h 166"/>
                  <a:gd name="T38" fmla="*/ 29 w 165"/>
                  <a:gd name="T39" fmla="*/ 145 h 166"/>
                  <a:gd name="T40" fmla="*/ 48 w 165"/>
                  <a:gd name="T41" fmla="*/ 158 h 166"/>
                  <a:gd name="T42" fmla="*/ 59 w 165"/>
                  <a:gd name="T43" fmla="*/ 149 h 166"/>
                  <a:gd name="T44" fmla="*/ 67 w 165"/>
                  <a:gd name="T45" fmla="*/ 164 h 166"/>
                  <a:gd name="T46" fmla="*/ 95 w 165"/>
                  <a:gd name="T47" fmla="*/ 152 h 166"/>
                  <a:gd name="T48" fmla="*/ 110 w 165"/>
                  <a:gd name="T49" fmla="*/ 161 h 166"/>
                  <a:gd name="T50" fmla="*/ 123 w 165"/>
                  <a:gd name="T51" fmla="*/ 154 h 166"/>
                  <a:gd name="T52" fmla="*/ 128 w 165"/>
                  <a:gd name="T53" fmla="*/ 136 h 166"/>
                  <a:gd name="T54" fmla="*/ 145 w 165"/>
                  <a:gd name="T55" fmla="*/ 137 h 166"/>
                  <a:gd name="T56" fmla="*/ 149 w 165"/>
                  <a:gd name="T57" fmla="*/ 106 h 166"/>
                  <a:gd name="T58" fmla="*/ 163 w 165"/>
                  <a:gd name="T59" fmla="*/ 98 h 166"/>
                  <a:gd name="T60" fmla="*/ 165 w 165"/>
                  <a:gd name="T61" fmla="*/ 83 h 166"/>
                  <a:gd name="T62" fmla="*/ 82 w 165"/>
                  <a:gd name="T63" fmla="*/ 125 h 166"/>
                  <a:gd name="T64" fmla="*/ 82 w 165"/>
                  <a:gd name="T65" fmla="*/ 42 h 166"/>
                  <a:gd name="T66" fmla="*/ 82 w 165"/>
                  <a:gd name="T67" fmla="*/ 125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65" h="166">
                    <a:moveTo>
                      <a:pt x="164" y="75"/>
                    </a:moveTo>
                    <a:cubicBezTo>
                      <a:pt x="164" y="73"/>
                      <a:pt x="163" y="70"/>
                      <a:pt x="163" y="68"/>
                    </a:cubicBezTo>
                    <a:cubicBezTo>
                      <a:pt x="151" y="70"/>
                      <a:pt x="151" y="70"/>
                      <a:pt x="151" y="70"/>
                    </a:cubicBezTo>
                    <a:cubicBezTo>
                      <a:pt x="151" y="67"/>
                      <a:pt x="150" y="63"/>
                      <a:pt x="149" y="60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57" y="46"/>
                      <a:pt x="151" y="37"/>
                      <a:pt x="145" y="30"/>
                    </a:cubicBezTo>
                    <a:cubicBezTo>
                      <a:pt x="136" y="37"/>
                      <a:pt x="136" y="37"/>
                      <a:pt x="136" y="37"/>
                    </a:cubicBezTo>
                    <a:cubicBezTo>
                      <a:pt x="133" y="35"/>
                      <a:pt x="131" y="32"/>
                      <a:pt x="128" y="30"/>
                    </a:cubicBezTo>
                    <a:cubicBezTo>
                      <a:pt x="136" y="21"/>
                      <a:pt x="136" y="21"/>
                      <a:pt x="136" y="21"/>
                    </a:cubicBezTo>
                    <a:cubicBezTo>
                      <a:pt x="132" y="17"/>
                      <a:pt x="128" y="15"/>
                      <a:pt x="123" y="12"/>
                    </a:cubicBezTo>
                    <a:cubicBezTo>
                      <a:pt x="121" y="11"/>
                      <a:pt x="119" y="10"/>
                      <a:pt x="117" y="8"/>
                    </a:cubicBezTo>
                    <a:cubicBezTo>
                      <a:pt x="114" y="7"/>
                      <a:pt x="112" y="6"/>
                      <a:pt x="110" y="6"/>
                    </a:cubicBezTo>
                    <a:cubicBezTo>
                      <a:pt x="106" y="17"/>
                      <a:pt x="106" y="17"/>
                      <a:pt x="106" y="17"/>
                    </a:cubicBezTo>
                    <a:cubicBezTo>
                      <a:pt x="102" y="16"/>
                      <a:pt x="99" y="15"/>
                      <a:pt x="95" y="14"/>
                    </a:cubicBezTo>
                    <a:cubicBezTo>
                      <a:pt x="98" y="2"/>
                      <a:pt x="98" y="2"/>
                      <a:pt x="98" y="2"/>
                    </a:cubicBezTo>
                    <a:cubicBezTo>
                      <a:pt x="88" y="0"/>
                      <a:pt x="77" y="0"/>
                      <a:pt x="67" y="2"/>
                    </a:cubicBezTo>
                    <a:cubicBezTo>
                      <a:pt x="69" y="14"/>
                      <a:pt x="69" y="14"/>
                      <a:pt x="69" y="14"/>
                    </a:cubicBezTo>
                    <a:cubicBezTo>
                      <a:pt x="66" y="15"/>
                      <a:pt x="62" y="16"/>
                      <a:pt x="59" y="17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3" y="6"/>
                      <a:pt x="50" y="7"/>
                      <a:pt x="48" y="8"/>
                    </a:cubicBezTo>
                    <a:cubicBezTo>
                      <a:pt x="46" y="10"/>
                      <a:pt x="43" y="11"/>
                      <a:pt x="41" y="12"/>
                    </a:cubicBezTo>
                    <a:cubicBezTo>
                      <a:pt x="37" y="15"/>
                      <a:pt x="33" y="17"/>
                      <a:pt x="29" y="21"/>
                    </a:cubicBezTo>
                    <a:cubicBezTo>
                      <a:pt x="37" y="30"/>
                      <a:pt x="37" y="30"/>
                      <a:pt x="37" y="30"/>
                    </a:cubicBezTo>
                    <a:cubicBezTo>
                      <a:pt x="34" y="32"/>
                      <a:pt x="31" y="35"/>
                      <a:pt x="29" y="37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13" y="37"/>
                      <a:pt x="8" y="46"/>
                      <a:pt x="5" y="56"/>
                    </a:cubicBezTo>
                    <a:cubicBezTo>
                      <a:pt x="16" y="60"/>
                      <a:pt x="16" y="60"/>
                      <a:pt x="16" y="60"/>
                    </a:cubicBezTo>
                    <a:cubicBezTo>
                      <a:pt x="15" y="63"/>
                      <a:pt x="14" y="67"/>
                      <a:pt x="13" y="70"/>
                    </a:cubicBezTo>
                    <a:cubicBezTo>
                      <a:pt x="2" y="68"/>
                      <a:pt x="2" y="68"/>
                      <a:pt x="2" y="68"/>
                    </a:cubicBezTo>
                    <a:cubicBezTo>
                      <a:pt x="1" y="70"/>
                      <a:pt x="1" y="73"/>
                      <a:pt x="1" y="75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1" y="91"/>
                      <a:pt x="1" y="91"/>
                      <a:pt x="1" y="91"/>
                    </a:cubicBezTo>
                    <a:cubicBezTo>
                      <a:pt x="1" y="93"/>
                      <a:pt x="1" y="96"/>
                      <a:pt x="2" y="98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100"/>
                      <a:pt x="15" y="103"/>
                      <a:pt x="16" y="106"/>
                    </a:cubicBezTo>
                    <a:cubicBezTo>
                      <a:pt x="5" y="110"/>
                      <a:pt x="5" y="110"/>
                      <a:pt x="5" y="110"/>
                    </a:cubicBezTo>
                    <a:cubicBezTo>
                      <a:pt x="8" y="120"/>
                      <a:pt x="13" y="129"/>
                      <a:pt x="20" y="137"/>
                    </a:cubicBezTo>
                    <a:cubicBezTo>
                      <a:pt x="29" y="129"/>
                      <a:pt x="29" y="129"/>
                      <a:pt x="29" y="129"/>
                    </a:cubicBezTo>
                    <a:cubicBezTo>
                      <a:pt x="31" y="132"/>
                      <a:pt x="34" y="134"/>
                      <a:pt x="37" y="136"/>
                    </a:cubicBezTo>
                    <a:cubicBezTo>
                      <a:pt x="29" y="145"/>
                      <a:pt x="29" y="145"/>
                      <a:pt x="29" y="145"/>
                    </a:cubicBezTo>
                    <a:cubicBezTo>
                      <a:pt x="33" y="149"/>
                      <a:pt x="37" y="152"/>
                      <a:pt x="41" y="154"/>
                    </a:cubicBezTo>
                    <a:cubicBezTo>
                      <a:pt x="43" y="156"/>
                      <a:pt x="46" y="157"/>
                      <a:pt x="48" y="158"/>
                    </a:cubicBezTo>
                    <a:cubicBezTo>
                      <a:pt x="50" y="159"/>
                      <a:pt x="53" y="160"/>
                      <a:pt x="55" y="161"/>
                    </a:cubicBezTo>
                    <a:cubicBezTo>
                      <a:pt x="59" y="149"/>
                      <a:pt x="59" y="149"/>
                      <a:pt x="59" y="149"/>
                    </a:cubicBezTo>
                    <a:cubicBezTo>
                      <a:pt x="62" y="150"/>
                      <a:pt x="66" y="151"/>
                      <a:pt x="69" y="152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77" y="166"/>
                      <a:pt x="88" y="166"/>
                      <a:pt x="98" y="164"/>
                    </a:cubicBezTo>
                    <a:cubicBezTo>
                      <a:pt x="95" y="152"/>
                      <a:pt x="95" y="152"/>
                      <a:pt x="95" y="152"/>
                    </a:cubicBezTo>
                    <a:cubicBezTo>
                      <a:pt x="99" y="151"/>
                      <a:pt x="102" y="150"/>
                      <a:pt x="106" y="149"/>
                    </a:cubicBezTo>
                    <a:cubicBezTo>
                      <a:pt x="110" y="161"/>
                      <a:pt x="110" y="161"/>
                      <a:pt x="110" y="161"/>
                    </a:cubicBezTo>
                    <a:cubicBezTo>
                      <a:pt x="112" y="160"/>
                      <a:pt x="114" y="159"/>
                      <a:pt x="117" y="158"/>
                    </a:cubicBezTo>
                    <a:cubicBezTo>
                      <a:pt x="119" y="157"/>
                      <a:pt x="121" y="156"/>
                      <a:pt x="123" y="154"/>
                    </a:cubicBezTo>
                    <a:cubicBezTo>
                      <a:pt x="128" y="152"/>
                      <a:pt x="132" y="149"/>
                      <a:pt x="136" y="145"/>
                    </a:cubicBezTo>
                    <a:cubicBezTo>
                      <a:pt x="128" y="136"/>
                      <a:pt x="128" y="136"/>
                      <a:pt x="128" y="136"/>
                    </a:cubicBezTo>
                    <a:cubicBezTo>
                      <a:pt x="131" y="134"/>
                      <a:pt x="133" y="132"/>
                      <a:pt x="136" y="129"/>
                    </a:cubicBezTo>
                    <a:cubicBezTo>
                      <a:pt x="145" y="137"/>
                      <a:pt x="145" y="137"/>
                      <a:pt x="145" y="137"/>
                    </a:cubicBezTo>
                    <a:cubicBezTo>
                      <a:pt x="151" y="129"/>
                      <a:pt x="157" y="120"/>
                      <a:pt x="160" y="110"/>
                    </a:cubicBezTo>
                    <a:cubicBezTo>
                      <a:pt x="149" y="106"/>
                      <a:pt x="149" y="106"/>
                      <a:pt x="149" y="106"/>
                    </a:cubicBezTo>
                    <a:cubicBezTo>
                      <a:pt x="150" y="103"/>
                      <a:pt x="151" y="100"/>
                      <a:pt x="151" y="96"/>
                    </a:cubicBezTo>
                    <a:cubicBezTo>
                      <a:pt x="163" y="98"/>
                      <a:pt x="163" y="98"/>
                      <a:pt x="163" y="98"/>
                    </a:cubicBezTo>
                    <a:cubicBezTo>
                      <a:pt x="163" y="96"/>
                      <a:pt x="164" y="93"/>
                      <a:pt x="164" y="91"/>
                    </a:cubicBezTo>
                    <a:cubicBezTo>
                      <a:pt x="165" y="83"/>
                      <a:pt x="165" y="83"/>
                      <a:pt x="165" y="83"/>
                    </a:cubicBezTo>
                    <a:lnTo>
                      <a:pt x="164" y="75"/>
                    </a:lnTo>
                    <a:close/>
                    <a:moveTo>
                      <a:pt x="82" y="125"/>
                    </a:moveTo>
                    <a:cubicBezTo>
                      <a:pt x="59" y="125"/>
                      <a:pt x="41" y="106"/>
                      <a:pt x="41" y="83"/>
                    </a:cubicBezTo>
                    <a:cubicBezTo>
                      <a:pt x="41" y="60"/>
                      <a:pt x="59" y="42"/>
                      <a:pt x="82" y="42"/>
                    </a:cubicBezTo>
                    <a:cubicBezTo>
                      <a:pt x="105" y="42"/>
                      <a:pt x="124" y="60"/>
                      <a:pt x="124" y="83"/>
                    </a:cubicBezTo>
                    <a:cubicBezTo>
                      <a:pt x="124" y="106"/>
                      <a:pt x="105" y="125"/>
                      <a:pt x="82" y="125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íṣḷîdê" descr="617a0d7e-a14f-4554-a09a-40f45ebbd0cf">
                <a:extLst>
                  <a:ext uri="{FF2B5EF4-FFF2-40B4-BE49-F238E27FC236}">
                    <a16:creationId xmlns:a16="http://schemas.microsoft.com/office/drawing/2014/main" id="{AB88E2F4-7ACD-B1E2-2D7E-28A9D460708B}"/>
                  </a:ext>
                </a:extLst>
              </p:cNvPr>
              <p:cNvSpPr/>
              <p:nvPr/>
            </p:nvSpPr>
            <p:spPr bwMode="auto">
              <a:xfrm rot="309616" flipH="1">
                <a:off x="2221634" y="4729049"/>
                <a:ext cx="1134190" cy="623214"/>
              </a:xfrm>
              <a:custGeom>
                <a:avLst/>
                <a:gdLst>
                  <a:gd name="T0" fmla="*/ 226 w 242"/>
                  <a:gd name="T1" fmla="*/ 104 h 133"/>
                  <a:gd name="T2" fmla="*/ 237 w 242"/>
                  <a:gd name="T3" fmla="*/ 86 h 133"/>
                  <a:gd name="T4" fmla="*/ 208 w 242"/>
                  <a:gd name="T5" fmla="*/ 60 h 133"/>
                  <a:gd name="T6" fmla="*/ 211 w 242"/>
                  <a:gd name="T7" fmla="*/ 39 h 133"/>
                  <a:gd name="T8" fmla="*/ 204 w 242"/>
                  <a:gd name="T9" fmla="*/ 33 h 133"/>
                  <a:gd name="T10" fmla="*/ 197 w 242"/>
                  <a:gd name="T11" fmla="*/ 26 h 133"/>
                  <a:gd name="T12" fmla="*/ 181 w 242"/>
                  <a:gd name="T13" fmla="*/ 15 h 133"/>
                  <a:gd name="T14" fmla="*/ 161 w 242"/>
                  <a:gd name="T15" fmla="*/ 22 h 133"/>
                  <a:gd name="T16" fmla="*/ 158 w 242"/>
                  <a:gd name="T17" fmla="*/ 5 h 133"/>
                  <a:gd name="T18" fmla="*/ 146 w 242"/>
                  <a:gd name="T19" fmla="*/ 2 h 133"/>
                  <a:gd name="T20" fmla="*/ 139 w 242"/>
                  <a:gd name="T21" fmla="*/ 1 h 133"/>
                  <a:gd name="T22" fmla="*/ 129 w 242"/>
                  <a:gd name="T23" fmla="*/ 0 h 133"/>
                  <a:gd name="T24" fmla="*/ 121 w 242"/>
                  <a:gd name="T25" fmla="*/ 15 h 133"/>
                  <a:gd name="T26" fmla="*/ 114 w 242"/>
                  <a:gd name="T27" fmla="*/ 0 h 133"/>
                  <a:gd name="T28" fmla="*/ 104 w 242"/>
                  <a:gd name="T29" fmla="*/ 1 h 133"/>
                  <a:gd name="T30" fmla="*/ 97 w 242"/>
                  <a:gd name="T31" fmla="*/ 2 h 133"/>
                  <a:gd name="T32" fmla="*/ 85 w 242"/>
                  <a:gd name="T33" fmla="*/ 5 h 133"/>
                  <a:gd name="T34" fmla="*/ 82 w 242"/>
                  <a:gd name="T35" fmla="*/ 22 h 133"/>
                  <a:gd name="T36" fmla="*/ 62 w 242"/>
                  <a:gd name="T37" fmla="*/ 15 h 133"/>
                  <a:gd name="T38" fmla="*/ 46 w 242"/>
                  <a:gd name="T39" fmla="*/ 26 h 133"/>
                  <a:gd name="T40" fmla="*/ 39 w 242"/>
                  <a:gd name="T41" fmla="*/ 33 h 133"/>
                  <a:gd name="T42" fmla="*/ 32 w 242"/>
                  <a:gd name="T43" fmla="*/ 39 h 133"/>
                  <a:gd name="T44" fmla="*/ 34 w 242"/>
                  <a:gd name="T45" fmla="*/ 60 h 133"/>
                  <a:gd name="T46" fmla="*/ 20 w 242"/>
                  <a:gd name="T47" fmla="*/ 56 h 133"/>
                  <a:gd name="T48" fmla="*/ 15 w 242"/>
                  <a:gd name="T49" fmla="*/ 64 h 133"/>
                  <a:gd name="T50" fmla="*/ 9 w 242"/>
                  <a:gd name="T51" fmla="*/ 77 h 133"/>
                  <a:gd name="T52" fmla="*/ 20 w 242"/>
                  <a:gd name="T53" fmla="*/ 90 h 133"/>
                  <a:gd name="T54" fmla="*/ 2 w 242"/>
                  <a:gd name="T55" fmla="*/ 102 h 133"/>
                  <a:gd name="T56" fmla="*/ 1 w 242"/>
                  <a:gd name="T57" fmla="*/ 129 h 133"/>
                  <a:gd name="T58" fmla="*/ 36 w 242"/>
                  <a:gd name="T59" fmla="*/ 133 h 133"/>
                  <a:gd name="T60" fmla="*/ 35 w 242"/>
                  <a:gd name="T61" fmla="*/ 122 h 133"/>
                  <a:gd name="T62" fmla="*/ 207 w 242"/>
                  <a:gd name="T63" fmla="*/ 122 h 133"/>
                  <a:gd name="T64" fmla="*/ 206 w 242"/>
                  <a:gd name="T65" fmla="*/ 133 h 133"/>
                  <a:gd name="T66" fmla="*/ 242 w 242"/>
                  <a:gd name="T67" fmla="*/ 129 h 133"/>
                  <a:gd name="T68" fmla="*/ 241 w 242"/>
                  <a:gd name="T69" fmla="*/ 102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2" h="133">
                    <a:moveTo>
                      <a:pt x="241" y="102"/>
                    </a:moveTo>
                    <a:cubicBezTo>
                      <a:pt x="226" y="104"/>
                      <a:pt x="226" y="104"/>
                      <a:pt x="226" y="104"/>
                    </a:cubicBezTo>
                    <a:cubicBezTo>
                      <a:pt x="225" y="99"/>
                      <a:pt x="224" y="95"/>
                      <a:pt x="223" y="90"/>
                    </a:cubicBezTo>
                    <a:cubicBezTo>
                      <a:pt x="237" y="86"/>
                      <a:pt x="237" y="86"/>
                      <a:pt x="237" y="86"/>
                    </a:cubicBezTo>
                    <a:cubicBezTo>
                      <a:pt x="234" y="74"/>
                      <a:pt x="228" y="62"/>
                      <a:pt x="221" y="52"/>
                    </a:cubicBezTo>
                    <a:cubicBezTo>
                      <a:pt x="208" y="60"/>
                      <a:pt x="208" y="60"/>
                      <a:pt x="208" y="60"/>
                    </a:cubicBezTo>
                    <a:cubicBezTo>
                      <a:pt x="206" y="56"/>
                      <a:pt x="203" y="53"/>
                      <a:pt x="200" y="49"/>
                    </a:cubicBezTo>
                    <a:cubicBezTo>
                      <a:pt x="211" y="39"/>
                      <a:pt x="211" y="39"/>
                      <a:pt x="211" y="39"/>
                    </a:cubicBezTo>
                    <a:cubicBezTo>
                      <a:pt x="208" y="36"/>
                      <a:pt x="208" y="36"/>
                      <a:pt x="208" y="36"/>
                    </a:cubicBezTo>
                    <a:cubicBezTo>
                      <a:pt x="206" y="35"/>
                      <a:pt x="205" y="34"/>
                      <a:pt x="204" y="33"/>
                    </a:cubicBezTo>
                    <a:cubicBezTo>
                      <a:pt x="200" y="29"/>
                      <a:pt x="200" y="29"/>
                      <a:pt x="200" y="29"/>
                    </a:cubicBezTo>
                    <a:cubicBezTo>
                      <a:pt x="199" y="28"/>
                      <a:pt x="198" y="27"/>
                      <a:pt x="197" y="26"/>
                    </a:cubicBezTo>
                    <a:cubicBezTo>
                      <a:pt x="189" y="20"/>
                      <a:pt x="189" y="20"/>
                      <a:pt x="189" y="20"/>
                    </a:cubicBezTo>
                    <a:cubicBezTo>
                      <a:pt x="181" y="15"/>
                      <a:pt x="181" y="15"/>
                      <a:pt x="181" y="15"/>
                    </a:cubicBezTo>
                    <a:cubicBezTo>
                      <a:pt x="173" y="28"/>
                      <a:pt x="173" y="28"/>
                      <a:pt x="173" y="28"/>
                    </a:cubicBezTo>
                    <a:cubicBezTo>
                      <a:pt x="170" y="26"/>
                      <a:pt x="165" y="24"/>
                      <a:pt x="161" y="22"/>
                    </a:cubicBezTo>
                    <a:cubicBezTo>
                      <a:pt x="167" y="9"/>
                      <a:pt x="167" y="9"/>
                      <a:pt x="167" y="9"/>
                    </a:cubicBezTo>
                    <a:cubicBezTo>
                      <a:pt x="158" y="5"/>
                      <a:pt x="158" y="5"/>
                      <a:pt x="158" y="5"/>
                    </a:cubicBezTo>
                    <a:cubicBezTo>
                      <a:pt x="155" y="4"/>
                      <a:pt x="151" y="4"/>
                      <a:pt x="148" y="3"/>
                    </a:cubicBezTo>
                    <a:cubicBezTo>
                      <a:pt x="146" y="2"/>
                      <a:pt x="146" y="2"/>
                      <a:pt x="146" y="2"/>
                    </a:cubicBezTo>
                    <a:cubicBezTo>
                      <a:pt x="145" y="2"/>
                      <a:pt x="144" y="2"/>
                      <a:pt x="144" y="2"/>
                    </a:cubicBezTo>
                    <a:cubicBezTo>
                      <a:pt x="139" y="1"/>
                      <a:pt x="139" y="1"/>
                      <a:pt x="139" y="1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132" y="0"/>
                      <a:pt x="131" y="0"/>
                      <a:pt x="129" y="0"/>
                    </a:cubicBezTo>
                    <a:cubicBezTo>
                      <a:pt x="128" y="15"/>
                      <a:pt x="128" y="15"/>
                      <a:pt x="128" y="15"/>
                    </a:cubicBezTo>
                    <a:cubicBezTo>
                      <a:pt x="126" y="15"/>
                      <a:pt x="124" y="15"/>
                      <a:pt x="121" y="15"/>
                    </a:cubicBezTo>
                    <a:cubicBezTo>
                      <a:pt x="119" y="15"/>
                      <a:pt x="117" y="15"/>
                      <a:pt x="115" y="15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2" y="0"/>
                      <a:pt x="110" y="0"/>
                      <a:pt x="109" y="0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99" y="2"/>
                      <a:pt x="99" y="2"/>
                      <a:pt x="99" y="2"/>
                    </a:cubicBezTo>
                    <a:cubicBezTo>
                      <a:pt x="98" y="2"/>
                      <a:pt x="98" y="2"/>
                      <a:pt x="97" y="2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1" y="4"/>
                      <a:pt x="88" y="4"/>
                      <a:pt x="85" y="5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82" y="22"/>
                      <a:pt x="82" y="22"/>
                      <a:pt x="82" y="22"/>
                    </a:cubicBezTo>
                    <a:cubicBezTo>
                      <a:pt x="77" y="24"/>
                      <a:pt x="73" y="26"/>
                      <a:pt x="69" y="28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54" y="20"/>
                      <a:pt x="54" y="20"/>
                      <a:pt x="54" y="20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5" y="27"/>
                      <a:pt x="43" y="28"/>
                      <a:pt x="42" y="29"/>
                    </a:cubicBezTo>
                    <a:cubicBezTo>
                      <a:pt x="39" y="33"/>
                      <a:pt x="39" y="33"/>
                      <a:pt x="39" y="33"/>
                    </a:cubicBezTo>
                    <a:cubicBezTo>
                      <a:pt x="38" y="34"/>
                      <a:pt x="36" y="35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0" y="53"/>
                      <a:pt x="37" y="56"/>
                      <a:pt x="34" y="60"/>
                    </a:cubicBezTo>
                    <a:cubicBezTo>
                      <a:pt x="22" y="52"/>
                      <a:pt x="22" y="52"/>
                      <a:pt x="22" y="52"/>
                    </a:cubicBezTo>
                    <a:cubicBezTo>
                      <a:pt x="21" y="53"/>
                      <a:pt x="20" y="54"/>
                      <a:pt x="20" y="56"/>
                    </a:cubicBezTo>
                    <a:cubicBezTo>
                      <a:pt x="17" y="60"/>
                      <a:pt x="17" y="60"/>
                      <a:pt x="17" y="60"/>
                    </a:cubicBezTo>
                    <a:cubicBezTo>
                      <a:pt x="16" y="61"/>
                      <a:pt x="15" y="62"/>
                      <a:pt x="15" y="64"/>
                    </a:cubicBezTo>
                    <a:cubicBezTo>
                      <a:pt x="12" y="68"/>
                      <a:pt x="12" y="68"/>
                      <a:pt x="12" y="68"/>
                    </a:cubicBezTo>
                    <a:cubicBezTo>
                      <a:pt x="11" y="71"/>
                      <a:pt x="10" y="74"/>
                      <a:pt x="9" y="77"/>
                    </a:cubicBezTo>
                    <a:cubicBezTo>
                      <a:pt x="8" y="80"/>
                      <a:pt x="6" y="83"/>
                      <a:pt x="5" y="86"/>
                    </a:cubicBezTo>
                    <a:cubicBezTo>
                      <a:pt x="20" y="90"/>
                      <a:pt x="20" y="90"/>
                      <a:pt x="20" y="90"/>
                    </a:cubicBezTo>
                    <a:cubicBezTo>
                      <a:pt x="18" y="95"/>
                      <a:pt x="17" y="99"/>
                      <a:pt x="17" y="104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1" y="108"/>
                      <a:pt x="1" y="114"/>
                      <a:pt x="0" y="121"/>
                    </a:cubicBezTo>
                    <a:cubicBezTo>
                      <a:pt x="1" y="123"/>
                      <a:pt x="1" y="126"/>
                      <a:pt x="1" y="129"/>
                    </a:cubicBezTo>
                    <a:cubicBezTo>
                      <a:pt x="1" y="130"/>
                      <a:pt x="1" y="132"/>
                      <a:pt x="1" y="133"/>
                    </a:cubicBezTo>
                    <a:cubicBezTo>
                      <a:pt x="36" y="133"/>
                      <a:pt x="36" y="133"/>
                      <a:pt x="36" y="133"/>
                    </a:cubicBezTo>
                    <a:cubicBezTo>
                      <a:pt x="36" y="132"/>
                      <a:pt x="36" y="130"/>
                      <a:pt x="36" y="129"/>
                    </a:cubicBezTo>
                    <a:cubicBezTo>
                      <a:pt x="35" y="127"/>
                      <a:pt x="35" y="124"/>
                      <a:pt x="35" y="122"/>
                    </a:cubicBezTo>
                    <a:cubicBezTo>
                      <a:pt x="35" y="74"/>
                      <a:pt x="74" y="36"/>
                      <a:pt x="121" y="36"/>
                    </a:cubicBezTo>
                    <a:cubicBezTo>
                      <a:pt x="169" y="36"/>
                      <a:pt x="207" y="74"/>
                      <a:pt x="207" y="122"/>
                    </a:cubicBezTo>
                    <a:cubicBezTo>
                      <a:pt x="207" y="124"/>
                      <a:pt x="207" y="127"/>
                      <a:pt x="207" y="129"/>
                    </a:cubicBezTo>
                    <a:cubicBezTo>
                      <a:pt x="207" y="130"/>
                      <a:pt x="206" y="132"/>
                      <a:pt x="206" y="133"/>
                    </a:cubicBezTo>
                    <a:cubicBezTo>
                      <a:pt x="242" y="133"/>
                      <a:pt x="242" y="133"/>
                      <a:pt x="242" y="133"/>
                    </a:cubicBezTo>
                    <a:cubicBezTo>
                      <a:pt x="242" y="132"/>
                      <a:pt x="242" y="130"/>
                      <a:pt x="242" y="129"/>
                    </a:cubicBezTo>
                    <a:cubicBezTo>
                      <a:pt x="242" y="126"/>
                      <a:pt x="242" y="123"/>
                      <a:pt x="242" y="121"/>
                    </a:cubicBezTo>
                    <a:cubicBezTo>
                      <a:pt x="242" y="114"/>
                      <a:pt x="242" y="108"/>
                      <a:pt x="241" y="102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9" name="íSļîḋè" descr="c00fcaf4-e141-4908-b6c9-c2bcf7f0b2a6">
                <a:extLst>
                  <a:ext uri="{FF2B5EF4-FFF2-40B4-BE49-F238E27FC236}">
                    <a16:creationId xmlns:a16="http://schemas.microsoft.com/office/drawing/2014/main" id="{982C9694-9249-E253-F84A-AB26D063B91C}"/>
                  </a:ext>
                </a:extLst>
              </p:cNvPr>
              <p:cNvSpPr/>
              <p:nvPr/>
            </p:nvSpPr>
            <p:spPr bwMode="auto">
              <a:xfrm rot="309616" flipH="1">
                <a:off x="2448445" y="4972163"/>
                <a:ext cx="657181" cy="379541"/>
              </a:xfrm>
              <a:custGeom>
                <a:avLst/>
                <a:gdLst>
                  <a:gd name="T0" fmla="*/ 70 w 140"/>
                  <a:gd name="T1" fmla="*/ 0 h 81"/>
                  <a:gd name="T2" fmla="*/ 0 w 140"/>
                  <a:gd name="T3" fmla="*/ 70 h 81"/>
                  <a:gd name="T4" fmla="*/ 1 w 140"/>
                  <a:gd name="T5" fmla="*/ 77 h 81"/>
                  <a:gd name="T6" fmla="*/ 1 w 140"/>
                  <a:gd name="T7" fmla="*/ 81 h 81"/>
                  <a:gd name="T8" fmla="*/ 37 w 140"/>
                  <a:gd name="T9" fmla="*/ 81 h 81"/>
                  <a:gd name="T10" fmla="*/ 35 w 140"/>
                  <a:gd name="T11" fmla="*/ 77 h 81"/>
                  <a:gd name="T12" fmla="*/ 35 w 140"/>
                  <a:gd name="T13" fmla="*/ 69 h 81"/>
                  <a:gd name="T14" fmla="*/ 70 w 140"/>
                  <a:gd name="T15" fmla="*/ 33 h 81"/>
                  <a:gd name="T16" fmla="*/ 106 w 140"/>
                  <a:gd name="T17" fmla="*/ 69 h 81"/>
                  <a:gd name="T18" fmla="*/ 105 w 140"/>
                  <a:gd name="T19" fmla="*/ 77 h 81"/>
                  <a:gd name="T20" fmla="*/ 104 w 140"/>
                  <a:gd name="T21" fmla="*/ 81 h 81"/>
                  <a:gd name="T22" fmla="*/ 139 w 140"/>
                  <a:gd name="T23" fmla="*/ 81 h 81"/>
                  <a:gd name="T24" fmla="*/ 139 w 140"/>
                  <a:gd name="T25" fmla="*/ 77 h 81"/>
                  <a:gd name="T26" fmla="*/ 140 w 140"/>
                  <a:gd name="T27" fmla="*/ 70 h 81"/>
                  <a:gd name="T28" fmla="*/ 70 w 140"/>
                  <a:gd name="T2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0" h="81">
                    <a:moveTo>
                      <a:pt x="70" y="0"/>
                    </a:moveTo>
                    <a:cubicBezTo>
                      <a:pt x="32" y="0"/>
                      <a:pt x="0" y="31"/>
                      <a:pt x="0" y="70"/>
                    </a:cubicBezTo>
                    <a:cubicBezTo>
                      <a:pt x="0" y="72"/>
                      <a:pt x="0" y="75"/>
                      <a:pt x="1" y="77"/>
                    </a:cubicBezTo>
                    <a:cubicBezTo>
                      <a:pt x="1" y="78"/>
                      <a:pt x="1" y="80"/>
                      <a:pt x="1" y="81"/>
                    </a:cubicBezTo>
                    <a:cubicBezTo>
                      <a:pt x="37" y="81"/>
                      <a:pt x="37" y="81"/>
                      <a:pt x="37" y="81"/>
                    </a:cubicBezTo>
                    <a:cubicBezTo>
                      <a:pt x="36" y="80"/>
                      <a:pt x="36" y="78"/>
                      <a:pt x="35" y="77"/>
                    </a:cubicBezTo>
                    <a:cubicBezTo>
                      <a:pt x="35" y="74"/>
                      <a:pt x="35" y="72"/>
                      <a:pt x="35" y="69"/>
                    </a:cubicBezTo>
                    <a:cubicBezTo>
                      <a:pt x="35" y="49"/>
                      <a:pt x="51" y="33"/>
                      <a:pt x="70" y="33"/>
                    </a:cubicBezTo>
                    <a:cubicBezTo>
                      <a:pt x="90" y="33"/>
                      <a:pt x="106" y="49"/>
                      <a:pt x="106" y="69"/>
                    </a:cubicBezTo>
                    <a:cubicBezTo>
                      <a:pt x="106" y="72"/>
                      <a:pt x="106" y="74"/>
                      <a:pt x="105" y="77"/>
                    </a:cubicBezTo>
                    <a:cubicBezTo>
                      <a:pt x="105" y="78"/>
                      <a:pt x="105" y="80"/>
                      <a:pt x="104" y="81"/>
                    </a:cubicBezTo>
                    <a:cubicBezTo>
                      <a:pt x="139" y="81"/>
                      <a:pt x="139" y="81"/>
                      <a:pt x="139" y="81"/>
                    </a:cubicBezTo>
                    <a:cubicBezTo>
                      <a:pt x="139" y="80"/>
                      <a:pt x="139" y="78"/>
                      <a:pt x="139" y="77"/>
                    </a:cubicBezTo>
                    <a:cubicBezTo>
                      <a:pt x="140" y="75"/>
                      <a:pt x="140" y="72"/>
                      <a:pt x="140" y="70"/>
                    </a:cubicBezTo>
                    <a:cubicBezTo>
                      <a:pt x="140" y="31"/>
                      <a:pt x="109" y="0"/>
                      <a:pt x="70" y="0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iṣ1íḑè" descr="35b4fcef-bd4c-4f1d-8626-51e66b2ae42b">
                <a:extLst>
                  <a:ext uri="{FF2B5EF4-FFF2-40B4-BE49-F238E27FC236}">
                    <a16:creationId xmlns:a16="http://schemas.microsoft.com/office/drawing/2014/main" id="{B4EF4279-4DAB-E14A-F0D2-A5B1A05A15DE}"/>
                  </a:ext>
                </a:extLst>
              </p:cNvPr>
              <p:cNvSpPr/>
              <p:nvPr/>
            </p:nvSpPr>
            <p:spPr bwMode="auto">
              <a:xfrm rot="309616" flipH="1">
                <a:off x="816076" y="3761366"/>
                <a:ext cx="735452" cy="731022"/>
              </a:xfrm>
              <a:custGeom>
                <a:avLst/>
                <a:gdLst>
                  <a:gd name="T0" fmla="*/ 157 w 157"/>
                  <a:gd name="T1" fmla="*/ 78 h 156"/>
                  <a:gd name="T2" fmla="*/ 146 w 157"/>
                  <a:gd name="T3" fmla="*/ 67 h 156"/>
                  <a:gd name="T4" fmla="*/ 154 w 157"/>
                  <a:gd name="T5" fmla="*/ 55 h 156"/>
                  <a:gd name="T6" fmla="*/ 135 w 157"/>
                  <a:gd name="T7" fmla="*/ 38 h 156"/>
                  <a:gd name="T8" fmla="*/ 136 w 157"/>
                  <a:gd name="T9" fmla="*/ 25 h 156"/>
                  <a:gd name="T10" fmla="*/ 132 w 157"/>
                  <a:gd name="T11" fmla="*/ 21 h 156"/>
                  <a:gd name="T12" fmla="*/ 127 w 157"/>
                  <a:gd name="T13" fmla="*/ 16 h 156"/>
                  <a:gd name="T14" fmla="*/ 117 w 157"/>
                  <a:gd name="T15" fmla="*/ 9 h 156"/>
                  <a:gd name="T16" fmla="*/ 104 w 157"/>
                  <a:gd name="T17" fmla="*/ 14 h 156"/>
                  <a:gd name="T18" fmla="*/ 102 w 157"/>
                  <a:gd name="T19" fmla="*/ 3 h 156"/>
                  <a:gd name="T20" fmla="*/ 94 w 157"/>
                  <a:gd name="T21" fmla="*/ 1 h 156"/>
                  <a:gd name="T22" fmla="*/ 90 w 157"/>
                  <a:gd name="T23" fmla="*/ 0 h 156"/>
                  <a:gd name="T24" fmla="*/ 84 w 157"/>
                  <a:gd name="T25" fmla="*/ 0 h 156"/>
                  <a:gd name="T26" fmla="*/ 78 w 157"/>
                  <a:gd name="T27" fmla="*/ 9 h 156"/>
                  <a:gd name="T28" fmla="*/ 73 w 157"/>
                  <a:gd name="T29" fmla="*/ 0 h 156"/>
                  <a:gd name="T30" fmla="*/ 67 w 157"/>
                  <a:gd name="T31" fmla="*/ 0 h 156"/>
                  <a:gd name="T32" fmla="*/ 63 w 157"/>
                  <a:gd name="T33" fmla="*/ 1 h 156"/>
                  <a:gd name="T34" fmla="*/ 55 w 157"/>
                  <a:gd name="T35" fmla="*/ 3 h 156"/>
                  <a:gd name="T36" fmla="*/ 53 w 157"/>
                  <a:gd name="T37" fmla="*/ 14 h 156"/>
                  <a:gd name="T38" fmla="*/ 40 w 157"/>
                  <a:gd name="T39" fmla="*/ 9 h 156"/>
                  <a:gd name="T40" fmla="*/ 30 w 157"/>
                  <a:gd name="T41" fmla="*/ 16 h 156"/>
                  <a:gd name="T42" fmla="*/ 25 w 157"/>
                  <a:gd name="T43" fmla="*/ 21 h 156"/>
                  <a:gd name="T44" fmla="*/ 21 w 157"/>
                  <a:gd name="T45" fmla="*/ 25 h 156"/>
                  <a:gd name="T46" fmla="*/ 22 w 157"/>
                  <a:gd name="T47" fmla="*/ 38 h 156"/>
                  <a:gd name="T48" fmla="*/ 12 w 157"/>
                  <a:gd name="T49" fmla="*/ 36 h 156"/>
                  <a:gd name="T50" fmla="*/ 9 w 157"/>
                  <a:gd name="T51" fmla="*/ 41 h 156"/>
                  <a:gd name="T52" fmla="*/ 5 w 157"/>
                  <a:gd name="T53" fmla="*/ 49 h 156"/>
                  <a:gd name="T54" fmla="*/ 13 w 157"/>
                  <a:gd name="T55" fmla="*/ 58 h 156"/>
                  <a:gd name="T56" fmla="*/ 1 w 157"/>
                  <a:gd name="T57" fmla="*/ 65 h 156"/>
                  <a:gd name="T58" fmla="*/ 1 w 157"/>
                  <a:gd name="T59" fmla="*/ 90 h 156"/>
                  <a:gd name="T60" fmla="*/ 13 w 157"/>
                  <a:gd name="T61" fmla="*/ 97 h 156"/>
                  <a:gd name="T62" fmla="*/ 5 w 157"/>
                  <a:gd name="T63" fmla="*/ 106 h 156"/>
                  <a:gd name="T64" fmla="*/ 9 w 157"/>
                  <a:gd name="T65" fmla="*/ 114 h 156"/>
                  <a:gd name="T66" fmla="*/ 12 w 157"/>
                  <a:gd name="T67" fmla="*/ 120 h 156"/>
                  <a:gd name="T68" fmla="*/ 22 w 157"/>
                  <a:gd name="T69" fmla="*/ 117 h 156"/>
                  <a:gd name="T70" fmla="*/ 21 w 157"/>
                  <a:gd name="T71" fmla="*/ 130 h 156"/>
                  <a:gd name="T72" fmla="*/ 25 w 157"/>
                  <a:gd name="T73" fmla="*/ 135 h 156"/>
                  <a:gd name="T74" fmla="*/ 30 w 157"/>
                  <a:gd name="T75" fmla="*/ 139 h 156"/>
                  <a:gd name="T76" fmla="*/ 40 w 157"/>
                  <a:gd name="T77" fmla="*/ 146 h 156"/>
                  <a:gd name="T78" fmla="*/ 53 w 157"/>
                  <a:gd name="T79" fmla="*/ 141 h 156"/>
                  <a:gd name="T80" fmla="*/ 55 w 157"/>
                  <a:gd name="T81" fmla="*/ 153 h 156"/>
                  <a:gd name="T82" fmla="*/ 63 w 157"/>
                  <a:gd name="T83" fmla="*/ 154 h 156"/>
                  <a:gd name="T84" fmla="*/ 67 w 157"/>
                  <a:gd name="T85" fmla="*/ 155 h 156"/>
                  <a:gd name="T86" fmla="*/ 73 w 157"/>
                  <a:gd name="T87" fmla="*/ 156 h 156"/>
                  <a:gd name="T88" fmla="*/ 78 w 157"/>
                  <a:gd name="T89" fmla="*/ 146 h 156"/>
                  <a:gd name="T90" fmla="*/ 84 w 157"/>
                  <a:gd name="T91" fmla="*/ 156 h 156"/>
                  <a:gd name="T92" fmla="*/ 90 w 157"/>
                  <a:gd name="T93" fmla="*/ 155 h 156"/>
                  <a:gd name="T94" fmla="*/ 94 w 157"/>
                  <a:gd name="T95" fmla="*/ 154 h 156"/>
                  <a:gd name="T96" fmla="*/ 102 w 157"/>
                  <a:gd name="T97" fmla="*/ 153 h 156"/>
                  <a:gd name="T98" fmla="*/ 104 w 157"/>
                  <a:gd name="T99" fmla="*/ 141 h 156"/>
                  <a:gd name="T100" fmla="*/ 117 w 157"/>
                  <a:gd name="T101" fmla="*/ 146 h 156"/>
                  <a:gd name="T102" fmla="*/ 127 w 157"/>
                  <a:gd name="T103" fmla="*/ 139 h 156"/>
                  <a:gd name="T104" fmla="*/ 132 w 157"/>
                  <a:gd name="T105" fmla="*/ 135 h 156"/>
                  <a:gd name="T106" fmla="*/ 136 w 157"/>
                  <a:gd name="T107" fmla="*/ 130 h 156"/>
                  <a:gd name="T108" fmla="*/ 135 w 157"/>
                  <a:gd name="T109" fmla="*/ 117 h 156"/>
                  <a:gd name="T110" fmla="*/ 154 w 157"/>
                  <a:gd name="T111" fmla="*/ 100 h 156"/>
                  <a:gd name="T112" fmla="*/ 146 w 157"/>
                  <a:gd name="T113" fmla="*/ 89 h 156"/>
                  <a:gd name="T114" fmla="*/ 78 w 157"/>
                  <a:gd name="T115" fmla="*/ 134 h 156"/>
                  <a:gd name="T116" fmla="*/ 78 w 157"/>
                  <a:gd name="T117" fmla="*/ 23 h 156"/>
                  <a:gd name="T118" fmla="*/ 78 w 157"/>
                  <a:gd name="T119" fmla="*/ 134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57" h="156">
                    <a:moveTo>
                      <a:pt x="156" y="90"/>
                    </a:moveTo>
                    <a:cubicBezTo>
                      <a:pt x="157" y="86"/>
                      <a:pt x="157" y="82"/>
                      <a:pt x="157" y="78"/>
                    </a:cubicBezTo>
                    <a:cubicBezTo>
                      <a:pt x="157" y="74"/>
                      <a:pt x="157" y="69"/>
                      <a:pt x="156" y="65"/>
                    </a:cubicBezTo>
                    <a:cubicBezTo>
                      <a:pt x="146" y="67"/>
                      <a:pt x="146" y="67"/>
                      <a:pt x="146" y="67"/>
                    </a:cubicBezTo>
                    <a:cubicBezTo>
                      <a:pt x="146" y="64"/>
                      <a:pt x="145" y="61"/>
                      <a:pt x="144" y="58"/>
                    </a:cubicBezTo>
                    <a:cubicBezTo>
                      <a:pt x="154" y="55"/>
                      <a:pt x="154" y="55"/>
                      <a:pt x="154" y="55"/>
                    </a:cubicBezTo>
                    <a:cubicBezTo>
                      <a:pt x="151" y="47"/>
                      <a:pt x="147" y="40"/>
                      <a:pt x="143" y="33"/>
                    </a:cubicBezTo>
                    <a:cubicBezTo>
                      <a:pt x="135" y="38"/>
                      <a:pt x="135" y="38"/>
                      <a:pt x="135" y="38"/>
                    </a:cubicBezTo>
                    <a:cubicBezTo>
                      <a:pt x="133" y="36"/>
                      <a:pt x="131" y="34"/>
                      <a:pt x="129" y="31"/>
                    </a:cubicBezTo>
                    <a:cubicBezTo>
                      <a:pt x="136" y="25"/>
                      <a:pt x="136" y="25"/>
                      <a:pt x="136" y="25"/>
                    </a:cubicBezTo>
                    <a:cubicBezTo>
                      <a:pt x="134" y="23"/>
                      <a:pt x="134" y="23"/>
                      <a:pt x="134" y="23"/>
                    </a:cubicBezTo>
                    <a:cubicBezTo>
                      <a:pt x="134" y="22"/>
                      <a:pt x="133" y="21"/>
                      <a:pt x="132" y="21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8"/>
                      <a:pt x="128" y="17"/>
                      <a:pt x="127" y="16"/>
                    </a:cubicBezTo>
                    <a:cubicBezTo>
                      <a:pt x="122" y="13"/>
                      <a:pt x="122" y="13"/>
                      <a:pt x="122" y="13"/>
                    </a:cubicBezTo>
                    <a:cubicBezTo>
                      <a:pt x="117" y="9"/>
                      <a:pt x="117" y="9"/>
                      <a:pt x="117" y="9"/>
                    </a:cubicBezTo>
                    <a:cubicBezTo>
                      <a:pt x="112" y="18"/>
                      <a:pt x="112" y="18"/>
                      <a:pt x="112" y="18"/>
                    </a:cubicBezTo>
                    <a:cubicBezTo>
                      <a:pt x="110" y="16"/>
                      <a:pt x="107" y="15"/>
                      <a:pt x="104" y="14"/>
                    </a:cubicBezTo>
                    <a:cubicBezTo>
                      <a:pt x="108" y="5"/>
                      <a:pt x="108" y="5"/>
                      <a:pt x="108" y="5"/>
                    </a:cubicBezTo>
                    <a:cubicBezTo>
                      <a:pt x="102" y="3"/>
                      <a:pt x="102" y="3"/>
                      <a:pt x="102" y="3"/>
                    </a:cubicBezTo>
                    <a:cubicBezTo>
                      <a:pt x="100" y="2"/>
                      <a:pt x="98" y="2"/>
                      <a:pt x="96" y="1"/>
                    </a:cubicBezTo>
                    <a:cubicBezTo>
                      <a:pt x="94" y="1"/>
                      <a:pt x="94" y="1"/>
                      <a:pt x="94" y="1"/>
                    </a:cubicBezTo>
                    <a:cubicBezTo>
                      <a:pt x="94" y="1"/>
                      <a:pt x="93" y="1"/>
                      <a:pt x="93" y="1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6" y="0"/>
                      <a:pt x="85" y="0"/>
                      <a:pt x="84" y="0"/>
                    </a:cubicBezTo>
                    <a:cubicBezTo>
                      <a:pt x="83" y="9"/>
                      <a:pt x="83" y="9"/>
                      <a:pt x="83" y="9"/>
                    </a:cubicBezTo>
                    <a:cubicBezTo>
                      <a:pt x="81" y="9"/>
                      <a:pt x="80" y="9"/>
                      <a:pt x="78" y="9"/>
                    </a:cubicBezTo>
                    <a:cubicBezTo>
                      <a:pt x="77" y="9"/>
                      <a:pt x="75" y="9"/>
                      <a:pt x="74" y="9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2" y="0"/>
                      <a:pt x="71" y="0"/>
                      <a:pt x="70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4" y="1"/>
                      <a:pt x="64" y="1"/>
                      <a:pt x="64" y="1"/>
                    </a:cubicBezTo>
                    <a:cubicBezTo>
                      <a:pt x="64" y="1"/>
                      <a:pt x="63" y="1"/>
                      <a:pt x="63" y="1"/>
                    </a:cubicBezTo>
                    <a:cubicBezTo>
                      <a:pt x="61" y="1"/>
                      <a:pt x="61" y="1"/>
                      <a:pt x="61" y="1"/>
                    </a:cubicBezTo>
                    <a:cubicBezTo>
                      <a:pt x="59" y="2"/>
                      <a:pt x="57" y="2"/>
                      <a:pt x="55" y="3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53" y="14"/>
                      <a:pt x="53" y="14"/>
                      <a:pt x="53" y="14"/>
                    </a:cubicBezTo>
                    <a:cubicBezTo>
                      <a:pt x="50" y="15"/>
                      <a:pt x="47" y="16"/>
                      <a:pt x="45" y="18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29" y="17"/>
                      <a:pt x="28" y="18"/>
                      <a:pt x="27" y="18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4" y="21"/>
                      <a:pt x="23" y="22"/>
                      <a:pt x="23" y="23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8" y="31"/>
                      <a:pt x="28" y="31"/>
                      <a:pt x="28" y="31"/>
                    </a:cubicBezTo>
                    <a:cubicBezTo>
                      <a:pt x="26" y="34"/>
                      <a:pt x="24" y="36"/>
                      <a:pt x="22" y="38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4"/>
                      <a:pt x="13" y="35"/>
                      <a:pt x="12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9"/>
                      <a:pt x="10" y="40"/>
                      <a:pt x="9" y="41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6"/>
                      <a:pt x="6" y="47"/>
                      <a:pt x="5" y="49"/>
                    </a:cubicBezTo>
                    <a:cubicBezTo>
                      <a:pt x="5" y="51"/>
                      <a:pt x="4" y="53"/>
                      <a:pt x="3" y="55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2" y="61"/>
                      <a:pt x="11" y="64"/>
                      <a:pt x="11" y="67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0" y="69"/>
                      <a:pt x="0" y="74"/>
                      <a:pt x="0" y="78"/>
                    </a:cubicBezTo>
                    <a:cubicBezTo>
                      <a:pt x="0" y="82"/>
                      <a:pt x="0" y="86"/>
                      <a:pt x="1" y="90"/>
                    </a:cubicBezTo>
                    <a:cubicBezTo>
                      <a:pt x="11" y="89"/>
                      <a:pt x="11" y="89"/>
                      <a:pt x="11" y="89"/>
                    </a:cubicBezTo>
                    <a:cubicBezTo>
                      <a:pt x="11" y="92"/>
                      <a:pt x="12" y="94"/>
                      <a:pt x="13" y="97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4" y="102"/>
                      <a:pt x="5" y="104"/>
                      <a:pt x="5" y="106"/>
                    </a:cubicBezTo>
                    <a:cubicBezTo>
                      <a:pt x="6" y="108"/>
                      <a:pt x="7" y="110"/>
                      <a:pt x="8" y="112"/>
                    </a:cubicBezTo>
                    <a:cubicBezTo>
                      <a:pt x="9" y="114"/>
                      <a:pt x="9" y="114"/>
                      <a:pt x="9" y="114"/>
                    </a:cubicBezTo>
                    <a:cubicBezTo>
                      <a:pt x="10" y="115"/>
                      <a:pt x="10" y="116"/>
                      <a:pt x="11" y="117"/>
                    </a:cubicBezTo>
                    <a:cubicBezTo>
                      <a:pt x="12" y="120"/>
                      <a:pt x="12" y="120"/>
                      <a:pt x="12" y="120"/>
                    </a:cubicBezTo>
                    <a:cubicBezTo>
                      <a:pt x="13" y="121"/>
                      <a:pt x="14" y="122"/>
                      <a:pt x="14" y="122"/>
                    </a:cubicBezTo>
                    <a:cubicBezTo>
                      <a:pt x="22" y="117"/>
                      <a:pt x="22" y="117"/>
                      <a:pt x="22" y="117"/>
                    </a:cubicBezTo>
                    <a:cubicBezTo>
                      <a:pt x="24" y="119"/>
                      <a:pt x="26" y="122"/>
                      <a:pt x="28" y="124"/>
                    </a:cubicBezTo>
                    <a:cubicBezTo>
                      <a:pt x="21" y="130"/>
                      <a:pt x="21" y="130"/>
                      <a:pt x="21" y="130"/>
                    </a:cubicBezTo>
                    <a:cubicBezTo>
                      <a:pt x="23" y="133"/>
                      <a:pt x="23" y="133"/>
                      <a:pt x="23" y="133"/>
                    </a:cubicBezTo>
                    <a:cubicBezTo>
                      <a:pt x="23" y="133"/>
                      <a:pt x="24" y="134"/>
                      <a:pt x="25" y="135"/>
                    </a:cubicBezTo>
                    <a:cubicBezTo>
                      <a:pt x="27" y="137"/>
                      <a:pt x="27" y="137"/>
                      <a:pt x="27" y="137"/>
                    </a:cubicBezTo>
                    <a:cubicBezTo>
                      <a:pt x="28" y="138"/>
                      <a:pt x="29" y="138"/>
                      <a:pt x="30" y="139"/>
                    </a:cubicBezTo>
                    <a:cubicBezTo>
                      <a:pt x="35" y="143"/>
                      <a:pt x="35" y="143"/>
                      <a:pt x="35" y="143"/>
                    </a:cubicBezTo>
                    <a:cubicBezTo>
                      <a:pt x="40" y="146"/>
                      <a:pt x="40" y="146"/>
                      <a:pt x="40" y="146"/>
                    </a:cubicBezTo>
                    <a:cubicBezTo>
                      <a:pt x="45" y="138"/>
                      <a:pt x="45" y="138"/>
                      <a:pt x="45" y="138"/>
                    </a:cubicBezTo>
                    <a:cubicBezTo>
                      <a:pt x="47" y="139"/>
                      <a:pt x="50" y="140"/>
                      <a:pt x="53" y="141"/>
                    </a:cubicBezTo>
                    <a:cubicBezTo>
                      <a:pt x="49" y="150"/>
                      <a:pt x="49" y="150"/>
                      <a:pt x="49" y="150"/>
                    </a:cubicBezTo>
                    <a:cubicBezTo>
                      <a:pt x="55" y="153"/>
                      <a:pt x="55" y="153"/>
                      <a:pt x="55" y="153"/>
                    </a:cubicBezTo>
                    <a:cubicBezTo>
                      <a:pt x="57" y="153"/>
                      <a:pt x="59" y="154"/>
                      <a:pt x="61" y="154"/>
                    </a:cubicBezTo>
                    <a:cubicBezTo>
                      <a:pt x="63" y="154"/>
                      <a:pt x="63" y="154"/>
                      <a:pt x="63" y="154"/>
                    </a:cubicBezTo>
                    <a:cubicBezTo>
                      <a:pt x="63" y="155"/>
                      <a:pt x="64" y="155"/>
                      <a:pt x="64" y="155"/>
                    </a:cubicBezTo>
                    <a:cubicBezTo>
                      <a:pt x="67" y="155"/>
                      <a:pt x="67" y="155"/>
                      <a:pt x="67" y="155"/>
                    </a:cubicBezTo>
                    <a:cubicBezTo>
                      <a:pt x="70" y="156"/>
                      <a:pt x="70" y="156"/>
                      <a:pt x="70" y="156"/>
                    </a:cubicBezTo>
                    <a:cubicBezTo>
                      <a:pt x="71" y="156"/>
                      <a:pt x="72" y="156"/>
                      <a:pt x="73" y="156"/>
                    </a:cubicBezTo>
                    <a:cubicBezTo>
                      <a:pt x="74" y="146"/>
                      <a:pt x="74" y="146"/>
                      <a:pt x="74" y="146"/>
                    </a:cubicBezTo>
                    <a:cubicBezTo>
                      <a:pt x="75" y="146"/>
                      <a:pt x="77" y="146"/>
                      <a:pt x="78" y="146"/>
                    </a:cubicBezTo>
                    <a:cubicBezTo>
                      <a:pt x="80" y="146"/>
                      <a:pt x="81" y="146"/>
                      <a:pt x="83" y="146"/>
                    </a:cubicBezTo>
                    <a:cubicBezTo>
                      <a:pt x="84" y="156"/>
                      <a:pt x="84" y="156"/>
                      <a:pt x="84" y="156"/>
                    </a:cubicBezTo>
                    <a:cubicBezTo>
                      <a:pt x="85" y="156"/>
                      <a:pt x="86" y="156"/>
                      <a:pt x="87" y="156"/>
                    </a:cubicBezTo>
                    <a:cubicBezTo>
                      <a:pt x="90" y="155"/>
                      <a:pt x="90" y="155"/>
                      <a:pt x="90" y="155"/>
                    </a:cubicBezTo>
                    <a:cubicBezTo>
                      <a:pt x="93" y="155"/>
                      <a:pt x="93" y="155"/>
                      <a:pt x="93" y="155"/>
                    </a:cubicBezTo>
                    <a:cubicBezTo>
                      <a:pt x="93" y="155"/>
                      <a:pt x="94" y="155"/>
                      <a:pt x="94" y="154"/>
                    </a:cubicBezTo>
                    <a:cubicBezTo>
                      <a:pt x="96" y="154"/>
                      <a:pt x="96" y="154"/>
                      <a:pt x="96" y="154"/>
                    </a:cubicBezTo>
                    <a:cubicBezTo>
                      <a:pt x="98" y="154"/>
                      <a:pt x="100" y="153"/>
                      <a:pt x="102" y="153"/>
                    </a:cubicBezTo>
                    <a:cubicBezTo>
                      <a:pt x="108" y="150"/>
                      <a:pt x="108" y="150"/>
                      <a:pt x="108" y="150"/>
                    </a:cubicBezTo>
                    <a:cubicBezTo>
                      <a:pt x="104" y="141"/>
                      <a:pt x="104" y="141"/>
                      <a:pt x="104" y="141"/>
                    </a:cubicBezTo>
                    <a:cubicBezTo>
                      <a:pt x="107" y="140"/>
                      <a:pt x="110" y="139"/>
                      <a:pt x="112" y="138"/>
                    </a:cubicBezTo>
                    <a:cubicBezTo>
                      <a:pt x="117" y="146"/>
                      <a:pt x="117" y="146"/>
                      <a:pt x="117" y="146"/>
                    </a:cubicBezTo>
                    <a:cubicBezTo>
                      <a:pt x="122" y="143"/>
                      <a:pt x="122" y="143"/>
                      <a:pt x="122" y="143"/>
                    </a:cubicBezTo>
                    <a:cubicBezTo>
                      <a:pt x="127" y="139"/>
                      <a:pt x="127" y="139"/>
                      <a:pt x="127" y="139"/>
                    </a:cubicBezTo>
                    <a:cubicBezTo>
                      <a:pt x="128" y="138"/>
                      <a:pt x="129" y="138"/>
                      <a:pt x="130" y="137"/>
                    </a:cubicBezTo>
                    <a:cubicBezTo>
                      <a:pt x="132" y="135"/>
                      <a:pt x="132" y="135"/>
                      <a:pt x="132" y="135"/>
                    </a:cubicBezTo>
                    <a:cubicBezTo>
                      <a:pt x="133" y="134"/>
                      <a:pt x="134" y="133"/>
                      <a:pt x="134" y="133"/>
                    </a:cubicBezTo>
                    <a:cubicBezTo>
                      <a:pt x="136" y="130"/>
                      <a:pt x="136" y="130"/>
                      <a:pt x="136" y="130"/>
                    </a:cubicBezTo>
                    <a:cubicBezTo>
                      <a:pt x="129" y="124"/>
                      <a:pt x="129" y="124"/>
                      <a:pt x="129" y="124"/>
                    </a:cubicBezTo>
                    <a:cubicBezTo>
                      <a:pt x="131" y="122"/>
                      <a:pt x="133" y="119"/>
                      <a:pt x="135" y="117"/>
                    </a:cubicBezTo>
                    <a:cubicBezTo>
                      <a:pt x="143" y="122"/>
                      <a:pt x="143" y="122"/>
                      <a:pt x="143" y="122"/>
                    </a:cubicBezTo>
                    <a:cubicBezTo>
                      <a:pt x="147" y="116"/>
                      <a:pt x="151" y="108"/>
                      <a:pt x="154" y="100"/>
                    </a:cubicBezTo>
                    <a:cubicBezTo>
                      <a:pt x="144" y="97"/>
                      <a:pt x="144" y="97"/>
                      <a:pt x="144" y="97"/>
                    </a:cubicBezTo>
                    <a:cubicBezTo>
                      <a:pt x="145" y="94"/>
                      <a:pt x="146" y="92"/>
                      <a:pt x="146" y="89"/>
                    </a:cubicBezTo>
                    <a:lnTo>
                      <a:pt x="156" y="90"/>
                    </a:lnTo>
                    <a:close/>
                    <a:moveTo>
                      <a:pt x="78" y="134"/>
                    </a:moveTo>
                    <a:cubicBezTo>
                      <a:pt x="48" y="134"/>
                      <a:pt x="23" y="109"/>
                      <a:pt x="23" y="78"/>
                    </a:cubicBezTo>
                    <a:cubicBezTo>
                      <a:pt x="23" y="48"/>
                      <a:pt x="48" y="23"/>
                      <a:pt x="78" y="23"/>
                    </a:cubicBezTo>
                    <a:cubicBezTo>
                      <a:pt x="109" y="23"/>
                      <a:pt x="134" y="48"/>
                      <a:pt x="134" y="78"/>
                    </a:cubicBezTo>
                    <a:cubicBezTo>
                      <a:pt x="134" y="109"/>
                      <a:pt x="109" y="134"/>
                      <a:pt x="78" y="134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íşļíḍé" descr="90dc2448-9959-4f6a-a693-51d6e6e89efc">
                <a:extLst>
                  <a:ext uri="{FF2B5EF4-FFF2-40B4-BE49-F238E27FC236}">
                    <a16:creationId xmlns:a16="http://schemas.microsoft.com/office/drawing/2014/main" id="{509125B3-3D71-EC45-5C0E-3249C60EC8C2}"/>
                  </a:ext>
                </a:extLst>
              </p:cNvPr>
              <p:cNvSpPr/>
              <p:nvPr/>
            </p:nvSpPr>
            <p:spPr bwMode="auto">
              <a:xfrm rot="309616" flipH="1">
                <a:off x="969533" y="3914881"/>
                <a:ext cx="426799" cy="426798"/>
              </a:xfrm>
              <a:custGeom>
                <a:avLst/>
                <a:gdLst>
                  <a:gd name="T0" fmla="*/ 45 w 91"/>
                  <a:gd name="T1" fmla="*/ 0 h 91"/>
                  <a:gd name="T2" fmla="*/ 0 w 91"/>
                  <a:gd name="T3" fmla="*/ 45 h 91"/>
                  <a:gd name="T4" fmla="*/ 45 w 91"/>
                  <a:gd name="T5" fmla="*/ 91 h 91"/>
                  <a:gd name="T6" fmla="*/ 91 w 91"/>
                  <a:gd name="T7" fmla="*/ 45 h 91"/>
                  <a:gd name="T8" fmla="*/ 45 w 91"/>
                  <a:gd name="T9" fmla="*/ 0 h 91"/>
                  <a:gd name="T10" fmla="*/ 45 w 91"/>
                  <a:gd name="T11" fmla="*/ 68 h 91"/>
                  <a:gd name="T12" fmla="*/ 22 w 91"/>
                  <a:gd name="T13" fmla="*/ 45 h 91"/>
                  <a:gd name="T14" fmla="*/ 45 w 91"/>
                  <a:gd name="T15" fmla="*/ 21 h 91"/>
                  <a:gd name="T16" fmla="*/ 69 w 91"/>
                  <a:gd name="T17" fmla="*/ 45 h 91"/>
                  <a:gd name="T18" fmla="*/ 45 w 91"/>
                  <a:gd name="T19" fmla="*/ 6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91">
                    <a:moveTo>
                      <a:pt x="45" y="0"/>
                    </a:moveTo>
                    <a:cubicBezTo>
                      <a:pt x="20" y="0"/>
                      <a:pt x="0" y="20"/>
                      <a:pt x="0" y="45"/>
                    </a:cubicBezTo>
                    <a:cubicBezTo>
                      <a:pt x="0" y="70"/>
                      <a:pt x="20" y="91"/>
                      <a:pt x="45" y="91"/>
                    </a:cubicBezTo>
                    <a:cubicBezTo>
                      <a:pt x="70" y="91"/>
                      <a:pt x="91" y="70"/>
                      <a:pt x="91" y="45"/>
                    </a:cubicBezTo>
                    <a:cubicBezTo>
                      <a:pt x="91" y="20"/>
                      <a:pt x="70" y="0"/>
                      <a:pt x="45" y="0"/>
                    </a:cubicBezTo>
                    <a:close/>
                    <a:moveTo>
                      <a:pt x="45" y="68"/>
                    </a:moveTo>
                    <a:cubicBezTo>
                      <a:pt x="33" y="68"/>
                      <a:pt x="22" y="58"/>
                      <a:pt x="22" y="45"/>
                    </a:cubicBezTo>
                    <a:cubicBezTo>
                      <a:pt x="22" y="32"/>
                      <a:pt x="33" y="21"/>
                      <a:pt x="45" y="21"/>
                    </a:cubicBezTo>
                    <a:cubicBezTo>
                      <a:pt x="58" y="21"/>
                      <a:pt x="69" y="32"/>
                      <a:pt x="69" y="45"/>
                    </a:cubicBezTo>
                    <a:cubicBezTo>
                      <a:pt x="69" y="58"/>
                      <a:pt x="58" y="68"/>
                      <a:pt x="45" y="68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ï$ḷîḍè" descr="d63c1e92-aeda-4f34-bfaa-dc887ab042da">
                <a:extLst>
                  <a:ext uri="{FF2B5EF4-FFF2-40B4-BE49-F238E27FC236}">
                    <a16:creationId xmlns:a16="http://schemas.microsoft.com/office/drawing/2014/main" id="{C2FA37ED-99B6-FBE0-AF80-4C9DE824DE62}"/>
                  </a:ext>
                </a:extLst>
              </p:cNvPr>
              <p:cNvSpPr/>
              <p:nvPr/>
            </p:nvSpPr>
            <p:spPr bwMode="auto">
              <a:xfrm rot="309616" flipH="1">
                <a:off x="801546" y="2620407"/>
                <a:ext cx="525746" cy="599585"/>
              </a:xfrm>
              <a:custGeom>
                <a:avLst/>
                <a:gdLst>
                  <a:gd name="T0" fmla="*/ 85 w 112"/>
                  <a:gd name="T1" fmla="*/ 39 h 128"/>
                  <a:gd name="T2" fmla="*/ 96 w 112"/>
                  <a:gd name="T3" fmla="*/ 54 h 128"/>
                  <a:gd name="T4" fmla="*/ 102 w 112"/>
                  <a:gd name="T5" fmla="*/ 72 h 128"/>
                  <a:gd name="T6" fmla="*/ 100 w 112"/>
                  <a:gd name="T7" fmla="*/ 94 h 128"/>
                  <a:gd name="T8" fmla="*/ 40 w 112"/>
                  <a:gd name="T9" fmla="*/ 128 h 128"/>
                  <a:gd name="T10" fmla="*/ 17 w 112"/>
                  <a:gd name="T11" fmla="*/ 90 h 128"/>
                  <a:gd name="T12" fmla="*/ 16 w 112"/>
                  <a:gd name="T13" fmla="*/ 68 h 128"/>
                  <a:gd name="T14" fmla="*/ 8 w 112"/>
                  <a:gd name="T15" fmla="*/ 25 h 128"/>
                  <a:gd name="T16" fmla="*/ 35 w 112"/>
                  <a:gd name="T17" fmla="*/ 27 h 128"/>
                  <a:gd name="T18" fmla="*/ 52 w 112"/>
                  <a:gd name="T19" fmla="*/ 44 h 128"/>
                  <a:gd name="T20" fmla="*/ 85 w 112"/>
                  <a:gd name="T21" fmla="*/ 39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2" h="128">
                    <a:moveTo>
                      <a:pt x="85" y="39"/>
                    </a:moveTo>
                    <a:cubicBezTo>
                      <a:pt x="85" y="39"/>
                      <a:pt x="98" y="42"/>
                      <a:pt x="96" y="54"/>
                    </a:cubicBezTo>
                    <a:cubicBezTo>
                      <a:pt x="96" y="54"/>
                      <a:pt x="107" y="60"/>
                      <a:pt x="102" y="72"/>
                    </a:cubicBezTo>
                    <a:cubicBezTo>
                      <a:pt x="102" y="72"/>
                      <a:pt x="112" y="83"/>
                      <a:pt x="100" y="94"/>
                    </a:cubicBezTo>
                    <a:cubicBezTo>
                      <a:pt x="88" y="105"/>
                      <a:pt x="40" y="128"/>
                      <a:pt x="40" y="128"/>
                    </a:cubicBezTo>
                    <a:cubicBezTo>
                      <a:pt x="17" y="90"/>
                      <a:pt x="17" y="90"/>
                      <a:pt x="17" y="90"/>
                    </a:cubicBezTo>
                    <a:cubicBezTo>
                      <a:pt x="17" y="90"/>
                      <a:pt x="12" y="79"/>
                      <a:pt x="16" y="68"/>
                    </a:cubicBezTo>
                    <a:cubicBezTo>
                      <a:pt x="19" y="58"/>
                      <a:pt x="16" y="36"/>
                      <a:pt x="8" y="25"/>
                    </a:cubicBezTo>
                    <a:cubicBezTo>
                      <a:pt x="0" y="14"/>
                      <a:pt x="28" y="0"/>
                      <a:pt x="35" y="27"/>
                    </a:cubicBezTo>
                    <a:cubicBezTo>
                      <a:pt x="42" y="53"/>
                      <a:pt x="44" y="52"/>
                      <a:pt x="52" y="44"/>
                    </a:cubicBezTo>
                    <a:cubicBezTo>
                      <a:pt x="60" y="36"/>
                      <a:pt x="73" y="22"/>
                      <a:pt x="85" y="39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ís1íḑé" descr="92aff4c3-58ee-4178-9c15-53b0e4193e66">
                <a:extLst>
                  <a:ext uri="{FF2B5EF4-FFF2-40B4-BE49-F238E27FC236}">
                    <a16:creationId xmlns:a16="http://schemas.microsoft.com/office/drawing/2014/main" id="{BA1B5115-08C3-22F2-89BC-127C4A556FD7}"/>
                  </a:ext>
                </a:extLst>
              </p:cNvPr>
              <p:cNvSpPr/>
              <p:nvPr/>
            </p:nvSpPr>
            <p:spPr bwMode="auto">
              <a:xfrm rot="309616" flipH="1">
                <a:off x="1128160" y="3055579"/>
                <a:ext cx="262872" cy="299793"/>
              </a:xfrm>
              <a:custGeom>
                <a:avLst/>
                <a:gdLst>
                  <a:gd name="T0" fmla="*/ 31 w 56"/>
                  <a:gd name="T1" fmla="*/ 4 h 64"/>
                  <a:gd name="T2" fmla="*/ 54 w 56"/>
                  <a:gd name="T3" fmla="*/ 42 h 64"/>
                  <a:gd name="T4" fmla="*/ 51 w 56"/>
                  <a:gd name="T5" fmla="*/ 52 h 64"/>
                  <a:gd name="T6" fmla="*/ 37 w 56"/>
                  <a:gd name="T7" fmla="*/ 62 h 64"/>
                  <a:gd name="T8" fmla="*/ 26 w 56"/>
                  <a:gd name="T9" fmla="*/ 60 h 64"/>
                  <a:gd name="T10" fmla="*/ 2 w 56"/>
                  <a:gd name="T11" fmla="*/ 23 h 64"/>
                  <a:gd name="T12" fmla="*/ 5 w 56"/>
                  <a:gd name="T13" fmla="*/ 12 h 64"/>
                  <a:gd name="T14" fmla="*/ 20 w 56"/>
                  <a:gd name="T15" fmla="*/ 3 h 64"/>
                  <a:gd name="T16" fmla="*/ 31 w 56"/>
                  <a:gd name="T17" fmla="*/ 4 h 64"/>
                  <a:gd name="T18" fmla="*/ 40 w 56"/>
                  <a:gd name="T19" fmla="*/ 45 h 64"/>
                  <a:gd name="T20" fmla="*/ 32 w 56"/>
                  <a:gd name="T21" fmla="*/ 44 h 64"/>
                  <a:gd name="T22" fmla="*/ 30 w 56"/>
                  <a:gd name="T23" fmla="*/ 52 h 64"/>
                  <a:gd name="T24" fmla="*/ 38 w 56"/>
                  <a:gd name="T25" fmla="*/ 53 h 64"/>
                  <a:gd name="T26" fmla="*/ 40 w 56"/>
                  <a:gd name="T27" fmla="*/ 4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" h="64">
                    <a:moveTo>
                      <a:pt x="31" y="4"/>
                    </a:moveTo>
                    <a:cubicBezTo>
                      <a:pt x="54" y="42"/>
                      <a:pt x="54" y="42"/>
                      <a:pt x="54" y="42"/>
                    </a:cubicBezTo>
                    <a:cubicBezTo>
                      <a:pt x="56" y="45"/>
                      <a:pt x="55" y="50"/>
                      <a:pt x="51" y="52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33" y="64"/>
                      <a:pt x="28" y="63"/>
                      <a:pt x="26" y="60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19"/>
                      <a:pt x="1" y="15"/>
                      <a:pt x="5" y="12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4" y="0"/>
                      <a:pt x="28" y="1"/>
                      <a:pt x="31" y="4"/>
                    </a:cubicBezTo>
                    <a:close/>
                    <a:moveTo>
                      <a:pt x="40" y="45"/>
                    </a:moveTo>
                    <a:cubicBezTo>
                      <a:pt x="39" y="43"/>
                      <a:pt x="35" y="42"/>
                      <a:pt x="32" y="44"/>
                    </a:cubicBezTo>
                    <a:cubicBezTo>
                      <a:pt x="30" y="46"/>
                      <a:pt x="29" y="49"/>
                      <a:pt x="30" y="52"/>
                    </a:cubicBezTo>
                    <a:cubicBezTo>
                      <a:pt x="32" y="54"/>
                      <a:pt x="35" y="55"/>
                      <a:pt x="38" y="53"/>
                    </a:cubicBezTo>
                    <a:cubicBezTo>
                      <a:pt x="41" y="51"/>
                      <a:pt x="42" y="48"/>
                      <a:pt x="40" y="45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îśḷíḍé" descr="bcc19a58-dafd-47c7-85e9-441d1db5c371">
                <a:extLst>
                  <a:ext uri="{FF2B5EF4-FFF2-40B4-BE49-F238E27FC236}">
                    <a16:creationId xmlns:a16="http://schemas.microsoft.com/office/drawing/2014/main" id="{78C43F72-A06A-8E06-F8B7-81586F5D120B}"/>
                  </a:ext>
                </a:extLst>
              </p:cNvPr>
              <p:cNvSpPr/>
              <p:nvPr/>
            </p:nvSpPr>
            <p:spPr bwMode="auto">
              <a:xfrm rot="309616" flipH="1">
                <a:off x="1564530" y="2959197"/>
                <a:ext cx="468149" cy="426798"/>
              </a:xfrm>
              <a:custGeom>
                <a:avLst/>
                <a:gdLst>
                  <a:gd name="T0" fmla="*/ 43 w 100"/>
                  <a:gd name="T1" fmla="*/ 9 h 91"/>
                  <a:gd name="T2" fmla="*/ 76 w 100"/>
                  <a:gd name="T3" fmla="*/ 10 h 91"/>
                  <a:gd name="T4" fmla="*/ 77 w 100"/>
                  <a:gd name="T5" fmla="*/ 11 h 91"/>
                  <a:gd name="T6" fmla="*/ 77 w 100"/>
                  <a:gd name="T7" fmla="*/ 11 h 91"/>
                  <a:gd name="T8" fmla="*/ 82 w 100"/>
                  <a:gd name="T9" fmla="*/ 85 h 91"/>
                  <a:gd name="T10" fmla="*/ 38 w 100"/>
                  <a:gd name="T11" fmla="*/ 89 h 91"/>
                  <a:gd name="T12" fmla="*/ 14 w 100"/>
                  <a:gd name="T13" fmla="*/ 79 h 91"/>
                  <a:gd name="T14" fmla="*/ 14 w 100"/>
                  <a:gd name="T15" fmla="*/ 78 h 91"/>
                  <a:gd name="T16" fmla="*/ 8 w 100"/>
                  <a:gd name="T17" fmla="*/ 74 h 91"/>
                  <a:gd name="T18" fmla="*/ 8 w 100"/>
                  <a:gd name="T19" fmla="*/ 74 h 91"/>
                  <a:gd name="T20" fmla="*/ 10 w 100"/>
                  <a:gd name="T21" fmla="*/ 42 h 91"/>
                  <a:gd name="T22" fmla="*/ 42 w 100"/>
                  <a:gd name="T23" fmla="*/ 42 h 91"/>
                  <a:gd name="T24" fmla="*/ 42 w 100"/>
                  <a:gd name="T25" fmla="*/ 42 h 91"/>
                  <a:gd name="T26" fmla="*/ 42 w 100"/>
                  <a:gd name="T27" fmla="*/ 42 h 91"/>
                  <a:gd name="T28" fmla="*/ 43 w 100"/>
                  <a:gd name="T29" fmla="*/ 9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0" h="91">
                    <a:moveTo>
                      <a:pt x="43" y="9"/>
                    </a:moveTo>
                    <a:cubicBezTo>
                      <a:pt x="53" y="0"/>
                      <a:pt x="67" y="1"/>
                      <a:pt x="76" y="10"/>
                    </a:cubicBezTo>
                    <a:cubicBezTo>
                      <a:pt x="77" y="11"/>
                      <a:pt x="77" y="11"/>
                      <a:pt x="77" y="11"/>
                    </a:cubicBezTo>
                    <a:cubicBezTo>
                      <a:pt x="77" y="11"/>
                      <a:pt x="77" y="11"/>
                      <a:pt x="77" y="11"/>
                    </a:cubicBezTo>
                    <a:cubicBezTo>
                      <a:pt x="81" y="16"/>
                      <a:pt x="100" y="41"/>
                      <a:pt x="82" y="85"/>
                    </a:cubicBezTo>
                    <a:cubicBezTo>
                      <a:pt x="64" y="91"/>
                      <a:pt x="49" y="91"/>
                      <a:pt x="38" y="89"/>
                    </a:cubicBezTo>
                    <a:cubicBezTo>
                      <a:pt x="26" y="87"/>
                      <a:pt x="18" y="82"/>
                      <a:pt x="14" y="79"/>
                    </a:cubicBezTo>
                    <a:cubicBezTo>
                      <a:pt x="14" y="78"/>
                      <a:pt x="14" y="78"/>
                      <a:pt x="14" y="78"/>
                    </a:cubicBezTo>
                    <a:cubicBezTo>
                      <a:pt x="11" y="76"/>
                      <a:pt x="9" y="75"/>
                      <a:pt x="8" y="74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0" y="64"/>
                      <a:pt x="1" y="50"/>
                      <a:pt x="10" y="42"/>
                    </a:cubicBezTo>
                    <a:cubicBezTo>
                      <a:pt x="19" y="33"/>
                      <a:pt x="34" y="34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33" y="33"/>
                      <a:pt x="34" y="18"/>
                      <a:pt x="43" y="9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5" name="îṡľiďe" descr="8c20617a-5c0e-4e29-bd8c-16916c96ac06">
                <a:extLst>
                  <a:ext uri="{FF2B5EF4-FFF2-40B4-BE49-F238E27FC236}">
                    <a16:creationId xmlns:a16="http://schemas.microsoft.com/office/drawing/2014/main" id="{0A79E795-D13B-1A71-504E-ACAF1E514CF2}"/>
                  </a:ext>
                </a:extLst>
              </p:cNvPr>
              <p:cNvSpPr/>
              <p:nvPr/>
            </p:nvSpPr>
            <p:spPr bwMode="auto">
              <a:xfrm rot="309616" flipH="1">
                <a:off x="1588111" y="2488984"/>
                <a:ext cx="422367" cy="317515"/>
              </a:xfrm>
              <a:custGeom>
                <a:avLst/>
                <a:gdLst>
                  <a:gd name="T0" fmla="*/ 56 w 90"/>
                  <a:gd name="T1" fmla="*/ 56 h 68"/>
                  <a:gd name="T2" fmla="*/ 43 w 90"/>
                  <a:gd name="T3" fmla="*/ 62 h 68"/>
                  <a:gd name="T4" fmla="*/ 30 w 90"/>
                  <a:gd name="T5" fmla="*/ 63 h 68"/>
                  <a:gd name="T6" fmla="*/ 15 w 90"/>
                  <a:gd name="T7" fmla="*/ 59 h 68"/>
                  <a:gd name="T8" fmla="*/ 0 w 90"/>
                  <a:gd name="T9" fmla="*/ 12 h 68"/>
                  <a:gd name="T10" fmla="*/ 30 w 90"/>
                  <a:gd name="T11" fmla="*/ 1 h 68"/>
                  <a:gd name="T12" fmla="*/ 45 w 90"/>
                  <a:gd name="T13" fmla="*/ 4 h 68"/>
                  <a:gd name="T14" fmla="*/ 76 w 90"/>
                  <a:gd name="T15" fmla="*/ 5 h 68"/>
                  <a:gd name="T16" fmla="*/ 71 w 90"/>
                  <a:gd name="T17" fmla="*/ 23 h 68"/>
                  <a:gd name="T18" fmla="*/ 57 w 90"/>
                  <a:gd name="T19" fmla="*/ 33 h 68"/>
                  <a:gd name="T20" fmla="*/ 56 w 90"/>
                  <a:gd name="T21" fmla="*/ 5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68">
                    <a:moveTo>
                      <a:pt x="56" y="56"/>
                    </a:moveTo>
                    <a:cubicBezTo>
                      <a:pt x="56" y="56"/>
                      <a:pt x="51" y="65"/>
                      <a:pt x="43" y="62"/>
                    </a:cubicBezTo>
                    <a:cubicBezTo>
                      <a:pt x="43" y="62"/>
                      <a:pt x="38" y="68"/>
                      <a:pt x="30" y="63"/>
                    </a:cubicBezTo>
                    <a:cubicBezTo>
                      <a:pt x="30" y="63"/>
                      <a:pt x="21" y="68"/>
                      <a:pt x="15" y="59"/>
                    </a:cubicBezTo>
                    <a:cubicBezTo>
                      <a:pt x="9" y="49"/>
                      <a:pt x="0" y="12"/>
                      <a:pt x="0" y="12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1"/>
                      <a:pt x="38" y="0"/>
                      <a:pt x="45" y="4"/>
                    </a:cubicBezTo>
                    <a:cubicBezTo>
                      <a:pt x="52" y="8"/>
                      <a:pt x="67" y="9"/>
                      <a:pt x="76" y="5"/>
                    </a:cubicBezTo>
                    <a:cubicBezTo>
                      <a:pt x="85" y="1"/>
                      <a:pt x="90" y="22"/>
                      <a:pt x="71" y="23"/>
                    </a:cubicBezTo>
                    <a:cubicBezTo>
                      <a:pt x="52" y="24"/>
                      <a:pt x="52" y="26"/>
                      <a:pt x="57" y="33"/>
                    </a:cubicBezTo>
                    <a:cubicBezTo>
                      <a:pt x="61" y="39"/>
                      <a:pt x="69" y="50"/>
                      <a:pt x="56" y="56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ïṡļïḍe" descr="cf568f4b-44cf-4153-80a1-18b0b9d32bc6">
                <a:extLst>
                  <a:ext uri="{FF2B5EF4-FFF2-40B4-BE49-F238E27FC236}">
                    <a16:creationId xmlns:a16="http://schemas.microsoft.com/office/drawing/2014/main" id="{F7C2FF9A-2C46-14AA-4C63-DFE83E6F763A}"/>
                  </a:ext>
                </a:extLst>
              </p:cNvPr>
              <p:cNvSpPr/>
              <p:nvPr/>
            </p:nvSpPr>
            <p:spPr bwMode="auto">
              <a:xfrm rot="309616" flipH="1">
                <a:off x="1877103" y="2382159"/>
                <a:ext cx="211184" cy="163927"/>
              </a:xfrm>
              <a:custGeom>
                <a:avLst/>
                <a:gdLst>
                  <a:gd name="T0" fmla="*/ 41 w 45"/>
                  <a:gd name="T1" fmla="*/ 23 h 35"/>
                  <a:gd name="T2" fmla="*/ 12 w 45"/>
                  <a:gd name="T3" fmla="*/ 34 h 35"/>
                  <a:gd name="T4" fmla="*/ 5 w 45"/>
                  <a:gd name="T5" fmla="*/ 31 h 35"/>
                  <a:gd name="T6" fmla="*/ 1 w 45"/>
                  <a:gd name="T7" fmla="*/ 19 h 35"/>
                  <a:gd name="T8" fmla="*/ 3 w 45"/>
                  <a:gd name="T9" fmla="*/ 12 h 35"/>
                  <a:gd name="T10" fmla="*/ 33 w 45"/>
                  <a:gd name="T11" fmla="*/ 1 h 35"/>
                  <a:gd name="T12" fmla="*/ 39 w 45"/>
                  <a:gd name="T13" fmla="*/ 5 h 35"/>
                  <a:gd name="T14" fmla="*/ 44 w 45"/>
                  <a:gd name="T15" fmla="*/ 16 h 35"/>
                  <a:gd name="T16" fmla="*/ 41 w 45"/>
                  <a:gd name="T17" fmla="*/ 23 h 35"/>
                  <a:gd name="T18" fmla="*/ 11 w 45"/>
                  <a:gd name="T19" fmla="*/ 24 h 35"/>
                  <a:gd name="T20" fmla="*/ 13 w 45"/>
                  <a:gd name="T21" fmla="*/ 19 h 35"/>
                  <a:gd name="T22" fmla="*/ 8 w 45"/>
                  <a:gd name="T23" fmla="*/ 16 h 35"/>
                  <a:gd name="T24" fmla="*/ 6 w 45"/>
                  <a:gd name="T25" fmla="*/ 22 h 35"/>
                  <a:gd name="T26" fmla="*/ 11 w 45"/>
                  <a:gd name="T27" fmla="*/ 2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5" h="35">
                    <a:moveTo>
                      <a:pt x="41" y="23"/>
                    </a:moveTo>
                    <a:cubicBezTo>
                      <a:pt x="12" y="34"/>
                      <a:pt x="12" y="34"/>
                      <a:pt x="12" y="34"/>
                    </a:cubicBezTo>
                    <a:cubicBezTo>
                      <a:pt x="9" y="35"/>
                      <a:pt x="6" y="34"/>
                      <a:pt x="5" y="31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0" y="16"/>
                      <a:pt x="1" y="13"/>
                      <a:pt x="3" y="12"/>
                    </a:cubicBezTo>
                    <a:cubicBezTo>
                      <a:pt x="33" y="1"/>
                      <a:pt x="33" y="1"/>
                      <a:pt x="33" y="1"/>
                    </a:cubicBezTo>
                    <a:cubicBezTo>
                      <a:pt x="35" y="0"/>
                      <a:pt x="38" y="2"/>
                      <a:pt x="39" y="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5" y="19"/>
                      <a:pt x="44" y="22"/>
                      <a:pt x="41" y="23"/>
                    </a:cubicBezTo>
                    <a:close/>
                    <a:moveTo>
                      <a:pt x="11" y="24"/>
                    </a:moveTo>
                    <a:cubicBezTo>
                      <a:pt x="13" y="24"/>
                      <a:pt x="14" y="21"/>
                      <a:pt x="13" y="19"/>
                    </a:cubicBezTo>
                    <a:cubicBezTo>
                      <a:pt x="13" y="17"/>
                      <a:pt x="10" y="15"/>
                      <a:pt x="8" y="16"/>
                    </a:cubicBezTo>
                    <a:cubicBezTo>
                      <a:pt x="6" y="17"/>
                      <a:pt x="5" y="19"/>
                      <a:pt x="6" y="22"/>
                    </a:cubicBezTo>
                    <a:cubicBezTo>
                      <a:pt x="7" y="24"/>
                      <a:pt x="9" y="25"/>
                      <a:pt x="11" y="24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7" name="iṩļîḓé" descr="ae2bfb36-e87a-417c-8e5c-a52bbfb46f08">
                <a:extLst>
                  <a:ext uri="{FF2B5EF4-FFF2-40B4-BE49-F238E27FC236}">
                    <a16:creationId xmlns:a16="http://schemas.microsoft.com/office/drawing/2014/main" id="{5FA77BE0-906A-B115-8C71-23F9223CD1DF}"/>
                  </a:ext>
                </a:extLst>
              </p:cNvPr>
              <p:cNvSpPr/>
              <p:nvPr/>
            </p:nvSpPr>
            <p:spPr bwMode="auto">
              <a:xfrm rot="309616" flipH="1">
                <a:off x="4168215" y="4632654"/>
                <a:ext cx="525746" cy="599585"/>
              </a:xfrm>
              <a:custGeom>
                <a:avLst/>
                <a:gdLst>
                  <a:gd name="T0" fmla="*/ 27 w 112"/>
                  <a:gd name="T1" fmla="*/ 39 h 128"/>
                  <a:gd name="T2" fmla="*/ 16 w 112"/>
                  <a:gd name="T3" fmla="*/ 54 h 128"/>
                  <a:gd name="T4" fmla="*/ 9 w 112"/>
                  <a:gd name="T5" fmla="*/ 72 h 128"/>
                  <a:gd name="T6" fmla="*/ 12 w 112"/>
                  <a:gd name="T7" fmla="*/ 94 h 128"/>
                  <a:gd name="T8" fmla="*/ 71 w 112"/>
                  <a:gd name="T9" fmla="*/ 128 h 128"/>
                  <a:gd name="T10" fmla="*/ 95 w 112"/>
                  <a:gd name="T11" fmla="*/ 90 h 128"/>
                  <a:gd name="T12" fmla="*/ 96 w 112"/>
                  <a:gd name="T13" fmla="*/ 69 h 128"/>
                  <a:gd name="T14" fmla="*/ 104 w 112"/>
                  <a:gd name="T15" fmla="*/ 25 h 128"/>
                  <a:gd name="T16" fmla="*/ 77 w 112"/>
                  <a:gd name="T17" fmla="*/ 27 h 128"/>
                  <a:gd name="T18" fmla="*/ 60 w 112"/>
                  <a:gd name="T19" fmla="*/ 44 h 128"/>
                  <a:gd name="T20" fmla="*/ 27 w 112"/>
                  <a:gd name="T21" fmla="*/ 39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2" h="128">
                    <a:moveTo>
                      <a:pt x="27" y="39"/>
                    </a:moveTo>
                    <a:cubicBezTo>
                      <a:pt x="27" y="39"/>
                      <a:pt x="14" y="42"/>
                      <a:pt x="16" y="54"/>
                    </a:cubicBezTo>
                    <a:cubicBezTo>
                      <a:pt x="16" y="54"/>
                      <a:pt x="5" y="60"/>
                      <a:pt x="9" y="72"/>
                    </a:cubicBezTo>
                    <a:cubicBezTo>
                      <a:pt x="9" y="72"/>
                      <a:pt x="0" y="83"/>
                      <a:pt x="12" y="94"/>
                    </a:cubicBezTo>
                    <a:cubicBezTo>
                      <a:pt x="23" y="105"/>
                      <a:pt x="71" y="128"/>
                      <a:pt x="71" y="128"/>
                    </a:cubicBezTo>
                    <a:cubicBezTo>
                      <a:pt x="95" y="90"/>
                      <a:pt x="95" y="90"/>
                      <a:pt x="95" y="90"/>
                    </a:cubicBezTo>
                    <a:cubicBezTo>
                      <a:pt x="95" y="90"/>
                      <a:pt x="99" y="79"/>
                      <a:pt x="96" y="69"/>
                    </a:cubicBezTo>
                    <a:cubicBezTo>
                      <a:pt x="92" y="58"/>
                      <a:pt x="96" y="36"/>
                      <a:pt x="104" y="25"/>
                    </a:cubicBezTo>
                    <a:cubicBezTo>
                      <a:pt x="112" y="14"/>
                      <a:pt x="84" y="0"/>
                      <a:pt x="77" y="27"/>
                    </a:cubicBezTo>
                    <a:cubicBezTo>
                      <a:pt x="70" y="53"/>
                      <a:pt x="67" y="52"/>
                      <a:pt x="60" y="44"/>
                    </a:cubicBezTo>
                    <a:cubicBezTo>
                      <a:pt x="52" y="36"/>
                      <a:pt x="39" y="22"/>
                      <a:pt x="27" y="39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iŝļíḑê" descr="ab5fabb6-58cb-4eb4-9076-3eda7d93d5d6">
                <a:extLst>
                  <a:ext uri="{FF2B5EF4-FFF2-40B4-BE49-F238E27FC236}">
                    <a16:creationId xmlns:a16="http://schemas.microsoft.com/office/drawing/2014/main" id="{998DE6B4-2B45-90F0-DD43-98393DB1530F}"/>
                  </a:ext>
                </a:extLst>
              </p:cNvPr>
              <p:cNvSpPr/>
              <p:nvPr/>
            </p:nvSpPr>
            <p:spPr bwMode="auto">
              <a:xfrm rot="309616" flipH="1">
                <a:off x="4056513" y="5028441"/>
                <a:ext cx="267303" cy="299793"/>
              </a:xfrm>
              <a:custGeom>
                <a:avLst/>
                <a:gdLst>
                  <a:gd name="T0" fmla="*/ 37 w 57"/>
                  <a:gd name="T1" fmla="*/ 3 h 64"/>
                  <a:gd name="T2" fmla="*/ 52 w 57"/>
                  <a:gd name="T3" fmla="*/ 12 h 64"/>
                  <a:gd name="T4" fmla="*/ 55 w 57"/>
                  <a:gd name="T5" fmla="*/ 23 h 64"/>
                  <a:gd name="T6" fmla="*/ 31 w 57"/>
                  <a:gd name="T7" fmla="*/ 60 h 64"/>
                  <a:gd name="T8" fmla="*/ 20 w 57"/>
                  <a:gd name="T9" fmla="*/ 62 h 64"/>
                  <a:gd name="T10" fmla="*/ 5 w 57"/>
                  <a:gd name="T11" fmla="*/ 52 h 64"/>
                  <a:gd name="T12" fmla="*/ 2 w 57"/>
                  <a:gd name="T13" fmla="*/ 42 h 64"/>
                  <a:gd name="T14" fmla="*/ 26 w 57"/>
                  <a:gd name="T15" fmla="*/ 5 h 64"/>
                  <a:gd name="T16" fmla="*/ 37 w 57"/>
                  <a:gd name="T17" fmla="*/ 3 h 64"/>
                  <a:gd name="T18" fmla="*/ 19 w 57"/>
                  <a:gd name="T19" fmla="*/ 53 h 64"/>
                  <a:gd name="T20" fmla="*/ 27 w 57"/>
                  <a:gd name="T21" fmla="*/ 52 h 64"/>
                  <a:gd name="T22" fmla="*/ 24 w 57"/>
                  <a:gd name="T23" fmla="*/ 44 h 64"/>
                  <a:gd name="T24" fmla="*/ 16 w 57"/>
                  <a:gd name="T25" fmla="*/ 45 h 64"/>
                  <a:gd name="T26" fmla="*/ 19 w 57"/>
                  <a:gd name="T27" fmla="*/ 53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7" h="64">
                    <a:moveTo>
                      <a:pt x="37" y="3"/>
                    </a:moveTo>
                    <a:cubicBezTo>
                      <a:pt x="52" y="12"/>
                      <a:pt x="52" y="12"/>
                      <a:pt x="52" y="12"/>
                    </a:cubicBezTo>
                    <a:cubicBezTo>
                      <a:pt x="55" y="15"/>
                      <a:pt x="57" y="19"/>
                      <a:pt x="55" y="23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29" y="63"/>
                      <a:pt x="24" y="64"/>
                      <a:pt x="20" y="62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2" y="50"/>
                      <a:pt x="0" y="45"/>
                      <a:pt x="2" y="42"/>
                    </a:cubicBezTo>
                    <a:cubicBezTo>
                      <a:pt x="26" y="5"/>
                      <a:pt x="26" y="5"/>
                      <a:pt x="26" y="5"/>
                    </a:cubicBezTo>
                    <a:cubicBezTo>
                      <a:pt x="28" y="1"/>
                      <a:pt x="33" y="0"/>
                      <a:pt x="37" y="3"/>
                    </a:cubicBezTo>
                    <a:close/>
                    <a:moveTo>
                      <a:pt x="19" y="53"/>
                    </a:moveTo>
                    <a:cubicBezTo>
                      <a:pt x="21" y="55"/>
                      <a:pt x="25" y="54"/>
                      <a:pt x="27" y="52"/>
                    </a:cubicBezTo>
                    <a:cubicBezTo>
                      <a:pt x="28" y="49"/>
                      <a:pt x="27" y="46"/>
                      <a:pt x="24" y="44"/>
                    </a:cubicBezTo>
                    <a:cubicBezTo>
                      <a:pt x="22" y="42"/>
                      <a:pt x="18" y="43"/>
                      <a:pt x="16" y="45"/>
                    </a:cubicBezTo>
                    <a:cubicBezTo>
                      <a:pt x="15" y="48"/>
                      <a:pt x="16" y="51"/>
                      <a:pt x="19" y="53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9" name="ïṣḷíḋê" descr="04471cea-5011-4404-a3c6-4dcb451276a9">
                <a:extLst>
                  <a:ext uri="{FF2B5EF4-FFF2-40B4-BE49-F238E27FC236}">
                    <a16:creationId xmlns:a16="http://schemas.microsoft.com/office/drawing/2014/main" id="{86D4D833-3345-43B2-CBF1-534838BA2BB2}"/>
                  </a:ext>
                </a:extLst>
              </p:cNvPr>
              <p:cNvSpPr/>
              <p:nvPr/>
            </p:nvSpPr>
            <p:spPr bwMode="auto">
              <a:xfrm rot="309616" flipH="1">
                <a:off x="3432433" y="4835960"/>
                <a:ext cx="465197" cy="426798"/>
              </a:xfrm>
              <a:custGeom>
                <a:avLst/>
                <a:gdLst>
                  <a:gd name="T0" fmla="*/ 56 w 99"/>
                  <a:gd name="T1" fmla="*/ 9 h 91"/>
                  <a:gd name="T2" fmla="*/ 24 w 99"/>
                  <a:gd name="T3" fmla="*/ 10 h 91"/>
                  <a:gd name="T4" fmla="*/ 23 w 99"/>
                  <a:gd name="T5" fmla="*/ 11 h 91"/>
                  <a:gd name="T6" fmla="*/ 23 w 99"/>
                  <a:gd name="T7" fmla="*/ 11 h 91"/>
                  <a:gd name="T8" fmla="*/ 18 w 99"/>
                  <a:gd name="T9" fmla="*/ 85 h 91"/>
                  <a:gd name="T10" fmla="*/ 62 w 99"/>
                  <a:gd name="T11" fmla="*/ 89 h 91"/>
                  <a:gd name="T12" fmla="*/ 86 w 99"/>
                  <a:gd name="T13" fmla="*/ 79 h 91"/>
                  <a:gd name="T14" fmla="*/ 86 w 99"/>
                  <a:gd name="T15" fmla="*/ 78 h 91"/>
                  <a:gd name="T16" fmla="*/ 91 w 99"/>
                  <a:gd name="T17" fmla="*/ 74 h 91"/>
                  <a:gd name="T18" fmla="*/ 92 w 99"/>
                  <a:gd name="T19" fmla="*/ 74 h 91"/>
                  <a:gd name="T20" fmla="*/ 89 w 99"/>
                  <a:gd name="T21" fmla="*/ 42 h 91"/>
                  <a:gd name="T22" fmla="*/ 57 w 99"/>
                  <a:gd name="T23" fmla="*/ 42 h 91"/>
                  <a:gd name="T24" fmla="*/ 57 w 99"/>
                  <a:gd name="T25" fmla="*/ 42 h 91"/>
                  <a:gd name="T26" fmla="*/ 58 w 99"/>
                  <a:gd name="T27" fmla="*/ 42 h 91"/>
                  <a:gd name="T28" fmla="*/ 56 w 99"/>
                  <a:gd name="T29" fmla="*/ 9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" h="91">
                    <a:moveTo>
                      <a:pt x="56" y="9"/>
                    </a:moveTo>
                    <a:cubicBezTo>
                      <a:pt x="47" y="0"/>
                      <a:pt x="32" y="1"/>
                      <a:pt x="24" y="10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19" y="16"/>
                      <a:pt x="0" y="41"/>
                      <a:pt x="18" y="85"/>
                    </a:cubicBezTo>
                    <a:cubicBezTo>
                      <a:pt x="36" y="91"/>
                      <a:pt x="51" y="91"/>
                      <a:pt x="62" y="89"/>
                    </a:cubicBezTo>
                    <a:cubicBezTo>
                      <a:pt x="73" y="87"/>
                      <a:pt x="81" y="82"/>
                      <a:pt x="86" y="79"/>
                    </a:cubicBezTo>
                    <a:cubicBezTo>
                      <a:pt x="86" y="78"/>
                      <a:pt x="86" y="78"/>
                      <a:pt x="86" y="78"/>
                    </a:cubicBezTo>
                    <a:cubicBezTo>
                      <a:pt x="89" y="76"/>
                      <a:pt x="91" y="75"/>
                      <a:pt x="91" y="74"/>
                    </a:cubicBezTo>
                    <a:cubicBezTo>
                      <a:pt x="92" y="74"/>
                      <a:pt x="92" y="74"/>
                      <a:pt x="92" y="74"/>
                    </a:cubicBezTo>
                    <a:cubicBezTo>
                      <a:pt x="99" y="64"/>
                      <a:pt x="99" y="50"/>
                      <a:pt x="89" y="42"/>
                    </a:cubicBezTo>
                    <a:cubicBezTo>
                      <a:pt x="80" y="33"/>
                      <a:pt x="66" y="34"/>
                      <a:pt x="57" y="42"/>
                    </a:cubicBezTo>
                    <a:cubicBezTo>
                      <a:pt x="57" y="42"/>
                      <a:pt x="57" y="42"/>
                      <a:pt x="57" y="42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66" y="33"/>
                      <a:pt x="66" y="18"/>
                      <a:pt x="56" y="9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îşľïḑê" descr="de8c87f2-363f-4342-97d3-70de34308505">
                <a:extLst>
                  <a:ext uri="{FF2B5EF4-FFF2-40B4-BE49-F238E27FC236}">
                    <a16:creationId xmlns:a16="http://schemas.microsoft.com/office/drawing/2014/main" id="{C00C0C08-CB77-26BF-57DC-D65F5A536B5A}"/>
                  </a:ext>
                </a:extLst>
              </p:cNvPr>
              <p:cNvSpPr/>
              <p:nvPr/>
            </p:nvSpPr>
            <p:spPr bwMode="auto">
              <a:xfrm rot="309616" flipH="1">
                <a:off x="3933856" y="4196497"/>
                <a:ext cx="313083" cy="314561"/>
              </a:xfrm>
              <a:custGeom>
                <a:avLst/>
                <a:gdLst>
                  <a:gd name="T0" fmla="*/ 10 w 67"/>
                  <a:gd name="T1" fmla="*/ 21 h 67"/>
                  <a:gd name="T2" fmla="*/ 5 w 67"/>
                  <a:gd name="T3" fmla="*/ 45 h 67"/>
                  <a:gd name="T4" fmla="*/ 6 w 67"/>
                  <a:gd name="T5" fmla="*/ 45 h 67"/>
                  <a:gd name="T6" fmla="*/ 6 w 67"/>
                  <a:gd name="T7" fmla="*/ 45 h 67"/>
                  <a:gd name="T8" fmla="*/ 56 w 67"/>
                  <a:gd name="T9" fmla="*/ 62 h 67"/>
                  <a:gd name="T10" fmla="*/ 67 w 67"/>
                  <a:gd name="T11" fmla="*/ 32 h 67"/>
                  <a:gd name="T12" fmla="*/ 64 w 67"/>
                  <a:gd name="T13" fmla="*/ 14 h 67"/>
                  <a:gd name="T14" fmla="*/ 64 w 67"/>
                  <a:gd name="T15" fmla="*/ 14 h 67"/>
                  <a:gd name="T16" fmla="*/ 62 w 67"/>
                  <a:gd name="T17" fmla="*/ 9 h 67"/>
                  <a:gd name="T18" fmla="*/ 62 w 67"/>
                  <a:gd name="T19" fmla="*/ 9 h 67"/>
                  <a:gd name="T20" fmla="*/ 39 w 67"/>
                  <a:gd name="T21" fmla="*/ 5 h 67"/>
                  <a:gd name="T22" fmla="*/ 34 w 67"/>
                  <a:gd name="T23" fmla="*/ 27 h 67"/>
                  <a:gd name="T24" fmla="*/ 34 w 67"/>
                  <a:gd name="T25" fmla="*/ 27 h 67"/>
                  <a:gd name="T26" fmla="*/ 33 w 67"/>
                  <a:gd name="T27" fmla="*/ 27 h 67"/>
                  <a:gd name="T28" fmla="*/ 10 w 67"/>
                  <a:gd name="T29" fmla="*/ 2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" h="67">
                    <a:moveTo>
                      <a:pt x="10" y="21"/>
                    </a:moveTo>
                    <a:cubicBezTo>
                      <a:pt x="3" y="26"/>
                      <a:pt x="0" y="37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8" y="49"/>
                      <a:pt x="22" y="67"/>
                      <a:pt x="56" y="62"/>
                    </a:cubicBezTo>
                    <a:cubicBezTo>
                      <a:pt x="64" y="51"/>
                      <a:pt x="66" y="41"/>
                      <a:pt x="67" y="32"/>
                    </a:cubicBezTo>
                    <a:cubicBezTo>
                      <a:pt x="67" y="24"/>
                      <a:pt x="66" y="18"/>
                      <a:pt x="64" y="14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3" y="11"/>
                      <a:pt x="62" y="10"/>
                      <a:pt x="62" y="9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57" y="2"/>
                      <a:pt x="47" y="0"/>
                      <a:pt x="39" y="5"/>
                    </a:cubicBezTo>
                    <a:cubicBezTo>
                      <a:pt x="32" y="9"/>
                      <a:pt x="29" y="19"/>
                      <a:pt x="34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29" y="19"/>
                      <a:pt x="18" y="17"/>
                      <a:pt x="10" y="21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1" name="ïṡḻïďè" descr="540ef2d7-1755-4bbd-97eb-7547fedd2913">
                <a:extLst>
                  <a:ext uri="{FF2B5EF4-FFF2-40B4-BE49-F238E27FC236}">
                    <a16:creationId xmlns:a16="http://schemas.microsoft.com/office/drawing/2014/main" id="{B6BB70A0-6C11-35FD-1D61-D6CA861386BA}"/>
                  </a:ext>
                </a:extLst>
              </p:cNvPr>
              <p:cNvSpPr/>
              <p:nvPr/>
            </p:nvSpPr>
            <p:spPr bwMode="auto">
              <a:xfrm rot="309616" flipH="1">
                <a:off x="1798643" y="3213678"/>
                <a:ext cx="398738" cy="772373"/>
              </a:xfrm>
              <a:custGeom>
                <a:avLst/>
                <a:gdLst>
                  <a:gd name="T0" fmla="*/ 65 w 85"/>
                  <a:gd name="T1" fmla="*/ 6 h 165"/>
                  <a:gd name="T2" fmla="*/ 18 w 85"/>
                  <a:gd name="T3" fmla="*/ 165 h 165"/>
                  <a:gd name="T4" fmla="*/ 0 w 85"/>
                  <a:gd name="T5" fmla="*/ 157 h 165"/>
                  <a:gd name="T6" fmla="*/ 52 w 85"/>
                  <a:gd name="T7" fmla="*/ 35 h 165"/>
                  <a:gd name="T8" fmla="*/ 49 w 85"/>
                  <a:gd name="T9" fmla="*/ 0 h 165"/>
                  <a:gd name="T10" fmla="*/ 65 w 85"/>
                  <a:gd name="T11" fmla="*/ 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5" h="165">
                    <a:moveTo>
                      <a:pt x="65" y="6"/>
                    </a:moveTo>
                    <a:cubicBezTo>
                      <a:pt x="85" y="35"/>
                      <a:pt x="71" y="120"/>
                      <a:pt x="18" y="165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26" y="124"/>
                      <a:pt x="47" y="77"/>
                      <a:pt x="52" y="35"/>
                    </a:cubicBezTo>
                    <a:cubicBezTo>
                      <a:pt x="53" y="23"/>
                      <a:pt x="54" y="11"/>
                      <a:pt x="49" y="0"/>
                    </a:cubicBezTo>
                    <a:lnTo>
                      <a:pt x="65" y="6"/>
                    </a:lnTo>
                    <a:close/>
                  </a:path>
                </a:pathLst>
              </a:custGeom>
              <a:solidFill>
                <a:srgbClr val="DD1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iṥļíḑe" descr="ebbcb950-a053-4009-bbbf-314a0a8e5c55">
                <a:extLst>
                  <a:ext uri="{FF2B5EF4-FFF2-40B4-BE49-F238E27FC236}">
                    <a16:creationId xmlns:a16="http://schemas.microsoft.com/office/drawing/2014/main" id="{70CC2181-C45C-6A47-1190-870E8665D4AF}"/>
                  </a:ext>
                </a:extLst>
              </p:cNvPr>
              <p:cNvSpPr/>
              <p:nvPr/>
            </p:nvSpPr>
            <p:spPr bwMode="auto">
              <a:xfrm rot="309616" flipH="1">
                <a:off x="1948476" y="3170034"/>
                <a:ext cx="379541" cy="791571"/>
              </a:xfrm>
              <a:custGeom>
                <a:avLst/>
                <a:gdLst>
                  <a:gd name="T0" fmla="*/ 76 w 81"/>
                  <a:gd name="T1" fmla="*/ 12 h 169"/>
                  <a:gd name="T2" fmla="*/ 79 w 81"/>
                  <a:gd name="T3" fmla="*/ 47 h 169"/>
                  <a:gd name="T4" fmla="*/ 27 w 81"/>
                  <a:gd name="T5" fmla="*/ 169 h 169"/>
                  <a:gd name="T6" fmla="*/ 0 w 81"/>
                  <a:gd name="T7" fmla="*/ 159 h 169"/>
                  <a:gd name="T8" fmla="*/ 48 w 81"/>
                  <a:gd name="T9" fmla="*/ 43 h 169"/>
                  <a:gd name="T10" fmla="*/ 49 w 81"/>
                  <a:gd name="T11" fmla="*/ 0 h 169"/>
                  <a:gd name="T12" fmla="*/ 49 w 81"/>
                  <a:gd name="T13" fmla="*/ 0 h 169"/>
                  <a:gd name="T14" fmla="*/ 76 w 81"/>
                  <a:gd name="T15" fmla="*/ 12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1" h="169">
                    <a:moveTo>
                      <a:pt x="76" y="12"/>
                    </a:moveTo>
                    <a:cubicBezTo>
                      <a:pt x="81" y="23"/>
                      <a:pt x="80" y="35"/>
                      <a:pt x="79" y="47"/>
                    </a:cubicBezTo>
                    <a:cubicBezTo>
                      <a:pt x="74" y="89"/>
                      <a:pt x="53" y="136"/>
                      <a:pt x="27" y="169"/>
                    </a:cubicBezTo>
                    <a:cubicBezTo>
                      <a:pt x="0" y="159"/>
                      <a:pt x="0" y="159"/>
                      <a:pt x="0" y="159"/>
                    </a:cubicBezTo>
                    <a:cubicBezTo>
                      <a:pt x="26" y="127"/>
                      <a:pt x="44" y="84"/>
                      <a:pt x="48" y="43"/>
                    </a:cubicBezTo>
                    <a:cubicBezTo>
                      <a:pt x="50" y="28"/>
                      <a:pt x="50" y="4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lnTo>
                      <a:pt x="76" y="12"/>
                    </a:lnTo>
                    <a:close/>
                  </a:path>
                </a:pathLst>
              </a:custGeom>
              <a:solidFill>
                <a:srgbClr val="FF37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3" name="îşľiḋê" descr="4567fd23-414f-45ff-8ce5-fd2c63931706">
                <a:extLst>
                  <a:ext uri="{FF2B5EF4-FFF2-40B4-BE49-F238E27FC236}">
                    <a16:creationId xmlns:a16="http://schemas.microsoft.com/office/drawing/2014/main" id="{8FFC251D-4F63-D034-8703-51837212707A}"/>
                  </a:ext>
                </a:extLst>
              </p:cNvPr>
              <p:cNvSpPr/>
              <p:nvPr/>
            </p:nvSpPr>
            <p:spPr bwMode="auto">
              <a:xfrm rot="309616" flipH="1">
                <a:off x="2094771" y="3182549"/>
                <a:ext cx="366250" cy="744313"/>
              </a:xfrm>
              <a:custGeom>
                <a:avLst/>
                <a:gdLst>
                  <a:gd name="T0" fmla="*/ 13 w 78"/>
                  <a:gd name="T1" fmla="*/ 153 h 159"/>
                  <a:gd name="T2" fmla="*/ 0 w 78"/>
                  <a:gd name="T3" fmla="*/ 148 h 159"/>
                  <a:gd name="T4" fmla="*/ 0 w 78"/>
                  <a:gd name="T5" fmla="*/ 148 h 159"/>
                  <a:gd name="T6" fmla="*/ 43 w 78"/>
                  <a:gd name="T7" fmla="*/ 71 h 159"/>
                  <a:gd name="T8" fmla="*/ 47 w 78"/>
                  <a:gd name="T9" fmla="*/ 45 h 159"/>
                  <a:gd name="T10" fmla="*/ 43 w 78"/>
                  <a:gd name="T11" fmla="*/ 5 h 159"/>
                  <a:gd name="T12" fmla="*/ 77 w 78"/>
                  <a:gd name="T13" fmla="*/ 13 h 159"/>
                  <a:gd name="T14" fmla="*/ 77 w 78"/>
                  <a:gd name="T15" fmla="*/ 0 h 159"/>
                  <a:gd name="T16" fmla="*/ 76 w 78"/>
                  <a:gd name="T17" fmla="*/ 43 h 159"/>
                  <a:gd name="T18" fmla="*/ 28 w 78"/>
                  <a:gd name="T19" fmla="*/ 159 h 159"/>
                  <a:gd name="T20" fmla="*/ 13 w 78"/>
                  <a:gd name="T21" fmla="*/ 153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8" h="159">
                    <a:moveTo>
                      <a:pt x="13" y="153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5" y="141"/>
                      <a:pt x="36" y="104"/>
                      <a:pt x="43" y="71"/>
                    </a:cubicBezTo>
                    <a:cubicBezTo>
                      <a:pt x="45" y="61"/>
                      <a:pt x="46" y="52"/>
                      <a:pt x="47" y="45"/>
                    </a:cubicBezTo>
                    <a:cubicBezTo>
                      <a:pt x="48" y="25"/>
                      <a:pt x="46" y="12"/>
                      <a:pt x="43" y="5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7"/>
                      <a:pt x="77" y="0"/>
                    </a:cubicBezTo>
                    <a:cubicBezTo>
                      <a:pt x="78" y="4"/>
                      <a:pt x="78" y="28"/>
                      <a:pt x="76" y="43"/>
                    </a:cubicBezTo>
                    <a:cubicBezTo>
                      <a:pt x="72" y="84"/>
                      <a:pt x="54" y="127"/>
                      <a:pt x="28" y="159"/>
                    </a:cubicBezTo>
                    <a:lnTo>
                      <a:pt x="13" y="153"/>
                    </a:lnTo>
                    <a:close/>
                  </a:path>
                </a:pathLst>
              </a:custGeom>
              <a:solidFill>
                <a:srgbClr val="DD1B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4" name="ï$ḷiḍe" descr="6f0729d6-ed77-44d6-83ad-f729e8e4c544">
                <a:extLst>
                  <a:ext uri="{FF2B5EF4-FFF2-40B4-BE49-F238E27FC236}">
                    <a16:creationId xmlns:a16="http://schemas.microsoft.com/office/drawing/2014/main" id="{DD8C66F2-1029-8BAC-C1D7-850AB1138942}"/>
                  </a:ext>
                </a:extLst>
              </p:cNvPr>
              <p:cNvSpPr/>
              <p:nvPr/>
            </p:nvSpPr>
            <p:spPr bwMode="auto">
              <a:xfrm rot="309616" flipH="1">
                <a:off x="2138558" y="2992945"/>
                <a:ext cx="174263" cy="243675"/>
              </a:xfrm>
              <a:custGeom>
                <a:avLst/>
                <a:gdLst>
                  <a:gd name="T0" fmla="*/ 37 w 37"/>
                  <a:gd name="T1" fmla="*/ 39 h 52"/>
                  <a:gd name="T2" fmla="*/ 37 w 37"/>
                  <a:gd name="T3" fmla="*/ 39 h 52"/>
                  <a:gd name="T4" fmla="*/ 37 w 37"/>
                  <a:gd name="T5" fmla="*/ 52 h 52"/>
                  <a:gd name="T6" fmla="*/ 3 w 37"/>
                  <a:gd name="T7" fmla="*/ 44 h 52"/>
                  <a:gd name="T8" fmla="*/ 0 w 37"/>
                  <a:gd name="T9" fmla="*/ 0 h 52"/>
                  <a:gd name="T10" fmla="*/ 34 w 37"/>
                  <a:gd name="T11" fmla="*/ 8 h 52"/>
                  <a:gd name="T12" fmla="*/ 37 w 37"/>
                  <a:gd name="T13" fmla="*/ 3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52">
                    <a:moveTo>
                      <a:pt x="37" y="39"/>
                    </a:move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6"/>
                      <a:pt x="37" y="52"/>
                      <a:pt x="37" y="52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12" y="26"/>
                      <a:pt x="0" y="0"/>
                      <a:pt x="0" y="0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6" y="15"/>
                      <a:pt x="37" y="29"/>
                      <a:pt x="37" y="39"/>
                    </a:cubicBezTo>
                    <a:close/>
                  </a:path>
                </a:pathLst>
              </a:custGeom>
              <a:solidFill>
                <a:srgbClr val="BC0D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5" name="ïŝ1ïḓe" descr="68b2ca9c-1fcb-4e8c-b484-50b08a712652">
                <a:extLst>
                  <a:ext uri="{FF2B5EF4-FFF2-40B4-BE49-F238E27FC236}">
                    <a16:creationId xmlns:a16="http://schemas.microsoft.com/office/drawing/2014/main" id="{24A6987D-D404-0DE3-C345-BE85E37C1306}"/>
                  </a:ext>
                </a:extLst>
              </p:cNvPr>
              <p:cNvSpPr/>
              <p:nvPr/>
            </p:nvSpPr>
            <p:spPr bwMode="auto">
              <a:xfrm rot="309616" flipH="1">
                <a:off x="2288442" y="2532698"/>
                <a:ext cx="1735252" cy="936299"/>
              </a:xfrm>
              <a:custGeom>
                <a:avLst/>
                <a:gdLst>
                  <a:gd name="T0" fmla="*/ 365 w 370"/>
                  <a:gd name="T1" fmla="*/ 160 h 200"/>
                  <a:gd name="T2" fmla="*/ 369 w 370"/>
                  <a:gd name="T3" fmla="*/ 200 h 200"/>
                  <a:gd name="T4" fmla="*/ 368 w 370"/>
                  <a:gd name="T5" fmla="*/ 200 h 200"/>
                  <a:gd name="T6" fmla="*/ 5 w 370"/>
                  <a:gd name="T7" fmla="*/ 56 h 200"/>
                  <a:gd name="T8" fmla="*/ 0 w 370"/>
                  <a:gd name="T9" fmla="*/ 0 h 200"/>
                  <a:gd name="T10" fmla="*/ 237 w 370"/>
                  <a:gd name="T11" fmla="*/ 127 h 200"/>
                  <a:gd name="T12" fmla="*/ 365 w 370"/>
                  <a:gd name="T13" fmla="*/ 16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0" h="200">
                    <a:moveTo>
                      <a:pt x="365" y="160"/>
                    </a:moveTo>
                    <a:cubicBezTo>
                      <a:pt x="368" y="167"/>
                      <a:pt x="370" y="180"/>
                      <a:pt x="369" y="200"/>
                    </a:cubicBezTo>
                    <a:cubicBezTo>
                      <a:pt x="368" y="200"/>
                      <a:pt x="368" y="200"/>
                      <a:pt x="368" y="200"/>
                    </a:cubicBezTo>
                    <a:cubicBezTo>
                      <a:pt x="243" y="165"/>
                      <a:pt x="121" y="117"/>
                      <a:pt x="5" y="56"/>
                    </a:cubicBezTo>
                    <a:cubicBezTo>
                      <a:pt x="5" y="36"/>
                      <a:pt x="4" y="17"/>
                      <a:pt x="0" y="0"/>
                    </a:cubicBezTo>
                    <a:cubicBezTo>
                      <a:pt x="72" y="72"/>
                      <a:pt x="237" y="127"/>
                      <a:pt x="237" y="127"/>
                    </a:cubicBezTo>
                    <a:lnTo>
                      <a:pt x="365" y="160"/>
                    </a:ln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6" name="íš1îḓe" descr="b45d3a48-09c0-4a09-a58d-b082d17fc465">
                <a:extLst>
                  <a:ext uri="{FF2B5EF4-FFF2-40B4-BE49-F238E27FC236}">
                    <a16:creationId xmlns:a16="http://schemas.microsoft.com/office/drawing/2014/main" id="{DB4180B0-2D0C-FABB-FE01-6DE63344D5E1}"/>
                  </a:ext>
                </a:extLst>
              </p:cNvPr>
              <p:cNvSpPr/>
              <p:nvPr/>
            </p:nvSpPr>
            <p:spPr bwMode="auto">
              <a:xfrm rot="309616" flipH="1">
                <a:off x="2258348" y="2811503"/>
                <a:ext cx="2147283" cy="1162250"/>
              </a:xfrm>
              <a:custGeom>
                <a:avLst/>
                <a:gdLst>
                  <a:gd name="T0" fmla="*/ 411 w 458"/>
                  <a:gd name="T1" fmla="*/ 247 h 248"/>
                  <a:gd name="T2" fmla="*/ 411 w 458"/>
                  <a:gd name="T3" fmla="*/ 247 h 248"/>
                  <a:gd name="T4" fmla="*/ 410 w 458"/>
                  <a:gd name="T5" fmla="*/ 248 h 248"/>
                  <a:gd name="T6" fmla="*/ 402 w 458"/>
                  <a:gd name="T7" fmla="*/ 246 h 248"/>
                  <a:gd name="T8" fmla="*/ 272 w 458"/>
                  <a:gd name="T9" fmla="*/ 217 h 248"/>
                  <a:gd name="T10" fmla="*/ 0 w 458"/>
                  <a:gd name="T11" fmla="*/ 233 h 248"/>
                  <a:gd name="T12" fmla="*/ 84 w 458"/>
                  <a:gd name="T13" fmla="*/ 79 h 248"/>
                  <a:gd name="T14" fmla="*/ 94 w 458"/>
                  <a:gd name="T15" fmla="*/ 0 h 248"/>
                  <a:gd name="T16" fmla="*/ 457 w 458"/>
                  <a:gd name="T17" fmla="*/ 144 h 248"/>
                  <a:gd name="T18" fmla="*/ 458 w 458"/>
                  <a:gd name="T19" fmla="*/ 144 h 248"/>
                  <a:gd name="T20" fmla="*/ 454 w 458"/>
                  <a:gd name="T21" fmla="*/ 170 h 248"/>
                  <a:gd name="T22" fmla="*/ 411 w 458"/>
                  <a:gd name="T23" fmla="*/ 247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58" h="248">
                    <a:moveTo>
                      <a:pt x="411" y="247"/>
                    </a:moveTo>
                    <a:cubicBezTo>
                      <a:pt x="411" y="247"/>
                      <a:pt x="411" y="247"/>
                      <a:pt x="411" y="247"/>
                    </a:cubicBezTo>
                    <a:cubicBezTo>
                      <a:pt x="410" y="248"/>
                      <a:pt x="410" y="248"/>
                      <a:pt x="410" y="248"/>
                    </a:cubicBezTo>
                    <a:cubicBezTo>
                      <a:pt x="407" y="247"/>
                      <a:pt x="405" y="246"/>
                      <a:pt x="402" y="246"/>
                    </a:cubicBezTo>
                    <a:cubicBezTo>
                      <a:pt x="355" y="231"/>
                      <a:pt x="312" y="222"/>
                      <a:pt x="272" y="217"/>
                    </a:cubicBezTo>
                    <a:cubicBezTo>
                      <a:pt x="130" y="197"/>
                      <a:pt x="32" y="222"/>
                      <a:pt x="0" y="233"/>
                    </a:cubicBezTo>
                    <a:cubicBezTo>
                      <a:pt x="35" y="208"/>
                      <a:pt x="68" y="150"/>
                      <a:pt x="84" y="79"/>
                    </a:cubicBezTo>
                    <a:cubicBezTo>
                      <a:pt x="91" y="52"/>
                      <a:pt x="94" y="25"/>
                      <a:pt x="94" y="0"/>
                    </a:cubicBezTo>
                    <a:cubicBezTo>
                      <a:pt x="210" y="61"/>
                      <a:pt x="332" y="109"/>
                      <a:pt x="457" y="144"/>
                    </a:cubicBezTo>
                    <a:cubicBezTo>
                      <a:pt x="458" y="144"/>
                      <a:pt x="458" y="144"/>
                      <a:pt x="458" y="144"/>
                    </a:cubicBezTo>
                    <a:cubicBezTo>
                      <a:pt x="457" y="151"/>
                      <a:pt x="456" y="160"/>
                      <a:pt x="454" y="170"/>
                    </a:cubicBezTo>
                    <a:cubicBezTo>
                      <a:pt x="447" y="203"/>
                      <a:pt x="416" y="240"/>
                      <a:pt x="411" y="24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7" name="îṡḻídé" descr="afdd62ac-5af8-495c-8f8a-f6c43170a1ea">
                <a:extLst>
                  <a:ext uri="{FF2B5EF4-FFF2-40B4-BE49-F238E27FC236}">
                    <a16:creationId xmlns:a16="http://schemas.microsoft.com/office/drawing/2014/main" id="{6F5331BA-BC38-EC55-D9C7-6FF5759031B6}"/>
                  </a:ext>
                </a:extLst>
              </p:cNvPr>
              <p:cNvSpPr/>
              <p:nvPr/>
            </p:nvSpPr>
            <p:spPr bwMode="auto">
              <a:xfrm rot="309616" flipH="1">
                <a:off x="2261669" y="2888343"/>
                <a:ext cx="726592" cy="345574"/>
              </a:xfrm>
              <a:custGeom>
                <a:avLst/>
                <a:gdLst>
                  <a:gd name="T0" fmla="*/ 143 w 155"/>
                  <a:gd name="T1" fmla="*/ 30 h 74"/>
                  <a:gd name="T2" fmla="*/ 146 w 155"/>
                  <a:gd name="T3" fmla="*/ 74 h 74"/>
                  <a:gd name="T4" fmla="*/ 144 w 155"/>
                  <a:gd name="T5" fmla="*/ 68 h 74"/>
                  <a:gd name="T6" fmla="*/ 17 w 155"/>
                  <a:gd name="T7" fmla="*/ 35 h 74"/>
                  <a:gd name="T8" fmla="*/ 0 w 155"/>
                  <a:gd name="T9" fmla="*/ 0 h 74"/>
                  <a:gd name="T10" fmla="*/ 143 w 155"/>
                  <a:gd name="T11" fmla="*/ 3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5" h="74">
                    <a:moveTo>
                      <a:pt x="143" y="30"/>
                    </a:moveTo>
                    <a:cubicBezTo>
                      <a:pt x="143" y="30"/>
                      <a:pt x="155" y="56"/>
                      <a:pt x="146" y="74"/>
                    </a:cubicBezTo>
                    <a:cubicBezTo>
                      <a:pt x="145" y="70"/>
                      <a:pt x="144" y="68"/>
                      <a:pt x="144" y="68"/>
                    </a:cubicBezTo>
                    <a:cubicBezTo>
                      <a:pt x="98" y="60"/>
                      <a:pt x="56" y="49"/>
                      <a:pt x="17" y="35"/>
                    </a:cubicBezTo>
                    <a:cubicBezTo>
                      <a:pt x="16" y="25"/>
                      <a:pt x="12" y="5"/>
                      <a:pt x="0" y="0"/>
                    </a:cubicBezTo>
                    <a:lnTo>
                      <a:pt x="143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8" name="îsḻîḓê" descr="fbb6c276-4604-4b80-9788-73bf14e802af">
                <a:extLst>
                  <a:ext uri="{FF2B5EF4-FFF2-40B4-BE49-F238E27FC236}">
                    <a16:creationId xmlns:a16="http://schemas.microsoft.com/office/drawing/2014/main" id="{0CE6FFE5-EA19-C893-5AE3-E9D2F922AA4D}"/>
                  </a:ext>
                </a:extLst>
              </p:cNvPr>
              <p:cNvSpPr/>
              <p:nvPr/>
            </p:nvSpPr>
            <p:spPr bwMode="auto">
              <a:xfrm rot="309616" flipH="1">
                <a:off x="2297200" y="3050276"/>
                <a:ext cx="604016" cy="181648"/>
              </a:xfrm>
              <a:custGeom>
                <a:avLst/>
                <a:gdLst>
                  <a:gd name="T0" fmla="*/ 129 w 129"/>
                  <a:gd name="T1" fmla="*/ 39 h 39"/>
                  <a:gd name="T2" fmla="*/ 1 w 129"/>
                  <a:gd name="T3" fmla="*/ 6 h 39"/>
                  <a:gd name="T4" fmla="*/ 0 w 129"/>
                  <a:gd name="T5" fmla="*/ 0 h 39"/>
                  <a:gd name="T6" fmla="*/ 127 w 129"/>
                  <a:gd name="T7" fmla="*/ 33 h 39"/>
                  <a:gd name="T8" fmla="*/ 129 w 129"/>
                  <a:gd name="T9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39">
                    <a:moveTo>
                      <a:pt x="129" y="39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4"/>
                      <a:pt x="0" y="0"/>
                    </a:cubicBezTo>
                    <a:cubicBezTo>
                      <a:pt x="39" y="14"/>
                      <a:pt x="81" y="25"/>
                      <a:pt x="127" y="33"/>
                    </a:cubicBezTo>
                    <a:cubicBezTo>
                      <a:pt x="127" y="33"/>
                      <a:pt x="128" y="35"/>
                      <a:pt x="129" y="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9" name="i$ḻîdè" descr="61d0d1dc-3093-46a1-bc6a-b2749ea3b579">
                <a:extLst>
                  <a:ext uri="{FF2B5EF4-FFF2-40B4-BE49-F238E27FC236}">
                    <a16:creationId xmlns:a16="http://schemas.microsoft.com/office/drawing/2014/main" id="{8C55327B-563A-1C68-BAB1-D8315D46AC3B}"/>
                  </a:ext>
                </a:extLst>
              </p:cNvPr>
              <p:cNvSpPr/>
              <p:nvPr/>
            </p:nvSpPr>
            <p:spPr bwMode="auto">
              <a:xfrm rot="309616" flipH="1">
                <a:off x="2362772" y="3887412"/>
                <a:ext cx="163926" cy="155065"/>
              </a:xfrm>
              <a:custGeom>
                <a:avLst/>
                <a:gdLst>
                  <a:gd name="T0" fmla="*/ 22 w 35"/>
                  <a:gd name="T1" fmla="*/ 1 h 33"/>
                  <a:gd name="T2" fmla="*/ 35 w 35"/>
                  <a:gd name="T3" fmla="*/ 6 h 33"/>
                  <a:gd name="T4" fmla="*/ 24 w 35"/>
                  <a:gd name="T5" fmla="*/ 33 h 33"/>
                  <a:gd name="T6" fmla="*/ 0 w 35"/>
                  <a:gd name="T7" fmla="*/ 26 h 33"/>
                  <a:gd name="T8" fmla="*/ 13 w 35"/>
                  <a:gd name="T9" fmla="*/ 0 h 33"/>
                  <a:gd name="T10" fmla="*/ 21 w 35"/>
                  <a:gd name="T11" fmla="*/ 2 h 33"/>
                  <a:gd name="T12" fmla="*/ 22 w 35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3">
                    <a:moveTo>
                      <a:pt x="22" y="1"/>
                    </a:moveTo>
                    <a:cubicBezTo>
                      <a:pt x="35" y="6"/>
                      <a:pt x="35" y="6"/>
                      <a:pt x="35" y="6"/>
                    </a:cubicBezTo>
                    <a:cubicBezTo>
                      <a:pt x="30" y="22"/>
                      <a:pt x="24" y="33"/>
                      <a:pt x="24" y="33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5" y="23"/>
                      <a:pt x="12" y="17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1" y="2"/>
                      <a:pt x="21" y="2"/>
                      <a:pt x="22" y="1"/>
                    </a:cubicBezTo>
                    <a:close/>
                  </a:path>
                </a:pathLst>
              </a:custGeom>
              <a:solidFill>
                <a:srgbClr val="BC0D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0" name="ïSļiḓé" descr="cbaf1519-788e-4bc9-870f-86edbeeea3ed">
                <a:extLst>
                  <a:ext uri="{FF2B5EF4-FFF2-40B4-BE49-F238E27FC236}">
                    <a16:creationId xmlns:a16="http://schemas.microsoft.com/office/drawing/2014/main" id="{E5E96523-BB2D-CC17-8134-1B4535C262C5}"/>
                  </a:ext>
                </a:extLst>
              </p:cNvPr>
              <p:cNvSpPr/>
              <p:nvPr/>
            </p:nvSpPr>
            <p:spPr bwMode="auto">
              <a:xfrm rot="309616" flipH="1">
                <a:off x="2471950" y="3782285"/>
                <a:ext cx="633553" cy="267302"/>
              </a:xfrm>
              <a:custGeom>
                <a:avLst/>
                <a:gdLst>
                  <a:gd name="T0" fmla="*/ 9 w 135"/>
                  <a:gd name="T1" fmla="*/ 31 h 57"/>
                  <a:gd name="T2" fmla="*/ 4 w 135"/>
                  <a:gd name="T3" fmla="*/ 30 h 57"/>
                  <a:gd name="T4" fmla="*/ 5 w 135"/>
                  <a:gd name="T5" fmla="*/ 0 h 57"/>
                  <a:gd name="T6" fmla="*/ 135 w 135"/>
                  <a:gd name="T7" fmla="*/ 29 h 57"/>
                  <a:gd name="T8" fmla="*/ 122 w 135"/>
                  <a:gd name="T9" fmla="*/ 55 h 57"/>
                  <a:gd name="T10" fmla="*/ 117 w 135"/>
                  <a:gd name="T11" fmla="*/ 57 h 57"/>
                  <a:gd name="T12" fmla="*/ 89 w 135"/>
                  <a:gd name="T13" fmla="*/ 50 h 57"/>
                  <a:gd name="T14" fmla="*/ 9 w 135"/>
                  <a:gd name="T15" fmla="*/ 3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5" h="57">
                    <a:moveTo>
                      <a:pt x="9" y="31"/>
                    </a:moveTo>
                    <a:cubicBezTo>
                      <a:pt x="4" y="30"/>
                      <a:pt x="4" y="30"/>
                      <a:pt x="4" y="30"/>
                    </a:cubicBezTo>
                    <a:cubicBezTo>
                      <a:pt x="4" y="30"/>
                      <a:pt x="0" y="12"/>
                      <a:pt x="5" y="0"/>
                    </a:cubicBezTo>
                    <a:cubicBezTo>
                      <a:pt x="45" y="5"/>
                      <a:pt x="88" y="14"/>
                      <a:pt x="135" y="29"/>
                    </a:cubicBezTo>
                    <a:cubicBezTo>
                      <a:pt x="134" y="46"/>
                      <a:pt x="127" y="52"/>
                      <a:pt x="122" y="55"/>
                    </a:cubicBezTo>
                    <a:cubicBezTo>
                      <a:pt x="119" y="57"/>
                      <a:pt x="117" y="57"/>
                      <a:pt x="117" y="57"/>
                    </a:cubicBezTo>
                    <a:cubicBezTo>
                      <a:pt x="89" y="50"/>
                      <a:pt x="89" y="50"/>
                      <a:pt x="89" y="50"/>
                    </a:cubicBezTo>
                    <a:lnTo>
                      <a:pt x="9" y="31"/>
                    </a:lnTo>
                    <a:close/>
                  </a:path>
                </a:pathLst>
              </a:custGeom>
              <a:solidFill>
                <a:srgbClr val="E0E2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1" name="îṩľiḍè" descr="438ccb41-d08e-4586-abbe-6f308ee0d1bf">
                <a:extLst>
                  <a:ext uri="{FF2B5EF4-FFF2-40B4-BE49-F238E27FC236}">
                    <a16:creationId xmlns:a16="http://schemas.microsoft.com/office/drawing/2014/main" id="{7B2002AD-8F3A-3601-0A63-98213E1671B7}"/>
                  </a:ext>
                </a:extLst>
              </p:cNvPr>
              <p:cNvSpPr/>
              <p:nvPr/>
            </p:nvSpPr>
            <p:spPr bwMode="auto">
              <a:xfrm rot="309616" flipH="1">
                <a:off x="2674522" y="3935876"/>
                <a:ext cx="412031" cy="258442"/>
              </a:xfrm>
              <a:custGeom>
                <a:avLst/>
                <a:gdLst>
                  <a:gd name="T0" fmla="*/ 69 w 88"/>
                  <a:gd name="T1" fmla="*/ 52 h 55"/>
                  <a:gd name="T2" fmla="*/ 49 w 88"/>
                  <a:gd name="T3" fmla="*/ 25 h 55"/>
                  <a:gd name="T4" fmla="*/ 38 w 88"/>
                  <a:gd name="T5" fmla="*/ 20 h 55"/>
                  <a:gd name="T6" fmla="*/ 25 w 88"/>
                  <a:gd name="T7" fmla="*/ 18 h 55"/>
                  <a:gd name="T8" fmla="*/ 0 w 88"/>
                  <a:gd name="T9" fmla="*/ 27 h 55"/>
                  <a:gd name="T10" fmla="*/ 0 w 88"/>
                  <a:gd name="T11" fmla="*/ 27 h 55"/>
                  <a:gd name="T12" fmla="*/ 0 w 88"/>
                  <a:gd name="T13" fmla="*/ 26 h 55"/>
                  <a:gd name="T14" fmla="*/ 8 w 88"/>
                  <a:gd name="T15" fmla="*/ 0 h 55"/>
                  <a:gd name="T16" fmla="*/ 88 w 88"/>
                  <a:gd name="T17" fmla="*/ 19 h 55"/>
                  <a:gd name="T18" fmla="*/ 85 w 88"/>
                  <a:gd name="T19" fmla="*/ 26 h 55"/>
                  <a:gd name="T20" fmla="*/ 80 w 88"/>
                  <a:gd name="T21" fmla="*/ 35 h 55"/>
                  <a:gd name="T22" fmla="*/ 70 w 88"/>
                  <a:gd name="T23" fmla="*/ 55 h 55"/>
                  <a:gd name="T24" fmla="*/ 69 w 88"/>
                  <a:gd name="T25" fmla="*/ 52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55">
                    <a:moveTo>
                      <a:pt x="69" y="52"/>
                    </a:moveTo>
                    <a:cubicBezTo>
                      <a:pt x="67" y="41"/>
                      <a:pt x="59" y="32"/>
                      <a:pt x="49" y="25"/>
                    </a:cubicBezTo>
                    <a:cubicBezTo>
                      <a:pt x="45" y="23"/>
                      <a:pt x="42" y="21"/>
                      <a:pt x="38" y="20"/>
                    </a:cubicBezTo>
                    <a:cubicBezTo>
                      <a:pt x="34" y="19"/>
                      <a:pt x="30" y="18"/>
                      <a:pt x="25" y="18"/>
                    </a:cubicBezTo>
                    <a:cubicBezTo>
                      <a:pt x="16" y="18"/>
                      <a:pt x="7" y="21"/>
                      <a:pt x="0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3" y="18"/>
                      <a:pt x="5" y="9"/>
                      <a:pt x="8" y="0"/>
                    </a:cubicBezTo>
                    <a:cubicBezTo>
                      <a:pt x="88" y="19"/>
                      <a:pt x="88" y="19"/>
                      <a:pt x="88" y="19"/>
                    </a:cubicBezTo>
                    <a:cubicBezTo>
                      <a:pt x="87" y="21"/>
                      <a:pt x="86" y="23"/>
                      <a:pt x="85" y="26"/>
                    </a:cubicBezTo>
                    <a:cubicBezTo>
                      <a:pt x="84" y="29"/>
                      <a:pt x="82" y="32"/>
                      <a:pt x="80" y="35"/>
                    </a:cubicBezTo>
                    <a:cubicBezTo>
                      <a:pt x="77" y="41"/>
                      <a:pt x="73" y="48"/>
                      <a:pt x="70" y="55"/>
                    </a:cubicBezTo>
                    <a:cubicBezTo>
                      <a:pt x="70" y="54"/>
                      <a:pt x="70" y="53"/>
                      <a:pt x="69" y="52"/>
                    </a:cubicBezTo>
                    <a:close/>
                  </a:path>
                </a:pathLst>
              </a:custGeom>
              <a:solidFill>
                <a:srgbClr val="FF37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2" name="îṣlïḑê" descr="1ca9a16b-d001-4671-91a5-e1e763e70aea">
                <a:extLst>
                  <a:ext uri="{FF2B5EF4-FFF2-40B4-BE49-F238E27FC236}">
                    <a16:creationId xmlns:a16="http://schemas.microsoft.com/office/drawing/2014/main" id="{E59BDB76-B1E6-C7C7-3FDC-F1536CA4E073}"/>
                  </a:ext>
                </a:extLst>
              </p:cNvPr>
              <p:cNvSpPr/>
              <p:nvPr/>
            </p:nvSpPr>
            <p:spPr bwMode="auto">
              <a:xfrm rot="309616" flipH="1">
                <a:off x="2725993" y="4042284"/>
                <a:ext cx="732498" cy="890518"/>
              </a:xfrm>
              <a:custGeom>
                <a:avLst/>
                <a:gdLst>
                  <a:gd name="T0" fmla="*/ 136 w 156"/>
                  <a:gd name="T1" fmla="*/ 7 h 190"/>
                  <a:gd name="T2" fmla="*/ 156 w 156"/>
                  <a:gd name="T3" fmla="*/ 34 h 190"/>
                  <a:gd name="T4" fmla="*/ 137 w 156"/>
                  <a:gd name="T5" fmla="*/ 68 h 190"/>
                  <a:gd name="T6" fmla="*/ 54 w 156"/>
                  <a:gd name="T7" fmla="*/ 183 h 190"/>
                  <a:gd name="T8" fmla="*/ 47 w 156"/>
                  <a:gd name="T9" fmla="*/ 189 h 190"/>
                  <a:gd name="T10" fmla="*/ 37 w 156"/>
                  <a:gd name="T11" fmla="*/ 188 h 190"/>
                  <a:gd name="T12" fmla="*/ 1 w 156"/>
                  <a:gd name="T13" fmla="*/ 171 h 190"/>
                  <a:gd name="T14" fmla="*/ 1 w 156"/>
                  <a:gd name="T15" fmla="*/ 171 h 190"/>
                  <a:gd name="T16" fmla="*/ 0 w 156"/>
                  <a:gd name="T17" fmla="*/ 170 h 190"/>
                  <a:gd name="T18" fmla="*/ 1 w 156"/>
                  <a:gd name="T19" fmla="*/ 170 h 190"/>
                  <a:gd name="T20" fmla="*/ 112 w 156"/>
                  <a:gd name="T21" fmla="*/ 0 h 190"/>
                  <a:gd name="T22" fmla="*/ 125 w 156"/>
                  <a:gd name="T23" fmla="*/ 2 h 190"/>
                  <a:gd name="T24" fmla="*/ 136 w 156"/>
                  <a:gd name="T25" fmla="*/ 7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6" h="190">
                    <a:moveTo>
                      <a:pt x="136" y="7"/>
                    </a:moveTo>
                    <a:cubicBezTo>
                      <a:pt x="146" y="14"/>
                      <a:pt x="154" y="23"/>
                      <a:pt x="156" y="34"/>
                    </a:cubicBezTo>
                    <a:cubicBezTo>
                      <a:pt x="151" y="46"/>
                      <a:pt x="144" y="57"/>
                      <a:pt x="137" y="68"/>
                    </a:cubicBezTo>
                    <a:cubicBezTo>
                      <a:pt x="111" y="108"/>
                      <a:pt x="84" y="146"/>
                      <a:pt x="54" y="183"/>
                    </a:cubicBezTo>
                    <a:cubicBezTo>
                      <a:pt x="52" y="185"/>
                      <a:pt x="50" y="188"/>
                      <a:pt x="47" y="189"/>
                    </a:cubicBezTo>
                    <a:cubicBezTo>
                      <a:pt x="44" y="190"/>
                      <a:pt x="40" y="189"/>
                      <a:pt x="37" y="188"/>
                    </a:cubicBezTo>
                    <a:cubicBezTo>
                      <a:pt x="24" y="185"/>
                      <a:pt x="11" y="181"/>
                      <a:pt x="1" y="171"/>
                    </a:cubicBezTo>
                    <a:cubicBezTo>
                      <a:pt x="1" y="171"/>
                      <a:pt x="1" y="171"/>
                      <a:pt x="1" y="171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1" y="170"/>
                      <a:pt x="1" y="170"/>
                      <a:pt x="1" y="170"/>
                    </a:cubicBezTo>
                    <a:cubicBezTo>
                      <a:pt x="40" y="115"/>
                      <a:pt x="77" y="58"/>
                      <a:pt x="112" y="0"/>
                    </a:cubicBezTo>
                    <a:cubicBezTo>
                      <a:pt x="117" y="0"/>
                      <a:pt x="121" y="1"/>
                      <a:pt x="125" y="2"/>
                    </a:cubicBezTo>
                    <a:cubicBezTo>
                      <a:pt x="129" y="3"/>
                      <a:pt x="132" y="5"/>
                      <a:pt x="136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3" name="íšḻíḍé" descr="e776b658-5899-496c-87ca-a698955a85a7">
                <a:extLst>
                  <a:ext uri="{FF2B5EF4-FFF2-40B4-BE49-F238E27FC236}">
                    <a16:creationId xmlns:a16="http://schemas.microsoft.com/office/drawing/2014/main" id="{37B44034-B17E-A93A-F123-188884AB90FE}"/>
                  </a:ext>
                </a:extLst>
              </p:cNvPr>
              <p:cNvSpPr/>
              <p:nvPr/>
            </p:nvSpPr>
            <p:spPr bwMode="auto">
              <a:xfrm rot="309616" flipH="1">
                <a:off x="2928897" y="2491270"/>
                <a:ext cx="1125330" cy="666042"/>
              </a:xfrm>
              <a:custGeom>
                <a:avLst/>
                <a:gdLst>
                  <a:gd name="T0" fmla="*/ 239 w 240"/>
                  <a:gd name="T1" fmla="*/ 136 h 142"/>
                  <a:gd name="T2" fmla="*/ 240 w 240"/>
                  <a:gd name="T3" fmla="*/ 142 h 142"/>
                  <a:gd name="T4" fmla="*/ 3 w 240"/>
                  <a:gd name="T5" fmla="*/ 15 h 142"/>
                  <a:gd name="T6" fmla="*/ 3 w 240"/>
                  <a:gd name="T7" fmla="*/ 15 h 142"/>
                  <a:gd name="T8" fmla="*/ 0 w 240"/>
                  <a:gd name="T9" fmla="*/ 0 h 142"/>
                  <a:gd name="T10" fmla="*/ 201 w 240"/>
                  <a:gd name="T11" fmla="*/ 121 h 142"/>
                  <a:gd name="T12" fmla="*/ 201 w 240"/>
                  <a:gd name="T13" fmla="*/ 121 h 142"/>
                  <a:gd name="T14" fmla="*/ 239 w 240"/>
                  <a:gd name="T15" fmla="*/ 13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0" h="142">
                    <a:moveTo>
                      <a:pt x="239" y="136"/>
                    </a:moveTo>
                    <a:cubicBezTo>
                      <a:pt x="240" y="140"/>
                      <a:pt x="240" y="142"/>
                      <a:pt x="240" y="142"/>
                    </a:cubicBezTo>
                    <a:cubicBezTo>
                      <a:pt x="240" y="142"/>
                      <a:pt x="75" y="87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0"/>
                      <a:pt x="1" y="5"/>
                      <a:pt x="0" y="0"/>
                    </a:cubicBezTo>
                    <a:cubicBezTo>
                      <a:pt x="17" y="15"/>
                      <a:pt x="89" y="75"/>
                      <a:pt x="201" y="121"/>
                    </a:cubicBezTo>
                    <a:cubicBezTo>
                      <a:pt x="201" y="121"/>
                      <a:pt x="201" y="121"/>
                      <a:pt x="201" y="121"/>
                    </a:cubicBezTo>
                    <a:cubicBezTo>
                      <a:pt x="213" y="126"/>
                      <a:pt x="226" y="131"/>
                      <a:pt x="239" y="1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4" name="ïS1íḍê" descr="6de2a51b-1a55-4c9a-825e-86aea97027ae">
                <a:extLst>
                  <a:ext uri="{FF2B5EF4-FFF2-40B4-BE49-F238E27FC236}">
                    <a16:creationId xmlns:a16="http://schemas.microsoft.com/office/drawing/2014/main" id="{FA3F52E5-2DEB-16B5-BBBB-3BFFE2C7EB07}"/>
                  </a:ext>
                </a:extLst>
              </p:cNvPr>
              <p:cNvSpPr/>
              <p:nvPr/>
            </p:nvSpPr>
            <p:spPr bwMode="auto">
              <a:xfrm rot="309616" flipH="1">
                <a:off x="2916431" y="2894248"/>
                <a:ext cx="178695" cy="191985"/>
              </a:xfrm>
              <a:custGeom>
                <a:avLst/>
                <a:gdLst>
                  <a:gd name="T0" fmla="*/ 21 w 38"/>
                  <a:gd name="T1" fmla="*/ 6 h 41"/>
                  <a:gd name="T2" fmla="*/ 38 w 38"/>
                  <a:gd name="T3" fmla="*/ 41 h 41"/>
                  <a:gd name="T4" fmla="*/ 0 w 38"/>
                  <a:gd name="T5" fmla="*/ 26 h 41"/>
                  <a:gd name="T6" fmla="*/ 0 w 38"/>
                  <a:gd name="T7" fmla="*/ 26 h 41"/>
                  <a:gd name="T8" fmla="*/ 21 w 38"/>
                  <a:gd name="T9" fmla="*/ 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1">
                    <a:moveTo>
                      <a:pt x="21" y="6"/>
                    </a:moveTo>
                    <a:cubicBezTo>
                      <a:pt x="33" y="11"/>
                      <a:pt x="37" y="31"/>
                      <a:pt x="38" y="41"/>
                    </a:cubicBezTo>
                    <a:cubicBezTo>
                      <a:pt x="25" y="36"/>
                      <a:pt x="12" y="31"/>
                      <a:pt x="0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5"/>
                      <a:pt x="5" y="0"/>
                      <a:pt x="21" y="6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5" name="íSľíḓê" descr="18e9753f-c700-4be5-8a4e-4c213c6b2ea4">
                <a:extLst>
                  <a:ext uri="{FF2B5EF4-FFF2-40B4-BE49-F238E27FC236}">
                    <a16:creationId xmlns:a16="http://schemas.microsoft.com/office/drawing/2014/main" id="{C25DC849-0E9D-5B92-2CE3-D10606E4EA1D}"/>
                  </a:ext>
                </a:extLst>
              </p:cNvPr>
              <p:cNvSpPr/>
              <p:nvPr/>
            </p:nvSpPr>
            <p:spPr bwMode="auto">
              <a:xfrm rot="309616" flipH="1">
                <a:off x="2936322" y="4053026"/>
                <a:ext cx="553804" cy="800431"/>
              </a:xfrm>
              <a:custGeom>
                <a:avLst/>
                <a:gdLst>
                  <a:gd name="T0" fmla="*/ 93 w 118"/>
                  <a:gd name="T1" fmla="*/ 9 h 171"/>
                  <a:gd name="T2" fmla="*/ 93 w 118"/>
                  <a:gd name="T3" fmla="*/ 9 h 171"/>
                  <a:gd name="T4" fmla="*/ 118 w 118"/>
                  <a:gd name="T5" fmla="*/ 0 h 171"/>
                  <a:gd name="T6" fmla="*/ 7 w 118"/>
                  <a:gd name="T7" fmla="*/ 170 h 171"/>
                  <a:gd name="T8" fmla="*/ 6 w 118"/>
                  <a:gd name="T9" fmla="*/ 170 h 171"/>
                  <a:gd name="T10" fmla="*/ 7 w 118"/>
                  <a:gd name="T11" fmla="*/ 171 h 171"/>
                  <a:gd name="T12" fmla="*/ 6 w 118"/>
                  <a:gd name="T13" fmla="*/ 171 h 171"/>
                  <a:gd name="T14" fmla="*/ 2 w 118"/>
                  <a:gd name="T15" fmla="*/ 165 h 171"/>
                  <a:gd name="T16" fmla="*/ 0 w 118"/>
                  <a:gd name="T17" fmla="*/ 159 h 171"/>
                  <a:gd name="T18" fmla="*/ 2 w 118"/>
                  <a:gd name="T19" fmla="*/ 151 h 171"/>
                  <a:gd name="T20" fmla="*/ 93 w 118"/>
                  <a:gd name="T21" fmla="*/ 8 h 171"/>
                  <a:gd name="T22" fmla="*/ 93 w 118"/>
                  <a:gd name="T23" fmla="*/ 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8" h="171">
                    <a:moveTo>
                      <a:pt x="93" y="9"/>
                    </a:moveTo>
                    <a:cubicBezTo>
                      <a:pt x="93" y="9"/>
                      <a:pt x="93" y="9"/>
                      <a:pt x="93" y="9"/>
                    </a:cubicBezTo>
                    <a:cubicBezTo>
                      <a:pt x="100" y="3"/>
                      <a:pt x="109" y="0"/>
                      <a:pt x="118" y="0"/>
                    </a:cubicBezTo>
                    <a:cubicBezTo>
                      <a:pt x="83" y="58"/>
                      <a:pt x="46" y="115"/>
                      <a:pt x="7" y="170"/>
                    </a:cubicBezTo>
                    <a:cubicBezTo>
                      <a:pt x="6" y="170"/>
                      <a:pt x="6" y="170"/>
                      <a:pt x="6" y="170"/>
                    </a:cubicBezTo>
                    <a:cubicBezTo>
                      <a:pt x="7" y="171"/>
                      <a:pt x="7" y="171"/>
                      <a:pt x="7" y="171"/>
                    </a:cubicBezTo>
                    <a:cubicBezTo>
                      <a:pt x="6" y="171"/>
                      <a:pt x="6" y="171"/>
                      <a:pt x="6" y="171"/>
                    </a:cubicBezTo>
                    <a:cubicBezTo>
                      <a:pt x="5" y="169"/>
                      <a:pt x="4" y="167"/>
                      <a:pt x="2" y="165"/>
                    </a:cubicBezTo>
                    <a:cubicBezTo>
                      <a:pt x="1" y="163"/>
                      <a:pt x="0" y="161"/>
                      <a:pt x="0" y="159"/>
                    </a:cubicBezTo>
                    <a:cubicBezTo>
                      <a:pt x="0" y="156"/>
                      <a:pt x="1" y="154"/>
                      <a:pt x="2" y="151"/>
                    </a:cubicBezTo>
                    <a:cubicBezTo>
                      <a:pt x="28" y="101"/>
                      <a:pt x="63" y="56"/>
                      <a:pt x="93" y="8"/>
                    </a:cubicBezTo>
                    <a:lnTo>
                      <a:pt x="93" y="9"/>
                    </a:lnTo>
                    <a:close/>
                  </a:path>
                </a:pathLst>
              </a:custGeom>
              <a:solidFill>
                <a:srgbClr val="E0E2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6" name="iś1ïḋe" descr="5e9f8587-aa95-42d7-8959-bbdc5eb947d8">
                <a:extLst>
                  <a:ext uri="{FF2B5EF4-FFF2-40B4-BE49-F238E27FC236}">
                    <a16:creationId xmlns:a16="http://schemas.microsoft.com/office/drawing/2014/main" id="{2C8FE339-E0F6-D3B7-672D-B1CFCFA53BA5}"/>
                  </a:ext>
                </a:extLst>
              </p:cNvPr>
              <p:cNvSpPr/>
              <p:nvPr/>
            </p:nvSpPr>
            <p:spPr bwMode="auto">
              <a:xfrm rot="309616" flipH="1">
                <a:off x="3990002" y="2262753"/>
                <a:ext cx="983556" cy="1819430"/>
              </a:xfrm>
              <a:custGeom>
                <a:avLst/>
                <a:gdLst>
                  <a:gd name="T0" fmla="*/ 167 w 210"/>
                  <a:gd name="T1" fmla="*/ 46 h 388"/>
                  <a:gd name="T2" fmla="*/ 144 w 210"/>
                  <a:gd name="T3" fmla="*/ 30 h 388"/>
                  <a:gd name="T4" fmla="*/ 33 w 210"/>
                  <a:gd name="T5" fmla="*/ 181 h 388"/>
                  <a:gd name="T6" fmla="*/ 67 w 210"/>
                  <a:gd name="T7" fmla="*/ 366 h 388"/>
                  <a:gd name="T8" fmla="*/ 78 w 210"/>
                  <a:gd name="T9" fmla="*/ 366 h 388"/>
                  <a:gd name="T10" fmla="*/ 158 w 210"/>
                  <a:gd name="T11" fmla="*/ 276 h 388"/>
                  <a:gd name="T12" fmla="*/ 178 w 210"/>
                  <a:gd name="T13" fmla="*/ 214 h 388"/>
                  <a:gd name="T14" fmla="*/ 185 w 210"/>
                  <a:gd name="T15" fmla="*/ 169 h 388"/>
                  <a:gd name="T16" fmla="*/ 167 w 210"/>
                  <a:gd name="T17" fmla="*/ 46 h 388"/>
                  <a:gd name="T18" fmla="*/ 202 w 210"/>
                  <a:gd name="T19" fmla="*/ 68 h 388"/>
                  <a:gd name="T20" fmla="*/ 205 w 210"/>
                  <a:gd name="T21" fmla="*/ 83 h 388"/>
                  <a:gd name="T22" fmla="*/ 205 w 210"/>
                  <a:gd name="T23" fmla="*/ 83 h 388"/>
                  <a:gd name="T24" fmla="*/ 210 w 210"/>
                  <a:gd name="T25" fmla="*/ 139 h 388"/>
                  <a:gd name="T26" fmla="*/ 200 w 210"/>
                  <a:gd name="T27" fmla="*/ 218 h 388"/>
                  <a:gd name="T28" fmla="*/ 116 w 210"/>
                  <a:gd name="T29" fmla="*/ 372 h 388"/>
                  <a:gd name="T30" fmla="*/ 69 w 210"/>
                  <a:gd name="T31" fmla="*/ 384 h 388"/>
                  <a:gd name="T32" fmla="*/ 24 w 210"/>
                  <a:gd name="T33" fmla="*/ 177 h 388"/>
                  <a:gd name="T34" fmla="*/ 155 w 210"/>
                  <a:gd name="T35" fmla="*/ 11 h 388"/>
                  <a:gd name="T36" fmla="*/ 202 w 210"/>
                  <a:gd name="T37" fmla="*/ 68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0" h="388">
                    <a:moveTo>
                      <a:pt x="167" y="46"/>
                    </a:moveTo>
                    <a:cubicBezTo>
                      <a:pt x="161" y="38"/>
                      <a:pt x="153" y="32"/>
                      <a:pt x="144" y="30"/>
                    </a:cubicBezTo>
                    <a:cubicBezTo>
                      <a:pt x="104" y="21"/>
                      <a:pt x="55" y="88"/>
                      <a:pt x="33" y="181"/>
                    </a:cubicBezTo>
                    <a:cubicBezTo>
                      <a:pt x="12" y="274"/>
                      <a:pt x="27" y="356"/>
                      <a:pt x="67" y="366"/>
                    </a:cubicBezTo>
                    <a:cubicBezTo>
                      <a:pt x="70" y="366"/>
                      <a:pt x="74" y="367"/>
                      <a:pt x="78" y="366"/>
                    </a:cubicBezTo>
                    <a:cubicBezTo>
                      <a:pt x="105" y="363"/>
                      <a:pt x="136" y="328"/>
                      <a:pt x="158" y="276"/>
                    </a:cubicBezTo>
                    <a:cubicBezTo>
                      <a:pt x="166" y="257"/>
                      <a:pt x="172" y="237"/>
                      <a:pt x="178" y="214"/>
                    </a:cubicBezTo>
                    <a:cubicBezTo>
                      <a:pt x="181" y="199"/>
                      <a:pt x="184" y="183"/>
                      <a:pt x="185" y="169"/>
                    </a:cubicBezTo>
                    <a:cubicBezTo>
                      <a:pt x="191" y="115"/>
                      <a:pt x="184" y="70"/>
                      <a:pt x="167" y="46"/>
                    </a:cubicBezTo>
                    <a:close/>
                    <a:moveTo>
                      <a:pt x="202" y="68"/>
                    </a:moveTo>
                    <a:cubicBezTo>
                      <a:pt x="203" y="73"/>
                      <a:pt x="204" y="78"/>
                      <a:pt x="205" y="83"/>
                    </a:cubicBezTo>
                    <a:cubicBezTo>
                      <a:pt x="205" y="83"/>
                      <a:pt x="205" y="83"/>
                      <a:pt x="205" y="83"/>
                    </a:cubicBezTo>
                    <a:cubicBezTo>
                      <a:pt x="209" y="100"/>
                      <a:pt x="210" y="119"/>
                      <a:pt x="210" y="139"/>
                    </a:cubicBezTo>
                    <a:cubicBezTo>
                      <a:pt x="210" y="164"/>
                      <a:pt x="207" y="191"/>
                      <a:pt x="200" y="218"/>
                    </a:cubicBezTo>
                    <a:cubicBezTo>
                      <a:pt x="184" y="289"/>
                      <a:pt x="151" y="347"/>
                      <a:pt x="116" y="372"/>
                    </a:cubicBezTo>
                    <a:cubicBezTo>
                      <a:pt x="100" y="383"/>
                      <a:pt x="84" y="388"/>
                      <a:pt x="69" y="384"/>
                    </a:cubicBezTo>
                    <a:cubicBezTo>
                      <a:pt x="20" y="373"/>
                      <a:pt x="0" y="280"/>
                      <a:pt x="24" y="177"/>
                    </a:cubicBezTo>
                    <a:cubicBezTo>
                      <a:pt x="47" y="74"/>
                      <a:pt x="106" y="0"/>
                      <a:pt x="155" y="11"/>
                    </a:cubicBezTo>
                    <a:cubicBezTo>
                      <a:pt x="177" y="16"/>
                      <a:pt x="193" y="37"/>
                      <a:pt x="202" y="68"/>
                    </a:cubicBezTo>
                    <a:close/>
                  </a:path>
                </a:pathLst>
              </a:custGeom>
              <a:solidFill>
                <a:srgbClr val="FF37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7" name="iśľiḓé" descr="a31fcff4-866e-437a-95b5-b7a2d2424628">
                <a:extLst>
                  <a:ext uri="{FF2B5EF4-FFF2-40B4-BE49-F238E27FC236}">
                    <a16:creationId xmlns:a16="http://schemas.microsoft.com/office/drawing/2014/main" id="{D29A8A08-E578-DE6B-F8CD-7F0B81D99FB1}"/>
                  </a:ext>
                </a:extLst>
              </p:cNvPr>
              <p:cNvSpPr/>
              <p:nvPr/>
            </p:nvSpPr>
            <p:spPr bwMode="auto">
              <a:xfrm rot="309616" flipH="1">
                <a:off x="4073905" y="2470569"/>
                <a:ext cx="637982" cy="1500439"/>
              </a:xfrm>
              <a:custGeom>
                <a:avLst/>
                <a:gdLst>
                  <a:gd name="T0" fmla="*/ 112 w 136"/>
                  <a:gd name="T1" fmla="*/ 0 h 320"/>
                  <a:gd name="T2" fmla="*/ 130 w 136"/>
                  <a:gd name="T3" fmla="*/ 123 h 320"/>
                  <a:gd name="T4" fmla="*/ 79 w 136"/>
                  <a:gd name="T5" fmla="*/ 117 h 320"/>
                  <a:gd name="T6" fmla="*/ 72 w 136"/>
                  <a:gd name="T7" fmla="*/ 130 h 320"/>
                  <a:gd name="T8" fmla="*/ 64 w 136"/>
                  <a:gd name="T9" fmla="*/ 130 h 320"/>
                  <a:gd name="T10" fmla="*/ 62 w 136"/>
                  <a:gd name="T11" fmla="*/ 130 h 320"/>
                  <a:gd name="T12" fmla="*/ 62 w 136"/>
                  <a:gd name="T13" fmla="*/ 130 h 320"/>
                  <a:gd name="T14" fmla="*/ 46 w 136"/>
                  <a:gd name="T15" fmla="*/ 155 h 320"/>
                  <a:gd name="T16" fmla="*/ 49 w 136"/>
                  <a:gd name="T17" fmla="*/ 185 h 320"/>
                  <a:gd name="T18" fmla="*/ 56 w 136"/>
                  <a:gd name="T19" fmla="*/ 190 h 320"/>
                  <a:gd name="T20" fmla="*/ 57 w 136"/>
                  <a:gd name="T21" fmla="*/ 204 h 320"/>
                  <a:gd name="T22" fmla="*/ 103 w 136"/>
                  <a:gd name="T23" fmla="*/ 230 h 320"/>
                  <a:gd name="T24" fmla="*/ 103 w 136"/>
                  <a:gd name="T25" fmla="*/ 230 h 320"/>
                  <a:gd name="T26" fmla="*/ 23 w 136"/>
                  <a:gd name="T27" fmla="*/ 320 h 320"/>
                  <a:gd name="T28" fmla="*/ 9 w 136"/>
                  <a:gd name="T29" fmla="*/ 289 h 320"/>
                  <a:gd name="T30" fmla="*/ 5 w 136"/>
                  <a:gd name="T31" fmla="*/ 181 h 320"/>
                  <a:gd name="T32" fmla="*/ 37 w 136"/>
                  <a:gd name="T33" fmla="*/ 77 h 320"/>
                  <a:gd name="T34" fmla="*/ 112 w 136"/>
                  <a:gd name="T35" fmla="*/ 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6" h="320">
                    <a:moveTo>
                      <a:pt x="112" y="0"/>
                    </a:moveTo>
                    <a:cubicBezTo>
                      <a:pt x="129" y="24"/>
                      <a:pt x="136" y="69"/>
                      <a:pt x="130" y="123"/>
                    </a:cubicBezTo>
                    <a:cubicBezTo>
                      <a:pt x="79" y="117"/>
                      <a:pt x="79" y="117"/>
                      <a:pt x="79" y="117"/>
                    </a:cubicBezTo>
                    <a:cubicBezTo>
                      <a:pt x="79" y="117"/>
                      <a:pt x="76" y="122"/>
                      <a:pt x="72" y="130"/>
                    </a:cubicBezTo>
                    <a:cubicBezTo>
                      <a:pt x="64" y="130"/>
                      <a:pt x="64" y="130"/>
                      <a:pt x="64" y="130"/>
                    </a:cubicBezTo>
                    <a:cubicBezTo>
                      <a:pt x="63" y="130"/>
                      <a:pt x="62" y="130"/>
                      <a:pt x="62" y="130"/>
                    </a:cubicBezTo>
                    <a:cubicBezTo>
                      <a:pt x="62" y="130"/>
                      <a:pt x="62" y="130"/>
                      <a:pt x="62" y="130"/>
                    </a:cubicBezTo>
                    <a:cubicBezTo>
                      <a:pt x="57" y="131"/>
                      <a:pt x="50" y="141"/>
                      <a:pt x="46" y="155"/>
                    </a:cubicBezTo>
                    <a:cubicBezTo>
                      <a:pt x="42" y="170"/>
                      <a:pt x="43" y="183"/>
                      <a:pt x="49" y="185"/>
                    </a:cubicBezTo>
                    <a:cubicBezTo>
                      <a:pt x="56" y="190"/>
                      <a:pt x="56" y="190"/>
                      <a:pt x="56" y="190"/>
                    </a:cubicBezTo>
                    <a:cubicBezTo>
                      <a:pt x="56" y="194"/>
                      <a:pt x="56" y="199"/>
                      <a:pt x="57" y="204"/>
                    </a:cubicBezTo>
                    <a:cubicBezTo>
                      <a:pt x="103" y="230"/>
                      <a:pt x="103" y="230"/>
                      <a:pt x="103" y="230"/>
                    </a:cubicBezTo>
                    <a:cubicBezTo>
                      <a:pt x="103" y="230"/>
                      <a:pt x="103" y="230"/>
                      <a:pt x="103" y="230"/>
                    </a:cubicBezTo>
                    <a:cubicBezTo>
                      <a:pt x="81" y="282"/>
                      <a:pt x="50" y="317"/>
                      <a:pt x="23" y="320"/>
                    </a:cubicBezTo>
                    <a:cubicBezTo>
                      <a:pt x="16" y="311"/>
                      <a:pt x="12" y="300"/>
                      <a:pt x="9" y="289"/>
                    </a:cubicBezTo>
                    <a:cubicBezTo>
                      <a:pt x="0" y="254"/>
                      <a:pt x="0" y="217"/>
                      <a:pt x="5" y="181"/>
                    </a:cubicBezTo>
                    <a:cubicBezTo>
                      <a:pt x="10" y="145"/>
                      <a:pt x="20" y="109"/>
                      <a:pt x="37" y="77"/>
                    </a:cubicBezTo>
                    <a:cubicBezTo>
                      <a:pt x="54" y="45"/>
                      <a:pt x="80" y="17"/>
                      <a:pt x="112" y="0"/>
                    </a:cubicBez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8" name="ïSḻïḍê" descr="71a12b3f-2ff7-4f26-9f27-d64cfdafe4d6">
                <a:extLst>
                  <a:ext uri="{FF2B5EF4-FFF2-40B4-BE49-F238E27FC236}">
                    <a16:creationId xmlns:a16="http://schemas.microsoft.com/office/drawing/2014/main" id="{BF63403A-0257-68D0-5147-47EB97CF6E96}"/>
                  </a:ext>
                </a:extLst>
              </p:cNvPr>
              <p:cNvSpPr/>
              <p:nvPr/>
            </p:nvSpPr>
            <p:spPr bwMode="auto">
              <a:xfrm rot="309616" flipH="1">
                <a:off x="4096727" y="3009125"/>
                <a:ext cx="347051" cy="528698"/>
              </a:xfrm>
              <a:custGeom>
                <a:avLst/>
                <a:gdLst>
                  <a:gd name="T0" fmla="*/ 23 w 74"/>
                  <a:gd name="T1" fmla="*/ 0 h 113"/>
                  <a:gd name="T2" fmla="*/ 74 w 74"/>
                  <a:gd name="T3" fmla="*/ 6 h 113"/>
                  <a:gd name="T4" fmla="*/ 67 w 74"/>
                  <a:gd name="T5" fmla="*/ 51 h 113"/>
                  <a:gd name="T6" fmla="*/ 47 w 74"/>
                  <a:gd name="T7" fmla="*/ 113 h 113"/>
                  <a:gd name="T8" fmla="*/ 47 w 74"/>
                  <a:gd name="T9" fmla="*/ 113 h 113"/>
                  <a:gd name="T10" fmla="*/ 1 w 74"/>
                  <a:gd name="T11" fmla="*/ 87 h 113"/>
                  <a:gd name="T12" fmla="*/ 0 w 74"/>
                  <a:gd name="T13" fmla="*/ 73 h 113"/>
                  <a:gd name="T14" fmla="*/ 8 w 74"/>
                  <a:gd name="T15" fmla="*/ 78 h 113"/>
                  <a:gd name="T16" fmla="*/ 24 w 74"/>
                  <a:gd name="T17" fmla="*/ 47 h 113"/>
                  <a:gd name="T18" fmla="*/ 24 w 74"/>
                  <a:gd name="T19" fmla="*/ 13 h 113"/>
                  <a:gd name="T20" fmla="*/ 16 w 74"/>
                  <a:gd name="T21" fmla="*/ 13 h 113"/>
                  <a:gd name="T22" fmla="*/ 23 w 74"/>
                  <a:gd name="T23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4" h="113">
                    <a:moveTo>
                      <a:pt x="23" y="0"/>
                    </a:moveTo>
                    <a:cubicBezTo>
                      <a:pt x="74" y="6"/>
                      <a:pt x="74" y="6"/>
                      <a:pt x="74" y="6"/>
                    </a:cubicBezTo>
                    <a:cubicBezTo>
                      <a:pt x="73" y="20"/>
                      <a:pt x="70" y="36"/>
                      <a:pt x="67" y="51"/>
                    </a:cubicBezTo>
                    <a:cubicBezTo>
                      <a:pt x="61" y="74"/>
                      <a:pt x="55" y="94"/>
                      <a:pt x="47" y="113"/>
                    </a:cubicBezTo>
                    <a:cubicBezTo>
                      <a:pt x="47" y="113"/>
                      <a:pt x="47" y="113"/>
                      <a:pt x="47" y="113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0" y="82"/>
                      <a:pt x="0" y="77"/>
                      <a:pt x="0" y="73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8" y="78"/>
                      <a:pt x="19" y="67"/>
                      <a:pt x="24" y="47"/>
                    </a:cubicBezTo>
                    <a:cubicBezTo>
                      <a:pt x="30" y="27"/>
                      <a:pt x="24" y="13"/>
                      <a:pt x="24" y="13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20" y="5"/>
                      <a:pt x="23" y="0"/>
                      <a:pt x="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9" name="išľidé" descr="12f23dd8-b1be-47f4-af08-d52ea56c47f1">
                <a:extLst>
                  <a:ext uri="{FF2B5EF4-FFF2-40B4-BE49-F238E27FC236}">
                    <a16:creationId xmlns:a16="http://schemas.microsoft.com/office/drawing/2014/main" id="{674080D3-7FA7-4DDF-6979-D33970E3F3F9}"/>
                  </a:ext>
                </a:extLst>
              </p:cNvPr>
              <p:cNvSpPr/>
              <p:nvPr/>
            </p:nvSpPr>
            <p:spPr bwMode="auto">
              <a:xfrm rot="309616" flipH="1">
                <a:off x="4190554" y="2368209"/>
                <a:ext cx="726592" cy="1621538"/>
              </a:xfrm>
              <a:custGeom>
                <a:avLst/>
                <a:gdLst>
                  <a:gd name="T0" fmla="*/ 132 w 155"/>
                  <a:gd name="T1" fmla="*/ 9 h 346"/>
                  <a:gd name="T2" fmla="*/ 155 w 155"/>
                  <a:gd name="T3" fmla="*/ 25 h 346"/>
                  <a:gd name="T4" fmla="*/ 80 w 155"/>
                  <a:gd name="T5" fmla="*/ 102 h 346"/>
                  <a:gd name="T6" fmla="*/ 48 w 155"/>
                  <a:gd name="T7" fmla="*/ 206 h 346"/>
                  <a:gd name="T8" fmla="*/ 52 w 155"/>
                  <a:gd name="T9" fmla="*/ 314 h 346"/>
                  <a:gd name="T10" fmla="*/ 66 w 155"/>
                  <a:gd name="T11" fmla="*/ 345 h 346"/>
                  <a:gd name="T12" fmla="*/ 55 w 155"/>
                  <a:gd name="T13" fmla="*/ 345 h 346"/>
                  <a:gd name="T14" fmla="*/ 21 w 155"/>
                  <a:gd name="T15" fmla="*/ 160 h 346"/>
                  <a:gd name="T16" fmla="*/ 132 w 155"/>
                  <a:gd name="T17" fmla="*/ 9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" h="346">
                    <a:moveTo>
                      <a:pt x="132" y="9"/>
                    </a:moveTo>
                    <a:cubicBezTo>
                      <a:pt x="141" y="11"/>
                      <a:pt x="149" y="17"/>
                      <a:pt x="155" y="25"/>
                    </a:cubicBezTo>
                    <a:cubicBezTo>
                      <a:pt x="123" y="42"/>
                      <a:pt x="97" y="70"/>
                      <a:pt x="80" y="102"/>
                    </a:cubicBezTo>
                    <a:cubicBezTo>
                      <a:pt x="63" y="134"/>
                      <a:pt x="53" y="170"/>
                      <a:pt x="48" y="206"/>
                    </a:cubicBezTo>
                    <a:cubicBezTo>
                      <a:pt x="43" y="242"/>
                      <a:pt x="43" y="279"/>
                      <a:pt x="52" y="314"/>
                    </a:cubicBezTo>
                    <a:cubicBezTo>
                      <a:pt x="55" y="325"/>
                      <a:pt x="59" y="336"/>
                      <a:pt x="66" y="345"/>
                    </a:cubicBezTo>
                    <a:cubicBezTo>
                      <a:pt x="62" y="346"/>
                      <a:pt x="58" y="345"/>
                      <a:pt x="55" y="345"/>
                    </a:cubicBezTo>
                    <a:cubicBezTo>
                      <a:pt x="15" y="335"/>
                      <a:pt x="0" y="253"/>
                      <a:pt x="21" y="160"/>
                    </a:cubicBezTo>
                    <a:cubicBezTo>
                      <a:pt x="43" y="67"/>
                      <a:pt x="92" y="0"/>
                      <a:pt x="132" y="9"/>
                    </a:cubicBezTo>
                    <a:close/>
                  </a:path>
                </a:pathLst>
              </a:custGeom>
              <a:solidFill>
                <a:srgbClr val="E0E2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0" name="îŝḻîďè" descr="adcb1d96-0e84-42c1-b901-8a1ae15e70d0">
                <a:extLst>
                  <a:ext uri="{FF2B5EF4-FFF2-40B4-BE49-F238E27FC236}">
                    <a16:creationId xmlns:a16="http://schemas.microsoft.com/office/drawing/2014/main" id="{C3BA3003-C12D-39B4-0802-639A33C4753B}"/>
                  </a:ext>
                </a:extLst>
              </p:cNvPr>
              <p:cNvSpPr/>
              <p:nvPr/>
            </p:nvSpPr>
            <p:spPr bwMode="auto">
              <a:xfrm rot="309616" flipH="1">
                <a:off x="4307712" y="3079182"/>
                <a:ext cx="140297" cy="304223"/>
              </a:xfrm>
              <a:custGeom>
                <a:avLst/>
                <a:gdLst>
                  <a:gd name="T0" fmla="*/ 24 w 30"/>
                  <a:gd name="T1" fmla="*/ 0 h 65"/>
                  <a:gd name="T2" fmla="*/ 24 w 30"/>
                  <a:gd name="T3" fmla="*/ 34 h 65"/>
                  <a:gd name="T4" fmla="*/ 8 w 30"/>
                  <a:gd name="T5" fmla="*/ 65 h 65"/>
                  <a:gd name="T6" fmla="*/ 0 w 30"/>
                  <a:gd name="T7" fmla="*/ 60 h 65"/>
                  <a:gd name="T8" fmla="*/ 1 w 30"/>
                  <a:gd name="T9" fmla="*/ 50 h 65"/>
                  <a:gd name="T10" fmla="*/ 10 w 30"/>
                  <a:gd name="T11" fmla="*/ 30 h 65"/>
                  <a:gd name="T12" fmla="*/ 12 w 30"/>
                  <a:gd name="T13" fmla="*/ 7 h 65"/>
                  <a:gd name="T14" fmla="*/ 16 w 30"/>
                  <a:gd name="T15" fmla="*/ 0 h 65"/>
                  <a:gd name="T16" fmla="*/ 24 w 30"/>
                  <a:gd name="T1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65">
                    <a:moveTo>
                      <a:pt x="24" y="0"/>
                    </a:moveTo>
                    <a:cubicBezTo>
                      <a:pt x="24" y="0"/>
                      <a:pt x="30" y="14"/>
                      <a:pt x="24" y="34"/>
                    </a:cubicBezTo>
                    <a:cubicBezTo>
                      <a:pt x="19" y="54"/>
                      <a:pt x="8" y="65"/>
                      <a:pt x="8" y="65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7"/>
                      <a:pt x="1" y="53"/>
                      <a:pt x="1" y="50"/>
                    </a:cubicBezTo>
                    <a:cubicBezTo>
                      <a:pt x="4" y="46"/>
                      <a:pt x="8" y="38"/>
                      <a:pt x="10" y="30"/>
                    </a:cubicBezTo>
                    <a:cubicBezTo>
                      <a:pt x="13" y="21"/>
                      <a:pt x="13" y="13"/>
                      <a:pt x="12" y="7"/>
                    </a:cubicBezTo>
                    <a:cubicBezTo>
                      <a:pt x="13" y="4"/>
                      <a:pt x="15" y="2"/>
                      <a:pt x="16" y="0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F37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1" name="iṣļîdê" descr="5d4e1ef0-945c-4a59-b091-71b304d3b905">
                <a:extLst>
                  <a:ext uri="{FF2B5EF4-FFF2-40B4-BE49-F238E27FC236}">
                    <a16:creationId xmlns:a16="http://schemas.microsoft.com/office/drawing/2014/main" id="{033EACAA-19D1-709C-CEDA-9554741E7084}"/>
                  </a:ext>
                </a:extLst>
              </p:cNvPr>
              <p:cNvSpPr/>
              <p:nvPr/>
            </p:nvSpPr>
            <p:spPr bwMode="auto">
              <a:xfrm rot="309616" flipH="1">
                <a:off x="4384857" y="3080927"/>
                <a:ext cx="36921" cy="32490"/>
              </a:xfrm>
              <a:custGeom>
                <a:avLst/>
                <a:gdLst>
                  <a:gd name="T0" fmla="*/ 0 w 8"/>
                  <a:gd name="T1" fmla="*/ 0 h 7"/>
                  <a:gd name="T2" fmla="*/ 8 w 8"/>
                  <a:gd name="T3" fmla="*/ 0 h 7"/>
                  <a:gd name="T4" fmla="*/ 4 w 8"/>
                  <a:gd name="T5" fmla="*/ 7 h 7"/>
                  <a:gd name="T6" fmla="*/ 0 w 8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7">
                    <a:moveTo>
                      <a:pt x="0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7" y="2"/>
                      <a:pt x="5" y="4"/>
                      <a:pt x="4" y="7"/>
                    </a:cubicBezTo>
                    <a:cubicBezTo>
                      <a:pt x="4" y="3"/>
                      <a:pt x="2" y="0"/>
                      <a:pt x="0" y="0"/>
                    </a:cubicBezTo>
                    <a:close/>
                  </a:path>
                </a:pathLst>
              </a:custGeom>
              <a:solidFill>
                <a:srgbClr val="FF37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2" name="ïṧḻíḋê" descr="fa8eabfa-9ec0-4cf4-a658-80ff072478f6">
                <a:extLst>
                  <a:ext uri="{FF2B5EF4-FFF2-40B4-BE49-F238E27FC236}">
                    <a16:creationId xmlns:a16="http://schemas.microsoft.com/office/drawing/2014/main" id="{91F688E6-8E31-4EE0-6C5D-4A1FF1B0542C}"/>
                  </a:ext>
                </a:extLst>
              </p:cNvPr>
              <p:cNvSpPr/>
              <p:nvPr/>
            </p:nvSpPr>
            <p:spPr bwMode="auto">
              <a:xfrm rot="309616" flipH="1">
                <a:off x="4389033" y="3115136"/>
                <a:ext cx="56119" cy="200846"/>
              </a:xfrm>
              <a:custGeom>
                <a:avLst/>
                <a:gdLst>
                  <a:gd name="T0" fmla="*/ 11 w 12"/>
                  <a:gd name="T1" fmla="*/ 0 h 43"/>
                  <a:gd name="T2" fmla="*/ 9 w 12"/>
                  <a:gd name="T3" fmla="*/ 23 h 43"/>
                  <a:gd name="T4" fmla="*/ 0 w 12"/>
                  <a:gd name="T5" fmla="*/ 43 h 43"/>
                  <a:gd name="T6" fmla="*/ 11 w 12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43">
                    <a:moveTo>
                      <a:pt x="11" y="0"/>
                    </a:moveTo>
                    <a:cubicBezTo>
                      <a:pt x="12" y="6"/>
                      <a:pt x="12" y="14"/>
                      <a:pt x="9" y="23"/>
                    </a:cubicBezTo>
                    <a:cubicBezTo>
                      <a:pt x="7" y="31"/>
                      <a:pt x="3" y="39"/>
                      <a:pt x="0" y="43"/>
                    </a:cubicBezTo>
                    <a:cubicBezTo>
                      <a:pt x="1" y="26"/>
                      <a:pt x="6" y="11"/>
                      <a:pt x="11" y="0"/>
                    </a:cubicBezTo>
                    <a:close/>
                  </a:path>
                </a:pathLst>
              </a:custGeom>
              <a:solidFill>
                <a:srgbClr val="D61A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3" name="iśḻiḍé" descr="3ad48692-1bc3-4189-ab7c-77f6964386b6">
                <a:extLst>
                  <a:ext uri="{FF2B5EF4-FFF2-40B4-BE49-F238E27FC236}">
                    <a16:creationId xmlns:a16="http://schemas.microsoft.com/office/drawing/2014/main" id="{E0C57C39-15B8-1494-62DA-D88C06939F71}"/>
                  </a:ext>
                </a:extLst>
              </p:cNvPr>
              <p:cNvSpPr/>
              <p:nvPr/>
            </p:nvSpPr>
            <p:spPr bwMode="auto">
              <a:xfrm rot="309616" flipH="1">
                <a:off x="4393715" y="3085985"/>
                <a:ext cx="121099" cy="256965"/>
              </a:xfrm>
              <a:custGeom>
                <a:avLst/>
                <a:gdLst>
                  <a:gd name="T0" fmla="*/ 22 w 26"/>
                  <a:gd name="T1" fmla="*/ 0 h 55"/>
                  <a:gd name="T2" fmla="*/ 26 w 26"/>
                  <a:gd name="T3" fmla="*/ 7 h 55"/>
                  <a:gd name="T4" fmla="*/ 15 w 26"/>
                  <a:gd name="T5" fmla="*/ 50 h 55"/>
                  <a:gd name="T6" fmla="*/ 7 w 26"/>
                  <a:gd name="T7" fmla="*/ 55 h 55"/>
                  <a:gd name="T8" fmla="*/ 4 w 26"/>
                  <a:gd name="T9" fmla="*/ 25 h 55"/>
                  <a:gd name="T10" fmla="*/ 20 w 26"/>
                  <a:gd name="T11" fmla="*/ 0 h 55"/>
                  <a:gd name="T12" fmla="*/ 20 w 26"/>
                  <a:gd name="T13" fmla="*/ 0 h 55"/>
                  <a:gd name="T14" fmla="*/ 22 w 26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55">
                    <a:moveTo>
                      <a:pt x="22" y="0"/>
                    </a:moveTo>
                    <a:cubicBezTo>
                      <a:pt x="24" y="0"/>
                      <a:pt x="26" y="3"/>
                      <a:pt x="26" y="7"/>
                    </a:cubicBezTo>
                    <a:cubicBezTo>
                      <a:pt x="21" y="18"/>
                      <a:pt x="16" y="33"/>
                      <a:pt x="15" y="50"/>
                    </a:cubicBezTo>
                    <a:cubicBezTo>
                      <a:pt x="12" y="54"/>
                      <a:pt x="9" y="55"/>
                      <a:pt x="7" y="55"/>
                    </a:cubicBezTo>
                    <a:cubicBezTo>
                      <a:pt x="1" y="53"/>
                      <a:pt x="0" y="40"/>
                      <a:pt x="4" y="25"/>
                    </a:cubicBezTo>
                    <a:cubicBezTo>
                      <a:pt x="8" y="11"/>
                      <a:pt x="15" y="1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D61A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4" name="iṧḷîḋé" descr="6ce0e112-6065-4950-b910-652585a48be2">
                <a:extLst>
                  <a:ext uri="{FF2B5EF4-FFF2-40B4-BE49-F238E27FC236}">
                    <a16:creationId xmlns:a16="http://schemas.microsoft.com/office/drawing/2014/main" id="{41810C99-1EF8-DD55-C16C-A4CEFBABA60F}"/>
                  </a:ext>
                </a:extLst>
              </p:cNvPr>
              <p:cNvSpPr/>
              <p:nvPr/>
            </p:nvSpPr>
            <p:spPr bwMode="auto">
              <a:xfrm rot="309616" flipH="1">
                <a:off x="4433806" y="3319664"/>
                <a:ext cx="36921" cy="47258"/>
              </a:xfrm>
              <a:custGeom>
                <a:avLst/>
                <a:gdLst>
                  <a:gd name="T0" fmla="*/ 8 w 8"/>
                  <a:gd name="T1" fmla="*/ 0 h 10"/>
                  <a:gd name="T2" fmla="*/ 7 w 8"/>
                  <a:gd name="T3" fmla="*/ 10 h 10"/>
                  <a:gd name="T4" fmla="*/ 0 w 8"/>
                  <a:gd name="T5" fmla="*/ 5 h 10"/>
                  <a:gd name="T6" fmla="*/ 8 w 8"/>
                  <a:gd name="T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10">
                    <a:moveTo>
                      <a:pt x="8" y="0"/>
                    </a:moveTo>
                    <a:cubicBezTo>
                      <a:pt x="8" y="3"/>
                      <a:pt x="7" y="7"/>
                      <a:pt x="7" y="1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5" y="4"/>
                      <a:pt x="8" y="0"/>
                    </a:cubicBezTo>
                    <a:close/>
                  </a:path>
                </a:pathLst>
              </a:custGeom>
              <a:solidFill>
                <a:srgbClr val="FF37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5" name="ïšḻíďè" descr="0f912408-384e-4593-8e05-749bd1579b3d">
                <a:extLst>
                  <a:ext uri="{FF2B5EF4-FFF2-40B4-BE49-F238E27FC236}">
                    <a16:creationId xmlns:a16="http://schemas.microsoft.com/office/drawing/2014/main" id="{8DE6A076-EC5E-A42A-8AB2-C36EEBC1C703}"/>
                  </a:ext>
                </a:extLst>
              </p:cNvPr>
              <p:cNvSpPr/>
              <p:nvPr/>
            </p:nvSpPr>
            <p:spPr bwMode="auto">
              <a:xfrm rot="309616" flipH="1">
                <a:off x="3201596" y="4266059"/>
                <a:ext cx="680810" cy="1270057"/>
              </a:xfrm>
              <a:custGeom>
                <a:avLst/>
                <a:gdLst>
                  <a:gd name="T0" fmla="*/ 107 w 145"/>
                  <a:gd name="T1" fmla="*/ 270 h 271"/>
                  <a:gd name="T2" fmla="*/ 103 w 145"/>
                  <a:gd name="T3" fmla="*/ 269 h 271"/>
                  <a:gd name="T4" fmla="*/ 103 w 145"/>
                  <a:gd name="T5" fmla="*/ 268 h 271"/>
                  <a:gd name="T6" fmla="*/ 100 w 145"/>
                  <a:gd name="T7" fmla="*/ 218 h 271"/>
                  <a:gd name="T8" fmla="*/ 100 w 145"/>
                  <a:gd name="T9" fmla="*/ 161 h 271"/>
                  <a:gd name="T10" fmla="*/ 83 w 145"/>
                  <a:gd name="T11" fmla="*/ 56 h 271"/>
                  <a:gd name="T12" fmla="*/ 82 w 145"/>
                  <a:gd name="T13" fmla="*/ 53 h 271"/>
                  <a:gd name="T14" fmla="*/ 73 w 145"/>
                  <a:gd name="T15" fmla="*/ 51 h 271"/>
                  <a:gd name="T16" fmla="*/ 72 w 145"/>
                  <a:gd name="T17" fmla="*/ 51 h 271"/>
                  <a:gd name="T18" fmla="*/ 54 w 145"/>
                  <a:gd name="T19" fmla="*/ 111 h 271"/>
                  <a:gd name="T20" fmla="*/ 35 w 145"/>
                  <a:gd name="T21" fmla="*/ 208 h 271"/>
                  <a:gd name="T22" fmla="*/ 30 w 145"/>
                  <a:gd name="T23" fmla="*/ 242 h 271"/>
                  <a:gd name="T24" fmla="*/ 24 w 145"/>
                  <a:gd name="T25" fmla="*/ 269 h 271"/>
                  <a:gd name="T26" fmla="*/ 23 w 145"/>
                  <a:gd name="T27" fmla="*/ 269 h 271"/>
                  <a:gd name="T28" fmla="*/ 21 w 145"/>
                  <a:gd name="T29" fmla="*/ 269 h 271"/>
                  <a:gd name="T30" fmla="*/ 10 w 145"/>
                  <a:gd name="T31" fmla="*/ 265 h 271"/>
                  <a:gd name="T32" fmla="*/ 0 w 145"/>
                  <a:gd name="T33" fmla="*/ 259 h 271"/>
                  <a:gd name="T34" fmla="*/ 1 w 145"/>
                  <a:gd name="T35" fmla="*/ 253 h 271"/>
                  <a:gd name="T36" fmla="*/ 30 w 145"/>
                  <a:gd name="T37" fmla="*/ 0 h 271"/>
                  <a:gd name="T38" fmla="*/ 31 w 145"/>
                  <a:gd name="T39" fmla="*/ 1 h 271"/>
                  <a:gd name="T40" fmla="*/ 34 w 145"/>
                  <a:gd name="T41" fmla="*/ 6 h 271"/>
                  <a:gd name="T42" fmla="*/ 57 w 145"/>
                  <a:gd name="T43" fmla="*/ 34 h 271"/>
                  <a:gd name="T44" fmla="*/ 59 w 145"/>
                  <a:gd name="T45" fmla="*/ 36 h 271"/>
                  <a:gd name="T46" fmla="*/ 64 w 145"/>
                  <a:gd name="T47" fmla="*/ 34 h 271"/>
                  <a:gd name="T48" fmla="*/ 85 w 145"/>
                  <a:gd name="T49" fmla="*/ 17 h 271"/>
                  <a:gd name="T50" fmla="*/ 88 w 145"/>
                  <a:gd name="T51" fmla="*/ 16 h 271"/>
                  <a:gd name="T52" fmla="*/ 90 w 145"/>
                  <a:gd name="T53" fmla="*/ 17 h 271"/>
                  <a:gd name="T54" fmla="*/ 115 w 145"/>
                  <a:gd name="T55" fmla="*/ 37 h 271"/>
                  <a:gd name="T56" fmla="*/ 133 w 145"/>
                  <a:gd name="T57" fmla="*/ 6 h 271"/>
                  <a:gd name="T58" fmla="*/ 134 w 145"/>
                  <a:gd name="T59" fmla="*/ 2 h 271"/>
                  <a:gd name="T60" fmla="*/ 138 w 145"/>
                  <a:gd name="T61" fmla="*/ 109 h 271"/>
                  <a:gd name="T62" fmla="*/ 130 w 145"/>
                  <a:gd name="T63" fmla="*/ 257 h 271"/>
                  <a:gd name="T64" fmla="*/ 130 w 145"/>
                  <a:gd name="T65" fmla="*/ 266 h 271"/>
                  <a:gd name="T66" fmla="*/ 130 w 145"/>
                  <a:gd name="T67" fmla="*/ 266 h 271"/>
                  <a:gd name="T68" fmla="*/ 107 w 145"/>
                  <a:gd name="T69" fmla="*/ 27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5" h="271">
                    <a:moveTo>
                      <a:pt x="107" y="270"/>
                    </a:moveTo>
                    <a:cubicBezTo>
                      <a:pt x="105" y="269"/>
                      <a:pt x="104" y="269"/>
                      <a:pt x="103" y="269"/>
                    </a:cubicBezTo>
                    <a:cubicBezTo>
                      <a:pt x="103" y="268"/>
                      <a:pt x="103" y="268"/>
                      <a:pt x="103" y="268"/>
                    </a:cubicBezTo>
                    <a:cubicBezTo>
                      <a:pt x="101" y="252"/>
                      <a:pt x="100" y="235"/>
                      <a:pt x="100" y="218"/>
                    </a:cubicBezTo>
                    <a:cubicBezTo>
                      <a:pt x="100" y="199"/>
                      <a:pt x="100" y="180"/>
                      <a:pt x="100" y="161"/>
                    </a:cubicBezTo>
                    <a:cubicBezTo>
                      <a:pt x="99" y="125"/>
                      <a:pt x="93" y="90"/>
                      <a:pt x="83" y="56"/>
                    </a:cubicBezTo>
                    <a:cubicBezTo>
                      <a:pt x="82" y="55"/>
                      <a:pt x="82" y="54"/>
                      <a:pt x="82" y="53"/>
                    </a:cubicBezTo>
                    <a:cubicBezTo>
                      <a:pt x="80" y="51"/>
                      <a:pt x="76" y="51"/>
                      <a:pt x="73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68" y="72"/>
                      <a:pt x="60" y="91"/>
                      <a:pt x="54" y="111"/>
                    </a:cubicBezTo>
                    <a:cubicBezTo>
                      <a:pt x="44" y="143"/>
                      <a:pt x="39" y="175"/>
                      <a:pt x="35" y="208"/>
                    </a:cubicBezTo>
                    <a:cubicBezTo>
                      <a:pt x="33" y="220"/>
                      <a:pt x="32" y="231"/>
                      <a:pt x="30" y="242"/>
                    </a:cubicBezTo>
                    <a:cubicBezTo>
                      <a:pt x="28" y="251"/>
                      <a:pt x="24" y="260"/>
                      <a:pt x="24" y="269"/>
                    </a:cubicBezTo>
                    <a:cubicBezTo>
                      <a:pt x="23" y="269"/>
                      <a:pt x="23" y="269"/>
                      <a:pt x="23" y="269"/>
                    </a:cubicBezTo>
                    <a:cubicBezTo>
                      <a:pt x="22" y="269"/>
                      <a:pt x="22" y="269"/>
                      <a:pt x="21" y="269"/>
                    </a:cubicBezTo>
                    <a:cubicBezTo>
                      <a:pt x="17" y="268"/>
                      <a:pt x="13" y="267"/>
                      <a:pt x="10" y="265"/>
                    </a:cubicBezTo>
                    <a:cubicBezTo>
                      <a:pt x="6" y="264"/>
                      <a:pt x="3" y="262"/>
                      <a:pt x="0" y="259"/>
                    </a:cubicBezTo>
                    <a:cubicBezTo>
                      <a:pt x="0" y="257"/>
                      <a:pt x="0" y="255"/>
                      <a:pt x="1" y="253"/>
                    </a:cubicBezTo>
                    <a:cubicBezTo>
                      <a:pt x="6" y="168"/>
                      <a:pt x="16" y="83"/>
                      <a:pt x="30" y="0"/>
                    </a:cubicBezTo>
                    <a:cubicBezTo>
                      <a:pt x="30" y="0"/>
                      <a:pt x="30" y="1"/>
                      <a:pt x="31" y="1"/>
                    </a:cubicBezTo>
                    <a:cubicBezTo>
                      <a:pt x="31" y="3"/>
                      <a:pt x="32" y="4"/>
                      <a:pt x="34" y="6"/>
                    </a:cubicBezTo>
                    <a:cubicBezTo>
                      <a:pt x="41" y="15"/>
                      <a:pt x="49" y="24"/>
                      <a:pt x="57" y="34"/>
                    </a:cubicBezTo>
                    <a:cubicBezTo>
                      <a:pt x="58" y="35"/>
                      <a:pt x="58" y="36"/>
                      <a:pt x="59" y="36"/>
                    </a:cubicBezTo>
                    <a:cubicBezTo>
                      <a:pt x="61" y="36"/>
                      <a:pt x="63" y="35"/>
                      <a:pt x="64" y="34"/>
                    </a:cubicBezTo>
                    <a:cubicBezTo>
                      <a:pt x="71" y="28"/>
                      <a:pt x="78" y="23"/>
                      <a:pt x="85" y="17"/>
                    </a:cubicBezTo>
                    <a:cubicBezTo>
                      <a:pt x="86" y="17"/>
                      <a:pt x="86" y="16"/>
                      <a:pt x="88" y="16"/>
                    </a:cubicBezTo>
                    <a:cubicBezTo>
                      <a:pt x="88" y="16"/>
                      <a:pt x="89" y="17"/>
                      <a:pt x="90" y="17"/>
                    </a:cubicBezTo>
                    <a:cubicBezTo>
                      <a:pt x="98" y="23"/>
                      <a:pt x="107" y="30"/>
                      <a:pt x="115" y="37"/>
                    </a:cubicBezTo>
                    <a:cubicBezTo>
                      <a:pt x="121" y="27"/>
                      <a:pt x="127" y="17"/>
                      <a:pt x="133" y="6"/>
                    </a:cubicBezTo>
                    <a:cubicBezTo>
                      <a:pt x="133" y="5"/>
                      <a:pt x="134" y="4"/>
                      <a:pt x="134" y="2"/>
                    </a:cubicBezTo>
                    <a:cubicBezTo>
                      <a:pt x="145" y="37"/>
                      <a:pt x="141" y="74"/>
                      <a:pt x="138" y="109"/>
                    </a:cubicBezTo>
                    <a:cubicBezTo>
                      <a:pt x="134" y="158"/>
                      <a:pt x="132" y="208"/>
                      <a:pt x="130" y="257"/>
                    </a:cubicBezTo>
                    <a:cubicBezTo>
                      <a:pt x="130" y="260"/>
                      <a:pt x="130" y="263"/>
                      <a:pt x="130" y="266"/>
                    </a:cubicBezTo>
                    <a:cubicBezTo>
                      <a:pt x="130" y="266"/>
                      <a:pt x="130" y="266"/>
                      <a:pt x="130" y="266"/>
                    </a:cubicBezTo>
                    <a:cubicBezTo>
                      <a:pt x="123" y="270"/>
                      <a:pt x="115" y="271"/>
                      <a:pt x="107" y="270"/>
                    </a:cubicBezTo>
                    <a:close/>
                  </a:path>
                </a:pathLst>
              </a:custGeom>
              <a:solidFill>
                <a:srgbClr val="19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6" name="iṥ1ïḋê" descr="069e3374-9d5f-4a44-8ac4-4bbb03e02774">
                <a:extLst>
                  <a:ext uri="{FF2B5EF4-FFF2-40B4-BE49-F238E27FC236}">
                    <a16:creationId xmlns:a16="http://schemas.microsoft.com/office/drawing/2014/main" id="{B93112E7-0A73-8ED5-4359-470F0DD2726E}"/>
                  </a:ext>
                </a:extLst>
              </p:cNvPr>
              <p:cNvSpPr/>
              <p:nvPr/>
            </p:nvSpPr>
            <p:spPr bwMode="auto">
              <a:xfrm rot="309616" flipH="1">
                <a:off x="2703789" y="3562569"/>
                <a:ext cx="717730" cy="370680"/>
              </a:xfrm>
              <a:custGeom>
                <a:avLst/>
                <a:gdLst>
                  <a:gd name="T0" fmla="*/ 139 w 153"/>
                  <a:gd name="T1" fmla="*/ 64 h 79"/>
                  <a:gd name="T2" fmla="*/ 153 w 153"/>
                  <a:gd name="T3" fmla="*/ 69 h 79"/>
                  <a:gd name="T4" fmla="*/ 126 w 153"/>
                  <a:gd name="T5" fmla="*/ 75 h 79"/>
                  <a:gd name="T6" fmla="*/ 64 w 153"/>
                  <a:gd name="T7" fmla="*/ 78 h 79"/>
                  <a:gd name="T8" fmla="*/ 52 w 153"/>
                  <a:gd name="T9" fmla="*/ 77 h 79"/>
                  <a:gd name="T10" fmla="*/ 43 w 153"/>
                  <a:gd name="T11" fmla="*/ 72 h 79"/>
                  <a:gd name="T12" fmla="*/ 18 w 153"/>
                  <a:gd name="T13" fmla="*/ 51 h 79"/>
                  <a:gd name="T14" fmla="*/ 4 w 153"/>
                  <a:gd name="T15" fmla="*/ 31 h 79"/>
                  <a:gd name="T16" fmla="*/ 3 w 153"/>
                  <a:gd name="T17" fmla="*/ 11 h 79"/>
                  <a:gd name="T18" fmla="*/ 16 w 153"/>
                  <a:gd name="T19" fmla="*/ 0 h 79"/>
                  <a:gd name="T20" fmla="*/ 27 w 153"/>
                  <a:gd name="T21" fmla="*/ 6 h 79"/>
                  <a:gd name="T22" fmla="*/ 32 w 153"/>
                  <a:gd name="T23" fmla="*/ 14 h 79"/>
                  <a:gd name="T24" fmla="*/ 47 w 153"/>
                  <a:gd name="T25" fmla="*/ 42 h 79"/>
                  <a:gd name="T26" fmla="*/ 58 w 153"/>
                  <a:gd name="T27" fmla="*/ 49 h 79"/>
                  <a:gd name="T28" fmla="*/ 67 w 153"/>
                  <a:gd name="T29" fmla="*/ 51 h 79"/>
                  <a:gd name="T30" fmla="*/ 111 w 153"/>
                  <a:gd name="T31" fmla="*/ 58 h 79"/>
                  <a:gd name="T32" fmla="*/ 139 w 153"/>
                  <a:gd name="T33" fmla="*/ 6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3" h="79">
                    <a:moveTo>
                      <a:pt x="139" y="64"/>
                    </a:moveTo>
                    <a:cubicBezTo>
                      <a:pt x="144" y="65"/>
                      <a:pt x="149" y="66"/>
                      <a:pt x="153" y="69"/>
                    </a:cubicBezTo>
                    <a:cubicBezTo>
                      <a:pt x="144" y="72"/>
                      <a:pt x="135" y="73"/>
                      <a:pt x="126" y="75"/>
                    </a:cubicBezTo>
                    <a:cubicBezTo>
                      <a:pt x="106" y="78"/>
                      <a:pt x="85" y="77"/>
                      <a:pt x="64" y="78"/>
                    </a:cubicBezTo>
                    <a:cubicBezTo>
                      <a:pt x="60" y="78"/>
                      <a:pt x="56" y="79"/>
                      <a:pt x="52" y="77"/>
                    </a:cubicBezTo>
                    <a:cubicBezTo>
                      <a:pt x="48" y="76"/>
                      <a:pt x="45" y="74"/>
                      <a:pt x="43" y="72"/>
                    </a:cubicBezTo>
                    <a:cubicBezTo>
                      <a:pt x="34" y="65"/>
                      <a:pt x="25" y="59"/>
                      <a:pt x="18" y="51"/>
                    </a:cubicBezTo>
                    <a:cubicBezTo>
                      <a:pt x="12" y="46"/>
                      <a:pt x="7" y="39"/>
                      <a:pt x="4" y="31"/>
                    </a:cubicBezTo>
                    <a:cubicBezTo>
                      <a:pt x="2" y="25"/>
                      <a:pt x="0" y="18"/>
                      <a:pt x="3" y="11"/>
                    </a:cubicBezTo>
                    <a:cubicBezTo>
                      <a:pt x="5" y="5"/>
                      <a:pt x="10" y="1"/>
                      <a:pt x="16" y="0"/>
                    </a:cubicBezTo>
                    <a:cubicBezTo>
                      <a:pt x="20" y="1"/>
                      <a:pt x="24" y="3"/>
                      <a:pt x="27" y="6"/>
                    </a:cubicBezTo>
                    <a:cubicBezTo>
                      <a:pt x="29" y="8"/>
                      <a:pt x="31" y="11"/>
                      <a:pt x="32" y="14"/>
                    </a:cubicBezTo>
                    <a:cubicBezTo>
                      <a:pt x="37" y="23"/>
                      <a:pt x="42" y="32"/>
                      <a:pt x="47" y="42"/>
                    </a:cubicBezTo>
                    <a:cubicBezTo>
                      <a:pt x="49" y="46"/>
                      <a:pt x="53" y="47"/>
                      <a:pt x="58" y="49"/>
                    </a:cubicBezTo>
                    <a:cubicBezTo>
                      <a:pt x="61" y="51"/>
                      <a:pt x="63" y="50"/>
                      <a:pt x="67" y="51"/>
                    </a:cubicBezTo>
                    <a:cubicBezTo>
                      <a:pt x="81" y="52"/>
                      <a:pt x="97" y="56"/>
                      <a:pt x="111" y="58"/>
                    </a:cubicBezTo>
                    <a:cubicBezTo>
                      <a:pt x="121" y="59"/>
                      <a:pt x="129" y="63"/>
                      <a:pt x="139" y="64"/>
                    </a:cubicBezTo>
                    <a:close/>
                  </a:path>
                </a:pathLst>
              </a:custGeom>
              <a:solidFill>
                <a:srgbClr val="2C63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7" name="îṩ1îḑê" descr="dfe8e411-0d45-48a8-b552-54633b7c2cad">
                <a:extLst>
                  <a:ext uri="{FF2B5EF4-FFF2-40B4-BE49-F238E27FC236}">
                    <a16:creationId xmlns:a16="http://schemas.microsoft.com/office/drawing/2014/main" id="{17A8A8BD-310D-BB19-81D8-E2137FDE9941}"/>
                  </a:ext>
                </a:extLst>
              </p:cNvPr>
              <p:cNvSpPr/>
              <p:nvPr/>
            </p:nvSpPr>
            <p:spPr bwMode="auto">
              <a:xfrm rot="309616" flipH="1">
                <a:off x="3191398" y="5489401"/>
                <a:ext cx="131437" cy="75318"/>
              </a:xfrm>
              <a:custGeom>
                <a:avLst/>
                <a:gdLst>
                  <a:gd name="T0" fmla="*/ 23 w 28"/>
                  <a:gd name="T1" fmla="*/ 1 h 16"/>
                  <a:gd name="T2" fmla="*/ 28 w 28"/>
                  <a:gd name="T3" fmla="*/ 6 h 16"/>
                  <a:gd name="T4" fmla="*/ 24 w 28"/>
                  <a:gd name="T5" fmla="*/ 11 h 16"/>
                  <a:gd name="T6" fmla="*/ 10 w 28"/>
                  <a:gd name="T7" fmla="*/ 16 h 16"/>
                  <a:gd name="T8" fmla="*/ 6 w 28"/>
                  <a:gd name="T9" fmla="*/ 14 h 16"/>
                  <a:gd name="T10" fmla="*/ 4 w 28"/>
                  <a:gd name="T11" fmla="*/ 12 h 16"/>
                  <a:gd name="T12" fmla="*/ 0 w 28"/>
                  <a:gd name="T13" fmla="*/ 4 h 16"/>
                  <a:gd name="T14" fmla="*/ 23 w 28"/>
                  <a:gd name="T15" fmla="*/ 0 h 16"/>
                  <a:gd name="T16" fmla="*/ 23 w 28"/>
                  <a:gd name="T17" fmla="*/ 0 h 16"/>
                  <a:gd name="T18" fmla="*/ 23 w 28"/>
                  <a:gd name="T19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" h="16">
                    <a:moveTo>
                      <a:pt x="23" y="1"/>
                    </a:moveTo>
                    <a:cubicBezTo>
                      <a:pt x="28" y="6"/>
                      <a:pt x="28" y="6"/>
                      <a:pt x="28" y="6"/>
                    </a:cubicBezTo>
                    <a:cubicBezTo>
                      <a:pt x="27" y="8"/>
                      <a:pt x="25" y="10"/>
                      <a:pt x="24" y="11"/>
                    </a:cubicBezTo>
                    <a:cubicBezTo>
                      <a:pt x="20" y="15"/>
                      <a:pt x="15" y="16"/>
                      <a:pt x="10" y="16"/>
                    </a:cubicBezTo>
                    <a:cubicBezTo>
                      <a:pt x="9" y="16"/>
                      <a:pt x="7" y="15"/>
                      <a:pt x="6" y="14"/>
                    </a:cubicBezTo>
                    <a:cubicBezTo>
                      <a:pt x="5" y="14"/>
                      <a:pt x="5" y="13"/>
                      <a:pt x="4" y="12"/>
                    </a:cubicBezTo>
                    <a:cubicBezTo>
                      <a:pt x="3" y="9"/>
                      <a:pt x="1" y="6"/>
                      <a:pt x="0" y="4"/>
                    </a:cubicBezTo>
                    <a:cubicBezTo>
                      <a:pt x="8" y="5"/>
                      <a:pt x="16" y="4"/>
                      <a:pt x="23" y="0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23" y="1"/>
                    </a:lnTo>
                    <a:close/>
                  </a:path>
                </a:pathLst>
              </a:custGeom>
              <a:solidFill>
                <a:srgbClr val="1825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8" name="îśḷîḍé" descr="9d223227-ba3a-484d-a6e6-05ad68dc1b8d">
                <a:extLst>
                  <a:ext uri="{FF2B5EF4-FFF2-40B4-BE49-F238E27FC236}">
                    <a16:creationId xmlns:a16="http://schemas.microsoft.com/office/drawing/2014/main" id="{5BF2B7C9-890B-2501-5D2D-C1FC4413AB7A}"/>
                  </a:ext>
                </a:extLst>
              </p:cNvPr>
              <p:cNvSpPr/>
              <p:nvPr/>
            </p:nvSpPr>
            <p:spPr bwMode="auto">
              <a:xfrm rot="309616" flipH="1">
                <a:off x="3713309" y="3632968"/>
                <a:ext cx="552327" cy="392833"/>
              </a:xfrm>
              <a:custGeom>
                <a:avLst/>
                <a:gdLst>
                  <a:gd name="T0" fmla="*/ 92 w 118"/>
                  <a:gd name="T1" fmla="*/ 56 h 84"/>
                  <a:gd name="T2" fmla="*/ 72 w 118"/>
                  <a:gd name="T3" fmla="*/ 79 h 84"/>
                  <a:gd name="T4" fmla="*/ 66 w 118"/>
                  <a:gd name="T5" fmla="*/ 83 h 84"/>
                  <a:gd name="T6" fmla="*/ 60 w 118"/>
                  <a:gd name="T7" fmla="*/ 83 h 84"/>
                  <a:gd name="T8" fmla="*/ 0 w 118"/>
                  <a:gd name="T9" fmla="*/ 66 h 84"/>
                  <a:gd name="T10" fmla="*/ 58 w 118"/>
                  <a:gd name="T11" fmla="*/ 53 h 84"/>
                  <a:gd name="T12" fmla="*/ 58 w 118"/>
                  <a:gd name="T13" fmla="*/ 53 h 84"/>
                  <a:gd name="T14" fmla="*/ 65 w 118"/>
                  <a:gd name="T15" fmla="*/ 47 h 84"/>
                  <a:gd name="T16" fmla="*/ 94 w 118"/>
                  <a:gd name="T17" fmla="*/ 13 h 84"/>
                  <a:gd name="T18" fmla="*/ 109 w 118"/>
                  <a:gd name="T19" fmla="*/ 1 h 84"/>
                  <a:gd name="T20" fmla="*/ 114 w 118"/>
                  <a:gd name="T21" fmla="*/ 0 h 84"/>
                  <a:gd name="T22" fmla="*/ 118 w 118"/>
                  <a:gd name="T23" fmla="*/ 13 h 84"/>
                  <a:gd name="T24" fmla="*/ 115 w 118"/>
                  <a:gd name="T25" fmla="*/ 22 h 84"/>
                  <a:gd name="T26" fmla="*/ 92 w 118"/>
                  <a:gd name="T27" fmla="*/ 5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8" h="84">
                    <a:moveTo>
                      <a:pt x="92" y="56"/>
                    </a:moveTo>
                    <a:cubicBezTo>
                      <a:pt x="85" y="63"/>
                      <a:pt x="79" y="71"/>
                      <a:pt x="72" y="79"/>
                    </a:cubicBezTo>
                    <a:cubicBezTo>
                      <a:pt x="70" y="81"/>
                      <a:pt x="68" y="82"/>
                      <a:pt x="66" y="83"/>
                    </a:cubicBezTo>
                    <a:cubicBezTo>
                      <a:pt x="64" y="84"/>
                      <a:pt x="62" y="83"/>
                      <a:pt x="60" y="83"/>
                    </a:cubicBezTo>
                    <a:cubicBezTo>
                      <a:pt x="40" y="78"/>
                      <a:pt x="19" y="74"/>
                      <a:pt x="0" y="66"/>
                    </a:cubicBezTo>
                    <a:cubicBezTo>
                      <a:pt x="19" y="62"/>
                      <a:pt x="38" y="57"/>
                      <a:pt x="58" y="53"/>
                    </a:cubicBezTo>
                    <a:cubicBezTo>
                      <a:pt x="58" y="53"/>
                      <a:pt x="58" y="53"/>
                      <a:pt x="58" y="53"/>
                    </a:cubicBezTo>
                    <a:cubicBezTo>
                      <a:pt x="61" y="52"/>
                      <a:pt x="63" y="50"/>
                      <a:pt x="65" y="47"/>
                    </a:cubicBezTo>
                    <a:cubicBezTo>
                      <a:pt x="74" y="36"/>
                      <a:pt x="84" y="25"/>
                      <a:pt x="94" y="13"/>
                    </a:cubicBezTo>
                    <a:cubicBezTo>
                      <a:pt x="98" y="8"/>
                      <a:pt x="103" y="3"/>
                      <a:pt x="109" y="1"/>
                    </a:cubicBezTo>
                    <a:cubicBezTo>
                      <a:pt x="110" y="1"/>
                      <a:pt x="112" y="0"/>
                      <a:pt x="114" y="0"/>
                    </a:cubicBezTo>
                    <a:cubicBezTo>
                      <a:pt x="116" y="4"/>
                      <a:pt x="118" y="8"/>
                      <a:pt x="118" y="13"/>
                    </a:cubicBezTo>
                    <a:cubicBezTo>
                      <a:pt x="117" y="16"/>
                      <a:pt x="116" y="19"/>
                      <a:pt x="115" y="22"/>
                    </a:cubicBezTo>
                    <a:cubicBezTo>
                      <a:pt x="110" y="35"/>
                      <a:pt x="102" y="46"/>
                      <a:pt x="92" y="56"/>
                    </a:cubicBezTo>
                    <a:close/>
                  </a:path>
                </a:pathLst>
              </a:custGeom>
              <a:solidFill>
                <a:srgbClr val="2C63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9" name="îs1iďé" descr="871c090b-a400-47e8-841b-08bc47ed561b">
                <a:extLst>
                  <a:ext uri="{FF2B5EF4-FFF2-40B4-BE49-F238E27FC236}">
                    <a16:creationId xmlns:a16="http://schemas.microsoft.com/office/drawing/2014/main" id="{034731B4-74DF-D82E-2311-2B86BDF08F93}"/>
                  </a:ext>
                </a:extLst>
              </p:cNvPr>
              <p:cNvSpPr/>
              <p:nvPr/>
            </p:nvSpPr>
            <p:spPr bwMode="auto">
              <a:xfrm rot="309616" flipH="1">
                <a:off x="3481711" y="3519568"/>
                <a:ext cx="94516" cy="79747"/>
              </a:xfrm>
              <a:custGeom>
                <a:avLst/>
                <a:gdLst>
                  <a:gd name="T0" fmla="*/ 12 w 20"/>
                  <a:gd name="T1" fmla="*/ 1 h 17"/>
                  <a:gd name="T2" fmla="*/ 19 w 20"/>
                  <a:gd name="T3" fmla="*/ 13 h 17"/>
                  <a:gd name="T4" fmla="*/ 20 w 20"/>
                  <a:gd name="T5" fmla="*/ 14 h 17"/>
                  <a:gd name="T6" fmla="*/ 20 w 20"/>
                  <a:gd name="T7" fmla="*/ 14 h 17"/>
                  <a:gd name="T8" fmla="*/ 19 w 20"/>
                  <a:gd name="T9" fmla="*/ 15 h 17"/>
                  <a:gd name="T10" fmla="*/ 10 w 20"/>
                  <a:gd name="T11" fmla="*/ 16 h 17"/>
                  <a:gd name="T12" fmla="*/ 1 w 20"/>
                  <a:gd name="T13" fmla="*/ 17 h 17"/>
                  <a:gd name="T14" fmla="*/ 0 w 20"/>
                  <a:gd name="T15" fmla="*/ 9 h 17"/>
                  <a:gd name="T16" fmla="*/ 2 w 20"/>
                  <a:gd name="T17" fmla="*/ 8 h 17"/>
                  <a:gd name="T18" fmla="*/ 4 w 20"/>
                  <a:gd name="T19" fmla="*/ 6 h 17"/>
                  <a:gd name="T20" fmla="*/ 10 w 20"/>
                  <a:gd name="T21" fmla="*/ 1 h 17"/>
                  <a:gd name="T22" fmla="*/ 12 w 20"/>
                  <a:gd name="T23" fmla="*/ 0 h 17"/>
                  <a:gd name="T24" fmla="*/ 12 w 20"/>
                  <a:gd name="T25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17">
                    <a:moveTo>
                      <a:pt x="12" y="1"/>
                    </a:moveTo>
                    <a:cubicBezTo>
                      <a:pt x="15" y="5"/>
                      <a:pt x="17" y="9"/>
                      <a:pt x="19" y="13"/>
                    </a:cubicBez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4"/>
                      <a:pt x="20" y="14"/>
                      <a:pt x="20" y="14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16" y="16"/>
                      <a:pt x="13" y="16"/>
                      <a:pt x="10" y="16"/>
                    </a:cubicBezTo>
                    <a:cubicBezTo>
                      <a:pt x="7" y="17"/>
                      <a:pt x="4" y="17"/>
                      <a:pt x="1" y="1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2" y="9"/>
                      <a:pt x="2" y="8"/>
                    </a:cubicBezTo>
                    <a:cubicBezTo>
                      <a:pt x="3" y="8"/>
                      <a:pt x="4" y="7"/>
                      <a:pt x="4" y="6"/>
                    </a:cubicBezTo>
                    <a:cubicBezTo>
                      <a:pt x="6" y="5"/>
                      <a:pt x="8" y="3"/>
                      <a:pt x="10" y="1"/>
                    </a:cubicBezTo>
                    <a:cubicBezTo>
                      <a:pt x="11" y="1"/>
                      <a:pt x="11" y="1"/>
                      <a:pt x="12" y="0"/>
                    </a:cubicBez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0" name="ïṥlïdê" descr="91a97f3e-c1c0-4793-9f11-230845aec6a5">
                <a:extLst>
                  <a:ext uri="{FF2B5EF4-FFF2-40B4-BE49-F238E27FC236}">
                    <a16:creationId xmlns:a16="http://schemas.microsoft.com/office/drawing/2014/main" id="{C510E425-CFC2-78D3-C664-E690AC1C2E24}"/>
                  </a:ext>
                </a:extLst>
              </p:cNvPr>
              <p:cNvSpPr/>
              <p:nvPr/>
            </p:nvSpPr>
            <p:spPr bwMode="auto">
              <a:xfrm rot="309616" flipH="1">
                <a:off x="3571403" y="3523837"/>
                <a:ext cx="107808" cy="88608"/>
              </a:xfrm>
              <a:custGeom>
                <a:avLst/>
                <a:gdLst>
                  <a:gd name="T0" fmla="*/ 1 w 23"/>
                  <a:gd name="T1" fmla="*/ 16 h 19"/>
                  <a:gd name="T2" fmla="*/ 1 w 23"/>
                  <a:gd name="T3" fmla="*/ 16 h 19"/>
                  <a:gd name="T4" fmla="*/ 0 w 23"/>
                  <a:gd name="T5" fmla="*/ 14 h 19"/>
                  <a:gd name="T6" fmla="*/ 1 w 23"/>
                  <a:gd name="T7" fmla="*/ 3 h 19"/>
                  <a:gd name="T8" fmla="*/ 3 w 23"/>
                  <a:gd name="T9" fmla="*/ 0 h 19"/>
                  <a:gd name="T10" fmla="*/ 5 w 23"/>
                  <a:gd name="T11" fmla="*/ 3 h 19"/>
                  <a:gd name="T12" fmla="*/ 22 w 23"/>
                  <a:gd name="T13" fmla="*/ 10 h 19"/>
                  <a:gd name="T14" fmla="*/ 23 w 23"/>
                  <a:gd name="T15" fmla="*/ 18 h 19"/>
                  <a:gd name="T16" fmla="*/ 9 w 23"/>
                  <a:gd name="T17" fmla="*/ 18 h 19"/>
                  <a:gd name="T18" fmla="*/ 2 w 23"/>
                  <a:gd name="T19" fmla="*/ 17 h 19"/>
                  <a:gd name="T20" fmla="*/ 1 w 23"/>
                  <a:gd name="T21" fmla="*/ 16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19">
                    <a:moveTo>
                      <a:pt x="1" y="16"/>
                    </a:moveTo>
                    <a:cubicBezTo>
                      <a:pt x="1" y="16"/>
                      <a:pt x="1" y="16"/>
                      <a:pt x="1" y="16"/>
                    </a:cubicBezTo>
                    <a:cubicBezTo>
                      <a:pt x="0" y="15"/>
                      <a:pt x="0" y="15"/>
                      <a:pt x="0" y="14"/>
                    </a:cubicBezTo>
                    <a:cubicBezTo>
                      <a:pt x="1" y="10"/>
                      <a:pt x="1" y="6"/>
                      <a:pt x="1" y="3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1"/>
                      <a:pt x="4" y="2"/>
                      <a:pt x="5" y="3"/>
                    </a:cubicBezTo>
                    <a:cubicBezTo>
                      <a:pt x="10" y="7"/>
                      <a:pt x="16" y="10"/>
                      <a:pt x="22" y="10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18" y="19"/>
                      <a:pt x="14" y="19"/>
                      <a:pt x="9" y="18"/>
                    </a:cubicBezTo>
                    <a:cubicBezTo>
                      <a:pt x="7" y="18"/>
                      <a:pt x="4" y="18"/>
                      <a:pt x="2" y="17"/>
                    </a:cubicBezTo>
                    <a:cubicBezTo>
                      <a:pt x="2" y="17"/>
                      <a:pt x="1" y="17"/>
                      <a:pt x="1" y="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1" name="ïšḷiḓé" descr="a36cfd5b-0955-4d60-99d2-8e205efed6f9">
                <a:extLst>
                  <a:ext uri="{FF2B5EF4-FFF2-40B4-BE49-F238E27FC236}">
                    <a16:creationId xmlns:a16="http://schemas.microsoft.com/office/drawing/2014/main" id="{2E2EDBB6-56C0-2FDD-FE50-4036C4B26332}"/>
                  </a:ext>
                </a:extLst>
              </p:cNvPr>
              <p:cNvSpPr/>
              <p:nvPr/>
            </p:nvSpPr>
            <p:spPr bwMode="auto">
              <a:xfrm rot="309616" flipH="1">
                <a:off x="3315400" y="3590163"/>
                <a:ext cx="510977" cy="849166"/>
              </a:xfrm>
              <a:custGeom>
                <a:avLst/>
                <a:gdLst>
                  <a:gd name="T0" fmla="*/ 105 w 109"/>
                  <a:gd name="T1" fmla="*/ 146 h 181"/>
                  <a:gd name="T2" fmla="*/ 104 w 109"/>
                  <a:gd name="T3" fmla="*/ 150 h 181"/>
                  <a:gd name="T4" fmla="*/ 86 w 109"/>
                  <a:gd name="T5" fmla="*/ 181 h 181"/>
                  <a:gd name="T6" fmla="*/ 61 w 109"/>
                  <a:gd name="T7" fmla="*/ 161 h 181"/>
                  <a:gd name="T8" fmla="*/ 59 w 109"/>
                  <a:gd name="T9" fmla="*/ 160 h 181"/>
                  <a:gd name="T10" fmla="*/ 56 w 109"/>
                  <a:gd name="T11" fmla="*/ 161 h 181"/>
                  <a:gd name="T12" fmla="*/ 35 w 109"/>
                  <a:gd name="T13" fmla="*/ 178 h 181"/>
                  <a:gd name="T14" fmla="*/ 30 w 109"/>
                  <a:gd name="T15" fmla="*/ 180 h 181"/>
                  <a:gd name="T16" fmla="*/ 28 w 109"/>
                  <a:gd name="T17" fmla="*/ 178 h 181"/>
                  <a:gd name="T18" fmla="*/ 5 w 109"/>
                  <a:gd name="T19" fmla="*/ 150 h 181"/>
                  <a:gd name="T20" fmla="*/ 2 w 109"/>
                  <a:gd name="T21" fmla="*/ 145 h 181"/>
                  <a:gd name="T22" fmla="*/ 1 w 109"/>
                  <a:gd name="T23" fmla="*/ 144 h 181"/>
                  <a:gd name="T24" fmla="*/ 0 w 109"/>
                  <a:gd name="T25" fmla="*/ 137 h 181"/>
                  <a:gd name="T26" fmla="*/ 4 w 109"/>
                  <a:gd name="T27" fmla="*/ 96 h 181"/>
                  <a:gd name="T28" fmla="*/ 2 w 109"/>
                  <a:gd name="T29" fmla="*/ 57 h 181"/>
                  <a:gd name="T30" fmla="*/ 2 w 109"/>
                  <a:gd name="T31" fmla="*/ 57 h 181"/>
                  <a:gd name="T32" fmla="*/ 25 w 109"/>
                  <a:gd name="T33" fmla="*/ 23 h 181"/>
                  <a:gd name="T34" fmla="*/ 28 w 109"/>
                  <a:gd name="T35" fmla="*/ 14 h 181"/>
                  <a:gd name="T36" fmla="*/ 24 w 109"/>
                  <a:gd name="T37" fmla="*/ 1 h 181"/>
                  <a:gd name="T38" fmla="*/ 41 w 109"/>
                  <a:gd name="T39" fmla="*/ 1 h 181"/>
                  <a:gd name="T40" fmla="*/ 42 w 109"/>
                  <a:gd name="T41" fmla="*/ 2 h 181"/>
                  <a:gd name="T42" fmla="*/ 49 w 109"/>
                  <a:gd name="T43" fmla="*/ 3 h 181"/>
                  <a:gd name="T44" fmla="*/ 63 w 109"/>
                  <a:gd name="T45" fmla="*/ 3 h 181"/>
                  <a:gd name="T46" fmla="*/ 72 w 109"/>
                  <a:gd name="T47" fmla="*/ 2 h 181"/>
                  <a:gd name="T48" fmla="*/ 81 w 109"/>
                  <a:gd name="T49" fmla="*/ 1 h 181"/>
                  <a:gd name="T50" fmla="*/ 82 w 109"/>
                  <a:gd name="T51" fmla="*/ 0 h 181"/>
                  <a:gd name="T52" fmla="*/ 82 w 109"/>
                  <a:gd name="T53" fmla="*/ 0 h 181"/>
                  <a:gd name="T54" fmla="*/ 83 w 109"/>
                  <a:gd name="T55" fmla="*/ 0 h 181"/>
                  <a:gd name="T56" fmla="*/ 101 w 109"/>
                  <a:gd name="T57" fmla="*/ 4 h 181"/>
                  <a:gd name="T58" fmla="*/ 107 w 109"/>
                  <a:gd name="T59" fmla="*/ 4 h 181"/>
                  <a:gd name="T60" fmla="*/ 94 w 109"/>
                  <a:gd name="T61" fmla="*/ 15 h 181"/>
                  <a:gd name="T62" fmla="*/ 95 w 109"/>
                  <a:gd name="T63" fmla="*/ 35 h 181"/>
                  <a:gd name="T64" fmla="*/ 109 w 109"/>
                  <a:gd name="T65" fmla="*/ 55 h 181"/>
                  <a:gd name="T66" fmla="*/ 108 w 109"/>
                  <a:gd name="T67" fmla="*/ 56 h 181"/>
                  <a:gd name="T68" fmla="*/ 107 w 109"/>
                  <a:gd name="T69" fmla="*/ 135 h 181"/>
                  <a:gd name="T70" fmla="*/ 106 w 109"/>
                  <a:gd name="T71" fmla="*/ 144 h 181"/>
                  <a:gd name="T72" fmla="*/ 105 w 109"/>
                  <a:gd name="T73" fmla="*/ 146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9" h="181">
                    <a:moveTo>
                      <a:pt x="105" y="146"/>
                    </a:moveTo>
                    <a:cubicBezTo>
                      <a:pt x="105" y="148"/>
                      <a:pt x="104" y="149"/>
                      <a:pt x="104" y="150"/>
                    </a:cubicBezTo>
                    <a:cubicBezTo>
                      <a:pt x="98" y="161"/>
                      <a:pt x="92" y="171"/>
                      <a:pt x="86" y="181"/>
                    </a:cubicBezTo>
                    <a:cubicBezTo>
                      <a:pt x="78" y="174"/>
                      <a:pt x="69" y="167"/>
                      <a:pt x="61" y="161"/>
                    </a:cubicBezTo>
                    <a:cubicBezTo>
                      <a:pt x="60" y="161"/>
                      <a:pt x="59" y="160"/>
                      <a:pt x="59" y="160"/>
                    </a:cubicBezTo>
                    <a:cubicBezTo>
                      <a:pt x="57" y="160"/>
                      <a:pt x="57" y="161"/>
                      <a:pt x="56" y="161"/>
                    </a:cubicBezTo>
                    <a:cubicBezTo>
                      <a:pt x="49" y="167"/>
                      <a:pt x="42" y="172"/>
                      <a:pt x="35" y="178"/>
                    </a:cubicBezTo>
                    <a:cubicBezTo>
                      <a:pt x="34" y="179"/>
                      <a:pt x="32" y="180"/>
                      <a:pt x="30" y="180"/>
                    </a:cubicBezTo>
                    <a:cubicBezTo>
                      <a:pt x="29" y="180"/>
                      <a:pt x="29" y="179"/>
                      <a:pt x="28" y="178"/>
                    </a:cubicBezTo>
                    <a:cubicBezTo>
                      <a:pt x="20" y="168"/>
                      <a:pt x="12" y="159"/>
                      <a:pt x="5" y="150"/>
                    </a:cubicBezTo>
                    <a:cubicBezTo>
                      <a:pt x="3" y="148"/>
                      <a:pt x="2" y="147"/>
                      <a:pt x="2" y="145"/>
                    </a:cubicBezTo>
                    <a:cubicBezTo>
                      <a:pt x="1" y="145"/>
                      <a:pt x="1" y="144"/>
                      <a:pt x="1" y="144"/>
                    </a:cubicBezTo>
                    <a:cubicBezTo>
                      <a:pt x="0" y="142"/>
                      <a:pt x="0" y="139"/>
                      <a:pt x="0" y="137"/>
                    </a:cubicBezTo>
                    <a:cubicBezTo>
                      <a:pt x="1" y="123"/>
                      <a:pt x="3" y="110"/>
                      <a:pt x="4" y="96"/>
                    </a:cubicBezTo>
                    <a:cubicBezTo>
                      <a:pt x="4" y="83"/>
                      <a:pt x="4" y="70"/>
                      <a:pt x="2" y="57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12" y="47"/>
                      <a:pt x="20" y="36"/>
                      <a:pt x="25" y="23"/>
                    </a:cubicBezTo>
                    <a:cubicBezTo>
                      <a:pt x="26" y="20"/>
                      <a:pt x="27" y="17"/>
                      <a:pt x="28" y="14"/>
                    </a:cubicBezTo>
                    <a:cubicBezTo>
                      <a:pt x="28" y="9"/>
                      <a:pt x="26" y="5"/>
                      <a:pt x="24" y="1"/>
                    </a:cubicBezTo>
                    <a:cubicBezTo>
                      <a:pt x="29" y="1"/>
                      <a:pt x="35" y="2"/>
                      <a:pt x="41" y="1"/>
                    </a:cubicBezTo>
                    <a:cubicBezTo>
                      <a:pt x="41" y="2"/>
                      <a:pt x="42" y="2"/>
                      <a:pt x="42" y="2"/>
                    </a:cubicBezTo>
                    <a:cubicBezTo>
                      <a:pt x="44" y="3"/>
                      <a:pt x="47" y="3"/>
                      <a:pt x="49" y="3"/>
                    </a:cubicBezTo>
                    <a:cubicBezTo>
                      <a:pt x="54" y="4"/>
                      <a:pt x="58" y="4"/>
                      <a:pt x="63" y="3"/>
                    </a:cubicBezTo>
                    <a:cubicBezTo>
                      <a:pt x="66" y="3"/>
                      <a:pt x="69" y="3"/>
                      <a:pt x="72" y="2"/>
                    </a:cubicBezTo>
                    <a:cubicBezTo>
                      <a:pt x="75" y="2"/>
                      <a:pt x="78" y="2"/>
                      <a:pt x="81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88" y="3"/>
                      <a:pt x="95" y="3"/>
                      <a:pt x="101" y="4"/>
                    </a:cubicBezTo>
                    <a:cubicBezTo>
                      <a:pt x="103" y="4"/>
                      <a:pt x="105" y="4"/>
                      <a:pt x="107" y="4"/>
                    </a:cubicBezTo>
                    <a:cubicBezTo>
                      <a:pt x="101" y="5"/>
                      <a:pt x="96" y="9"/>
                      <a:pt x="94" y="15"/>
                    </a:cubicBezTo>
                    <a:cubicBezTo>
                      <a:pt x="91" y="22"/>
                      <a:pt x="93" y="29"/>
                      <a:pt x="95" y="35"/>
                    </a:cubicBezTo>
                    <a:cubicBezTo>
                      <a:pt x="98" y="43"/>
                      <a:pt x="103" y="50"/>
                      <a:pt x="109" y="55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107" y="82"/>
                      <a:pt x="106" y="109"/>
                      <a:pt x="107" y="135"/>
                    </a:cubicBezTo>
                    <a:cubicBezTo>
                      <a:pt x="107" y="138"/>
                      <a:pt x="107" y="141"/>
                      <a:pt x="106" y="144"/>
                    </a:cubicBezTo>
                    <a:cubicBezTo>
                      <a:pt x="106" y="145"/>
                      <a:pt x="105" y="146"/>
                      <a:pt x="105" y="146"/>
                    </a:cubicBezTo>
                    <a:close/>
                  </a:path>
                </a:pathLst>
              </a:custGeom>
              <a:solidFill>
                <a:srgbClr val="2C63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2" name="îślïḋè" descr="e76d146e-407c-4508-9363-b18e3d75991d">
                <a:extLst>
                  <a:ext uri="{FF2B5EF4-FFF2-40B4-BE49-F238E27FC236}">
                    <a16:creationId xmlns:a16="http://schemas.microsoft.com/office/drawing/2014/main" id="{FFC0E04F-1966-A180-1193-16F8DD20A8E3}"/>
                  </a:ext>
                </a:extLst>
              </p:cNvPr>
              <p:cNvSpPr/>
              <p:nvPr/>
            </p:nvSpPr>
            <p:spPr bwMode="auto">
              <a:xfrm rot="309616" flipH="1">
                <a:off x="3464618" y="3216254"/>
                <a:ext cx="295363" cy="351480"/>
              </a:xfrm>
              <a:custGeom>
                <a:avLst/>
                <a:gdLst>
                  <a:gd name="T0" fmla="*/ 24 w 63"/>
                  <a:gd name="T1" fmla="*/ 6 h 75"/>
                  <a:gd name="T2" fmla="*/ 38 w 63"/>
                  <a:gd name="T3" fmla="*/ 3 h 75"/>
                  <a:gd name="T4" fmla="*/ 43 w 63"/>
                  <a:gd name="T5" fmla="*/ 1 h 75"/>
                  <a:gd name="T6" fmla="*/ 49 w 63"/>
                  <a:gd name="T7" fmla="*/ 0 h 75"/>
                  <a:gd name="T8" fmla="*/ 53 w 63"/>
                  <a:gd name="T9" fmla="*/ 7 h 75"/>
                  <a:gd name="T10" fmla="*/ 61 w 63"/>
                  <a:gd name="T11" fmla="*/ 35 h 75"/>
                  <a:gd name="T12" fmla="*/ 55 w 63"/>
                  <a:gd name="T13" fmla="*/ 61 h 75"/>
                  <a:gd name="T14" fmla="*/ 48 w 63"/>
                  <a:gd name="T15" fmla="*/ 66 h 75"/>
                  <a:gd name="T16" fmla="*/ 46 w 63"/>
                  <a:gd name="T17" fmla="*/ 67 h 75"/>
                  <a:gd name="T18" fmla="*/ 40 w 63"/>
                  <a:gd name="T19" fmla="*/ 72 h 75"/>
                  <a:gd name="T20" fmla="*/ 38 w 63"/>
                  <a:gd name="T21" fmla="*/ 74 h 75"/>
                  <a:gd name="T22" fmla="*/ 36 w 63"/>
                  <a:gd name="T23" fmla="*/ 75 h 75"/>
                  <a:gd name="T24" fmla="*/ 19 w 63"/>
                  <a:gd name="T25" fmla="*/ 68 h 75"/>
                  <a:gd name="T26" fmla="*/ 17 w 63"/>
                  <a:gd name="T27" fmla="*/ 65 h 75"/>
                  <a:gd name="T28" fmla="*/ 12 w 63"/>
                  <a:gd name="T29" fmla="*/ 58 h 75"/>
                  <a:gd name="T30" fmla="*/ 3 w 63"/>
                  <a:gd name="T31" fmla="*/ 47 h 75"/>
                  <a:gd name="T32" fmla="*/ 2 w 63"/>
                  <a:gd name="T33" fmla="*/ 32 h 75"/>
                  <a:gd name="T34" fmla="*/ 10 w 63"/>
                  <a:gd name="T35" fmla="*/ 18 h 75"/>
                  <a:gd name="T36" fmla="*/ 16 w 63"/>
                  <a:gd name="T37" fmla="*/ 10 h 75"/>
                  <a:gd name="T38" fmla="*/ 24 w 63"/>
                  <a:gd name="T39" fmla="*/ 6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3" h="75">
                    <a:moveTo>
                      <a:pt x="24" y="6"/>
                    </a:moveTo>
                    <a:cubicBezTo>
                      <a:pt x="28" y="4"/>
                      <a:pt x="33" y="5"/>
                      <a:pt x="38" y="3"/>
                    </a:cubicBezTo>
                    <a:cubicBezTo>
                      <a:pt x="40" y="3"/>
                      <a:pt x="41" y="1"/>
                      <a:pt x="43" y="1"/>
                    </a:cubicBezTo>
                    <a:cubicBezTo>
                      <a:pt x="45" y="0"/>
                      <a:pt x="47" y="0"/>
                      <a:pt x="49" y="0"/>
                    </a:cubicBezTo>
                    <a:cubicBezTo>
                      <a:pt x="51" y="2"/>
                      <a:pt x="52" y="5"/>
                      <a:pt x="53" y="7"/>
                    </a:cubicBezTo>
                    <a:cubicBezTo>
                      <a:pt x="55" y="17"/>
                      <a:pt x="59" y="25"/>
                      <a:pt x="61" y="35"/>
                    </a:cubicBezTo>
                    <a:cubicBezTo>
                      <a:pt x="63" y="44"/>
                      <a:pt x="62" y="55"/>
                      <a:pt x="55" y="61"/>
                    </a:cubicBezTo>
                    <a:cubicBezTo>
                      <a:pt x="53" y="63"/>
                      <a:pt x="50" y="65"/>
                      <a:pt x="48" y="66"/>
                    </a:cubicBezTo>
                    <a:cubicBezTo>
                      <a:pt x="47" y="67"/>
                      <a:pt x="47" y="67"/>
                      <a:pt x="46" y="67"/>
                    </a:cubicBezTo>
                    <a:cubicBezTo>
                      <a:pt x="44" y="69"/>
                      <a:pt x="42" y="71"/>
                      <a:pt x="40" y="72"/>
                    </a:cubicBezTo>
                    <a:cubicBezTo>
                      <a:pt x="40" y="73"/>
                      <a:pt x="39" y="74"/>
                      <a:pt x="38" y="74"/>
                    </a:cubicBezTo>
                    <a:cubicBezTo>
                      <a:pt x="38" y="75"/>
                      <a:pt x="37" y="75"/>
                      <a:pt x="36" y="75"/>
                    </a:cubicBezTo>
                    <a:cubicBezTo>
                      <a:pt x="30" y="75"/>
                      <a:pt x="24" y="72"/>
                      <a:pt x="19" y="68"/>
                    </a:cubicBezTo>
                    <a:cubicBezTo>
                      <a:pt x="18" y="67"/>
                      <a:pt x="18" y="66"/>
                      <a:pt x="17" y="65"/>
                    </a:cubicBezTo>
                    <a:cubicBezTo>
                      <a:pt x="15" y="63"/>
                      <a:pt x="14" y="60"/>
                      <a:pt x="12" y="58"/>
                    </a:cubicBezTo>
                    <a:cubicBezTo>
                      <a:pt x="9" y="54"/>
                      <a:pt x="5" y="51"/>
                      <a:pt x="3" y="47"/>
                    </a:cubicBezTo>
                    <a:cubicBezTo>
                      <a:pt x="0" y="43"/>
                      <a:pt x="1" y="37"/>
                      <a:pt x="2" y="32"/>
                    </a:cubicBezTo>
                    <a:cubicBezTo>
                      <a:pt x="4" y="27"/>
                      <a:pt x="7" y="23"/>
                      <a:pt x="10" y="18"/>
                    </a:cubicBezTo>
                    <a:cubicBezTo>
                      <a:pt x="12" y="15"/>
                      <a:pt x="13" y="13"/>
                      <a:pt x="16" y="10"/>
                    </a:cubicBezTo>
                    <a:cubicBezTo>
                      <a:pt x="18" y="8"/>
                      <a:pt x="21" y="7"/>
                      <a:pt x="24" y="6"/>
                    </a:cubicBezTo>
                    <a:close/>
                  </a:path>
                </a:pathLst>
              </a:custGeom>
              <a:solidFill>
                <a:srgbClr val="FF37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3" name="ïš1idê" descr="1897f3dd-09f1-4da6-bc53-182e2cd61471">
                <a:extLst>
                  <a:ext uri="{FF2B5EF4-FFF2-40B4-BE49-F238E27FC236}">
                    <a16:creationId xmlns:a16="http://schemas.microsoft.com/office/drawing/2014/main" id="{AC4DB39B-E898-AC2F-94B8-B7063311D827}"/>
                  </a:ext>
                </a:extLst>
              </p:cNvPr>
              <p:cNvSpPr/>
              <p:nvPr/>
            </p:nvSpPr>
            <p:spPr bwMode="auto">
              <a:xfrm rot="309616" flipH="1">
                <a:off x="3721390" y="5478690"/>
                <a:ext cx="177217" cy="150634"/>
              </a:xfrm>
              <a:custGeom>
                <a:avLst/>
                <a:gdLst>
                  <a:gd name="T0" fmla="*/ 26 w 38"/>
                  <a:gd name="T1" fmla="*/ 12 h 32"/>
                  <a:gd name="T2" fmla="*/ 37 w 38"/>
                  <a:gd name="T3" fmla="*/ 16 h 32"/>
                  <a:gd name="T4" fmla="*/ 37 w 38"/>
                  <a:gd name="T5" fmla="*/ 23 h 32"/>
                  <a:gd name="T6" fmla="*/ 32 w 38"/>
                  <a:gd name="T7" fmla="*/ 30 h 32"/>
                  <a:gd name="T8" fmla="*/ 22 w 38"/>
                  <a:gd name="T9" fmla="*/ 29 h 32"/>
                  <a:gd name="T10" fmla="*/ 14 w 38"/>
                  <a:gd name="T11" fmla="*/ 23 h 32"/>
                  <a:gd name="T12" fmla="*/ 5 w 38"/>
                  <a:gd name="T13" fmla="*/ 15 h 32"/>
                  <a:gd name="T14" fmla="*/ 0 w 38"/>
                  <a:gd name="T15" fmla="*/ 5 h 32"/>
                  <a:gd name="T16" fmla="*/ 1 w 38"/>
                  <a:gd name="T17" fmla="*/ 3 h 32"/>
                  <a:gd name="T18" fmla="*/ 4 w 38"/>
                  <a:gd name="T19" fmla="*/ 2 h 32"/>
                  <a:gd name="T20" fmla="*/ 14 w 38"/>
                  <a:gd name="T21" fmla="*/ 0 h 32"/>
                  <a:gd name="T22" fmla="*/ 17 w 38"/>
                  <a:gd name="T23" fmla="*/ 0 h 32"/>
                  <a:gd name="T24" fmla="*/ 16 w 38"/>
                  <a:gd name="T25" fmla="*/ 6 h 32"/>
                  <a:gd name="T26" fmla="*/ 26 w 38"/>
                  <a:gd name="T27" fmla="*/ 1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8" h="32">
                    <a:moveTo>
                      <a:pt x="26" y="12"/>
                    </a:moveTo>
                    <a:cubicBezTo>
                      <a:pt x="29" y="14"/>
                      <a:pt x="33" y="15"/>
                      <a:pt x="37" y="16"/>
                    </a:cubicBezTo>
                    <a:cubicBezTo>
                      <a:pt x="37" y="18"/>
                      <a:pt x="38" y="21"/>
                      <a:pt x="37" y="23"/>
                    </a:cubicBezTo>
                    <a:cubicBezTo>
                      <a:pt x="37" y="26"/>
                      <a:pt x="35" y="29"/>
                      <a:pt x="32" y="30"/>
                    </a:cubicBezTo>
                    <a:cubicBezTo>
                      <a:pt x="29" y="32"/>
                      <a:pt x="25" y="31"/>
                      <a:pt x="22" y="29"/>
                    </a:cubicBezTo>
                    <a:cubicBezTo>
                      <a:pt x="19" y="28"/>
                      <a:pt x="16" y="25"/>
                      <a:pt x="14" y="23"/>
                    </a:cubicBezTo>
                    <a:cubicBezTo>
                      <a:pt x="11" y="20"/>
                      <a:pt x="7" y="18"/>
                      <a:pt x="5" y="15"/>
                    </a:cubicBezTo>
                    <a:cubicBezTo>
                      <a:pt x="2" y="13"/>
                      <a:pt x="0" y="9"/>
                      <a:pt x="0" y="5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2" y="2"/>
                      <a:pt x="3" y="2"/>
                      <a:pt x="4" y="2"/>
                    </a:cubicBezTo>
                    <a:cubicBezTo>
                      <a:pt x="7" y="1"/>
                      <a:pt x="10" y="0"/>
                      <a:pt x="14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2"/>
                      <a:pt x="16" y="4"/>
                      <a:pt x="16" y="6"/>
                    </a:cubicBezTo>
                    <a:cubicBezTo>
                      <a:pt x="19" y="9"/>
                      <a:pt x="22" y="11"/>
                      <a:pt x="26" y="12"/>
                    </a:cubicBezTo>
                    <a:close/>
                  </a:path>
                </a:pathLst>
              </a:custGeom>
              <a:solidFill>
                <a:srgbClr val="1825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4" name="išļíḑe" descr="adddc443-01aa-450d-97b3-0eedf49203d3">
                <a:extLst>
                  <a:ext uri="{FF2B5EF4-FFF2-40B4-BE49-F238E27FC236}">
                    <a16:creationId xmlns:a16="http://schemas.microsoft.com/office/drawing/2014/main" id="{A9C5FD21-0B76-2CF1-776B-DE72CEE803F2}"/>
                  </a:ext>
                </a:extLst>
              </p:cNvPr>
              <p:cNvSpPr/>
              <p:nvPr/>
            </p:nvSpPr>
            <p:spPr bwMode="auto">
              <a:xfrm rot="309616" flipH="1">
                <a:off x="3695639" y="3621800"/>
                <a:ext cx="149158" cy="262873"/>
              </a:xfrm>
              <a:custGeom>
                <a:avLst/>
                <a:gdLst>
                  <a:gd name="T0" fmla="*/ 26 w 32"/>
                  <a:gd name="T1" fmla="*/ 1 h 56"/>
                  <a:gd name="T2" fmla="*/ 25 w 32"/>
                  <a:gd name="T3" fmla="*/ 2 h 56"/>
                  <a:gd name="T4" fmla="*/ 20 w 32"/>
                  <a:gd name="T5" fmla="*/ 30 h 56"/>
                  <a:gd name="T6" fmla="*/ 1 w 32"/>
                  <a:gd name="T7" fmla="*/ 54 h 56"/>
                  <a:gd name="T8" fmla="*/ 2 w 32"/>
                  <a:gd name="T9" fmla="*/ 55 h 56"/>
                  <a:gd name="T10" fmla="*/ 24 w 32"/>
                  <a:gd name="T11" fmla="*/ 27 h 56"/>
                  <a:gd name="T12" fmla="*/ 26 w 32"/>
                  <a:gd name="T13" fmla="*/ 1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56">
                    <a:moveTo>
                      <a:pt x="26" y="1"/>
                    </a:moveTo>
                    <a:cubicBezTo>
                      <a:pt x="26" y="0"/>
                      <a:pt x="24" y="1"/>
                      <a:pt x="25" y="2"/>
                    </a:cubicBezTo>
                    <a:cubicBezTo>
                      <a:pt x="31" y="11"/>
                      <a:pt x="26" y="22"/>
                      <a:pt x="20" y="30"/>
                    </a:cubicBezTo>
                    <a:cubicBezTo>
                      <a:pt x="14" y="38"/>
                      <a:pt x="7" y="46"/>
                      <a:pt x="1" y="54"/>
                    </a:cubicBezTo>
                    <a:cubicBezTo>
                      <a:pt x="0" y="55"/>
                      <a:pt x="1" y="56"/>
                      <a:pt x="2" y="55"/>
                    </a:cubicBezTo>
                    <a:cubicBezTo>
                      <a:pt x="10" y="46"/>
                      <a:pt x="18" y="37"/>
                      <a:pt x="24" y="27"/>
                    </a:cubicBezTo>
                    <a:cubicBezTo>
                      <a:pt x="29" y="19"/>
                      <a:pt x="32" y="9"/>
                      <a:pt x="26" y="1"/>
                    </a:cubicBezTo>
                    <a:close/>
                  </a:path>
                </a:pathLst>
              </a:custGeom>
              <a:solidFill>
                <a:srgbClr val="1B45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5" name="íSľiḑè" descr="9d5365bf-0e4a-4573-ab45-6ad08cd7eaeb">
                <a:extLst>
                  <a:ext uri="{FF2B5EF4-FFF2-40B4-BE49-F238E27FC236}">
                    <a16:creationId xmlns:a16="http://schemas.microsoft.com/office/drawing/2014/main" id="{58E2790F-D7EC-6496-3C0E-2C2D27C37759}"/>
                  </a:ext>
                </a:extLst>
              </p:cNvPr>
              <p:cNvSpPr/>
              <p:nvPr/>
            </p:nvSpPr>
            <p:spPr bwMode="auto">
              <a:xfrm rot="309616" flipH="1">
                <a:off x="3335000" y="3605980"/>
                <a:ext cx="94516" cy="233337"/>
              </a:xfrm>
              <a:custGeom>
                <a:avLst/>
                <a:gdLst>
                  <a:gd name="T0" fmla="*/ 19 w 20"/>
                  <a:gd name="T1" fmla="*/ 48 h 50"/>
                  <a:gd name="T2" fmla="*/ 8 w 20"/>
                  <a:gd name="T3" fmla="*/ 26 h 50"/>
                  <a:gd name="T4" fmla="*/ 5 w 20"/>
                  <a:gd name="T5" fmla="*/ 1 h 50"/>
                  <a:gd name="T6" fmla="*/ 3 w 20"/>
                  <a:gd name="T7" fmla="*/ 1 h 50"/>
                  <a:gd name="T8" fmla="*/ 5 w 20"/>
                  <a:gd name="T9" fmla="*/ 25 h 50"/>
                  <a:gd name="T10" fmla="*/ 18 w 20"/>
                  <a:gd name="T11" fmla="*/ 49 h 50"/>
                  <a:gd name="T12" fmla="*/ 19 w 20"/>
                  <a:gd name="T13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50">
                    <a:moveTo>
                      <a:pt x="19" y="48"/>
                    </a:moveTo>
                    <a:cubicBezTo>
                      <a:pt x="15" y="41"/>
                      <a:pt x="11" y="34"/>
                      <a:pt x="8" y="26"/>
                    </a:cubicBezTo>
                    <a:cubicBezTo>
                      <a:pt x="5" y="19"/>
                      <a:pt x="2" y="10"/>
                      <a:pt x="5" y="1"/>
                    </a:cubicBezTo>
                    <a:cubicBezTo>
                      <a:pt x="5" y="0"/>
                      <a:pt x="3" y="0"/>
                      <a:pt x="3" y="1"/>
                    </a:cubicBezTo>
                    <a:cubicBezTo>
                      <a:pt x="0" y="9"/>
                      <a:pt x="2" y="18"/>
                      <a:pt x="5" y="25"/>
                    </a:cubicBezTo>
                    <a:cubicBezTo>
                      <a:pt x="8" y="34"/>
                      <a:pt x="13" y="42"/>
                      <a:pt x="18" y="49"/>
                    </a:cubicBezTo>
                    <a:cubicBezTo>
                      <a:pt x="18" y="50"/>
                      <a:pt x="20" y="49"/>
                      <a:pt x="19" y="48"/>
                    </a:cubicBezTo>
                    <a:close/>
                  </a:path>
                </a:pathLst>
              </a:custGeom>
              <a:solidFill>
                <a:srgbClr val="1B45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6" name="isḻïḋé" descr="23e6d17e-d084-4a41-a2bc-a226d53055e1">
                <a:extLst>
                  <a:ext uri="{FF2B5EF4-FFF2-40B4-BE49-F238E27FC236}">
                    <a16:creationId xmlns:a16="http://schemas.microsoft.com/office/drawing/2014/main" id="{F0BCC5DF-49B0-EBD8-D455-47FB5BF2866C}"/>
                  </a:ext>
                </a:extLst>
              </p:cNvPr>
              <p:cNvSpPr/>
              <p:nvPr/>
            </p:nvSpPr>
            <p:spPr bwMode="auto">
              <a:xfrm rot="309616" flipH="1">
                <a:off x="3342384" y="3769839"/>
                <a:ext cx="70887" cy="69411"/>
              </a:xfrm>
              <a:custGeom>
                <a:avLst/>
                <a:gdLst>
                  <a:gd name="T0" fmla="*/ 14 w 15"/>
                  <a:gd name="T1" fmla="*/ 12 h 15"/>
                  <a:gd name="T2" fmla="*/ 2 w 15"/>
                  <a:gd name="T3" fmla="*/ 1 h 15"/>
                  <a:gd name="T4" fmla="*/ 0 w 15"/>
                  <a:gd name="T5" fmla="*/ 2 h 15"/>
                  <a:gd name="T6" fmla="*/ 13 w 15"/>
                  <a:gd name="T7" fmla="*/ 14 h 15"/>
                  <a:gd name="T8" fmla="*/ 14 w 15"/>
                  <a:gd name="T9" fmla="*/ 1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5">
                    <a:moveTo>
                      <a:pt x="14" y="12"/>
                    </a:moveTo>
                    <a:cubicBezTo>
                      <a:pt x="10" y="9"/>
                      <a:pt x="5" y="5"/>
                      <a:pt x="2" y="1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4" y="7"/>
                      <a:pt x="9" y="11"/>
                      <a:pt x="13" y="14"/>
                    </a:cubicBezTo>
                    <a:cubicBezTo>
                      <a:pt x="14" y="15"/>
                      <a:pt x="15" y="13"/>
                      <a:pt x="14" y="12"/>
                    </a:cubicBezTo>
                    <a:close/>
                  </a:path>
                </a:pathLst>
              </a:custGeom>
              <a:solidFill>
                <a:srgbClr val="1B45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7" name="îṩḷíḍè" descr="97946549-4e1f-4b4f-9f2a-43bd4d809110">
                <a:extLst>
                  <a:ext uri="{FF2B5EF4-FFF2-40B4-BE49-F238E27FC236}">
                    <a16:creationId xmlns:a16="http://schemas.microsoft.com/office/drawing/2014/main" id="{745F3ED6-52A5-DEC0-FF53-8B55516D0E7E}"/>
                  </a:ext>
                </a:extLst>
              </p:cNvPr>
              <p:cNvSpPr/>
              <p:nvPr/>
            </p:nvSpPr>
            <p:spPr bwMode="auto">
              <a:xfrm rot="309616" flipH="1">
                <a:off x="3733598" y="3828187"/>
                <a:ext cx="88608" cy="57596"/>
              </a:xfrm>
              <a:custGeom>
                <a:avLst/>
                <a:gdLst>
                  <a:gd name="T0" fmla="*/ 17 w 19"/>
                  <a:gd name="T1" fmla="*/ 1 h 12"/>
                  <a:gd name="T2" fmla="*/ 1 w 19"/>
                  <a:gd name="T3" fmla="*/ 9 h 12"/>
                  <a:gd name="T4" fmla="*/ 2 w 19"/>
                  <a:gd name="T5" fmla="*/ 11 h 12"/>
                  <a:gd name="T6" fmla="*/ 18 w 19"/>
                  <a:gd name="T7" fmla="*/ 3 h 12"/>
                  <a:gd name="T8" fmla="*/ 17 w 19"/>
                  <a:gd name="T9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2">
                    <a:moveTo>
                      <a:pt x="17" y="1"/>
                    </a:moveTo>
                    <a:cubicBezTo>
                      <a:pt x="12" y="5"/>
                      <a:pt x="7" y="8"/>
                      <a:pt x="1" y="9"/>
                    </a:cubicBezTo>
                    <a:cubicBezTo>
                      <a:pt x="0" y="10"/>
                      <a:pt x="0" y="12"/>
                      <a:pt x="2" y="11"/>
                    </a:cubicBezTo>
                    <a:cubicBezTo>
                      <a:pt x="8" y="10"/>
                      <a:pt x="13" y="7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lose/>
                  </a:path>
                </a:pathLst>
              </a:custGeom>
              <a:solidFill>
                <a:srgbClr val="1B45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8" name="îṥḷíḍè" descr="0378a5ba-933a-4420-bfbc-79b6b9dda45e">
                <a:extLst>
                  <a:ext uri="{FF2B5EF4-FFF2-40B4-BE49-F238E27FC236}">
                    <a16:creationId xmlns:a16="http://schemas.microsoft.com/office/drawing/2014/main" id="{8D8D5A2C-28CC-05E5-7451-431204107226}"/>
                  </a:ext>
                </a:extLst>
              </p:cNvPr>
              <p:cNvSpPr/>
              <p:nvPr/>
            </p:nvSpPr>
            <p:spPr bwMode="auto">
              <a:xfrm rot="309616" flipH="1">
                <a:off x="3440593" y="4066239"/>
                <a:ext cx="196416" cy="131437"/>
              </a:xfrm>
              <a:custGeom>
                <a:avLst/>
                <a:gdLst>
                  <a:gd name="T0" fmla="*/ 40 w 42"/>
                  <a:gd name="T1" fmla="*/ 0 h 28"/>
                  <a:gd name="T2" fmla="*/ 1 w 42"/>
                  <a:gd name="T3" fmla="*/ 26 h 28"/>
                  <a:gd name="T4" fmla="*/ 3 w 42"/>
                  <a:gd name="T5" fmla="*/ 28 h 28"/>
                  <a:gd name="T6" fmla="*/ 41 w 42"/>
                  <a:gd name="T7" fmla="*/ 2 h 28"/>
                  <a:gd name="T8" fmla="*/ 40 w 4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28">
                    <a:moveTo>
                      <a:pt x="40" y="0"/>
                    </a:moveTo>
                    <a:cubicBezTo>
                      <a:pt x="26" y="8"/>
                      <a:pt x="13" y="16"/>
                      <a:pt x="1" y="26"/>
                    </a:cubicBezTo>
                    <a:cubicBezTo>
                      <a:pt x="0" y="27"/>
                      <a:pt x="2" y="28"/>
                      <a:pt x="3" y="28"/>
                    </a:cubicBezTo>
                    <a:cubicBezTo>
                      <a:pt x="15" y="18"/>
                      <a:pt x="27" y="9"/>
                      <a:pt x="41" y="2"/>
                    </a:cubicBezTo>
                    <a:cubicBezTo>
                      <a:pt x="42" y="1"/>
                      <a:pt x="41" y="0"/>
                      <a:pt x="40" y="0"/>
                    </a:cubicBezTo>
                    <a:close/>
                  </a:path>
                </a:pathLst>
              </a:custGeom>
              <a:solidFill>
                <a:srgbClr val="1B45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9" name="iṡ1ïḋè" descr="a3f58740-3cd4-4605-9006-809cecca8eb8">
                <a:extLst>
                  <a:ext uri="{FF2B5EF4-FFF2-40B4-BE49-F238E27FC236}">
                    <a16:creationId xmlns:a16="http://schemas.microsoft.com/office/drawing/2014/main" id="{DD2F5DB2-BF4A-8FDB-3D20-6E00E82DB9C4}"/>
                  </a:ext>
                </a:extLst>
              </p:cNvPr>
              <p:cNvSpPr/>
              <p:nvPr/>
            </p:nvSpPr>
            <p:spPr bwMode="auto">
              <a:xfrm rot="309616" flipH="1">
                <a:off x="3493989" y="4131096"/>
                <a:ext cx="84180" cy="62026"/>
              </a:xfrm>
              <a:custGeom>
                <a:avLst/>
                <a:gdLst>
                  <a:gd name="T0" fmla="*/ 16 w 18"/>
                  <a:gd name="T1" fmla="*/ 1 h 13"/>
                  <a:gd name="T2" fmla="*/ 1 w 18"/>
                  <a:gd name="T3" fmla="*/ 11 h 13"/>
                  <a:gd name="T4" fmla="*/ 2 w 18"/>
                  <a:gd name="T5" fmla="*/ 13 h 13"/>
                  <a:gd name="T6" fmla="*/ 17 w 18"/>
                  <a:gd name="T7" fmla="*/ 3 h 13"/>
                  <a:gd name="T8" fmla="*/ 16 w 18"/>
                  <a:gd name="T9" fmla="*/ 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3">
                    <a:moveTo>
                      <a:pt x="16" y="1"/>
                    </a:moveTo>
                    <a:cubicBezTo>
                      <a:pt x="11" y="4"/>
                      <a:pt x="6" y="8"/>
                      <a:pt x="1" y="11"/>
                    </a:cubicBezTo>
                    <a:cubicBezTo>
                      <a:pt x="0" y="12"/>
                      <a:pt x="1" y="13"/>
                      <a:pt x="2" y="13"/>
                    </a:cubicBezTo>
                    <a:cubicBezTo>
                      <a:pt x="7" y="9"/>
                      <a:pt x="12" y="6"/>
                      <a:pt x="17" y="3"/>
                    </a:cubicBezTo>
                    <a:cubicBezTo>
                      <a:pt x="18" y="2"/>
                      <a:pt x="17" y="0"/>
                      <a:pt x="16" y="1"/>
                    </a:cubicBezTo>
                    <a:close/>
                  </a:path>
                </a:pathLst>
              </a:custGeom>
              <a:solidFill>
                <a:srgbClr val="1B45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0" name="iṡľídè" descr="04751756-dfad-4e67-b509-c14416ab0e6e">
                <a:extLst>
                  <a:ext uri="{FF2B5EF4-FFF2-40B4-BE49-F238E27FC236}">
                    <a16:creationId xmlns:a16="http://schemas.microsoft.com/office/drawing/2014/main" id="{9E64B610-B88E-5959-EB44-B85F744CACC3}"/>
                  </a:ext>
                </a:extLst>
              </p:cNvPr>
              <p:cNvSpPr/>
              <p:nvPr/>
            </p:nvSpPr>
            <p:spPr bwMode="auto">
              <a:xfrm rot="309616" flipH="1">
                <a:off x="3500574" y="4172755"/>
                <a:ext cx="42828" cy="28060"/>
              </a:xfrm>
              <a:custGeom>
                <a:avLst/>
                <a:gdLst>
                  <a:gd name="T0" fmla="*/ 7 w 9"/>
                  <a:gd name="T1" fmla="*/ 1 h 6"/>
                  <a:gd name="T2" fmla="*/ 1 w 9"/>
                  <a:gd name="T3" fmla="*/ 4 h 6"/>
                  <a:gd name="T4" fmla="*/ 2 w 9"/>
                  <a:gd name="T5" fmla="*/ 5 h 6"/>
                  <a:gd name="T6" fmla="*/ 8 w 9"/>
                  <a:gd name="T7" fmla="*/ 2 h 6"/>
                  <a:gd name="T8" fmla="*/ 7 w 9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">
                    <a:moveTo>
                      <a:pt x="7" y="1"/>
                    </a:moveTo>
                    <a:cubicBezTo>
                      <a:pt x="5" y="2"/>
                      <a:pt x="3" y="3"/>
                      <a:pt x="1" y="4"/>
                    </a:cubicBezTo>
                    <a:cubicBezTo>
                      <a:pt x="0" y="4"/>
                      <a:pt x="1" y="6"/>
                      <a:pt x="2" y="5"/>
                    </a:cubicBezTo>
                    <a:cubicBezTo>
                      <a:pt x="4" y="4"/>
                      <a:pt x="6" y="3"/>
                      <a:pt x="8" y="2"/>
                    </a:cubicBezTo>
                    <a:cubicBezTo>
                      <a:pt x="9" y="2"/>
                      <a:pt x="8" y="0"/>
                      <a:pt x="7" y="1"/>
                    </a:cubicBezTo>
                    <a:close/>
                  </a:path>
                </a:pathLst>
              </a:custGeom>
              <a:solidFill>
                <a:srgbClr val="1B45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1" name="îṣ1ïḓê" descr="724aec2c-a0fe-49ce-9b71-e42643d99900">
                <a:extLst>
                  <a:ext uri="{FF2B5EF4-FFF2-40B4-BE49-F238E27FC236}">
                    <a16:creationId xmlns:a16="http://schemas.microsoft.com/office/drawing/2014/main" id="{0FA131DD-6006-3970-39D4-C20B7F70465F}"/>
                  </a:ext>
                </a:extLst>
              </p:cNvPr>
              <p:cNvSpPr/>
              <p:nvPr/>
            </p:nvSpPr>
            <p:spPr bwMode="auto">
              <a:xfrm rot="309616" flipH="1">
                <a:off x="3613972" y="3249113"/>
                <a:ext cx="101900" cy="318991"/>
              </a:xfrm>
              <a:custGeom>
                <a:avLst/>
                <a:gdLst>
                  <a:gd name="T0" fmla="*/ 21 w 22"/>
                  <a:gd name="T1" fmla="*/ 66 h 68"/>
                  <a:gd name="T2" fmla="*/ 14 w 22"/>
                  <a:gd name="T3" fmla="*/ 55 h 68"/>
                  <a:gd name="T4" fmla="*/ 4 w 22"/>
                  <a:gd name="T5" fmla="*/ 38 h 68"/>
                  <a:gd name="T6" fmla="*/ 14 w 22"/>
                  <a:gd name="T7" fmla="*/ 2 h 68"/>
                  <a:gd name="T8" fmla="*/ 13 w 22"/>
                  <a:gd name="T9" fmla="*/ 1 h 68"/>
                  <a:gd name="T10" fmla="*/ 1 w 22"/>
                  <a:gd name="T11" fmla="*/ 33 h 68"/>
                  <a:gd name="T12" fmla="*/ 8 w 22"/>
                  <a:gd name="T13" fmla="*/ 50 h 68"/>
                  <a:gd name="T14" fmla="*/ 19 w 22"/>
                  <a:gd name="T15" fmla="*/ 67 h 68"/>
                  <a:gd name="T16" fmla="*/ 21 w 22"/>
                  <a:gd name="T17" fmla="*/ 6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68">
                    <a:moveTo>
                      <a:pt x="21" y="66"/>
                    </a:moveTo>
                    <a:cubicBezTo>
                      <a:pt x="20" y="62"/>
                      <a:pt x="17" y="58"/>
                      <a:pt x="14" y="55"/>
                    </a:cubicBezTo>
                    <a:cubicBezTo>
                      <a:pt x="10" y="50"/>
                      <a:pt x="6" y="45"/>
                      <a:pt x="4" y="38"/>
                    </a:cubicBezTo>
                    <a:cubicBezTo>
                      <a:pt x="1" y="25"/>
                      <a:pt x="5" y="12"/>
                      <a:pt x="14" y="2"/>
                    </a:cubicBezTo>
                    <a:cubicBezTo>
                      <a:pt x="15" y="2"/>
                      <a:pt x="14" y="0"/>
                      <a:pt x="13" y="1"/>
                    </a:cubicBezTo>
                    <a:cubicBezTo>
                      <a:pt x="4" y="9"/>
                      <a:pt x="0" y="21"/>
                      <a:pt x="1" y="33"/>
                    </a:cubicBezTo>
                    <a:cubicBezTo>
                      <a:pt x="2" y="39"/>
                      <a:pt x="4" y="45"/>
                      <a:pt x="8" y="50"/>
                    </a:cubicBezTo>
                    <a:cubicBezTo>
                      <a:pt x="12" y="56"/>
                      <a:pt x="17" y="60"/>
                      <a:pt x="19" y="67"/>
                    </a:cubicBezTo>
                    <a:cubicBezTo>
                      <a:pt x="20" y="68"/>
                      <a:pt x="22" y="67"/>
                      <a:pt x="21" y="66"/>
                    </a:cubicBezTo>
                    <a:close/>
                  </a:path>
                </a:pathLst>
              </a:custGeom>
              <a:solidFill>
                <a:srgbClr val="CC15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2" name="iṥḷïḑè" descr="12405732-4918-4f89-a0d8-ebbaebd2dd17">
                <a:extLst>
                  <a:ext uri="{FF2B5EF4-FFF2-40B4-BE49-F238E27FC236}">
                    <a16:creationId xmlns:a16="http://schemas.microsoft.com/office/drawing/2014/main" id="{2D3AAD3E-5637-B62C-11A6-93B70D46D9B4}"/>
                  </a:ext>
                </a:extLst>
              </p:cNvPr>
              <p:cNvSpPr/>
              <p:nvPr/>
            </p:nvSpPr>
            <p:spPr bwMode="auto">
              <a:xfrm rot="309616" flipH="1">
                <a:off x="3594774" y="3253529"/>
                <a:ext cx="8861" cy="304223"/>
              </a:xfrm>
              <a:custGeom>
                <a:avLst/>
                <a:gdLst>
                  <a:gd name="T0" fmla="*/ 0 w 2"/>
                  <a:gd name="T1" fmla="*/ 1 h 65"/>
                  <a:gd name="T2" fmla="*/ 0 w 2"/>
                  <a:gd name="T3" fmla="*/ 64 h 65"/>
                  <a:gd name="T4" fmla="*/ 2 w 2"/>
                  <a:gd name="T5" fmla="*/ 64 h 65"/>
                  <a:gd name="T6" fmla="*/ 2 w 2"/>
                  <a:gd name="T7" fmla="*/ 1 h 65"/>
                  <a:gd name="T8" fmla="*/ 0 w 2"/>
                  <a:gd name="T9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65">
                    <a:moveTo>
                      <a:pt x="0" y="1"/>
                    </a:moveTo>
                    <a:cubicBezTo>
                      <a:pt x="0" y="22"/>
                      <a:pt x="0" y="43"/>
                      <a:pt x="0" y="64"/>
                    </a:cubicBezTo>
                    <a:cubicBezTo>
                      <a:pt x="0" y="65"/>
                      <a:pt x="2" y="65"/>
                      <a:pt x="2" y="64"/>
                    </a:cubicBezTo>
                    <a:cubicBezTo>
                      <a:pt x="2" y="43"/>
                      <a:pt x="2" y="22"/>
                      <a:pt x="2" y="1"/>
                    </a:cubicBezTo>
                    <a:cubicBezTo>
                      <a:pt x="2" y="0"/>
                      <a:pt x="0" y="0"/>
                      <a:pt x="0" y="1"/>
                    </a:cubicBezTo>
                    <a:close/>
                  </a:path>
                </a:pathLst>
              </a:custGeom>
              <a:solidFill>
                <a:srgbClr val="CC15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3" name="ïṡ1ïḍê" descr="cf2c72ee-fb2d-45bc-8899-39ede3d8c5cd">
                <a:extLst>
                  <a:ext uri="{FF2B5EF4-FFF2-40B4-BE49-F238E27FC236}">
                    <a16:creationId xmlns:a16="http://schemas.microsoft.com/office/drawing/2014/main" id="{7076A87E-8902-CFBC-1BD6-4C7E26757D71}"/>
                  </a:ext>
                </a:extLst>
              </p:cNvPr>
              <p:cNvSpPr/>
              <p:nvPr/>
            </p:nvSpPr>
            <p:spPr bwMode="auto">
              <a:xfrm rot="309616" flipH="1">
                <a:off x="3497325" y="3224710"/>
                <a:ext cx="90086" cy="323423"/>
              </a:xfrm>
              <a:custGeom>
                <a:avLst/>
                <a:gdLst>
                  <a:gd name="T0" fmla="*/ 15 w 19"/>
                  <a:gd name="T1" fmla="*/ 20 h 69"/>
                  <a:gd name="T2" fmla="*/ 5 w 19"/>
                  <a:gd name="T3" fmla="*/ 1 h 69"/>
                  <a:gd name="T4" fmla="*/ 3 w 19"/>
                  <a:gd name="T5" fmla="*/ 2 h 69"/>
                  <a:gd name="T6" fmla="*/ 13 w 19"/>
                  <a:gd name="T7" fmla="*/ 21 h 69"/>
                  <a:gd name="T8" fmla="*/ 15 w 19"/>
                  <a:gd name="T9" fmla="*/ 42 h 69"/>
                  <a:gd name="T10" fmla="*/ 0 w 19"/>
                  <a:gd name="T11" fmla="*/ 67 h 69"/>
                  <a:gd name="T12" fmla="*/ 2 w 19"/>
                  <a:gd name="T13" fmla="*/ 68 h 69"/>
                  <a:gd name="T14" fmla="*/ 18 w 19"/>
                  <a:gd name="T15" fmla="*/ 38 h 69"/>
                  <a:gd name="T16" fmla="*/ 15 w 19"/>
                  <a:gd name="T17" fmla="*/ 2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69">
                    <a:moveTo>
                      <a:pt x="15" y="20"/>
                    </a:moveTo>
                    <a:cubicBezTo>
                      <a:pt x="12" y="13"/>
                      <a:pt x="9" y="7"/>
                      <a:pt x="5" y="1"/>
                    </a:cubicBezTo>
                    <a:cubicBezTo>
                      <a:pt x="4" y="0"/>
                      <a:pt x="3" y="1"/>
                      <a:pt x="3" y="2"/>
                    </a:cubicBezTo>
                    <a:cubicBezTo>
                      <a:pt x="8" y="8"/>
                      <a:pt x="11" y="14"/>
                      <a:pt x="13" y="21"/>
                    </a:cubicBezTo>
                    <a:cubicBezTo>
                      <a:pt x="16" y="28"/>
                      <a:pt x="18" y="35"/>
                      <a:pt x="15" y="42"/>
                    </a:cubicBezTo>
                    <a:cubicBezTo>
                      <a:pt x="11" y="51"/>
                      <a:pt x="2" y="57"/>
                      <a:pt x="0" y="67"/>
                    </a:cubicBezTo>
                    <a:cubicBezTo>
                      <a:pt x="0" y="68"/>
                      <a:pt x="2" y="69"/>
                      <a:pt x="2" y="68"/>
                    </a:cubicBezTo>
                    <a:cubicBezTo>
                      <a:pt x="4" y="56"/>
                      <a:pt x="16" y="49"/>
                      <a:pt x="18" y="38"/>
                    </a:cubicBezTo>
                    <a:cubicBezTo>
                      <a:pt x="19" y="32"/>
                      <a:pt x="17" y="26"/>
                      <a:pt x="15" y="20"/>
                    </a:cubicBezTo>
                    <a:close/>
                  </a:path>
                </a:pathLst>
              </a:custGeom>
              <a:solidFill>
                <a:srgbClr val="CC15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4" name="íṩľïḍe" descr="9301f13b-cf6c-4031-a778-998c779c77a2">
                <a:extLst>
                  <a:ext uri="{FF2B5EF4-FFF2-40B4-BE49-F238E27FC236}">
                    <a16:creationId xmlns:a16="http://schemas.microsoft.com/office/drawing/2014/main" id="{3B85239B-C668-07C1-9584-3D2846E87ADB}"/>
                  </a:ext>
                </a:extLst>
              </p:cNvPr>
              <p:cNvSpPr/>
              <p:nvPr/>
            </p:nvSpPr>
            <p:spPr bwMode="auto">
              <a:xfrm rot="309616" flipH="1">
                <a:off x="2137508" y="3904931"/>
                <a:ext cx="183125" cy="118145"/>
              </a:xfrm>
              <a:custGeom>
                <a:avLst/>
                <a:gdLst>
                  <a:gd name="T0" fmla="*/ 3 w 39"/>
                  <a:gd name="T1" fmla="*/ 5 h 25"/>
                  <a:gd name="T2" fmla="*/ 19 w 39"/>
                  <a:gd name="T3" fmla="*/ 7 h 25"/>
                  <a:gd name="T4" fmla="*/ 14 w 39"/>
                  <a:gd name="T5" fmla="*/ 0 h 25"/>
                  <a:gd name="T6" fmla="*/ 38 w 39"/>
                  <a:gd name="T7" fmla="*/ 8 h 25"/>
                  <a:gd name="T8" fmla="*/ 39 w 39"/>
                  <a:gd name="T9" fmla="*/ 25 h 25"/>
                  <a:gd name="T10" fmla="*/ 12 w 39"/>
                  <a:gd name="T11" fmla="*/ 19 h 25"/>
                  <a:gd name="T12" fmla="*/ 0 w 39"/>
                  <a:gd name="T13" fmla="*/ 8 h 25"/>
                  <a:gd name="T14" fmla="*/ 1 w 39"/>
                  <a:gd name="T15" fmla="*/ 6 h 25"/>
                  <a:gd name="T16" fmla="*/ 3 w 39"/>
                  <a:gd name="T17" fmla="*/ 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25">
                    <a:moveTo>
                      <a:pt x="3" y="5"/>
                    </a:moveTo>
                    <a:cubicBezTo>
                      <a:pt x="8" y="5"/>
                      <a:pt x="14" y="6"/>
                      <a:pt x="19" y="7"/>
                    </a:cubicBezTo>
                    <a:cubicBezTo>
                      <a:pt x="17" y="5"/>
                      <a:pt x="15" y="3"/>
                      <a:pt x="14" y="0"/>
                    </a:cubicBezTo>
                    <a:cubicBezTo>
                      <a:pt x="22" y="1"/>
                      <a:pt x="29" y="8"/>
                      <a:pt x="38" y="8"/>
                    </a:cubicBezTo>
                    <a:cubicBezTo>
                      <a:pt x="38" y="14"/>
                      <a:pt x="39" y="19"/>
                      <a:pt x="39" y="25"/>
                    </a:cubicBezTo>
                    <a:cubicBezTo>
                      <a:pt x="30" y="25"/>
                      <a:pt x="20" y="23"/>
                      <a:pt x="12" y="19"/>
                    </a:cubicBezTo>
                    <a:cubicBezTo>
                      <a:pt x="7" y="17"/>
                      <a:pt x="1" y="14"/>
                      <a:pt x="0" y="8"/>
                    </a:cubicBezTo>
                    <a:cubicBezTo>
                      <a:pt x="0" y="8"/>
                      <a:pt x="0" y="7"/>
                      <a:pt x="1" y="6"/>
                    </a:cubicBezTo>
                    <a:cubicBezTo>
                      <a:pt x="1" y="5"/>
                      <a:pt x="2" y="5"/>
                      <a:pt x="3" y="5"/>
                    </a:cubicBezTo>
                    <a:close/>
                  </a:path>
                </a:pathLst>
              </a:custGeom>
              <a:solidFill>
                <a:srgbClr val="FFD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5" name="íṡḷïḑê" descr="a518deb6-c6f2-4175-980c-b4ccbd9dadbe">
                <a:extLst>
                  <a:ext uri="{FF2B5EF4-FFF2-40B4-BE49-F238E27FC236}">
                    <a16:creationId xmlns:a16="http://schemas.microsoft.com/office/drawing/2014/main" id="{8A965ECE-C538-24E7-87B4-B38A0F4F4C87}"/>
                  </a:ext>
                </a:extLst>
              </p:cNvPr>
              <p:cNvSpPr/>
              <p:nvPr/>
            </p:nvSpPr>
            <p:spPr bwMode="auto">
              <a:xfrm rot="309616" flipH="1">
                <a:off x="1588132" y="5196182"/>
                <a:ext cx="355913" cy="121099"/>
              </a:xfrm>
              <a:custGeom>
                <a:avLst/>
                <a:gdLst>
                  <a:gd name="T0" fmla="*/ 10 w 76"/>
                  <a:gd name="T1" fmla="*/ 25 h 26"/>
                  <a:gd name="T2" fmla="*/ 5 w 76"/>
                  <a:gd name="T3" fmla="*/ 24 h 26"/>
                  <a:gd name="T4" fmla="*/ 1 w 76"/>
                  <a:gd name="T5" fmla="*/ 19 h 26"/>
                  <a:gd name="T6" fmla="*/ 1 w 76"/>
                  <a:gd name="T7" fmla="*/ 17 h 26"/>
                  <a:gd name="T8" fmla="*/ 2 w 76"/>
                  <a:gd name="T9" fmla="*/ 16 h 26"/>
                  <a:gd name="T10" fmla="*/ 42 w 76"/>
                  <a:gd name="T11" fmla="*/ 2 h 26"/>
                  <a:gd name="T12" fmla="*/ 45 w 76"/>
                  <a:gd name="T13" fmla="*/ 2 h 26"/>
                  <a:gd name="T14" fmla="*/ 73 w 76"/>
                  <a:gd name="T15" fmla="*/ 0 h 26"/>
                  <a:gd name="T16" fmla="*/ 73 w 76"/>
                  <a:gd name="T17" fmla="*/ 0 h 26"/>
                  <a:gd name="T18" fmla="*/ 73 w 76"/>
                  <a:gd name="T19" fmla="*/ 1 h 26"/>
                  <a:gd name="T20" fmla="*/ 76 w 76"/>
                  <a:gd name="T21" fmla="*/ 18 h 26"/>
                  <a:gd name="T22" fmla="*/ 76 w 76"/>
                  <a:gd name="T23" fmla="*/ 19 h 26"/>
                  <a:gd name="T24" fmla="*/ 73 w 76"/>
                  <a:gd name="T25" fmla="*/ 20 h 26"/>
                  <a:gd name="T26" fmla="*/ 51 w 76"/>
                  <a:gd name="T27" fmla="*/ 23 h 26"/>
                  <a:gd name="T28" fmla="*/ 10 w 76"/>
                  <a:gd name="T29" fmla="*/ 2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26">
                    <a:moveTo>
                      <a:pt x="10" y="25"/>
                    </a:moveTo>
                    <a:cubicBezTo>
                      <a:pt x="8" y="25"/>
                      <a:pt x="6" y="25"/>
                      <a:pt x="5" y="24"/>
                    </a:cubicBezTo>
                    <a:cubicBezTo>
                      <a:pt x="3" y="23"/>
                      <a:pt x="1" y="21"/>
                      <a:pt x="1" y="19"/>
                    </a:cubicBezTo>
                    <a:cubicBezTo>
                      <a:pt x="0" y="18"/>
                      <a:pt x="0" y="17"/>
                      <a:pt x="1" y="17"/>
                    </a:cubicBezTo>
                    <a:cubicBezTo>
                      <a:pt x="1" y="16"/>
                      <a:pt x="2" y="16"/>
                      <a:pt x="2" y="16"/>
                    </a:cubicBezTo>
                    <a:cubicBezTo>
                      <a:pt x="16" y="12"/>
                      <a:pt x="29" y="7"/>
                      <a:pt x="42" y="2"/>
                    </a:cubicBezTo>
                    <a:cubicBezTo>
                      <a:pt x="43" y="2"/>
                      <a:pt x="44" y="2"/>
                      <a:pt x="45" y="2"/>
                    </a:cubicBezTo>
                    <a:cubicBezTo>
                      <a:pt x="54" y="2"/>
                      <a:pt x="64" y="2"/>
                      <a:pt x="73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3" y="1"/>
                      <a:pt x="73" y="1"/>
                      <a:pt x="73" y="1"/>
                    </a:cubicBezTo>
                    <a:cubicBezTo>
                      <a:pt x="75" y="6"/>
                      <a:pt x="76" y="12"/>
                      <a:pt x="76" y="18"/>
                    </a:cubicBezTo>
                    <a:cubicBezTo>
                      <a:pt x="76" y="18"/>
                      <a:pt x="76" y="19"/>
                      <a:pt x="76" y="19"/>
                    </a:cubicBezTo>
                    <a:cubicBezTo>
                      <a:pt x="75" y="20"/>
                      <a:pt x="74" y="20"/>
                      <a:pt x="73" y="20"/>
                    </a:cubicBezTo>
                    <a:cubicBezTo>
                      <a:pt x="66" y="21"/>
                      <a:pt x="58" y="22"/>
                      <a:pt x="51" y="23"/>
                    </a:cubicBezTo>
                    <a:cubicBezTo>
                      <a:pt x="37" y="24"/>
                      <a:pt x="24" y="26"/>
                      <a:pt x="10" y="25"/>
                    </a:cubicBezTo>
                    <a:close/>
                  </a:path>
                </a:pathLst>
              </a:custGeom>
              <a:solidFill>
                <a:srgbClr val="1825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6" name="iṥ1íde" descr="6afcc5bf-3781-45f4-af25-83c005332ed6">
                <a:extLst>
                  <a:ext uri="{FF2B5EF4-FFF2-40B4-BE49-F238E27FC236}">
                    <a16:creationId xmlns:a16="http://schemas.microsoft.com/office/drawing/2014/main" id="{494A3504-98FC-97FD-F91E-2A5BA537D240}"/>
                  </a:ext>
                </a:extLst>
              </p:cNvPr>
              <p:cNvSpPr/>
              <p:nvPr/>
            </p:nvSpPr>
            <p:spPr bwMode="auto">
              <a:xfrm rot="309616" flipH="1">
                <a:off x="1326192" y="3169363"/>
                <a:ext cx="383970" cy="289454"/>
              </a:xfrm>
              <a:custGeom>
                <a:avLst/>
                <a:gdLst>
                  <a:gd name="T0" fmla="*/ 71 w 82"/>
                  <a:gd name="T1" fmla="*/ 48 h 62"/>
                  <a:gd name="T2" fmla="*/ 58 w 82"/>
                  <a:gd name="T3" fmla="*/ 62 h 62"/>
                  <a:gd name="T4" fmla="*/ 58 w 82"/>
                  <a:gd name="T5" fmla="*/ 62 h 62"/>
                  <a:gd name="T6" fmla="*/ 58 w 82"/>
                  <a:gd name="T7" fmla="*/ 62 h 62"/>
                  <a:gd name="T8" fmla="*/ 52 w 82"/>
                  <a:gd name="T9" fmla="*/ 62 h 62"/>
                  <a:gd name="T10" fmla="*/ 50 w 82"/>
                  <a:gd name="T11" fmla="*/ 61 h 62"/>
                  <a:gd name="T12" fmla="*/ 50 w 82"/>
                  <a:gd name="T13" fmla="*/ 57 h 62"/>
                  <a:gd name="T14" fmla="*/ 55 w 82"/>
                  <a:gd name="T15" fmla="*/ 47 h 62"/>
                  <a:gd name="T16" fmla="*/ 55 w 82"/>
                  <a:gd name="T17" fmla="*/ 38 h 62"/>
                  <a:gd name="T18" fmla="*/ 53 w 82"/>
                  <a:gd name="T19" fmla="*/ 35 h 62"/>
                  <a:gd name="T20" fmla="*/ 47 w 82"/>
                  <a:gd name="T21" fmla="*/ 38 h 62"/>
                  <a:gd name="T22" fmla="*/ 44 w 82"/>
                  <a:gd name="T23" fmla="*/ 50 h 62"/>
                  <a:gd name="T24" fmla="*/ 43 w 82"/>
                  <a:gd name="T25" fmla="*/ 51 h 62"/>
                  <a:gd name="T26" fmla="*/ 41 w 82"/>
                  <a:gd name="T27" fmla="*/ 51 h 62"/>
                  <a:gd name="T28" fmla="*/ 37 w 82"/>
                  <a:gd name="T29" fmla="*/ 35 h 62"/>
                  <a:gd name="T30" fmla="*/ 38 w 82"/>
                  <a:gd name="T31" fmla="*/ 26 h 62"/>
                  <a:gd name="T32" fmla="*/ 31 w 82"/>
                  <a:gd name="T33" fmla="*/ 22 h 62"/>
                  <a:gd name="T34" fmla="*/ 24 w 82"/>
                  <a:gd name="T35" fmla="*/ 22 h 62"/>
                  <a:gd name="T36" fmla="*/ 11 w 82"/>
                  <a:gd name="T37" fmla="*/ 21 h 62"/>
                  <a:gd name="T38" fmla="*/ 11 w 82"/>
                  <a:gd name="T39" fmla="*/ 21 h 62"/>
                  <a:gd name="T40" fmla="*/ 3 w 82"/>
                  <a:gd name="T41" fmla="*/ 16 h 62"/>
                  <a:gd name="T42" fmla="*/ 1 w 82"/>
                  <a:gd name="T43" fmla="*/ 8 h 62"/>
                  <a:gd name="T44" fmla="*/ 9 w 82"/>
                  <a:gd name="T45" fmla="*/ 1 h 62"/>
                  <a:gd name="T46" fmla="*/ 21 w 82"/>
                  <a:gd name="T47" fmla="*/ 1 h 62"/>
                  <a:gd name="T48" fmla="*/ 46 w 82"/>
                  <a:gd name="T49" fmla="*/ 1 h 62"/>
                  <a:gd name="T50" fmla="*/ 54 w 82"/>
                  <a:gd name="T51" fmla="*/ 2 h 62"/>
                  <a:gd name="T52" fmla="*/ 61 w 82"/>
                  <a:gd name="T53" fmla="*/ 15 h 62"/>
                  <a:gd name="T54" fmla="*/ 75 w 82"/>
                  <a:gd name="T55" fmla="*/ 16 h 62"/>
                  <a:gd name="T56" fmla="*/ 81 w 82"/>
                  <a:gd name="T57" fmla="*/ 33 h 62"/>
                  <a:gd name="T58" fmla="*/ 71 w 82"/>
                  <a:gd name="T59" fmla="*/ 4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2" h="62">
                    <a:moveTo>
                      <a:pt x="71" y="48"/>
                    </a:moveTo>
                    <a:cubicBezTo>
                      <a:pt x="67" y="53"/>
                      <a:pt x="62" y="57"/>
                      <a:pt x="58" y="62"/>
                    </a:cubicBezTo>
                    <a:cubicBezTo>
                      <a:pt x="58" y="62"/>
                      <a:pt x="58" y="62"/>
                      <a:pt x="58" y="62"/>
                    </a:cubicBezTo>
                    <a:cubicBezTo>
                      <a:pt x="58" y="62"/>
                      <a:pt x="58" y="62"/>
                      <a:pt x="58" y="62"/>
                    </a:cubicBezTo>
                    <a:cubicBezTo>
                      <a:pt x="56" y="62"/>
                      <a:pt x="54" y="62"/>
                      <a:pt x="52" y="62"/>
                    </a:cubicBezTo>
                    <a:cubicBezTo>
                      <a:pt x="51" y="62"/>
                      <a:pt x="51" y="62"/>
                      <a:pt x="50" y="61"/>
                    </a:cubicBezTo>
                    <a:cubicBezTo>
                      <a:pt x="49" y="60"/>
                      <a:pt x="50" y="58"/>
                      <a:pt x="50" y="57"/>
                    </a:cubicBezTo>
                    <a:cubicBezTo>
                      <a:pt x="52" y="54"/>
                      <a:pt x="54" y="50"/>
                      <a:pt x="55" y="47"/>
                    </a:cubicBezTo>
                    <a:cubicBezTo>
                      <a:pt x="56" y="44"/>
                      <a:pt x="56" y="41"/>
                      <a:pt x="55" y="38"/>
                    </a:cubicBezTo>
                    <a:cubicBezTo>
                      <a:pt x="55" y="37"/>
                      <a:pt x="54" y="35"/>
                      <a:pt x="53" y="35"/>
                    </a:cubicBezTo>
                    <a:cubicBezTo>
                      <a:pt x="51" y="34"/>
                      <a:pt x="49" y="36"/>
                      <a:pt x="47" y="38"/>
                    </a:cubicBezTo>
                    <a:cubicBezTo>
                      <a:pt x="45" y="42"/>
                      <a:pt x="45" y="46"/>
                      <a:pt x="44" y="50"/>
                    </a:cubicBezTo>
                    <a:cubicBezTo>
                      <a:pt x="44" y="50"/>
                      <a:pt x="43" y="51"/>
                      <a:pt x="43" y="51"/>
                    </a:cubicBezTo>
                    <a:cubicBezTo>
                      <a:pt x="42" y="52"/>
                      <a:pt x="41" y="51"/>
                      <a:pt x="41" y="51"/>
                    </a:cubicBezTo>
                    <a:cubicBezTo>
                      <a:pt x="37" y="47"/>
                      <a:pt x="35" y="41"/>
                      <a:pt x="37" y="35"/>
                    </a:cubicBezTo>
                    <a:cubicBezTo>
                      <a:pt x="37" y="32"/>
                      <a:pt x="39" y="29"/>
                      <a:pt x="38" y="26"/>
                    </a:cubicBezTo>
                    <a:cubicBezTo>
                      <a:pt x="36" y="23"/>
                      <a:pt x="34" y="22"/>
                      <a:pt x="31" y="22"/>
                    </a:cubicBezTo>
                    <a:cubicBezTo>
                      <a:pt x="29" y="22"/>
                      <a:pt x="26" y="22"/>
                      <a:pt x="24" y="22"/>
                    </a:cubicBezTo>
                    <a:cubicBezTo>
                      <a:pt x="19" y="23"/>
                      <a:pt x="15" y="22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8" y="20"/>
                      <a:pt x="5" y="18"/>
                      <a:pt x="3" y="16"/>
                    </a:cubicBezTo>
                    <a:cubicBezTo>
                      <a:pt x="1" y="14"/>
                      <a:pt x="0" y="11"/>
                      <a:pt x="1" y="8"/>
                    </a:cubicBezTo>
                    <a:cubicBezTo>
                      <a:pt x="2" y="4"/>
                      <a:pt x="6" y="2"/>
                      <a:pt x="9" y="1"/>
                    </a:cubicBezTo>
                    <a:cubicBezTo>
                      <a:pt x="13" y="0"/>
                      <a:pt x="17" y="1"/>
                      <a:pt x="21" y="1"/>
                    </a:cubicBezTo>
                    <a:cubicBezTo>
                      <a:pt x="29" y="2"/>
                      <a:pt x="38" y="1"/>
                      <a:pt x="46" y="1"/>
                    </a:cubicBezTo>
                    <a:cubicBezTo>
                      <a:pt x="49" y="1"/>
                      <a:pt x="52" y="1"/>
                      <a:pt x="54" y="2"/>
                    </a:cubicBezTo>
                    <a:cubicBezTo>
                      <a:pt x="59" y="4"/>
                      <a:pt x="61" y="10"/>
                      <a:pt x="61" y="15"/>
                    </a:cubicBezTo>
                    <a:cubicBezTo>
                      <a:pt x="66" y="14"/>
                      <a:pt x="71" y="13"/>
                      <a:pt x="75" y="16"/>
                    </a:cubicBezTo>
                    <a:cubicBezTo>
                      <a:pt x="80" y="19"/>
                      <a:pt x="82" y="27"/>
                      <a:pt x="81" y="33"/>
                    </a:cubicBezTo>
                    <a:cubicBezTo>
                      <a:pt x="79" y="39"/>
                      <a:pt x="75" y="44"/>
                      <a:pt x="71" y="48"/>
                    </a:cubicBezTo>
                    <a:close/>
                  </a:path>
                </a:pathLst>
              </a:custGeom>
              <a:solidFill>
                <a:srgbClr val="FF37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7" name="íṧḻïḍê" descr="db50b0d6-b767-4649-8918-31e6e99f84f1">
                <a:extLst>
                  <a:ext uri="{FF2B5EF4-FFF2-40B4-BE49-F238E27FC236}">
                    <a16:creationId xmlns:a16="http://schemas.microsoft.com/office/drawing/2014/main" id="{35D2D78C-6987-0E67-7C4B-6863CF88A158}"/>
                  </a:ext>
                </a:extLst>
              </p:cNvPr>
              <p:cNvSpPr/>
              <p:nvPr/>
            </p:nvSpPr>
            <p:spPr bwMode="auto">
              <a:xfrm rot="309616" flipH="1">
                <a:off x="1129092" y="4422757"/>
                <a:ext cx="601062" cy="778280"/>
              </a:xfrm>
              <a:custGeom>
                <a:avLst/>
                <a:gdLst>
                  <a:gd name="T0" fmla="*/ 104 w 128"/>
                  <a:gd name="T1" fmla="*/ 165 h 166"/>
                  <a:gd name="T2" fmla="*/ 99 w 128"/>
                  <a:gd name="T3" fmla="*/ 164 h 166"/>
                  <a:gd name="T4" fmla="*/ 97 w 128"/>
                  <a:gd name="T5" fmla="*/ 160 h 166"/>
                  <a:gd name="T6" fmla="*/ 92 w 128"/>
                  <a:gd name="T7" fmla="*/ 155 h 166"/>
                  <a:gd name="T8" fmla="*/ 13 w 128"/>
                  <a:gd name="T9" fmla="*/ 110 h 166"/>
                  <a:gd name="T10" fmla="*/ 9 w 128"/>
                  <a:gd name="T11" fmla="*/ 108 h 166"/>
                  <a:gd name="T12" fmla="*/ 7 w 128"/>
                  <a:gd name="T13" fmla="*/ 103 h 166"/>
                  <a:gd name="T14" fmla="*/ 3 w 128"/>
                  <a:gd name="T15" fmla="*/ 84 h 166"/>
                  <a:gd name="T16" fmla="*/ 1 w 128"/>
                  <a:gd name="T17" fmla="*/ 34 h 166"/>
                  <a:gd name="T18" fmla="*/ 0 w 128"/>
                  <a:gd name="T19" fmla="*/ 0 h 166"/>
                  <a:gd name="T20" fmla="*/ 28 w 128"/>
                  <a:gd name="T21" fmla="*/ 12 h 166"/>
                  <a:gd name="T22" fmla="*/ 49 w 128"/>
                  <a:gd name="T23" fmla="*/ 9 h 166"/>
                  <a:gd name="T24" fmla="*/ 59 w 128"/>
                  <a:gd name="T25" fmla="*/ 6 h 166"/>
                  <a:gd name="T26" fmla="*/ 43 w 128"/>
                  <a:gd name="T27" fmla="*/ 81 h 166"/>
                  <a:gd name="T28" fmla="*/ 98 w 128"/>
                  <a:gd name="T29" fmla="*/ 121 h 166"/>
                  <a:gd name="T30" fmla="*/ 119 w 128"/>
                  <a:gd name="T31" fmla="*/ 134 h 166"/>
                  <a:gd name="T32" fmla="*/ 125 w 128"/>
                  <a:gd name="T33" fmla="*/ 136 h 166"/>
                  <a:gd name="T34" fmla="*/ 123 w 128"/>
                  <a:gd name="T35" fmla="*/ 145 h 166"/>
                  <a:gd name="T36" fmla="*/ 122 w 128"/>
                  <a:gd name="T37" fmla="*/ 146 h 166"/>
                  <a:gd name="T38" fmla="*/ 108 w 128"/>
                  <a:gd name="T39" fmla="*/ 161 h 166"/>
                  <a:gd name="T40" fmla="*/ 107 w 128"/>
                  <a:gd name="T41" fmla="*/ 163 h 166"/>
                  <a:gd name="T42" fmla="*/ 104 w 128"/>
                  <a:gd name="T43" fmla="*/ 165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28" h="166">
                    <a:moveTo>
                      <a:pt x="104" y="165"/>
                    </a:moveTo>
                    <a:cubicBezTo>
                      <a:pt x="102" y="166"/>
                      <a:pt x="100" y="165"/>
                      <a:pt x="99" y="164"/>
                    </a:cubicBezTo>
                    <a:cubicBezTo>
                      <a:pt x="98" y="163"/>
                      <a:pt x="98" y="161"/>
                      <a:pt x="97" y="160"/>
                    </a:cubicBezTo>
                    <a:cubicBezTo>
                      <a:pt x="96" y="158"/>
                      <a:pt x="94" y="156"/>
                      <a:pt x="92" y="155"/>
                    </a:cubicBezTo>
                    <a:cubicBezTo>
                      <a:pt x="67" y="139"/>
                      <a:pt x="40" y="124"/>
                      <a:pt x="13" y="110"/>
                    </a:cubicBezTo>
                    <a:cubicBezTo>
                      <a:pt x="12" y="110"/>
                      <a:pt x="11" y="109"/>
                      <a:pt x="9" y="108"/>
                    </a:cubicBezTo>
                    <a:cubicBezTo>
                      <a:pt x="8" y="107"/>
                      <a:pt x="7" y="105"/>
                      <a:pt x="7" y="103"/>
                    </a:cubicBezTo>
                    <a:cubicBezTo>
                      <a:pt x="4" y="97"/>
                      <a:pt x="4" y="90"/>
                      <a:pt x="3" y="84"/>
                    </a:cubicBezTo>
                    <a:cubicBezTo>
                      <a:pt x="3" y="67"/>
                      <a:pt x="2" y="50"/>
                      <a:pt x="1" y="34"/>
                    </a:cubicBezTo>
                    <a:cubicBezTo>
                      <a:pt x="1" y="23"/>
                      <a:pt x="0" y="12"/>
                      <a:pt x="0" y="0"/>
                    </a:cubicBezTo>
                    <a:cubicBezTo>
                      <a:pt x="8" y="6"/>
                      <a:pt x="18" y="11"/>
                      <a:pt x="28" y="12"/>
                    </a:cubicBezTo>
                    <a:cubicBezTo>
                      <a:pt x="35" y="12"/>
                      <a:pt x="42" y="11"/>
                      <a:pt x="49" y="9"/>
                    </a:cubicBezTo>
                    <a:cubicBezTo>
                      <a:pt x="52" y="8"/>
                      <a:pt x="55" y="7"/>
                      <a:pt x="59" y="6"/>
                    </a:cubicBezTo>
                    <a:cubicBezTo>
                      <a:pt x="46" y="29"/>
                      <a:pt x="54" y="58"/>
                      <a:pt x="43" y="81"/>
                    </a:cubicBezTo>
                    <a:cubicBezTo>
                      <a:pt x="62" y="93"/>
                      <a:pt x="81" y="106"/>
                      <a:pt x="98" y="121"/>
                    </a:cubicBezTo>
                    <a:cubicBezTo>
                      <a:pt x="104" y="127"/>
                      <a:pt x="111" y="134"/>
                      <a:pt x="119" y="134"/>
                    </a:cubicBezTo>
                    <a:cubicBezTo>
                      <a:pt x="121" y="134"/>
                      <a:pt x="123" y="134"/>
                      <a:pt x="125" y="136"/>
                    </a:cubicBezTo>
                    <a:cubicBezTo>
                      <a:pt x="128" y="138"/>
                      <a:pt x="125" y="142"/>
                      <a:pt x="123" y="145"/>
                    </a:cubicBezTo>
                    <a:cubicBezTo>
                      <a:pt x="122" y="145"/>
                      <a:pt x="122" y="146"/>
                      <a:pt x="122" y="146"/>
                    </a:cubicBezTo>
                    <a:cubicBezTo>
                      <a:pt x="117" y="151"/>
                      <a:pt x="113" y="156"/>
                      <a:pt x="108" y="161"/>
                    </a:cubicBezTo>
                    <a:cubicBezTo>
                      <a:pt x="108" y="162"/>
                      <a:pt x="107" y="162"/>
                      <a:pt x="107" y="163"/>
                    </a:cubicBezTo>
                    <a:cubicBezTo>
                      <a:pt x="106" y="164"/>
                      <a:pt x="105" y="164"/>
                      <a:pt x="104" y="165"/>
                    </a:cubicBezTo>
                    <a:close/>
                  </a:path>
                </a:pathLst>
              </a:custGeom>
              <a:solidFill>
                <a:srgbClr val="19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8" name="íṥliḍè" descr="dd502d6d-7934-4974-968a-39bc8d8e0e7e">
                <a:extLst>
                  <a:ext uri="{FF2B5EF4-FFF2-40B4-BE49-F238E27FC236}">
                    <a16:creationId xmlns:a16="http://schemas.microsoft.com/office/drawing/2014/main" id="{DE22E539-A145-F67A-7507-E9E0C7A09005}"/>
                  </a:ext>
                </a:extLst>
              </p:cNvPr>
              <p:cNvSpPr/>
              <p:nvPr/>
            </p:nvSpPr>
            <p:spPr bwMode="auto">
              <a:xfrm rot="309616" flipH="1">
                <a:off x="1428980" y="3271264"/>
                <a:ext cx="267303" cy="299793"/>
              </a:xfrm>
              <a:custGeom>
                <a:avLst/>
                <a:gdLst>
                  <a:gd name="T0" fmla="*/ 57 w 57"/>
                  <a:gd name="T1" fmla="*/ 49 h 64"/>
                  <a:gd name="T2" fmla="*/ 57 w 57"/>
                  <a:gd name="T3" fmla="*/ 51 h 64"/>
                  <a:gd name="T4" fmla="*/ 57 w 57"/>
                  <a:gd name="T5" fmla="*/ 52 h 64"/>
                  <a:gd name="T6" fmla="*/ 55 w 57"/>
                  <a:gd name="T7" fmla="*/ 53 h 64"/>
                  <a:gd name="T8" fmla="*/ 29 w 57"/>
                  <a:gd name="T9" fmla="*/ 64 h 64"/>
                  <a:gd name="T10" fmla="*/ 29 w 57"/>
                  <a:gd name="T11" fmla="*/ 62 h 64"/>
                  <a:gd name="T12" fmla="*/ 29 w 57"/>
                  <a:gd name="T13" fmla="*/ 61 h 64"/>
                  <a:gd name="T14" fmla="*/ 29 w 57"/>
                  <a:gd name="T15" fmla="*/ 57 h 64"/>
                  <a:gd name="T16" fmla="*/ 29 w 57"/>
                  <a:gd name="T17" fmla="*/ 56 h 64"/>
                  <a:gd name="T18" fmla="*/ 12 w 57"/>
                  <a:gd name="T19" fmla="*/ 60 h 64"/>
                  <a:gd name="T20" fmla="*/ 10 w 57"/>
                  <a:gd name="T21" fmla="*/ 59 h 64"/>
                  <a:gd name="T22" fmla="*/ 8 w 57"/>
                  <a:gd name="T23" fmla="*/ 57 h 64"/>
                  <a:gd name="T24" fmla="*/ 3 w 57"/>
                  <a:gd name="T25" fmla="*/ 40 h 64"/>
                  <a:gd name="T26" fmla="*/ 0 w 57"/>
                  <a:gd name="T27" fmla="*/ 38 h 64"/>
                  <a:gd name="T28" fmla="*/ 2 w 57"/>
                  <a:gd name="T29" fmla="*/ 34 h 64"/>
                  <a:gd name="T30" fmla="*/ 5 w 57"/>
                  <a:gd name="T31" fmla="*/ 33 h 64"/>
                  <a:gd name="T32" fmla="*/ 8 w 57"/>
                  <a:gd name="T33" fmla="*/ 26 h 64"/>
                  <a:gd name="T34" fmla="*/ 7 w 57"/>
                  <a:gd name="T35" fmla="*/ 18 h 64"/>
                  <a:gd name="T36" fmla="*/ 10 w 57"/>
                  <a:gd name="T37" fmla="*/ 0 h 64"/>
                  <a:gd name="T38" fmla="*/ 23 w 57"/>
                  <a:gd name="T39" fmla="*/ 1 h 64"/>
                  <a:gd name="T40" fmla="*/ 30 w 57"/>
                  <a:gd name="T41" fmla="*/ 1 h 64"/>
                  <a:gd name="T42" fmla="*/ 37 w 57"/>
                  <a:gd name="T43" fmla="*/ 5 h 64"/>
                  <a:gd name="T44" fmla="*/ 36 w 57"/>
                  <a:gd name="T45" fmla="*/ 14 h 64"/>
                  <a:gd name="T46" fmla="*/ 40 w 57"/>
                  <a:gd name="T47" fmla="*/ 30 h 64"/>
                  <a:gd name="T48" fmla="*/ 42 w 57"/>
                  <a:gd name="T49" fmla="*/ 30 h 64"/>
                  <a:gd name="T50" fmla="*/ 43 w 57"/>
                  <a:gd name="T51" fmla="*/ 29 h 64"/>
                  <a:gd name="T52" fmla="*/ 46 w 57"/>
                  <a:gd name="T53" fmla="*/ 17 h 64"/>
                  <a:gd name="T54" fmla="*/ 52 w 57"/>
                  <a:gd name="T55" fmla="*/ 14 h 64"/>
                  <a:gd name="T56" fmla="*/ 54 w 57"/>
                  <a:gd name="T57" fmla="*/ 17 h 64"/>
                  <a:gd name="T58" fmla="*/ 54 w 57"/>
                  <a:gd name="T59" fmla="*/ 26 h 64"/>
                  <a:gd name="T60" fmla="*/ 49 w 57"/>
                  <a:gd name="T61" fmla="*/ 36 h 64"/>
                  <a:gd name="T62" fmla="*/ 49 w 57"/>
                  <a:gd name="T63" fmla="*/ 40 h 64"/>
                  <a:gd name="T64" fmla="*/ 51 w 57"/>
                  <a:gd name="T65" fmla="*/ 41 h 64"/>
                  <a:gd name="T66" fmla="*/ 57 w 57"/>
                  <a:gd name="T67" fmla="*/ 41 h 64"/>
                  <a:gd name="T68" fmla="*/ 57 w 57"/>
                  <a:gd name="T69" fmla="*/ 41 h 64"/>
                  <a:gd name="T70" fmla="*/ 57 w 57"/>
                  <a:gd name="T71" fmla="*/ 4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" h="64">
                    <a:moveTo>
                      <a:pt x="57" y="49"/>
                    </a:moveTo>
                    <a:cubicBezTo>
                      <a:pt x="57" y="50"/>
                      <a:pt x="57" y="50"/>
                      <a:pt x="57" y="51"/>
                    </a:cubicBezTo>
                    <a:cubicBezTo>
                      <a:pt x="57" y="51"/>
                      <a:pt x="57" y="51"/>
                      <a:pt x="57" y="52"/>
                    </a:cubicBezTo>
                    <a:cubicBezTo>
                      <a:pt x="57" y="52"/>
                      <a:pt x="56" y="53"/>
                      <a:pt x="55" y="53"/>
                    </a:cubicBezTo>
                    <a:cubicBezTo>
                      <a:pt x="46" y="57"/>
                      <a:pt x="37" y="61"/>
                      <a:pt x="29" y="64"/>
                    </a:cubicBezTo>
                    <a:cubicBezTo>
                      <a:pt x="29" y="64"/>
                      <a:pt x="29" y="63"/>
                      <a:pt x="29" y="62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29" y="60"/>
                      <a:pt x="29" y="58"/>
                      <a:pt x="29" y="57"/>
                    </a:cubicBezTo>
                    <a:cubicBezTo>
                      <a:pt x="29" y="56"/>
                      <a:pt x="29" y="56"/>
                      <a:pt x="29" y="56"/>
                    </a:cubicBezTo>
                    <a:cubicBezTo>
                      <a:pt x="23" y="58"/>
                      <a:pt x="18" y="60"/>
                      <a:pt x="12" y="60"/>
                    </a:cubicBezTo>
                    <a:cubicBezTo>
                      <a:pt x="11" y="60"/>
                      <a:pt x="10" y="60"/>
                      <a:pt x="10" y="59"/>
                    </a:cubicBezTo>
                    <a:cubicBezTo>
                      <a:pt x="9" y="59"/>
                      <a:pt x="9" y="58"/>
                      <a:pt x="8" y="57"/>
                    </a:cubicBezTo>
                    <a:cubicBezTo>
                      <a:pt x="8" y="51"/>
                      <a:pt x="7" y="44"/>
                      <a:pt x="3" y="40"/>
                    </a:cubicBezTo>
                    <a:cubicBezTo>
                      <a:pt x="2" y="40"/>
                      <a:pt x="0" y="39"/>
                      <a:pt x="0" y="38"/>
                    </a:cubicBezTo>
                    <a:cubicBezTo>
                      <a:pt x="0" y="36"/>
                      <a:pt x="1" y="35"/>
                      <a:pt x="2" y="34"/>
                    </a:cubicBezTo>
                    <a:cubicBezTo>
                      <a:pt x="3" y="34"/>
                      <a:pt x="4" y="33"/>
                      <a:pt x="5" y="33"/>
                    </a:cubicBezTo>
                    <a:cubicBezTo>
                      <a:pt x="7" y="31"/>
                      <a:pt x="8" y="28"/>
                      <a:pt x="8" y="26"/>
                    </a:cubicBezTo>
                    <a:cubicBezTo>
                      <a:pt x="8" y="23"/>
                      <a:pt x="7" y="21"/>
                      <a:pt x="7" y="18"/>
                    </a:cubicBezTo>
                    <a:cubicBezTo>
                      <a:pt x="6" y="12"/>
                      <a:pt x="7" y="5"/>
                      <a:pt x="10" y="0"/>
                    </a:cubicBezTo>
                    <a:cubicBezTo>
                      <a:pt x="14" y="1"/>
                      <a:pt x="18" y="2"/>
                      <a:pt x="23" y="1"/>
                    </a:cubicBezTo>
                    <a:cubicBezTo>
                      <a:pt x="25" y="1"/>
                      <a:pt x="28" y="1"/>
                      <a:pt x="30" y="1"/>
                    </a:cubicBezTo>
                    <a:cubicBezTo>
                      <a:pt x="33" y="1"/>
                      <a:pt x="35" y="2"/>
                      <a:pt x="37" y="5"/>
                    </a:cubicBezTo>
                    <a:cubicBezTo>
                      <a:pt x="38" y="8"/>
                      <a:pt x="36" y="11"/>
                      <a:pt x="36" y="14"/>
                    </a:cubicBezTo>
                    <a:cubicBezTo>
                      <a:pt x="34" y="20"/>
                      <a:pt x="36" y="26"/>
                      <a:pt x="40" y="30"/>
                    </a:cubicBezTo>
                    <a:cubicBezTo>
                      <a:pt x="40" y="30"/>
                      <a:pt x="41" y="31"/>
                      <a:pt x="42" y="30"/>
                    </a:cubicBezTo>
                    <a:cubicBezTo>
                      <a:pt x="42" y="30"/>
                      <a:pt x="43" y="29"/>
                      <a:pt x="43" y="29"/>
                    </a:cubicBezTo>
                    <a:cubicBezTo>
                      <a:pt x="44" y="25"/>
                      <a:pt x="44" y="21"/>
                      <a:pt x="46" y="17"/>
                    </a:cubicBezTo>
                    <a:cubicBezTo>
                      <a:pt x="48" y="15"/>
                      <a:pt x="50" y="13"/>
                      <a:pt x="52" y="14"/>
                    </a:cubicBezTo>
                    <a:cubicBezTo>
                      <a:pt x="53" y="14"/>
                      <a:pt x="54" y="16"/>
                      <a:pt x="54" y="17"/>
                    </a:cubicBezTo>
                    <a:cubicBezTo>
                      <a:pt x="55" y="20"/>
                      <a:pt x="55" y="23"/>
                      <a:pt x="54" y="26"/>
                    </a:cubicBezTo>
                    <a:cubicBezTo>
                      <a:pt x="53" y="29"/>
                      <a:pt x="51" y="33"/>
                      <a:pt x="49" y="36"/>
                    </a:cubicBezTo>
                    <a:cubicBezTo>
                      <a:pt x="49" y="37"/>
                      <a:pt x="48" y="39"/>
                      <a:pt x="49" y="40"/>
                    </a:cubicBezTo>
                    <a:cubicBezTo>
                      <a:pt x="50" y="41"/>
                      <a:pt x="50" y="41"/>
                      <a:pt x="51" y="41"/>
                    </a:cubicBezTo>
                    <a:cubicBezTo>
                      <a:pt x="53" y="41"/>
                      <a:pt x="55" y="41"/>
                      <a:pt x="57" y="41"/>
                    </a:cubicBezTo>
                    <a:cubicBezTo>
                      <a:pt x="57" y="41"/>
                      <a:pt x="57" y="41"/>
                      <a:pt x="57" y="41"/>
                    </a:cubicBezTo>
                    <a:cubicBezTo>
                      <a:pt x="57" y="44"/>
                      <a:pt x="57" y="47"/>
                      <a:pt x="57" y="49"/>
                    </a:cubicBezTo>
                    <a:close/>
                  </a:path>
                </a:pathLst>
              </a:custGeom>
              <a:solidFill>
                <a:srgbClr val="FFD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9" name="ís1íďé" descr="fd4625bc-a8f0-412c-8972-433f554cf77d">
                <a:extLst>
                  <a:ext uri="{FF2B5EF4-FFF2-40B4-BE49-F238E27FC236}">
                    <a16:creationId xmlns:a16="http://schemas.microsoft.com/office/drawing/2014/main" id="{4DF4510B-D970-42C2-69BF-92E4E12CF81A}"/>
                  </a:ext>
                </a:extLst>
              </p:cNvPr>
              <p:cNvSpPr/>
              <p:nvPr/>
            </p:nvSpPr>
            <p:spPr bwMode="auto">
              <a:xfrm rot="309616" flipH="1">
                <a:off x="1397205" y="3615414"/>
                <a:ext cx="754650" cy="435659"/>
              </a:xfrm>
              <a:custGeom>
                <a:avLst/>
                <a:gdLst>
                  <a:gd name="T0" fmla="*/ 80 w 161"/>
                  <a:gd name="T1" fmla="*/ 83 h 93"/>
                  <a:gd name="T2" fmla="*/ 5 w 161"/>
                  <a:gd name="T3" fmla="*/ 89 h 93"/>
                  <a:gd name="T4" fmla="*/ 3 w 161"/>
                  <a:gd name="T5" fmla="*/ 89 h 93"/>
                  <a:gd name="T6" fmla="*/ 2 w 161"/>
                  <a:gd name="T7" fmla="*/ 86 h 93"/>
                  <a:gd name="T8" fmla="*/ 1 w 161"/>
                  <a:gd name="T9" fmla="*/ 78 h 93"/>
                  <a:gd name="T10" fmla="*/ 0 w 161"/>
                  <a:gd name="T11" fmla="*/ 61 h 93"/>
                  <a:gd name="T12" fmla="*/ 0 w 161"/>
                  <a:gd name="T13" fmla="*/ 58 h 93"/>
                  <a:gd name="T14" fmla="*/ 0 w 161"/>
                  <a:gd name="T15" fmla="*/ 57 h 93"/>
                  <a:gd name="T16" fmla="*/ 71 w 161"/>
                  <a:gd name="T17" fmla="*/ 55 h 93"/>
                  <a:gd name="T18" fmla="*/ 78 w 161"/>
                  <a:gd name="T19" fmla="*/ 53 h 93"/>
                  <a:gd name="T20" fmla="*/ 83 w 161"/>
                  <a:gd name="T21" fmla="*/ 49 h 93"/>
                  <a:gd name="T22" fmla="*/ 101 w 161"/>
                  <a:gd name="T23" fmla="*/ 31 h 93"/>
                  <a:gd name="T24" fmla="*/ 140 w 161"/>
                  <a:gd name="T25" fmla="*/ 3 h 93"/>
                  <a:gd name="T26" fmla="*/ 152 w 161"/>
                  <a:gd name="T27" fmla="*/ 1 h 93"/>
                  <a:gd name="T28" fmla="*/ 157 w 161"/>
                  <a:gd name="T29" fmla="*/ 3 h 93"/>
                  <a:gd name="T30" fmla="*/ 159 w 161"/>
                  <a:gd name="T31" fmla="*/ 19 h 93"/>
                  <a:gd name="T32" fmla="*/ 107 w 161"/>
                  <a:gd name="T33" fmla="*/ 76 h 93"/>
                  <a:gd name="T34" fmla="*/ 89 w 161"/>
                  <a:gd name="T35" fmla="*/ 81 h 93"/>
                  <a:gd name="T36" fmla="*/ 80 w 161"/>
                  <a:gd name="T37" fmla="*/ 8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1" h="93">
                    <a:moveTo>
                      <a:pt x="80" y="83"/>
                    </a:moveTo>
                    <a:cubicBezTo>
                      <a:pt x="56" y="89"/>
                      <a:pt x="30" y="93"/>
                      <a:pt x="5" y="89"/>
                    </a:cubicBezTo>
                    <a:cubicBezTo>
                      <a:pt x="4" y="89"/>
                      <a:pt x="3" y="89"/>
                      <a:pt x="3" y="89"/>
                    </a:cubicBezTo>
                    <a:cubicBezTo>
                      <a:pt x="2" y="88"/>
                      <a:pt x="2" y="87"/>
                      <a:pt x="2" y="86"/>
                    </a:cubicBezTo>
                    <a:cubicBezTo>
                      <a:pt x="2" y="83"/>
                      <a:pt x="2" y="81"/>
                      <a:pt x="1" y="78"/>
                    </a:cubicBezTo>
                    <a:cubicBezTo>
                      <a:pt x="1" y="72"/>
                      <a:pt x="0" y="67"/>
                      <a:pt x="0" y="61"/>
                    </a:cubicBezTo>
                    <a:cubicBezTo>
                      <a:pt x="0" y="60"/>
                      <a:pt x="0" y="59"/>
                      <a:pt x="0" y="58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24" y="59"/>
                      <a:pt x="48" y="58"/>
                      <a:pt x="71" y="55"/>
                    </a:cubicBezTo>
                    <a:cubicBezTo>
                      <a:pt x="74" y="54"/>
                      <a:pt x="76" y="54"/>
                      <a:pt x="78" y="53"/>
                    </a:cubicBezTo>
                    <a:cubicBezTo>
                      <a:pt x="80" y="52"/>
                      <a:pt x="82" y="50"/>
                      <a:pt x="83" y="49"/>
                    </a:cubicBezTo>
                    <a:cubicBezTo>
                      <a:pt x="89" y="43"/>
                      <a:pt x="95" y="37"/>
                      <a:pt x="101" y="31"/>
                    </a:cubicBezTo>
                    <a:cubicBezTo>
                      <a:pt x="113" y="20"/>
                      <a:pt x="125" y="10"/>
                      <a:pt x="140" y="3"/>
                    </a:cubicBezTo>
                    <a:cubicBezTo>
                      <a:pt x="144" y="2"/>
                      <a:pt x="148" y="0"/>
                      <a:pt x="152" y="1"/>
                    </a:cubicBezTo>
                    <a:cubicBezTo>
                      <a:pt x="154" y="1"/>
                      <a:pt x="155" y="2"/>
                      <a:pt x="157" y="3"/>
                    </a:cubicBezTo>
                    <a:cubicBezTo>
                      <a:pt x="161" y="7"/>
                      <a:pt x="160" y="14"/>
                      <a:pt x="159" y="19"/>
                    </a:cubicBezTo>
                    <a:cubicBezTo>
                      <a:pt x="152" y="45"/>
                      <a:pt x="132" y="67"/>
                      <a:pt x="107" y="76"/>
                    </a:cubicBezTo>
                    <a:cubicBezTo>
                      <a:pt x="101" y="78"/>
                      <a:pt x="95" y="79"/>
                      <a:pt x="89" y="81"/>
                    </a:cubicBezTo>
                    <a:cubicBezTo>
                      <a:pt x="86" y="81"/>
                      <a:pt x="83" y="82"/>
                      <a:pt x="80" y="83"/>
                    </a:cubicBezTo>
                    <a:close/>
                  </a:path>
                </a:pathLst>
              </a:custGeom>
              <a:solidFill>
                <a:srgbClr val="2C63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0" name="iṩlîḍé" descr="9af95235-b0cd-4ded-9db9-ce6614072546">
                <a:extLst>
                  <a:ext uri="{FF2B5EF4-FFF2-40B4-BE49-F238E27FC236}">
                    <a16:creationId xmlns:a16="http://schemas.microsoft.com/office/drawing/2014/main" id="{948FD42B-5E0D-C1FA-6AB3-C5952A588863}"/>
                  </a:ext>
                </a:extLst>
              </p:cNvPr>
              <p:cNvSpPr/>
              <p:nvPr/>
            </p:nvSpPr>
            <p:spPr bwMode="auto">
              <a:xfrm rot="309616" flipH="1">
                <a:off x="1294432" y="3573207"/>
                <a:ext cx="627645" cy="918576"/>
              </a:xfrm>
              <a:custGeom>
                <a:avLst/>
                <a:gdLst>
                  <a:gd name="T0" fmla="*/ 124 w 134"/>
                  <a:gd name="T1" fmla="*/ 0 h 196"/>
                  <a:gd name="T2" fmla="*/ 126 w 134"/>
                  <a:gd name="T3" fmla="*/ 54 h 196"/>
                  <a:gd name="T4" fmla="*/ 105 w 134"/>
                  <a:gd name="T5" fmla="*/ 107 h 196"/>
                  <a:gd name="T6" fmla="*/ 104 w 134"/>
                  <a:gd name="T7" fmla="*/ 175 h 196"/>
                  <a:gd name="T8" fmla="*/ 103 w 134"/>
                  <a:gd name="T9" fmla="*/ 183 h 196"/>
                  <a:gd name="T10" fmla="*/ 93 w 134"/>
                  <a:gd name="T11" fmla="*/ 188 h 196"/>
                  <a:gd name="T12" fmla="*/ 85 w 134"/>
                  <a:gd name="T13" fmla="*/ 190 h 196"/>
                  <a:gd name="T14" fmla="*/ 75 w 134"/>
                  <a:gd name="T15" fmla="*/ 193 h 196"/>
                  <a:gd name="T16" fmla="*/ 54 w 134"/>
                  <a:gd name="T17" fmla="*/ 196 h 196"/>
                  <a:gd name="T18" fmla="*/ 26 w 134"/>
                  <a:gd name="T19" fmla="*/ 184 h 196"/>
                  <a:gd name="T20" fmla="*/ 26 w 134"/>
                  <a:gd name="T21" fmla="*/ 184 h 196"/>
                  <a:gd name="T22" fmla="*/ 4 w 134"/>
                  <a:gd name="T23" fmla="*/ 167 h 196"/>
                  <a:gd name="T24" fmla="*/ 0 w 134"/>
                  <a:gd name="T25" fmla="*/ 164 h 196"/>
                  <a:gd name="T26" fmla="*/ 28 w 134"/>
                  <a:gd name="T27" fmla="*/ 115 h 196"/>
                  <a:gd name="T28" fmla="*/ 35 w 134"/>
                  <a:gd name="T29" fmla="*/ 89 h 196"/>
                  <a:gd name="T30" fmla="*/ 44 w 134"/>
                  <a:gd name="T31" fmla="*/ 87 h 196"/>
                  <a:gd name="T32" fmla="*/ 62 w 134"/>
                  <a:gd name="T33" fmla="*/ 82 h 196"/>
                  <a:gd name="T34" fmla="*/ 114 w 134"/>
                  <a:gd name="T35" fmla="*/ 25 h 196"/>
                  <a:gd name="T36" fmla="*/ 112 w 134"/>
                  <a:gd name="T37" fmla="*/ 9 h 196"/>
                  <a:gd name="T38" fmla="*/ 107 w 134"/>
                  <a:gd name="T39" fmla="*/ 7 h 196"/>
                  <a:gd name="T40" fmla="*/ 108 w 134"/>
                  <a:gd name="T41" fmla="*/ 7 h 196"/>
                  <a:gd name="T42" fmla="*/ 122 w 134"/>
                  <a:gd name="T43" fmla="*/ 1 h 196"/>
                  <a:gd name="T44" fmla="*/ 123 w 134"/>
                  <a:gd name="T45" fmla="*/ 0 h 196"/>
                  <a:gd name="T46" fmla="*/ 123 w 134"/>
                  <a:gd name="T47" fmla="*/ 0 h 196"/>
                  <a:gd name="T48" fmla="*/ 124 w 134"/>
                  <a:gd name="T49" fmla="*/ 0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4" h="196">
                    <a:moveTo>
                      <a:pt x="124" y="0"/>
                    </a:moveTo>
                    <a:cubicBezTo>
                      <a:pt x="134" y="15"/>
                      <a:pt x="132" y="37"/>
                      <a:pt x="126" y="54"/>
                    </a:cubicBezTo>
                    <a:cubicBezTo>
                      <a:pt x="119" y="72"/>
                      <a:pt x="109" y="89"/>
                      <a:pt x="105" y="107"/>
                    </a:cubicBezTo>
                    <a:cubicBezTo>
                      <a:pt x="100" y="129"/>
                      <a:pt x="104" y="152"/>
                      <a:pt x="104" y="175"/>
                    </a:cubicBezTo>
                    <a:cubicBezTo>
                      <a:pt x="104" y="178"/>
                      <a:pt x="104" y="181"/>
                      <a:pt x="103" y="183"/>
                    </a:cubicBezTo>
                    <a:cubicBezTo>
                      <a:pt x="101" y="186"/>
                      <a:pt x="97" y="187"/>
                      <a:pt x="93" y="188"/>
                    </a:cubicBezTo>
                    <a:cubicBezTo>
                      <a:pt x="91" y="189"/>
                      <a:pt x="88" y="190"/>
                      <a:pt x="85" y="190"/>
                    </a:cubicBezTo>
                    <a:cubicBezTo>
                      <a:pt x="81" y="191"/>
                      <a:pt x="78" y="192"/>
                      <a:pt x="75" y="193"/>
                    </a:cubicBezTo>
                    <a:cubicBezTo>
                      <a:pt x="68" y="195"/>
                      <a:pt x="61" y="196"/>
                      <a:pt x="54" y="196"/>
                    </a:cubicBezTo>
                    <a:cubicBezTo>
                      <a:pt x="44" y="195"/>
                      <a:pt x="34" y="190"/>
                      <a:pt x="26" y="184"/>
                    </a:cubicBezTo>
                    <a:cubicBezTo>
                      <a:pt x="26" y="184"/>
                      <a:pt x="26" y="184"/>
                      <a:pt x="26" y="184"/>
                    </a:cubicBezTo>
                    <a:cubicBezTo>
                      <a:pt x="18" y="179"/>
                      <a:pt x="11" y="174"/>
                      <a:pt x="4" y="167"/>
                    </a:cubicBezTo>
                    <a:cubicBezTo>
                      <a:pt x="3" y="166"/>
                      <a:pt x="1" y="165"/>
                      <a:pt x="0" y="164"/>
                    </a:cubicBezTo>
                    <a:cubicBezTo>
                      <a:pt x="11" y="148"/>
                      <a:pt x="20" y="132"/>
                      <a:pt x="28" y="115"/>
                    </a:cubicBezTo>
                    <a:cubicBezTo>
                      <a:pt x="32" y="107"/>
                      <a:pt x="36" y="98"/>
                      <a:pt x="35" y="89"/>
                    </a:cubicBezTo>
                    <a:cubicBezTo>
                      <a:pt x="38" y="88"/>
                      <a:pt x="41" y="87"/>
                      <a:pt x="44" y="87"/>
                    </a:cubicBezTo>
                    <a:cubicBezTo>
                      <a:pt x="50" y="85"/>
                      <a:pt x="56" y="84"/>
                      <a:pt x="62" y="82"/>
                    </a:cubicBezTo>
                    <a:cubicBezTo>
                      <a:pt x="87" y="73"/>
                      <a:pt x="107" y="51"/>
                      <a:pt x="114" y="25"/>
                    </a:cubicBezTo>
                    <a:cubicBezTo>
                      <a:pt x="115" y="20"/>
                      <a:pt x="116" y="13"/>
                      <a:pt x="112" y="9"/>
                    </a:cubicBezTo>
                    <a:cubicBezTo>
                      <a:pt x="110" y="8"/>
                      <a:pt x="109" y="7"/>
                      <a:pt x="107" y="7"/>
                    </a:cubicBezTo>
                    <a:cubicBezTo>
                      <a:pt x="107" y="7"/>
                      <a:pt x="108" y="7"/>
                      <a:pt x="108" y="7"/>
                    </a:cubicBezTo>
                    <a:cubicBezTo>
                      <a:pt x="113" y="5"/>
                      <a:pt x="117" y="3"/>
                      <a:pt x="122" y="1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3" y="0"/>
                      <a:pt x="123" y="0"/>
                      <a:pt x="123" y="0"/>
                    </a:cubicBezTo>
                    <a:lnTo>
                      <a:pt x="124" y="0"/>
                    </a:lnTo>
                    <a:close/>
                  </a:path>
                </a:pathLst>
              </a:custGeom>
              <a:solidFill>
                <a:srgbClr val="2C63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1" name="ïṣḷiḓe" descr="66e5d2b9-af30-44e7-acbe-01deeea01f72">
                <a:extLst>
                  <a:ext uri="{FF2B5EF4-FFF2-40B4-BE49-F238E27FC236}">
                    <a16:creationId xmlns:a16="http://schemas.microsoft.com/office/drawing/2014/main" id="{39043FFC-6335-6049-33D7-F3EA4932C519}"/>
                  </a:ext>
                </a:extLst>
              </p:cNvPr>
              <p:cNvSpPr/>
              <p:nvPr/>
            </p:nvSpPr>
            <p:spPr bwMode="auto">
              <a:xfrm rot="309616" flipH="1">
                <a:off x="1402478" y="3503590"/>
                <a:ext cx="155067" cy="88608"/>
              </a:xfrm>
              <a:custGeom>
                <a:avLst/>
                <a:gdLst>
                  <a:gd name="T0" fmla="*/ 33 w 33"/>
                  <a:gd name="T1" fmla="*/ 4 h 19"/>
                  <a:gd name="T2" fmla="*/ 33 w 33"/>
                  <a:gd name="T3" fmla="*/ 5 h 19"/>
                  <a:gd name="T4" fmla="*/ 33 w 33"/>
                  <a:gd name="T5" fmla="*/ 5 h 19"/>
                  <a:gd name="T6" fmla="*/ 32 w 33"/>
                  <a:gd name="T7" fmla="*/ 6 h 19"/>
                  <a:gd name="T8" fmla="*/ 7 w 33"/>
                  <a:gd name="T9" fmla="*/ 17 h 19"/>
                  <a:gd name="T10" fmla="*/ 1 w 33"/>
                  <a:gd name="T11" fmla="*/ 19 h 19"/>
                  <a:gd name="T12" fmla="*/ 0 w 33"/>
                  <a:gd name="T13" fmla="*/ 19 h 19"/>
                  <a:gd name="T14" fmla="*/ 0 w 33"/>
                  <a:gd name="T15" fmla="*/ 18 h 19"/>
                  <a:gd name="T16" fmla="*/ 0 w 33"/>
                  <a:gd name="T17" fmla="*/ 18 h 19"/>
                  <a:gd name="T18" fmla="*/ 2 w 33"/>
                  <a:gd name="T19" fmla="*/ 11 h 19"/>
                  <a:gd name="T20" fmla="*/ 2 w 33"/>
                  <a:gd name="T21" fmla="*/ 13 h 19"/>
                  <a:gd name="T22" fmla="*/ 28 w 33"/>
                  <a:gd name="T23" fmla="*/ 2 h 19"/>
                  <a:gd name="T24" fmla="*/ 30 w 33"/>
                  <a:gd name="T25" fmla="*/ 1 h 19"/>
                  <a:gd name="T26" fmla="*/ 30 w 33"/>
                  <a:gd name="T27" fmla="*/ 0 h 19"/>
                  <a:gd name="T28" fmla="*/ 33 w 33"/>
                  <a:gd name="T29" fmla="*/ 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3" h="19">
                    <a:moveTo>
                      <a:pt x="33" y="4"/>
                    </a:moveTo>
                    <a:cubicBezTo>
                      <a:pt x="33" y="5"/>
                      <a:pt x="33" y="5"/>
                      <a:pt x="33" y="5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24" y="10"/>
                      <a:pt x="15" y="13"/>
                      <a:pt x="7" y="17"/>
                    </a:cubicBezTo>
                    <a:cubicBezTo>
                      <a:pt x="5" y="18"/>
                      <a:pt x="3" y="19"/>
                      <a:pt x="1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7"/>
                      <a:pt x="1" y="13"/>
                      <a:pt x="2" y="11"/>
                    </a:cubicBezTo>
                    <a:cubicBezTo>
                      <a:pt x="2" y="12"/>
                      <a:pt x="2" y="13"/>
                      <a:pt x="2" y="13"/>
                    </a:cubicBezTo>
                    <a:cubicBezTo>
                      <a:pt x="10" y="10"/>
                      <a:pt x="19" y="6"/>
                      <a:pt x="28" y="2"/>
                    </a:cubicBezTo>
                    <a:cubicBezTo>
                      <a:pt x="29" y="2"/>
                      <a:pt x="30" y="1"/>
                      <a:pt x="30" y="1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1"/>
                      <a:pt x="32" y="3"/>
                      <a:pt x="33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2" name="ís1íďé" descr="2036c433-d292-49cb-a5ad-f8de12c73f3b">
                <a:extLst>
                  <a:ext uri="{FF2B5EF4-FFF2-40B4-BE49-F238E27FC236}">
                    <a16:creationId xmlns:a16="http://schemas.microsoft.com/office/drawing/2014/main" id="{90CD722F-551B-60F0-861F-8DFFD75AC39E}"/>
                  </a:ext>
                </a:extLst>
              </p:cNvPr>
              <p:cNvSpPr/>
              <p:nvPr/>
            </p:nvSpPr>
            <p:spPr bwMode="auto">
              <a:xfrm rot="309616" flipH="1">
                <a:off x="1069982" y="5087818"/>
                <a:ext cx="267303" cy="249581"/>
              </a:xfrm>
              <a:custGeom>
                <a:avLst/>
                <a:gdLst>
                  <a:gd name="T0" fmla="*/ 56 w 57"/>
                  <a:gd name="T1" fmla="*/ 12 h 53"/>
                  <a:gd name="T2" fmla="*/ 57 w 57"/>
                  <a:gd name="T3" fmla="*/ 16 h 53"/>
                  <a:gd name="T4" fmla="*/ 56 w 57"/>
                  <a:gd name="T5" fmla="*/ 18 h 53"/>
                  <a:gd name="T6" fmla="*/ 29 w 57"/>
                  <a:gd name="T7" fmla="*/ 49 h 53"/>
                  <a:gd name="T8" fmla="*/ 24 w 57"/>
                  <a:gd name="T9" fmla="*/ 53 h 53"/>
                  <a:gd name="T10" fmla="*/ 20 w 57"/>
                  <a:gd name="T11" fmla="*/ 53 h 53"/>
                  <a:gd name="T12" fmla="*/ 5 w 57"/>
                  <a:gd name="T13" fmla="*/ 50 h 53"/>
                  <a:gd name="T14" fmla="*/ 0 w 57"/>
                  <a:gd name="T15" fmla="*/ 48 h 53"/>
                  <a:gd name="T16" fmla="*/ 1 w 57"/>
                  <a:gd name="T17" fmla="*/ 44 h 53"/>
                  <a:gd name="T18" fmla="*/ 6 w 57"/>
                  <a:gd name="T19" fmla="*/ 39 h 53"/>
                  <a:gd name="T20" fmla="*/ 14 w 57"/>
                  <a:gd name="T21" fmla="*/ 38 h 53"/>
                  <a:gd name="T22" fmla="*/ 17 w 57"/>
                  <a:gd name="T23" fmla="*/ 37 h 53"/>
                  <a:gd name="T24" fmla="*/ 19 w 57"/>
                  <a:gd name="T25" fmla="*/ 34 h 53"/>
                  <a:gd name="T26" fmla="*/ 31 w 57"/>
                  <a:gd name="T27" fmla="*/ 17 h 53"/>
                  <a:gd name="T28" fmla="*/ 31 w 57"/>
                  <a:gd name="T29" fmla="*/ 17 h 53"/>
                  <a:gd name="T30" fmla="*/ 32 w 57"/>
                  <a:gd name="T31" fmla="*/ 15 h 53"/>
                  <a:gd name="T32" fmla="*/ 46 w 57"/>
                  <a:gd name="T33" fmla="*/ 0 h 53"/>
                  <a:gd name="T34" fmla="*/ 56 w 57"/>
                  <a:gd name="T35" fmla="*/ 12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7" h="53">
                    <a:moveTo>
                      <a:pt x="56" y="12"/>
                    </a:moveTo>
                    <a:cubicBezTo>
                      <a:pt x="57" y="13"/>
                      <a:pt x="57" y="15"/>
                      <a:pt x="57" y="16"/>
                    </a:cubicBezTo>
                    <a:cubicBezTo>
                      <a:pt x="57" y="17"/>
                      <a:pt x="56" y="18"/>
                      <a:pt x="56" y="18"/>
                    </a:cubicBezTo>
                    <a:cubicBezTo>
                      <a:pt x="48" y="30"/>
                      <a:pt x="38" y="39"/>
                      <a:pt x="29" y="49"/>
                    </a:cubicBezTo>
                    <a:cubicBezTo>
                      <a:pt x="27" y="51"/>
                      <a:pt x="26" y="52"/>
                      <a:pt x="24" y="53"/>
                    </a:cubicBezTo>
                    <a:cubicBezTo>
                      <a:pt x="23" y="53"/>
                      <a:pt x="22" y="53"/>
                      <a:pt x="20" y="53"/>
                    </a:cubicBezTo>
                    <a:cubicBezTo>
                      <a:pt x="15" y="52"/>
                      <a:pt x="10" y="51"/>
                      <a:pt x="5" y="50"/>
                    </a:cubicBezTo>
                    <a:cubicBezTo>
                      <a:pt x="3" y="50"/>
                      <a:pt x="1" y="49"/>
                      <a:pt x="0" y="48"/>
                    </a:cubicBezTo>
                    <a:cubicBezTo>
                      <a:pt x="0" y="46"/>
                      <a:pt x="0" y="45"/>
                      <a:pt x="1" y="44"/>
                    </a:cubicBezTo>
                    <a:cubicBezTo>
                      <a:pt x="2" y="42"/>
                      <a:pt x="4" y="40"/>
                      <a:pt x="6" y="39"/>
                    </a:cubicBezTo>
                    <a:cubicBezTo>
                      <a:pt x="9" y="38"/>
                      <a:pt x="11" y="38"/>
                      <a:pt x="14" y="38"/>
                    </a:cubicBezTo>
                    <a:cubicBezTo>
                      <a:pt x="15" y="37"/>
                      <a:pt x="16" y="37"/>
                      <a:pt x="17" y="37"/>
                    </a:cubicBezTo>
                    <a:cubicBezTo>
                      <a:pt x="18" y="36"/>
                      <a:pt x="19" y="35"/>
                      <a:pt x="19" y="34"/>
                    </a:cubicBezTo>
                    <a:cubicBezTo>
                      <a:pt x="23" y="29"/>
                      <a:pt x="27" y="23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6"/>
                      <a:pt x="32" y="16"/>
                      <a:pt x="32" y="15"/>
                    </a:cubicBezTo>
                    <a:cubicBezTo>
                      <a:pt x="37" y="10"/>
                      <a:pt x="41" y="5"/>
                      <a:pt x="46" y="0"/>
                    </a:cubicBezTo>
                    <a:cubicBezTo>
                      <a:pt x="49" y="4"/>
                      <a:pt x="53" y="8"/>
                      <a:pt x="56" y="12"/>
                    </a:cubicBezTo>
                    <a:close/>
                  </a:path>
                </a:pathLst>
              </a:custGeom>
              <a:solidFill>
                <a:srgbClr val="1825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3" name="íśļiḑè" descr="eaee15e4-52b5-4834-8b82-6fa2ba8ea98e">
                <a:extLst>
                  <a:ext uri="{FF2B5EF4-FFF2-40B4-BE49-F238E27FC236}">
                    <a16:creationId xmlns:a16="http://schemas.microsoft.com/office/drawing/2014/main" id="{48538624-8B07-CC3D-AC36-AA9D33311939}"/>
                  </a:ext>
                </a:extLst>
              </p:cNvPr>
              <p:cNvSpPr/>
              <p:nvPr/>
            </p:nvSpPr>
            <p:spPr bwMode="auto">
              <a:xfrm rot="309616" flipH="1">
                <a:off x="1630026" y="4378693"/>
                <a:ext cx="394310" cy="829968"/>
              </a:xfrm>
              <a:custGeom>
                <a:avLst/>
                <a:gdLst>
                  <a:gd name="T0" fmla="*/ 48 w 84"/>
                  <a:gd name="T1" fmla="*/ 170 h 177"/>
                  <a:gd name="T2" fmla="*/ 38 w 84"/>
                  <a:gd name="T3" fmla="*/ 137 h 177"/>
                  <a:gd name="T4" fmla="*/ 13 w 84"/>
                  <a:gd name="T5" fmla="*/ 95 h 177"/>
                  <a:gd name="T6" fmla="*/ 2 w 84"/>
                  <a:gd name="T7" fmla="*/ 65 h 177"/>
                  <a:gd name="T8" fmla="*/ 7 w 84"/>
                  <a:gd name="T9" fmla="*/ 54 h 177"/>
                  <a:gd name="T10" fmla="*/ 40 w 84"/>
                  <a:gd name="T11" fmla="*/ 0 h 177"/>
                  <a:gd name="T12" fmla="*/ 62 w 84"/>
                  <a:gd name="T13" fmla="*/ 17 h 177"/>
                  <a:gd name="T14" fmla="*/ 62 w 84"/>
                  <a:gd name="T15" fmla="*/ 17 h 177"/>
                  <a:gd name="T16" fmla="*/ 63 w 84"/>
                  <a:gd name="T17" fmla="*/ 51 h 177"/>
                  <a:gd name="T18" fmla="*/ 47 w 84"/>
                  <a:gd name="T19" fmla="*/ 67 h 177"/>
                  <a:gd name="T20" fmla="*/ 44 w 84"/>
                  <a:gd name="T21" fmla="*/ 69 h 177"/>
                  <a:gd name="T22" fmla="*/ 46 w 84"/>
                  <a:gd name="T23" fmla="*/ 80 h 177"/>
                  <a:gd name="T24" fmla="*/ 65 w 84"/>
                  <a:gd name="T25" fmla="*/ 122 h 177"/>
                  <a:gd name="T26" fmla="*/ 70 w 84"/>
                  <a:gd name="T27" fmla="*/ 137 h 177"/>
                  <a:gd name="T28" fmla="*/ 73 w 84"/>
                  <a:gd name="T29" fmla="*/ 145 h 177"/>
                  <a:gd name="T30" fmla="*/ 84 w 84"/>
                  <a:gd name="T31" fmla="*/ 172 h 177"/>
                  <a:gd name="T32" fmla="*/ 83 w 84"/>
                  <a:gd name="T33" fmla="*/ 174 h 177"/>
                  <a:gd name="T34" fmla="*/ 81 w 84"/>
                  <a:gd name="T35" fmla="*/ 175 h 177"/>
                  <a:gd name="T36" fmla="*/ 81 w 84"/>
                  <a:gd name="T37" fmla="*/ 175 h 177"/>
                  <a:gd name="T38" fmla="*/ 53 w 84"/>
                  <a:gd name="T39" fmla="*/ 177 h 177"/>
                  <a:gd name="T40" fmla="*/ 50 w 84"/>
                  <a:gd name="T41" fmla="*/ 177 h 177"/>
                  <a:gd name="T42" fmla="*/ 49 w 84"/>
                  <a:gd name="T43" fmla="*/ 176 h 177"/>
                  <a:gd name="T44" fmla="*/ 48 w 84"/>
                  <a:gd name="T45" fmla="*/ 17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4" h="177">
                    <a:moveTo>
                      <a:pt x="48" y="170"/>
                    </a:moveTo>
                    <a:cubicBezTo>
                      <a:pt x="48" y="164"/>
                      <a:pt x="41" y="143"/>
                      <a:pt x="38" y="137"/>
                    </a:cubicBezTo>
                    <a:cubicBezTo>
                      <a:pt x="31" y="122"/>
                      <a:pt x="23" y="108"/>
                      <a:pt x="13" y="95"/>
                    </a:cubicBezTo>
                    <a:cubicBezTo>
                      <a:pt x="7" y="86"/>
                      <a:pt x="0" y="76"/>
                      <a:pt x="2" y="65"/>
                    </a:cubicBezTo>
                    <a:cubicBezTo>
                      <a:pt x="3" y="61"/>
                      <a:pt x="5" y="58"/>
                      <a:pt x="7" y="54"/>
                    </a:cubicBezTo>
                    <a:cubicBezTo>
                      <a:pt x="18" y="36"/>
                      <a:pt x="29" y="18"/>
                      <a:pt x="40" y="0"/>
                    </a:cubicBezTo>
                    <a:cubicBezTo>
                      <a:pt x="47" y="7"/>
                      <a:pt x="54" y="12"/>
                      <a:pt x="62" y="17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62" y="29"/>
                      <a:pt x="63" y="40"/>
                      <a:pt x="63" y="51"/>
                    </a:cubicBezTo>
                    <a:cubicBezTo>
                      <a:pt x="58" y="56"/>
                      <a:pt x="52" y="61"/>
                      <a:pt x="47" y="67"/>
                    </a:cubicBezTo>
                    <a:cubicBezTo>
                      <a:pt x="46" y="67"/>
                      <a:pt x="45" y="68"/>
                      <a:pt x="44" y="69"/>
                    </a:cubicBezTo>
                    <a:cubicBezTo>
                      <a:pt x="42" y="73"/>
                      <a:pt x="44" y="77"/>
                      <a:pt x="46" y="80"/>
                    </a:cubicBezTo>
                    <a:cubicBezTo>
                      <a:pt x="54" y="93"/>
                      <a:pt x="60" y="107"/>
                      <a:pt x="65" y="122"/>
                    </a:cubicBezTo>
                    <a:cubicBezTo>
                      <a:pt x="67" y="127"/>
                      <a:pt x="69" y="132"/>
                      <a:pt x="70" y="137"/>
                    </a:cubicBezTo>
                    <a:cubicBezTo>
                      <a:pt x="71" y="140"/>
                      <a:pt x="72" y="142"/>
                      <a:pt x="73" y="145"/>
                    </a:cubicBezTo>
                    <a:cubicBezTo>
                      <a:pt x="75" y="149"/>
                      <a:pt x="83" y="167"/>
                      <a:pt x="84" y="172"/>
                    </a:cubicBezTo>
                    <a:cubicBezTo>
                      <a:pt x="84" y="173"/>
                      <a:pt x="84" y="174"/>
                      <a:pt x="83" y="174"/>
                    </a:cubicBezTo>
                    <a:cubicBezTo>
                      <a:pt x="83" y="175"/>
                      <a:pt x="82" y="175"/>
                      <a:pt x="81" y="175"/>
                    </a:cubicBezTo>
                    <a:cubicBezTo>
                      <a:pt x="81" y="175"/>
                      <a:pt x="81" y="175"/>
                      <a:pt x="81" y="175"/>
                    </a:cubicBezTo>
                    <a:cubicBezTo>
                      <a:pt x="72" y="177"/>
                      <a:pt x="62" y="177"/>
                      <a:pt x="53" y="177"/>
                    </a:cubicBezTo>
                    <a:cubicBezTo>
                      <a:pt x="52" y="177"/>
                      <a:pt x="51" y="177"/>
                      <a:pt x="50" y="177"/>
                    </a:cubicBezTo>
                    <a:cubicBezTo>
                      <a:pt x="50" y="177"/>
                      <a:pt x="49" y="176"/>
                      <a:pt x="49" y="176"/>
                    </a:cubicBezTo>
                    <a:cubicBezTo>
                      <a:pt x="47" y="175"/>
                      <a:pt x="48" y="172"/>
                      <a:pt x="48" y="170"/>
                    </a:cubicBezTo>
                    <a:close/>
                  </a:path>
                </a:pathLst>
              </a:custGeom>
              <a:solidFill>
                <a:srgbClr val="19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4" name="išľiḑè" descr="9167bca7-4090-473d-abef-2bd78fa1ff31">
                <a:extLst>
                  <a:ext uri="{FF2B5EF4-FFF2-40B4-BE49-F238E27FC236}">
                    <a16:creationId xmlns:a16="http://schemas.microsoft.com/office/drawing/2014/main" id="{EE16D49A-C33F-6EC5-EFC4-44C3E9EE56F5}"/>
                  </a:ext>
                </a:extLst>
              </p:cNvPr>
              <p:cNvSpPr/>
              <p:nvPr/>
            </p:nvSpPr>
            <p:spPr bwMode="auto">
              <a:xfrm rot="309616" flipH="1">
                <a:off x="1381471" y="3533060"/>
                <a:ext cx="318991" cy="206754"/>
              </a:xfrm>
              <a:custGeom>
                <a:avLst/>
                <a:gdLst>
                  <a:gd name="T0" fmla="*/ 65 w 68"/>
                  <a:gd name="T1" fmla="*/ 0 h 44"/>
                  <a:gd name="T2" fmla="*/ 68 w 68"/>
                  <a:gd name="T3" fmla="*/ 6 h 44"/>
                  <a:gd name="T4" fmla="*/ 68 w 68"/>
                  <a:gd name="T5" fmla="*/ 7 h 44"/>
                  <a:gd name="T6" fmla="*/ 68 w 68"/>
                  <a:gd name="T7" fmla="*/ 7 h 44"/>
                  <a:gd name="T8" fmla="*/ 67 w 68"/>
                  <a:gd name="T9" fmla="*/ 8 h 44"/>
                  <a:gd name="T10" fmla="*/ 53 w 68"/>
                  <a:gd name="T11" fmla="*/ 14 h 44"/>
                  <a:gd name="T12" fmla="*/ 52 w 68"/>
                  <a:gd name="T13" fmla="*/ 14 h 44"/>
                  <a:gd name="T14" fmla="*/ 40 w 68"/>
                  <a:gd name="T15" fmla="*/ 16 h 44"/>
                  <a:gd name="T16" fmla="*/ 1 w 68"/>
                  <a:gd name="T17" fmla="*/ 44 h 44"/>
                  <a:gd name="T18" fmla="*/ 0 w 68"/>
                  <a:gd name="T19" fmla="*/ 43 h 44"/>
                  <a:gd name="T20" fmla="*/ 2 w 68"/>
                  <a:gd name="T21" fmla="*/ 37 h 44"/>
                  <a:gd name="T22" fmla="*/ 3 w 68"/>
                  <a:gd name="T23" fmla="*/ 33 h 44"/>
                  <a:gd name="T24" fmla="*/ 7 w 68"/>
                  <a:gd name="T25" fmla="*/ 29 h 44"/>
                  <a:gd name="T26" fmla="*/ 32 w 68"/>
                  <a:gd name="T27" fmla="*/ 13 h 44"/>
                  <a:gd name="T28" fmla="*/ 32 w 68"/>
                  <a:gd name="T29" fmla="*/ 14 h 44"/>
                  <a:gd name="T30" fmla="*/ 33 w 68"/>
                  <a:gd name="T31" fmla="*/ 14 h 44"/>
                  <a:gd name="T32" fmla="*/ 39 w 68"/>
                  <a:gd name="T33" fmla="*/ 12 h 44"/>
                  <a:gd name="T34" fmla="*/ 64 w 68"/>
                  <a:gd name="T35" fmla="*/ 1 h 44"/>
                  <a:gd name="T36" fmla="*/ 65 w 68"/>
                  <a:gd name="T3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" h="44">
                    <a:moveTo>
                      <a:pt x="65" y="0"/>
                    </a:moveTo>
                    <a:cubicBezTo>
                      <a:pt x="66" y="2"/>
                      <a:pt x="67" y="4"/>
                      <a:pt x="68" y="6"/>
                    </a:cubicBezTo>
                    <a:cubicBezTo>
                      <a:pt x="68" y="7"/>
                      <a:pt x="68" y="7"/>
                      <a:pt x="68" y="7"/>
                    </a:cubicBezTo>
                    <a:cubicBezTo>
                      <a:pt x="68" y="7"/>
                      <a:pt x="68" y="7"/>
                      <a:pt x="68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2" y="10"/>
                      <a:pt x="58" y="12"/>
                      <a:pt x="53" y="14"/>
                    </a:cubicBezTo>
                    <a:cubicBezTo>
                      <a:pt x="53" y="14"/>
                      <a:pt x="52" y="14"/>
                      <a:pt x="52" y="14"/>
                    </a:cubicBezTo>
                    <a:cubicBezTo>
                      <a:pt x="48" y="13"/>
                      <a:pt x="44" y="15"/>
                      <a:pt x="40" y="16"/>
                    </a:cubicBezTo>
                    <a:cubicBezTo>
                      <a:pt x="25" y="23"/>
                      <a:pt x="13" y="33"/>
                      <a:pt x="1" y="44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1" y="41"/>
                      <a:pt x="1" y="39"/>
                      <a:pt x="2" y="37"/>
                    </a:cubicBezTo>
                    <a:cubicBezTo>
                      <a:pt x="2" y="36"/>
                      <a:pt x="2" y="34"/>
                      <a:pt x="3" y="33"/>
                    </a:cubicBezTo>
                    <a:cubicBezTo>
                      <a:pt x="4" y="31"/>
                      <a:pt x="6" y="30"/>
                      <a:pt x="7" y="29"/>
                    </a:cubicBezTo>
                    <a:cubicBezTo>
                      <a:pt x="15" y="23"/>
                      <a:pt x="23" y="18"/>
                      <a:pt x="32" y="13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5" y="14"/>
                      <a:pt x="37" y="13"/>
                      <a:pt x="39" y="12"/>
                    </a:cubicBezTo>
                    <a:cubicBezTo>
                      <a:pt x="47" y="8"/>
                      <a:pt x="56" y="5"/>
                      <a:pt x="64" y="1"/>
                    </a:cubicBezTo>
                    <a:cubicBezTo>
                      <a:pt x="65" y="0"/>
                      <a:pt x="65" y="0"/>
                      <a:pt x="65" y="0"/>
                    </a:cubicBezTo>
                    <a:close/>
                  </a:path>
                </a:pathLst>
              </a:custGeom>
              <a:solidFill>
                <a:srgbClr val="19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5" name="işḻïḋe" descr="3c1ffdca-f034-41ff-831d-89663da5f0b1">
                <a:extLst>
                  <a:ext uri="{FF2B5EF4-FFF2-40B4-BE49-F238E27FC236}">
                    <a16:creationId xmlns:a16="http://schemas.microsoft.com/office/drawing/2014/main" id="{A692C9A9-1637-519D-6C0D-805187BBE52F}"/>
                  </a:ext>
                </a:extLst>
              </p:cNvPr>
              <p:cNvSpPr/>
              <p:nvPr/>
            </p:nvSpPr>
            <p:spPr bwMode="auto">
              <a:xfrm rot="309616" flipH="1">
                <a:off x="1380457" y="3597955"/>
                <a:ext cx="403170" cy="398738"/>
              </a:xfrm>
              <a:custGeom>
                <a:avLst/>
                <a:gdLst>
                  <a:gd name="T0" fmla="*/ 84 w 86"/>
                  <a:gd name="T1" fmla="*/ 33 h 85"/>
                  <a:gd name="T2" fmla="*/ 68 w 86"/>
                  <a:gd name="T3" fmla="*/ 48 h 85"/>
                  <a:gd name="T4" fmla="*/ 79 w 86"/>
                  <a:gd name="T5" fmla="*/ 27 h 85"/>
                  <a:gd name="T6" fmla="*/ 76 w 86"/>
                  <a:gd name="T7" fmla="*/ 1 h 85"/>
                  <a:gd name="T8" fmla="*/ 75 w 86"/>
                  <a:gd name="T9" fmla="*/ 2 h 85"/>
                  <a:gd name="T10" fmla="*/ 74 w 86"/>
                  <a:gd name="T11" fmla="*/ 35 h 85"/>
                  <a:gd name="T12" fmla="*/ 63 w 86"/>
                  <a:gd name="T13" fmla="*/ 51 h 85"/>
                  <a:gd name="T14" fmla="*/ 63 w 86"/>
                  <a:gd name="T15" fmla="*/ 51 h 85"/>
                  <a:gd name="T16" fmla="*/ 62 w 86"/>
                  <a:gd name="T17" fmla="*/ 52 h 85"/>
                  <a:gd name="T18" fmla="*/ 57 w 86"/>
                  <a:gd name="T19" fmla="*/ 58 h 85"/>
                  <a:gd name="T20" fmla="*/ 1 w 86"/>
                  <a:gd name="T21" fmla="*/ 83 h 85"/>
                  <a:gd name="T22" fmla="*/ 2 w 86"/>
                  <a:gd name="T23" fmla="*/ 85 h 85"/>
                  <a:gd name="T24" fmla="*/ 37 w 86"/>
                  <a:gd name="T25" fmla="*/ 74 h 85"/>
                  <a:gd name="T26" fmla="*/ 63 w 86"/>
                  <a:gd name="T27" fmla="*/ 54 h 85"/>
                  <a:gd name="T28" fmla="*/ 65 w 86"/>
                  <a:gd name="T29" fmla="*/ 52 h 85"/>
                  <a:gd name="T30" fmla="*/ 85 w 86"/>
                  <a:gd name="T31" fmla="*/ 34 h 85"/>
                  <a:gd name="T32" fmla="*/ 84 w 86"/>
                  <a:gd name="T33" fmla="*/ 33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6" h="85">
                    <a:moveTo>
                      <a:pt x="84" y="33"/>
                    </a:moveTo>
                    <a:cubicBezTo>
                      <a:pt x="79" y="39"/>
                      <a:pt x="74" y="44"/>
                      <a:pt x="68" y="48"/>
                    </a:cubicBezTo>
                    <a:cubicBezTo>
                      <a:pt x="73" y="42"/>
                      <a:pt x="77" y="34"/>
                      <a:pt x="79" y="27"/>
                    </a:cubicBezTo>
                    <a:cubicBezTo>
                      <a:pt x="82" y="19"/>
                      <a:pt x="84" y="7"/>
                      <a:pt x="76" y="1"/>
                    </a:cubicBezTo>
                    <a:cubicBezTo>
                      <a:pt x="75" y="0"/>
                      <a:pt x="74" y="2"/>
                      <a:pt x="75" y="2"/>
                    </a:cubicBezTo>
                    <a:cubicBezTo>
                      <a:pt x="85" y="10"/>
                      <a:pt x="78" y="27"/>
                      <a:pt x="74" y="35"/>
                    </a:cubicBezTo>
                    <a:cubicBezTo>
                      <a:pt x="71" y="41"/>
                      <a:pt x="67" y="46"/>
                      <a:pt x="63" y="51"/>
                    </a:cubicBezTo>
                    <a:cubicBezTo>
                      <a:pt x="63" y="51"/>
                      <a:pt x="63" y="51"/>
                      <a:pt x="63" y="51"/>
                    </a:cubicBezTo>
                    <a:cubicBezTo>
                      <a:pt x="62" y="51"/>
                      <a:pt x="62" y="52"/>
                      <a:pt x="62" y="52"/>
                    </a:cubicBezTo>
                    <a:cubicBezTo>
                      <a:pt x="61" y="54"/>
                      <a:pt x="59" y="56"/>
                      <a:pt x="57" y="58"/>
                    </a:cubicBezTo>
                    <a:cubicBezTo>
                      <a:pt x="41" y="73"/>
                      <a:pt x="22" y="79"/>
                      <a:pt x="1" y="83"/>
                    </a:cubicBezTo>
                    <a:cubicBezTo>
                      <a:pt x="0" y="83"/>
                      <a:pt x="1" y="85"/>
                      <a:pt x="2" y="85"/>
                    </a:cubicBezTo>
                    <a:cubicBezTo>
                      <a:pt x="14" y="82"/>
                      <a:pt x="26" y="80"/>
                      <a:pt x="37" y="74"/>
                    </a:cubicBezTo>
                    <a:cubicBezTo>
                      <a:pt x="47" y="69"/>
                      <a:pt x="56" y="62"/>
                      <a:pt x="63" y="54"/>
                    </a:cubicBezTo>
                    <a:cubicBezTo>
                      <a:pt x="64" y="54"/>
                      <a:pt x="64" y="53"/>
                      <a:pt x="65" y="52"/>
                    </a:cubicBezTo>
                    <a:cubicBezTo>
                      <a:pt x="73" y="48"/>
                      <a:pt x="79" y="41"/>
                      <a:pt x="85" y="34"/>
                    </a:cubicBezTo>
                    <a:cubicBezTo>
                      <a:pt x="86" y="33"/>
                      <a:pt x="84" y="32"/>
                      <a:pt x="84" y="33"/>
                    </a:cubicBezTo>
                    <a:close/>
                  </a:path>
                </a:pathLst>
              </a:custGeom>
              <a:solidFill>
                <a:srgbClr val="1B45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6" name="îṩ1îďè" descr="7dbd9757-8dda-4059-bb72-16536e435080">
                <a:extLst>
                  <a:ext uri="{FF2B5EF4-FFF2-40B4-BE49-F238E27FC236}">
                    <a16:creationId xmlns:a16="http://schemas.microsoft.com/office/drawing/2014/main" id="{1EBB67C5-9B9B-D59B-ABF0-88FC557E81F7}"/>
                  </a:ext>
                </a:extLst>
              </p:cNvPr>
              <p:cNvSpPr/>
              <p:nvPr/>
            </p:nvSpPr>
            <p:spPr bwMode="auto">
              <a:xfrm rot="309616" flipH="1">
                <a:off x="1740635" y="4083413"/>
                <a:ext cx="8861" cy="4432"/>
              </a:xfrm>
              <a:custGeom>
                <a:avLst/>
                <a:gdLst>
                  <a:gd name="T0" fmla="*/ 1 w 2"/>
                  <a:gd name="T1" fmla="*/ 0 h 1"/>
                  <a:gd name="T2" fmla="*/ 1 w 2"/>
                  <a:gd name="T3" fmla="*/ 1 h 1"/>
                  <a:gd name="T4" fmla="*/ 1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0" y="0"/>
                      <a:pt x="0" y="1"/>
                      <a:pt x="1" y="1"/>
                    </a:cubicBezTo>
                    <a:cubicBezTo>
                      <a:pt x="2" y="1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7" name="iṥliḍe" descr="05f30b25-2773-4e61-9173-bfa120da76d3">
                <a:extLst>
                  <a:ext uri="{FF2B5EF4-FFF2-40B4-BE49-F238E27FC236}">
                    <a16:creationId xmlns:a16="http://schemas.microsoft.com/office/drawing/2014/main" id="{552CEBE0-75E6-A7CB-79E3-D2A8C3FFEC11}"/>
                  </a:ext>
                </a:extLst>
              </p:cNvPr>
              <p:cNvSpPr/>
              <p:nvPr/>
            </p:nvSpPr>
            <p:spPr bwMode="auto">
              <a:xfrm rot="309616" flipH="1">
                <a:off x="1758115" y="4150445"/>
                <a:ext cx="13292" cy="8861"/>
              </a:xfrm>
              <a:custGeom>
                <a:avLst/>
                <a:gdLst>
                  <a:gd name="T0" fmla="*/ 1 w 3"/>
                  <a:gd name="T1" fmla="*/ 0 h 2"/>
                  <a:gd name="T2" fmla="*/ 1 w 3"/>
                  <a:gd name="T3" fmla="*/ 2 h 2"/>
                  <a:gd name="T4" fmla="*/ 1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cubicBezTo>
                      <a:pt x="0" y="0"/>
                      <a:pt x="0" y="2"/>
                      <a:pt x="1" y="2"/>
                    </a:cubicBezTo>
                    <a:cubicBezTo>
                      <a:pt x="3" y="2"/>
                      <a:pt x="3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8" name="íŝlîḍè" descr="4a70774f-7ef0-4d62-b22b-a4364e5a732f">
                <a:extLst>
                  <a:ext uri="{FF2B5EF4-FFF2-40B4-BE49-F238E27FC236}">
                    <a16:creationId xmlns:a16="http://schemas.microsoft.com/office/drawing/2014/main" id="{A3A6B193-8A58-A89F-3E2B-916A51EA53D3}"/>
                  </a:ext>
                </a:extLst>
              </p:cNvPr>
              <p:cNvSpPr/>
              <p:nvPr/>
            </p:nvSpPr>
            <p:spPr bwMode="auto">
              <a:xfrm rot="309616" flipH="1">
                <a:off x="1792721" y="4229252"/>
                <a:ext cx="14769" cy="4432"/>
              </a:xfrm>
              <a:custGeom>
                <a:avLst/>
                <a:gdLst>
                  <a:gd name="T0" fmla="*/ 2 w 3"/>
                  <a:gd name="T1" fmla="*/ 0 h 1"/>
                  <a:gd name="T2" fmla="*/ 2 w 3"/>
                  <a:gd name="T3" fmla="*/ 1 h 1"/>
                  <a:gd name="T4" fmla="*/ 2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2" y="0"/>
                    </a:moveTo>
                    <a:cubicBezTo>
                      <a:pt x="0" y="0"/>
                      <a:pt x="0" y="1"/>
                      <a:pt x="2" y="1"/>
                    </a:cubicBezTo>
                    <a:cubicBezTo>
                      <a:pt x="3" y="1"/>
                      <a:pt x="3" y="0"/>
                      <a:pt x="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9" name="işḻiḍé" descr="c9e15d76-7da7-43a7-91c1-fe08c30aedd2">
                <a:extLst>
                  <a:ext uri="{FF2B5EF4-FFF2-40B4-BE49-F238E27FC236}">
                    <a16:creationId xmlns:a16="http://schemas.microsoft.com/office/drawing/2014/main" id="{DC827AA3-529E-C81E-ABAA-AA1DF6D0ADD3}"/>
                  </a:ext>
                </a:extLst>
              </p:cNvPr>
              <p:cNvSpPr/>
              <p:nvPr/>
            </p:nvSpPr>
            <p:spPr bwMode="auto">
              <a:xfrm rot="309616" flipH="1">
                <a:off x="1833690" y="4297940"/>
                <a:ext cx="8861" cy="10338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0"/>
                      <a:pt x="0" y="2"/>
                      <a:pt x="1" y="2"/>
                    </a:cubicBezTo>
                    <a:cubicBezTo>
                      <a:pt x="2" y="2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0" name="íślíďê" descr="b43d365e-6943-48e3-919a-3d91594337c2">
                <a:extLst>
                  <a:ext uri="{FF2B5EF4-FFF2-40B4-BE49-F238E27FC236}">
                    <a16:creationId xmlns:a16="http://schemas.microsoft.com/office/drawing/2014/main" id="{9EBC4E77-6F56-7C85-DE38-DF591B782ADD}"/>
                  </a:ext>
                </a:extLst>
              </p:cNvPr>
              <p:cNvSpPr/>
              <p:nvPr/>
            </p:nvSpPr>
            <p:spPr bwMode="auto">
              <a:xfrm rot="309616" flipH="1">
                <a:off x="1357639" y="3284929"/>
                <a:ext cx="94516" cy="169834"/>
              </a:xfrm>
              <a:custGeom>
                <a:avLst/>
                <a:gdLst>
                  <a:gd name="T0" fmla="*/ 5 w 20"/>
                  <a:gd name="T1" fmla="*/ 0 h 36"/>
                  <a:gd name="T2" fmla="*/ 4 w 20"/>
                  <a:gd name="T3" fmla="*/ 2 h 36"/>
                  <a:gd name="T4" fmla="*/ 6 w 20"/>
                  <a:gd name="T5" fmla="*/ 22 h 36"/>
                  <a:gd name="T6" fmla="*/ 1 w 20"/>
                  <a:gd name="T7" fmla="*/ 34 h 36"/>
                  <a:gd name="T8" fmla="*/ 3 w 20"/>
                  <a:gd name="T9" fmla="*/ 35 h 36"/>
                  <a:gd name="T10" fmla="*/ 5 w 2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36">
                    <a:moveTo>
                      <a:pt x="5" y="0"/>
                    </a:moveTo>
                    <a:cubicBezTo>
                      <a:pt x="3" y="0"/>
                      <a:pt x="3" y="2"/>
                      <a:pt x="4" y="2"/>
                    </a:cubicBezTo>
                    <a:cubicBezTo>
                      <a:pt x="13" y="4"/>
                      <a:pt x="9" y="16"/>
                      <a:pt x="6" y="22"/>
                    </a:cubicBezTo>
                    <a:cubicBezTo>
                      <a:pt x="5" y="26"/>
                      <a:pt x="2" y="30"/>
                      <a:pt x="1" y="34"/>
                    </a:cubicBezTo>
                    <a:cubicBezTo>
                      <a:pt x="0" y="35"/>
                      <a:pt x="2" y="36"/>
                      <a:pt x="3" y="35"/>
                    </a:cubicBezTo>
                    <a:cubicBezTo>
                      <a:pt x="6" y="27"/>
                      <a:pt x="20" y="4"/>
                      <a:pt x="5" y="0"/>
                    </a:cubicBezTo>
                    <a:close/>
                  </a:path>
                </a:pathLst>
              </a:custGeom>
              <a:solidFill>
                <a:srgbClr val="CC15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1" name="ísḷídé" descr="942e90ff-e7d7-4dd1-b558-e6b29add02ac">
                <a:extLst>
                  <a:ext uri="{FF2B5EF4-FFF2-40B4-BE49-F238E27FC236}">
                    <a16:creationId xmlns:a16="http://schemas.microsoft.com/office/drawing/2014/main" id="{D4EC4814-1FB4-F7A6-BB2F-B0F9CDACEED3}"/>
                  </a:ext>
                </a:extLst>
              </p:cNvPr>
              <p:cNvSpPr/>
              <p:nvPr/>
            </p:nvSpPr>
            <p:spPr bwMode="auto">
              <a:xfrm rot="309616" flipH="1">
                <a:off x="1343205" y="3250058"/>
                <a:ext cx="75318" cy="131437"/>
              </a:xfrm>
              <a:custGeom>
                <a:avLst/>
                <a:gdLst>
                  <a:gd name="T0" fmla="*/ 13 w 16"/>
                  <a:gd name="T1" fmla="*/ 7 h 28"/>
                  <a:gd name="T2" fmla="*/ 1 w 16"/>
                  <a:gd name="T3" fmla="*/ 1 h 28"/>
                  <a:gd name="T4" fmla="*/ 1 w 16"/>
                  <a:gd name="T5" fmla="*/ 3 h 28"/>
                  <a:gd name="T6" fmla="*/ 12 w 16"/>
                  <a:gd name="T7" fmla="*/ 12 h 28"/>
                  <a:gd name="T8" fmla="*/ 8 w 16"/>
                  <a:gd name="T9" fmla="*/ 26 h 28"/>
                  <a:gd name="T10" fmla="*/ 10 w 16"/>
                  <a:gd name="T11" fmla="*/ 27 h 28"/>
                  <a:gd name="T12" fmla="*/ 13 w 16"/>
                  <a:gd name="T13" fmla="*/ 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28">
                    <a:moveTo>
                      <a:pt x="13" y="7"/>
                    </a:moveTo>
                    <a:cubicBezTo>
                      <a:pt x="11" y="3"/>
                      <a:pt x="6" y="0"/>
                      <a:pt x="1" y="1"/>
                    </a:cubicBezTo>
                    <a:cubicBezTo>
                      <a:pt x="0" y="1"/>
                      <a:pt x="0" y="3"/>
                      <a:pt x="1" y="3"/>
                    </a:cubicBezTo>
                    <a:cubicBezTo>
                      <a:pt x="7" y="2"/>
                      <a:pt x="12" y="6"/>
                      <a:pt x="12" y="12"/>
                    </a:cubicBezTo>
                    <a:cubicBezTo>
                      <a:pt x="12" y="17"/>
                      <a:pt x="10" y="22"/>
                      <a:pt x="8" y="26"/>
                    </a:cubicBezTo>
                    <a:cubicBezTo>
                      <a:pt x="8" y="27"/>
                      <a:pt x="9" y="28"/>
                      <a:pt x="10" y="27"/>
                    </a:cubicBezTo>
                    <a:cubicBezTo>
                      <a:pt x="13" y="22"/>
                      <a:pt x="16" y="13"/>
                      <a:pt x="13" y="7"/>
                    </a:cubicBezTo>
                    <a:close/>
                  </a:path>
                </a:pathLst>
              </a:custGeom>
              <a:solidFill>
                <a:srgbClr val="CC15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2" name="íşľïďé" descr="5411c885-57e0-4b9e-aed7-5face88db6d4">
                <a:extLst>
                  <a:ext uri="{FF2B5EF4-FFF2-40B4-BE49-F238E27FC236}">
                    <a16:creationId xmlns:a16="http://schemas.microsoft.com/office/drawing/2014/main" id="{E12B1A35-96AB-47F4-7718-C773F9D5D80F}"/>
                  </a:ext>
                </a:extLst>
              </p:cNvPr>
              <p:cNvSpPr/>
              <p:nvPr/>
            </p:nvSpPr>
            <p:spPr bwMode="auto">
              <a:xfrm rot="309616" flipH="1">
                <a:off x="1422465" y="3186791"/>
                <a:ext cx="290932" cy="88608"/>
              </a:xfrm>
              <a:custGeom>
                <a:avLst/>
                <a:gdLst>
                  <a:gd name="T0" fmla="*/ 61 w 62"/>
                  <a:gd name="T1" fmla="*/ 17 h 19"/>
                  <a:gd name="T2" fmla="*/ 52 w 62"/>
                  <a:gd name="T3" fmla="*/ 5 h 19"/>
                  <a:gd name="T4" fmla="*/ 35 w 62"/>
                  <a:gd name="T5" fmla="*/ 3 h 19"/>
                  <a:gd name="T6" fmla="*/ 10 w 62"/>
                  <a:gd name="T7" fmla="*/ 3 h 19"/>
                  <a:gd name="T8" fmla="*/ 1 w 62"/>
                  <a:gd name="T9" fmla="*/ 4 h 19"/>
                  <a:gd name="T10" fmla="*/ 2 w 62"/>
                  <a:gd name="T11" fmla="*/ 5 h 19"/>
                  <a:gd name="T12" fmla="*/ 12 w 62"/>
                  <a:gd name="T13" fmla="*/ 6 h 19"/>
                  <a:gd name="T14" fmla="*/ 18 w 62"/>
                  <a:gd name="T15" fmla="*/ 8 h 19"/>
                  <a:gd name="T16" fmla="*/ 31 w 62"/>
                  <a:gd name="T17" fmla="*/ 7 h 19"/>
                  <a:gd name="T18" fmla="*/ 49 w 62"/>
                  <a:gd name="T19" fmla="*/ 5 h 19"/>
                  <a:gd name="T20" fmla="*/ 59 w 62"/>
                  <a:gd name="T21" fmla="*/ 18 h 19"/>
                  <a:gd name="T22" fmla="*/ 61 w 62"/>
                  <a:gd name="T23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2" h="19">
                    <a:moveTo>
                      <a:pt x="61" y="17"/>
                    </a:moveTo>
                    <a:cubicBezTo>
                      <a:pt x="60" y="12"/>
                      <a:pt x="57" y="8"/>
                      <a:pt x="52" y="5"/>
                    </a:cubicBezTo>
                    <a:cubicBezTo>
                      <a:pt x="47" y="1"/>
                      <a:pt x="42" y="1"/>
                      <a:pt x="35" y="3"/>
                    </a:cubicBezTo>
                    <a:cubicBezTo>
                      <a:pt x="27" y="6"/>
                      <a:pt x="19" y="8"/>
                      <a:pt x="10" y="3"/>
                    </a:cubicBezTo>
                    <a:cubicBezTo>
                      <a:pt x="7" y="2"/>
                      <a:pt x="3" y="0"/>
                      <a:pt x="1" y="4"/>
                    </a:cubicBezTo>
                    <a:cubicBezTo>
                      <a:pt x="0" y="5"/>
                      <a:pt x="2" y="6"/>
                      <a:pt x="2" y="5"/>
                    </a:cubicBezTo>
                    <a:cubicBezTo>
                      <a:pt x="5" y="1"/>
                      <a:pt x="9" y="5"/>
                      <a:pt x="12" y="6"/>
                    </a:cubicBezTo>
                    <a:cubicBezTo>
                      <a:pt x="14" y="7"/>
                      <a:pt x="16" y="8"/>
                      <a:pt x="18" y="8"/>
                    </a:cubicBezTo>
                    <a:cubicBezTo>
                      <a:pt x="22" y="8"/>
                      <a:pt x="27" y="8"/>
                      <a:pt x="31" y="7"/>
                    </a:cubicBezTo>
                    <a:cubicBezTo>
                      <a:pt x="37" y="5"/>
                      <a:pt x="42" y="2"/>
                      <a:pt x="49" y="5"/>
                    </a:cubicBezTo>
                    <a:cubicBezTo>
                      <a:pt x="54" y="8"/>
                      <a:pt x="58" y="13"/>
                      <a:pt x="59" y="18"/>
                    </a:cubicBezTo>
                    <a:cubicBezTo>
                      <a:pt x="60" y="19"/>
                      <a:pt x="62" y="19"/>
                      <a:pt x="61" y="17"/>
                    </a:cubicBezTo>
                    <a:close/>
                  </a:path>
                </a:pathLst>
              </a:custGeom>
              <a:solidFill>
                <a:srgbClr val="CC15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3" name="îṧḷïḑé" descr="86637ff6-44be-4c22-8328-e45f43bd7b0b">
                <a:extLst>
                  <a:ext uri="{FF2B5EF4-FFF2-40B4-BE49-F238E27FC236}">
                    <a16:creationId xmlns:a16="http://schemas.microsoft.com/office/drawing/2014/main" id="{C0F3C1E7-1667-1C04-D3C4-E0AA14F8AC78}"/>
                  </a:ext>
                </a:extLst>
              </p:cNvPr>
              <p:cNvSpPr/>
              <p:nvPr/>
            </p:nvSpPr>
            <p:spPr bwMode="auto">
              <a:xfrm rot="309616" flipH="1">
                <a:off x="1442982" y="3226314"/>
                <a:ext cx="271733" cy="79747"/>
              </a:xfrm>
              <a:custGeom>
                <a:avLst/>
                <a:gdLst>
                  <a:gd name="T0" fmla="*/ 58 w 58"/>
                  <a:gd name="T1" fmla="*/ 15 h 17"/>
                  <a:gd name="T2" fmla="*/ 36 w 58"/>
                  <a:gd name="T3" fmla="*/ 1 h 17"/>
                  <a:gd name="T4" fmla="*/ 16 w 58"/>
                  <a:gd name="T5" fmla="*/ 6 h 17"/>
                  <a:gd name="T6" fmla="*/ 1 w 58"/>
                  <a:gd name="T7" fmla="*/ 2 h 17"/>
                  <a:gd name="T8" fmla="*/ 2 w 58"/>
                  <a:gd name="T9" fmla="*/ 4 h 17"/>
                  <a:gd name="T10" fmla="*/ 17 w 58"/>
                  <a:gd name="T11" fmla="*/ 8 h 17"/>
                  <a:gd name="T12" fmla="*/ 28 w 58"/>
                  <a:gd name="T13" fmla="*/ 7 h 17"/>
                  <a:gd name="T14" fmla="*/ 43 w 58"/>
                  <a:gd name="T15" fmla="*/ 3 h 17"/>
                  <a:gd name="T16" fmla="*/ 56 w 58"/>
                  <a:gd name="T17" fmla="*/ 16 h 17"/>
                  <a:gd name="T18" fmla="*/ 58 w 58"/>
                  <a:gd name="T19" fmla="*/ 1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" h="17">
                    <a:moveTo>
                      <a:pt x="58" y="15"/>
                    </a:moveTo>
                    <a:cubicBezTo>
                      <a:pt x="55" y="6"/>
                      <a:pt x="46" y="0"/>
                      <a:pt x="36" y="1"/>
                    </a:cubicBezTo>
                    <a:cubicBezTo>
                      <a:pt x="29" y="3"/>
                      <a:pt x="24" y="8"/>
                      <a:pt x="16" y="6"/>
                    </a:cubicBezTo>
                    <a:cubicBezTo>
                      <a:pt x="11" y="4"/>
                      <a:pt x="7" y="0"/>
                      <a:pt x="1" y="2"/>
                    </a:cubicBezTo>
                    <a:cubicBezTo>
                      <a:pt x="0" y="2"/>
                      <a:pt x="1" y="4"/>
                      <a:pt x="2" y="4"/>
                    </a:cubicBezTo>
                    <a:cubicBezTo>
                      <a:pt x="7" y="2"/>
                      <a:pt x="12" y="7"/>
                      <a:pt x="17" y="8"/>
                    </a:cubicBezTo>
                    <a:cubicBezTo>
                      <a:pt x="20" y="9"/>
                      <a:pt x="24" y="8"/>
                      <a:pt x="28" y="7"/>
                    </a:cubicBezTo>
                    <a:cubicBezTo>
                      <a:pt x="33" y="5"/>
                      <a:pt x="37" y="2"/>
                      <a:pt x="43" y="3"/>
                    </a:cubicBezTo>
                    <a:cubicBezTo>
                      <a:pt x="50" y="5"/>
                      <a:pt x="54" y="10"/>
                      <a:pt x="56" y="16"/>
                    </a:cubicBezTo>
                    <a:cubicBezTo>
                      <a:pt x="56" y="17"/>
                      <a:pt x="58" y="16"/>
                      <a:pt x="58" y="15"/>
                    </a:cubicBezTo>
                    <a:close/>
                  </a:path>
                </a:pathLst>
              </a:custGeom>
              <a:solidFill>
                <a:srgbClr val="CC15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0" name="Title" descr="beeedff2-7292-4255-8f1d-cb248a544fc3">
              <a:extLst>
                <a:ext uri="{FF2B5EF4-FFF2-40B4-BE49-F238E27FC236}">
                  <a16:creationId xmlns:a16="http://schemas.microsoft.com/office/drawing/2014/main" id="{E27A1D59-B2AF-6A3C-2F2F-313D5BE23264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电影故事的创作者</a:t>
              </a:r>
              <a:endParaRPr lang="en-US" dirty="0"/>
            </a:p>
          </p:txBody>
        </p:sp>
        <p:grpSp>
          <p:nvGrpSpPr>
            <p:cNvPr id="16" name="组合 15" descr="ccb84053-f0dc-4cfc-b43e-b3730ea4bb34">
              <a:extLst>
                <a:ext uri="{FF2B5EF4-FFF2-40B4-BE49-F238E27FC236}">
                  <a16:creationId xmlns:a16="http://schemas.microsoft.com/office/drawing/2014/main" id="{1D997BF6-9F49-DCA3-2ECD-4CCBF735CA0C}"/>
                </a:ext>
              </a:extLst>
            </p:cNvPr>
            <p:cNvGrpSpPr/>
            <p:nvPr/>
          </p:nvGrpSpPr>
          <p:grpSpPr>
            <a:xfrm>
              <a:off x="5191994" y="2358094"/>
              <a:ext cx="3136479" cy="1373560"/>
              <a:chOff x="5191994" y="2358094"/>
              <a:chExt cx="3136479" cy="1373560"/>
            </a:xfrm>
          </p:grpSpPr>
          <p:sp>
            <p:nvSpPr>
              <p:cNvPr id="68" name="Text1" descr="26e0ce17-1e0d-4b4b-880f-c586b1eb74b5">
                <a:extLst>
                  <a:ext uri="{FF2B5EF4-FFF2-40B4-BE49-F238E27FC236}">
                    <a16:creationId xmlns:a16="http://schemas.microsoft.com/office/drawing/2014/main" id="{B5714604-6127-9E7F-92D6-B5CA8D8080C3}"/>
                  </a:ext>
                </a:extLst>
              </p:cNvPr>
              <p:cNvSpPr txBox="1"/>
              <p:nvPr/>
            </p:nvSpPr>
            <p:spPr>
              <a:xfrm>
                <a:off x="5687857" y="2952453"/>
                <a:ext cx="2640616" cy="779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电影的主要编剧包括李·昂克里奇、阿德里安·莫利纳等，他们共同创作了精彩的故事情节。</a:t>
                </a:r>
                <a:endParaRPr lang="en-US" dirty="0"/>
              </a:p>
            </p:txBody>
          </p:sp>
          <p:sp>
            <p:nvSpPr>
              <p:cNvPr id="81" name="IconBackground1" descr="a1be3ec8-01ef-4ebb-b6fc-e8789459cee4">
                <a:extLst>
                  <a:ext uri="{FF2B5EF4-FFF2-40B4-BE49-F238E27FC236}">
                    <a16:creationId xmlns:a16="http://schemas.microsoft.com/office/drawing/2014/main" id="{3C57AE61-E51E-9DD8-1D6C-2EE5DDF2E25C}"/>
                  </a:ext>
                </a:extLst>
              </p:cNvPr>
              <p:cNvSpPr/>
              <p:nvPr/>
            </p:nvSpPr>
            <p:spPr>
              <a:xfrm>
                <a:off x="5191994" y="2597978"/>
                <a:ext cx="338793" cy="338823"/>
              </a:xfrm>
              <a:prstGeom prst="ellipse">
                <a:avLst/>
              </a:prstGeom>
              <a:solidFill>
                <a:schemeClr val="accent1"/>
              </a:solidFill>
              <a:ln w="15875" cap="flat">
                <a:solidFill>
                  <a:schemeClr val="accent1"/>
                </a:solidFill>
                <a:miter lim="400000"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2" name="Icon1" descr="29493a17-dcfd-4a5e-8072-b3fb2d2a1163">
                <a:extLst>
                  <a:ext uri="{FF2B5EF4-FFF2-40B4-BE49-F238E27FC236}">
                    <a16:creationId xmlns:a16="http://schemas.microsoft.com/office/drawing/2014/main" id="{E88B0BF3-1C97-6E07-01A1-95887B29E6C6}"/>
                  </a:ext>
                </a:extLst>
              </p:cNvPr>
              <p:cNvSpPr/>
              <p:nvPr/>
            </p:nvSpPr>
            <p:spPr>
              <a:xfrm>
                <a:off x="5264829" y="2670819"/>
                <a:ext cx="193123" cy="193140"/>
              </a:xfrm>
              <a:custGeom>
                <a:avLst/>
                <a:gdLst>
                  <a:gd name="T0" fmla="*/ 602 w 605"/>
                  <a:gd name="T1" fmla="*/ 202 h 607"/>
                  <a:gd name="T2" fmla="*/ 320 w 605"/>
                  <a:gd name="T3" fmla="*/ 603 h 607"/>
                  <a:gd name="T4" fmla="*/ 302 w 605"/>
                  <a:gd name="T5" fmla="*/ 607 h 607"/>
                  <a:gd name="T6" fmla="*/ 285 w 605"/>
                  <a:gd name="T7" fmla="*/ 603 h 607"/>
                  <a:gd name="T8" fmla="*/ 3 w 605"/>
                  <a:gd name="T9" fmla="*/ 202 h 607"/>
                  <a:gd name="T10" fmla="*/ 32 w 605"/>
                  <a:gd name="T11" fmla="*/ 157 h 607"/>
                  <a:gd name="T12" fmla="*/ 272 w 605"/>
                  <a:gd name="T13" fmla="*/ 13 h 607"/>
                  <a:gd name="T14" fmla="*/ 302 w 605"/>
                  <a:gd name="T15" fmla="*/ 0 h 607"/>
                  <a:gd name="T16" fmla="*/ 302 w 605"/>
                  <a:gd name="T17" fmla="*/ 0 h 607"/>
                  <a:gd name="T18" fmla="*/ 332 w 605"/>
                  <a:gd name="T19" fmla="*/ 13 h 607"/>
                  <a:gd name="T20" fmla="*/ 573 w 605"/>
                  <a:gd name="T21" fmla="*/ 157 h 607"/>
                  <a:gd name="T22" fmla="*/ 602 w 605"/>
                  <a:gd name="T23" fmla="*/ 202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5" h="607">
                    <a:moveTo>
                      <a:pt x="602" y="202"/>
                    </a:moveTo>
                    <a:cubicBezTo>
                      <a:pt x="574" y="381"/>
                      <a:pt x="468" y="531"/>
                      <a:pt x="320" y="603"/>
                    </a:cubicBezTo>
                    <a:cubicBezTo>
                      <a:pt x="314" y="605"/>
                      <a:pt x="308" y="607"/>
                      <a:pt x="302" y="607"/>
                    </a:cubicBezTo>
                    <a:cubicBezTo>
                      <a:pt x="296" y="607"/>
                      <a:pt x="290" y="605"/>
                      <a:pt x="285" y="603"/>
                    </a:cubicBezTo>
                    <a:cubicBezTo>
                      <a:pt x="136" y="531"/>
                      <a:pt x="31" y="381"/>
                      <a:pt x="3" y="202"/>
                    </a:cubicBezTo>
                    <a:cubicBezTo>
                      <a:pt x="0" y="182"/>
                      <a:pt x="12" y="163"/>
                      <a:pt x="32" y="157"/>
                    </a:cubicBezTo>
                    <a:cubicBezTo>
                      <a:pt x="128" y="132"/>
                      <a:pt x="211" y="82"/>
                      <a:pt x="272" y="13"/>
                    </a:cubicBezTo>
                    <a:cubicBezTo>
                      <a:pt x="280" y="5"/>
                      <a:pt x="291" y="0"/>
                      <a:pt x="302" y="0"/>
                    </a:cubicBezTo>
                    <a:lnTo>
                      <a:pt x="302" y="0"/>
                    </a:lnTo>
                    <a:cubicBezTo>
                      <a:pt x="314" y="0"/>
                      <a:pt x="325" y="5"/>
                      <a:pt x="332" y="13"/>
                    </a:cubicBezTo>
                    <a:cubicBezTo>
                      <a:pt x="393" y="82"/>
                      <a:pt x="476" y="132"/>
                      <a:pt x="573" y="157"/>
                    </a:cubicBezTo>
                    <a:cubicBezTo>
                      <a:pt x="592" y="163"/>
                      <a:pt x="605" y="182"/>
                      <a:pt x="602" y="2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4" name="Bullet1" descr="62d39aec-c851-4099-acfc-5ea9a230b256">
                <a:extLst>
                  <a:ext uri="{FF2B5EF4-FFF2-40B4-BE49-F238E27FC236}">
                    <a16:creationId xmlns:a16="http://schemas.microsoft.com/office/drawing/2014/main" id="{072126F0-829D-C889-B876-E4D9AFD4C2D3}"/>
                  </a:ext>
                </a:extLst>
              </p:cNvPr>
              <p:cNvSpPr txBox="1"/>
              <p:nvPr/>
            </p:nvSpPr>
            <p:spPr>
              <a:xfrm>
                <a:off x="5687857" y="2358094"/>
                <a:ext cx="2640616" cy="594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主要编剧</a:t>
                </a:r>
                <a:endParaRPr lang="en-US" dirty="0"/>
              </a:p>
            </p:txBody>
          </p:sp>
        </p:grpSp>
        <p:grpSp>
          <p:nvGrpSpPr>
            <p:cNvPr id="17" name="组合 16" descr="f76a1541-1857-4630-8877-bf67a12840da">
              <a:extLst>
                <a:ext uri="{FF2B5EF4-FFF2-40B4-BE49-F238E27FC236}">
                  <a16:creationId xmlns:a16="http://schemas.microsoft.com/office/drawing/2014/main" id="{FF913A1B-EC1B-5095-AB97-460A173DE7E2}"/>
                </a:ext>
              </a:extLst>
            </p:cNvPr>
            <p:cNvGrpSpPr/>
            <p:nvPr/>
          </p:nvGrpSpPr>
          <p:grpSpPr>
            <a:xfrm>
              <a:off x="8433982" y="2358094"/>
              <a:ext cx="3084918" cy="1373560"/>
              <a:chOff x="8433982" y="2358094"/>
              <a:chExt cx="3084918" cy="1373560"/>
            </a:xfrm>
          </p:grpSpPr>
          <p:sp>
            <p:nvSpPr>
              <p:cNvPr id="79" name="IconBackground2" descr="e5ceca19-8e9f-42c8-bcc3-1bceb964b9c5">
                <a:extLst>
                  <a:ext uri="{FF2B5EF4-FFF2-40B4-BE49-F238E27FC236}">
                    <a16:creationId xmlns:a16="http://schemas.microsoft.com/office/drawing/2014/main" id="{41932B27-D844-2915-FF95-8D0C2AD9D89C}"/>
                  </a:ext>
                </a:extLst>
              </p:cNvPr>
              <p:cNvSpPr/>
              <p:nvPr/>
            </p:nvSpPr>
            <p:spPr>
              <a:xfrm>
                <a:off x="8433982" y="2597978"/>
                <a:ext cx="338793" cy="338823"/>
              </a:xfrm>
              <a:prstGeom prst="ellipse">
                <a:avLst/>
              </a:prstGeom>
              <a:solidFill>
                <a:schemeClr val="accent1"/>
              </a:solidFill>
              <a:ln w="15875" cap="flat">
                <a:solidFill>
                  <a:schemeClr val="accent1"/>
                </a:solidFill>
                <a:miter lim="400000"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80" name="Icon2" descr="cbbfedd9-e4a3-496e-a9f7-20a894b4cc97">
                <a:extLst>
                  <a:ext uri="{FF2B5EF4-FFF2-40B4-BE49-F238E27FC236}">
                    <a16:creationId xmlns:a16="http://schemas.microsoft.com/office/drawing/2014/main" id="{215FA1FC-D422-1D25-1729-1978B784D704}"/>
                  </a:ext>
                </a:extLst>
              </p:cNvPr>
              <p:cNvSpPr/>
              <p:nvPr/>
            </p:nvSpPr>
            <p:spPr>
              <a:xfrm>
                <a:off x="8506817" y="2670819"/>
                <a:ext cx="193123" cy="193140"/>
              </a:xfrm>
              <a:custGeom>
                <a:avLst/>
                <a:gdLst>
                  <a:gd name="T0" fmla="*/ 602 w 605"/>
                  <a:gd name="T1" fmla="*/ 202 h 607"/>
                  <a:gd name="T2" fmla="*/ 320 w 605"/>
                  <a:gd name="T3" fmla="*/ 603 h 607"/>
                  <a:gd name="T4" fmla="*/ 302 w 605"/>
                  <a:gd name="T5" fmla="*/ 607 h 607"/>
                  <a:gd name="T6" fmla="*/ 285 w 605"/>
                  <a:gd name="T7" fmla="*/ 603 h 607"/>
                  <a:gd name="T8" fmla="*/ 3 w 605"/>
                  <a:gd name="T9" fmla="*/ 202 h 607"/>
                  <a:gd name="T10" fmla="*/ 32 w 605"/>
                  <a:gd name="T11" fmla="*/ 157 h 607"/>
                  <a:gd name="T12" fmla="*/ 272 w 605"/>
                  <a:gd name="T13" fmla="*/ 13 h 607"/>
                  <a:gd name="T14" fmla="*/ 302 w 605"/>
                  <a:gd name="T15" fmla="*/ 0 h 607"/>
                  <a:gd name="T16" fmla="*/ 302 w 605"/>
                  <a:gd name="T17" fmla="*/ 0 h 607"/>
                  <a:gd name="T18" fmla="*/ 332 w 605"/>
                  <a:gd name="T19" fmla="*/ 13 h 607"/>
                  <a:gd name="T20" fmla="*/ 573 w 605"/>
                  <a:gd name="T21" fmla="*/ 157 h 607"/>
                  <a:gd name="T22" fmla="*/ 602 w 605"/>
                  <a:gd name="T23" fmla="*/ 202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5" h="607">
                    <a:moveTo>
                      <a:pt x="602" y="202"/>
                    </a:moveTo>
                    <a:cubicBezTo>
                      <a:pt x="574" y="381"/>
                      <a:pt x="468" y="531"/>
                      <a:pt x="320" y="603"/>
                    </a:cubicBezTo>
                    <a:cubicBezTo>
                      <a:pt x="314" y="605"/>
                      <a:pt x="308" y="607"/>
                      <a:pt x="302" y="607"/>
                    </a:cubicBezTo>
                    <a:cubicBezTo>
                      <a:pt x="296" y="607"/>
                      <a:pt x="290" y="605"/>
                      <a:pt x="285" y="603"/>
                    </a:cubicBezTo>
                    <a:cubicBezTo>
                      <a:pt x="136" y="531"/>
                      <a:pt x="31" y="381"/>
                      <a:pt x="3" y="202"/>
                    </a:cubicBezTo>
                    <a:cubicBezTo>
                      <a:pt x="0" y="182"/>
                      <a:pt x="12" y="163"/>
                      <a:pt x="32" y="157"/>
                    </a:cubicBezTo>
                    <a:cubicBezTo>
                      <a:pt x="128" y="132"/>
                      <a:pt x="211" y="82"/>
                      <a:pt x="272" y="13"/>
                    </a:cubicBezTo>
                    <a:cubicBezTo>
                      <a:pt x="280" y="5"/>
                      <a:pt x="291" y="0"/>
                      <a:pt x="302" y="0"/>
                    </a:cubicBezTo>
                    <a:lnTo>
                      <a:pt x="302" y="0"/>
                    </a:lnTo>
                    <a:cubicBezTo>
                      <a:pt x="314" y="0"/>
                      <a:pt x="325" y="5"/>
                      <a:pt x="332" y="13"/>
                    </a:cubicBezTo>
                    <a:cubicBezTo>
                      <a:pt x="393" y="82"/>
                      <a:pt x="476" y="132"/>
                      <a:pt x="573" y="157"/>
                    </a:cubicBezTo>
                    <a:cubicBezTo>
                      <a:pt x="592" y="163"/>
                      <a:pt x="605" y="182"/>
                      <a:pt x="602" y="2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6" name="Text2" descr="35d3b79e-912a-45da-aecf-99d51085382e">
                <a:extLst>
                  <a:ext uri="{FF2B5EF4-FFF2-40B4-BE49-F238E27FC236}">
                    <a16:creationId xmlns:a16="http://schemas.microsoft.com/office/drawing/2014/main" id="{6CE2B8AE-04C0-A723-8F6D-4186A90BA261}"/>
                  </a:ext>
                </a:extLst>
              </p:cNvPr>
              <p:cNvSpPr txBox="1"/>
              <p:nvPr/>
            </p:nvSpPr>
            <p:spPr>
              <a:xfrm>
                <a:off x="8878284" y="2952453"/>
                <a:ext cx="2640616" cy="779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编剧们从墨西哥文化和自己的生活中汲取灵感，创造出了这个充满奇幻和情感的故事。</a:t>
                </a:r>
                <a:endParaRPr lang="en-US" dirty="0"/>
              </a:p>
            </p:txBody>
          </p:sp>
          <p:sp>
            <p:nvSpPr>
              <p:cNvPr id="8" name="Bullet2" descr="82925bf8-3e56-4ea7-8023-5231eaf105fa">
                <a:extLst>
                  <a:ext uri="{FF2B5EF4-FFF2-40B4-BE49-F238E27FC236}">
                    <a16:creationId xmlns:a16="http://schemas.microsoft.com/office/drawing/2014/main" id="{39D168A2-069C-91BE-D0D2-488A476C2817}"/>
                  </a:ext>
                </a:extLst>
              </p:cNvPr>
              <p:cNvSpPr txBox="1"/>
              <p:nvPr/>
            </p:nvSpPr>
            <p:spPr>
              <a:xfrm>
                <a:off x="8878284" y="2358094"/>
                <a:ext cx="2640616" cy="594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创作灵感</a:t>
                </a:r>
                <a:endParaRPr lang="en-US" dirty="0"/>
              </a:p>
            </p:txBody>
          </p:sp>
        </p:grpSp>
        <p:grpSp>
          <p:nvGrpSpPr>
            <p:cNvPr id="18" name="组合 17" descr="c7501692-dbd6-4afb-a683-9df7e95cffb4">
              <a:extLst>
                <a:ext uri="{FF2B5EF4-FFF2-40B4-BE49-F238E27FC236}">
                  <a16:creationId xmlns:a16="http://schemas.microsoft.com/office/drawing/2014/main" id="{90717979-2F22-9401-5C03-70397621469D}"/>
                </a:ext>
              </a:extLst>
            </p:cNvPr>
            <p:cNvGrpSpPr/>
            <p:nvPr/>
          </p:nvGrpSpPr>
          <p:grpSpPr>
            <a:xfrm>
              <a:off x="5191994" y="3909253"/>
              <a:ext cx="3136479" cy="1373560"/>
              <a:chOff x="5191994" y="3909253"/>
              <a:chExt cx="3136479" cy="1373560"/>
            </a:xfrm>
          </p:grpSpPr>
          <p:sp>
            <p:nvSpPr>
              <p:cNvPr id="77" name="IconBackground3" descr="c1f2dc6b-b64f-40bd-910f-4941c9e0a343">
                <a:extLst>
                  <a:ext uri="{FF2B5EF4-FFF2-40B4-BE49-F238E27FC236}">
                    <a16:creationId xmlns:a16="http://schemas.microsoft.com/office/drawing/2014/main" id="{86BA0EC2-B27F-3B01-71EB-E670DBBB9C26}"/>
                  </a:ext>
                </a:extLst>
              </p:cNvPr>
              <p:cNvSpPr/>
              <p:nvPr/>
            </p:nvSpPr>
            <p:spPr>
              <a:xfrm>
                <a:off x="5191994" y="4102317"/>
                <a:ext cx="338793" cy="338823"/>
              </a:xfrm>
              <a:prstGeom prst="ellipse">
                <a:avLst/>
              </a:prstGeom>
              <a:solidFill>
                <a:schemeClr val="accent1"/>
              </a:solidFill>
              <a:ln w="15875" cap="flat">
                <a:solidFill>
                  <a:schemeClr val="accent1"/>
                </a:solidFill>
                <a:miter lim="400000"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8" name="Icon3" descr="e8bc8bb6-0c5e-47a8-bb2d-f80c34872af6">
                <a:extLst>
                  <a:ext uri="{FF2B5EF4-FFF2-40B4-BE49-F238E27FC236}">
                    <a16:creationId xmlns:a16="http://schemas.microsoft.com/office/drawing/2014/main" id="{026807AB-0515-FF33-E0A7-5EE678B4DD8A}"/>
                  </a:ext>
                </a:extLst>
              </p:cNvPr>
              <p:cNvSpPr/>
              <p:nvPr/>
            </p:nvSpPr>
            <p:spPr>
              <a:xfrm>
                <a:off x="5264829" y="4175158"/>
                <a:ext cx="193123" cy="193140"/>
              </a:xfrm>
              <a:custGeom>
                <a:avLst/>
                <a:gdLst>
                  <a:gd name="T0" fmla="*/ 602 w 605"/>
                  <a:gd name="T1" fmla="*/ 202 h 607"/>
                  <a:gd name="T2" fmla="*/ 320 w 605"/>
                  <a:gd name="T3" fmla="*/ 603 h 607"/>
                  <a:gd name="T4" fmla="*/ 302 w 605"/>
                  <a:gd name="T5" fmla="*/ 607 h 607"/>
                  <a:gd name="T6" fmla="*/ 285 w 605"/>
                  <a:gd name="T7" fmla="*/ 603 h 607"/>
                  <a:gd name="T8" fmla="*/ 3 w 605"/>
                  <a:gd name="T9" fmla="*/ 202 h 607"/>
                  <a:gd name="T10" fmla="*/ 32 w 605"/>
                  <a:gd name="T11" fmla="*/ 157 h 607"/>
                  <a:gd name="T12" fmla="*/ 272 w 605"/>
                  <a:gd name="T13" fmla="*/ 13 h 607"/>
                  <a:gd name="T14" fmla="*/ 302 w 605"/>
                  <a:gd name="T15" fmla="*/ 0 h 607"/>
                  <a:gd name="T16" fmla="*/ 302 w 605"/>
                  <a:gd name="T17" fmla="*/ 0 h 607"/>
                  <a:gd name="T18" fmla="*/ 332 w 605"/>
                  <a:gd name="T19" fmla="*/ 13 h 607"/>
                  <a:gd name="T20" fmla="*/ 573 w 605"/>
                  <a:gd name="T21" fmla="*/ 157 h 607"/>
                  <a:gd name="T22" fmla="*/ 602 w 605"/>
                  <a:gd name="T23" fmla="*/ 202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5" h="607">
                    <a:moveTo>
                      <a:pt x="602" y="202"/>
                    </a:moveTo>
                    <a:cubicBezTo>
                      <a:pt x="574" y="381"/>
                      <a:pt x="468" y="531"/>
                      <a:pt x="320" y="603"/>
                    </a:cubicBezTo>
                    <a:cubicBezTo>
                      <a:pt x="314" y="605"/>
                      <a:pt x="308" y="607"/>
                      <a:pt x="302" y="607"/>
                    </a:cubicBezTo>
                    <a:cubicBezTo>
                      <a:pt x="296" y="607"/>
                      <a:pt x="290" y="605"/>
                      <a:pt x="285" y="603"/>
                    </a:cubicBezTo>
                    <a:cubicBezTo>
                      <a:pt x="136" y="531"/>
                      <a:pt x="31" y="381"/>
                      <a:pt x="3" y="202"/>
                    </a:cubicBezTo>
                    <a:cubicBezTo>
                      <a:pt x="0" y="182"/>
                      <a:pt x="12" y="163"/>
                      <a:pt x="32" y="157"/>
                    </a:cubicBezTo>
                    <a:cubicBezTo>
                      <a:pt x="128" y="132"/>
                      <a:pt x="211" y="82"/>
                      <a:pt x="272" y="13"/>
                    </a:cubicBezTo>
                    <a:cubicBezTo>
                      <a:pt x="280" y="5"/>
                      <a:pt x="291" y="0"/>
                      <a:pt x="302" y="0"/>
                    </a:cubicBezTo>
                    <a:lnTo>
                      <a:pt x="302" y="0"/>
                    </a:lnTo>
                    <a:cubicBezTo>
                      <a:pt x="314" y="0"/>
                      <a:pt x="325" y="5"/>
                      <a:pt x="332" y="13"/>
                    </a:cubicBezTo>
                    <a:cubicBezTo>
                      <a:pt x="393" y="82"/>
                      <a:pt x="476" y="132"/>
                      <a:pt x="573" y="157"/>
                    </a:cubicBezTo>
                    <a:cubicBezTo>
                      <a:pt x="592" y="163"/>
                      <a:pt x="605" y="182"/>
                      <a:pt x="602" y="2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0" name="Text3" descr="eace1478-d5fd-4e86-b887-0b831ed9f40f">
                <a:extLst>
                  <a:ext uri="{FF2B5EF4-FFF2-40B4-BE49-F238E27FC236}">
                    <a16:creationId xmlns:a16="http://schemas.microsoft.com/office/drawing/2014/main" id="{2C61BEA6-1F44-0A90-26CC-A72B6021F216}"/>
                  </a:ext>
                </a:extLst>
              </p:cNvPr>
              <p:cNvSpPr txBox="1"/>
              <p:nvPr/>
            </p:nvSpPr>
            <p:spPr>
              <a:xfrm>
                <a:off x="5687857" y="4503612"/>
                <a:ext cx="2640616" cy="779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电影的故事结构紧凑，情节跌宕起伏，充满了悬念和惊喜。</a:t>
                </a:r>
                <a:endParaRPr lang="en-US" dirty="0"/>
              </a:p>
            </p:txBody>
          </p:sp>
          <p:sp>
            <p:nvSpPr>
              <p:cNvPr id="5" name="Bullet3" descr="9abef4ba-93e7-416e-b88b-2b55a8efac81">
                <a:extLst>
                  <a:ext uri="{FF2B5EF4-FFF2-40B4-BE49-F238E27FC236}">
                    <a16:creationId xmlns:a16="http://schemas.microsoft.com/office/drawing/2014/main" id="{1DD818CB-6113-1B25-E6E5-A6AEC5476F48}"/>
                  </a:ext>
                </a:extLst>
              </p:cNvPr>
              <p:cNvSpPr txBox="1"/>
              <p:nvPr/>
            </p:nvSpPr>
            <p:spPr>
              <a:xfrm>
                <a:off x="5687857" y="3909253"/>
                <a:ext cx="2640616" cy="594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故事结构</a:t>
                </a:r>
                <a:endParaRPr lang="en-US" dirty="0"/>
              </a:p>
            </p:txBody>
          </p:sp>
        </p:grpSp>
        <p:grpSp>
          <p:nvGrpSpPr>
            <p:cNvPr id="19" name="组合 18" descr="dcbbdc49-3d71-4bc8-bae6-e3aa18f0a2be">
              <a:extLst>
                <a:ext uri="{FF2B5EF4-FFF2-40B4-BE49-F238E27FC236}">
                  <a16:creationId xmlns:a16="http://schemas.microsoft.com/office/drawing/2014/main" id="{CB583BBA-1B36-8F26-74FC-11FA842447F4}"/>
                </a:ext>
              </a:extLst>
            </p:cNvPr>
            <p:cNvGrpSpPr/>
            <p:nvPr/>
          </p:nvGrpSpPr>
          <p:grpSpPr>
            <a:xfrm>
              <a:off x="8433982" y="3909253"/>
              <a:ext cx="3084918" cy="1373560"/>
              <a:chOff x="8433982" y="3909253"/>
              <a:chExt cx="3084918" cy="1373560"/>
            </a:xfrm>
          </p:grpSpPr>
          <p:sp>
            <p:nvSpPr>
              <p:cNvPr id="75" name="IconBackground4" descr="1e69e0a3-8c9f-4e5c-8785-918b7740b48c">
                <a:extLst>
                  <a:ext uri="{FF2B5EF4-FFF2-40B4-BE49-F238E27FC236}">
                    <a16:creationId xmlns:a16="http://schemas.microsoft.com/office/drawing/2014/main" id="{4D4986AC-6031-4B6F-6BCD-AE6D7EB2203F}"/>
                  </a:ext>
                </a:extLst>
              </p:cNvPr>
              <p:cNvSpPr/>
              <p:nvPr/>
            </p:nvSpPr>
            <p:spPr>
              <a:xfrm>
                <a:off x="8433982" y="4102317"/>
                <a:ext cx="338793" cy="338823"/>
              </a:xfrm>
              <a:prstGeom prst="ellipse">
                <a:avLst/>
              </a:prstGeom>
              <a:solidFill>
                <a:schemeClr val="accent1"/>
              </a:solidFill>
              <a:ln w="15875" cap="flat">
                <a:solidFill>
                  <a:schemeClr val="accent1"/>
                </a:solidFill>
                <a:miter lim="400000"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6" name="Icon4" descr="283c7614-de85-453d-91cb-eb022029f9cf">
                <a:extLst>
                  <a:ext uri="{FF2B5EF4-FFF2-40B4-BE49-F238E27FC236}">
                    <a16:creationId xmlns:a16="http://schemas.microsoft.com/office/drawing/2014/main" id="{A78621E5-7718-D1C5-98D9-3F31A2C8D21A}"/>
                  </a:ext>
                </a:extLst>
              </p:cNvPr>
              <p:cNvSpPr/>
              <p:nvPr/>
            </p:nvSpPr>
            <p:spPr>
              <a:xfrm>
                <a:off x="8506817" y="4175158"/>
                <a:ext cx="193123" cy="193140"/>
              </a:xfrm>
              <a:custGeom>
                <a:avLst/>
                <a:gdLst>
                  <a:gd name="T0" fmla="*/ 602 w 605"/>
                  <a:gd name="T1" fmla="*/ 202 h 607"/>
                  <a:gd name="T2" fmla="*/ 320 w 605"/>
                  <a:gd name="T3" fmla="*/ 603 h 607"/>
                  <a:gd name="T4" fmla="*/ 302 w 605"/>
                  <a:gd name="T5" fmla="*/ 607 h 607"/>
                  <a:gd name="T6" fmla="*/ 285 w 605"/>
                  <a:gd name="T7" fmla="*/ 603 h 607"/>
                  <a:gd name="T8" fmla="*/ 3 w 605"/>
                  <a:gd name="T9" fmla="*/ 202 h 607"/>
                  <a:gd name="T10" fmla="*/ 32 w 605"/>
                  <a:gd name="T11" fmla="*/ 157 h 607"/>
                  <a:gd name="T12" fmla="*/ 272 w 605"/>
                  <a:gd name="T13" fmla="*/ 13 h 607"/>
                  <a:gd name="T14" fmla="*/ 302 w 605"/>
                  <a:gd name="T15" fmla="*/ 0 h 607"/>
                  <a:gd name="T16" fmla="*/ 302 w 605"/>
                  <a:gd name="T17" fmla="*/ 0 h 607"/>
                  <a:gd name="T18" fmla="*/ 332 w 605"/>
                  <a:gd name="T19" fmla="*/ 13 h 607"/>
                  <a:gd name="T20" fmla="*/ 573 w 605"/>
                  <a:gd name="T21" fmla="*/ 157 h 607"/>
                  <a:gd name="T22" fmla="*/ 602 w 605"/>
                  <a:gd name="T23" fmla="*/ 202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5" h="607">
                    <a:moveTo>
                      <a:pt x="602" y="202"/>
                    </a:moveTo>
                    <a:cubicBezTo>
                      <a:pt x="574" y="381"/>
                      <a:pt x="468" y="531"/>
                      <a:pt x="320" y="603"/>
                    </a:cubicBezTo>
                    <a:cubicBezTo>
                      <a:pt x="314" y="605"/>
                      <a:pt x="308" y="607"/>
                      <a:pt x="302" y="607"/>
                    </a:cubicBezTo>
                    <a:cubicBezTo>
                      <a:pt x="296" y="607"/>
                      <a:pt x="290" y="605"/>
                      <a:pt x="285" y="603"/>
                    </a:cubicBezTo>
                    <a:cubicBezTo>
                      <a:pt x="136" y="531"/>
                      <a:pt x="31" y="381"/>
                      <a:pt x="3" y="202"/>
                    </a:cubicBezTo>
                    <a:cubicBezTo>
                      <a:pt x="0" y="182"/>
                      <a:pt x="12" y="163"/>
                      <a:pt x="32" y="157"/>
                    </a:cubicBezTo>
                    <a:cubicBezTo>
                      <a:pt x="128" y="132"/>
                      <a:pt x="211" y="82"/>
                      <a:pt x="272" y="13"/>
                    </a:cubicBezTo>
                    <a:cubicBezTo>
                      <a:pt x="280" y="5"/>
                      <a:pt x="291" y="0"/>
                      <a:pt x="302" y="0"/>
                    </a:cubicBezTo>
                    <a:lnTo>
                      <a:pt x="302" y="0"/>
                    </a:lnTo>
                    <a:cubicBezTo>
                      <a:pt x="314" y="0"/>
                      <a:pt x="325" y="5"/>
                      <a:pt x="332" y="13"/>
                    </a:cubicBezTo>
                    <a:cubicBezTo>
                      <a:pt x="393" y="82"/>
                      <a:pt x="476" y="132"/>
                      <a:pt x="573" y="157"/>
                    </a:cubicBezTo>
                    <a:cubicBezTo>
                      <a:pt x="592" y="163"/>
                      <a:pt x="605" y="182"/>
                      <a:pt x="602" y="2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7" name="Text4" descr="d4099fe7-5772-462c-9abb-ca159d931b71">
                <a:extLst>
                  <a:ext uri="{FF2B5EF4-FFF2-40B4-BE49-F238E27FC236}">
                    <a16:creationId xmlns:a16="http://schemas.microsoft.com/office/drawing/2014/main" id="{DB2ED04A-4900-2199-D676-070358CD84B8}"/>
                  </a:ext>
                </a:extLst>
              </p:cNvPr>
              <p:cNvSpPr txBox="1"/>
              <p:nvPr/>
            </p:nvSpPr>
            <p:spPr>
              <a:xfrm>
                <a:off x="8878284" y="4503612"/>
                <a:ext cx="2640616" cy="779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编剧们成功塑造了米格、埃克托等生动的人物形象，让角色具有鲜明的个性和深刻的内心世界。</a:t>
                </a:r>
                <a:endParaRPr lang="en-US" dirty="0"/>
              </a:p>
            </p:txBody>
          </p:sp>
          <p:sp>
            <p:nvSpPr>
              <p:cNvPr id="9" name="Bullet4" descr="d7002f41-9ae3-4340-8ceb-a329fca0c0c3">
                <a:extLst>
                  <a:ext uri="{FF2B5EF4-FFF2-40B4-BE49-F238E27FC236}">
                    <a16:creationId xmlns:a16="http://schemas.microsoft.com/office/drawing/2014/main" id="{F673623B-01AF-BA51-DD6C-A97251B08820}"/>
                  </a:ext>
                </a:extLst>
              </p:cNvPr>
              <p:cNvSpPr txBox="1"/>
              <p:nvPr/>
            </p:nvSpPr>
            <p:spPr>
              <a:xfrm>
                <a:off x="8878284" y="3909253"/>
                <a:ext cx="2640616" cy="594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人物塑造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配音演员</a:t>
            </a:r>
            <a:endParaRPr lang="en-US" dirty="0"/>
          </a:p>
        </p:txBody>
      </p:sp>
      <p:grpSp>
        <p:nvGrpSpPr>
          <p:cNvPr id="18" name="52cf9bbc-971e-4973-b067-cf1b0e382157.source.4.zh-Hans.pptx" descr="e306a86b-63b8-4b84-b73e-15e33cdc320a">
            <a:extLst>
              <a:ext uri="{FF2B5EF4-FFF2-40B4-BE49-F238E27FC236}">
                <a16:creationId xmlns:a16="http://schemas.microsoft.com/office/drawing/2014/main" id="{C8B07BC0-C433-5985-CE21-C6A223A7BD3E}"/>
              </a:ext>
            </a:extLst>
          </p:cNvPr>
          <p:cNvGrpSpPr/>
          <p:nvPr/>
        </p:nvGrpSpPr>
        <p:grpSpPr>
          <a:xfrm>
            <a:off x="842519" y="1130300"/>
            <a:ext cx="10717786" cy="4603704"/>
            <a:chOff x="1629560" y="1633465"/>
            <a:chExt cx="9143700" cy="3927575"/>
          </a:xfrm>
        </p:grpSpPr>
        <p:sp>
          <p:nvSpPr>
            <p:cNvPr id="4" name="Title" descr="7b4fb392-b9ec-45ac-b184-e6968d79da24">
              <a:extLst>
                <a:ext uri="{FF2B5EF4-FFF2-40B4-BE49-F238E27FC236}">
                  <a16:creationId xmlns:a16="http://schemas.microsoft.com/office/drawing/2014/main" id="{07CA61C2-210B-D0B3-7428-48E6132B7F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58948" y="1633465"/>
              <a:ext cx="8195891" cy="5774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为角色赋予声音的艺术家</a:t>
              </a:r>
              <a:endParaRPr lang="en-US" dirty="0"/>
            </a:p>
          </p:txBody>
        </p:sp>
        <p:sp>
          <p:nvSpPr>
            <p:cNvPr id="40" name="图形 5" descr="5c2409c1-ddfe-4bf3-874b-44c0471475f2">
              <a:extLst>
                <a:ext uri="{FF2B5EF4-FFF2-40B4-BE49-F238E27FC236}">
                  <a16:creationId xmlns:a16="http://schemas.microsoft.com/office/drawing/2014/main" id="{E829EF9C-8392-CA1D-4DAC-FDF8C2337431}"/>
                </a:ext>
              </a:extLst>
            </p:cNvPr>
            <p:cNvSpPr/>
            <p:nvPr/>
          </p:nvSpPr>
          <p:spPr>
            <a:xfrm>
              <a:off x="1629560" y="2921153"/>
              <a:ext cx="2241701" cy="2639887"/>
            </a:xfrm>
            <a:custGeom>
              <a:avLst/>
              <a:gdLst>
                <a:gd name="connsiteX0" fmla="*/ 4721249 w 9082714"/>
                <a:gd name="connsiteY0" fmla="*/ 10304 h 6856112"/>
                <a:gd name="connsiteX1" fmla="*/ 8136702 w 9082714"/>
                <a:gd name="connsiteY1" fmla="*/ 145848 h 6856112"/>
                <a:gd name="connsiteX2" fmla="*/ 8729214 w 9082714"/>
                <a:gd name="connsiteY2" fmla="*/ 422939 h 6856112"/>
                <a:gd name="connsiteX3" fmla="*/ 9002842 w 9082714"/>
                <a:gd name="connsiteY3" fmla="*/ 1192251 h 6856112"/>
                <a:gd name="connsiteX4" fmla="*/ 9077348 w 9082714"/>
                <a:gd name="connsiteY4" fmla="*/ 5214534 h 6856112"/>
                <a:gd name="connsiteX5" fmla="*/ 9031629 w 9082714"/>
                <a:gd name="connsiteY5" fmla="*/ 6002011 h 6856112"/>
                <a:gd name="connsiteX6" fmla="*/ 8626075 w 9082714"/>
                <a:gd name="connsiteY6" fmla="*/ 6658639 h 6856112"/>
                <a:gd name="connsiteX7" fmla="*/ 7743079 w 9082714"/>
                <a:gd name="connsiteY7" fmla="*/ 6837671 h 6856112"/>
                <a:gd name="connsiteX8" fmla="*/ 3200712 w 9082714"/>
                <a:gd name="connsiteY8" fmla="*/ 6855066 h 6856112"/>
                <a:gd name="connsiteX9" fmla="*/ 1505378 w 9082714"/>
                <a:gd name="connsiteY9" fmla="*/ 6824971 h 6856112"/>
                <a:gd name="connsiteX10" fmla="*/ 528555 w 9082714"/>
                <a:gd name="connsiteY10" fmla="*/ 6647864 h 6856112"/>
                <a:gd name="connsiteX11" fmla="*/ 94677 w 9082714"/>
                <a:gd name="connsiteY11" fmla="*/ 6310275 h 6856112"/>
                <a:gd name="connsiteX12" fmla="*/ 4 w 9082714"/>
                <a:gd name="connsiteY12" fmla="*/ 5920038 h 6856112"/>
                <a:gd name="connsiteX13" fmla="*/ 76974 w 9082714"/>
                <a:gd name="connsiteY13" fmla="*/ 1347576 h 6856112"/>
                <a:gd name="connsiteX14" fmla="*/ 274555 w 9082714"/>
                <a:gd name="connsiteY14" fmla="*/ 716732 h 6856112"/>
                <a:gd name="connsiteX15" fmla="*/ 709434 w 9082714"/>
                <a:gd name="connsiteY15" fmla="*/ 308485 h 6856112"/>
                <a:gd name="connsiteX16" fmla="*/ 4721249 w 9082714"/>
                <a:gd name="connsiteY16" fmla="*/ 10304 h 685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82714" h="6856112">
                  <a:moveTo>
                    <a:pt x="4721249" y="10304"/>
                  </a:moveTo>
                  <a:cubicBezTo>
                    <a:pt x="4721249" y="10304"/>
                    <a:pt x="6848691" y="-55582"/>
                    <a:pt x="8136702" y="145848"/>
                  </a:cubicBezTo>
                  <a:cubicBezTo>
                    <a:pt x="8250232" y="163628"/>
                    <a:pt x="8522474" y="210657"/>
                    <a:pt x="8729214" y="422939"/>
                  </a:cubicBezTo>
                  <a:cubicBezTo>
                    <a:pt x="8972901" y="673168"/>
                    <a:pt x="8985524" y="1019069"/>
                    <a:pt x="9002842" y="1192251"/>
                  </a:cubicBezTo>
                  <a:cubicBezTo>
                    <a:pt x="9136384" y="2527214"/>
                    <a:pt x="9057413" y="3873106"/>
                    <a:pt x="9077348" y="5214534"/>
                  </a:cubicBezTo>
                  <a:cubicBezTo>
                    <a:pt x="9081274" y="5478078"/>
                    <a:pt x="9088740" y="5744701"/>
                    <a:pt x="9031629" y="6002011"/>
                  </a:cubicBezTo>
                  <a:cubicBezTo>
                    <a:pt x="8974517" y="6259320"/>
                    <a:pt x="8844438" y="6511011"/>
                    <a:pt x="8626075" y="6658639"/>
                  </a:cubicBezTo>
                  <a:cubicBezTo>
                    <a:pt x="8373384" y="6829435"/>
                    <a:pt x="8048110" y="6836516"/>
                    <a:pt x="7743079" y="6837671"/>
                  </a:cubicBezTo>
                  <a:cubicBezTo>
                    <a:pt x="6228931" y="6843443"/>
                    <a:pt x="4714860" y="6849293"/>
                    <a:pt x="3200712" y="6855066"/>
                  </a:cubicBezTo>
                  <a:cubicBezTo>
                    <a:pt x="2635370" y="6857221"/>
                    <a:pt x="2069643" y="6859376"/>
                    <a:pt x="1505378" y="6824971"/>
                  </a:cubicBezTo>
                  <a:cubicBezTo>
                    <a:pt x="1173638" y="6804728"/>
                    <a:pt x="837435" y="6770707"/>
                    <a:pt x="528555" y="6647864"/>
                  </a:cubicBezTo>
                  <a:cubicBezTo>
                    <a:pt x="354758" y="6578744"/>
                    <a:pt x="184347" y="6474451"/>
                    <a:pt x="94677" y="6310275"/>
                  </a:cubicBezTo>
                  <a:cubicBezTo>
                    <a:pt x="3160" y="6142942"/>
                    <a:pt x="-149" y="5979997"/>
                    <a:pt x="4" y="5920038"/>
                  </a:cubicBezTo>
                  <a:cubicBezTo>
                    <a:pt x="9549" y="2159375"/>
                    <a:pt x="32024" y="1888827"/>
                    <a:pt x="76974" y="1347576"/>
                  </a:cubicBezTo>
                  <a:cubicBezTo>
                    <a:pt x="86134" y="1237278"/>
                    <a:pt x="107146" y="976736"/>
                    <a:pt x="274555" y="716732"/>
                  </a:cubicBezTo>
                  <a:cubicBezTo>
                    <a:pt x="274555" y="716732"/>
                    <a:pt x="429572" y="476125"/>
                    <a:pt x="709434" y="308485"/>
                  </a:cubicBezTo>
                  <a:cubicBezTo>
                    <a:pt x="1376915" y="-91296"/>
                    <a:pt x="3369892" y="52176"/>
                    <a:pt x="4721249" y="10304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图形 5" descr="b0cfafd1-2160-4add-b81b-25aa4ed93ef8">
              <a:extLst>
                <a:ext uri="{FF2B5EF4-FFF2-40B4-BE49-F238E27FC236}">
                  <a16:creationId xmlns:a16="http://schemas.microsoft.com/office/drawing/2014/main" id="{FCD3DC56-76E9-7E1C-B972-B62855494E19}"/>
                </a:ext>
              </a:extLst>
            </p:cNvPr>
            <p:cNvSpPr/>
            <p:nvPr/>
          </p:nvSpPr>
          <p:spPr>
            <a:xfrm>
              <a:off x="1651143" y="2940834"/>
              <a:ext cx="2171961" cy="2557759"/>
            </a:xfrm>
            <a:custGeom>
              <a:avLst/>
              <a:gdLst>
                <a:gd name="connsiteX0" fmla="*/ 4721249 w 9082714"/>
                <a:gd name="connsiteY0" fmla="*/ 10304 h 6856112"/>
                <a:gd name="connsiteX1" fmla="*/ 8136702 w 9082714"/>
                <a:gd name="connsiteY1" fmla="*/ 145848 h 6856112"/>
                <a:gd name="connsiteX2" fmla="*/ 8729214 w 9082714"/>
                <a:gd name="connsiteY2" fmla="*/ 422939 h 6856112"/>
                <a:gd name="connsiteX3" fmla="*/ 9002842 w 9082714"/>
                <a:gd name="connsiteY3" fmla="*/ 1192251 h 6856112"/>
                <a:gd name="connsiteX4" fmla="*/ 9077348 w 9082714"/>
                <a:gd name="connsiteY4" fmla="*/ 5214534 h 6856112"/>
                <a:gd name="connsiteX5" fmla="*/ 9031629 w 9082714"/>
                <a:gd name="connsiteY5" fmla="*/ 6002011 h 6856112"/>
                <a:gd name="connsiteX6" fmla="*/ 8626075 w 9082714"/>
                <a:gd name="connsiteY6" fmla="*/ 6658639 h 6856112"/>
                <a:gd name="connsiteX7" fmla="*/ 7743079 w 9082714"/>
                <a:gd name="connsiteY7" fmla="*/ 6837671 h 6856112"/>
                <a:gd name="connsiteX8" fmla="*/ 3200712 w 9082714"/>
                <a:gd name="connsiteY8" fmla="*/ 6855066 h 6856112"/>
                <a:gd name="connsiteX9" fmla="*/ 1505378 w 9082714"/>
                <a:gd name="connsiteY9" fmla="*/ 6824971 h 6856112"/>
                <a:gd name="connsiteX10" fmla="*/ 528555 w 9082714"/>
                <a:gd name="connsiteY10" fmla="*/ 6647864 h 6856112"/>
                <a:gd name="connsiteX11" fmla="*/ 94677 w 9082714"/>
                <a:gd name="connsiteY11" fmla="*/ 6310275 h 6856112"/>
                <a:gd name="connsiteX12" fmla="*/ 4 w 9082714"/>
                <a:gd name="connsiteY12" fmla="*/ 5920038 h 6856112"/>
                <a:gd name="connsiteX13" fmla="*/ 76974 w 9082714"/>
                <a:gd name="connsiteY13" fmla="*/ 1347576 h 6856112"/>
                <a:gd name="connsiteX14" fmla="*/ 274555 w 9082714"/>
                <a:gd name="connsiteY14" fmla="*/ 716732 h 6856112"/>
                <a:gd name="connsiteX15" fmla="*/ 709434 w 9082714"/>
                <a:gd name="connsiteY15" fmla="*/ 308485 h 6856112"/>
                <a:gd name="connsiteX16" fmla="*/ 4721249 w 9082714"/>
                <a:gd name="connsiteY16" fmla="*/ 10304 h 685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82714" h="6856112">
                  <a:moveTo>
                    <a:pt x="4721249" y="10304"/>
                  </a:moveTo>
                  <a:cubicBezTo>
                    <a:pt x="4721249" y="10304"/>
                    <a:pt x="6848691" y="-55582"/>
                    <a:pt x="8136702" y="145848"/>
                  </a:cubicBezTo>
                  <a:cubicBezTo>
                    <a:pt x="8250232" y="163628"/>
                    <a:pt x="8522474" y="210657"/>
                    <a:pt x="8729214" y="422939"/>
                  </a:cubicBezTo>
                  <a:cubicBezTo>
                    <a:pt x="8972901" y="673168"/>
                    <a:pt x="8985524" y="1019069"/>
                    <a:pt x="9002842" y="1192251"/>
                  </a:cubicBezTo>
                  <a:cubicBezTo>
                    <a:pt x="9136384" y="2527214"/>
                    <a:pt x="9057413" y="3873106"/>
                    <a:pt x="9077348" y="5214534"/>
                  </a:cubicBezTo>
                  <a:cubicBezTo>
                    <a:pt x="9081274" y="5478078"/>
                    <a:pt x="9088740" y="5744701"/>
                    <a:pt x="9031629" y="6002011"/>
                  </a:cubicBezTo>
                  <a:cubicBezTo>
                    <a:pt x="8974517" y="6259320"/>
                    <a:pt x="8844438" y="6511011"/>
                    <a:pt x="8626075" y="6658639"/>
                  </a:cubicBezTo>
                  <a:cubicBezTo>
                    <a:pt x="8373384" y="6829435"/>
                    <a:pt x="8048110" y="6836516"/>
                    <a:pt x="7743079" y="6837671"/>
                  </a:cubicBezTo>
                  <a:cubicBezTo>
                    <a:pt x="6228931" y="6843443"/>
                    <a:pt x="4714860" y="6849293"/>
                    <a:pt x="3200712" y="6855066"/>
                  </a:cubicBezTo>
                  <a:cubicBezTo>
                    <a:pt x="2635370" y="6857221"/>
                    <a:pt x="2069643" y="6859376"/>
                    <a:pt x="1505378" y="6824971"/>
                  </a:cubicBezTo>
                  <a:cubicBezTo>
                    <a:pt x="1173638" y="6804728"/>
                    <a:pt x="837435" y="6770707"/>
                    <a:pt x="528555" y="6647864"/>
                  </a:cubicBezTo>
                  <a:cubicBezTo>
                    <a:pt x="354758" y="6578744"/>
                    <a:pt x="184347" y="6474451"/>
                    <a:pt x="94677" y="6310275"/>
                  </a:cubicBezTo>
                  <a:cubicBezTo>
                    <a:pt x="3160" y="6142942"/>
                    <a:pt x="-149" y="5979997"/>
                    <a:pt x="4" y="5920038"/>
                  </a:cubicBezTo>
                  <a:cubicBezTo>
                    <a:pt x="9549" y="2159375"/>
                    <a:pt x="32024" y="1888827"/>
                    <a:pt x="76974" y="1347576"/>
                  </a:cubicBezTo>
                  <a:cubicBezTo>
                    <a:pt x="86134" y="1237278"/>
                    <a:pt x="107146" y="976736"/>
                    <a:pt x="274555" y="716732"/>
                  </a:cubicBezTo>
                  <a:cubicBezTo>
                    <a:pt x="274555" y="716732"/>
                    <a:pt x="429572" y="476125"/>
                    <a:pt x="709434" y="308485"/>
                  </a:cubicBezTo>
                  <a:cubicBezTo>
                    <a:pt x="1376915" y="-91296"/>
                    <a:pt x="3369892" y="52176"/>
                    <a:pt x="4721249" y="10304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图形 5" descr="7e8a8e52-a34f-42e5-8024-6aa7cb702ca7">
              <a:extLst>
                <a:ext uri="{FF2B5EF4-FFF2-40B4-BE49-F238E27FC236}">
                  <a16:creationId xmlns:a16="http://schemas.microsoft.com/office/drawing/2014/main" id="{52A9AB39-2CDB-DD10-C4C0-43FBA0B48EB5}"/>
                </a:ext>
              </a:extLst>
            </p:cNvPr>
            <p:cNvSpPr/>
            <p:nvPr/>
          </p:nvSpPr>
          <p:spPr>
            <a:xfrm>
              <a:off x="3930226" y="2921153"/>
              <a:ext cx="2241701" cy="2639887"/>
            </a:xfrm>
            <a:custGeom>
              <a:avLst/>
              <a:gdLst>
                <a:gd name="connsiteX0" fmla="*/ 4721249 w 9082714"/>
                <a:gd name="connsiteY0" fmla="*/ 10304 h 6856112"/>
                <a:gd name="connsiteX1" fmla="*/ 8136702 w 9082714"/>
                <a:gd name="connsiteY1" fmla="*/ 145848 h 6856112"/>
                <a:gd name="connsiteX2" fmla="*/ 8729214 w 9082714"/>
                <a:gd name="connsiteY2" fmla="*/ 422939 h 6856112"/>
                <a:gd name="connsiteX3" fmla="*/ 9002842 w 9082714"/>
                <a:gd name="connsiteY3" fmla="*/ 1192251 h 6856112"/>
                <a:gd name="connsiteX4" fmla="*/ 9077348 w 9082714"/>
                <a:gd name="connsiteY4" fmla="*/ 5214534 h 6856112"/>
                <a:gd name="connsiteX5" fmla="*/ 9031629 w 9082714"/>
                <a:gd name="connsiteY5" fmla="*/ 6002011 h 6856112"/>
                <a:gd name="connsiteX6" fmla="*/ 8626075 w 9082714"/>
                <a:gd name="connsiteY6" fmla="*/ 6658639 h 6856112"/>
                <a:gd name="connsiteX7" fmla="*/ 7743079 w 9082714"/>
                <a:gd name="connsiteY7" fmla="*/ 6837671 h 6856112"/>
                <a:gd name="connsiteX8" fmla="*/ 3200712 w 9082714"/>
                <a:gd name="connsiteY8" fmla="*/ 6855066 h 6856112"/>
                <a:gd name="connsiteX9" fmla="*/ 1505378 w 9082714"/>
                <a:gd name="connsiteY9" fmla="*/ 6824971 h 6856112"/>
                <a:gd name="connsiteX10" fmla="*/ 528555 w 9082714"/>
                <a:gd name="connsiteY10" fmla="*/ 6647864 h 6856112"/>
                <a:gd name="connsiteX11" fmla="*/ 94677 w 9082714"/>
                <a:gd name="connsiteY11" fmla="*/ 6310275 h 6856112"/>
                <a:gd name="connsiteX12" fmla="*/ 4 w 9082714"/>
                <a:gd name="connsiteY12" fmla="*/ 5920038 h 6856112"/>
                <a:gd name="connsiteX13" fmla="*/ 76974 w 9082714"/>
                <a:gd name="connsiteY13" fmla="*/ 1347576 h 6856112"/>
                <a:gd name="connsiteX14" fmla="*/ 274555 w 9082714"/>
                <a:gd name="connsiteY14" fmla="*/ 716732 h 6856112"/>
                <a:gd name="connsiteX15" fmla="*/ 709434 w 9082714"/>
                <a:gd name="connsiteY15" fmla="*/ 308485 h 6856112"/>
                <a:gd name="connsiteX16" fmla="*/ 4721249 w 9082714"/>
                <a:gd name="connsiteY16" fmla="*/ 10304 h 685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82714" h="6856112">
                  <a:moveTo>
                    <a:pt x="4721249" y="10304"/>
                  </a:moveTo>
                  <a:cubicBezTo>
                    <a:pt x="4721249" y="10304"/>
                    <a:pt x="6848691" y="-55582"/>
                    <a:pt x="8136702" y="145848"/>
                  </a:cubicBezTo>
                  <a:cubicBezTo>
                    <a:pt x="8250232" y="163628"/>
                    <a:pt x="8522474" y="210657"/>
                    <a:pt x="8729214" y="422939"/>
                  </a:cubicBezTo>
                  <a:cubicBezTo>
                    <a:pt x="8972901" y="673168"/>
                    <a:pt x="8985524" y="1019069"/>
                    <a:pt x="9002842" y="1192251"/>
                  </a:cubicBezTo>
                  <a:cubicBezTo>
                    <a:pt x="9136384" y="2527214"/>
                    <a:pt x="9057413" y="3873106"/>
                    <a:pt x="9077348" y="5214534"/>
                  </a:cubicBezTo>
                  <a:cubicBezTo>
                    <a:pt x="9081274" y="5478078"/>
                    <a:pt x="9088740" y="5744701"/>
                    <a:pt x="9031629" y="6002011"/>
                  </a:cubicBezTo>
                  <a:cubicBezTo>
                    <a:pt x="8974517" y="6259320"/>
                    <a:pt x="8844438" y="6511011"/>
                    <a:pt x="8626075" y="6658639"/>
                  </a:cubicBezTo>
                  <a:cubicBezTo>
                    <a:pt x="8373384" y="6829435"/>
                    <a:pt x="8048110" y="6836516"/>
                    <a:pt x="7743079" y="6837671"/>
                  </a:cubicBezTo>
                  <a:cubicBezTo>
                    <a:pt x="6228931" y="6843443"/>
                    <a:pt x="4714860" y="6849293"/>
                    <a:pt x="3200712" y="6855066"/>
                  </a:cubicBezTo>
                  <a:cubicBezTo>
                    <a:pt x="2635370" y="6857221"/>
                    <a:pt x="2069643" y="6859376"/>
                    <a:pt x="1505378" y="6824971"/>
                  </a:cubicBezTo>
                  <a:cubicBezTo>
                    <a:pt x="1173638" y="6804728"/>
                    <a:pt x="837435" y="6770707"/>
                    <a:pt x="528555" y="6647864"/>
                  </a:cubicBezTo>
                  <a:cubicBezTo>
                    <a:pt x="354758" y="6578744"/>
                    <a:pt x="184347" y="6474451"/>
                    <a:pt x="94677" y="6310275"/>
                  </a:cubicBezTo>
                  <a:cubicBezTo>
                    <a:pt x="3160" y="6142942"/>
                    <a:pt x="-149" y="5979997"/>
                    <a:pt x="4" y="5920038"/>
                  </a:cubicBezTo>
                  <a:cubicBezTo>
                    <a:pt x="9549" y="2159375"/>
                    <a:pt x="32024" y="1888827"/>
                    <a:pt x="76974" y="1347576"/>
                  </a:cubicBezTo>
                  <a:cubicBezTo>
                    <a:pt x="86134" y="1237278"/>
                    <a:pt x="107146" y="976736"/>
                    <a:pt x="274555" y="716732"/>
                  </a:cubicBezTo>
                  <a:cubicBezTo>
                    <a:pt x="274555" y="716732"/>
                    <a:pt x="429572" y="476125"/>
                    <a:pt x="709434" y="308485"/>
                  </a:cubicBezTo>
                  <a:cubicBezTo>
                    <a:pt x="1376915" y="-91296"/>
                    <a:pt x="3369892" y="52176"/>
                    <a:pt x="4721249" y="10304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图形 5" descr="dd45bb7d-c124-47c0-b4c5-942dd6ea512d">
              <a:extLst>
                <a:ext uri="{FF2B5EF4-FFF2-40B4-BE49-F238E27FC236}">
                  <a16:creationId xmlns:a16="http://schemas.microsoft.com/office/drawing/2014/main" id="{1F2CC699-BE20-7D14-31CC-5C32CBE96463}"/>
                </a:ext>
              </a:extLst>
            </p:cNvPr>
            <p:cNvSpPr/>
            <p:nvPr/>
          </p:nvSpPr>
          <p:spPr>
            <a:xfrm>
              <a:off x="3951810" y="2940834"/>
              <a:ext cx="2171961" cy="2557759"/>
            </a:xfrm>
            <a:custGeom>
              <a:avLst/>
              <a:gdLst>
                <a:gd name="connsiteX0" fmla="*/ 4721249 w 9082714"/>
                <a:gd name="connsiteY0" fmla="*/ 10304 h 6856112"/>
                <a:gd name="connsiteX1" fmla="*/ 8136702 w 9082714"/>
                <a:gd name="connsiteY1" fmla="*/ 145848 h 6856112"/>
                <a:gd name="connsiteX2" fmla="*/ 8729214 w 9082714"/>
                <a:gd name="connsiteY2" fmla="*/ 422939 h 6856112"/>
                <a:gd name="connsiteX3" fmla="*/ 9002842 w 9082714"/>
                <a:gd name="connsiteY3" fmla="*/ 1192251 h 6856112"/>
                <a:gd name="connsiteX4" fmla="*/ 9077348 w 9082714"/>
                <a:gd name="connsiteY4" fmla="*/ 5214534 h 6856112"/>
                <a:gd name="connsiteX5" fmla="*/ 9031629 w 9082714"/>
                <a:gd name="connsiteY5" fmla="*/ 6002011 h 6856112"/>
                <a:gd name="connsiteX6" fmla="*/ 8626075 w 9082714"/>
                <a:gd name="connsiteY6" fmla="*/ 6658639 h 6856112"/>
                <a:gd name="connsiteX7" fmla="*/ 7743079 w 9082714"/>
                <a:gd name="connsiteY7" fmla="*/ 6837671 h 6856112"/>
                <a:gd name="connsiteX8" fmla="*/ 3200712 w 9082714"/>
                <a:gd name="connsiteY8" fmla="*/ 6855066 h 6856112"/>
                <a:gd name="connsiteX9" fmla="*/ 1505378 w 9082714"/>
                <a:gd name="connsiteY9" fmla="*/ 6824971 h 6856112"/>
                <a:gd name="connsiteX10" fmla="*/ 528555 w 9082714"/>
                <a:gd name="connsiteY10" fmla="*/ 6647864 h 6856112"/>
                <a:gd name="connsiteX11" fmla="*/ 94677 w 9082714"/>
                <a:gd name="connsiteY11" fmla="*/ 6310275 h 6856112"/>
                <a:gd name="connsiteX12" fmla="*/ 4 w 9082714"/>
                <a:gd name="connsiteY12" fmla="*/ 5920038 h 6856112"/>
                <a:gd name="connsiteX13" fmla="*/ 76974 w 9082714"/>
                <a:gd name="connsiteY13" fmla="*/ 1347576 h 6856112"/>
                <a:gd name="connsiteX14" fmla="*/ 274555 w 9082714"/>
                <a:gd name="connsiteY14" fmla="*/ 716732 h 6856112"/>
                <a:gd name="connsiteX15" fmla="*/ 709434 w 9082714"/>
                <a:gd name="connsiteY15" fmla="*/ 308485 h 6856112"/>
                <a:gd name="connsiteX16" fmla="*/ 4721249 w 9082714"/>
                <a:gd name="connsiteY16" fmla="*/ 10304 h 685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82714" h="6856112">
                  <a:moveTo>
                    <a:pt x="4721249" y="10304"/>
                  </a:moveTo>
                  <a:cubicBezTo>
                    <a:pt x="4721249" y="10304"/>
                    <a:pt x="6848691" y="-55582"/>
                    <a:pt x="8136702" y="145848"/>
                  </a:cubicBezTo>
                  <a:cubicBezTo>
                    <a:pt x="8250232" y="163628"/>
                    <a:pt x="8522474" y="210657"/>
                    <a:pt x="8729214" y="422939"/>
                  </a:cubicBezTo>
                  <a:cubicBezTo>
                    <a:pt x="8972901" y="673168"/>
                    <a:pt x="8985524" y="1019069"/>
                    <a:pt x="9002842" y="1192251"/>
                  </a:cubicBezTo>
                  <a:cubicBezTo>
                    <a:pt x="9136384" y="2527214"/>
                    <a:pt x="9057413" y="3873106"/>
                    <a:pt x="9077348" y="5214534"/>
                  </a:cubicBezTo>
                  <a:cubicBezTo>
                    <a:pt x="9081274" y="5478078"/>
                    <a:pt x="9088740" y="5744701"/>
                    <a:pt x="9031629" y="6002011"/>
                  </a:cubicBezTo>
                  <a:cubicBezTo>
                    <a:pt x="8974517" y="6259320"/>
                    <a:pt x="8844438" y="6511011"/>
                    <a:pt x="8626075" y="6658639"/>
                  </a:cubicBezTo>
                  <a:cubicBezTo>
                    <a:pt x="8373384" y="6829435"/>
                    <a:pt x="8048110" y="6836516"/>
                    <a:pt x="7743079" y="6837671"/>
                  </a:cubicBezTo>
                  <a:cubicBezTo>
                    <a:pt x="6228931" y="6843443"/>
                    <a:pt x="4714860" y="6849293"/>
                    <a:pt x="3200712" y="6855066"/>
                  </a:cubicBezTo>
                  <a:cubicBezTo>
                    <a:pt x="2635370" y="6857221"/>
                    <a:pt x="2069643" y="6859376"/>
                    <a:pt x="1505378" y="6824971"/>
                  </a:cubicBezTo>
                  <a:cubicBezTo>
                    <a:pt x="1173638" y="6804728"/>
                    <a:pt x="837435" y="6770707"/>
                    <a:pt x="528555" y="6647864"/>
                  </a:cubicBezTo>
                  <a:cubicBezTo>
                    <a:pt x="354758" y="6578744"/>
                    <a:pt x="184347" y="6474451"/>
                    <a:pt x="94677" y="6310275"/>
                  </a:cubicBezTo>
                  <a:cubicBezTo>
                    <a:pt x="3160" y="6142942"/>
                    <a:pt x="-149" y="5979997"/>
                    <a:pt x="4" y="5920038"/>
                  </a:cubicBezTo>
                  <a:cubicBezTo>
                    <a:pt x="9549" y="2159375"/>
                    <a:pt x="32024" y="1888827"/>
                    <a:pt x="76974" y="1347576"/>
                  </a:cubicBezTo>
                  <a:cubicBezTo>
                    <a:pt x="86134" y="1237278"/>
                    <a:pt x="107146" y="976736"/>
                    <a:pt x="274555" y="716732"/>
                  </a:cubicBezTo>
                  <a:cubicBezTo>
                    <a:pt x="274555" y="716732"/>
                    <a:pt x="429572" y="476125"/>
                    <a:pt x="709434" y="308485"/>
                  </a:cubicBezTo>
                  <a:cubicBezTo>
                    <a:pt x="1376915" y="-91296"/>
                    <a:pt x="3369892" y="52176"/>
                    <a:pt x="4721249" y="10304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图形 5" descr="f1ff91cd-77e4-48fc-a806-5e47a5f61c65">
              <a:extLst>
                <a:ext uri="{FF2B5EF4-FFF2-40B4-BE49-F238E27FC236}">
                  <a16:creationId xmlns:a16="http://schemas.microsoft.com/office/drawing/2014/main" id="{86DA4DAE-75E1-7893-0264-A743085B1FD5}"/>
                </a:ext>
              </a:extLst>
            </p:cNvPr>
            <p:cNvSpPr/>
            <p:nvPr/>
          </p:nvSpPr>
          <p:spPr>
            <a:xfrm>
              <a:off x="6230891" y="2921153"/>
              <a:ext cx="2241702" cy="2639887"/>
            </a:xfrm>
            <a:custGeom>
              <a:avLst/>
              <a:gdLst>
                <a:gd name="connsiteX0" fmla="*/ 4721249 w 9082714"/>
                <a:gd name="connsiteY0" fmla="*/ 10304 h 6856112"/>
                <a:gd name="connsiteX1" fmla="*/ 8136702 w 9082714"/>
                <a:gd name="connsiteY1" fmla="*/ 145848 h 6856112"/>
                <a:gd name="connsiteX2" fmla="*/ 8729214 w 9082714"/>
                <a:gd name="connsiteY2" fmla="*/ 422939 h 6856112"/>
                <a:gd name="connsiteX3" fmla="*/ 9002842 w 9082714"/>
                <a:gd name="connsiteY3" fmla="*/ 1192251 h 6856112"/>
                <a:gd name="connsiteX4" fmla="*/ 9077348 w 9082714"/>
                <a:gd name="connsiteY4" fmla="*/ 5214534 h 6856112"/>
                <a:gd name="connsiteX5" fmla="*/ 9031629 w 9082714"/>
                <a:gd name="connsiteY5" fmla="*/ 6002011 h 6856112"/>
                <a:gd name="connsiteX6" fmla="*/ 8626075 w 9082714"/>
                <a:gd name="connsiteY6" fmla="*/ 6658639 h 6856112"/>
                <a:gd name="connsiteX7" fmla="*/ 7743079 w 9082714"/>
                <a:gd name="connsiteY7" fmla="*/ 6837671 h 6856112"/>
                <a:gd name="connsiteX8" fmla="*/ 3200712 w 9082714"/>
                <a:gd name="connsiteY8" fmla="*/ 6855066 h 6856112"/>
                <a:gd name="connsiteX9" fmla="*/ 1505378 w 9082714"/>
                <a:gd name="connsiteY9" fmla="*/ 6824971 h 6856112"/>
                <a:gd name="connsiteX10" fmla="*/ 528555 w 9082714"/>
                <a:gd name="connsiteY10" fmla="*/ 6647864 h 6856112"/>
                <a:gd name="connsiteX11" fmla="*/ 94677 w 9082714"/>
                <a:gd name="connsiteY11" fmla="*/ 6310275 h 6856112"/>
                <a:gd name="connsiteX12" fmla="*/ 4 w 9082714"/>
                <a:gd name="connsiteY12" fmla="*/ 5920038 h 6856112"/>
                <a:gd name="connsiteX13" fmla="*/ 76974 w 9082714"/>
                <a:gd name="connsiteY13" fmla="*/ 1347576 h 6856112"/>
                <a:gd name="connsiteX14" fmla="*/ 274555 w 9082714"/>
                <a:gd name="connsiteY14" fmla="*/ 716732 h 6856112"/>
                <a:gd name="connsiteX15" fmla="*/ 709434 w 9082714"/>
                <a:gd name="connsiteY15" fmla="*/ 308485 h 6856112"/>
                <a:gd name="connsiteX16" fmla="*/ 4721249 w 9082714"/>
                <a:gd name="connsiteY16" fmla="*/ 10304 h 685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82714" h="6856112">
                  <a:moveTo>
                    <a:pt x="4721249" y="10304"/>
                  </a:moveTo>
                  <a:cubicBezTo>
                    <a:pt x="4721249" y="10304"/>
                    <a:pt x="6848691" y="-55582"/>
                    <a:pt x="8136702" y="145848"/>
                  </a:cubicBezTo>
                  <a:cubicBezTo>
                    <a:pt x="8250232" y="163628"/>
                    <a:pt x="8522474" y="210657"/>
                    <a:pt x="8729214" y="422939"/>
                  </a:cubicBezTo>
                  <a:cubicBezTo>
                    <a:pt x="8972901" y="673168"/>
                    <a:pt x="8985524" y="1019069"/>
                    <a:pt x="9002842" y="1192251"/>
                  </a:cubicBezTo>
                  <a:cubicBezTo>
                    <a:pt x="9136384" y="2527214"/>
                    <a:pt x="9057413" y="3873106"/>
                    <a:pt x="9077348" y="5214534"/>
                  </a:cubicBezTo>
                  <a:cubicBezTo>
                    <a:pt x="9081274" y="5478078"/>
                    <a:pt x="9088740" y="5744701"/>
                    <a:pt x="9031629" y="6002011"/>
                  </a:cubicBezTo>
                  <a:cubicBezTo>
                    <a:pt x="8974517" y="6259320"/>
                    <a:pt x="8844438" y="6511011"/>
                    <a:pt x="8626075" y="6658639"/>
                  </a:cubicBezTo>
                  <a:cubicBezTo>
                    <a:pt x="8373384" y="6829435"/>
                    <a:pt x="8048110" y="6836516"/>
                    <a:pt x="7743079" y="6837671"/>
                  </a:cubicBezTo>
                  <a:cubicBezTo>
                    <a:pt x="6228931" y="6843443"/>
                    <a:pt x="4714860" y="6849293"/>
                    <a:pt x="3200712" y="6855066"/>
                  </a:cubicBezTo>
                  <a:cubicBezTo>
                    <a:pt x="2635370" y="6857221"/>
                    <a:pt x="2069643" y="6859376"/>
                    <a:pt x="1505378" y="6824971"/>
                  </a:cubicBezTo>
                  <a:cubicBezTo>
                    <a:pt x="1173638" y="6804728"/>
                    <a:pt x="837435" y="6770707"/>
                    <a:pt x="528555" y="6647864"/>
                  </a:cubicBezTo>
                  <a:cubicBezTo>
                    <a:pt x="354758" y="6578744"/>
                    <a:pt x="184347" y="6474451"/>
                    <a:pt x="94677" y="6310275"/>
                  </a:cubicBezTo>
                  <a:cubicBezTo>
                    <a:pt x="3160" y="6142942"/>
                    <a:pt x="-149" y="5979997"/>
                    <a:pt x="4" y="5920038"/>
                  </a:cubicBezTo>
                  <a:cubicBezTo>
                    <a:pt x="9549" y="2159375"/>
                    <a:pt x="32024" y="1888827"/>
                    <a:pt x="76974" y="1347576"/>
                  </a:cubicBezTo>
                  <a:cubicBezTo>
                    <a:pt x="86134" y="1237278"/>
                    <a:pt x="107146" y="976736"/>
                    <a:pt x="274555" y="716732"/>
                  </a:cubicBezTo>
                  <a:cubicBezTo>
                    <a:pt x="274555" y="716732"/>
                    <a:pt x="429572" y="476125"/>
                    <a:pt x="709434" y="308485"/>
                  </a:cubicBezTo>
                  <a:cubicBezTo>
                    <a:pt x="1376915" y="-91296"/>
                    <a:pt x="3369892" y="52176"/>
                    <a:pt x="4721249" y="10304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图形 5" descr="8bb7805c-87c1-458f-9f68-0b5583fc382b">
              <a:extLst>
                <a:ext uri="{FF2B5EF4-FFF2-40B4-BE49-F238E27FC236}">
                  <a16:creationId xmlns:a16="http://schemas.microsoft.com/office/drawing/2014/main" id="{62F69796-2375-FDA8-1250-6503B6388817}"/>
                </a:ext>
              </a:extLst>
            </p:cNvPr>
            <p:cNvSpPr/>
            <p:nvPr/>
          </p:nvSpPr>
          <p:spPr>
            <a:xfrm>
              <a:off x="6252475" y="2940834"/>
              <a:ext cx="2171962" cy="2557759"/>
            </a:xfrm>
            <a:custGeom>
              <a:avLst/>
              <a:gdLst>
                <a:gd name="connsiteX0" fmla="*/ 4721249 w 9082714"/>
                <a:gd name="connsiteY0" fmla="*/ 10304 h 6856112"/>
                <a:gd name="connsiteX1" fmla="*/ 8136702 w 9082714"/>
                <a:gd name="connsiteY1" fmla="*/ 145848 h 6856112"/>
                <a:gd name="connsiteX2" fmla="*/ 8729214 w 9082714"/>
                <a:gd name="connsiteY2" fmla="*/ 422939 h 6856112"/>
                <a:gd name="connsiteX3" fmla="*/ 9002842 w 9082714"/>
                <a:gd name="connsiteY3" fmla="*/ 1192251 h 6856112"/>
                <a:gd name="connsiteX4" fmla="*/ 9077348 w 9082714"/>
                <a:gd name="connsiteY4" fmla="*/ 5214534 h 6856112"/>
                <a:gd name="connsiteX5" fmla="*/ 9031629 w 9082714"/>
                <a:gd name="connsiteY5" fmla="*/ 6002011 h 6856112"/>
                <a:gd name="connsiteX6" fmla="*/ 8626075 w 9082714"/>
                <a:gd name="connsiteY6" fmla="*/ 6658639 h 6856112"/>
                <a:gd name="connsiteX7" fmla="*/ 7743079 w 9082714"/>
                <a:gd name="connsiteY7" fmla="*/ 6837671 h 6856112"/>
                <a:gd name="connsiteX8" fmla="*/ 3200712 w 9082714"/>
                <a:gd name="connsiteY8" fmla="*/ 6855066 h 6856112"/>
                <a:gd name="connsiteX9" fmla="*/ 1505378 w 9082714"/>
                <a:gd name="connsiteY9" fmla="*/ 6824971 h 6856112"/>
                <a:gd name="connsiteX10" fmla="*/ 528555 w 9082714"/>
                <a:gd name="connsiteY10" fmla="*/ 6647864 h 6856112"/>
                <a:gd name="connsiteX11" fmla="*/ 94677 w 9082714"/>
                <a:gd name="connsiteY11" fmla="*/ 6310275 h 6856112"/>
                <a:gd name="connsiteX12" fmla="*/ 4 w 9082714"/>
                <a:gd name="connsiteY12" fmla="*/ 5920038 h 6856112"/>
                <a:gd name="connsiteX13" fmla="*/ 76974 w 9082714"/>
                <a:gd name="connsiteY13" fmla="*/ 1347576 h 6856112"/>
                <a:gd name="connsiteX14" fmla="*/ 274555 w 9082714"/>
                <a:gd name="connsiteY14" fmla="*/ 716732 h 6856112"/>
                <a:gd name="connsiteX15" fmla="*/ 709434 w 9082714"/>
                <a:gd name="connsiteY15" fmla="*/ 308485 h 6856112"/>
                <a:gd name="connsiteX16" fmla="*/ 4721249 w 9082714"/>
                <a:gd name="connsiteY16" fmla="*/ 10304 h 685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82714" h="6856112">
                  <a:moveTo>
                    <a:pt x="4721249" y="10304"/>
                  </a:moveTo>
                  <a:cubicBezTo>
                    <a:pt x="4721249" y="10304"/>
                    <a:pt x="6848691" y="-55582"/>
                    <a:pt x="8136702" y="145848"/>
                  </a:cubicBezTo>
                  <a:cubicBezTo>
                    <a:pt x="8250232" y="163628"/>
                    <a:pt x="8522474" y="210657"/>
                    <a:pt x="8729214" y="422939"/>
                  </a:cubicBezTo>
                  <a:cubicBezTo>
                    <a:pt x="8972901" y="673168"/>
                    <a:pt x="8985524" y="1019069"/>
                    <a:pt x="9002842" y="1192251"/>
                  </a:cubicBezTo>
                  <a:cubicBezTo>
                    <a:pt x="9136384" y="2527214"/>
                    <a:pt x="9057413" y="3873106"/>
                    <a:pt x="9077348" y="5214534"/>
                  </a:cubicBezTo>
                  <a:cubicBezTo>
                    <a:pt x="9081274" y="5478078"/>
                    <a:pt x="9088740" y="5744701"/>
                    <a:pt x="9031629" y="6002011"/>
                  </a:cubicBezTo>
                  <a:cubicBezTo>
                    <a:pt x="8974517" y="6259320"/>
                    <a:pt x="8844438" y="6511011"/>
                    <a:pt x="8626075" y="6658639"/>
                  </a:cubicBezTo>
                  <a:cubicBezTo>
                    <a:pt x="8373384" y="6829435"/>
                    <a:pt x="8048110" y="6836516"/>
                    <a:pt x="7743079" y="6837671"/>
                  </a:cubicBezTo>
                  <a:cubicBezTo>
                    <a:pt x="6228931" y="6843443"/>
                    <a:pt x="4714860" y="6849293"/>
                    <a:pt x="3200712" y="6855066"/>
                  </a:cubicBezTo>
                  <a:cubicBezTo>
                    <a:pt x="2635370" y="6857221"/>
                    <a:pt x="2069643" y="6859376"/>
                    <a:pt x="1505378" y="6824971"/>
                  </a:cubicBezTo>
                  <a:cubicBezTo>
                    <a:pt x="1173638" y="6804728"/>
                    <a:pt x="837435" y="6770707"/>
                    <a:pt x="528555" y="6647864"/>
                  </a:cubicBezTo>
                  <a:cubicBezTo>
                    <a:pt x="354758" y="6578744"/>
                    <a:pt x="184347" y="6474451"/>
                    <a:pt x="94677" y="6310275"/>
                  </a:cubicBezTo>
                  <a:cubicBezTo>
                    <a:pt x="3160" y="6142942"/>
                    <a:pt x="-149" y="5979997"/>
                    <a:pt x="4" y="5920038"/>
                  </a:cubicBezTo>
                  <a:cubicBezTo>
                    <a:pt x="9549" y="2159375"/>
                    <a:pt x="32024" y="1888827"/>
                    <a:pt x="76974" y="1347576"/>
                  </a:cubicBezTo>
                  <a:cubicBezTo>
                    <a:pt x="86134" y="1237278"/>
                    <a:pt x="107146" y="976736"/>
                    <a:pt x="274555" y="716732"/>
                  </a:cubicBezTo>
                  <a:cubicBezTo>
                    <a:pt x="274555" y="716732"/>
                    <a:pt x="429572" y="476125"/>
                    <a:pt x="709434" y="308485"/>
                  </a:cubicBezTo>
                  <a:cubicBezTo>
                    <a:pt x="1376915" y="-91296"/>
                    <a:pt x="3369892" y="52176"/>
                    <a:pt x="4721249" y="10304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 descr="4af95d5b-d572-45eb-9108-f21c742cb5bf">
              <a:extLst>
                <a:ext uri="{FF2B5EF4-FFF2-40B4-BE49-F238E27FC236}">
                  <a16:creationId xmlns:a16="http://schemas.microsoft.com/office/drawing/2014/main" id="{7A54F8C9-2542-78FA-FA87-034FD93361CC}"/>
                </a:ext>
              </a:extLst>
            </p:cNvPr>
            <p:cNvSpPr/>
            <p:nvPr/>
          </p:nvSpPr>
          <p:spPr>
            <a:xfrm>
              <a:off x="8531559" y="2921153"/>
              <a:ext cx="2241701" cy="2639887"/>
            </a:xfrm>
            <a:custGeom>
              <a:avLst/>
              <a:gdLst>
                <a:gd name="connsiteX0" fmla="*/ 4721249 w 9082714"/>
                <a:gd name="connsiteY0" fmla="*/ 10304 h 6856112"/>
                <a:gd name="connsiteX1" fmla="*/ 8136702 w 9082714"/>
                <a:gd name="connsiteY1" fmla="*/ 145848 h 6856112"/>
                <a:gd name="connsiteX2" fmla="*/ 8729214 w 9082714"/>
                <a:gd name="connsiteY2" fmla="*/ 422939 h 6856112"/>
                <a:gd name="connsiteX3" fmla="*/ 9002842 w 9082714"/>
                <a:gd name="connsiteY3" fmla="*/ 1192251 h 6856112"/>
                <a:gd name="connsiteX4" fmla="*/ 9077348 w 9082714"/>
                <a:gd name="connsiteY4" fmla="*/ 5214534 h 6856112"/>
                <a:gd name="connsiteX5" fmla="*/ 9031629 w 9082714"/>
                <a:gd name="connsiteY5" fmla="*/ 6002011 h 6856112"/>
                <a:gd name="connsiteX6" fmla="*/ 8626075 w 9082714"/>
                <a:gd name="connsiteY6" fmla="*/ 6658639 h 6856112"/>
                <a:gd name="connsiteX7" fmla="*/ 7743079 w 9082714"/>
                <a:gd name="connsiteY7" fmla="*/ 6837671 h 6856112"/>
                <a:gd name="connsiteX8" fmla="*/ 3200712 w 9082714"/>
                <a:gd name="connsiteY8" fmla="*/ 6855066 h 6856112"/>
                <a:gd name="connsiteX9" fmla="*/ 1505378 w 9082714"/>
                <a:gd name="connsiteY9" fmla="*/ 6824971 h 6856112"/>
                <a:gd name="connsiteX10" fmla="*/ 528555 w 9082714"/>
                <a:gd name="connsiteY10" fmla="*/ 6647864 h 6856112"/>
                <a:gd name="connsiteX11" fmla="*/ 94677 w 9082714"/>
                <a:gd name="connsiteY11" fmla="*/ 6310275 h 6856112"/>
                <a:gd name="connsiteX12" fmla="*/ 4 w 9082714"/>
                <a:gd name="connsiteY12" fmla="*/ 5920038 h 6856112"/>
                <a:gd name="connsiteX13" fmla="*/ 76974 w 9082714"/>
                <a:gd name="connsiteY13" fmla="*/ 1347576 h 6856112"/>
                <a:gd name="connsiteX14" fmla="*/ 274555 w 9082714"/>
                <a:gd name="connsiteY14" fmla="*/ 716732 h 6856112"/>
                <a:gd name="connsiteX15" fmla="*/ 709434 w 9082714"/>
                <a:gd name="connsiteY15" fmla="*/ 308485 h 6856112"/>
                <a:gd name="connsiteX16" fmla="*/ 4721249 w 9082714"/>
                <a:gd name="connsiteY16" fmla="*/ 10304 h 685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82714" h="6856112">
                  <a:moveTo>
                    <a:pt x="4721249" y="10304"/>
                  </a:moveTo>
                  <a:cubicBezTo>
                    <a:pt x="4721249" y="10304"/>
                    <a:pt x="6848691" y="-55582"/>
                    <a:pt x="8136702" y="145848"/>
                  </a:cubicBezTo>
                  <a:cubicBezTo>
                    <a:pt x="8250232" y="163628"/>
                    <a:pt x="8522474" y="210657"/>
                    <a:pt x="8729214" y="422939"/>
                  </a:cubicBezTo>
                  <a:cubicBezTo>
                    <a:pt x="8972901" y="673168"/>
                    <a:pt x="8985524" y="1019069"/>
                    <a:pt x="9002842" y="1192251"/>
                  </a:cubicBezTo>
                  <a:cubicBezTo>
                    <a:pt x="9136384" y="2527214"/>
                    <a:pt x="9057413" y="3873106"/>
                    <a:pt x="9077348" y="5214534"/>
                  </a:cubicBezTo>
                  <a:cubicBezTo>
                    <a:pt x="9081274" y="5478078"/>
                    <a:pt x="9088740" y="5744701"/>
                    <a:pt x="9031629" y="6002011"/>
                  </a:cubicBezTo>
                  <a:cubicBezTo>
                    <a:pt x="8974517" y="6259320"/>
                    <a:pt x="8844438" y="6511011"/>
                    <a:pt x="8626075" y="6658639"/>
                  </a:cubicBezTo>
                  <a:cubicBezTo>
                    <a:pt x="8373384" y="6829435"/>
                    <a:pt x="8048110" y="6836516"/>
                    <a:pt x="7743079" y="6837671"/>
                  </a:cubicBezTo>
                  <a:cubicBezTo>
                    <a:pt x="6228931" y="6843443"/>
                    <a:pt x="4714860" y="6849293"/>
                    <a:pt x="3200712" y="6855066"/>
                  </a:cubicBezTo>
                  <a:cubicBezTo>
                    <a:pt x="2635370" y="6857221"/>
                    <a:pt x="2069643" y="6859376"/>
                    <a:pt x="1505378" y="6824971"/>
                  </a:cubicBezTo>
                  <a:cubicBezTo>
                    <a:pt x="1173638" y="6804728"/>
                    <a:pt x="837435" y="6770707"/>
                    <a:pt x="528555" y="6647864"/>
                  </a:cubicBezTo>
                  <a:cubicBezTo>
                    <a:pt x="354758" y="6578744"/>
                    <a:pt x="184347" y="6474451"/>
                    <a:pt x="94677" y="6310275"/>
                  </a:cubicBezTo>
                  <a:cubicBezTo>
                    <a:pt x="3160" y="6142942"/>
                    <a:pt x="-149" y="5979997"/>
                    <a:pt x="4" y="5920038"/>
                  </a:cubicBezTo>
                  <a:cubicBezTo>
                    <a:pt x="9549" y="2159375"/>
                    <a:pt x="32024" y="1888827"/>
                    <a:pt x="76974" y="1347576"/>
                  </a:cubicBezTo>
                  <a:cubicBezTo>
                    <a:pt x="86134" y="1237278"/>
                    <a:pt x="107146" y="976736"/>
                    <a:pt x="274555" y="716732"/>
                  </a:cubicBezTo>
                  <a:cubicBezTo>
                    <a:pt x="274555" y="716732"/>
                    <a:pt x="429572" y="476125"/>
                    <a:pt x="709434" y="308485"/>
                  </a:cubicBezTo>
                  <a:cubicBezTo>
                    <a:pt x="1376915" y="-91296"/>
                    <a:pt x="3369892" y="52176"/>
                    <a:pt x="4721249" y="10304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 descr="bbc97bd6-887e-47ec-b840-cc0e7953b11c">
              <a:extLst>
                <a:ext uri="{FF2B5EF4-FFF2-40B4-BE49-F238E27FC236}">
                  <a16:creationId xmlns:a16="http://schemas.microsoft.com/office/drawing/2014/main" id="{BDA9D279-0E7D-7663-D8CA-E639CA076D90}"/>
                </a:ext>
              </a:extLst>
            </p:cNvPr>
            <p:cNvSpPr/>
            <p:nvPr/>
          </p:nvSpPr>
          <p:spPr>
            <a:xfrm>
              <a:off x="8553144" y="2940834"/>
              <a:ext cx="2171961" cy="2557758"/>
            </a:xfrm>
            <a:custGeom>
              <a:avLst/>
              <a:gdLst>
                <a:gd name="connsiteX0" fmla="*/ 4721249 w 9082714"/>
                <a:gd name="connsiteY0" fmla="*/ 10304 h 6856112"/>
                <a:gd name="connsiteX1" fmla="*/ 8136702 w 9082714"/>
                <a:gd name="connsiteY1" fmla="*/ 145848 h 6856112"/>
                <a:gd name="connsiteX2" fmla="*/ 8729214 w 9082714"/>
                <a:gd name="connsiteY2" fmla="*/ 422939 h 6856112"/>
                <a:gd name="connsiteX3" fmla="*/ 9002842 w 9082714"/>
                <a:gd name="connsiteY3" fmla="*/ 1192251 h 6856112"/>
                <a:gd name="connsiteX4" fmla="*/ 9077348 w 9082714"/>
                <a:gd name="connsiteY4" fmla="*/ 5214534 h 6856112"/>
                <a:gd name="connsiteX5" fmla="*/ 9031629 w 9082714"/>
                <a:gd name="connsiteY5" fmla="*/ 6002011 h 6856112"/>
                <a:gd name="connsiteX6" fmla="*/ 8626075 w 9082714"/>
                <a:gd name="connsiteY6" fmla="*/ 6658639 h 6856112"/>
                <a:gd name="connsiteX7" fmla="*/ 7743079 w 9082714"/>
                <a:gd name="connsiteY7" fmla="*/ 6837671 h 6856112"/>
                <a:gd name="connsiteX8" fmla="*/ 3200712 w 9082714"/>
                <a:gd name="connsiteY8" fmla="*/ 6855066 h 6856112"/>
                <a:gd name="connsiteX9" fmla="*/ 1505378 w 9082714"/>
                <a:gd name="connsiteY9" fmla="*/ 6824971 h 6856112"/>
                <a:gd name="connsiteX10" fmla="*/ 528555 w 9082714"/>
                <a:gd name="connsiteY10" fmla="*/ 6647864 h 6856112"/>
                <a:gd name="connsiteX11" fmla="*/ 94677 w 9082714"/>
                <a:gd name="connsiteY11" fmla="*/ 6310275 h 6856112"/>
                <a:gd name="connsiteX12" fmla="*/ 4 w 9082714"/>
                <a:gd name="connsiteY12" fmla="*/ 5920038 h 6856112"/>
                <a:gd name="connsiteX13" fmla="*/ 76974 w 9082714"/>
                <a:gd name="connsiteY13" fmla="*/ 1347576 h 6856112"/>
                <a:gd name="connsiteX14" fmla="*/ 274555 w 9082714"/>
                <a:gd name="connsiteY14" fmla="*/ 716732 h 6856112"/>
                <a:gd name="connsiteX15" fmla="*/ 709434 w 9082714"/>
                <a:gd name="connsiteY15" fmla="*/ 308485 h 6856112"/>
                <a:gd name="connsiteX16" fmla="*/ 4721249 w 9082714"/>
                <a:gd name="connsiteY16" fmla="*/ 10304 h 685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82714" h="6856112">
                  <a:moveTo>
                    <a:pt x="4721249" y="10304"/>
                  </a:moveTo>
                  <a:cubicBezTo>
                    <a:pt x="4721249" y="10304"/>
                    <a:pt x="6848691" y="-55582"/>
                    <a:pt x="8136702" y="145848"/>
                  </a:cubicBezTo>
                  <a:cubicBezTo>
                    <a:pt x="8250232" y="163628"/>
                    <a:pt x="8522474" y="210657"/>
                    <a:pt x="8729214" y="422939"/>
                  </a:cubicBezTo>
                  <a:cubicBezTo>
                    <a:pt x="8972901" y="673168"/>
                    <a:pt x="8985524" y="1019069"/>
                    <a:pt x="9002842" y="1192251"/>
                  </a:cubicBezTo>
                  <a:cubicBezTo>
                    <a:pt x="9136384" y="2527214"/>
                    <a:pt x="9057413" y="3873106"/>
                    <a:pt x="9077348" y="5214534"/>
                  </a:cubicBezTo>
                  <a:cubicBezTo>
                    <a:pt x="9081274" y="5478078"/>
                    <a:pt x="9088740" y="5744701"/>
                    <a:pt x="9031629" y="6002011"/>
                  </a:cubicBezTo>
                  <a:cubicBezTo>
                    <a:pt x="8974517" y="6259320"/>
                    <a:pt x="8844438" y="6511011"/>
                    <a:pt x="8626075" y="6658639"/>
                  </a:cubicBezTo>
                  <a:cubicBezTo>
                    <a:pt x="8373384" y="6829435"/>
                    <a:pt x="8048110" y="6836516"/>
                    <a:pt x="7743079" y="6837671"/>
                  </a:cubicBezTo>
                  <a:cubicBezTo>
                    <a:pt x="6228931" y="6843443"/>
                    <a:pt x="4714860" y="6849293"/>
                    <a:pt x="3200712" y="6855066"/>
                  </a:cubicBezTo>
                  <a:cubicBezTo>
                    <a:pt x="2635370" y="6857221"/>
                    <a:pt x="2069643" y="6859376"/>
                    <a:pt x="1505378" y="6824971"/>
                  </a:cubicBezTo>
                  <a:cubicBezTo>
                    <a:pt x="1173638" y="6804728"/>
                    <a:pt x="837435" y="6770707"/>
                    <a:pt x="528555" y="6647864"/>
                  </a:cubicBezTo>
                  <a:cubicBezTo>
                    <a:pt x="354758" y="6578744"/>
                    <a:pt x="184347" y="6474451"/>
                    <a:pt x="94677" y="6310275"/>
                  </a:cubicBezTo>
                  <a:cubicBezTo>
                    <a:pt x="3160" y="6142942"/>
                    <a:pt x="-149" y="5979997"/>
                    <a:pt x="4" y="5920038"/>
                  </a:cubicBezTo>
                  <a:cubicBezTo>
                    <a:pt x="9549" y="2159375"/>
                    <a:pt x="32024" y="1888827"/>
                    <a:pt x="76974" y="1347576"/>
                  </a:cubicBezTo>
                  <a:cubicBezTo>
                    <a:pt x="86134" y="1237278"/>
                    <a:pt x="107146" y="976736"/>
                    <a:pt x="274555" y="716732"/>
                  </a:cubicBezTo>
                  <a:cubicBezTo>
                    <a:pt x="274555" y="716732"/>
                    <a:pt x="429572" y="476125"/>
                    <a:pt x="709434" y="308485"/>
                  </a:cubicBezTo>
                  <a:cubicBezTo>
                    <a:pt x="1376915" y="-91296"/>
                    <a:pt x="3369892" y="52176"/>
                    <a:pt x="4721249" y="10304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" name="组合 8" descr="3f6aa169-3eb3-4333-9b2c-8ca96ac852c5">
              <a:extLst>
                <a:ext uri="{FF2B5EF4-FFF2-40B4-BE49-F238E27FC236}">
                  <a16:creationId xmlns:a16="http://schemas.microsoft.com/office/drawing/2014/main" id="{940C877B-9BF2-86A7-5AFC-4391EC57DC72}"/>
                </a:ext>
              </a:extLst>
            </p:cNvPr>
            <p:cNvGrpSpPr/>
            <p:nvPr/>
          </p:nvGrpSpPr>
          <p:grpSpPr>
            <a:xfrm>
              <a:off x="1670734" y="2619923"/>
              <a:ext cx="2088828" cy="2726532"/>
              <a:chOff x="1670735" y="2619923"/>
              <a:chExt cx="2088828" cy="2726532"/>
            </a:xfrm>
          </p:grpSpPr>
          <p:sp>
            <p:nvSpPr>
              <p:cNvPr id="35" name="Text1" descr="a45aa532-3d4a-4806-852a-dc288c225dc9">
                <a:extLst>
                  <a:ext uri="{FF2B5EF4-FFF2-40B4-BE49-F238E27FC236}">
                    <a16:creationId xmlns:a16="http://schemas.microsoft.com/office/drawing/2014/main" id="{791474E1-545F-5AB3-D184-F8B704078933}"/>
                  </a:ext>
                </a:extLst>
              </p:cNvPr>
              <p:cNvSpPr txBox="1"/>
              <p:nvPr/>
            </p:nvSpPr>
            <p:spPr>
              <a:xfrm>
                <a:off x="1670736" y="4199803"/>
                <a:ext cx="2088827" cy="114665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安东尼·冈萨雷斯为米格配音，他用充满活力的声线演绎了米格的勇敢和执着。</a:t>
                </a:r>
                <a:endParaRPr lang="en-US" dirty="0"/>
              </a:p>
            </p:txBody>
          </p:sp>
          <p:sp>
            <p:nvSpPr>
              <p:cNvPr id="36" name="Bullet1" descr="bb5eca62-7ea5-4792-b5be-1e89cb55e5b1">
                <a:extLst>
                  <a:ext uri="{FF2B5EF4-FFF2-40B4-BE49-F238E27FC236}">
                    <a16:creationId xmlns:a16="http://schemas.microsoft.com/office/drawing/2014/main" id="{4D30E244-02CA-1AE0-CBFD-F20E499340C2}"/>
                  </a:ext>
                </a:extLst>
              </p:cNvPr>
              <p:cNvSpPr txBox="1"/>
              <p:nvPr/>
            </p:nvSpPr>
            <p:spPr>
              <a:xfrm>
                <a:off x="1670735" y="3244903"/>
                <a:ext cx="2088825" cy="892453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安东尼·冈萨雷斯</a:t>
                </a:r>
                <a:endParaRPr lang="en-US" dirty="0"/>
              </a:p>
            </p:txBody>
          </p:sp>
          <p:sp>
            <p:nvSpPr>
              <p:cNvPr id="42" name="IconBackground1" descr="1dacec01-9e8b-4b65-bead-4ccc52ad3286">
                <a:extLst>
                  <a:ext uri="{FF2B5EF4-FFF2-40B4-BE49-F238E27FC236}">
                    <a16:creationId xmlns:a16="http://schemas.microsoft.com/office/drawing/2014/main" id="{07BD4216-C578-263F-620B-F2053EBCFF63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924354" y="2619923"/>
                <a:ext cx="660400" cy="602458"/>
              </a:xfrm>
              <a:custGeom>
                <a:avLst/>
                <a:gdLst>
                  <a:gd name="connsiteX0" fmla="*/ 1224244 w 3459897"/>
                  <a:gd name="connsiteY0" fmla="*/ 3350918 h 3352124"/>
                  <a:gd name="connsiteX1" fmla="*/ 824735 w 3459897"/>
                  <a:gd name="connsiteY1" fmla="*/ 3322228 h 3352124"/>
                  <a:gd name="connsiteX2" fmla="*/ 247955 w 3459897"/>
                  <a:gd name="connsiteY2" fmla="*/ 2870089 h 3352124"/>
                  <a:gd name="connsiteX3" fmla="*/ 106405 w 3459897"/>
                  <a:gd name="connsiteY3" fmla="*/ 2315603 h 3352124"/>
                  <a:gd name="connsiteX4" fmla="*/ 99121 w 3459897"/>
                  <a:gd name="connsiteY4" fmla="*/ 1844147 h 3352124"/>
                  <a:gd name="connsiteX5" fmla="*/ 72964 w 3459897"/>
                  <a:gd name="connsiteY5" fmla="*/ 1551355 h 3352124"/>
                  <a:gd name="connsiteX6" fmla="*/ 12544 w 3459897"/>
                  <a:gd name="connsiteY6" fmla="*/ 1362938 h 3352124"/>
                  <a:gd name="connsiteX7" fmla="*/ 105898 w 3459897"/>
                  <a:gd name="connsiteY7" fmla="*/ 857788 h 3352124"/>
                  <a:gd name="connsiteX8" fmla="*/ 269679 w 3459897"/>
                  <a:gd name="connsiteY8" fmla="*/ 574117 h 3352124"/>
                  <a:gd name="connsiteX9" fmla="*/ 714914 w 3459897"/>
                  <a:gd name="connsiteY9" fmla="*/ 325089 h 3352124"/>
                  <a:gd name="connsiteX10" fmla="*/ 1090673 w 3459897"/>
                  <a:gd name="connsiteY10" fmla="*/ 226542 h 3352124"/>
                  <a:gd name="connsiteX11" fmla="*/ 1587209 w 3459897"/>
                  <a:gd name="connsiteY11" fmla="*/ 67764 h 3352124"/>
                  <a:gd name="connsiteX12" fmla="*/ 1933644 w 3459897"/>
                  <a:gd name="connsiteY12" fmla="*/ 820 h 3352124"/>
                  <a:gd name="connsiteX13" fmla="*/ 2418400 w 3459897"/>
                  <a:gd name="connsiteY13" fmla="*/ 89994 h 3352124"/>
                  <a:gd name="connsiteX14" fmla="*/ 2983273 w 3459897"/>
                  <a:gd name="connsiteY14" fmla="*/ 413693 h 3352124"/>
                  <a:gd name="connsiteX15" fmla="*/ 3381262 w 3459897"/>
                  <a:gd name="connsiteY15" fmla="*/ 1066156 h 3352124"/>
                  <a:gd name="connsiteX16" fmla="*/ 3330911 w 3459897"/>
                  <a:gd name="connsiteY16" fmla="*/ 2246316 h 3352124"/>
                  <a:gd name="connsiteX17" fmla="*/ 2267476 w 3459897"/>
                  <a:gd name="connsiteY17" fmla="*/ 3211014 h 3352124"/>
                  <a:gd name="connsiteX18" fmla="*/ 1703806 w 3459897"/>
                  <a:gd name="connsiteY18" fmla="*/ 3319504 h 3352124"/>
                  <a:gd name="connsiteX19" fmla="*/ 1224244 w 3459897"/>
                  <a:gd name="connsiteY19" fmla="*/ 3350728 h 335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459897" h="3352124">
                    <a:moveTo>
                      <a:pt x="1224244" y="3350918"/>
                    </a:moveTo>
                    <a:cubicBezTo>
                      <a:pt x="1090103" y="3354148"/>
                      <a:pt x="956342" y="3352818"/>
                      <a:pt x="824735" y="3322228"/>
                    </a:cubicBezTo>
                    <a:cubicBezTo>
                      <a:pt x="562280" y="3261238"/>
                      <a:pt x="377219" y="3100370"/>
                      <a:pt x="247955" y="2870089"/>
                    </a:cubicBezTo>
                    <a:cubicBezTo>
                      <a:pt x="151498" y="2698265"/>
                      <a:pt x="108495" y="2512000"/>
                      <a:pt x="106405" y="2315603"/>
                    </a:cubicBezTo>
                    <a:cubicBezTo>
                      <a:pt x="104694" y="2158408"/>
                      <a:pt x="105011" y="2001151"/>
                      <a:pt x="99121" y="1844147"/>
                    </a:cubicBezTo>
                    <a:cubicBezTo>
                      <a:pt x="96461" y="1773656"/>
                      <a:pt x="101338" y="1676629"/>
                      <a:pt x="72964" y="1551355"/>
                    </a:cubicBezTo>
                    <a:cubicBezTo>
                      <a:pt x="48264" y="1442105"/>
                      <a:pt x="29517" y="1438431"/>
                      <a:pt x="12544" y="1362938"/>
                    </a:cubicBezTo>
                    <a:cubicBezTo>
                      <a:pt x="-29700" y="1174900"/>
                      <a:pt x="43197" y="1004406"/>
                      <a:pt x="105898" y="857788"/>
                    </a:cubicBezTo>
                    <a:cubicBezTo>
                      <a:pt x="155615" y="741571"/>
                      <a:pt x="187345" y="657844"/>
                      <a:pt x="269679" y="574117"/>
                    </a:cubicBezTo>
                    <a:cubicBezTo>
                      <a:pt x="393813" y="447956"/>
                      <a:pt x="548917" y="376706"/>
                      <a:pt x="714914" y="325089"/>
                    </a:cubicBezTo>
                    <a:cubicBezTo>
                      <a:pt x="838668" y="286645"/>
                      <a:pt x="965336" y="258905"/>
                      <a:pt x="1090673" y="226542"/>
                    </a:cubicBezTo>
                    <a:cubicBezTo>
                      <a:pt x="1259267" y="183031"/>
                      <a:pt x="1421211" y="119191"/>
                      <a:pt x="1587209" y="67764"/>
                    </a:cubicBezTo>
                    <a:cubicBezTo>
                      <a:pt x="1700196" y="32804"/>
                      <a:pt x="1814640" y="5760"/>
                      <a:pt x="1933644" y="820"/>
                    </a:cubicBezTo>
                    <a:cubicBezTo>
                      <a:pt x="2102112" y="-6146"/>
                      <a:pt x="2262156" y="31917"/>
                      <a:pt x="2418400" y="89994"/>
                    </a:cubicBezTo>
                    <a:cubicBezTo>
                      <a:pt x="2624551" y="166565"/>
                      <a:pt x="2817085" y="267392"/>
                      <a:pt x="2983273" y="413693"/>
                    </a:cubicBezTo>
                    <a:cubicBezTo>
                      <a:pt x="3183471" y="589887"/>
                      <a:pt x="3308048" y="812885"/>
                      <a:pt x="3381262" y="1066156"/>
                    </a:cubicBezTo>
                    <a:cubicBezTo>
                      <a:pt x="3496592" y="1464841"/>
                      <a:pt x="3489372" y="1860867"/>
                      <a:pt x="3330911" y="2246316"/>
                    </a:cubicBezTo>
                    <a:cubicBezTo>
                      <a:pt x="3130207" y="2734555"/>
                      <a:pt x="2772055" y="3055087"/>
                      <a:pt x="2267476" y="3211014"/>
                    </a:cubicBezTo>
                    <a:cubicBezTo>
                      <a:pt x="2083618" y="3267824"/>
                      <a:pt x="1894947" y="3299618"/>
                      <a:pt x="1703806" y="3319504"/>
                    </a:cubicBezTo>
                    <a:cubicBezTo>
                      <a:pt x="1544269" y="3336098"/>
                      <a:pt x="1384351" y="3344775"/>
                      <a:pt x="1224244" y="335072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Icon1" descr="9872aedd-c2c1-4031-8c41-5691cafd279b">
                <a:extLst>
                  <a:ext uri="{FF2B5EF4-FFF2-40B4-BE49-F238E27FC236}">
                    <a16:creationId xmlns:a16="http://schemas.microsoft.com/office/drawing/2014/main" id="{1E7680A6-937C-8364-C0C3-F7A2366F6FE2}"/>
                  </a:ext>
                </a:extLst>
              </p:cNvPr>
              <p:cNvSpPr/>
              <p:nvPr/>
            </p:nvSpPr>
            <p:spPr>
              <a:xfrm>
                <a:off x="3095271" y="2776347"/>
                <a:ext cx="313157" cy="289609"/>
              </a:xfrm>
              <a:custGeom>
                <a:avLst/>
                <a:gdLst>
                  <a:gd name="connsiteX0" fmla="*/ 307303 w 605085"/>
                  <a:gd name="connsiteY0" fmla="*/ 440470 h 559584"/>
                  <a:gd name="connsiteX1" fmla="*/ 325920 w 605085"/>
                  <a:gd name="connsiteY1" fmla="*/ 448113 h 559584"/>
                  <a:gd name="connsiteX2" fmla="*/ 325920 w 605085"/>
                  <a:gd name="connsiteY2" fmla="*/ 485127 h 559584"/>
                  <a:gd name="connsiteX3" fmla="*/ 288836 w 605085"/>
                  <a:gd name="connsiteY3" fmla="*/ 485127 h 559584"/>
                  <a:gd name="connsiteX4" fmla="*/ 288836 w 605085"/>
                  <a:gd name="connsiteY4" fmla="*/ 448113 h 559584"/>
                  <a:gd name="connsiteX5" fmla="*/ 307303 w 605085"/>
                  <a:gd name="connsiteY5" fmla="*/ 440470 h 559584"/>
                  <a:gd name="connsiteX6" fmla="*/ 307301 w 605085"/>
                  <a:gd name="connsiteY6" fmla="*/ 418902 h 559584"/>
                  <a:gd name="connsiteX7" fmla="*/ 273533 w 605085"/>
                  <a:gd name="connsiteY7" fmla="*/ 432985 h 559584"/>
                  <a:gd name="connsiteX8" fmla="*/ 273533 w 605085"/>
                  <a:gd name="connsiteY8" fmla="*/ 500405 h 559584"/>
                  <a:gd name="connsiteX9" fmla="*/ 307301 w 605085"/>
                  <a:gd name="connsiteY9" fmla="*/ 514338 h 559584"/>
                  <a:gd name="connsiteX10" fmla="*/ 341068 w 605085"/>
                  <a:gd name="connsiteY10" fmla="*/ 500405 h 559584"/>
                  <a:gd name="connsiteX11" fmla="*/ 341068 w 605085"/>
                  <a:gd name="connsiteY11" fmla="*/ 432985 h 559584"/>
                  <a:gd name="connsiteX12" fmla="*/ 307301 w 605085"/>
                  <a:gd name="connsiteY12" fmla="*/ 418902 h 559584"/>
                  <a:gd name="connsiteX13" fmla="*/ 188893 w 605085"/>
                  <a:gd name="connsiteY13" fmla="*/ 374420 h 559584"/>
                  <a:gd name="connsiteX14" fmla="*/ 207368 w 605085"/>
                  <a:gd name="connsiteY14" fmla="*/ 382063 h 559584"/>
                  <a:gd name="connsiteX15" fmla="*/ 215179 w 605085"/>
                  <a:gd name="connsiteY15" fmla="*/ 400645 h 559584"/>
                  <a:gd name="connsiteX16" fmla="*/ 207368 w 605085"/>
                  <a:gd name="connsiteY16" fmla="*/ 419077 h 559584"/>
                  <a:gd name="connsiteX17" fmla="*/ 170268 w 605085"/>
                  <a:gd name="connsiteY17" fmla="*/ 419077 h 559584"/>
                  <a:gd name="connsiteX18" fmla="*/ 162608 w 605085"/>
                  <a:gd name="connsiteY18" fmla="*/ 400645 h 559584"/>
                  <a:gd name="connsiteX19" fmla="*/ 170268 w 605085"/>
                  <a:gd name="connsiteY19" fmla="*/ 382063 h 559584"/>
                  <a:gd name="connsiteX20" fmla="*/ 188893 w 605085"/>
                  <a:gd name="connsiteY20" fmla="*/ 374420 h 559584"/>
                  <a:gd name="connsiteX21" fmla="*/ 426769 w 605085"/>
                  <a:gd name="connsiteY21" fmla="*/ 373503 h 559584"/>
                  <a:gd name="connsiteX22" fmla="*/ 445395 w 605085"/>
                  <a:gd name="connsiteY22" fmla="*/ 381145 h 559584"/>
                  <a:gd name="connsiteX23" fmla="*/ 453055 w 605085"/>
                  <a:gd name="connsiteY23" fmla="*/ 399724 h 559584"/>
                  <a:gd name="connsiteX24" fmla="*/ 445395 w 605085"/>
                  <a:gd name="connsiteY24" fmla="*/ 418302 h 559584"/>
                  <a:gd name="connsiteX25" fmla="*/ 408144 w 605085"/>
                  <a:gd name="connsiteY25" fmla="*/ 418302 h 559584"/>
                  <a:gd name="connsiteX26" fmla="*/ 400484 w 605085"/>
                  <a:gd name="connsiteY26" fmla="*/ 399724 h 559584"/>
                  <a:gd name="connsiteX27" fmla="*/ 408144 w 605085"/>
                  <a:gd name="connsiteY27" fmla="*/ 381145 h 559584"/>
                  <a:gd name="connsiteX28" fmla="*/ 426769 w 605085"/>
                  <a:gd name="connsiteY28" fmla="*/ 373503 h 559584"/>
                  <a:gd name="connsiteX29" fmla="*/ 188890 w 605085"/>
                  <a:gd name="connsiteY29" fmla="*/ 352830 h 559584"/>
                  <a:gd name="connsiteX30" fmla="*/ 155123 w 605085"/>
                  <a:gd name="connsiteY30" fmla="*/ 366764 h 559584"/>
                  <a:gd name="connsiteX31" fmla="*/ 141016 w 605085"/>
                  <a:gd name="connsiteY31" fmla="*/ 400623 h 559584"/>
                  <a:gd name="connsiteX32" fmla="*/ 155123 w 605085"/>
                  <a:gd name="connsiteY32" fmla="*/ 434333 h 559584"/>
                  <a:gd name="connsiteX33" fmla="*/ 188890 w 605085"/>
                  <a:gd name="connsiteY33" fmla="*/ 448267 h 559584"/>
                  <a:gd name="connsiteX34" fmla="*/ 222657 w 605085"/>
                  <a:gd name="connsiteY34" fmla="*/ 434333 h 559584"/>
                  <a:gd name="connsiteX35" fmla="*/ 236615 w 605085"/>
                  <a:gd name="connsiteY35" fmla="*/ 400623 h 559584"/>
                  <a:gd name="connsiteX36" fmla="*/ 222657 w 605085"/>
                  <a:gd name="connsiteY36" fmla="*/ 366764 h 559584"/>
                  <a:gd name="connsiteX37" fmla="*/ 188890 w 605085"/>
                  <a:gd name="connsiteY37" fmla="*/ 352830 h 559584"/>
                  <a:gd name="connsiteX38" fmla="*/ 426762 w 605085"/>
                  <a:gd name="connsiteY38" fmla="*/ 351931 h 559584"/>
                  <a:gd name="connsiteX39" fmla="*/ 392994 w 605085"/>
                  <a:gd name="connsiteY39" fmla="*/ 366015 h 559584"/>
                  <a:gd name="connsiteX40" fmla="*/ 379037 w 605085"/>
                  <a:gd name="connsiteY40" fmla="*/ 399724 h 559584"/>
                  <a:gd name="connsiteX41" fmla="*/ 392994 w 605085"/>
                  <a:gd name="connsiteY41" fmla="*/ 433434 h 559584"/>
                  <a:gd name="connsiteX42" fmla="*/ 426762 w 605085"/>
                  <a:gd name="connsiteY42" fmla="*/ 447368 h 559584"/>
                  <a:gd name="connsiteX43" fmla="*/ 460529 w 605085"/>
                  <a:gd name="connsiteY43" fmla="*/ 433434 h 559584"/>
                  <a:gd name="connsiteX44" fmla="*/ 474486 w 605085"/>
                  <a:gd name="connsiteY44" fmla="*/ 399724 h 559584"/>
                  <a:gd name="connsiteX45" fmla="*/ 460529 w 605085"/>
                  <a:gd name="connsiteY45" fmla="*/ 366015 h 559584"/>
                  <a:gd name="connsiteX46" fmla="*/ 426762 w 605085"/>
                  <a:gd name="connsiteY46" fmla="*/ 351931 h 559584"/>
                  <a:gd name="connsiteX47" fmla="*/ 494154 w 605085"/>
                  <a:gd name="connsiteY47" fmla="*/ 253965 h 559584"/>
                  <a:gd name="connsiteX48" fmla="*/ 512775 w 605085"/>
                  <a:gd name="connsiteY48" fmla="*/ 261607 h 559584"/>
                  <a:gd name="connsiteX49" fmla="*/ 512775 w 605085"/>
                  <a:gd name="connsiteY49" fmla="*/ 298764 h 559584"/>
                  <a:gd name="connsiteX50" fmla="*/ 475533 w 605085"/>
                  <a:gd name="connsiteY50" fmla="*/ 298764 h 559584"/>
                  <a:gd name="connsiteX51" fmla="*/ 467874 w 605085"/>
                  <a:gd name="connsiteY51" fmla="*/ 280186 h 559584"/>
                  <a:gd name="connsiteX52" fmla="*/ 475533 w 605085"/>
                  <a:gd name="connsiteY52" fmla="*/ 261607 h 559584"/>
                  <a:gd name="connsiteX53" fmla="*/ 494154 w 605085"/>
                  <a:gd name="connsiteY53" fmla="*/ 253965 h 559584"/>
                  <a:gd name="connsiteX54" fmla="*/ 119099 w 605085"/>
                  <a:gd name="connsiteY54" fmla="*/ 252483 h 559584"/>
                  <a:gd name="connsiteX55" fmla="*/ 137720 w 605085"/>
                  <a:gd name="connsiteY55" fmla="*/ 260125 h 559584"/>
                  <a:gd name="connsiteX56" fmla="*/ 137569 w 605085"/>
                  <a:gd name="connsiteY56" fmla="*/ 297282 h 559584"/>
                  <a:gd name="connsiteX57" fmla="*/ 100478 w 605085"/>
                  <a:gd name="connsiteY57" fmla="*/ 297282 h 559584"/>
                  <a:gd name="connsiteX58" fmla="*/ 92819 w 605085"/>
                  <a:gd name="connsiteY58" fmla="*/ 278704 h 559584"/>
                  <a:gd name="connsiteX59" fmla="*/ 100478 w 605085"/>
                  <a:gd name="connsiteY59" fmla="*/ 260125 h 559584"/>
                  <a:gd name="connsiteX60" fmla="*/ 119099 w 605085"/>
                  <a:gd name="connsiteY60" fmla="*/ 252483 h 559584"/>
                  <a:gd name="connsiteX61" fmla="*/ 494146 w 605085"/>
                  <a:gd name="connsiteY61" fmla="*/ 232524 h 559584"/>
                  <a:gd name="connsiteX62" fmla="*/ 460379 w 605085"/>
                  <a:gd name="connsiteY62" fmla="*/ 246457 h 559584"/>
                  <a:gd name="connsiteX63" fmla="*/ 446422 w 605085"/>
                  <a:gd name="connsiteY63" fmla="*/ 280167 h 559584"/>
                  <a:gd name="connsiteX64" fmla="*/ 460379 w 605085"/>
                  <a:gd name="connsiteY64" fmla="*/ 313877 h 559584"/>
                  <a:gd name="connsiteX65" fmla="*/ 494146 w 605085"/>
                  <a:gd name="connsiteY65" fmla="*/ 327810 h 559584"/>
                  <a:gd name="connsiteX66" fmla="*/ 527913 w 605085"/>
                  <a:gd name="connsiteY66" fmla="*/ 313877 h 559584"/>
                  <a:gd name="connsiteX67" fmla="*/ 527913 w 605085"/>
                  <a:gd name="connsiteY67" fmla="*/ 246457 h 559584"/>
                  <a:gd name="connsiteX68" fmla="*/ 494146 w 605085"/>
                  <a:gd name="connsiteY68" fmla="*/ 232524 h 559584"/>
                  <a:gd name="connsiteX69" fmla="*/ 119105 w 605085"/>
                  <a:gd name="connsiteY69" fmla="*/ 231025 h 559584"/>
                  <a:gd name="connsiteX70" fmla="*/ 85338 w 605085"/>
                  <a:gd name="connsiteY70" fmla="*/ 244959 h 559584"/>
                  <a:gd name="connsiteX71" fmla="*/ 71230 w 605085"/>
                  <a:gd name="connsiteY71" fmla="*/ 278669 h 559584"/>
                  <a:gd name="connsiteX72" fmla="*/ 85338 w 605085"/>
                  <a:gd name="connsiteY72" fmla="*/ 312378 h 559584"/>
                  <a:gd name="connsiteX73" fmla="*/ 119105 w 605085"/>
                  <a:gd name="connsiteY73" fmla="*/ 326312 h 559584"/>
                  <a:gd name="connsiteX74" fmla="*/ 152872 w 605085"/>
                  <a:gd name="connsiteY74" fmla="*/ 312378 h 559584"/>
                  <a:gd name="connsiteX75" fmla="*/ 152872 w 605085"/>
                  <a:gd name="connsiteY75" fmla="*/ 244959 h 559584"/>
                  <a:gd name="connsiteX76" fmla="*/ 119105 w 605085"/>
                  <a:gd name="connsiteY76" fmla="*/ 231025 h 559584"/>
                  <a:gd name="connsiteX77" fmla="*/ 194432 w 605085"/>
                  <a:gd name="connsiteY77" fmla="*/ 78398 h 559584"/>
                  <a:gd name="connsiteX78" fmla="*/ 221890 w 605085"/>
                  <a:gd name="connsiteY78" fmla="*/ 90821 h 559584"/>
                  <a:gd name="connsiteX79" fmla="*/ 228192 w 605085"/>
                  <a:gd name="connsiteY79" fmla="*/ 134077 h 559584"/>
                  <a:gd name="connsiteX80" fmla="*/ 212287 w 605085"/>
                  <a:gd name="connsiteY80" fmla="*/ 140213 h 559584"/>
                  <a:gd name="connsiteX81" fmla="*/ 184829 w 605085"/>
                  <a:gd name="connsiteY81" fmla="*/ 127790 h 559584"/>
                  <a:gd name="connsiteX82" fmla="*/ 178527 w 605085"/>
                  <a:gd name="connsiteY82" fmla="*/ 84535 h 559584"/>
                  <a:gd name="connsiteX83" fmla="*/ 194432 w 605085"/>
                  <a:gd name="connsiteY83" fmla="*/ 78398 h 559584"/>
                  <a:gd name="connsiteX84" fmla="*/ 194443 w 605085"/>
                  <a:gd name="connsiteY84" fmla="*/ 56932 h 559584"/>
                  <a:gd name="connsiteX85" fmla="*/ 163377 w 605085"/>
                  <a:gd name="connsiteY85" fmla="*/ 69368 h 559584"/>
                  <a:gd name="connsiteX86" fmla="*/ 169681 w 605085"/>
                  <a:gd name="connsiteY86" fmla="*/ 143080 h 559584"/>
                  <a:gd name="connsiteX87" fmla="*/ 212302 w 605085"/>
                  <a:gd name="connsiteY87" fmla="*/ 161658 h 559584"/>
                  <a:gd name="connsiteX88" fmla="*/ 243518 w 605085"/>
                  <a:gd name="connsiteY88" fmla="*/ 149372 h 559584"/>
                  <a:gd name="connsiteX89" fmla="*/ 237215 w 605085"/>
                  <a:gd name="connsiteY89" fmla="*/ 75660 h 559584"/>
                  <a:gd name="connsiteX90" fmla="*/ 194443 w 605085"/>
                  <a:gd name="connsiteY90" fmla="*/ 56932 h 559584"/>
                  <a:gd name="connsiteX91" fmla="*/ 184688 w 605085"/>
                  <a:gd name="connsiteY91" fmla="*/ 0 h 559584"/>
                  <a:gd name="connsiteX92" fmla="*/ 274284 w 605085"/>
                  <a:gd name="connsiteY92" fmla="*/ 37006 h 559584"/>
                  <a:gd name="connsiteX93" fmla="*/ 311203 w 605085"/>
                  <a:gd name="connsiteY93" fmla="*/ 121955 h 559584"/>
                  <a:gd name="connsiteX94" fmla="*/ 311353 w 605085"/>
                  <a:gd name="connsiteY94" fmla="*/ 123004 h 559584"/>
                  <a:gd name="connsiteX95" fmla="*/ 311203 w 605085"/>
                  <a:gd name="connsiteY95" fmla="*/ 124053 h 559584"/>
                  <a:gd name="connsiteX96" fmla="*/ 311053 w 605085"/>
                  <a:gd name="connsiteY96" fmla="*/ 128547 h 559584"/>
                  <a:gd name="connsiteX97" fmla="*/ 311203 w 605085"/>
                  <a:gd name="connsiteY97" fmla="*/ 131244 h 559584"/>
                  <a:gd name="connsiteX98" fmla="*/ 324409 w 605085"/>
                  <a:gd name="connsiteY98" fmla="*/ 165853 h 559584"/>
                  <a:gd name="connsiteX99" fmla="*/ 356226 w 605085"/>
                  <a:gd name="connsiteY99" fmla="*/ 179037 h 559584"/>
                  <a:gd name="connsiteX100" fmla="*/ 388042 w 605085"/>
                  <a:gd name="connsiteY100" fmla="*/ 165853 h 559584"/>
                  <a:gd name="connsiteX101" fmla="*/ 477637 w 605085"/>
                  <a:gd name="connsiteY101" fmla="*/ 128697 h 559584"/>
                  <a:gd name="connsiteX102" fmla="*/ 567383 w 605085"/>
                  <a:gd name="connsiteY102" fmla="*/ 165853 h 559584"/>
                  <a:gd name="connsiteX103" fmla="*/ 604302 w 605085"/>
                  <a:gd name="connsiteY103" fmla="*/ 249753 h 559584"/>
                  <a:gd name="connsiteX104" fmla="*/ 605052 w 605085"/>
                  <a:gd name="connsiteY104" fmla="*/ 252899 h 559584"/>
                  <a:gd name="connsiteX105" fmla="*/ 516357 w 605085"/>
                  <a:gd name="connsiteY105" fmla="*/ 471189 h 559584"/>
                  <a:gd name="connsiteX106" fmla="*/ 302348 w 605085"/>
                  <a:gd name="connsiteY106" fmla="*/ 559584 h 559584"/>
                  <a:gd name="connsiteX107" fmla="*/ 88489 w 605085"/>
                  <a:gd name="connsiteY107" fmla="*/ 471189 h 559584"/>
                  <a:gd name="connsiteX108" fmla="*/ 88339 w 605085"/>
                  <a:gd name="connsiteY108" fmla="*/ 44048 h 559584"/>
                  <a:gd name="connsiteX109" fmla="*/ 89239 w 605085"/>
                  <a:gd name="connsiteY109" fmla="*/ 43149 h 559584"/>
                  <a:gd name="connsiteX110" fmla="*/ 89840 w 605085"/>
                  <a:gd name="connsiteY110" fmla="*/ 42550 h 559584"/>
                  <a:gd name="connsiteX111" fmla="*/ 94792 w 605085"/>
                  <a:gd name="connsiteY111" fmla="*/ 37006 h 559584"/>
                  <a:gd name="connsiteX112" fmla="*/ 111451 w 605085"/>
                  <a:gd name="connsiteY112" fmla="*/ 23223 h 559584"/>
                  <a:gd name="connsiteX113" fmla="*/ 184688 w 605085"/>
                  <a:gd name="connsiteY113" fmla="*/ 0 h 559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</a:cxnLst>
                <a:rect l="l" t="t" r="r" b="b"/>
                <a:pathLst>
                  <a:path w="605085" h="559584">
                    <a:moveTo>
                      <a:pt x="307303" y="440470"/>
                    </a:moveTo>
                    <a:cubicBezTo>
                      <a:pt x="314359" y="440470"/>
                      <a:pt x="320965" y="443168"/>
                      <a:pt x="325920" y="448113"/>
                    </a:cubicBezTo>
                    <a:cubicBezTo>
                      <a:pt x="336129" y="458303"/>
                      <a:pt x="336129" y="474937"/>
                      <a:pt x="325920" y="485127"/>
                    </a:cubicBezTo>
                    <a:cubicBezTo>
                      <a:pt x="316011" y="495017"/>
                      <a:pt x="298745" y="495017"/>
                      <a:pt x="288836" y="485127"/>
                    </a:cubicBezTo>
                    <a:cubicBezTo>
                      <a:pt x="278477" y="474937"/>
                      <a:pt x="278477" y="458303"/>
                      <a:pt x="288836" y="448113"/>
                    </a:cubicBezTo>
                    <a:cubicBezTo>
                      <a:pt x="293791" y="443168"/>
                      <a:pt x="300397" y="440470"/>
                      <a:pt x="307303" y="440470"/>
                    </a:cubicBezTo>
                    <a:close/>
                    <a:moveTo>
                      <a:pt x="307301" y="418902"/>
                    </a:moveTo>
                    <a:cubicBezTo>
                      <a:pt x="294544" y="418902"/>
                      <a:pt x="282538" y="423846"/>
                      <a:pt x="273533" y="432985"/>
                    </a:cubicBezTo>
                    <a:cubicBezTo>
                      <a:pt x="254924" y="451563"/>
                      <a:pt x="254924" y="481827"/>
                      <a:pt x="273533" y="500405"/>
                    </a:cubicBezTo>
                    <a:cubicBezTo>
                      <a:pt x="282538" y="509394"/>
                      <a:pt x="294544" y="514338"/>
                      <a:pt x="307301" y="514338"/>
                    </a:cubicBezTo>
                    <a:cubicBezTo>
                      <a:pt x="320057" y="514338"/>
                      <a:pt x="332063" y="509394"/>
                      <a:pt x="341068" y="500405"/>
                    </a:cubicBezTo>
                    <a:cubicBezTo>
                      <a:pt x="359677" y="481827"/>
                      <a:pt x="359677" y="451563"/>
                      <a:pt x="341068" y="432985"/>
                    </a:cubicBezTo>
                    <a:cubicBezTo>
                      <a:pt x="332063" y="423846"/>
                      <a:pt x="320057" y="418902"/>
                      <a:pt x="307301" y="418902"/>
                    </a:cubicBezTo>
                    <a:close/>
                    <a:moveTo>
                      <a:pt x="188893" y="374420"/>
                    </a:moveTo>
                    <a:cubicBezTo>
                      <a:pt x="195803" y="374420"/>
                      <a:pt x="202412" y="377118"/>
                      <a:pt x="207368" y="382063"/>
                    </a:cubicBezTo>
                    <a:cubicBezTo>
                      <a:pt x="212325" y="387008"/>
                      <a:pt x="215179" y="393602"/>
                      <a:pt x="215179" y="400645"/>
                    </a:cubicBezTo>
                    <a:cubicBezTo>
                      <a:pt x="215179" y="407538"/>
                      <a:pt x="212325" y="414132"/>
                      <a:pt x="207368" y="419077"/>
                    </a:cubicBezTo>
                    <a:cubicBezTo>
                      <a:pt x="197455" y="428967"/>
                      <a:pt x="180182" y="428967"/>
                      <a:pt x="170268" y="419077"/>
                    </a:cubicBezTo>
                    <a:cubicBezTo>
                      <a:pt x="165312" y="414132"/>
                      <a:pt x="162608" y="407538"/>
                      <a:pt x="162608" y="400645"/>
                    </a:cubicBezTo>
                    <a:cubicBezTo>
                      <a:pt x="162608" y="393602"/>
                      <a:pt x="165312" y="387008"/>
                      <a:pt x="170268" y="382063"/>
                    </a:cubicBezTo>
                    <a:cubicBezTo>
                      <a:pt x="175225" y="377118"/>
                      <a:pt x="181834" y="374420"/>
                      <a:pt x="188893" y="374420"/>
                    </a:cubicBezTo>
                    <a:close/>
                    <a:moveTo>
                      <a:pt x="426769" y="373503"/>
                    </a:moveTo>
                    <a:cubicBezTo>
                      <a:pt x="433829" y="373503"/>
                      <a:pt x="440438" y="376200"/>
                      <a:pt x="445395" y="381145"/>
                    </a:cubicBezTo>
                    <a:cubicBezTo>
                      <a:pt x="450351" y="386089"/>
                      <a:pt x="453055" y="392682"/>
                      <a:pt x="453055" y="399724"/>
                    </a:cubicBezTo>
                    <a:cubicBezTo>
                      <a:pt x="453055" y="406766"/>
                      <a:pt x="450351" y="413208"/>
                      <a:pt x="445395" y="418302"/>
                    </a:cubicBezTo>
                    <a:cubicBezTo>
                      <a:pt x="435331" y="428191"/>
                      <a:pt x="418058" y="428191"/>
                      <a:pt x="408144" y="418302"/>
                    </a:cubicBezTo>
                    <a:cubicBezTo>
                      <a:pt x="403188" y="413208"/>
                      <a:pt x="400484" y="406766"/>
                      <a:pt x="400484" y="399724"/>
                    </a:cubicBezTo>
                    <a:cubicBezTo>
                      <a:pt x="400484" y="392682"/>
                      <a:pt x="403188" y="386089"/>
                      <a:pt x="408144" y="381145"/>
                    </a:cubicBezTo>
                    <a:cubicBezTo>
                      <a:pt x="413101" y="376200"/>
                      <a:pt x="419710" y="373503"/>
                      <a:pt x="426769" y="373503"/>
                    </a:cubicBezTo>
                    <a:close/>
                    <a:moveTo>
                      <a:pt x="188890" y="352830"/>
                    </a:moveTo>
                    <a:cubicBezTo>
                      <a:pt x="176134" y="352830"/>
                      <a:pt x="164128" y="357774"/>
                      <a:pt x="155123" y="366764"/>
                    </a:cubicBezTo>
                    <a:cubicBezTo>
                      <a:pt x="145968" y="375903"/>
                      <a:pt x="141016" y="387889"/>
                      <a:pt x="141016" y="400623"/>
                    </a:cubicBezTo>
                    <a:cubicBezTo>
                      <a:pt x="141016" y="413358"/>
                      <a:pt x="145968" y="425194"/>
                      <a:pt x="155123" y="434333"/>
                    </a:cubicBezTo>
                    <a:cubicBezTo>
                      <a:pt x="164128" y="443323"/>
                      <a:pt x="176134" y="448267"/>
                      <a:pt x="188890" y="448267"/>
                    </a:cubicBezTo>
                    <a:cubicBezTo>
                      <a:pt x="201647" y="448267"/>
                      <a:pt x="213503" y="443323"/>
                      <a:pt x="222657" y="434333"/>
                    </a:cubicBezTo>
                    <a:cubicBezTo>
                      <a:pt x="231662" y="425194"/>
                      <a:pt x="236615" y="413358"/>
                      <a:pt x="236615" y="400623"/>
                    </a:cubicBezTo>
                    <a:cubicBezTo>
                      <a:pt x="236615" y="387739"/>
                      <a:pt x="231662" y="375903"/>
                      <a:pt x="222657" y="366764"/>
                    </a:cubicBezTo>
                    <a:cubicBezTo>
                      <a:pt x="213653" y="357774"/>
                      <a:pt x="201647" y="352830"/>
                      <a:pt x="188890" y="352830"/>
                    </a:cubicBezTo>
                    <a:close/>
                    <a:moveTo>
                      <a:pt x="426762" y="351931"/>
                    </a:moveTo>
                    <a:cubicBezTo>
                      <a:pt x="414005" y="351931"/>
                      <a:pt x="401999" y="356875"/>
                      <a:pt x="392994" y="366015"/>
                    </a:cubicBezTo>
                    <a:cubicBezTo>
                      <a:pt x="383990" y="375004"/>
                      <a:pt x="379037" y="386990"/>
                      <a:pt x="379037" y="399724"/>
                    </a:cubicBezTo>
                    <a:cubicBezTo>
                      <a:pt x="379037" y="412459"/>
                      <a:pt x="383990" y="424445"/>
                      <a:pt x="392994" y="433434"/>
                    </a:cubicBezTo>
                    <a:cubicBezTo>
                      <a:pt x="401999" y="442424"/>
                      <a:pt x="414005" y="447368"/>
                      <a:pt x="426762" y="447368"/>
                    </a:cubicBezTo>
                    <a:cubicBezTo>
                      <a:pt x="439518" y="447368"/>
                      <a:pt x="451524" y="442424"/>
                      <a:pt x="460529" y="433434"/>
                    </a:cubicBezTo>
                    <a:cubicBezTo>
                      <a:pt x="469533" y="424445"/>
                      <a:pt x="474486" y="412459"/>
                      <a:pt x="474486" y="399724"/>
                    </a:cubicBezTo>
                    <a:cubicBezTo>
                      <a:pt x="474486" y="386990"/>
                      <a:pt x="469533" y="375004"/>
                      <a:pt x="460529" y="366015"/>
                    </a:cubicBezTo>
                    <a:cubicBezTo>
                      <a:pt x="451524" y="356875"/>
                      <a:pt x="439518" y="351931"/>
                      <a:pt x="426762" y="351931"/>
                    </a:cubicBezTo>
                    <a:close/>
                    <a:moveTo>
                      <a:pt x="494154" y="253965"/>
                    </a:moveTo>
                    <a:cubicBezTo>
                      <a:pt x="501212" y="253965"/>
                      <a:pt x="507819" y="256662"/>
                      <a:pt x="512775" y="261607"/>
                    </a:cubicBezTo>
                    <a:cubicBezTo>
                      <a:pt x="522986" y="271795"/>
                      <a:pt x="522986" y="288426"/>
                      <a:pt x="512775" y="298764"/>
                    </a:cubicBezTo>
                    <a:cubicBezTo>
                      <a:pt x="502863" y="308653"/>
                      <a:pt x="485594" y="308653"/>
                      <a:pt x="475533" y="298764"/>
                    </a:cubicBezTo>
                    <a:cubicBezTo>
                      <a:pt x="470577" y="293820"/>
                      <a:pt x="467874" y="287228"/>
                      <a:pt x="467874" y="280186"/>
                    </a:cubicBezTo>
                    <a:cubicBezTo>
                      <a:pt x="467874" y="273144"/>
                      <a:pt x="470577" y="266551"/>
                      <a:pt x="475533" y="261607"/>
                    </a:cubicBezTo>
                    <a:cubicBezTo>
                      <a:pt x="480638" y="256662"/>
                      <a:pt x="487246" y="253965"/>
                      <a:pt x="494154" y="253965"/>
                    </a:cubicBezTo>
                    <a:close/>
                    <a:moveTo>
                      <a:pt x="119099" y="252483"/>
                    </a:moveTo>
                    <a:cubicBezTo>
                      <a:pt x="126157" y="252483"/>
                      <a:pt x="132764" y="255180"/>
                      <a:pt x="137720" y="260125"/>
                    </a:cubicBezTo>
                    <a:cubicBezTo>
                      <a:pt x="147931" y="270463"/>
                      <a:pt x="147931" y="287094"/>
                      <a:pt x="137569" y="297282"/>
                    </a:cubicBezTo>
                    <a:cubicBezTo>
                      <a:pt x="127658" y="307171"/>
                      <a:pt x="110389" y="307171"/>
                      <a:pt x="100478" y="297282"/>
                    </a:cubicBezTo>
                    <a:cubicBezTo>
                      <a:pt x="95522" y="292338"/>
                      <a:pt x="92819" y="285746"/>
                      <a:pt x="92819" y="278704"/>
                    </a:cubicBezTo>
                    <a:cubicBezTo>
                      <a:pt x="92819" y="271662"/>
                      <a:pt x="95522" y="265219"/>
                      <a:pt x="100478" y="260125"/>
                    </a:cubicBezTo>
                    <a:cubicBezTo>
                      <a:pt x="105433" y="255180"/>
                      <a:pt x="112041" y="252483"/>
                      <a:pt x="119099" y="252483"/>
                    </a:cubicBezTo>
                    <a:close/>
                    <a:moveTo>
                      <a:pt x="494146" y="232524"/>
                    </a:moveTo>
                    <a:cubicBezTo>
                      <a:pt x="481389" y="232524"/>
                      <a:pt x="469383" y="237468"/>
                      <a:pt x="460379" y="246457"/>
                    </a:cubicBezTo>
                    <a:cubicBezTo>
                      <a:pt x="451374" y="255446"/>
                      <a:pt x="446422" y="267432"/>
                      <a:pt x="446422" y="280167"/>
                    </a:cubicBezTo>
                    <a:cubicBezTo>
                      <a:pt x="446422" y="292902"/>
                      <a:pt x="451374" y="304887"/>
                      <a:pt x="460379" y="313877"/>
                    </a:cubicBezTo>
                    <a:cubicBezTo>
                      <a:pt x="469383" y="322866"/>
                      <a:pt x="481389" y="327810"/>
                      <a:pt x="494146" y="327810"/>
                    </a:cubicBezTo>
                    <a:cubicBezTo>
                      <a:pt x="506902" y="327810"/>
                      <a:pt x="518909" y="322866"/>
                      <a:pt x="527913" y="313877"/>
                    </a:cubicBezTo>
                    <a:cubicBezTo>
                      <a:pt x="546523" y="295299"/>
                      <a:pt x="546523" y="265035"/>
                      <a:pt x="527913" y="246457"/>
                    </a:cubicBezTo>
                    <a:cubicBezTo>
                      <a:pt x="518909" y="237468"/>
                      <a:pt x="506902" y="232524"/>
                      <a:pt x="494146" y="232524"/>
                    </a:cubicBezTo>
                    <a:close/>
                    <a:moveTo>
                      <a:pt x="119105" y="231025"/>
                    </a:moveTo>
                    <a:cubicBezTo>
                      <a:pt x="106348" y="231025"/>
                      <a:pt x="94342" y="235969"/>
                      <a:pt x="85338" y="244959"/>
                    </a:cubicBezTo>
                    <a:cubicBezTo>
                      <a:pt x="76333" y="253948"/>
                      <a:pt x="71230" y="265934"/>
                      <a:pt x="71230" y="278669"/>
                    </a:cubicBezTo>
                    <a:cubicBezTo>
                      <a:pt x="71230" y="291403"/>
                      <a:pt x="76333" y="303389"/>
                      <a:pt x="85338" y="312378"/>
                    </a:cubicBezTo>
                    <a:cubicBezTo>
                      <a:pt x="94342" y="321368"/>
                      <a:pt x="106348" y="326312"/>
                      <a:pt x="119105" y="326312"/>
                    </a:cubicBezTo>
                    <a:cubicBezTo>
                      <a:pt x="131861" y="326312"/>
                      <a:pt x="143867" y="321368"/>
                      <a:pt x="152872" y="312378"/>
                    </a:cubicBezTo>
                    <a:cubicBezTo>
                      <a:pt x="171481" y="293801"/>
                      <a:pt x="171481" y="263537"/>
                      <a:pt x="152872" y="244959"/>
                    </a:cubicBezTo>
                    <a:cubicBezTo>
                      <a:pt x="143867" y="235969"/>
                      <a:pt x="131861" y="231025"/>
                      <a:pt x="119105" y="231025"/>
                    </a:cubicBezTo>
                    <a:close/>
                    <a:moveTo>
                      <a:pt x="194432" y="78398"/>
                    </a:moveTo>
                    <a:cubicBezTo>
                      <a:pt x="204035" y="78398"/>
                      <a:pt x="214088" y="82888"/>
                      <a:pt x="221890" y="90821"/>
                    </a:cubicBezTo>
                    <a:cubicBezTo>
                      <a:pt x="235694" y="104441"/>
                      <a:pt x="238395" y="123899"/>
                      <a:pt x="228192" y="134077"/>
                    </a:cubicBezTo>
                    <a:cubicBezTo>
                      <a:pt x="223240" y="139166"/>
                      <a:pt x="216789" y="140213"/>
                      <a:pt x="212287" y="140213"/>
                    </a:cubicBezTo>
                    <a:cubicBezTo>
                      <a:pt x="202684" y="140213"/>
                      <a:pt x="192631" y="135723"/>
                      <a:pt x="184829" y="127790"/>
                    </a:cubicBezTo>
                    <a:cubicBezTo>
                      <a:pt x="171175" y="114170"/>
                      <a:pt x="168324" y="94713"/>
                      <a:pt x="178527" y="84535"/>
                    </a:cubicBezTo>
                    <a:cubicBezTo>
                      <a:pt x="183479" y="79446"/>
                      <a:pt x="189930" y="78398"/>
                      <a:pt x="194432" y="78398"/>
                    </a:cubicBezTo>
                    <a:close/>
                    <a:moveTo>
                      <a:pt x="194443" y="56932"/>
                    </a:moveTo>
                    <a:cubicBezTo>
                      <a:pt x="182437" y="56932"/>
                      <a:pt x="171331" y="61277"/>
                      <a:pt x="163377" y="69368"/>
                    </a:cubicBezTo>
                    <a:cubicBezTo>
                      <a:pt x="144768" y="87946"/>
                      <a:pt x="147469" y="120906"/>
                      <a:pt x="169681" y="143080"/>
                    </a:cubicBezTo>
                    <a:cubicBezTo>
                      <a:pt x="181537" y="154916"/>
                      <a:pt x="196994" y="161658"/>
                      <a:pt x="212302" y="161658"/>
                    </a:cubicBezTo>
                    <a:cubicBezTo>
                      <a:pt x="224458" y="161658"/>
                      <a:pt x="235414" y="157313"/>
                      <a:pt x="243518" y="149372"/>
                    </a:cubicBezTo>
                    <a:cubicBezTo>
                      <a:pt x="262128" y="130795"/>
                      <a:pt x="259276" y="97684"/>
                      <a:pt x="237215" y="75660"/>
                    </a:cubicBezTo>
                    <a:cubicBezTo>
                      <a:pt x="225359" y="63824"/>
                      <a:pt x="209751" y="56932"/>
                      <a:pt x="194443" y="56932"/>
                    </a:cubicBezTo>
                    <a:close/>
                    <a:moveTo>
                      <a:pt x="184688" y="0"/>
                    </a:moveTo>
                    <a:cubicBezTo>
                      <a:pt x="218455" y="0"/>
                      <a:pt x="250272" y="13185"/>
                      <a:pt x="274284" y="37006"/>
                    </a:cubicBezTo>
                    <a:cubicBezTo>
                      <a:pt x="296945" y="59629"/>
                      <a:pt x="310002" y="89893"/>
                      <a:pt x="311203" y="121955"/>
                    </a:cubicBezTo>
                    <a:cubicBezTo>
                      <a:pt x="311203" y="122255"/>
                      <a:pt x="311203" y="122704"/>
                      <a:pt x="311353" y="123004"/>
                    </a:cubicBezTo>
                    <a:cubicBezTo>
                      <a:pt x="311353" y="123303"/>
                      <a:pt x="311353" y="123603"/>
                      <a:pt x="311203" y="124053"/>
                    </a:cubicBezTo>
                    <a:cubicBezTo>
                      <a:pt x="311203" y="125551"/>
                      <a:pt x="311203" y="127049"/>
                      <a:pt x="311053" y="128547"/>
                    </a:cubicBezTo>
                    <a:cubicBezTo>
                      <a:pt x="311203" y="129446"/>
                      <a:pt x="311353" y="130345"/>
                      <a:pt x="311203" y="131244"/>
                    </a:cubicBezTo>
                    <a:cubicBezTo>
                      <a:pt x="310452" y="144129"/>
                      <a:pt x="315255" y="156714"/>
                      <a:pt x="324409" y="165853"/>
                    </a:cubicBezTo>
                    <a:cubicBezTo>
                      <a:pt x="332814" y="174243"/>
                      <a:pt x="344219" y="179037"/>
                      <a:pt x="356226" y="179037"/>
                    </a:cubicBezTo>
                    <a:cubicBezTo>
                      <a:pt x="368232" y="179037"/>
                      <a:pt x="379487" y="174243"/>
                      <a:pt x="388042" y="165853"/>
                    </a:cubicBezTo>
                    <a:cubicBezTo>
                      <a:pt x="411904" y="141881"/>
                      <a:pt x="443870" y="128697"/>
                      <a:pt x="477637" y="128697"/>
                    </a:cubicBezTo>
                    <a:cubicBezTo>
                      <a:pt x="511555" y="128697"/>
                      <a:pt x="543371" y="141881"/>
                      <a:pt x="567383" y="165853"/>
                    </a:cubicBezTo>
                    <a:cubicBezTo>
                      <a:pt x="589895" y="188326"/>
                      <a:pt x="602951" y="217991"/>
                      <a:pt x="604302" y="249753"/>
                    </a:cubicBezTo>
                    <a:cubicBezTo>
                      <a:pt x="604752" y="250802"/>
                      <a:pt x="604902" y="251850"/>
                      <a:pt x="605052" y="252899"/>
                    </a:cubicBezTo>
                    <a:cubicBezTo>
                      <a:pt x="606253" y="335451"/>
                      <a:pt x="574737" y="412909"/>
                      <a:pt x="516357" y="471189"/>
                    </a:cubicBezTo>
                    <a:cubicBezTo>
                      <a:pt x="459178" y="528271"/>
                      <a:pt x="383239" y="559584"/>
                      <a:pt x="302348" y="559584"/>
                    </a:cubicBezTo>
                    <a:cubicBezTo>
                      <a:pt x="221607" y="559584"/>
                      <a:pt x="145668" y="528271"/>
                      <a:pt x="88489" y="471189"/>
                    </a:cubicBezTo>
                    <a:cubicBezTo>
                      <a:pt x="-29471" y="353430"/>
                      <a:pt x="-29471" y="161808"/>
                      <a:pt x="88339" y="44048"/>
                    </a:cubicBezTo>
                    <a:cubicBezTo>
                      <a:pt x="88639" y="43748"/>
                      <a:pt x="88939" y="43449"/>
                      <a:pt x="89239" y="43149"/>
                    </a:cubicBezTo>
                    <a:lnTo>
                      <a:pt x="89840" y="42550"/>
                    </a:lnTo>
                    <a:cubicBezTo>
                      <a:pt x="91491" y="40602"/>
                      <a:pt x="93141" y="38804"/>
                      <a:pt x="94792" y="37006"/>
                    </a:cubicBezTo>
                    <a:cubicBezTo>
                      <a:pt x="99595" y="32212"/>
                      <a:pt x="105148" y="27717"/>
                      <a:pt x="111451" y="23223"/>
                    </a:cubicBezTo>
                    <a:cubicBezTo>
                      <a:pt x="132912" y="8091"/>
                      <a:pt x="158275" y="0"/>
                      <a:pt x="1846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10" name="组合 9" descr="cc9600b0-8477-46b3-b828-29ad636a84cf">
              <a:extLst>
                <a:ext uri="{FF2B5EF4-FFF2-40B4-BE49-F238E27FC236}">
                  <a16:creationId xmlns:a16="http://schemas.microsoft.com/office/drawing/2014/main" id="{C90C98A1-8179-A2B9-5307-124AF00ECD69}"/>
                </a:ext>
              </a:extLst>
            </p:cNvPr>
            <p:cNvGrpSpPr/>
            <p:nvPr/>
          </p:nvGrpSpPr>
          <p:grpSpPr>
            <a:xfrm>
              <a:off x="3971402" y="2619923"/>
              <a:ext cx="2088827" cy="2726532"/>
              <a:chOff x="3971402" y="2619923"/>
              <a:chExt cx="2088827" cy="2726532"/>
            </a:xfrm>
          </p:grpSpPr>
          <p:sp>
            <p:nvSpPr>
              <p:cNvPr id="27" name="Text2" descr="70749ffb-d8ad-42a0-99e4-50382f9e04f5">
                <a:extLst>
                  <a:ext uri="{FF2B5EF4-FFF2-40B4-BE49-F238E27FC236}">
                    <a16:creationId xmlns:a16="http://schemas.microsoft.com/office/drawing/2014/main" id="{B8AB4427-C9BE-6560-3CD0-9D8C2F16D895}"/>
                  </a:ext>
                </a:extLst>
              </p:cNvPr>
              <p:cNvSpPr txBox="1"/>
              <p:nvPr/>
            </p:nvSpPr>
            <p:spPr>
              <a:xfrm>
                <a:off x="3971402" y="4199803"/>
                <a:ext cx="2088827" cy="114665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本杰明·布拉特为埃克托配音，他将埃克托的善良和乐观表现得淋漓尽致。</a:t>
                </a:r>
                <a:endParaRPr lang="en-US" dirty="0"/>
              </a:p>
            </p:txBody>
          </p:sp>
          <p:sp>
            <p:nvSpPr>
              <p:cNvPr id="28" name="Bullet2" descr="1ff3bb64-0523-4929-b68d-0790b8ac5e15">
                <a:extLst>
                  <a:ext uri="{FF2B5EF4-FFF2-40B4-BE49-F238E27FC236}">
                    <a16:creationId xmlns:a16="http://schemas.microsoft.com/office/drawing/2014/main" id="{5B9E91F3-C713-FBB1-7069-7CA7B7ACC3A5}"/>
                  </a:ext>
                </a:extLst>
              </p:cNvPr>
              <p:cNvSpPr txBox="1"/>
              <p:nvPr/>
            </p:nvSpPr>
            <p:spPr>
              <a:xfrm>
                <a:off x="3971402" y="3244903"/>
                <a:ext cx="2088825" cy="892453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本杰明·布拉特</a:t>
                </a:r>
                <a:endParaRPr lang="en-US" dirty="0"/>
              </a:p>
            </p:txBody>
          </p:sp>
          <p:sp>
            <p:nvSpPr>
              <p:cNvPr id="43" name="IconBackground2" descr="253014c1-f5d3-41ab-b9ec-75a0907a3a45">
                <a:extLst>
                  <a:ext uri="{FF2B5EF4-FFF2-40B4-BE49-F238E27FC236}">
                    <a16:creationId xmlns:a16="http://schemas.microsoft.com/office/drawing/2014/main" id="{C1348030-66CB-F1DB-E991-B43D4BB2721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25019" y="2619923"/>
                <a:ext cx="660400" cy="602458"/>
              </a:xfrm>
              <a:custGeom>
                <a:avLst/>
                <a:gdLst>
                  <a:gd name="connsiteX0" fmla="*/ 1224244 w 3459897"/>
                  <a:gd name="connsiteY0" fmla="*/ 3350918 h 3352124"/>
                  <a:gd name="connsiteX1" fmla="*/ 824735 w 3459897"/>
                  <a:gd name="connsiteY1" fmla="*/ 3322228 h 3352124"/>
                  <a:gd name="connsiteX2" fmla="*/ 247955 w 3459897"/>
                  <a:gd name="connsiteY2" fmla="*/ 2870089 h 3352124"/>
                  <a:gd name="connsiteX3" fmla="*/ 106405 w 3459897"/>
                  <a:gd name="connsiteY3" fmla="*/ 2315603 h 3352124"/>
                  <a:gd name="connsiteX4" fmla="*/ 99121 w 3459897"/>
                  <a:gd name="connsiteY4" fmla="*/ 1844147 h 3352124"/>
                  <a:gd name="connsiteX5" fmla="*/ 72964 w 3459897"/>
                  <a:gd name="connsiteY5" fmla="*/ 1551355 h 3352124"/>
                  <a:gd name="connsiteX6" fmla="*/ 12544 w 3459897"/>
                  <a:gd name="connsiteY6" fmla="*/ 1362938 h 3352124"/>
                  <a:gd name="connsiteX7" fmla="*/ 105898 w 3459897"/>
                  <a:gd name="connsiteY7" fmla="*/ 857788 h 3352124"/>
                  <a:gd name="connsiteX8" fmla="*/ 269679 w 3459897"/>
                  <a:gd name="connsiteY8" fmla="*/ 574117 h 3352124"/>
                  <a:gd name="connsiteX9" fmla="*/ 714914 w 3459897"/>
                  <a:gd name="connsiteY9" fmla="*/ 325089 h 3352124"/>
                  <a:gd name="connsiteX10" fmla="*/ 1090673 w 3459897"/>
                  <a:gd name="connsiteY10" fmla="*/ 226542 h 3352124"/>
                  <a:gd name="connsiteX11" fmla="*/ 1587209 w 3459897"/>
                  <a:gd name="connsiteY11" fmla="*/ 67764 h 3352124"/>
                  <a:gd name="connsiteX12" fmla="*/ 1933644 w 3459897"/>
                  <a:gd name="connsiteY12" fmla="*/ 820 h 3352124"/>
                  <a:gd name="connsiteX13" fmla="*/ 2418400 w 3459897"/>
                  <a:gd name="connsiteY13" fmla="*/ 89994 h 3352124"/>
                  <a:gd name="connsiteX14" fmla="*/ 2983273 w 3459897"/>
                  <a:gd name="connsiteY14" fmla="*/ 413693 h 3352124"/>
                  <a:gd name="connsiteX15" fmla="*/ 3381262 w 3459897"/>
                  <a:gd name="connsiteY15" fmla="*/ 1066156 h 3352124"/>
                  <a:gd name="connsiteX16" fmla="*/ 3330911 w 3459897"/>
                  <a:gd name="connsiteY16" fmla="*/ 2246316 h 3352124"/>
                  <a:gd name="connsiteX17" fmla="*/ 2267476 w 3459897"/>
                  <a:gd name="connsiteY17" fmla="*/ 3211014 h 3352124"/>
                  <a:gd name="connsiteX18" fmla="*/ 1703806 w 3459897"/>
                  <a:gd name="connsiteY18" fmla="*/ 3319504 h 3352124"/>
                  <a:gd name="connsiteX19" fmla="*/ 1224244 w 3459897"/>
                  <a:gd name="connsiteY19" fmla="*/ 3350728 h 335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459897" h="3352124">
                    <a:moveTo>
                      <a:pt x="1224244" y="3350918"/>
                    </a:moveTo>
                    <a:cubicBezTo>
                      <a:pt x="1090103" y="3354148"/>
                      <a:pt x="956342" y="3352818"/>
                      <a:pt x="824735" y="3322228"/>
                    </a:cubicBezTo>
                    <a:cubicBezTo>
                      <a:pt x="562280" y="3261238"/>
                      <a:pt x="377219" y="3100370"/>
                      <a:pt x="247955" y="2870089"/>
                    </a:cubicBezTo>
                    <a:cubicBezTo>
                      <a:pt x="151498" y="2698265"/>
                      <a:pt x="108495" y="2512000"/>
                      <a:pt x="106405" y="2315603"/>
                    </a:cubicBezTo>
                    <a:cubicBezTo>
                      <a:pt x="104694" y="2158408"/>
                      <a:pt x="105011" y="2001151"/>
                      <a:pt x="99121" y="1844147"/>
                    </a:cubicBezTo>
                    <a:cubicBezTo>
                      <a:pt x="96461" y="1773656"/>
                      <a:pt x="101338" y="1676629"/>
                      <a:pt x="72964" y="1551355"/>
                    </a:cubicBezTo>
                    <a:cubicBezTo>
                      <a:pt x="48264" y="1442105"/>
                      <a:pt x="29517" y="1438431"/>
                      <a:pt x="12544" y="1362938"/>
                    </a:cubicBezTo>
                    <a:cubicBezTo>
                      <a:pt x="-29700" y="1174900"/>
                      <a:pt x="43197" y="1004406"/>
                      <a:pt x="105898" y="857788"/>
                    </a:cubicBezTo>
                    <a:cubicBezTo>
                      <a:pt x="155615" y="741571"/>
                      <a:pt x="187345" y="657844"/>
                      <a:pt x="269679" y="574117"/>
                    </a:cubicBezTo>
                    <a:cubicBezTo>
                      <a:pt x="393813" y="447956"/>
                      <a:pt x="548917" y="376706"/>
                      <a:pt x="714914" y="325089"/>
                    </a:cubicBezTo>
                    <a:cubicBezTo>
                      <a:pt x="838668" y="286645"/>
                      <a:pt x="965336" y="258905"/>
                      <a:pt x="1090673" y="226542"/>
                    </a:cubicBezTo>
                    <a:cubicBezTo>
                      <a:pt x="1259267" y="183031"/>
                      <a:pt x="1421211" y="119191"/>
                      <a:pt x="1587209" y="67764"/>
                    </a:cubicBezTo>
                    <a:cubicBezTo>
                      <a:pt x="1700196" y="32804"/>
                      <a:pt x="1814640" y="5760"/>
                      <a:pt x="1933644" y="820"/>
                    </a:cubicBezTo>
                    <a:cubicBezTo>
                      <a:pt x="2102112" y="-6146"/>
                      <a:pt x="2262156" y="31917"/>
                      <a:pt x="2418400" y="89994"/>
                    </a:cubicBezTo>
                    <a:cubicBezTo>
                      <a:pt x="2624551" y="166565"/>
                      <a:pt x="2817085" y="267392"/>
                      <a:pt x="2983273" y="413693"/>
                    </a:cubicBezTo>
                    <a:cubicBezTo>
                      <a:pt x="3183471" y="589887"/>
                      <a:pt x="3308048" y="812885"/>
                      <a:pt x="3381262" y="1066156"/>
                    </a:cubicBezTo>
                    <a:cubicBezTo>
                      <a:pt x="3496592" y="1464841"/>
                      <a:pt x="3489372" y="1860867"/>
                      <a:pt x="3330911" y="2246316"/>
                    </a:cubicBezTo>
                    <a:cubicBezTo>
                      <a:pt x="3130207" y="2734555"/>
                      <a:pt x="2772055" y="3055087"/>
                      <a:pt x="2267476" y="3211014"/>
                    </a:cubicBezTo>
                    <a:cubicBezTo>
                      <a:pt x="2083618" y="3267824"/>
                      <a:pt x="1894947" y="3299618"/>
                      <a:pt x="1703806" y="3319504"/>
                    </a:cubicBezTo>
                    <a:cubicBezTo>
                      <a:pt x="1544269" y="3336098"/>
                      <a:pt x="1384351" y="3344775"/>
                      <a:pt x="1224244" y="33507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Icon2" descr="b54e6b9f-8a1a-457f-8503-478730cdb1e9">
                <a:extLst>
                  <a:ext uri="{FF2B5EF4-FFF2-40B4-BE49-F238E27FC236}">
                    <a16:creationId xmlns:a16="http://schemas.microsoft.com/office/drawing/2014/main" id="{5230175D-7211-A05D-AC87-1D1F290AE261}"/>
                  </a:ext>
                </a:extLst>
              </p:cNvPr>
              <p:cNvSpPr/>
              <p:nvPr/>
            </p:nvSpPr>
            <p:spPr>
              <a:xfrm>
                <a:off x="5409672" y="2773295"/>
                <a:ext cx="313157" cy="295714"/>
              </a:xfrm>
              <a:custGeom>
                <a:avLst/>
                <a:gdLst>
                  <a:gd name="T0" fmla="*/ 88862 h 440259"/>
                  <a:gd name="T1" fmla="*/ 88862 h 440259"/>
                  <a:gd name="T2" fmla="*/ 278945 h 440259"/>
                  <a:gd name="T3" fmla="*/ 278945 h 440259"/>
                  <a:gd name="T4" fmla="*/ 278945 h 440259"/>
                  <a:gd name="T5" fmla="*/ 278945 h 440259"/>
                  <a:gd name="T6" fmla="*/ 278945 h 440259"/>
                  <a:gd name="T7" fmla="*/ 278945 h 440259"/>
                  <a:gd name="T8" fmla="*/ 278945 h 440259"/>
                  <a:gd name="T9" fmla="*/ 278945 h 440259"/>
                  <a:gd name="T10" fmla="*/ 278945 h 440259"/>
                  <a:gd name="T11" fmla="*/ 278945 h 440259"/>
                  <a:gd name="T12" fmla="*/ 278945 h 440259"/>
                  <a:gd name="T13" fmla="*/ 278945 h 440259"/>
                  <a:gd name="T14" fmla="*/ 278945 h 440259"/>
                  <a:gd name="T15" fmla="*/ 278945 h 440259"/>
                  <a:gd name="T16" fmla="*/ 278945 h 440259"/>
                  <a:gd name="T17" fmla="*/ 278945 h 440259"/>
                  <a:gd name="T18" fmla="*/ 278945 h 440259"/>
                  <a:gd name="T19" fmla="*/ 278945 h 440259"/>
                  <a:gd name="T20" fmla="*/ 278945 h 440259"/>
                  <a:gd name="T21" fmla="*/ 278945 h 440259"/>
                  <a:gd name="T22" fmla="*/ 278945 h 440259"/>
                  <a:gd name="T23" fmla="*/ 278945 h 440259"/>
                  <a:gd name="T24" fmla="*/ 278945 h 440259"/>
                  <a:gd name="T25" fmla="*/ 278945 h 440259"/>
                  <a:gd name="T26" fmla="*/ 278945 h 440259"/>
                  <a:gd name="T27" fmla="*/ 278945 h 440259"/>
                  <a:gd name="T28" fmla="*/ 278945 h 440259"/>
                  <a:gd name="T29" fmla="*/ 278945 h 440259"/>
                  <a:gd name="T30" fmla="*/ 278945 h 440259"/>
                  <a:gd name="T31" fmla="*/ 278945 h 440259"/>
                  <a:gd name="T32" fmla="*/ 278945 h 440259"/>
                  <a:gd name="T33" fmla="*/ 278945 h 440259"/>
                  <a:gd name="T34" fmla="*/ 278945 h 440259"/>
                  <a:gd name="T35" fmla="*/ 278945 h 440259"/>
                  <a:gd name="T36" fmla="*/ 278945 h 440259"/>
                  <a:gd name="T37" fmla="*/ 278945 h 440259"/>
                  <a:gd name="T38" fmla="*/ 278945 h 440259"/>
                  <a:gd name="T39" fmla="*/ 278945 h 440259"/>
                  <a:gd name="T40" fmla="*/ 278945 h 440259"/>
                  <a:gd name="T41" fmla="*/ 278945 h 440259"/>
                  <a:gd name="T42" fmla="*/ 278945 h 440259"/>
                  <a:gd name="T43" fmla="*/ 278945 h 440259"/>
                  <a:gd name="T44" fmla="*/ 278945 h 440259"/>
                  <a:gd name="T45" fmla="*/ 278945 h 440259"/>
                  <a:gd name="T46" fmla="*/ 278945 h 440259"/>
                  <a:gd name="T47" fmla="*/ 278945 h 440259"/>
                  <a:gd name="T48" fmla="*/ 278945 h 440259"/>
                  <a:gd name="T49" fmla="*/ 278945 h 440259"/>
                  <a:gd name="T50" fmla="*/ 278945 h 440259"/>
                  <a:gd name="T51" fmla="*/ 278945 h 440259"/>
                  <a:gd name="T52" fmla="*/ 278945 h 440259"/>
                  <a:gd name="T53" fmla="*/ 278945 h 440259"/>
                  <a:gd name="T54" fmla="*/ 278945 h 440259"/>
                  <a:gd name="T55" fmla="*/ 278945 h 440259"/>
                  <a:gd name="T56" fmla="*/ 278945 h 440259"/>
                  <a:gd name="T57" fmla="*/ 278945 h 440259"/>
                  <a:gd name="T58" fmla="*/ 278945 h 440259"/>
                  <a:gd name="T59" fmla="*/ 278945 h 440259"/>
                  <a:gd name="T60" fmla="*/ 278945 h 440259"/>
                  <a:gd name="T61" fmla="*/ 278945 h 440259"/>
                  <a:gd name="T62" fmla="*/ 278945 h 440259"/>
                  <a:gd name="T63" fmla="*/ 278945 h 440259"/>
                  <a:gd name="T64" fmla="*/ 278945 h 440259"/>
                  <a:gd name="T65" fmla="*/ 278945 h 440259"/>
                  <a:gd name="T66" fmla="*/ 278945 h 440259"/>
                  <a:gd name="T67" fmla="*/ 278945 h 440259"/>
                  <a:gd name="T68" fmla="*/ 278945 h 440259"/>
                  <a:gd name="T69" fmla="*/ 278945 h 440259"/>
                  <a:gd name="T70" fmla="*/ 278945 h 440259"/>
                  <a:gd name="T71" fmla="*/ 278945 h 440259"/>
                  <a:gd name="T72" fmla="*/ 278945 h 440259"/>
                  <a:gd name="T73" fmla="*/ 278945 h 440259"/>
                  <a:gd name="T74" fmla="*/ 278945 h 440259"/>
                  <a:gd name="T75" fmla="*/ 278945 h 440259"/>
                  <a:gd name="T76" fmla="*/ 278945 h 440259"/>
                  <a:gd name="T77" fmla="*/ 278945 h 440259"/>
                  <a:gd name="T78" fmla="*/ 278945 h 440259"/>
                  <a:gd name="T79" fmla="*/ 278945 h 440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980" h="3764">
                    <a:moveTo>
                      <a:pt x="3484" y="818"/>
                    </a:moveTo>
                    <a:cubicBezTo>
                      <a:pt x="3484" y="818"/>
                      <a:pt x="3484" y="818"/>
                      <a:pt x="3484" y="818"/>
                    </a:cubicBezTo>
                    <a:cubicBezTo>
                      <a:pt x="3484" y="818"/>
                      <a:pt x="3484" y="818"/>
                      <a:pt x="3484" y="818"/>
                    </a:cubicBezTo>
                    <a:cubicBezTo>
                      <a:pt x="3339" y="815"/>
                      <a:pt x="3288" y="861"/>
                      <a:pt x="3161" y="899"/>
                    </a:cubicBezTo>
                    <a:cubicBezTo>
                      <a:pt x="3014" y="944"/>
                      <a:pt x="2864" y="834"/>
                      <a:pt x="2864" y="680"/>
                    </a:cubicBezTo>
                    <a:lnTo>
                      <a:pt x="2862" y="229"/>
                    </a:lnTo>
                    <a:cubicBezTo>
                      <a:pt x="2862" y="103"/>
                      <a:pt x="2760" y="0"/>
                      <a:pt x="2633" y="0"/>
                    </a:cubicBezTo>
                    <a:lnTo>
                      <a:pt x="229" y="0"/>
                    </a:lnTo>
                    <a:cubicBezTo>
                      <a:pt x="103" y="0"/>
                      <a:pt x="0" y="103"/>
                      <a:pt x="0" y="229"/>
                    </a:cubicBezTo>
                    <a:lnTo>
                      <a:pt x="0" y="945"/>
                    </a:lnTo>
                    <a:cubicBezTo>
                      <a:pt x="311" y="918"/>
                      <a:pt x="349" y="814"/>
                      <a:pt x="557" y="818"/>
                    </a:cubicBezTo>
                    <a:cubicBezTo>
                      <a:pt x="557" y="818"/>
                      <a:pt x="558" y="818"/>
                      <a:pt x="558" y="818"/>
                    </a:cubicBezTo>
                    <a:cubicBezTo>
                      <a:pt x="558" y="818"/>
                      <a:pt x="558" y="818"/>
                      <a:pt x="558" y="818"/>
                    </a:cubicBezTo>
                    <a:cubicBezTo>
                      <a:pt x="833" y="824"/>
                      <a:pt x="1054" y="1048"/>
                      <a:pt x="1053" y="1324"/>
                    </a:cubicBezTo>
                    <a:cubicBezTo>
                      <a:pt x="1054" y="1600"/>
                      <a:pt x="833" y="1825"/>
                      <a:pt x="558" y="1831"/>
                    </a:cubicBezTo>
                    <a:cubicBezTo>
                      <a:pt x="558" y="1831"/>
                      <a:pt x="558" y="1831"/>
                      <a:pt x="558" y="1831"/>
                    </a:cubicBezTo>
                    <a:cubicBezTo>
                      <a:pt x="558" y="1831"/>
                      <a:pt x="557" y="1831"/>
                      <a:pt x="557" y="1831"/>
                    </a:cubicBezTo>
                    <a:cubicBezTo>
                      <a:pt x="349" y="1835"/>
                      <a:pt x="310" y="1731"/>
                      <a:pt x="0" y="1703"/>
                    </a:cubicBezTo>
                    <a:lnTo>
                      <a:pt x="0" y="2419"/>
                    </a:lnTo>
                    <a:cubicBezTo>
                      <a:pt x="0" y="2546"/>
                      <a:pt x="103" y="2649"/>
                      <a:pt x="229" y="2649"/>
                    </a:cubicBezTo>
                    <a:lnTo>
                      <a:pt x="787" y="2649"/>
                    </a:lnTo>
                    <a:cubicBezTo>
                      <a:pt x="941" y="2649"/>
                      <a:pt x="1051" y="2798"/>
                      <a:pt x="1006" y="2945"/>
                    </a:cubicBezTo>
                    <a:cubicBezTo>
                      <a:pt x="968" y="3070"/>
                      <a:pt x="922" y="3124"/>
                      <a:pt x="925" y="3268"/>
                    </a:cubicBezTo>
                    <a:cubicBezTo>
                      <a:pt x="925" y="3268"/>
                      <a:pt x="925" y="3268"/>
                      <a:pt x="924" y="3268"/>
                    </a:cubicBezTo>
                    <a:cubicBezTo>
                      <a:pt x="925" y="3269"/>
                      <a:pt x="925" y="3269"/>
                      <a:pt x="925" y="3269"/>
                    </a:cubicBezTo>
                    <a:cubicBezTo>
                      <a:pt x="931" y="3543"/>
                      <a:pt x="1155" y="3764"/>
                      <a:pt x="1431" y="3764"/>
                    </a:cubicBezTo>
                    <a:cubicBezTo>
                      <a:pt x="1707" y="3764"/>
                      <a:pt x="1932" y="3543"/>
                      <a:pt x="1938" y="3269"/>
                    </a:cubicBezTo>
                    <a:cubicBezTo>
                      <a:pt x="1938" y="3269"/>
                      <a:pt x="1938" y="3269"/>
                      <a:pt x="1938" y="3268"/>
                    </a:cubicBezTo>
                    <a:cubicBezTo>
                      <a:pt x="1938" y="3268"/>
                      <a:pt x="1938" y="3268"/>
                      <a:pt x="1938" y="3268"/>
                    </a:cubicBezTo>
                    <a:cubicBezTo>
                      <a:pt x="1940" y="3123"/>
                      <a:pt x="1894" y="3070"/>
                      <a:pt x="1856" y="2945"/>
                    </a:cubicBezTo>
                    <a:cubicBezTo>
                      <a:pt x="1811" y="2798"/>
                      <a:pt x="1921" y="2649"/>
                      <a:pt x="2075" y="2649"/>
                    </a:cubicBezTo>
                    <a:lnTo>
                      <a:pt x="2633" y="2649"/>
                    </a:lnTo>
                    <a:cubicBezTo>
                      <a:pt x="2760" y="2649"/>
                      <a:pt x="2862" y="2546"/>
                      <a:pt x="2862" y="2419"/>
                    </a:cubicBezTo>
                    <a:lnTo>
                      <a:pt x="2864" y="1968"/>
                    </a:lnTo>
                    <a:cubicBezTo>
                      <a:pt x="2864" y="1814"/>
                      <a:pt x="3014" y="1704"/>
                      <a:pt x="3161" y="1749"/>
                    </a:cubicBezTo>
                    <a:cubicBezTo>
                      <a:pt x="3286" y="1787"/>
                      <a:pt x="3339" y="1833"/>
                      <a:pt x="3484" y="1831"/>
                    </a:cubicBezTo>
                    <a:cubicBezTo>
                      <a:pt x="3484" y="1831"/>
                      <a:pt x="3484" y="1831"/>
                      <a:pt x="3484" y="1831"/>
                    </a:cubicBezTo>
                    <a:cubicBezTo>
                      <a:pt x="3484" y="1831"/>
                      <a:pt x="3484" y="1831"/>
                      <a:pt x="3484" y="1831"/>
                    </a:cubicBezTo>
                    <a:cubicBezTo>
                      <a:pt x="3759" y="1825"/>
                      <a:pt x="3980" y="1600"/>
                      <a:pt x="3980" y="1324"/>
                    </a:cubicBezTo>
                    <a:cubicBezTo>
                      <a:pt x="3980" y="1048"/>
                      <a:pt x="3759" y="824"/>
                      <a:pt x="3484" y="8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13" name="组合 12" descr="a8696d76-21b7-4ab5-8bdc-4ea6584cb197">
              <a:extLst>
                <a:ext uri="{FF2B5EF4-FFF2-40B4-BE49-F238E27FC236}">
                  <a16:creationId xmlns:a16="http://schemas.microsoft.com/office/drawing/2014/main" id="{1F0689CC-8CA2-7BC1-0D76-1122ED2D91E5}"/>
                </a:ext>
              </a:extLst>
            </p:cNvPr>
            <p:cNvGrpSpPr/>
            <p:nvPr/>
          </p:nvGrpSpPr>
          <p:grpSpPr>
            <a:xfrm>
              <a:off x="6272067" y="2619923"/>
              <a:ext cx="2088828" cy="2726532"/>
              <a:chOff x="6272067" y="2619923"/>
              <a:chExt cx="2088828" cy="2726532"/>
            </a:xfrm>
          </p:grpSpPr>
          <p:sp>
            <p:nvSpPr>
              <p:cNvPr id="19" name="Text3" descr="a6f7a097-d424-4128-a199-4cda9a3160f2">
                <a:extLst>
                  <a:ext uri="{FF2B5EF4-FFF2-40B4-BE49-F238E27FC236}">
                    <a16:creationId xmlns:a16="http://schemas.microsoft.com/office/drawing/2014/main" id="{8BEA49A2-35E8-8912-2700-4051E67336AA}"/>
                  </a:ext>
                </a:extLst>
              </p:cNvPr>
              <p:cNvSpPr txBox="1"/>
              <p:nvPr/>
            </p:nvSpPr>
            <p:spPr>
              <a:xfrm>
                <a:off x="6272068" y="4199803"/>
                <a:ext cx="2088827" cy="114665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盖尔·加西亚·贝纳尔为德拉库斯配音，他成功塑造了这个阴险狡诈的角色形象。</a:t>
                </a:r>
                <a:endParaRPr lang="en-US" dirty="0"/>
              </a:p>
            </p:txBody>
          </p:sp>
          <p:sp>
            <p:nvSpPr>
              <p:cNvPr id="20" name="Bullet3" descr="e35608de-5366-4f47-8d21-3b121b7e3a98">
                <a:extLst>
                  <a:ext uri="{FF2B5EF4-FFF2-40B4-BE49-F238E27FC236}">
                    <a16:creationId xmlns:a16="http://schemas.microsoft.com/office/drawing/2014/main" id="{34123D4E-5D43-521D-DFF9-11FEF0507F78}"/>
                  </a:ext>
                </a:extLst>
              </p:cNvPr>
              <p:cNvSpPr txBox="1"/>
              <p:nvPr/>
            </p:nvSpPr>
            <p:spPr>
              <a:xfrm>
                <a:off x="6272067" y="3244903"/>
                <a:ext cx="2088825" cy="892453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盖尔·加西亚·贝纳尔</a:t>
                </a:r>
                <a:endParaRPr lang="en-US" dirty="0"/>
              </a:p>
            </p:txBody>
          </p:sp>
          <p:sp>
            <p:nvSpPr>
              <p:cNvPr id="44" name="IconBackground3" descr="1964e76b-be71-453f-9d29-c86bb147b08f">
                <a:extLst>
                  <a:ext uri="{FF2B5EF4-FFF2-40B4-BE49-F238E27FC236}">
                    <a16:creationId xmlns:a16="http://schemas.microsoft.com/office/drawing/2014/main" id="{87591B80-ED65-A99C-EB79-39A25868D4E5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525685" y="2619923"/>
                <a:ext cx="660400" cy="602458"/>
              </a:xfrm>
              <a:custGeom>
                <a:avLst/>
                <a:gdLst>
                  <a:gd name="connsiteX0" fmla="*/ 1224244 w 3459897"/>
                  <a:gd name="connsiteY0" fmla="*/ 3350918 h 3352124"/>
                  <a:gd name="connsiteX1" fmla="*/ 824735 w 3459897"/>
                  <a:gd name="connsiteY1" fmla="*/ 3322228 h 3352124"/>
                  <a:gd name="connsiteX2" fmla="*/ 247955 w 3459897"/>
                  <a:gd name="connsiteY2" fmla="*/ 2870089 h 3352124"/>
                  <a:gd name="connsiteX3" fmla="*/ 106405 w 3459897"/>
                  <a:gd name="connsiteY3" fmla="*/ 2315603 h 3352124"/>
                  <a:gd name="connsiteX4" fmla="*/ 99121 w 3459897"/>
                  <a:gd name="connsiteY4" fmla="*/ 1844147 h 3352124"/>
                  <a:gd name="connsiteX5" fmla="*/ 72964 w 3459897"/>
                  <a:gd name="connsiteY5" fmla="*/ 1551355 h 3352124"/>
                  <a:gd name="connsiteX6" fmla="*/ 12544 w 3459897"/>
                  <a:gd name="connsiteY6" fmla="*/ 1362938 h 3352124"/>
                  <a:gd name="connsiteX7" fmla="*/ 105898 w 3459897"/>
                  <a:gd name="connsiteY7" fmla="*/ 857788 h 3352124"/>
                  <a:gd name="connsiteX8" fmla="*/ 269679 w 3459897"/>
                  <a:gd name="connsiteY8" fmla="*/ 574117 h 3352124"/>
                  <a:gd name="connsiteX9" fmla="*/ 714914 w 3459897"/>
                  <a:gd name="connsiteY9" fmla="*/ 325089 h 3352124"/>
                  <a:gd name="connsiteX10" fmla="*/ 1090673 w 3459897"/>
                  <a:gd name="connsiteY10" fmla="*/ 226542 h 3352124"/>
                  <a:gd name="connsiteX11" fmla="*/ 1587209 w 3459897"/>
                  <a:gd name="connsiteY11" fmla="*/ 67764 h 3352124"/>
                  <a:gd name="connsiteX12" fmla="*/ 1933644 w 3459897"/>
                  <a:gd name="connsiteY12" fmla="*/ 820 h 3352124"/>
                  <a:gd name="connsiteX13" fmla="*/ 2418400 w 3459897"/>
                  <a:gd name="connsiteY13" fmla="*/ 89994 h 3352124"/>
                  <a:gd name="connsiteX14" fmla="*/ 2983273 w 3459897"/>
                  <a:gd name="connsiteY14" fmla="*/ 413693 h 3352124"/>
                  <a:gd name="connsiteX15" fmla="*/ 3381262 w 3459897"/>
                  <a:gd name="connsiteY15" fmla="*/ 1066156 h 3352124"/>
                  <a:gd name="connsiteX16" fmla="*/ 3330911 w 3459897"/>
                  <a:gd name="connsiteY16" fmla="*/ 2246316 h 3352124"/>
                  <a:gd name="connsiteX17" fmla="*/ 2267476 w 3459897"/>
                  <a:gd name="connsiteY17" fmla="*/ 3211014 h 3352124"/>
                  <a:gd name="connsiteX18" fmla="*/ 1703806 w 3459897"/>
                  <a:gd name="connsiteY18" fmla="*/ 3319504 h 3352124"/>
                  <a:gd name="connsiteX19" fmla="*/ 1224244 w 3459897"/>
                  <a:gd name="connsiteY19" fmla="*/ 3350728 h 335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459897" h="3352124">
                    <a:moveTo>
                      <a:pt x="1224244" y="3350918"/>
                    </a:moveTo>
                    <a:cubicBezTo>
                      <a:pt x="1090103" y="3354148"/>
                      <a:pt x="956342" y="3352818"/>
                      <a:pt x="824735" y="3322228"/>
                    </a:cubicBezTo>
                    <a:cubicBezTo>
                      <a:pt x="562280" y="3261238"/>
                      <a:pt x="377219" y="3100370"/>
                      <a:pt x="247955" y="2870089"/>
                    </a:cubicBezTo>
                    <a:cubicBezTo>
                      <a:pt x="151498" y="2698265"/>
                      <a:pt x="108495" y="2512000"/>
                      <a:pt x="106405" y="2315603"/>
                    </a:cubicBezTo>
                    <a:cubicBezTo>
                      <a:pt x="104694" y="2158408"/>
                      <a:pt x="105011" y="2001151"/>
                      <a:pt x="99121" y="1844147"/>
                    </a:cubicBezTo>
                    <a:cubicBezTo>
                      <a:pt x="96461" y="1773656"/>
                      <a:pt x="101338" y="1676629"/>
                      <a:pt x="72964" y="1551355"/>
                    </a:cubicBezTo>
                    <a:cubicBezTo>
                      <a:pt x="48264" y="1442105"/>
                      <a:pt x="29517" y="1438431"/>
                      <a:pt x="12544" y="1362938"/>
                    </a:cubicBezTo>
                    <a:cubicBezTo>
                      <a:pt x="-29700" y="1174900"/>
                      <a:pt x="43197" y="1004406"/>
                      <a:pt x="105898" y="857788"/>
                    </a:cubicBezTo>
                    <a:cubicBezTo>
                      <a:pt x="155615" y="741571"/>
                      <a:pt x="187345" y="657844"/>
                      <a:pt x="269679" y="574117"/>
                    </a:cubicBezTo>
                    <a:cubicBezTo>
                      <a:pt x="393813" y="447956"/>
                      <a:pt x="548917" y="376706"/>
                      <a:pt x="714914" y="325089"/>
                    </a:cubicBezTo>
                    <a:cubicBezTo>
                      <a:pt x="838668" y="286645"/>
                      <a:pt x="965336" y="258905"/>
                      <a:pt x="1090673" y="226542"/>
                    </a:cubicBezTo>
                    <a:cubicBezTo>
                      <a:pt x="1259267" y="183031"/>
                      <a:pt x="1421211" y="119191"/>
                      <a:pt x="1587209" y="67764"/>
                    </a:cubicBezTo>
                    <a:cubicBezTo>
                      <a:pt x="1700196" y="32804"/>
                      <a:pt x="1814640" y="5760"/>
                      <a:pt x="1933644" y="820"/>
                    </a:cubicBezTo>
                    <a:cubicBezTo>
                      <a:pt x="2102112" y="-6146"/>
                      <a:pt x="2262156" y="31917"/>
                      <a:pt x="2418400" y="89994"/>
                    </a:cubicBezTo>
                    <a:cubicBezTo>
                      <a:pt x="2624551" y="166565"/>
                      <a:pt x="2817085" y="267392"/>
                      <a:pt x="2983273" y="413693"/>
                    </a:cubicBezTo>
                    <a:cubicBezTo>
                      <a:pt x="3183471" y="589887"/>
                      <a:pt x="3308048" y="812885"/>
                      <a:pt x="3381262" y="1066156"/>
                    </a:cubicBezTo>
                    <a:cubicBezTo>
                      <a:pt x="3496592" y="1464841"/>
                      <a:pt x="3489372" y="1860867"/>
                      <a:pt x="3330911" y="2246316"/>
                    </a:cubicBezTo>
                    <a:cubicBezTo>
                      <a:pt x="3130207" y="2734555"/>
                      <a:pt x="2772055" y="3055087"/>
                      <a:pt x="2267476" y="3211014"/>
                    </a:cubicBezTo>
                    <a:cubicBezTo>
                      <a:pt x="2083618" y="3267824"/>
                      <a:pt x="1894947" y="3299618"/>
                      <a:pt x="1703806" y="3319504"/>
                    </a:cubicBezTo>
                    <a:cubicBezTo>
                      <a:pt x="1544269" y="3336098"/>
                      <a:pt x="1384351" y="3344775"/>
                      <a:pt x="1224244" y="335072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Icon3" descr="72a14cf8-89e5-4928-a008-760eb639209f">
                <a:extLst>
                  <a:ext uri="{FF2B5EF4-FFF2-40B4-BE49-F238E27FC236}">
                    <a16:creationId xmlns:a16="http://schemas.microsoft.com/office/drawing/2014/main" id="{BE361795-DD40-2A03-B868-2B6C0EDA1E88}"/>
                  </a:ext>
                </a:extLst>
              </p:cNvPr>
              <p:cNvSpPr/>
              <p:nvPr/>
            </p:nvSpPr>
            <p:spPr>
              <a:xfrm>
                <a:off x="7694966" y="2764573"/>
                <a:ext cx="353023" cy="356328"/>
              </a:xfrm>
              <a:custGeom>
                <a:avLst/>
                <a:gdLst>
                  <a:gd name="T0" fmla="*/ 278945 h 440259"/>
                  <a:gd name="T1" fmla="*/ 278945 h 440259"/>
                  <a:gd name="T2" fmla="*/ 278945 h 440259"/>
                  <a:gd name="T3" fmla="*/ 278945 h 440259"/>
                  <a:gd name="T4" fmla="*/ 278945 h 440259"/>
                  <a:gd name="T5" fmla="*/ 278945 h 440259"/>
                  <a:gd name="T6" fmla="*/ 278945 h 440259"/>
                  <a:gd name="T7" fmla="*/ 278945 h 440259"/>
                  <a:gd name="T8" fmla="*/ 278945 h 440259"/>
                  <a:gd name="T9" fmla="*/ 278945 h 440259"/>
                  <a:gd name="T10" fmla="*/ 278945 h 440259"/>
                  <a:gd name="T11" fmla="*/ 278945 h 440259"/>
                  <a:gd name="T12" fmla="*/ 278945 h 440259"/>
                  <a:gd name="T13" fmla="*/ 278945 h 440259"/>
                  <a:gd name="T14" fmla="*/ 278945 h 440259"/>
                  <a:gd name="T15" fmla="*/ 278945 h 440259"/>
                  <a:gd name="T16" fmla="*/ 278945 h 440259"/>
                  <a:gd name="T17" fmla="*/ 278945 h 440259"/>
                  <a:gd name="T18" fmla="*/ 278945 h 440259"/>
                  <a:gd name="T19" fmla="*/ 278945 h 440259"/>
                  <a:gd name="T20" fmla="*/ 278945 h 440259"/>
                  <a:gd name="T21" fmla="*/ 278945 h 440259"/>
                  <a:gd name="T22" fmla="*/ 278945 h 440259"/>
                  <a:gd name="T23" fmla="*/ 278945 h 440259"/>
                  <a:gd name="T24" fmla="*/ 278945 h 440259"/>
                  <a:gd name="T25" fmla="*/ 278945 h 440259"/>
                  <a:gd name="T26" fmla="*/ 278945 h 440259"/>
                  <a:gd name="T27" fmla="*/ 278945 h 440259"/>
                  <a:gd name="T28" fmla="*/ 278945 h 440259"/>
                  <a:gd name="T29" fmla="*/ 278945 h 440259"/>
                  <a:gd name="T30" fmla="*/ 278945 h 440259"/>
                  <a:gd name="T31" fmla="*/ 278945 h 440259"/>
                  <a:gd name="T32" fmla="*/ 278945 h 440259"/>
                  <a:gd name="T33" fmla="*/ 278945 h 440259"/>
                  <a:gd name="T34" fmla="*/ 278945 h 440259"/>
                  <a:gd name="T35" fmla="*/ 278945 h 440259"/>
                  <a:gd name="T36" fmla="*/ 278945 h 440259"/>
                  <a:gd name="T37" fmla="*/ 278945 h 440259"/>
                  <a:gd name="T38" fmla="*/ 278945 h 440259"/>
                  <a:gd name="T39" fmla="*/ 278945 h 440259"/>
                  <a:gd name="T40" fmla="*/ 278945 h 440259"/>
                  <a:gd name="T41" fmla="*/ 278945 h 440259"/>
                  <a:gd name="T42" fmla="*/ 278945 h 440259"/>
                  <a:gd name="T43" fmla="*/ 278945 h 440259"/>
                  <a:gd name="T44" fmla="*/ 278945 h 440259"/>
                  <a:gd name="T45" fmla="*/ 278945 h 440259"/>
                  <a:gd name="T46" fmla="*/ 278945 h 440259"/>
                  <a:gd name="T47" fmla="*/ 278945 h 440259"/>
                  <a:gd name="T48" fmla="*/ 278945 h 440259"/>
                  <a:gd name="T49" fmla="*/ 278945 h 440259"/>
                  <a:gd name="T50" fmla="*/ 278945 h 440259"/>
                  <a:gd name="T51" fmla="*/ 278945 h 440259"/>
                  <a:gd name="T52" fmla="*/ 278945 h 440259"/>
                  <a:gd name="T53" fmla="*/ 278945 h 440259"/>
                  <a:gd name="T54" fmla="*/ 278945 h 440259"/>
                  <a:gd name="T55" fmla="*/ 278945 h 440259"/>
                  <a:gd name="T56" fmla="*/ 88862 h 440259"/>
                  <a:gd name="T57" fmla="*/ 88862 h 440259"/>
                  <a:gd name="T58" fmla="*/ 278945 h 440259"/>
                  <a:gd name="T59" fmla="*/ 278945 h 440259"/>
                  <a:gd name="T60" fmla="*/ 278945 h 440259"/>
                  <a:gd name="T61" fmla="*/ 278945 h 440259"/>
                  <a:gd name="T62" fmla="*/ 278945 h 440259"/>
                  <a:gd name="T63" fmla="*/ 278945 h 440259"/>
                  <a:gd name="T64" fmla="*/ 278945 h 440259"/>
                  <a:gd name="T65" fmla="*/ 278945 h 440259"/>
                  <a:gd name="T66" fmla="*/ 278945 h 440259"/>
                  <a:gd name="T67" fmla="*/ 278945 h 440259"/>
                  <a:gd name="T68" fmla="*/ 278945 h 440259"/>
                  <a:gd name="T69" fmla="*/ 278945 h 440259"/>
                  <a:gd name="T70" fmla="*/ 278945 h 440259"/>
                  <a:gd name="T71" fmla="*/ 278945 h 440259"/>
                  <a:gd name="T72" fmla="*/ 278945 h 440259"/>
                  <a:gd name="T73" fmla="*/ 278945 h 440259"/>
                  <a:gd name="T74" fmla="*/ 278945 h 440259"/>
                  <a:gd name="T75" fmla="*/ 278945 h 440259"/>
                  <a:gd name="T76" fmla="*/ 278945 h 440259"/>
                  <a:gd name="T77" fmla="*/ 278945 h 440259"/>
                  <a:gd name="T78" fmla="*/ 278945 h 440259"/>
                  <a:gd name="T79" fmla="*/ 278945 h 440259"/>
                  <a:gd name="T80" fmla="*/ 278945 h 440259"/>
                  <a:gd name="T81" fmla="*/ 278945 h 440259"/>
                  <a:gd name="T82" fmla="*/ 278945 h 440259"/>
                  <a:gd name="T83" fmla="*/ 278945 h 440259"/>
                  <a:gd name="T84" fmla="*/ 278945 h 440259"/>
                  <a:gd name="T85" fmla="*/ 278945 h 440259"/>
                  <a:gd name="T86" fmla="*/ 278945 h 440259"/>
                  <a:gd name="T87" fmla="*/ 278945 h 440259"/>
                  <a:gd name="T88" fmla="*/ 278945 h 440259"/>
                  <a:gd name="T89" fmla="*/ 278945 h 440259"/>
                  <a:gd name="T90" fmla="*/ 278945 h 440259"/>
                  <a:gd name="T91" fmla="*/ 278945 h 440259"/>
                  <a:gd name="T92" fmla="*/ 278945 h 440259"/>
                  <a:gd name="T93" fmla="*/ 278945 h 440259"/>
                  <a:gd name="T94" fmla="*/ 278945 h 440259"/>
                  <a:gd name="T95" fmla="*/ 278945 h 440259"/>
                  <a:gd name="T96" fmla="*/ 278945 h 440259"/>
                  <a:gd name="T97" fmla="*/ 278945 h 440259"/>
                  <a:gd name="T98" fmla="*/ 278945 h 440259"/>
                  <a:gd name="T99" fmla="*/ 278945 h 440259"/>
                  <a:gd name="T100" fmla="*/ 278945 h 440259"/>
                  <a:gd name="T101" fmla="*/ 278945 h 440259"/>
                  <a:gd name="T102" fmla="*/ 278945 h 440259"/>
                  <a:gd name="T103" fmla="*/ 278945 h 440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001" h="5055">
                    <a:moveTo>
                      <a:pt x="4952" y="4387"/>
                    </a:moveTo>
                    <a:cubicBezTo>
                      <a:pt x="4926" y="4300"/>
                      <a:pt x="4856" y="4236"/>
                      <a:pt x="4743" y="4197"/>
                    </a:cubicBezTo>
                    <a:cubicBezTo>
                      <a:pt x="4679" y="4174"/>
                      <a:pt x="4607" y="4161"/>
                      <a:pt x="4531" y="4146"/>
                    </a:cubicBezTo>
                    <a:cubicBezTo>
                      <a:pt x="4469" y="4134"/>
                      <a:pt x="4406" y="4122"/>
                      <a:pt x="4354" y="4106"/>
                    </a:cubicBezTo>
                    <a:cubicBezTo>
                      <a:pt x="4348" y="4104"/>
                      <a:pt x="4342" y="4102"/>
                      <a:pt x="4336" y="4100"/>
                    </a:cubicBezTo>
                    <a:cubicBezTo>
                      <a:pt x="4350" y="4086"/>
                      <a:pt x="4363" y="4073"/>
                      <a:pt x="4375" y="4061"/>
                    </a:cubicBezTo>
                    <a:cubicBezTo>
                      <a:pt x="4430" y="4007"/>
                      <a:pt x="4486" y="3951"/>
                      <a:pt x="4525" y="3887"/>
                    </a:cubicBezTo>
                    <a:cubicBezTo>
                      <a:pt x="4598" y="3768"/>
                      <a:pt x="4589" y="3642"/>
                      <a:pt x="4503" y="3550"/>
                    </a:cubicBezTo>
                    <a:cubicBezTo>
                      <a:pt x="4503" y="3550"/>
                      <a:pt x="4421" y="3457"/>
                      <a:pt x="4263" y="3457"/>
                    </a:cubicBezTo>
                    <a:cubicBezTo>
                      <a:pt x="4219" y="3457"/>
                      <a:pt x="4173" y="3465"/>
                      <a:pt x="4127" y="3481"/>
                    </a:cubicBezTo>
                    <a:cubicBezTo>
                      <a:pt x="4128" y="3397"/>
                      <a:pt x="4127" y="3316"/>
                      <a:pt x="4125" y="3240"/>
                    </a:cubicBezTo>
                    <a:cubicBezTo>
                      <a:pt x="4110" y="2844"/>
                      <a:pt x="4045" y="2598"/>
                      <a:pt x="3919" y="2464"/>
                    </a:cubicBezTo>
                    <a:cubicBezTo>
                      <a:pt x="3919" y="2161"/>
                      <a:pt x="3799" y="1716"/>
                      <a:pt x="3596" y="1272"/>
                    </a:cubicBezTo>
                    <a:cubicBezTo>
                      <a:pt x="3289" y="598"/>
                      <a:pt x="2883" y="109"/>
                      <a:pt x="2632" y="109"/>
                    </a:cubicBezTo>
                    <a:cubicBezTo>
                      <a:pt x="2609" y="109"/>
                      <a:pt x="2587" y="114"/>
                      <a:pt x="2567" y="123"/>
                    </a:cubicBezTo>
                    <a:cubicBezTo>
                      <a:pt x="2564" y="124"/>
                      <a:pt x="2562" y="125"/>
                      <a:pt x="2559" y="126"/>
                    </a:cubicBezTo>
                    <a:lnTo>
                      <a:pt x="2435" y="183"/>
                    </a:lnTo>
                    <a:cubicBezTo>
                      <a:pt x="2345" y="152"/>
                      <a:pt x="2164" y="92"/>
                      <a:pt x="1969" y="50"/>
                    </a:cubicBezTo>
                    <a:cubicBezTo>
                      <a:pt x="1819" y="17"/>
                      <a:pt x="1690" y="0"/>
                      <a:pt x="1584" y="0"/>
                    </a:cubicBezTo>
                    <a:cubicBezTo>
                      <a:pt x="1404" y="0"/>
                      <a:pt x="1287" y="46"/>
                      <a:pt x="1225" y="141"/>
                    </a:cubicBezTo>
                    <a:cubicBezTo>
                      <a:pt x="1193" y="190"/>
                      <a:pt x="1161" y="274"/>
                      <a:pt x="1194" y="391"/>
                    </a:cubicBezTo>
                    <a:cubicBezTo>
                      <a:pt x="1201" y="415"/>
                      <a:pt x="1210" y="440"/>
                      <a:pt x="1221" y="465"/>
                    </a:cubicBezTo>
                    <a:cubicBezTo>
                      <a:pt x="1347" y="741"/>
                      <a:pt x="1923" y="1198"/>
                      <a:pt x="2561" y="1528"/>
                    </a:cubicBezTo>
                    <a:cubicBezTo>
                      <a:pt x="2576" y="1535"/>
                      <a:pt x="2592" y="1537"/>
                      <a:pt x="2607" y="1534"/>
                    </a:cubicBezTo>
                    <a:cubicBezTo>
                      <a:pt x="2620" y="1531"/>
                      <a:pt x="2633" y="1529"/>
                      <a:pt x="2646" y="1529"/>
                    </a:cubicBezTo>
                    <a:cubicBezTo>
                      <a:pt x="2715" y="1529"/>
                      <a:pt x="2778" y="1570"/>
                      <a:pt x="2807" y="1632"/>
                    </a:cubicBezTo>
                    <a:cubicBezTo>
                      <a:pt x="2827" y="1675"/>
                      <a:pt x="2828" y="1723"/>
                      <a:pt x="2812" y="1768"/>
                    </a:cubicBezTo>
                    <a:cubicBezTo>
                      <a:pt x="2795" y="1812"/>
                      <a:pt x="2762" y="1847"/>
                      <a:pt x="2720" y="1866"/>
                    </a:cubicBezTo>
                    <a:cubicBezTo>
                      <a:pt x="2696" y="1877"/>
                      <a:pt x="2672" y="1882"/>
                      <a:pt x="2646" y="1882"/>
                    </a:cubicBezTo>
                    <a:cubicBezTo>
                      <a:pt x="2577" y="1882"/>
                      <a:pt x="2514" y="1842"/>
                      <a:pt x="2485" y="1779"/>
                    </a:cubicBezTo>
                    <a:cubicBezTo>
                      <a:pt x="2479" y="1765"/>
                      <a:pt x="2475" y="1751"/>
                      <a:pt x="2472" y="1737"/>
                    </a:cubicBezTo>
                    <a:cubicBezTo>
                      <a:pt x="2469" y="1716"/>
                      <a:pt x="2456" y="1699"/>
                      <a:pt x="2437" y="1689"/>
                    </a:cubicBezTo>
                    <a:cubicBezTo>
                      <a:pt x="1929" y="1426"/>
                      <a:pt x="1462" y="1094"/>
                      <a:pt x="1188" y="802"/>
                    </a:cubicBezTo>
                    <a:cubicBezTo>
                      <a:pt x="1169" y="781"/>
                      <a:pt x="1138" y="775"/>
                      <a:pt x="1112" y="787"/>
                    </a:cubicBezTo>
                    <a:lnTo>
                      <a:pt x="42" y="1274"/>
                    </a:lnTo>
                    <a:cubicBezTo>
                      <a:pt x="16" y="1287"/>
                      <a:pt x="0" y="1315"/>
                      <a:pt x="4" y="1344"/>
                    </a:cubicBezTo>
                    <a:cubicBezTo>
                      <a:pt x="24" y="1493"/>
                      <a:pt x="112" y="2033"/>
                      <a:pt x="425" y="2719"/>
                    </a:cubicBezTo>
                    <a:cubicBezTo>
                      <a:pt x="738" y="3405"/>
                      <a:pt x="1088" y="3826"/>
                      <a:pt x="1188" y="3938"/>
                    </a:cubicBezTo>
                    <a:cubicBezTo>
                      <a:pt x="1207" y="3960"/>
                      <a:pt x="1238" y="3967"/>
                      <a:pt x="1265" y="3955"/>
                    </a:cubicBezTo>
                    <a:lnTo>
                      <a:pt x="3494" y="2938"/>
                    </a:lnTo>
                    <a:cubicBezTo>
                      <a:pt x="3497" y="2958"/>
                      <a:pt x="3500" y="2979"/>
                      <a:pt x="3503" y="3001"/>
                    </a:cubicBezTo>
                    <a:cubicBezTo>
                      <a:pt x="3522" y="3142"/>
                      <a:pt x="3544" y="3302"/>
                      <a:pt x="3544" y="3433"/>
                    </a:cubicBezTo>
                    <a:cubicBezTo>
                      <a:pt x="3545" y="3525"/>
                      <a:pt x="3534" y="3576"/>
                      <a:pt x="3526" y="3603"/>
                    </a:cubicBezTo>
                    <a:lnTo>
                      <a:pt x="3526" y="3603"/>
                    </a:lnTo>
                    <a:cubicBezTo>
                      <a:pt x="3499" y="3600"/>
                      <a:pt x="3467" y="3595"/>
                      <a:pt x="3435" y="3590"/>
                    </a:cubicBezTo>
                    <a:cubicBezTo>
                      <a:pt x="3371" y="3579"/>
                      <a:pt x="3305" y="3568"/>
                      <a:pt x="3242" y="3568"/>
                    </a:cubicBezTo>
                    <a:cubicBezTo>
                      <a:pt x="3087" y="3568"/>
                      <a:pt x="3014" y="3639"/>
                      <a:pt x="2980" y="3699"/>
                    </a:cubicBezTo>
                    <a:cubicBezTo>
                      <a:pt x="2900" y="3839"/>
                      <a:pt x="2980" y="4012"/>
                      <a:pt x="3058" y="4146"/>
                    </a:cubicBezTo>
                    <a:cubicBezTo>
                      <a:pt x="3014" y="4158"/>
                      <a:pt x="2954" y="4169"/>
                      <a:pt x="2914" y="4176"/>
                    </a:cubicBezTo>
                    <a:cubicBezTo>
                      <a:pt x="2854" y="4186"/>
                      <a:pt x="2793" y="4197"/>
                      <a:pt x="2739" y="4214"/>
                    </a:cubicBezTo>
                    <a:cubicBezTo>
                      <a:pt x="2639" y="4245"/>
                      <a:pt x="2574" y="4300"/>
                      <a:pt x="2546" y="4376"/>
                    </a:cubicBezTo>
                    <a:cubicBezTo>
                      <a:pt x="2523" y="4435"/>
                      <a:pt x="2516" y="4529"/>
                      <a:pt x="2605" y="4640"/>
                    </a:cubicBezTo>
                    <a:cubicBezTo>
                      <a:pt x="2723" y="4785"/>
                      <a:pt x="2892" y="4895"/>
                      <a:pt x="3108" y="4965"/>
                    </a:cubicBezTo>
                    <a:cubicBezTo>
                      <a:pt x="3287" y="5024"/>
                      <a:pt x="3499" y="5055"/>
                      <a:pt x="3720" y="5055"/>
                    </a:cubicBezTo>
                    <a:cubicBezTo>
                      <a:pt x="3933" y="5055"/>
                      <a:pt x="4147" y="5027"/>
                      <a:pt x="4338" y="4975"/>
                    </a:cubicBezTo>
                    <a:cubicBezTo>
                      <a:pt x="4480" y="4936"/>
                      <a:pt x="4676" y="4863"/>
                      <a:pt x="4804" y="4742"/>
                    </a:cubicBezTo>
                    <a:cubicBezTo>
                      <a:pt x="4858" y="4690"/>
                      <a:pt x="5001" y="4555"/>
                      <a:pt x="4952" y="4387"/>
                    </a:cubicBezTo>
                    <a:close/>
                    <a:moveTo>
                      <a:pt x="3311" y="4229"/>
                    </a:moveTo>
                    <a:cubicBezTo>
                      <a:pt x="3326" y="4193"/>
                      <a:pt x="3319" y="4150"/>
                      <a:pt x="3288" y="4095"/>
                    </a:cubicBezTo>
                    <a:cubicBezTo>
                      <a:pt x="3213" y="3963"/>
                      <a:pt x="3187" y="3873"/>
                      <a:pt x="3211" y="3829"/>
                    </a:cubicBezTo>
                    <a:cubicBezTo>
                      <a:pt x="3216" y="3819"/>
                      <a:pt x="3232" y="3790"/>
                      <a:pt x="3307" y="3790"/>
                    </a:cubicBezTo>
                    <a:cubicBezTo>
                      <a:pt x="3349" y="3790"/>
                      <a:pt x="3401" y="3799"/>
                      <a:pt x="3450" y="3807"/>
                    </a:cubicBezTo>
                    <a:cubicBezTo>
                      <a:pt x="3499" y="3816"/>
                      <a:pt x="3544" y="3824"/>
                      <a:pt x="3581" y="3824"/>
                    </a:cubicBezTo>
                    <a:cubicBezTo>
                      <a:pt x="3601" y="3824"/>
                      <a:pt x="3616" y="3821"/>
                      <a:pt x="3628" y="3817"/>
                    </a:cubicBezTo>
                    <a:cubicBezTo>
                      <a:pt x="3636" y="3814"/>
                      <a:pt x="3643" y="3809"/>
                      <a:pt x="3649" y="3803"/>
                    </a:cubicBezTo>
                    <a:cubicBezTo>
                      <a:pt x="3773" y="3674"/>
                      <a:pt x="3744" y="3311"/>
                      <a:pt x="3704" y="2950"/>
                    </a:cubicBezTo>
                    <a:cubicBezTo>
                      <a:pt x="3690" y="2823"/>
                      <a:pt x="3677" y="2722"/>
                      <a:pt x="3691" y="2702"/>
                    </a:cubicBezTo>
                    <a:cubicBezTo>
                      <a:pt x="3694" y="2699"/>
                      <a:pt x="3697" y="2697"/>
                      <a:pt x="3700" y="2698"/>
                    </a:cubicBezTo>
                    <a:cubicBezTo>
                      <a:pt x="3815" y="2734"/>
                      <a:pt x="3888" y="2948"/>
                      <a:pt x="3911" y="3314"/>
                    </a:cubicBezTo>
                    <a:cubicBezTo>
                      <a:pt x="3921" y="3469"/>
                      <a:pt x="3920" y="3619"/>
                      <a:pt x="3917" y="3718"/>
                    </a:cubicBezTo>
                    <a:cubicBezTo>
                      <a:pt x="3917" y="3741"/>
                      <a:pt x="3929" y="3762"/>
                      <a:pt x="3948" y="3773"/>
                    </a:cubicBezTo>
                    <a:cubicBezTo>
                      <a:pt x="3968" y="3784"/>
                      <a:pt x="3992" y="3782"/>
                      <a:pt x="4010" y="3768"/>
                    </a:cubicBezTo>
                    <a:cubicBezTo>
                      <a:pt x="4057" y="3732"/>
                      <a:pt x="4127" y="3689"/>
                      <a:pt x="4197" y="3689"/>
                    </a:cubicBezTo>
                    <a:cubicBezTo>
                      <a:pt x="4233" y="3689"/>
                      <a:pt x="4265" y="3700"/>
                      <a:pt x="4295" y="3723"/>
                    </a:cubicBezTo>
                    <a:lnTo>
                      <a:pt x="4295" y="3723"/>
                    </a:lnTo>
                    <a:cubicBezTo>
                      <a:pt x="4347" y="3782"/>
                      <a:pt x="4302" y="3848"/>
                      <a:pt x="4187" y="3967"/>
                    </a:cubicBezTo>
                    <a:cubicBezTo>
                      <a:pt x="4109" y="4049"/>
                      <a:pt x="4073" y="4092"/>
                      <a:pt x="4070" y="4132"/>
                    </a:cubicBezTo>
                    <a:cubicBezTo>
                      <a:pt x="4069" y="4142"/>
                      <a:pt x="4071" y="4151"/>
                      <a:pt x="4074" y="4160"/>
                    </a:cubicBezTo>
                    <a:cubicBezTo>
                      <a:pt x="4112" y="4256"/>
                      <a:pt x="4259" y="4286"/>
                      <a:pt x="4402" y="4315"/>
                    </a:cubicBezTo>
                    <a:cubicBezTo>
                      <a:pt x="4521" y="4339"/>
                      <a:pt x="4633" y="4361"/>
                      <a:pt x="4651" y="4423"/>
                    </a:cubicBezTo>
                    <a:cubicBezTo>
                      <a:pt x="4662" y="4463"/>
                      <a:pt x="4633" y="4516"/>
                      <a:pt x="4563" y="4586"/>
                    </a:cubicBezTo>
                    <a:cubicBezTo>
                      <a:pt x="4420" y="4729"/>
                      <a:pt x="4075" y="4828"/>
                      <a:pt x="3723" y="4828"/>
                    </a:cubicBezTo>
                    <a:cubicBezTo>
                      <a:pt x="3338" y="4828"/>
                      <a:pt x="3027" y="4712"/>
                      <a:pt x="2870" y="4509"/>
                    </a:cubicBezTo>
                    <a:cubicBezTo>
                      <a:pt x="2844" y="4475"/>
                      <a:pt x="2834" y="4446"/>
                      <a:pt x="2842" y="4424"/>
                    </a:cubicBezTo>
                    <a:cubicBezTo>
                      <a:pt x="2859" y="4377"/>
                      <a:pt x="2951" y="4360"/>
                      <a:pt x="3047" y="4342"/>
                    </a:cubicBezTo>
                    <a:cubicBezTo>
                      <a:pt x="3183" y="4317"/>
                      <a:pt x="3282" y="4295"/>
                      <a:pt x="3311" y="4229"/>
                    </a:cubicBezTo>
                    <a:close/>
                    <a:moveTo>
                      <a:pt x="3039" y="1526"/>
                    </a:moveTo>
                    <a:cubicBezTo>
                      <a:pt x="2915" y="1253"/>
                      <a:pt x="2821" y="973"/>
                      <a:pt x="2775" y="738"/>
                    </a:cubicBezTo>
                    <a:cubicBezTo>
                      <a:pt x="2759" y="657"/>
                      <a:pt x="2749" y="582"/>
                      <a:pt x="2746" y="515"/>
                    </a:cubicBezTo>
                    <a:lnTo>
                      <a:pt x="2746" y="515"/>
                    </a:lnTo>
                    <a:cubicBezTo>
                      <a:pt x="2794" y="561"/>
                      <a:pt x="2844" y="618"/>
                      <a:pt x="2895" y="684"/>
                    </a:cubicBezTo>
                    <a:cubicBezTo>
                      <a:pt x="3043" y="872"/>
                      <a:pt x="3192" y="1127"/>
                      <a:pt x="3317" y="1400"/>
                    </a:cubicBezTo>
                    <a:cubicBezTo>
                      <a:pt x="3442" y="1673"/>
                      <a:pt x="3535" y="1953"/>
                      <a:pt x="3581" y="2188"/>
                    </a:cubicBezTo>
                    <a:cubicBezTo>
                      <a:pt x="3597" y="2269"/>
                      <a:pt x="3607" y="2344"/>
                      <a:pt x="3611" y="2411"/>
                    </a:cubicBezTo>
                    <a:cubicBezTo>
                      <a:pt x="3563" y="2365"/>
                      <a:pt x="3513" y="2308"/>
                      <a:pt x="3461" y="2242"/>
                    </a:cubicBezTo>
                    <a:cubicBezTo>
                      <a:pt x="3314" y="2054"/>
                      <a:pt x="3164" y="1799"/>
                      <a:pt x="3039" y="1526"/>
                    </a:cubicBezTo>
                    <a:close/>
                    <a:moveTo>
                      <a:pt x="1392" y="250"/>
                    </a:moveTo>
                    <a:cubicBezTo>
                      <a:pt x="1402" y="235"/>
                      <a:pt x="1441" y="200"/>
                      <a:pt x="1582" y="200"/>
                    </a:cubicBezTo>
                    <a:cubicBezTo>
                      <a:pt x="1674" y="200"/>
                      <a:pt x="1789" y="215"/>
                      <a:pt x="1924" y="245"/>
                    </a:cubicBezTo>
                    <a:cubicBezTo>
                      <a:pt x="1999" y="261"/>
                      <a:pt x="2080" y="282"/>
                      <a:pt x="2164" y="307"/>
                    </a:cubicBezTo>
                    <a:lnTo>
                      <a:pt x="1550" y="587"/>
                    </a:lnTo>
                    <a:cubicBezTo>
                      <a:pt x="1480" y="511"/>
                      <a:pt x="1431" y="443"/>
                      <a:pt x="1403" y="383"/>
                    </a:cubicBezTo>
                    <a:cubicBezTo>
                      <a:pt x="1396" y="367"/>
                      <a:pt x="1391" y="352"/>
                      <a:pt x="1387" y="338"/>
                    </a:cubicBezTo>
                    <a:cubicBezTo>
                      <a:pt x="1376" y="301"/>
                      <a:pt x="1378" y="272"/>
                      <a:pt x="1392" y="2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14" name="组合 13" descr="2a215eb2-bc22-463d-ae58-6b44240ee0e5">
              <a:extLst>
                <a:ext uri="{FF2B5EF4-FFF2-40B4-BE49-F238E27FC236}">
                  <a16:creationId xmlns:a16="http://schemas.microsoft.com/office/drawing/2014/main" id="{963B2619-DDD5-1453-EB0B-7604025F2395}"/>
                </a:ext>
              </a:extLst>
            </p:cNvPr>
            <p:cNvGrpSpPr/>
            <p:nvPr/>
          </p:nvGrpSpPr>
          <p:grpSpPr>
            <a:xfrm>
              <a:off x="8572735" y="2619923"/>
              <a:ext cx="2088828" cy="2726532"/>
              <a:chOff x="8572735" y="2619923"/>
              <a:chExt cx="2088828" cy="2726532"/>
            </a:xfrm>
          </p:grpSpPr>
          <p:sp>
            <p:nvSpPr>
              <p:cNvPr id="11" name="Text4" descr="b9ce5a95-32be-4787-99d7-facb5c609c9f">
                <a:extLst>
                  <a:ext uri="{FF2B5EF4-FFF2-40B4-BE49-F238E27FC236}">
                    <a16:creationId xmlns:a16="http://schemas.microsoft.com/office/drawing/2014/main" id="{DD2707AD-B93C-C83E-A14D-4897A1DD091A}"/>
                  </a:ext>
                </a:extLst>
              </p:cNvPr>
              <p:cNvSpPr txBox="1"/>
              <p:nvPr/>
            </p:nvSpPr>
            <p:spPr>
              <a:xfrm>
                <a:off x="8572736" y="4199803"/>
                <a:ext cx="2088827" cy="114665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配音演员们以精湛的演技和独特的声音风格，为角色赋予了生命和灵魂。</a:t>
                </a:r>
                <a:endParaRPr lang="en-US" dirty="0"/>
              </a:p>
            </p:txBody>
          </p:sp>
          <p:sp>
            <p:nvSpPr>
              <p:cNvPr id="12" name="Bullet4" descr="8479ae2f-4a7b-4a23-ab79-2d5ac8c8a03c">
                <a:extLst>
                  <a:ext uri="{FF2B5EF4-FFF2-40B4-BE49-F238E27FC236}">
                    <a16:creationId xmlns:a16="http://schemas.microsoft.com/office/drawing/2014/main" id="{51DD87AF-BBDA-2063-117A-184CAFD3DE50}"/>
                  </a:ext>
                </a:extLst>
              </p:cNvPr>
              <p:cNvSpPr txBox="1"/>
              <p:nvPr/>
            </p:nvSpPr>
            <p:spPr>
              <a:xfrm>
                <a:off x="8572735" y="3244903"/>
                <a:ext cx="2088825" cy="892453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配音风格</a:t>
                </a:r>
                <a:endParaRPr lang="en-US" dirty="0"/>
              </a:p>
            </p:txBody>
          </p:sp>
          <p:sp>
            <p:nvSpPr>
              <p:cNvPr id="45" name="IconBackground4" descr="d1eb5a02-493d-43f4-b108-a5b55ed52660">
                <a:extLst>
                  <a:ext uri="{FF2B5EF4-FFF2-40B4-BE49-F238E27FC236}">
                    <a16:creationId xmlns:a16="http://schemas.microsoft.com/office/drawing/2014/main" id="{679713AB-D118-C60E-6A7C-493AFB61E04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26353" y="2619923"/>
                <a:ext cx="660400" cy="602458"/>
              </a:xfrm>
              <a:custGeom>
                <a:avLst/>
                <a:gdLst>
                  <a:gd name="connsiteX0" fmla="*/ 1224244 w 3459897"/>
                  <a:gd name="connsiteY0" fmla="*/ 3350918 h 3352124"/>
                  <a:gd name="connsiteX1" fmla="*/ 824735 w 3459897"/>
                  <a:gd name="connsiteY1" fmla="*/ 3322228 h 3352124"/>
                  <a:gd name="connsiteX2" fmla="*/ 247955 w 3459897"/>
                  <a:gd name="connsiteY2" fmla="*/ 2870089 h 3352124"/>
                  <a:gd name="connsiteX3" fmla="*/ 106405 w 3459897"/>
                  <a:gd name="connsiteY3" fmla="*/ 2315603 h 3352124"/>
                  <a:gd name="connsiteX4" fmla="*/ 99121 w 3459897"/>
                  <a:gd name="connsiteY4" fmla="*/ 1844147 h 3352124"/>
                  <a:gd name="connsiteX5" fmla="*/ 72964 w 3459897"/>
                  <a:gd name="connsiteY5" fmla="*/ 1551355 h 3352124"/>
                  <a:gd name="connsiteX6" fmla="*/ 12544 w 3459897"/>
                  <a:gd name="connsiteY6" fmla="*/ 1362938 h 3352124"/>
                  <a:gd name="connsiteX7" fmla="*/ 105898 w 3459897"/>
                  <a:gd name="connsiteY7" fmla="*/ 857788 h 3352124"/>
                  <a:gd name="connsiteX8" fmla="*/ 269679 w 3459897"/>
                  <a:gd name="connsiteY8" fmla="*/ 574117 h 3352124"/>
                  <a:gd name="connsiteX9" fmla="*/ 714914 w 3459897"/>
                  <a:gd name="connsiteY9" fmla="*/ 325089 h 3352124"/>
                  <a:gd name="connsiteX10" fmla="*/ 1090673 w 3459897"/>
                  <a:gd name="connsiteY10" fmla="*/ 226542 h 3352124"/>
                  <a:gd name="connsiteX11" fmla="*/ 1587209 w 3459897"/>
                  <a:gd name="connsiteY11" fmla="*/ 67764 h 3352124"/>
                  <a:gd name="connsiteX12" fmla="*/ 1933644 w 3459897"/>
                  <a:gd name="connsiteY12" fmla="*/ 820 h 3352124"/>
                  <a:gd name="connsiteX13" fmla="*/ 2418400 w 3459897"/>
                  <a:gd name="connsiteY13" fmla="*/ 89994 h 3352124"/>
                  <a:gd name="connsiteX14" fmla="*/ 2983273 w 3459897"/>
                  <a:gd name="connsiteY14" fmla="*/ 413693 h 3352124"/>
                  <a:gd name="connsiteX15" fmla="*/ 3381262 w 3459897"/>
                  <a:gd name="connsiteY15" fmla="*/ 1066156 h 3352124"/>
                  <a:gd name="connsiteX16" fmla="*/ 3330911 w 3459897"/>
                  <a:gd name="connsiteY16" fmla="*/ 2246316 h 3352124"/>
                  <a:gd name="connsiteX17" fmla="*/ 2267476 w 3459897"/>
                  <a:gd name="connsiteY17" fmla="*/ 3211014 h 3352124"/>
                  <a:gd name="connsiteX18" fmla="*/ 1703806 w 3459897"/>
                  <a:gd name="connsiteY18" fmla="*/ 3319504 h 3352124"/>
                  <a:gd name="connsiteX19" fmla="*/ 1224244 w 3459897"/>
                  <a:gd name="connsiteY19" fmla="*/ 3350728 h 335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459897" h="3352124">
                    <a:moveTo>
                      <a:pt x="1224244" y="3350918"/>
                    </a:moveTo>
                    <a:cubicBezTo>
                      <a:pt x="1090103" y="3354148"/>
                      <a:pt x="956342" y="3352818"/>
                      <a:pt x="824735" y="3322228"/>
                    </a:cubicBezTo>
                    <a:cubicBezTo>
                      <a:pt x="562280" y="3261238"/>
                      <a:pt x="377219" y="3100370"/>
                      <a:pt x="247955" y="2870089"/>
                    </a:cubicBezTo>
                    <a:cubicBezTo>
                      <a:pt x="151498" y="2698265"/>
                      <a:pt x="108495" y="2512000"/>
                      <a:pt x="106405" y="2315603"/>
                    </a:cubicBezTo>
                    <a:cubicBezTo>
                      <a:pt x="104694" y="2158408"/>
                      <a:pt x="105011" y="2001151"/>
                      <a:pt x="99121" y="1844147"/>
                    </a:cubicBezTo>
                    <a:cubicBezTo>
                      <a:pt x="96461" y="1773656"/>
                      <a:pt x="101338" y="1676629"/>
                      <a:pt x="72964" y="1551355"/>
                    </a:cubicBezTo>
                    <a:cubicBezTo>
                      <a:pt x="48264" y="1442105"/>
                      <a:pt x="29517" y="1438431"/>
                      <a:pt x="12544" y="1362938"/>
                    </a:cubicBezTo>
                    <a:cubicBezTo>
                      <a:pt x="-29700" y="1174900"/>
                      <a:pt x="43197" y="1004406"/>
                      <a:pt x="105898" y="857788"/>
                    </a:cubicBezTo>
                    <a:cubicBezTo>
                      <a:pt x="155615" y="741571"/>
                      <a:pt x="187345" y="657844"/>
                      <a:pt x="269679" y="574117"/>
                    </a:cubicBezTo>
                    <a:cubicBezTo>
                      <a:pt x="393813" y="447956"/>
                      <a:pt x="548917" y="376706"/>
                      <a:pt x="714914" y="325089"/>
                    </a:cubicBezTo>
                    <a:cubicBezTo>
                      <a:pt x="838668" y="286645"/>
                      <a:pt x="965336" y="258905"/>
                      <a:pt x="1090673" y="226542"/>
                    </a:cubicBezTo>
                    <a:cubicBezTo>
                      <a:pt x="1259267" y="183031"/>
                      <a:pt x="1421211" y="119191"/>
                      <a:pt x="1587209" y="67764"/>
                    </a:cubicBezTo>
                    <a:cubicBezTo>
                      <a:pt x="1700196" y="32804"/>
                      <a:pt x="1814640" y="5760"/>
                      <a:pt x="1933644" y="820"/>
                    </a:cubicBezTo>
                    <a:cubicBezTo>
                      <a:pt x="2102112" y="-6146"/>
                      <a:pt x="2262156" y="31917"/>
                      <a:pt x="2418400" y="89994"/>
                    </a:cubicBezTo>
                    <a:cubicBezTo>
                      <a:pt x="2624551" y="166565"/>
                      <a:pt x="2817085" y="267392"/>
                      <a:pt x="2983273" y="413693"/>
                    </a:cubicBezTo>
                    <a:cubicBezTo>
                      <a:pt x="3183471" y="589887"/>
                      <a:pt x="3308048" y="812885"/>
                      <a:pt x="3381262" y="1066156"/>
                    </a:cubicBezTo>
                    <a:cubicBezTo>
                      <a:pt x="3496592" y="1464841"/>
                      <a:pt x="3489372" y="1860867"/>
                      <a:pt x="3330911" y="2246316"/>
                    </a:cubicBezTo>
                    <a:cubicBezTo>
                      <a:pt x="3130207" y="2734555"/>
                      <a:pt x="2772055" y="3055087"/>
                      <a:pt x="2267476" y="3211014"/>
                    </a:cubicBezTo>
                    <a:cubicBezTo>
                      <a:pt x="2083618" y="3267824"/>
                      <a:pt x="1894947" y="3299618"/>
                      <a:pt x="1703806" y="3319504"/>
                    </a:cubicBezTo>
                    <a:cubicBezTo>
                      <a:pt x="1544269" y="3336098"/>
                      <a:pt x="1384351" y="3344775"/>
                      <a:pt x="1224244" y="3350728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Icon4" descr="85d62ea2-9a10-4f3e-9e32-51fc2566b3e8">
                <a:extLst>
                  <a:ext uri="{FF2B5EF4-FFF2-40B4-BE49-F238E27FC236}">
                    <a16:creationId xmlns:a16="http://schemas.microsoft.com/office/drawing/2014/main" id="{3CCC4183-EC8E-3AFD-26E8-45DB8616E87E}"/>
                  </a:ext>
                </a:extLst>
              </p:cNvPr>
              <p:cNvSpPr/>
              <p:nvPr/>
            </p:nvSpPr>
            <p:spPr>
              <a:xfrm>
                <a:off x="10007915" y="2769676"/>
                <a:ext cx="313157" cy="302952"/>
              </a:xfrm>
              <a:custGeom>
                <a:avLst/>
                <a:gdLst>
                  <a:gd name="T0" fmla="*/ 7773 w 8679"/>
                  <a:gd name="T1" fmla="*/ 4113 h 8409"/>
                  <a:gd name="T2" fmla="*/ 6818 w 8679"/>
                  <a:gd name="T3" fmla="*/ 4140 h 8409"/>
                  <a:gd name="T4" fmla="*/ 5871 w 8679"/>
                  <a:gd name="T5" fmla="*/ 3246 h 8409"/>
                  <a:gd name="T6" fmla="*/ 7211 w 8679"/>
                  <a:gd name="T7" fmla="*/ 1941 h 8409"/>
                  <a:gd name="T8" fmla="*/ 6619 w 8679"/>
                  <a:gd name="T9" fmla="*/ 310 h 8409"/>
                  <a:gd name="T10" fmla="*/ 4889 w 8679"/>
                  <a:gd name="T11" fmla="*/ 773 h 8409"/>
                  <a:gd name="T12" fmla="*/ 4425 w 8679"/>
                  <a:gd name="T13" fmla="*/ 2895 h 8409"/>
                  <a:gd name="T14" fmla="*/ 3364 w 8679"/>
                  <a:gd name="T15" fmla="*/ 2470 h 8409"/>
                  <a:gd name="T16" fmla="*/ 1901 w 8679"/>
                  <a:gd name="T17" fmla="*/ 83 h 8409"/>
                  <a:gd name="T18" fmla="*/ 1527 w 8679"/>
                  <a:gd name="T19" fmla="*/ 131 h 8409"/>
                  <a:gd name="T20" fmla="*/ 1406 w 8679"/>
                  <a:gd name="T21" fmla="*/ 2998 h 8409"/>
                  <a:gd name="T22" fmla="*/ 3499 w 8679"/>
                  <a:gd name="T23" fmla="*/ 4166 h 8409"/>
                  <a:gd name="T24" fmla="*/ 1101 w 8679"/>
                  <a:gd name="T25" fmla="*/ 4637 h 8409"/>
                  <a:gd name="T26" fmla="*/ 2266 w 8679"/>
                  <a:gd name="T27" fmla="*/ 6418 h 8409"/>
                  <a:gd name="T28" fmla="*/ 2885 w 8679"/>
                  <a:gd name="T29" fmla="*/ 5781 h 8409"/>
                  <a:gd name="T30" fmla="*/ 3376 w 8679"/>
                  <a:gd name="T31" fmla="*/ 6164 h 8409"/>
                  <a:gd name="T32" fmla="*/ 3660 w 8679"/>
                  <a:gd name="T33" fmla="*/ 7959 h 8409"/>
                  <a:gd name="T34" fmla="*/ 5643 w 8679"/>
                  <a:gd name="T35" fmla="*/ 7833 h 8409"/>
                  <a:gd name="T36" fmla="*/ 5801 w 8679"/>
                  <a:gd name="T37" fmla="*/ 6460 h 8409"/>
                  <a:gd name="T38" fmla="*/ 5787 w 8679"/>
                  <a:gd name="T39" fmla="*/ 5013 h 8409"/>
                  <a:gd name="T40" fmla="*/ 7655 w 8679"/>
                  <a:gd name="T41" fmla="*/ 6205 h 8409"/>
                  <a:gd name="T42" fmla="*/ 7773 w 8679"/>
                  <a:gd name="T43" fmla="*/ 4113 h 8409"/>
                  <a:gd name="T44" fmla="*/ 1329 w 8679"/>
                  <a:gd name="T45" fmla="*/ 593 h 8409"/>
                  <a:gd name="T46" fmla="*/ 1850 w 8679"/>
                  <a:gd name="T47" fmla="*/ 2738 h 8409"/>
                  <a:gd name="T48" fmla="*/ 1329 w 8679"/>
                  <a:gd name="T49" fmla="*/ 593 h 8409"/>
                  <a:gd name="T50" fmla="*/ 1559 w 8679"/>
                  <a:gd name="T51" fmla="*/ 6228 h 8409"/>
                  <a:gd name="T52" fmla="*/ 1260 w 8679"/>
                  <a:gd name="T53" fmla="*/ 5536 h 8409"/>
                  <a:gd name="T54" fmla="*/ 2510 w 8679"/>
                  <a:gd name="T55" fmla="*/ 5733 h 8409"/>
                  <a:gd name="T56" fmla="*/ 1559 w 8679"/>
                  <a:gd name="T57" fmla="*/ 6228 h 8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679" h="8409">
                    <a:moveTo>
                      <a:pt x="7773" y="4113"/>
                    </a:moveTo>
                    <a:cubicBezTo>
                      <a:pt x="7494" y="3946"/>
                      <a:pt x="7158" y="4065"/>
                      <a:pt x="6818" y="4140"/>
                    </a:cubicBezTo>
                    <a:cubicBezTo>
                      <a:pt x="6184" y="4280"/>
                      <a:pt x="5364" y="3993"/>
                      <a:pt x="5871" y="3246"/>
                    </a:cubicBezTo>
                    <a:cubicBezTo>
                      <a:pt x="6156" y="2827"/>
                      <a:pt x="6992" y="2428"/>
                      <a:pt x="7211" y="1941"/>
                    </a:cubicBezTo>
                    <a:cubicBezTo>
                      <a:pt x="7446" y="1418"/>
                      <a:pt x="7410" y="771"/>
                      <a:pt x="6619" y="310"/>
                    </a:cubicBezTo>
                    <a:cubicBezTo>
                      <a:pt x="6089" y="1"/>
                      <a:pt x="5322" y="204"/>
                      <a:pt x="4889" y="773"/>
                    </a:cubicBezTo>
                    <a:cubicBezTo>
                      <a:pt x="4457" y="1342"/>
                      <a:pt x="4589" y="2189"/>
                      <a:pt x="4425" y="2895"/>
                    </a:cubicBezTo>
                    <a:cubicBezTo>
                      <a:pt x="4175" y="3973"/>
                      <a:pt x="3375" y="3254"/>
                      <a:pt x="3364" y="2470"/>
                    </a:cubicBezTo>
                    <a:cubicBezTo>
                      <a:pt x="3349" y="1448"/>
                      <a:pt x="3625" y="0"/>
                      <a:pt x="1901" y="83"/>
                    </a:cubicBezTo>
                    <a:cubicBezTo>
                      <a:pt x="1767" y="90"/>
                      <a:pt x="1642" y="106"/>
                      <a:pt x="1527" y="131"/>
                    </a:cubicBezTo>
                    <a:cubicBezTo>
                      <a:pt x="0" y="467"/>
                      <a:pt x="161" y="2353"/>
                      <a:pt x="1406" y="2998"/>
                    </a:cubicBezTo>
                    <a:cubicBezTo>
                      <a:pt x="2309" y="3465"/>
                      <a:pt x="3445" y="3650"/>
                      <a:pt x="3499" y="4166"/>
                    </a:cubicBezTo>
                    <a:cubicBezTo>
                      <a:pt x="3486" y="4707"/>
                      <a:pt x="1781" y="3403"/>
                      <a:pt x="1101" y="4637"/>
                    </a:cubicBezTo>
                    <a:cubicBezTo>
                      <a:pt x="578" y="5587"/>
                      <a:pt x="1237" y="7153"/>
                      <a:pt x="2266" y="6418"/>
                    </a:cubicBezTo>
                    <a:cubicBezTo>
                      <a:pt x="2457" y="6282"/>
                      <a:pt x="2663" y="6071"/>
                      <a:pt x="2885" y="5781"/>
                    </a:cubicBezTo>
                    <a:cubicBezTo>
                      <a:pt x="3733" y="4790"/>
                      <a:pt x="4290" y="5377"/>
                      <a:pt x="3376" y="6164"/>
                    </a:cubicBezTo>
                    <a:cubicBezTo>
                      <a:pt x="2659" y="6781"/>
                      <a:pt x="3155" y="7690"/>
                      <a:pt x="3660" y="7959"/>
                    </a:cubicBezTo>
                    <a:cubicBezTo>
                      <a:pt x="4301" y="8300"/>
                      <a:pt x="4950" y="8409"/>
                      <a:pt x="5643" y="7833"/>
                    </a:cubicBezTo>
                    <a:cubicBezTo>
                      <a:pt x="6180" y="7387"/>
                      <a:pt x="6081" y="6766"/>
                      <a:pt x="5801" y="6460"/>
                    </a:cubicBezTo>
                    <a:cubicBezTo>
                      <a:pt x="5010" y="5594"/>
                      <a:pt x="4864" y="4633"/>
                      <a:pt x="5787" y="5013"/>
                    </a:cubicBezTo>
                    <a:cubicBezTo>
                      <a:pt x="6401" y="5265"/>
                      <a:pt x="6899" y="6222"/>
                      <a:pt x="7655" y="6205"/>
                    </a:cubicBezTo>
                    <a:cubicBezTo>
                      <a:pt x="8551" y="5951"/>
                      <a:pt x="8679" y="4595"/>
                      <a:pt x="7773" y="4113"/>
                    </a:cubicBezTo>
                    <a:close/>
                    <a:moveTo>
                      <a:pt x="1329" y="593"/>
                    </a:moveTo>
                    <a:cubicBezTo>
                      <a:pt x="498" y="1472"/>
                      <a:pt x="1166" y="2174"/>
                      <a:pt x="1850" y="2738"/>
                    </a:cubicBezTo>
                    <a:cubicBezTo>
                      <a:pt x="450" y="1905"/>
                      <a:pt x="478" y="1138"/>
                      <a:pt x="1329" y="593"/>
                    </a:cubicBezTo>
                    <a:close/>
                    <a:moveTo>
                      <a:pt x="1559" y="6228"/>
                    </a:moveTo>
                    <a:cubicBezTo>
                      <a:pt x="1286" y="6107"/>
                      <a:pt x="1237" y="5845"/>
                      <a:pt x="1260" y="5536"/>
                    </a:cubicBezTo>
                    <a:cubicBezTo>
                      <a:pt x="1568" y="6396"/>
                      <a:pt x="2170" y="6100"/>
                      <a:pt x="2510" y="5733"/>
                    </a:cubicBezTo>
                    <a:cubicBezTo>
                      <a:pt x="2335" y="5961"/>
                      <a:pt x="2014" y="6429"/>
                      <a:pt x="1559" y="62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f9198ad-46ef-44fe-b808-3048209029d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获奖情况</a:t>
            </a:r>
            <a:endParaRPr lang="en-US" dirty="0"/>
          </a:p>
        </p:txBody>
      </p:sp>
      <p:sp>
        <p:nvSpPr>
          <p:cNvPr id="25" name="文本占位符 24" descr="8d2fb86b-9385-4f81-9215-cfa24f028e7a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回顾电影所获得的荣誉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奥斯卡奖项</a:t>
            </a:r>
            <a:endParaRPr lang="en-US" dirty="0"/>
          </a:p>
        </p:txBody>
      </p:sp>
      <p:grpSp>
        <p:nvGrpSpPr>
          <p:cNvPr id="6" name="54a8914b-312e-4733-8716-865a9e65dfd2.source.4.zh-Hans.pptx" descr="6440478a-a768-47b7-9550-58effe69ab74">
            <a:extLst>
              <a:ext uri="{FF2B5EF4-FFF2-40B4-BE49-F238E27FC236}">
                <a16:creationId xmlns:a16="http://schemas.microsoft.com/office/drawing/2014/main" id="{4DBD5DC3-8301-3120-EBFC-A57148D2AD9F}"/>
              </a:ext>
            </a:extLst>
          </p:cNvPr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4" name="Rectangle 4" descr="375437dd-8001-48da-9380-ba2af55a9135">
              <a:extLst>
                <a:ext uri="{FF2B5EF4-FFF2-40B4-BE49-F238E27FC236}">
                  <a16:creationId xmlns:a16="http://schemas.microsoft.com/office/drawing/2014/main" id="{3DDBEAB5-CFB8-B7A1-2645-191EB2FE7D60}"/>
                </a:ext>
              </a:extLst>
            </p:cNvPr>
            <p:cNvSpPr/>
            <p:nvPr/>
          </p:nvSpPr>
          <p:spPr>
            <a:xfrm flipH="1">
              <a:off x="0" y="5686266"/>
              <a:ext cx="12192000" cy="11717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" name="组合 2" descr="0bb7d206-893e-402b-9e6e-cf0f7c50c9bd">
              <a:extLst>
                <a:ext uri="{FF2B5EF4-FFF2-40B4-BE49-F238E27FC236}">
                  <a16:creationId xmlns:a16="http://schemas.microsoft.com/office/drawing/2014/main" id="{98FCB92E-A204-AD16-E8CD-0CC74692768B}"/>
                </a:ext>
              </a:extLst>
            </p:cNvPr>
            <p:cNvGrpSpPr/>
            <p:nvPr/>
          </p:nvGrpSpPr>
          <p:grpSpPr>
            <a:xfrm flipH="1">
              <a:off x="725301" y="1791111"/>
              <a:ext cx="5138997" cy="4154927"/>
              <a:chOff x="5852866" y="1556404"/>
              <a:chExt cx="5169671" cy="4179727"/>
            </a:xfrm>
          </p:grpSpPr>
          <p:grpSp>
            <p:nvGrpSpPr>
              <p:cNvPr id="5" name="组合 4" descr="d33ffc68-7ab7-4da1-8923-69713cbdaae0">
                <a:extLst>
                  <a:ext uri="{FF2B5EF4-FFF2-40B4-BE49-F238E27FC236}">
                    <a16:creationId xmlns:a16="http://schemas.microsoft.com/office/drawing/2014/main" id="{4D43ED4E-7ECD-1137-4AB3-BB1EF617AE8B}"/>
                  </a:ext>
                </a:extLst>
              </p:cNvPr>
              <p:cNvGrpSpPr/>
              <p:nvPr/>
            </p:nvGrpSpPr>
            <p:grpSpPr>
              <a:xfrm>
                <a:off x="6738968" y="1571525"/>
                <a:ext cx="4283569" cy="1967462"/>
                <a:chOff x="6738968" y="1571525"/>
                <a:chExt cx="4283569" cy="1967462"/>
              </a:xfrm>
            </p:grpSpPr>
            <p:grpSp>
              <p:nvGrpSpPr>
                <p:cNvPr id="572" name="组合 571" descr="386e05a9-09e8-4ec0-ba3a-6fed659cb183">
                  <a:extLst>
                    <a:ext uri="{FF2B5EF4-FFF2-40B4-BE49-F238E27FC236}">
                      <a16:creationId xmlns:a16="http://schemas.microsoft.com/office/drawing/2014/main" id="{F1192D12-61A9-8B96-F410-E1A8B5EC6F8C}"/>
                    </a:ext>
                  </a:extLst>
                </p:cNvPr>
                <p:cNvGrpSpPr/>
                <p:nvPr/>
              </p:nvGrpSpPr>
              <p:grpSpPr>
                <a:xfrm>
                  <a:off x="6738968" y="1571525"/>
                  <a:ext cx="492638" cy="303887"/>
                  <a:chOff x="6738968" y="1571525"/>
                  <a:chExt cx="492638" cy="303887"/>
                </a:xfrm>
                <a:noFill/>
              </p:grpSpPr>
              <p:sp>
                <p:nvSpPr>
                  <p:cNvPr id="585" name="任意多边形: 形状 584" descr="15b87e8b-1695-4af4-b001-ed5bc5480c52">
                    <a:extLst>
                      <a:ext uri="{FF2B5EF4-FFF2-40B4-BE49-F238E27FC236}">
                        <a16:creationId xmlns:a16="http://schemas.microsoft.com/office/drawing/2014/main" id="{037703E5-7F50-3046-F4B0-F7C90ABC7DAC}"/>
                      </a:ext>
                    </a:extLst>
                  </p:cNvPr>
                  <p:cNvSpPr/>
                  <p:nvPr/>
                </p:nvSpPr>
                <p:spPr>
                  <a:xfrm>
                    <a:off x="6985288" y="1672821"/>
                    <a:ext cx="246319" cy="101295"/>
                  </a:xfrm>
                  <a:custGeom>
                    <a:avLst/>
                    <a:gdLst>
                      <a:gd name="connsiteX0" fmla="*/ 0 w 246319"/>
                      <a:gd name="connsiteY0" fmla="*/ 0 h 101295"/>
                      <a:gd name="connsiteX1" fmla="*/ 246319 w 246319"/>
                      <a:gd name="connsiteY1" fmla="*/ 0 h 101295"/>
                      <a:gd name="connsiteX2" fmla="*/ 246319 w 246319"/>
                      <a:gd name="connsiteY2" fmla="*/ 101296 h 101295"/>
                      <a:gd name="connsiteX3" fmla="*/ 0 w 246319"/>
                      <a:gd name="connsiteY3" fmla="*/ 101296 h 1012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6319" h="101295">
                        <a:moveTo>
                          <a:pt x="0" y="0"/>
                        </a:moveTo>
                        <a:lnTo>
                          <a:pt x="246319" y="0"/>
                        </a:lnTo>
                        <a:lnTo>
                          <a:pt x="246319" y="101296"/>
                        </a:lnTo>
                        <a:lnTo>
                          <a:pt x="0" y="101296"/>
                        </a:lnTo>
                        <a:close/>
                      </a:path>
                    </a:pathLst>
                  </a:custGeom>
                  <a:noFill/>
                  <a:ln w="14417" cap="rnd">
                    <a:solidFill>
                      <a:srgbClr val="E9F4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6" name="任意多边形: 形状 585" descr="28184b71-44a8-49de-bdcd-4b16103c064f">
                    <a:extLst>
                      <a:ext uri="{FF2B5EF4-FFF2-40B4-BE49-F238E27FC236}">
                        <a16:creationId xmlns:a16="http://schemas.microsoft.com/office/drawing/2014/main" id="{5C64EB14-387D-95D4-1B09-144A216C005F}"/>
                      </a:ext>
                    </a:extLst>
                  </p:cNvPr>
                  <p:cNvSpPr/>
                  <p:nvPr/>
                </p:nvSpPr>
                <p:spPr>
                  <a:xfrm>
                    <a:off x="6738968" y="1672821"/>
                    <a:ext cx="246319" cy="101295"/>
                  </a:xfrm>
                  <a:custGeom>
                    <a:avLst/>
                    <a:gdLst>
                      <a:gd name="connsiteX0" fmla="*/ 0 w 246319"/>
                      <a:gd name="connsiteY0" fmla="*/ 0 h 101295"/>
                      <a:gd name="connsiteX1" fmla="*/ 246319 w 246319"/>
                      <a:gd name="connsiteY1" fmla="*/ 0 h 101295"/>
                      <a:gd name="connsiteX2" fmla="*/ 246319 w 246319"/>
                      <a:gd name="connsiteY2" fmla="*/ 101296 h 101295"/>
                      <a:gd name="connsiteX3" fmla="*/ 0 w 246319"/>
                      <a:gd name="connsiteY3" fmla="*/ 101296 h 1012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6319" h="101295">
                        <a:moveTo>
                          <a:pt x="0" y="0"/>
                        </a:moveTo>
                        <a:lnTo>
                          <a:pt x="246319" y="0"/>
                        </a:lnTo>
                        <a:lnTo>
                          <a:pt x="246319" y="101296"/>
                        </a:lnTo>
                        <a:lnTo>
                          <a:pt x="0" y="101296"/>
                        </a:lnTo>
                      </a:path>
                    </a:pathLst>
                  </a:custGeom>
                  <a:noFill/>
                  <a:ln w="14417" cap="rnd">
                    <a:solidFill>
                      <a:srgbClr val="E9F4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7" name="任意多边形: 形状 586" descr="7a804180-38a5-47db-913c-0bce0a34062a">
                    <a:extLst>
                      <a:ext uri="{FF2B5EF4-FFF2-40B4-BE49-F238E27FC236}">
                        <a16:creationId xmlns:a16="http://schemas.microsoft.com/office/drawing/2014/main" id="{5CC11432-00FE-CEDB-2E34-9DD8F50E6CBC}"/>
                      </a:ext>
                    </a:extLst>
                  </p:cNvPr>
                  <p:cNvSpPr/>
                  <p:nvPr/>
                </p:nvSpPr>
                <p:spPr>
                  <a:xfrm>
                    <a:off x="6862202" y="1774117"/>
                    <a:ext cx="246319" cy="101295"/>
                  </a:xfrm>
                  <a:custGeom>
                    <a:avLst/>
                    <a:gdLst>
                      <a:gd name="connsiteX0" fmla="*/ 0 w 246319"/>
                      <a:gd name="connsiteY0" fmla="*/ 0 h 101295"/>
                      <a:gd name="connsiteX1" fmla="*/ 246319 w 246319"/>
                      <a:gd name="connsiteY1" fmla="*/ 0 h 101295"/>
                      <a:gd name="connsiteX2" fmla="*/ 246319 w 246319"/>
                      <a:gd name="connsiteY2" fmla="*/ 101296 h 101295"/>
                      <a:gd name="connsiteX3" fmla="*/ 0 w 246319"/>
                      <a:gd name="connsiteY3" fmla="*/ 101296 h 1012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6319" h="101295">
                        <a:moveTo>
                          <a:pt x="0" y="0"/>
                        </a:moveTo>
                        <a:lnTo>
                          <a:pt x="246319" y="0"/>
                        </a:lnTo>
                        <a:lnTo>
                          <a:pt x="246319" y="101296"/>
                        </a:lnTo>
                        <a:lnTo>
                          <a:pt x="0" y="101296"/>
                        </a:lnTo>
                        <a:close/>
                      </a:path>
                    </a:pathLst>
                  </a:custGeom>
                  <a:noFill/>
                  <a:ln w="14417" cap="rnd">
                    <a:solidFill>
                      <a:srgbClr val="E9F4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8" name="任意多边形: 形状 587" descr="8f5d7b31-0574-4ecf-93b0-4be243dad737">
                    <a:extLst>
                      <a:ext uri="{FF2B5EF4-FFF2-40B4-BE49-F238E27FC236}">
                        <a16:creationId xmlns:a16="http://schemas.microsoft.com/office/drawing/2014/main" id="{D7224F10-91E9-73C5-1612-50F962D7A51D}"/>
                      </a:ext>
                    </a:extLst>
                  </p:cNvPr>
                  <p:cNvSpPr/>
                  <p:nvPr/>
                </p:nvSpPr>
                <p:spPr>
                  <a:xfrm>
                    <a:off x="6907844" y="1571525"/>
                    <a:ext cx="136925" cy="101295"/>
                  </a:xfrm>
                  <a:custGeom>
                    <a:avLst/>
                    <a:gdLst>
                      <a:gd name="connsiteX0" fmla="*/ 136926 w 136925"/>
                      <a:gd name="connsiteY0" fmla="*/ 0 h 101295"/>
                      <a:gd name="connsiteX1" fmla="*/ 136926 w 136925"/>
                      <a:gd name="connsiteY1" fmla="*/ 101296 h 101295"/>
                      <a:gd name="connsiteX2" fmla="*/ 0 w 136925"/>
                      <a:gd name="connsiteY2" fmla="*/ 101296 h 101295"/>
                      <a:gd name="connsiteX3" fmla="*/ 0 w 136925"/>
                      <a:gd name="connsiteY3" fmla="*/ 0 h 1012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6925" h="101295">
                        <a:moveTo>
                          <a:pt x="136926" y="0"/>
                        </a:moveTo>
                        <a:lnTo>
                          <a:pt x="136926" y="101296"/>
                        </a:lnTo>
                        <a:lnTo>
                          <a:pt x="0" y="101296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4417" cap="rnd">
                    <a:solidFill>
                      <a:srgbClr val="E9F4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73" name="组合 572" descr="acef4271-64ff-479f-a2ad-d5479cb7caaa">
                  <a:extLst>
                    <a:ext uri="{FF2B5EF4-FFF2-40B4-BE49-F238E27FC236}">
                      <a16:creationId xmlns:a16="http://schemas.microsoft.com/office/drawing/2014/main" id="{B552439D-9530-5C76-3BAA-79C86637012A}"/>
                    </a:ext>
                  </a:extLst>
                </p:cNvPr>
                <p:cNvGrpSpPr/>
                <p:nvPr/>
              </p:nvGrpSpPr>
              <p:grpSpPr>
                <a:xfrm>
                  <a:off x="10529899" y="3235101"/>
                  <a:ext cx="492638" cy="303886"/>
                  <a:chOff x="10529899" y="3235101"/>
                  <a:chExt cx="492638" cy="303886"/>
                </a:xfrm>
                <a:noFill/>
              </p:grpSpPr>
              <p:sp>
                <p:nvSpPr>
                  <p:cNvPr id="581" name="任意多边形: 形状 580" descr="861ed0b2-96b5-4d3a-bf41-5a526191813c">
                    <a:extLst>
                      <a:ext uri="{FF2B5EF4-FFF2-40B4-BE49-F238E27FC236}">
                        <a16:creationId xmlns:a16="http://schemas.microsoft.com/office/drawing/2014/main" id="{10679CB4-1B63-3885-AEE4-9325FFAFF6C9}"/>
                      </a:ext>
                    </a:extLst>
                  </p:cNvPr>
                  <p:cNvSpPr/>
                  <p:nvPr/>
                </p:nvSpPr>
                <p:spPr>
                  <a:xfrm>
                    <a:off x="10776218" y="3336396"/>
                    <a:ext cx="246319" cy="101295"/>
                  </a:xfrm>
                  <a:custGeom>
                    <a:avLst/>
                    <a:gdLst>
                      <a:gd name="connsiteX0" fmla="*/ 0 w 246319"/>
                      <a:gd name="connsiteY0" fmla="*/ 0 h 101295"/>
                      <a:gd name="connsiteX1" fmla="*/ 246319 w 246319"/>
                      <a:gd name="connsiteY1" fmla="*/ 0 h 101295"/>
                      <a:gd name="connsiteX2" fmla="*/ 246319 w 246319"/>
                      <a:gd name="connsiteY2" fmla="*/ 101296 h 101295"/>
                      <a:gd name="connsiteX3" fmla="*/ 0 w 246319"/>
                      <a:gd name="connsiteY3" fmla="*/ 101296 h 1012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6319" h="101295">
                        <a:moveTo>
                          <a:pt x="0" y="0"/>
                        </a:moveTo>
                        <a:lnTo>
                          <a:pt x="246319" y="0"/>
                        </a:lnTo>
                        <a:lnTo>
                          <a:pt x="246319" y="101296"/>
                        </a:lnTo>
                        <a:lnTo>
                          <a:pt x="0" y="101296"/>
                        </a:lnTo>
                        <a:close/>
                      </a:path>
                    </a:pathLst>
                  </a:custGeom>
                  <a:noFill/>
                  <a:ln w="14417" cap="rnd">
                    <a:solidFill>
                      <a:srgbClr val="E9F4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2" name="任意多边形: 形状 581" descr="c8f8ece8-f918-492f-baf3-12d7bfce9c83">
                    <a:extLst>
                      <a:ext uri="{FF2B5EF4-FFF2-40B4-BE49-F238E27FC236}">
                        <a16:creationId xmlns:a16="http://schemas.microsoft.com/office/drawing/2014/main" id="{969A5533-3A06-C422-B69E-72B0A45BBCB2}"/>
                      </a:ext>
                    </a:extLst>
                  </p:cNvPr>
                  <p:cNvSpPr/>
                  <p:nvPr/>
                </p:nvSpPr>
                <p:spPr>
                  <a:xfrm>
                    <a:off x="10529899" y="3336396"/>
                    <a:ext cx="246319" cy="101295"/>
                  </a:xfrm>
                  <a:custGeom>
                    <a:avLst/>
                    <a:gdLst>
                      <a:gd name="connsiteX0" fmla="*/ 0 w 246319"/>
                      <a:gd name="connsiteY0" fmla="*/ 0 h 101295"/>
                      <a:gd name="connsiteX1" fmla="*/ 246319 w 246319"/>
                      <a:gd name="connsiteY1" fmla="*/ 0 h 101295"/>
                      <a:gd name="connsiteX2" fmla="*/ 246319 w 246319"/>
                      <a:gd name="connsiteY2" fmla="*/ 101295 h 101295"/>
                      <a:gd name="connsiteX3" fmla="*/ 0 w 246319"/>
                      <a:gd name="connsiteY3" fmla="*/ 101295 h 1012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6319" h="101295">
                        <a:moveTo>
                          <a:pt x="0" y="0"/>
                        </a:moveTo>
                        <a:lnTo>
                          <a:pt x="246319" y="0"/>
                        </a:lnTo>
                        <a:lnTo>
                          <a:pt x="246319" y="101295"/>
                        </a:lnTo>
                        <a:lnTo>
                          <a:pt x="0" y="101295"/>
                        </a:lnTo>
                      </a:path>
                    </a:pathLst>
                  </a:custGeom>
                  <a:noFill/>
                  <a:ln w="14417" cap="rnd">
                    <a:solidFill>
                      <a:srgbClr val="E9F4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3" name="任意多边形: 形状 582" descr="a54f4203-389a-408b-a0d0-26525f69f3be">
                    <a:extLst>
                      <a:ext uri="{FF2B5EF4-FFF2-40B4-BE49-F238E27FC236}">
                        <a16:creationId xmlns:a16="http://schemas.microsoft.com/office/drawing/2014/main" id="{92B19E33-9592-654E-089F-C5EBD26CCB8F}"/>
                      </a:ext>
                    </a:extLst>
                  </p:cNvPr>
                  <p:cNvSpPr/>
                  <p:nvPr/>
                </p:nvSpPr>
                <p:spPr>
                  <a:xfrm>
                    <a:off x="10652985" y="3437692"/>
                    <a:ext cx="246319" cy="101295"/>
                  </a:xfrm>
                  <a:custGeom>
                    <a:avLst/>
                    <a:gdLst>
                      <a:gd name="connsiteX0" fmla="*/ 0 w 246319"/>
                      <a:gd name="connsiteY0" fmla="*/ 0 h 101295"/>
                      <a:gd name="connsiteX1" fmla="*/ 246319 w 246319"/>
                      <a:gd name="connsiteY1" fmla="*/ 0 h 101295"/>
                      <a:gd name="connsiteX2" fmla="*/ 246319 w 246319"/>
                      <a:gd name="connsiteY2" fmla="*/ 101296 h 101295"/>
                      <a:gd name="connsiteX3" fmla="*/ 0 w 246319"/>
                      <a:gd name="connsiteY3" fmla="*/ 101296 h 1012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6319" h="101295">
                        <a:moveTo>
                          <a:pt x="0" y="0"/>
                        </a:moveTo>
                        <a:lnTo>
                          <a:pt x="246319" y="0"/>
                        </a:lnTo>
                        <a:lnTo>
                          <a:pt x="246319" y="101296"/>
                        </a:lnTo>
                        <a:lnTo>
                          <a:pt x="0" y="101296"/>
                        </a:lnTo>
                        <a:close/>
                      </a:path>
                    </a:pathLst>
                  </a:custGeom>
                  <a:noFill/>
                  <a:ln w="14417" cap="rnd">
                    <a:solidFill>
                      <a:srgbClr val="E9F4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4" name="任意多边形: 形状 583" descr="0cc17645-9eb5-4091-a8b8-cbb39e68f011">
                    <a:extLst>
                      <a:ext uri="{FF2B5EF4-FFF2-40B4-BE49-F238E27FC236}">
                        <a16:creationId xmlns:a16="http://schemas.microsoft.com/office/drawing/2014/main" id="{06A88636-6AA8-F284-C4F7-B456D25EBBE2}"/>
                      </a:ext>
                    </a:extLst>
                  </p:cNvPr>
                  <p:cNvSpPr/>
                  <p:nvPr/>
                </p:nvSpPr>
                <p:spPr>
                  <a:xfrm>
                    <a:off x="10698774" y="3235101"/>
                    <a:ext cx="136926" cy="101295"/>
                  </a:xfrm>
                  <a:custGeom>
                    <a:avLst/>
                    <a:gdLst>
                      <a:gd name="connsiteX0" fmla="*/ 136926 w 136926"/>
                      <a:gd name="connsiteY0" fmla="*/ 0 h 101295"/>
                      <a:gd name="connsiteX1" fmla="*/ 136926 w 136926"/>
                      <a:gd name="connsiteY1" fmla="*/ 101296 h 101295"/>
                      <a:gd name="connsiteX2" fmla="*/ 0 w 136926"/>
                      <a:gd name="connsiteY2" fmla="*/ 101296 h 101295"/>
                      <a:gd name="connsiteX3" fmla="*/ 0 w 136926"/>
                      <a:gd name="connsiteY3" fmla="*/ 0 h 1012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6926" h="101295">
                        <a:moveTo>
                          <a:pt x="136926" y="0"/>
                        </a:moveTo>
                        <a:lnTo>
                          <a:pt x="136926" y="101296"/>
                        </a:lnTo>
                        <a:lnTo>
                          <a:pt x="0" y="101296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4417" cap="rnd">
                    <a:solidFill>
                      <a:srgbClr val="E9F4FF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8" name="组合 7" descr="49f972f6-f844-45b9-9ed4-0ccc9f6ba681">
                <a:extLst>
                  <a:ext uri="{FF2B5EF4-FFF2-40B4-BE49-F238E27FC236}">
                    <a16:creationId xmlns:a16="http://schemas.microsoft.com/office/drawing/2014/main" id="{F7EB29D3-FBE1-9AF6-551A-54F669296FD0}"/>
                  </a:ext>
                </a:extLst>
              </p:cNvPr>
              <p:cNvGrpSpPr/>
              <p:nvPr/>
            </p:nvGrpSpPr>
            <p:grpSpPr>
              <a:xfrm>
                <a:off x="6271065" y="1556404"/>
                <a:ext cx="4646408" cy="4179726"/>
                <a:chOff x="6271065" y="1556404"/>
                <a:chExt cx="4646408" cy="4179726"/>
              </a:xfrm>
            </p:grpSpPr>
            <p:sp>
              <p:nvSpPr>
                <p:cNvPr id="65" name="任意多边形: 形状 64" descr="f6b38893-b793-4d53-8029-a5c63a49e28e">
                  <a:extLst>
                    <a:ext uri="{FF2B5EF4-FFF2-40B4-BE49-F238E27FC236}">
                      <a16:creationId xmlns:a16="http://schemas.microsoft.com/office/drawing/2014/main" id="{93DF9855-4994-1F93-F95B-B8447DCC0109}"/>
                    </a:ext>
                  </a:extLst>
                </p:cNvPr>
                <p:cNvSpPr/>
                <p:nvPr/>
              </p:nvSpPr>
              <p:spPr>
                <a:xfrm>
                  <a:off x="7882814" y="2996474"/>
                  <a:ext cx="1114693" cy="412507"/>
                </a:xfrm>
                <a:custGeom>
                  <a:avLst/>
                  <a:gdLst>
                    <a:gd name="connsiteX0" fmla="*/ 0 w 1114693"/>
                    <a:gd name="connsiteY0" fmla="*/ 258503 h 412507"/>
                    <a:gd name="connsiteX1" fmla="*/ 1114694 w 1114693"/>
                    <a:gd name="connsiteY1" fmla="*/ 65040 h 412507"/>
                    <a:gd name="connsiteX2" fmla="*/ 1024146 w 1114693"/>
                    <a:gd name="connsiteY2" fmla="*/ 306942 h 412507"/>
                    <a:gd name="connsiteX3" fmla="*/ 206272 w 1114693"/>
                    <a:gd name="connsiteY3" fmla="*/ 412508 h 412507"/>
                    <a:gd name="connsiteX4" fmla="*/ 0 w 1114693"/>
                    <a:gd name="connsiteY4" fmla="*/ 258356 h 4125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4693" h="412507">
                      <a:moveTo>
                        <a:pt x="0" y="258503"/>
                      </a:moveTo>
                      <a:cubicBezTo>
                        <a:pt x="76119" y="88450"/>
                        <a:pt x="888398" y="-103099"/>
                        <a:pt x="1114694" y="65040"/>
                      </a:cubicBezTo>
                      <a:lnTo>
                        <a:pt x="1024146" y="306942"/>
                      </a:lnTo>
                      <a:lnTo>
                        <a:pt x="206272" y="412508"/>
                      </a:lnTo>
                      <a:lnTo>
                        <a:pt x="0" y="258356"/>
                      </a:lnTo>
                      <a:close/>
                    </a:path>
                  </a:pathLst>
                </a:custGeom>
                <a:solidFill>
                  <a:srgbClr val="100D14"/>
                </a:solidFill>
                <a:ln w="14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66" name="组合 65" descr="555a8f8b-6a8d-4839-ae30-ece870f81f49">
                  <a:extLst>
                    <a:ext uri="{FF2B5EF4-FFF2-40B4-BE49-F238E27FC236}">
                      <a16:creationId xmlns:a16="http://schemas.microsoft.com/office/drawing/2014/main" id="{767E25A6-93D2-AD0E-6CD3-9E132A4295A0}"/>
                    </a:ext>
                  </a:extLst>
                </p:cNvPr>
                <p:cNvGrpSpPr/>
                <p:nvPr/>
              </p:nvGrpSpPr>
              <p:grpSpPr>
                <a:xfrm>
                  <a:off x="7802221" y="1556404"/>
                  <a:ext cx="1522428" cy="1830639"/>
                  <a:chOff x="7802221" y="1556404"/>
                  <a:chExt cx="1522428" cy="1830639"/>
                </a:xfrm>
              </p:grpSpPr>
              <p:sp>
                <p:nvSpPr>
                  <p:cNvPr id="550" name="任意多边形: 形状 549" descr="d069184f-9948-498d-b3d8-7ee90afd1792">
                    <a:extLst>
                      <a:ext uri="{FF2B5EF4-FFF2-40B4-BE49-F238E27FC236}">
                        <a16:creationId xmlns:a16="http://schemas.microsoft.com/office/drawing/2014/main" id="{65D314E7-03A9-685F-6621-1CF56EF05048}"/>
                      </a:ext>
                    </a:extLst>
                  </p:cNvPr>
                  <p:cNvSpPr/>
                  <p:nvPr/>
                </p:nvSpPr>
                <p:spPr>
                  <a:xfrm>
                    <a:off x="7802221" y="1688778"/>
                    <a:ext cx="1522428" cy="1438368"/>
                  </a:xfrm>
                  <a:custGeom>
                    <a:avLst/>
                    <a:gdLst>
                      <a:gd name="connsiteX0" fmla="*/ 1178061 w 1522428"/>
                      <a:gd name="connsiteY0" fmla="*/ 21146 h 1438368"/>
                      <a:gd name="connsiteX1" fmla="*/ 1396995 w 1522428"/>
                      <a:gd name="connsiteY1" fmla="*/ 676623 h 1438368"/>
                      <a:gd name="connsiteX2" fmla="*/ 1458390 w 1522428"/>
                      <a:gd name="connsiteY2" fmla="*/ 1288077 h 1438368"/>
                      <a:gd name="connsiteX3" fmla="*/ 866517 w 1522428"/>
                      <a:gd name="connsiteY3" fmla="*/ 1288077 h 1438368"/>
                      <a:gd name="connsiteX4" fmla="*/ 437925 w 1522428"/>
                      <a:gd name="connsiteY4" fmla="*/ 1133336 h 1438368"/>
                      <a:gd name="connsiteX5" fmla="*/ 9333 w 1522428"/>
                      <a:gd name="connsiteY5" fmla="*/ 1037488 h 1438368"/>
                      <a:gd name="connsiteX6" fmla="*/ 333538 w 1522428"/>
                      <a:gd name="connsiteY6" fmla="*/ 701063 h 1438368"/>
                      <a:gd name="connsiteX7" fmla="*/ 1178061 w 1522428"/>
                      <a:gd name="connsiteY7" fmla="*/ 20998 h 1438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522428" h="1438368">
                        <a:moveTo>
                          <a:pt x="1178061" y="21146"/>
                        </a:moveTo>
                        <a:cubicBezTo>
                          <a:pt x="1382272" y="224767"/>
                          <a:pt x="1338102" y="477712"/>
                          <a:pt x="1396995" y="676623"/>
                        </a:cubicBezTo>
                        <a:cubicBezTo>
                          <a:pt x="1455888" y="875533"/>
                          <a:pt x="1608273" y="1101535"/>
                          <a:pt x="1458390" y="1288077"/>
                        </a:cubicBezTo>
                        <a:cubicBezTo>
                          <a:pt x="1308508" y="1474767"/>
                          <a:pt x="967225" y="1501711"/>
                          <a:pt x="866517" y="1288077"/>
                        </a:cubicBezTo>
                        <a:cubicBezTo>
                          <a:pt x="765811" y="1074443"/>
                          <a:pt x="569403" y="1047353"/>
                          <a:pt x="437925" y="1133336"/>
                        </a:cubicBezTo>
                        <a:cubicBezTo>
                          <a:pt x="306594" y="1219320"/>
                          <a:pt x="68373" y="1224179"/>
                          <a:pt x="9333" y="1037488"/>
                        </a:cubicBezTo>
                        <a:cubicBezTo>
                          <a:pt x="-49560" y="850798"/>
                          <a:pt x="183656" y="691198"/>
                          <a:pt x="333538" y="701063"/>
                        </a:cubicBezTo>
                        <a:cubicBezTo>
                          <a:pt x="483420" y="710927"/>
                          <a:pt x="610334" y="-143313"/>
                          <a:pt x="1178061" y="20998"/>
                        </a:cubicBezTo>
                        <a:close/>
                      </a:path>
                    </a:pathLst>
                  </a:custGeom>
                  <a:solidFill>
                    <a:srgbClr val="100D14"/>
                  </a:solidFill>
                  <a:ln w="1471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51" name="组合 550" descr="a0b94174-51ec-4fc5-b954-25b9f14290fb">
                    <a:extLst>
                      <a:ext uri="{FF2B5EF4-FFF2-40B4-BE49-F238E27FC236}">
                        <a16:creationId xmlns:a16="http://schemas.microsoft.com/office/drawing/2014/main" id="{9263429D-43CC-2926-35A2-39B4AEBDD4B3}"/>
                      </a:ext>
                    </a:extLst>
                  </p:cNvPr>
                  <p:cNvGrpSpPr/>
                  <p:nvPr/>
                </p:nvGrpSpPr>
                <p:grpSpPr>
                  <a:xfrm>
                    <a:off x="8125894" y="2580065"/>
                    <a:ext cx="729387" cy="806979"/>
                    <a:chOff x="8125894" y="2580065"/>
                    <a:chExt cx="729387" cy="806979"/>
                  </a:xfrm>
                </p:grpSpPr>
                <p:sp>
                  <p:nvSpPr>
                    <p:cNvPr id="569" name="任意多边形: 形状 568" descr="f89cbcfd-58cd-4c9e-a9dd-dac4074af9e2">
                      <a:extLst>
                        <a:ext uri="{FF2B5EF4-FFF2-40B4-BE49-F238E27FC236}">
                          <a16:creationId xmlns:a16="http://schemas.microsoft.com/office/drawing/2014/main" id="{B4AF36F0-093E-1AF4-9775-484AF65139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25894" y="2580065"/>
                      <a:ext cx="729387" cy="806979"/>
                    </a:xfrm>
                    <a:custGeom>
                      <a:avLst/>
                      <a:gdLst>
                        <a:gd name="connsiteX0" fmla="*/ 100707 w 729387"/>
                        <a:gd name="connsiteY0" fmla="*/ 94817 h 806979"/>
                        <a:gd name="connsiteX1" fmla="*/ 0 w 729387"/>
                        <a:gd name="connsiteY1" fmla="*/ 806979 h 806979"/>
                        <a:gd name="connsiteX2" fmla="*/ 594376 w 729387"/>
                        <a:gd name="connsiteY2" fmla="*/ 792256 h 806979"/>
                        <a:gd name="connsiteX3" fmla="*/ 729388 w 729387"/>
                        <a:gd name="connsiteY3" fmla="*/ 0 h 806979"/>
                        <a:gd name="connsiteX4" fmla="*/ 100707 w 729387"/>
                        <a:gd name="connsiteY4" fmla="*/ 94817 h 8069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29387" h="806979">
                          <a:moveTo>
                            <a:pt x="100707" y="94817"/>
                          </a:moveTo>
                          <a:lnTo>
                            <a:pt x="0" y="806979"/>
                          </a:lnTo>
                          <a:lnTo>
                            <a:pt x="594376" y="792256"/>
                          </a:lnTo>
                          <a:lnTo>
                            <a:pt x="729388" y="0"/>
                          </a:lnTo>
                          <a:lnTo>
                            <a:pt x="100707" y="94817"/>
                          </a:lnTo>
                          <a:close/>
                        </a:path>
                      </a:pathLst>
                    </a:custGeom>
                    <a:solidFill>
                      <a:srgbClr val="E5987D"/>
                    </a:solidFill>
                    <a:ln w="1471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70" name="任意多边形: 形状 569" descr="3d5464f2-b923-4c81-b50e-820fdf45d59a">
                      <a:extLst>
                        <a:ext uri="{FF2B5EF4-FFF2-40B4-BE49-F238E27FC236}">
                          <a16:creationId xmlns:a16="http://schemas.microsoft.com/office/drawing/2014/main" id="{DCF66314-5449-D8D3-4B7F-75E64CF6BD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79192" y="2669288"/>
                      <a:ext cx="482773" cy="340694"/>
                    </a:xfrm>
                    <a:custGeom>
                      <a:avLst/>
                      <a:gdLst>
                        <a:gd name="connsiteX0" fmla="*/ 0 w 482773"/>
                        <a:gd name="connsiteY0" fmla="*/ 340695 h 340694"/>
                        <a:gd name="connsiteX1" fmla="*/ 482774 w 482773"/>
                        <a:gd name="connsiteY1" fmla="*/ 0 h 340694"/>
                        <a:gd name="connsiteX2" fmla="*/ 47409 w 482773"/>
                        <a:gd name="connsiteY2" fmla="*/ 5594 h 340694"/>
                        <a:gd name="connsiteX3" fmla="*/ 0 w 482773"/>
                        <a:gd name="connsiteY3" fmla="*/ 340695 h 3406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82773" h="340694">
                          <a:moveTo>
                            <a:pt x="0" y="340695"/>
                          </a:moveTo>
                          <a:lnTo>
                            <a:pt x="482774" y="0"/>
                          </a:lnTo>
                          <a:lnTo>
                            <a:pt x="47409" y="5594"/>
                          </a:lnTo>
                          <a:lnTo>
                            <a:pt x="0" y="340695"/>
                          </a:lnTo>
                          <a:close/>
                        </a:path>
                      </a:pathLst>
                    </a:custGeom>
                    <a:solidFill>
                      <a:srgbClr val="DB785E"/>
                    </a:solidFill>
                    <a:ln w="1471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552" name="组合 551" descr="7d8bee0c-670a-4679-8e8f-cee56bc0b2f1">
                    <a:extLst>
                      <a:ext uri="{FF2B5EF4-FFF2-40B4-BE49-F238E27FC236}">
                        <a16:creationId xmlns:a16="http://schemas.microsoft.com/office/drawing/2014/main" id="{4314E163-D9C8-BCDD-4516-DA9D15E883C1}"/>
                      </a:ext>
                    </a:extLst>
                  </p:cNvPr>
                  <p:cNvGrpSpPr/>
                  <p:nvPr/>
                </p:nvGrpSpPr>
                <p:grpSpPr>
                  <a:xfrm>
                    <a:off x="7925511" y="1556404"/>
                    <a:ext cx="1189425" cy="1218490"/>
                    <a:chOff x="7925511" y="1556404"/>
                    <a:chExt cx="1189425" cy="1218490"/>
                  </a:xfrm>
                </p:grpSpPr>
                <p:sp>
                  <p:nvSpPr>
                    <p:cNvPr id="553" name="任意多边形: 形状 552" descr="f457d471-7848-4a67-b349-45cb285036cc">
                      <a:extLst>
                        <a:ext uri="{FF2B5EF4-FFF2-40B4-BE49-F238E27FC236}">
                          <a16:creationId xmlns:a16="http://schemas.microsoft.com/office/drawing/2014/main" id="{DCFB40AF-88FE-C5C9-AB4A-31C06013FE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065" y="1752267"/>
                      <a:ext cx="987588" cy="1022628"/>
                    </a:xfrm>
                    <a:custGeom>
                      <a:avLst/>
                      <a:gdLst>
                        <a:gd name="connsiteX0" fmla="*/ 661177 w 987588"/>
                        <a:gd name="connsiteY0" fmla="*/ 18759 h 1022628"/>
                        <a:gd name="connsiteX1" fmla="*/ 547 w 987588"/>
                        <a:gd name="connsiteY1" fmla="*/ 549236 h 1022628"/>
                        <a:gd name="connsiteX2" fmla="*/ 558115 w 987588"/>
                        <a:gd name="connsiteY2" fmla="*/ 1010955 h 1022628"/>
                        <a:gd name="connsiteX3" fmla="*/ 983321 w 987588"/>
                        <a:gd name="connsiteY3" fmla="*/ 403329 h 1022628"/>
                        <a:gd name="connsiteX4" fmla="*/ 661325 w 987588"/>
                        <a:gd name="connsiteY4" fmla="*/ 18759 h 10226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87588" h="1022628">
                          <a:moveTo>
                            <a:pt x="661177" y="18759"/>
                          </a:moveTo>
                          <a:cubicBezTo>
                            <a:pt x="357732" y="-69875"/>
                            <a:pt x="15270" y="163635"/>
                            <a:pt x="547" y="549236"/>
                          </a:cubicBezTo>
                          <a:cubicBezTo>
                            <a:pt x="-14176" y="934836"/>
                            <a:pt x="270718" y="1064989"/>
                            <a:pt x="558115" y="1010955"/>
                          </a:cubicBezTo>
                          <a:cubicBezTo>
                            <a:pt x="845512" y="956921"/>
                            <a:pt x="1017332" y="689253"/>
                            <a:pt x="983321" y="403329"/>
                          </a:cubicBezTo>
                          <a:cubicBezTo>
                            <a:pt x="958291" y="193376"/>
                            <a:pt x="820924" y="65431"/>
                            <a:pt x="661325" y="18759"/>
                          </a:cubicBezTo>
                          <a:close/>
                        </a:path>
                      </a:pathLst>
                    </a:custGeom>
                    <a:solidFill>
                      <a:srgbClr val="E5987D"/>
                    </a:solidFill>
                    <a:ln w="1471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54" name="任意多边形: 形状 553" descr="a7ccb5ae-a046-43ed-a70a-0e32d78414f5">
                      <a:extLst>
                        <a:ext uri="{FF2B5EF4-FFF2-40B4-BE49-F238E27FC236}">
                          <a16:creationId xmlns:a16="http://schemas.microsoft.com/office/drawing/2014/main" id="{24EE1841-98C0-0625-D59A-B8B85F3D41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51517" y="1556404"/>
                      <a:ext cx="1162265" cy="885115"/>
                    </a:xfrm>
                    <a:custGeom>
                      <a:avLst/>
                      <a:gdLst>
                        <a:gd name="connsiteX0" fmla="*/ 50850 w 1162265"/>
                        <a:gd name="connsiteY0" fmla="*/ 501282 h 885115"/>
                        <a:gd name="connsiteX1" fmla="*/ 611657 w 1162265"/>
                        <a:gd name="connsiteY1" fmla="*/ 600222 h 885115"/>
                        <a:gd name="connsiteX2" fmla="*/ 840014 w 1162265"/>
                        <a:gd name="connsiteY2" fmla="*/ 388943 h 885115"/>
                        <a:gd name="connsiteX3" fmla="*/ 822787 w 1162265"/>
                        <a:gd name="connsiteY3" fmla="*/ 707112 h 885115"/>
                        <a:gd name="connsiteX4" fmla="*/ 793341 w 1162265"/>
                        <a:gd name="connsiteY4" fmla="*/ 853166 h 885115"/>
                        <a:gd name="connsiteX5" fmla="*/ 896551 w 1162265"/>
                        <a:gd name="connsiteY5" fmla="*/ 885116 h 885115"/>
                        <a:gd name="connsiteX6" fmla="*/ 1035980 w 1162265"/>
                        <a:gd name="connsiteY6" fmla="*/ 779403 h 885115"/>
                        <a:gd name="connsiteX7" fmla="*/ 1078235 w 1162265"/>
                        <a:gd name="connsiteY7" fmla="*/ 209762 h 885115"/>
                        <a:gd name="connsiteX8" fmla="*/ 423053 w 1162265"/>
                        <a:gd name="connsiteY8" fmla="*/ 20716 h 885115"/>
                        <a:gd name="connsiteX9" fmla="*/ 3000 w 1162265"/>
                        <a:gd name="connsiteY9" fmla="*/ 422218 h 885115"/>
                        <a:gd name="connsiteX10" fmla="*/ 50850 w 1162265"/>
                        <a:gd name="connsiteY10" fmla="*/ 501429 h 885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162265" h="885115">
                          <a:moveTo>
                            <a:pt x="50850" y="501282"/>
                          </a:moveTo>
                          <a:lnTo>
                            <a:pt x="611657" y="600222"/>
                          </a:lnTo>
                          <a:cubicBezTo>
                            <a:pt x="611657" y="600222"/>
                            <a:pt x="709860" y="423396"/>
                            <a:pt x="840014" y="388943"/>
                          </a:cubicBezTo>
                          <a:cubicBezTo>
                            <a:pt x="729442" y="558408"/>
                            <a:pt x="822787" y="707112"/>
                            <a:pt x="822787" y="707112"/>
                          </a:cubicBezTo>
                          <a:lnTo>
                            <a:pt x="793341" y="853166"/>
                          </a:lnTo>
                          <a:lnTo>
                            <a:pt x="896551" y="885116"/>
                          </a:lnTo>
                          <a:cubicBezTo>
                            <a:pt x="896551" y="885116"/>
                            <a:pt x="947051" y="774397"/>
                            <a:pt x="1035980" y="779403"/>
                          </a:cubicBezTo>
                          <a:cubicBezTo>
                            <a:pt x="1191162" y="762324"/>
                            <a:pt x="1201027" y="386588"/>
                            <a:pt x="1078235" y="209762"/>
                          </a:cubicBezTo>
                          <a:cubicBezTo>
                            <a:pt x="1013453" y="116564"/>
                            <a:pt x="797022" y="-60409"/>
                            <a:pt x="423053" y="20716"/>
                          </a:cubicBezTo>
                          <a:cubicBezTo>
                            <a:pt x="147287" y="80492"/>
                            <a:pt x="40249" y="307230"/>
                            <a:pt x="3000" y="422218"/>
                          </a:cubicBezTo>
                          <a:cubicBezTo>
                            <a:pt x="-8485" y="457701"/>
                            <a:pt x="14189" y="494951"/>
                            <a:pt x="50850" y="501429"/>
                          </a:cubicBezTo>
                          <a:close/>
                        </a:path>
                      </a:pathLst>
                    </a:custGeom>
                    <a:solidFill>
                      <a:srgbClr val="100D14"/>
                    </a:solidFill>
                    <a:ln w="1471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555" name="组合 554" descr="c5956b4a-d120-47fb-92c6-55c7a516f18a">
                      <a:extLst>
                        <a:ext uri="{FF2B5EF4-FFF2-40B4-BE49-F238E27FC236}">
                          <a16:creationId xmlns:a16="http://schemas.microsoft.com/office/drawing/2014/main" id="{F5A7B20B-B2A8-1389-6B6C-3610B47346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25511" y="2118934"/>
                      <a:ext cx="647084" cy="417179"/>
                      <a:chOff x="7925511" y="2118934"/>
                      <a:chExt cx="647084" cy="417179"/>
                    </a:xfrm>
                  </p:grpSpPr>
                  <p:sp>
                    <p:nvSpPr>
                      <p:cNvPr id="560" name="任意多边形: 形状 559" descr="5f4503fe-7a64-4bbd-a6fa-5529eb3e5da5">
                        <a:extLst>
                          <a:ext uri="{FF2B5EF4-FFF2-40B4-BE49-F238E27FC236}">
                            <a16:creationId xmlns:a16="http://schemas.microsoft.com/office/drawing/2014/main" id="{4DBF8202-DFD0-DDDF-F0C5-F85FF0E6B7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64145" y="2503504"/>
                        <a:ext cx="163869" cy="32609"/>
                      </a:xfrm>
                      <a:custGeom>
                        <a:avLst/>
                        <a:gdLst>
                          <a:gd name="connsiteX0" fmla="*/ 0 w 163869"/>
                          <a:gd name="connsiteY0" fmla="*/ 11042 h 32609"/>
                          <a:gd name="connsiteX1" fmla="*/ 163869 w 163869"/>
                          <a:gd name="connsiteY1" fmla="*/ 0 h 326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</a:cxnLst>
                        <a:rect l="l" t="t" r="r" b="b"/>
                        <a:pathLst>
                          <a:path w="163869" h="32609">
                            <a:moveTo>
                              <a:pt x="0" y="11042"/>
                            </a:moveTo>
                            <a:cubicBezTo>
                              <a:pt x="0" y="11042"/>
                              <a:pt x="79211" y="66254"/>
                              <a:pt x="163869" y="0"/>
                            </a:cubicBezTo>
                          </a:path>
                        </a:pathLst>
                      </a:custGeom>
                      <a:noFill/>
                      <a:ln w="14417" cap="rnd">
                        <a:solidFill>
                          <a:srgbClr val="100D14"/>
                        </a:solidFill>
                        <a:prstDash val="solid"/>
                        <a:round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561" name="组合 560" descr="087f5551-e23b-40f7-a796-eff395a34bdf">
                        <a:extLst>
                          <a:ext uri="{FF2B5EF4-FFF2-40B4-BE49-F238E27FC236}">
                            <a16:creationId xmlns:a16="http://schemas.microsoft.com/office/drawing/2014/main" id="{CE53FA6A-8601-13C6-8EBE-7C1BA6F7DD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25511" y="2118934"/>
                        <a:ext cx="647084" cy="332891"/>
                        <a:chOff x="7925511" y="2118934"/>
                        <a:chExt cx="647084" cy="332891"/>
                      </a:xfrm>
                    </p:grpSpPr>
                    <p:sp>
                      <p:nvSpPr>
                        <p:cNvPr id="562" name="任意多边形: 形状 561" descr="6ec2d4e2-bad5-45bc-b609-b5d343fe123c">
                          <a:extLst>
                            <a:ext uri="{FF2B5EF4-FFF2-40B4-BE49-F238E27FC236}">
                              <a16:creationId xmlns:a16="http://schemas.microsoft.com/office/drawing/2014/main" id="{3089B823-24AF-E14C-B1A2-80B7A369127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65205" y="2219935"/>
                          <a:ext cx="98939" cy="213633"/>
                        </a:xfrm>
                        <a:custGeom>
                          <a:avLst/>
                          <a:gdLst>
                            <a:gd name="connsiteX0" fmla="*/ 98940 w 98939"/>
                            <a:gd name="connsiteY0" fmla="*/ 0 h 213633"/>
                            <a:gd name="connsiteX1" fmla="*/ 0 w 98939"/>
                            <a:gd name="connsiteY1" fmla="*/ 193316 h 213633"/>
                            <a:gd name="connsiteX2" fmla="*/ 74941 w 98939"/>
                            <a:gd name="connsiteY2" fmla="*/ 213634 h 21363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</a:cxnLst>
                          <a:rect l="l" t="t" r="r" b="b"/>
                          <a:pathLst>
                            <a:path w="98939" h="213633">
                              <a:moveTo>
                                <a:pt x="98940" y="0"/>
                              </a:moveTo>
                              <a:lnTo>
                                <a:pt x="0" y="193316"/>
                              </a:lnTo>
                              <a:lnTo>
                                <a:pt x="74941" y="213634"/>
                              </a:lnTo>
                            </a:path>
                          </a:pathLst>
                        </a:custGeom>
                        <a:noFill/>
                        <a:ln w="14417" cap="rnd">
                          <a:solidFill>
                            <a:srgbClr val="100D14"/>
                          </a:solidFill>
                          <a:prstDash val="solid"/>
                          <a:round/>
                        </a:ln>
                      </p:spPr>
                      <p:txBody>
                        <a:bodyPr rtlCol="0" anchor="ctr"/>
                        <a:lstStyle/>
                        <a:p>
                          <a:endParaRPr lang="zh-CN" altLang="en-US"/>
                        </a:p>
                      </p:txBody>
                    </p:sp>
                    <p:grpSp>
                      <p:nvGrpSpPr>
                        <p:cNvPr id="563" name="组合 562" descr="645c7eaa-cb54-44f8-ab9d-592189646c96">
                          <a:extLst>
                            <a:ext uri="{FF2B5EF4-FFF2-40B4-BE49-F238E27FC236}">
                              <a16:creationId xmlns:a16="http://schemas.microsoft.com/office/drawing/2014/main" id="{94B1C438-D95A-502B-1B4A-3022141E48E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25511" y="2118934"/>
                          <a:ext cx="289163" cy="289163"/>
                          <a:chOff x="7925511" y="2118934"/>
                          <a:chExt cx="289163" cy="289163"/>
                        </a:xfrm>
                      </p:grpSpPr>
                      <p:sp>
                        <p:nvSpPr>
                          <p:cNvPr id="567" name="任意多边形: 形状 566" descr="9adc822a-6197-4761-89b1-02d537d2c9ba">
                            <a:extLst>
                              <a:ext uri="{FF2B5EF4-FFF2-40B4-BE49-F238E27FC236}">
                                <a16:creationId xmlns:a16="http://schemas.microsoft.com/office/drawing/2014/main" id="{71CE5C3E-DE03-3235-957A-1C051D7D98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739800">
                            <a:off x="8128339" y="2223094"/>
                            <a:ext cx="40194" cy="68021"/>
                          </a:xfrm>
                          <a:custGeom>
                            <a:avLst/>
                            <a:gdLst>
                              <a:gd name="connsiteX0" fmla="*/ 18257 w 40194"/>
                              <a:gd name="connsiteY0" fmla="*/ 0 h 68021"/>
                              <a:gd name="connsiteX1" fmla="*/ 21937 w 40194"/>
                              <a:gd name="connsiteY1" fmla="*/ 0 h 68021"/>
                              <a:gd name="connsiteX2" fmla="*/ 40194 w 40194"/>
                              <a:gd name="connsiteY2" fmla="*/ 18257 h 68021"/>
                              <a:gd name="connsiteX3" fmla="*/ 40194 w 40194"/>
                              <a:gd name="connsiteY3" fmla="*/ 49765 h 68021"/>
                              <a:gd name="connsiteX4" fmla="*/ 21937 w 40194"/>
                              <a:gd name="connsiteY4" fmla="*/ 68021 h 68021"/>
                              <a:gd name="connsiteX5" fmla="*/ 18257 w 40194"/>
                              <a:gd name="connsiteY5" fmla="*/ 68021 h 68021"/>
                              <a:gd name="connsiteX6" fmla="*/ 0 w 40194"/>
                              <a:gd name="connsiteY6" fmla="*/ 49765 h 68021"/>
                              <a:gd name="connsiteX7" fmla="*/ 0 w 40194"/>
                              <a:gd name="connsiteY7" fmla="*/ 18257 h 68021"/>
                              <a:gd name="connsiteX8" fmla="*/ 18257 w 40194"/>
                              <a:gd name="connsiteY8" fmla="*/ 0 h 680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40194" h="68021">
                                <a:moveTo>
                                  <a:pt x="18257" y="0"/>
                                </a:moveTo>
                                <a:lnTo>
                                  <a:pt x="21937" y="0"/>
                                </a:lnTo>
                                <a:cubicBezTo>
                                  <a:pt x="31949" y="0"/>
                                  <a:pt x="40194" y="8098"/>
                                  <a:pt x="40194" y="18257"/>
                                </a:cubicBezTo>
                                <a:lnTo>
                                  <a:pt x="40194" y="49765"/>
                                </a:lnTo>
                                <a:cubicBezTo>
                                  <a:pt x="40194" y="59776"/>
                                  <a:pt x="32096" y="68021"/>
                                  <a:pt x="21937" y="68021"/>
                                </a:cubicBezTo>
                                <a:lnTo>
                                  <a:pt x="18257" y="68021"/>
                                </a:lnTo>
                                <a:cubicBezTo>
                                  <a:pt x="8245" y="68021"/>
                                  <a:pt x="0" y="59924"/>
                                  <a:pt x="0" y="49765"/>
                                </a:cubicBezTo>
                                <a:lnTo>
                                  <a:pt x="0" y="18257"/>
                                </a:lnTo>
                                <a:cubicBezTo>
                                  <a:pt x="0" y="8245"/>
                                  <a:pt x="8098" y="0"/>
                                  <a:pt x="18257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100D14"/>
                          </a:solidFill>
                          <a:ln w="14711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568" name="任意多边形: 形状 567" descr="af49ae0b-2be6-46f7-90f4-980b0a55a063">
                            <a:extLst>
                              <a:ext uri="{FF2B5EF4-FFF2-40B4-BE49-F238E27FC236}">
                                <a16:creationId xmlns:a16="http://schemas.microsoft.com/office/drawing/2014/main" id="{849A8ECF-4DC1-350B-5BB3-FDA8B42BCD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925511" y="2118934"/>
                            <a:ext cx="289163" cy="289163"/>
                          </a:xfrm>
                          <a:custGeom>
                            <a:avLst/>
                            <a:gdLst>
                              <a:gd name="connsiteX0" fmla="*/ 289164 w 289163"/>
                              <a:gd name="connsiteY0" fmla="*/ 144582 h 289163"/>
                              <a:gd name="connsiteX1" fmla="*/ 144582 w 289163"/>
                              <a:gd name="connsiteY1" fmla="*/ 289164 h 289163"/>
                              <a:gd name="connsiteX2" fmla="*/ 0 w 289163"/>
                              <a:gd name="connsiteY2" fmla="*/ 144582 h 289163"/>
                              <a:gd name="connsiteX3" fmla="*/ 144582 w 289163"/>
                              <a:gd name="connsiteY3" fmla="*/ 0 h 289163"/>
                              <a:gd name="connsiteX4" fmla="*/ 289164 w 289163"/>
                              <a:gd name="connsiteY4" fmla="*/ 144582 h 289163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289163" h="289163">
                                <a:moveTo>
                                  <a:pt x="289164" y="144582"/>
                                </a:moveTo>
                                <a:cubicBezTo>
                                  <a:pt x="289164" y="224432"/>
                                  <a:pt x="224432" y="289164"/>
                                  <a:pt x="144582" y="289164"/>
                                </a:cubicBezTo>
                                <a:cubicBezTo>
                                  <a:pt x="64731" y="289164"/>
                                  <a:pt x="0" y="224432"/>
                                  <a:pt x="0" y="144582"/>
                                </a:cubicBezTo>
                                <a:cubicBezTo>
                                  <a:pt x="0" y="64731"/>
                                  <a:pt x="64731" y="0"/>
                                  <a:pt x="144582" y="0"/>
                                </a:cubicBezTo>
                                <a:cubicBezTo>
                                  <a:pt x="224432" y="0"/>
                                  <a:pt x="289164" y="64731"/>
                                  <a:pt x="289164" y="144582"/>
                                </a:cubicBezTo>
                                <a:close/>
                              </a:path>
                            </a:pathLst>
                          </a:custGeom>
                          <a:noFill/>
                          <a:ln w="14417" cap="rnd">
                            <a:solidFill>
                              <a:srgbClr val="100D14"/>
                            </a:solidFill>
                            <a:prstDash val="solid"/>
                            <a:round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  <p:grpSp>
                      <p:nvGrpSpPr>
                        <p:cNvPr id="564" name="组合 563" descr="cbb7597b-9986-42eb-b335-6ba141bf1fa7">
                          <a:extLst>
                            <a:ext uri="{FF2B5EF4-FFF2-40B4-BE49-F238E27FC236}">
                              <a16:creationId xmlns:a16="http://schemas.microsoft.com/office/drawing/2014/main" id="{623B1424-F609-8DFB-79CB-03D63F9671F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283433" y="2162662"/>
                          <a:ext cx="289163" cy="289163"/>
                          <a:chOff x="8283433" y="2162662"/>
                          <a:chExt cx="289163" cy="289163"/>
                        </a:xfrm>
                      </p:grpSpPr>
                      <p:sp>
                        <p:nvSpPr>
                          <p:cNvPr id="565" name="任意多边形: 形状 564" descr="51235f3f-92fa-4ba8-8dd3-64871b3a7d8d">
                            <a:extLst>
                              <a:ext uri="{FF2B5EF4-FFF2-40B4-BE49-F238E27FC236}">
                                <a16:creationId xmlns:a16="http://schemas.microsoft.com/office/drawing/2014/main" id="{8B1B5BFE-2696-BB4C-231B-5ACB949F58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738601">
                            <a:off x="8483426" y="2273262"/>
                            <a:ext cx="40047" cy="68021"/>
                          </a:xfrm>
                          <a:custGeom>
                            <a:avLst/>
                            <a:gdLst>
                              <a:gd name="connsiteX0" fmla="*/ 21790 w 40047"/>
                              <a:gd name="connsiteY0" fmla="*/ 0 h 68021"/>
                              <a:gd name="connsiteX1" fmla="*/ 40047 w 40047"/>
                              <a:gd name="connsiteY1" fmla="*/ 18256 h 68021"/>
                              <a:gd name="connsiteX2" fmla="*/ 40047 w 40047"/>
                              <a:gd name="connsiteY2" fmla="*/ 49764 h 68021"/>
                              <a:gd name="connsiteX3" fmla="*/ 21790 w 40047"/>
                              <a:gd name="connsiteY3" fmla="*/ 68021 h 68021"/>
                              <a:gd name="connsiteX4" fmla="*/ 18257 w 40047"/>
                              <a:gd name="connsiteY4" fmla="*/ 68021 h 68021"/>
                              <a:gd name="connsiteX5" fmla="*/ 0 w 40047"/>
                              <a:gd name="connsiteY5" fmla="*/ 49764 h 68021"/>
                              <a:gd name="connsiteX6" fmla="*/ 0 w 40047"/>
                              <a:gd name="connsiteY6" fmla="*/ 18256 h 68021"/>
                              <a:gd name="connsiteX7" fmla="*/ 18257 w 40047"/>
                              <a:gd name="connsiteY7" fmla="*/ 0 h 680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</a:cxnLst>
                            <a:rect l="l" t="t" r="r" b="b"/>
                            <a:pathLst>
                              <a:path w="40047" h="68021">
                                <a:moveTo>
                                  <a:pt x="21790" y="0"/>
                                </a:moveTo>
                                <a:cubicBezTo>
                                  <a:pt x="31873" y="0"/>
                                  <a:pt x="40047" y="8174"/>
                                  <a:pt x="40047" y="18256"/>
                                </a:cubicBezTo>
                                <a:lnTo>
                                  <a:pt x="40047" y="49764"/>
                                </a:lnTo>
                                <a:cubicBezTo>
                                  <a:pt x="40047" y="59847"/>
                                  <a:pt x="31873" y="68021"/>
                                  <a:pt x="21790" y="68021"/>
                                </a:cubicBezTo>
                                <a:lnTo>
                                  <a:pt x="18257" y="68021"/>
                                </a:lnTo>
                                <a:cubicBezTo>
                                  <a:pt x="8174" y="68021"/>
                                  <a:pt x="0" y="59847"/>
                                  <a:pt x="0" y="49764"/>
                                </a:cubicBezTo>
                                <a:lnTo>
                                  <a:pt x="0" y="18256"/>
                                </a:lnTo>
                                <a:cubicBezTo>
                                  <a:pt x="0" y="8173"/>
                                  <a:pt x="8174" y="0"/>
                                  <a:pt x="18257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100D14"/>
                          </a:solidFill>
                          <a:ln w="14711" cap="flat">
                            <a:noFill/>
                            <a:prstDash val="solid"/>
                            <a:miter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566" name="任意多边形: 形状 565" descr="9b02e7b7-48e8-42e2-bf77-8afbb5f5b1fb">
                            <a:extLst>
                              <a:ext uri="{FF2B5EF4-FFF2-40B4-BE49-F238E27FC236}">
                                <a16:creationId xmlns:a16="http://schemas.microsoft.com/office/drawing/2014/main" id="{0F0F7A77-83BB-6E7B-6CFC-F0B1F6AB9B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283433" y="2162662"/>
                            <a:ext cx="289163" cy="289163"/>
                          </a:xfrm>
                          <a:custGeom>
                            <a:avLst/>
                            <a:gdLst>
                              <a:gd name="connsiteX0" fmla="*/ 289164 w 289163"/>
                              <a:gd name="connsiteY0" fmla="*/ 144582 h 289163"/>
                              <a:gd name="connsiteX1" fmla="*/ 144582 w 289163"/>
                              <a:gd name="connsiteY1" fmla="*/ 289164 h 289163"/>
                              <a:gd name="connsiteX2" fmla="*/ 0 w 289163"/>
                              <a:gd name="connsiteY2" fmla="*/ 144582 h 289163"/>
                              <a:gd name="connsiteX3" fmla="*/ 144582 w 289163"/>
                              <a:gd name="connsiteY3" fmla="*/ 0 h 289163"/>
                              <a:gd name="connsiteX4" fmla="*/ 289164 w 289163"/>
                              <a:gd name="connsiteY4" fmla="*/ 144582 h 289163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289163" h="289163">
                                <a:moveTo>
                                  <a:pt x="289164" y="144582"/>
                                </a:moveTo>
                                <a:cubicBezTo>
                                  <a:pt x="289164" y="224432"/>
                                  <a:pt x="224432" y="289164"/>
                                  <a:pt x="144582" y="289164"/>
                                </a:cubicBezTo>
                                <a:cubicBezTo>
                                  <a:pt x="64731" y="289164"/>
                                  <a:pt x="0" y="224432"/>
                                  <a:pt x="0" y="144582"/>
                                </a:cubicBezTo>
                                <a:cubicBezTo>
                                  <a:pt x="0" y="64731"/>
                                  <a:pt x="64731" y="0"/>
                                  <a:pt x="144582" y="0"/>
                                </a:cubicBezTo>
                                <a:cubicBezTo>
                                  <a:pt x="224432" y="0"/>
                                  <a:pt x="289164" y="64731"/>
                                  <a:pt x="289164" y="144582"/>
                                </a:cubicBezTo>
                                <a:close/>
                              </a:path>
                            </a:pathLst>
                          </a:custGeom>
                          <a:noFill/>
                          <a:ln w="14417" cap="rnd">
                            <a:solidFill>
                              <a:srgbClr val="100D14"/>
                            </a:solidFill>
                            <a:prstDash val="solid"/>
                            <a:round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556" name="组合 555" descr="63db30e6-cb28-4b17-ba60-7021d71b6f9b">
                      <a:extLst>
                        <a:ext uri="{FF2B5EF4-FFF2-40B4-BE49-F238E27FC236}">
                          <a16:creationId xmlns:a16="http://schemas.microsoft.com/office/drawing/2014/main" id="{9AC0D402-BE06-BED0-77B1-C5B1534B48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843137" y="2243011"/>
                      <a:ext cx="271799" cy="355453"/>
                      <a:chOff x="8843137" y="2243011"/>
                      <a:chExt cx="271799" cy="355453"/>
                    </a:xfrm>
                  </p:grpSpPr>
                  <p:sp>
                    <p:nvSpPr>
                      <p:cNvPr id="557" name="任意多边形: 形状 556" descr="0a951d14-6302-41f2-b3e6-efd318c7029b">
                        <a:extLst>
                          <a:ext uri="{FF2B5EF4-FFF2-40B4-BE49-F238E27FC236}">
                            <a16:creationId xmlns:a16="http://schemas.microsoft.com/office/drawing/2014/main" id="{5B563023-F7DE-AD1F-F6EC-CA8FD30E78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43137" y="2243011"/>
                        <a:ext cx="271799" cy="355453"/>
                      </a:xfrm>
                      <a:custGeom>
                        <a:avLst/>
                        <a:gdLst>
                          <a:gd name="connsiteX0" fmla="*/ 71185 w 271799"/>
                          <a:gd name="connsiteY0" fmla="*/ 54222 h 355453"/>
                          <a:gd name="connsiteX1" fmla="*/ 270684 w 271799"/>
                          <a:gd name="connsiteY1" fmla="*/ 131518 h 355453"/>
                          <a:gd name="connsiteX2" fmla="*/ 19359 w 271799"/>
                          <a:gd name="connsiteY2" fmla="*/ 353250 h 355453"/>
                          <a:gd name="connsiteX3" fmla="*/ 71185 w 271799"/>
                          <a:gd name="connsiteY3" fmla="*/ 54075 h 35545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271799" h="355453">
                            <a:moveTo>
                              <a:pt x="71185" y="54222"/>
                            </a:moveTo>
                            <a:cubicBezTo>
                              <a:pt x="174394" y="-45307"/>
                              <a:pt x="284082" y="-991"/>
                              <a:pt x="270684" y="131518"/>
                            </a:cubicBezTo>
                            <a:cubicBezTo>
                              <a:pt x="257286" y="264175"/>
                              <a:pt x="142592" y="372390"/>
                              <a:pt x="19359" y="353250"/>
                            </a:cubicBezTo>
                            <a:cubicBezTo>
                              <a:pt x="-44834" y="225452"/>
                              <a:pt x="71185" y="54075"/>
                              <a:pt x="71185" y="54075"/>
                            </a:cubicBezTo>
                            <a:close/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58" name="任意多边形: 形状 557" descr="422cde65-f852-4bf7-a04b-58f8912d9bf2">
                        <a:extLst>
                          <a:ext uri="{FF2B5EF4-FFF2-40B4-BE49-F238E27FC236}">
                            <a16:creationId xmlns:a16="http://schemas.microsoft.com/office/drawing/2014/main" id="{CC43B655-16B4-198A-01EA-A3CA8C129E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3964" y="2313598"/>
                        <a:ext cx="115663" cy="198151"/>
                      </a:xfrm>
                      <a:custGeom>
                        <a:avLst/>
                        <a:gdLst>
                          <a:gd name="connsiteX0" fmla="*/ 115664 w 115663"/>
                          <a:gd name="connsiteY0" fmla="*/ 2921 h 198151"/>
                          <a:gd name="connsiteX1" fmla="*/ 10687 w 115663"/>
                          <a:gd name="connsiteY1" fmla="*/ 198151 h 198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</a:cxnLst>
                        <a:rect l="l" t="t" r="r" b="b"/>
                        <a:pathLst>
                          <a:path w="115663" h="198151">
                            <a:moveTo>
                              <a:pt x="115664" y="2921"/>
                            </a:moveTo>
                            <a:cubicBezTo>
                              <a:pt x="45729" y="-20047"/>
                              <a:pt x="-28035" y="96855"/>
                              <a:pt x="10687" y="198151"/>
                            </a:cubicBezTo>
                          </a:path>
                        </a:pathLst>
                      </a:custGeom>
                      <a:noFill/>
                      <a:ln w="14417" cap="rnd">
                        <a:solidFill>
                          <a:srgbClr val="100D14"/>
                        </a:solidFill>
                        <a:prstDash val="solid"/>
                        <a:round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59" name="任意多边形: 形状 558" descr="e5a63f8f-21dd-426a-8ac0-9e235c3d0134">
                        <a:extLst>
                          <a:ext uri="{FF2B5EF4-FFF2-40B4-BE49-F238E27FC236}">
                            <a16:creationId xmlns:a16="http://schemas.microsoft.com/office/drawing/2014/main" id="{D10DE0BF-FA47-67D8-8422-1A8DD6CB44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493" y="2394810"/>
                        <a:ext cx="96143" cy="46709"/>
                      </a:xfrm>
                      <a:custGeom>
                        <a:avLst/>
                        <a:gdLst>
                          <a:gd name="connsiteX0" fmla="*/ 0 w 96143"/>
                          <a:gd name="connsiteY0" fmla="*/ 46710 h 46709"/>
                          <a:gd name="connsiteX1" fmla="*/ 95848 w 96143"/>
                          <a:gd name="connsiteY1" fmla="*/ 38759 h 467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</a:cxnLst>
                        <a:rect l="l" t="t" r="r" b="b"/>
                        <a:pathLst>
                          <a:path w="96143" h="46709">
                            <a:moveTo>
                              <a:pt x="0" y="46710"/>
                            </a:moveTo>
                            <a:cubicBezTo>
                              <a:pt x="0" y="-18367"/>
                              <a:pt x="102326" y="-10122"/>
                              <a:pt x="95848" y="38759"/>
                            </a:cubicBezTo>
                          </a:path>
                        </a:pathLst>
                      </a:custGeom>
                      <a:noFill/>
                      <a:ln w="14417" cap="rnd">
                        <a:solidFill>
                          <a:srgbClr val="100D14"/>
                        </a:solidFill>
                        <a:prstDash val="solid"/>
                        <a:round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grpSp>
              <p:nvGrpSpPr>
                <p:cNvPr id="67" name="组合 66" descr="3b971e7f-d2c4-4123-a1b0-63824cc80093">
                  <a:extLst>
                    <a:ext uri="{FF2B5EF4-FFF2-40B4-BE49-F238E27FC236}">
                      <a16:creationId xmlns:a16="http://schemas.microsoft.com/office/drawing/2014/main" id="{417BEB8E-7412-C1D1-C5C9-856E8EAAE642}"/>
                    </a:ext>
                  </a:extLst>
                </p:cNvPr>
                <p:cNvGrpSpPr/>
                <p:nvPr/>
              </p:nvGrpSpPr>
              <p:grpSpPr>
                <a:xfrm>
                  <a:off x="6271065" y="2318912"/>
                  <a:ext cx="4646408" cy="3417218"/>
                  <a:chOff x="6271065" y="2318912"/>
                  <a:chExt cx="4646408" cy="3417218"/>
                </a:xfrm>
              </p:grpSpPr>
              <p:grpSp>
                <p:nvGrpSpPr>
                  <p:cNvPr id="68" name="组合 67" descr="d56b69ae-1179-4607-bf4e-9227e88bb3f9">
                    <a:extLst>
                      <a:ext uri="{FF2B5EF4-FFF2-40B4-BE49-F238E27FC236}">
                        <a16:creationId xmlns:a16="http://schemas.microsoft.com/office/drawing/2014/main" id="{0C57E2C2-3DA5-AF67-2141-A7AB987D7555}"/>
                      </a:ext>
                    </a:extLst>
                  </p:cNvPr>
                  <p:cNvGrpSpPr/>
                  <p:nvPr/>
                </p:nvGrpSpPr>
                <p:grpSpPr>
                  <a:xfrm>
                    <a:off x="7035494" y="3061661"/>
                    <a:ext cx="2862581" cy="2674469"/>
                    <a:chOff x="7035494" y="3061661"/>
                    <a:chExt cx="2862581" cy="2674469"/>
                  </a:xfrm>
                </p:grpSpPr>
                <p:sp>
                  <p:nvSpPr>
                    <p:cNvPr id="125" name="任意多边形: 形状 124" descr="35cde97b-1195-486b-95dd-0324d0dad01c">
                      <a:extLst>
                        <a:ext uri="{FF2B5EF4-FFF2-40B4-BE49-F238E27FC236}">
                          <a16:creationId xmlns:a16="http://schemas.microsoft.com/office/drawing/2014/main" id="{C0D50B38-19DB-2758-AED8-A4DEBE5BD7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16649" y="3061661"/>
                      <a:ext cx="2481425" cy="2674469"/>
                    </a:xfrm>
                    <a:custGeom>
                      <a:avLst/>
                      <a:gdLst>
                        <a:gd name="connsiteX0" fmla="*/ 466165 w 2481425"/>
                        <a:gd name="connsiteY0" fmla="*/ 193316 h 2674469"/>
                        <a:gd name="connsiteX1" fmla="*/ 929357 w 2481425"/>
                        <a:gd name="connsiteY1" fmla="*/ 285483 h 2674469"/>
                        <a:gd name="connsiteX2" fmla="*/ 1580859 w 2481425"/>
                        <a:gd name="connsiteY2" fmla="*/ 0 h 2674469"/>
                        <a:gd name="connsiteX3" fmla="*/ 1524616 w 2481425"/>
                        <a:gd name="connsiteY3" fmla="*/ 308157 h 2674469"/>
                        <a:gd name="connsiteX4" fmla="*/ 1932301 w 2481425"/>
                        <a:gd name="connsiteY4" fmla="*/ 191549 h 2674469"/>
                        <a:gd name="connsiteX5" fmla="*/ 2481183 w 2481425"/>
                        <a:gd name="connsiteY5" fmla="*/ 609246 h 2674469"/>
                        <a:gd name="connsiteX6" fmla="*/ 2123851 w 2481425"/>
                        <a:gd name="connsiteY6" fmla="*/ 1248822 h 2674469"/>
                        <a:gd name="connsiteX7" fmla="*/ 1907861 w 2481425"/>
                        <a:gd name="connsiteY7" fmla="*/ 2674470 h 2674469"/>
                        <a:gd name="connsiteX8" fmla="*/ 314957 w 2481425"/>
                        <a:gd name="connsiteY8" fmla="*/ 2674470 h 2674469"/>
                        <a:gd name="connsiteX9" fmla="*/ 314957 w 2481425"/>
                        <a:gd name="connsiteY9" fmla="*/ 1226738 h 2674469"/>
                        <a:gd name="connsiteX10" fmla="*/ 1795 w 2481425"/>
                        <a:gd name="connsiteY10" fmla="*/ 666814 h 2674469"/>
                        <a:gd name="connsiteX11" fmla="*/ 517843 w 2481425"/>
                        <a:gd name="connsiteY11" fmla="*/ 325383 h 2674469"/>
                        <a:gd name="connsiteX12" fmla="*/ 466018 w 2481425"/>
                        <a:gd name="connsiteY12" fmla="*/ 193316 h 267446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2481425" h="2674469">
                          <a:moveTo>
                            <a:pt x="466165" y="193316"/>
                          </a:moveTo>
                          <a:cubicBezTo>
                            <a:pt x="466165" y="193316"/>
                            <a:pt x="530652" y="287249"/>
                            <a:pt x="929357" y="285483"/>
                          </a:cubicBezTo>
                          <a:cubicBezTo>
                            <a:pt x="1328208" y="283569"/>
                            <a:pt x="1580859" y="0"/>
                            <a:pt x="1580859" y="0"/>
                          </a:cubicBezTo>
                          <a:lnTo>
                            <a:pt x="1524616" y="308157"/>
                          </a:lnTo>
                          <a:cubicBezTo>
                            <a:pt x="1524616" y="308157"/>
                            <a:pt x="1578650" y="268845"/>
                            <a:pt x="1932301" y="191549"/>
                          </a:cubicBezTo>
                          <a:cubicBezTo>
                            <a:pt x="2285953" y="114252"/>
                            <a:pt x="2470140" y="301237"/>
                            <a:pt x="2481183" y="609246"/>
                          </a:cubicBezTo>
                          <a:cubicBezTo>
                            <a:pt x="2492225" y="917256"/>
                            <a:pt x="2123851" y="1248822"/>
                            <a:pt x="2123851" y="1248822"/>
                          </a:cubicBezTo>
                          <a:lnTo>
                            <a:pt x="1907861" y="2674470"/>
                          </a:lnTo>
                          <a:lnTo>
                            <a:pt x="314957" y="2674470"/>
                          </a:lnTo>
                          <a:lnTo>
                            <a:pt x="314957" y="1226738"/>
                          </a:lnTo>
                          <a:cubicBezTo>
                            <a:pt x="314957" y="1226738"/>
                            <a:pt x="-27651" y="957744"/>
                            <a:pt x="1795" y="666814"/>
                          </a:cubicBezTo>
                          <a:cubicBezTo>
                            <a:pt x="31241" y="375736"/>
                            <a:pt x="294639" y="254270"/>
                            <a:pt x="517843" y="325383"/>
                          </a:cubicBezTo>
                          <a:cubicBezTo>
                            <a:pt x="495464" y="286955"/>
                            <a:pt x="466018" y="193316"/>
                            <a:pt x="466018" y="193316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471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26" name="组合 125" descr="6a884622-d361-4fd5-8ccd-4cd0e9c9619e">
                      <a:extLst>
                        <a:ext uri="{FF2B5EF4-FFF2-40B4-BE49-F238E27FC236}">
                          <a16:creationId xmlns:a16="http://schemas.microsoft.com/office/drawing/2014/main" id="{4B4C9A1A-647B-57DC-F207-5DA8A5ECBA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517679" y="4029859"/>
                      <a:ext cx="498527" cy="468345"/>
                      <a:chOff x="8517679" y="4029859"/>
                      <a:chExt cx="498527" cy="468345"/>
                    </a:xfrm>
                    <a:noFill/>
                  </p:grpSpPr>
                  <p:sp>
                    <p:nvSpPr>
                      <p:cNvPr id="548" name="任意多边形: 形状 547" descr="e71990b7-9dc1-48b5-a98f-8c4e44782671">
                        <a:extLst>
                          <a:ext uri="{FF2B5EF4-FFF2-40B4-BE49-F238E27FC236}">
                            <a16:creationId xmlns:a16="http://schemas.microsoft.com/office/drawing/2014/main" id="{2E373B10-7E22-806B-49FE-D1C9D0EDC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17679" y="4119376"/>
                        <a:ext cx="498527" cy="14723"/>
                      </a:xfrm>
                      <a:custGeom>
                        <a:avLst/>
                        <a:gdLst>
                          <a:gd name="connsiteX0" fmla="*/ 0 w 498527"/>
                          <a:gd name="connsiteY0" fmla="*/ 0 h 14723"/>
                          <a:gd name="connsiteX1" fmla="*/ 498528 w 498527"/>
                          <a:gd name="connsiteY1" fmla="*/ 0 h 14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</a:cxnLst>
                        <a:rect l="l" t="t" r="r" b="b"/>
                        <a:pathLst>
                          <a:path w="498527" h="14723">
                            <a:moveTo>
                              <a:pt x="0" y="0"/>
                            </a:moveTo>
                            <a:lnTo>
                              <a:pt x="498528" y="0"/>
                            </a:lnTo>
                          </a:path>
                        </a:pathLst>
                      </a:custGeom>
                      <a:ln w="14417" cap="rnd">
                        <a:solidFill>
                          <a:srgbClr val="100D14"/>
                        </a:solidFill>
                        <a:prstDash val="solid"/>
                        <a:round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49" name="任意多边形: 形状 548" descr="9ef26cd2-de53-4767-9ad6-df8e9bcbc72c">
                        <a:extLst>
                          <a:ext uri="{FF2B5EF4-FFF2-40B4-BE49-F238E27FC236}">
                            <a16:creationId xmlns:a16="http://schemas.microsoft.com/office/drawing/2014/main" id="{CE4A5D3D-D70B-6D80-5B98-1EF2EF584B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17679" y="4029859"/>
                        <a:ext cx="498527" cy="468345"/>
                      </a:xfrm>
                      <a:custGeom>
                        <a:avLst/>
                        <a:gdLst>
                          <a:gd name="connsiteX0" fmla="*/ 0 w 498527"/>
                          <a:gd name="connsiteY0" fmla="*/ 0 h 468345"/>
                          <a:gd name="connsiteX1" fmla="*/ 498527 w 498527"/>
                          <a:gd name="connsiteY1" fmla="*/ 0 h 468345"/>
                          <a:gd name="connsiteX2" fmla="*/ 498527 w 498527"/>
                          <a:gd name="connsiteY2" fmla="*/ 335542 h 468345"/>
                          <a:gd name="connsiteX3" fmla="*/ 365724 w 498527"/>
                          <a:gd name="connsiteY3" fmla="*/ 468345 h 468345"/>
                          <a:gd name="connsiteX4" fmla="*/ 132803 w 498527"/>
                          <a:gd name="connsiteY4" fmla="*/ 468345 h 468345"/>
                          <a:gd name="connsiteX5" fmla="*/ 0 w 498527"/>
                          <a:gd name="connsiteY5" fmla="*/ 335542 h 468345"/>
                          <a:gd name="connsiteX6" fmla="*/ 0 w 498527"/>
                          <a:gd name="connsiteY6" fmla="*/ 0 h 46834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98527" h="468345">
                            <a:moveTo>
                              <a:pt x="0" y="0"/>
                            </a:moveTo>
                            <a:lnTo>
                              <a:pt x="498527" y="0"/>
                            </a:lnTo>
                            <a:lnTo>
                              <a:pt x="498527" y="335542"/>
                            </a:lnTo>
                            <a:cubicBezTo>
                              <a:pt x="498527" y="408863"/>
                              <a:pt x="439046" y="468345"/>
                              <a:pt x="365724" y="468345"/>
                            </a:cubicBezTo>
                            <a:lnTo>
                              <a:pt x="132803" y="468345"/>
                            </a:lnTo>
                            <a:cubicBezTo>
                              <a:pt x="59482" y="468345"/>
                              <a:pt x="0" y="408863"/>
                              <a:pt x="0" y="335542"/>
                            </a:cubicBez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noFill/>
                      <a:ln w="14417" cap="rnd">
                        <a:solidFill>
                          <a:srgbClr val="100D14"/>
                        </a:solidFill>
                        <a:prstDash val="solid"/>
                        <a:round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27" name="任意多边形: 形状 126" descr="a8d838f9-3d35-4b43-a687-bbf588695623">
                      <a:extLst>
                        <a:ext uri="{FF2B5EF4-FFF2-40B4-BE49-F238E27FC236}">
                          <a16:creationId xmlns:a16="http://schemas.microsoft.com/office/drawing/2014/main" id="{373FDCEE-4C40-39D0-0345-834CEEF7B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35494" y="3559011"/>
                      <a:ext cx="729387" cy="1020318"/>
                    </a:xfrm>
                    <a:custGeom>
                      <a:avLst/>
                      <a:gdLst>
                        <a:gd name="connsiteX0" fmla="*/ 434924 w 729387"/>
                        <a:gd name="connsiteY0" fmla="*/ 0 h 1020318"/>
                        <a:gd name="connsiteX1" fmla="*/ 0 w 729387"/>
                        <a:gd name="connsiteY1" fmla="*/ 876620 h 1020318"/>
                        <a:gd name="connsiteX2" fmla="*/ 696260 w 729387"/>
                        <a:gd name="connsiteY2" fmla="*/ 1020318 h 1020318"/>
                        <a:gd name="connsiteX3" fmla="*/ 729388 w 729387"/>
                        <a:gd name="connsiteY3" fmla="*/ 416225 h 1020318"/>
                        <a:gd name="connsiteX4" fmla="*/ 434776 w 729387"/>
                        <a:gd name="connsiteY4" fmla="*/ 0 h 10203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29387" h="1020318">
                          <a:moveTo>
                            <a:pt x="434924" y="0"/>
                          </a:moveTo>
                          <a:cubicBezTo>
                            <a:pt x="191696" y="412544"/>
                            <a:pt x="0" y="876620"/>
                            <a:pt x="0" y="876620"/>
                          </a:cubicBezTo>
                          <a:lnTo>
                            <a:pt x="696260" y="1020318"/>
                          </a:lnTo>
                          <a:lnTo>
                            <a:pt x="729388" y="416225"/>
                          </a:lnTo>
                          <a:lnTo>
                            <a:pt x="434776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471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44" name="任意多边形: 形状 543" descr="1c24855f-4727-4162-b777-c58671d1ebb5">
                      <a:extLst>
                        <a:ext uri="{FF2B5EF4-FFF2-40B4-BE49-F238E27FC236}">
                          <a16:creationId xmlns:a16="http://schemas.microsoft.com/office/drawing/2014/main" id="{2164C78E-CF41-E97D-F8ED-9B18875738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31754" y="3975236"/>
                      <a:ext cx="33127" cy="939340"/>
                    </a:xfrm>
                    <a:custGeom>
                      <a:avLst/>
                      <a:gdLst>
                        <a:gd name="connsiteX0" fmla="*/ 33127 w 33127"/>
                        <a:gd name="connsiteY0" fmla="*/ 0 h 939340"/>
                        <a:gd name="connsiteX1" fmla="*/ 0 w 33127"/>
                        <a:gd name="connsiteY1" fmla="*/ 939340 h 93934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3127" h="939340">
                          <a:moveTo>
                            <a:pt x="33127" y="0"/>
                          </a:moveTo>
                          <a:lnTo>
                            <a:pt x="0" y="939340"/>
                          </a:lnTo>
                        </a:path>
                      </a:pathLst>
                    </a:custGeom>
                    <a:ln w="14417" cap="rnd">
                      <a:solidFill>
                        <a:srgbClr val="100D14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45" name="任意多边形: 形状 544" descr="18194e9a-1975-4fec-857e-60f69e3b1d67">
                      <a:extLst>
                        <a:ext uri="{FF2B5EF4-FFF2-40B4-BE49-F238E27FC236}">
                          <a16:creationId xmlns:a16="http://schemas.microsoft.com/office/drawing/2014/main" id="{B31416C0-7E09-2FC3-D198-99D391A508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4875" y="3061661"/>
                      <a:ext cx="112632" cy="570965"/>
                    </a:xfrm>
                    <a:custGeom>
                      <a:avLst/>
                      <a:gdLst>
                        <a:gd name="connsiteX0" fmla="*/ 0 w 112632"/>
                        <a:gd name="connsiteY0" fmla="*/ 570966 h 570965"/>
                        <a:gd name="connsiteX1" fmla="*/ 112633 w 112632"/>
                        <a:gd name="connsiteY1" fmla="*/ 0 h 570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12632" h="570965">
                          <a:moveTo>
                            <a:pt x="0" y="570966"/>
                          </a:moveTo>
                          <a:lnTo>
                            <a:pt x="112633" y="0"/>
                          </a:lnTo>
                        </a:path>
                      </a:pathLst>
                    </a:custGeom>
                    <a:ln w="14417" cap="rnd">
                      <a:solidFill>
                        <a:srgbClr val="100D14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46" name="任意多边形: 形状 545" descr="927c50e8-9cde-45cd-8503-01d96a34d369">
                      <a:extLst>
                        <a:ext uri="{FF2B5EF4-FFF2-40B4-BE49-F238E27FC236}">
                          <a16:creationId xmlns:a16="http://schemas.microsoft.com/office/drawing/2014/main" id="{B11C77F9-0475-B876-531A-63A38DD959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82814" y="3254977"/>
                      <a:ext cx="144876" cy="345995"/>
                    </a:xfrm>
                    <a:custGeom>
                      <a:avLst/>
                      <a:gdLst>
                        <a:gd name="connsiteX0" fmla="*/ 144876 w 144876"/>
                        <a:gd name="connsiteY0" fmla="*/ 345996 h 345995"/>
                        <a:gd name="connsiteX1" fmla="*/ 0 w 144876"/>
                        <a:gd name="connsiteY1" fmla="*/ 0 h 3459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44876" h="345995">
                          <a:moveTo>
                            <a:pt x="144876" y="345996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ln w="14417" cap="rnd">
                      <a:solidFill>
                        <a:srgbClr val="100D14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47" name="任意多边形: 形状 546" descr="38769475-a0fd-46e6-af2f-3914d853b10a">
                      <a:extLst>
                        <a:ext uri="{FF2B5EF4-FFF2-40B4-BE49-F238E27FC236}">
                          <a16:creationId xmlns:a16="http://schemas.microsoft.com/office/drawing/2014/main" id="{64395270-DBF8-DFD0-A313-7AC9DA0736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9451" y="4056508"/>
                      <a:ext cx="108510" cy="116313"/>
                    </a:xfrm>
                    <a:custGeom>
                      <a:avLst/>
                      <a:gdLst>
                        <a:gd name="connsiteX0" fmla="*/ 0 w 108510"/>
                        <a:gd name="connsiteY0" fmla="*/ 0 h 116313"/>
                        <a:gd name="connsiteX1" fmla="*/ 108510 w 108510"/>
                        <a:gd name="connsiteY1" fmla="*/ 116313 h 1163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08510" h="116313">
                          <a:moveTo>
                            <a:pt x="0" y="0"/>
                          </a:moveTo>
                          <a:lnTo>
                            <a:pt x="108510" y="116313"/>
                          </a:lnTo>
                        </a:path>
                      </a:pathLst>
                    </a:custGeom>
                    <a:ln w="14417" cap="rnd">
                      <a:solidFill>
                        <a:srgbClr val="100D14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0" name="组合 79" descr="854b4c87-dfac-4a15-ad26-bc5ec2ea8ec8">
                    <a:extLst>
                      <a:ext uri="{FF2B5EF4-FFF2-40B4-BE49-F238E27FC236}">
                        <a16:creationId xmlns:a16="http://schemas.microsoft.com/office/drawing/2014/main" id="{D8CF2129-950C-1BCD-23B0-7D33CC13AB37}"/>
                      </a:ext>
                    </a:extLst>
                  </p:cNvPr>
                  <p:cNvGrpSpPr/>
                  <p:nvPr/>
                </p:nvGrpSpPr>
                <p:grpSpPr>
                  <a:xfrm>
                    <a:off x="8599958" y="3223645"/>
                    <a:ext cx="2317515" cy="2452563"/>
                    <a:chOff x="8599958" y="3223645"/>
                    <a:chExt cx="2317515" cy="2452563"/>
                  </a:xfrm>
                </p:grpSpPr>
                <p:sp>
                  <p:nvSpPr>
                    <p:cNvPr id="527" name="任意多边形: 形状 526" descr="f94050d1-3e49-427e-bf27-7da5a42e7155">
                      <a:extLst>
                        <a:ext uri="{FF2B5EF4-FFF2-40B4-BE49-F238E27FC236}">
                          <a16:creationId xmlns:a16="http://schemas.microsoft.com/office/drawing/2014/main" id="{C5CE4E1A-82C2-23E3-37D0-7910283167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73774" y="3997516"/>
                      <a:ext cx="1068023" cy="533210"/>
                    </a:xfrm>
                    <a:custGeom>
                      <a:avLst/>
                      <a:gdLst>
                        <a:gd name="connsiteX0" fmla="*/ 1029594 w 1068023"/>
                        <a:gd name="connsiteY0" fmla="*/ 7166 h 533210"/>
                        <a:gd name="connsiteX1" fmla="*/ 656950 w 1068023"/>
                        <a:gd name="connsiteY1" fmla="*/ 467708 h 533210"/>
                        <a:gd name="connsiteX2" fmla="*/ 0 w 1068023"/>
                        <a:gd name="connsiteY2" fmla="*/ 467708 h 533210"/>
                        <a:gd name="connsiteX3" fmla="*/ 1029594 w 1068023"/>
                        <a:gd name="connsiteY3" fmla="*/ 7166 h 5332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068023" h="533210">
                          <a:moveTo>
                            <a:pt x="1029594" y="7166"/>
                          </a:moveTo>
                          <a:cubicBezTo>
                            <a:pt x="1133392" y="30429"/>
                            <a:pt x="1032686" y="320329"/>
                            <a:pt x="656950" y="467708"/>
                          </a:cubicBezTo>
                          <a:cubicBezTo>
                            <a:pt x="281213" y="615087"/>
                            <a:pt x="0" y="467708"/>
                            <a:pt x="0" y="467708"/>
                          </a:cubicBezTo>
                          <a:cubicBezTo>
                            <a:pt x="0" y="467708"/>
                            <a:pt x="230860" y="-67628"/>
                            <a:pt x="1029594" y="7166"/>
                          </a:cubicBezTo>
                          <a:close/>
                        </a:path>
                      </a:pathLst>
                    </a:custGeom>
                    <a:solidFill>
                      <a:srgbClr val="100D14"/>
                    </a:solidFill>
                    <a:ln w="1471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528" name="组合 527" descr="0e148b8f-52cc-4b8a-8e57-8077808e0afa">
                      <a:extLst>
                        <a:ext uri="{FF2B5EF4-FFF2-40B4-BE49-F238E27FC236}">
                          <a16:creationId xmlns:a16="http://schemas.microsoft.com/office/drawing/2014/main" id="{79DE79DA-B161-E510-6A53-8C07956F4B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531518" y="3850236"/>
                      <a:ext cx="1245038" cy="1402723"/>
                      <a:chOff x="9531518" y="3850236"/>
                      <a:chExt cx="1245038" cy="1402723"/>
                    </a:xfrm>
                  </p:grpSpPr>
                  <p:sp>
                    <p:nvSpPr>
                      <p:cNvPr id="123" name="任意多边形: 形状 122" descr="904d8601-5c7a-4a95-934c-14db36834eca">
                        <a:extLst>
                          <a:ext uri="{FF2B5EF4-FFF2-40B4-BE49-F238E27FC236}">
                            <a16:creationId xmlns:a16="http://schemas.microsoft.com/office/drawing/2014/main" id="{AA703720-DB09-3DAF-B609-749818BA48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31518" y="3850236"/>
                        <a:ext cx="1245038" cy="1402723"/>
                      </a:xfrm>
                      <a:custGeom>
                        <a:avLst/>
                        <a:gdLst>
                          <a:gd name="connsiteX0" fmla="*/ 657391 w 1245038"/>
                          <a:gd name="connsiteY0" fmla="*/ 0 h 1402723"/>
                          <a:gd name="connsiteX1" fmla="*/ 1132657 w 1245038"/>
                          <a:gd name="connsiteY1" fmla="*/ 729240 h 1402723"/>
                          <a:gd name="connsiteX2" fmla="*/ 366608 w 1245038"/>
                          <a:gd name="connsiteY2" fmla="*/ 1104976 h 1402723"/>
                          <a:gd name="connsiteX3" fmla="*/ 0 w 1245038"/>
                          <a:gd name="connsiteY3" fmla="*/ 548734 h 1402723"/>
                          <a:gd name="connsiteX4" fmla="*/ 657391 w 1245038"/>
                          <a:gd name="connsiteY4" fmla="*/ 147 h 1402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245038" h="1402723">
                            <a:moveTo>
                              <a:pt x="657391" y="0"/>
                            </a:moveTo>
                            <a:cubicBezTo>
                              <a:pt x="657391" y="0"/>
                              <a:pt x="901208" y="414311"/>
                              <a:pt x="1132657" y="729240"/>
                            </a:cubicBezTo>
                            <a:cubicBezTo>
                              <a:pt x="1530477" y="1270760"/>
                              <a:pt x="775766" y="1722910"/>
                              <a:pt x="366608" y="1104976"/>
                            </a:cubicBezTo>
                            <a:cubicBezTo>
                              <a:pt x="42109" y="614989"/>
                              <a:pt x="0" y="548734"/>
                              <a:pt x="0" y="548734"/>
                            </a:cubicBezTo>
                            <a:lnTo>
                              <a:pt x="657391" y="147"/>
                            </a:lnTo>
                            <a:close/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24" name="任意多边形: 形状 123" descr="1f9380ba-7817-4983-84ad-7224e5698727">
                        <a:extLst>
                          <a:ext uri="{FF2B5EF4-FFF2-40B4-BE49-F238E27FC236}">
                            <a16:creationId xmlns:a16="http://schemas.microsoft.com/office/drawing/2014/main" id="{F26BBFA4-A4C6-2486-259C-98847F014D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73774" y="3951090"/>
                        <a:ext cx="908569" cy="513987"/>
                      </a:xfrm>
                      <a:custGeom>
                        <a:avLst/>
                        <a:gdLst>
                          <a:gd name="connsiteX0" fmla="*/ 908569 w 908569"/>
                          <a:gd name="connsiteY0" fmla="*/ 366461 h 513987"/>
                          <a:gd name="connsiteX1" fmla="*/ 0 w 908569"/>
                          <a:gd name="connsiteY1" fmla="*/ 513988 h 513987"/>
                          <a:gd name="connsiteX2" fmla="*/ 675942 w 908569"/>
                          <a:gd name="connsiteY2" fmla="*/ 0 h 513987"/>
                          <a:gd name="connsiteX3" fmla="*/ 908569 w 908569"/>
                          <a:gd name="connsiteY3" fmla="*/ 366313 h 51398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908569" h="513987">
                            <a:moveTo>
                              <a:pt x="908569" y="366461"/>
                            </a:moveTo>
                            <a:lnTo>
                              <a:pt x="0" y="513988"/>
                            </a:lnTo>
                            <a:cubicBezTo>
                              <a:pt x="0" y="513988"/>
                              <a:pt x="40489" y="222910"/>
                              <a:pt x="675942" y="0"/>
                            </a:cubicBezTo>
                            <a:lnTo>
                              <a:pt x="908569" y="366313"/>
                            </a:lnTo>
                            <a:close/>
                          </a:path>
                        </a:pathLst>
                      </a:custGeom>
                      <a:solidFill>
                        <a:srgbClr val="DB785E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529" name="任意多边形: 形状 528" descr="3aa821d3-91f8-4d1d-9748-5af4bd7791b7">
                      <a:extLst>
                        <a:ext uri="{FF2B5EF4-FFF2-40B4-BE49-F238E27FC236}">
                          <a16:creationId xmlns:a16="http://schemas.microsoft.com/office/drawing/2014/main" id="{5F300BA7-5EDF-363E-BF68-C5A12B32BB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57938" y="3235215"/>
                      <a:ext cx="1445429" cy="1229861"/>
                    </a:xfrm>
                    <a:custGeom>
                      <a:avLst/>
                      <a:gdLst>
                        <a:gd name="connsiteX0" fmla="*/ 307179 w 1445429"/>
                        <a:gd name="connsiteY0" fmla="*/ 1505 h 1229861"/>
                        <a:gd name="connsiteX1" fmla="*/ 1102821 w 1445429"/>
                        <a:gd name="connsiteY1" fmla="*/ 553920 h 1229861"/>
                        <a:gd name="connsiteX2" fmla="*/ 1445430 w 1445429"/>
                        <a:gd name="connsiteY2" fmla="*/ 769467 h 1229861"/>
                        <a:gd name="connsiteX3" fmla="*/ 666278 w 1445429"/>
                        <a:gd name="connsiteY3" fmla="*/ 1001505 h 1229861"/>
                        <a:gd name="connsiteX4" fmla="*/ 415836 w 1445429"/>
                        <a:gd name="connsiteY4" fmla="*/ 1229862 h 1229861"/>
                        <a:gd name="connsiteX5" fmla="*/ 43781 w 1445429"/>
                        <a:gd name="connsiteY5" fmla="*/ 574090 h 1229861"/>
                        <a:gd name="connsiteX6" fmla="*/ 307179 w 1445429"/>
                        <a:gd name="connsiteY6" fmla="*/ 1358 h 1229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445429" h="1229861">
                          <a:moveTo>
                            <a:pt x="307179" y="1505"/>
                          </a:moveTo>
                          <a:cubicBezTo>
                            <a:pt x="684387" y="-26322"/>
                            <a:pt x="760359" y="338372"/>
                            <a:pt x="1102821" y="553920"/>
                          </a:cubicBezTo>
                          <a:lnTo>
                            <a:pt x="1445430" y="769467"/>
                          </a:lnTo>
                          <a:cubicBezTo>
                            <a:pt x="1445430" y="769467"/>
                            <a:pt x="968398" y="809956"/>
                            <a:pt x="666278" y="1001505"/>
                          </a:cubicBezTo>
                          <a:cubicBezTo>
                            <a:pt x="399052" y="1170969"/>
                            <a:pt x="415836" y="1229862"/>
                            <a:pt x="415836" y="1229862"/>
                          </a:cubicBezTo>
                          <a:cubicBezTo>
                            <a:pt x="415836" y="1229862"/>
                            <a:pt x="132120" y="791404"/>
                            <a:pt x="43781" y="574090"/>
                          </a:cubicBezTo>
                          <a:cubicBezTo>
                            <a:pt x="-44706" y="356776"/>
                            <a:pt x="-18793" y="25503"/>
                            <a:pt x="307179" y="1358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471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530" name="组合 529" descr="85f3d0dc-d92d-4f35-96b0-c22890936395">
                      <a:extLst>
                        <a:ext uri="{FF2B5EF4-FFF2-40B4-BE49-F238E27FC236}">
                          <a16:creationId xmlns:a16="http://schemas.microsoft.com/office/drawing/2014/main" id="{F7BEFFB7-4640-08AE-35B7-0BA85DA878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599958" y="3926060"/>
                      <a:ext cx="2317515" cy="1750147"/>
                      <a:chOff x="8599958" y="3926060"/>
                      <a:chExt cx="2317515" cy="1750147"/>
                    </a:xfrm>
                  </p:grpSpPr>
                  <p:grpSp>
                    <p:nvGrpSpPr>
                      <p:cNvPr id="534" name="组合 533" descr="d3ab9112-1f4f-4cc7-b6dc-8deb6e5b3c20">
                        <a:extLst>
                          <a:ext uri="{FF2B5EF4-FFF2-40B4-BE49-F238E27FC236}">
                            <a16:creationId xmlns:a16="http://schemas.microsoft.com/office/drawing/2014/main" id="{C120A18E-817D-A40C-2F7B-2322F540559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599958" y="4311964"/>
                        <a:ext cx="2317515" cy="1364244"/>
                        <a:chOff x="8599958" y="4311964"/>
                        <a:chExt cx="2317515" cy="1364244"/>
                      </a:xfrm>
                    </p:grpSpPr>
                    <p:grpSp>
                      <p:nvGrpSpPr>
                        <p:cNvPr id="100" name="组合 99" descr="642776d0-c4ba-406e-9f2d-31183fbd7772">
                          <a:extLst>
                            <a:ext uri="{FF2B5EF4-FFF2-40B4-BE49-F238E27FC236}">
                              <a16:creationId xmlns:a16="http://schemas.microsoft.com/office/drawing/2014/main" id="{F38E5EC6-059B-DC86-B01B-78CE3969789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599958" y="4311964"/>
                          <a:ext cx="2317515" cy="1364244"/>
                          <a:chOff x="8599958" y="4311964"/>
                          <a:chExt cx="2317515" cy="1364244"/>
                        </a:xfrm>
                      </p:grpSpPr>
                      <p:grpSp>
                        <p:nvGrpSpPr>
                          <p:cNvPr id="102" name="组合 101" descr="21284d68-6413-4126-87a5-ac06a819c1c9">
                            <a:extLst>
                              <a:ext uri="{FF2B5EF4-FFF2-40B4-BE49-F238E27FC236}">
                                <a16:creationId xmlns:a16="http://schemas.microsoft.com/office/drawing/2014/main" id="{9B8D131D-47F5-3E2A-9724-68579752F47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766943" y="4311964"/>
                            <a:ext cx="2150530" cy="1364244"/>
                            <a:chOff x="8766943" y="4311964"/>
                            <a:chExt cx="2150530" cy="1364244"/>
                          </a:xfrm>
                          <a:solidFill>
                            <a:srgbClr val="E5987D"/>
                          </a:solidFill>
                        </p:grpSpPr>
                        <p:sp>
                          <p:nvSpPr>
                            <p:cNvPr id="120" name="任意多边形: 形状 119" descr="968cd17c-520c-45d6-83de-9c74adca6b74">
                              <a:extLst>
                                <a:ext uri="{FF2B5EF4-FFF2-40B4-BE49-F238E27FC236}">
                                  <a16:creationId xmlns:a16="http://schemas.microsoft.com/office/drawing/2014/main" id="{5B67EC6E-0F30-C93B-6346-9F83CBDCEB6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-3817800">
                              <a:off x="9960688" y="4451023"/>
                              <a:ext cx="817726" cy="817726"/>
                            </a:xfrm>
                            <a:custGeom>
                              <a:avLst/>
                              <a:gdLst>
                                <a:gd name="connsiteX0" fmla="*/ 817727 w 817726"/>
                                <a:gd name="connsiteY0" fmla="*/ 408863 h 817726"/>
                                <a:gd name="connsiteX1" fmla="*/ 408864 w 817726"/>
                                <a:gd name="connsiteY1" fmla="*/ 817727 h 817726"/>
                                <a:gd name="connsiteX2" fmla="*/ 1 w 817726"/>
                                <a:gd name="connsiteY2" fmla="*/ 408863 h 817726"/>
                                <a:gd name="connsiteX3" fmla="*/ 408864 w 817726"/>
                                <a:gd name="connsiteY3" fmla="*/ -1 h 817726"/>
                                <a:gd name="connsiteX4" fmla="*/ 817727 w 817726"/>
                                <a:gd name="connsiteY4" fmla="*/ 408863 h 81772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817726" h="817726">
                                  <a:moveTo>
                                    <a:pt x="817727" y="408863"/>
                                  </a:moveTo>
                                  <a:cubicBezTo>
                                    <a:pt x="817727" y="634672"/>
                                    <a:pt x="634672" y="817727"/>
                                    <a:pt x="408864" y="817727"/>
                                  </a:cubicBezTo>
                                  <a:cubicBezTo>
                                    <a:pt x="183055" y="817727"/>
                                    <a:pt x="1" y="634672"/>
                                    <a:pt x="1" y="408863"/>
                                  </a:cubicBezTo>
                                  <a:cubicBezTo>
                                    <a:pt x="1" y="183054"/>
                                    <a:pt x="183055" y="-1"/>
                                    <a:pt x="408864" y="-1"/>
                                  </a:cubicBezTo>
                                  <a:cubicBezTo>
                                    <a:pt x="634672" y="-1"/>
                                    <a:pt x="817727" y="183054"/>
                                    <a:pt x="817727" y="40886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E5987D"/>
                            </a:solidFill>
                            <a:ln w="14711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21" name="任意多边形: 形状 120" descr="8f96502a-0fa7-443b-badc-fbc55383aa36">
                              <a:extLst>
                                <a:ext uri="{FF2B5EF4-FFF2-40B4-BE49-F238E27FC236}">
                                  <a16:creationId xmlns:a16="http://schemas.microsoft.com/office/drawing/2014/main" id="{558CAB8F-2CE1-9FED-7E04-3090A3AA6A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21684" y="4511750"/>
                              <a:ext cx="1681684" cy="1164458"/>
                            </a:xfrm>
                            <a:custGeom>
                              <a:avLst/>
                              <a:gdLst>
                                <a:gd name="connsiteX0" fmla="*/ 1232332 w 1681684"/>
                                <a:gd name="connsiteY0" fmla="*/ 0 h 1164458"/>
                                <a:gd name="connsiteX1" fmla="*/ 0 w 1681684"/>
                                <a:gd name="connsiteY1" fmla="*/ 668139 h 1164458"/>
                                <a:gd name="connsiteX2" fmla="*/ 359540 w 1681684"/>
                                <a:gd name="connsiteY2" fmla="*/ 1164459 h 1164458"/>
                                <a:gd name="connsiteX3" fmla="*/ 1681684 w 1681684"/>
                                <a:gd name="connsiteY3" fmla="*/ 683010 h 1164458"/>
                                <a:gd name="connsiteX4" fmla="*/ 1232332 w 1681684"/>
                                <a:gd name="connsiteY4" fmla="*/ 0 h 116445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1681684" h="1164458">
                                  <a:moveTo>
                                    <a:pt x="1232332" y="0"/>
                                  </a:moveTo>
                                  <a:lnTo>
                                    <a:pt x="0" y="668139"/>
                                  </a:lnTo>
                                  <a:lnTo>
                                    <a:pt x="359540" y="1164459"/>
                                  </a:lnTo>
                                  <a:lnTo>
                                    <a:pt x="1681684" y="683010"/>
                                  </a:lnTo>
                                  <a:lnTo>
                                    <a:pt x="1232332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5987D"/>
                            </a:solidFill>
                            <a:ln w="14711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22" name="任意多边形: 形状 121" descr="b10f1d2f-715f-418a-bee1-c32210872aeb">
                              <a:extLst>
                                <a:ext uri="{FF2B5EF4-FFF2-40B4-BE49-F238E27FC236}">
                                  <a16:creationId xmlns:a16="http://schemas.microsoft.com/office/drawing/2014/main" id="{B8EBB0F0-7652-E648-42E1-58F71E90D4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66943" y="5175030"/>
                              <a:ext cx="628680" cy="314340"/>
                            </a:xfrm>
                            <a:custGeom>
                              <a:avLst/>
                              <a:gdLst>
                                <a:gd name="connsiteX0" fmla="*/ 485718 w 628680"/>
                                <a:gd name="connsiteY0" fmla="*/ 0 h 314340"/>
                                <a:gd name="connsiteX1" fmla="*/ 628681 w 628680"/>
                                <a:gd name="connsiteY1" fmla="*/ 142962 h 314340"/>
                                <a:gd name="connsiteX2" fmla="*/ 628681 w 628680"/>
                                <a:gd name="connsiteY2" fmla="*/ 171378 h 314340"/>
                                <a:gd name="connsiteX3" fmla="*/ 485718 w 628680"/>
                                <a:gd name="connsiteY3" fmla="*/ 314341 h 314340"/>
                                <a:gd name="connsiteX4" fmla="*/ 142962 w 628680"/>
                                <a:gd name="connsiteY4" fmla="*/ 314341 h 314340"/>
                                <a:gd name="connsiteX5" fmla="*/ 0 w 628680"/>
                                <a:gd name="connsiteY5" fmla="*/ 171378 h 314340"/>
                                <a:gd name="connsiteX6" fmla="*/ 0 w 628680"/>
                                <a:gd name="connsiteY6" fmla="*/ 142962 h 314340"/>
                                <a:gd name="connsiteX7" fmla="*/ 142962 w 628680"/>
                                <a:gd name="connsiteY7" fmla="*/ 0 h 31434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</a:cxnLst>
                              <a:rect l="l" t="t" r="r" b="b"/>
                              <a:pathLst>
                                <a:path w="628680" h="314340">
                                  <a:moveTo>
                                    <a:pt x="485718" y="0"/>
                                  </a:moveTo>
                                  <a:cubicBezTo>
                                    <a:pt x="564674" y="0"/>
                                    <a:pt x="628681" y="64006"/>
                                    <a:pt x="628681" y="142962"/>
                                  </a:cubicBezTo>
                                  <a:lnTo>
                                    <a:pt x="628681" y="171378"/>
                                  </a:lnTo>
                                  <a:cubicBezTo>
                                    <a:pt x="628681" y="250334"/>
                                    <a:pt x="564674" y="314341"/>
                                    <a:pt x="485718" y="314341"/>
                                  </a:cubicBezTo>
                                  <a:lnTo>
                                    <a:pt x="142962" y="314341"/>
                                  </a:lnTo>
                                  <a:cubicBezTo>
                                    <a:pt x="64006" y="314341"/>
                                    <a:pt x="0" y="250335"/>
                                    <a:pt x="0" y="171378"/>
                                  </a:cubicBezTo>
                                  <a:lnTo>
                                    <a:pt x="0" y="142962"/>
                                  </a:lnTo>
                                  <a:cubicBezTo>
                                    <a:pt x="0" y="64007"/>
                                    <a:pt x="64006" y="0"/>
                                    <a:pt x="142962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E5987D"/>
                            </a:solidFill>
                            <a:ln w="14711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  <p:grpSp>
                        <p:nvGrpSpPr>
                          <p:cNvPr id="103" name="组合 102" descr="400ce6fe-ad2c-4908-8b08-99416cdaa4e3">
                            <a:extLst>
                              <a:ext uri="{FF2B5EF4-FFF2-40B4-BE49-F238E27FC236}">
                                <a16:creationId xmlns:a16="http://schemas.microsoft.com/office/drawing/2014/main" id="{FB3BE029-0BD3-C327-786C-36E03E7ACA1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599958" y="4797064"/>
                            <a:ext cx="963068" cy="694072"/>
                            <a:chOff x="8599958" y="4797064"/>
                            <a:chExt cx="963068" cy="694072"/>
                          </a:xfrm>
                        </p:grpSpPr>
                        <p:sp>
                          <p:nvSpPr>
                            <p:cNvPr id="105" name="任意多边形: 形状 104" descr="b197c55a-63f8-4d9e-b59f-67c8e1cbc75c">
                              <a:extLst>
                                <a:ext uri="{FF2B5EF4-FFF2-40B4-BE49-F238E27FC236}">
                                  <a16:creationId xmlns:a16="http://schemas.microsoft.com/office/drawing/2014/main" id="{2E351E75-C34E-BD23-A632-7D6605E2667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855282" y="5061956"/>
                              <a:ext cx="203916" cy="429181"/>
                            </a:xfrm>
                            <a:custGeom>
                              <a:avLst/>
                              <a:gdLst>
                                <a:gd name="connsiteX0" fmla="*/ 111160 w 203916"/>
                                <a:gd name="connsiteY0" fmla="*/ 0 h 429181"/>
                                <a:gd name="connsiteX1" fmla="*/ 203916 w 203916"/>
                                <a:gd name="connsiteY1" fmla="*/ 92756 h 429181"/>
                                <a:gd name="connsiteX2" fmla="*/ 203916 w 203916"/>
                                <a:gd name="connsiteY2" fmla="*/ 336425 h 429181"/>
                                <a:gd name="connsiteX3" fmla="*/ 111160 w 203916"/>
                                <a:gd name="connsiteY3" fmla="*/ 429181 h 429181"/>
                                <a:gd name="connsiteX4" fmla="*/ 92756 w 203916"/>
                                <a:gd name="connsiteY4" fmla="*/ 429181 h 429181"/>
                                <a:gd name="connsiteX5" fmla="*/ 0 w 203916"/>
                                <a:gd name="connsiteY5" fmla="*/ 336425 h 429181"/>
                                <a:gd name="connsiteX6" fmla="*/ 0 w 203916"/>
                                <a:gd name="connsiteY6" fmla="*/ 92756 h 429181"/>
                                <a:gd name="connsiteX7" fmla="*/ 92756 w 203916"/>
                                <a:gd name="connsiteY7" fmla="*/ 0 h 42918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</a:cxnLst>
                              <a:rect l="l" t="t" r="r" b="b"/>
                              <a:pathLst>
                                <a:path w="203916" h="429181">
                                  <a:moveTo>
                                    <a:pt x="111160" y="0"/>
                                  </a:moveTo>
                                  <a:cubicBezTo>
                                    <a:pt x="162388" y="0"/>
                                    <a:pt x="203916" y="41528"/>
                                    <a:pt x="203916" y="92756"/>
                                  </a:cubicBezTo>
                                  <a:lnTo>
                                    <a:pt x="203916" y="336425"/>
                                  </a:lnTo>
                                  <a:cubicBezTo>
                                    <a:pt x="203916" y="387652"/>
                                    <a:pt x="162387" y="429181"/>
                                    <a:pt x="111160" y="429181"/>
                                  </a:cubicBezTo>
                                  <a:lnTo>
                                    <a:pt x="92756" y="429181"/>
                                  </a:lnTo>
                                  <a:cubicBezTo>
                                    <a:pt x="41528" y="429181"/>
                                    <a:pt x="0" y="387652"/>
                                    <a:pt x="0" y="336425"/>
                                  </a:cubicBezTo>
                                  <a:lnTo>
                                    <a:pt x="0" y="92756"/>
                                  </a:lnTo>
                                  <a:cubicBezTo>
                                    <a:pt x="0" y="41528"/>
                                    <a:pt x="41529" y="0"/>
                                    <a:pt x="92756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E5987D"/>
                            </a:solidFill>
                            <a:ln w="14711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06" name="任意多边形: 形状 105" descr="911d433a-7966-4e1a-8d9a-0e106d3926fe">
                              <a:extLst>
                                <a:ext uri="{FF2B5EF4-FFF2-40B4-BE49-F238E27FC236}">
                                  <a16:creationId xmlns:a16="http://schemas.microsoft.com/office/drawing/2014/main" id="{3C459E76-0FD9-3260-012D-57A395ADEB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-1800001">
                              <a:off x="8731063" y="4819294"/>
                              <a:ext cx="203916" cy="429181"/>
                            </a:xfrm>
                            <a:custGeom>
                              <a:avLst/>
                              <a:gdLst>
                                <a:gd name="connsiteX0" fmla="*/ 111160 w 203916"/>
                                <a:gd name="connsiteY0" fmla="*/ 0 h 429181"/>
                                <a:gd name="connsiteX1" fmla="*/ 203916 w 203916"/>
                                <a:gd name="connsiteY1" fmla="*/ 92756 h 429181"/>
                                <a:gd name="connsiteX2" fmla="*/ 203916 w 203916"/>
                                <a:gd name="connsiteY2" fmla="*/ 336425 h 429181"/>
                                <a:gd name="connsiteX3" fmla="*/ 111160 w 203916"/>
                                <a:gd name="connsiteY3" fmla="*/ 429181 h 429181"/>
                                <a:gd name="connsiteX4" fmla="*/ 92756 w 203916"/>
                                <a:gd name="connsiteY4" fmla="*/ 429181 h 429181"/>
                                <a:gd name="connsiteX5" fmla="*/ 0 w 203916"/>
                                <a:gd name="connsiteY5" fmla="*/ 336425 h 429181"/>
                                <a:gd name="connsiteX6" fmla="*/ 0 w 203916"/>
                                <a:gd name="connsiteY6" fmla="*/ 92756 h 429181"/>
                                <a:gd name="connsiteX7" fmla="*/ 92756 w 203916"/>
                                <a:gd name="connsiteY7" fmla="*/ 0 h 42918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</a:cxnLst>
                              <a:rect l="l" t="t" r="r" b="b"/>
                              <a:pathLst>
                                <a:path w="203916" h="429181">
                                  <a:moveTo>
                                    <a:pt x="111160" y="0"/>
                                  </a:moveTo>
                                  <a:cubicBezTo>
                                    <a:pt x="162388" y="0"/>
                                    <a:pt x="203916" y="41528"/>
                                    <a:pt x="203916" y="92756"/>
                                  </a:cubicBezTo>
                                  <a:lnTo>
                                    <a:pt x="203916" y="336425"/>
                                  </a:lnTo>
                                  <a:cubicBezTo>
                                    <a:pt x="203916" y="387652"/>
                                    <a:pt x="162388" y="429181"/>
                                    <a:pt x="111160" y="429181"/>
                                  </a:cubicBezTo>
                                  <a:lnTo>
                                    <a:pt x="92756" y="429181"/>
                                  </a:lnTo>
                                  <a:cubicBezTo>
                                    <a:pt x="41528" y="429181"/>
                                    <a:pt x="0" y="387652"/>
                                    <a:pt x="0" y="336425"/>
                                  </a:cubicBezTo>
                                  <a:lnTo>
                                    <a:pt x="0" y="92756"/>
                                  </a:lnTo>
                                  <a:cubicBezTo>
                                    <a:pt x="0" y="41528"/>
                                    <a:pt x="41529" y="0"/>
                                    <a:pt x="92756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E5987D"/>
                            </a:solidFill>
                            <a:ln w="14711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07" name="任意多边形: 形状 106" descr="e6702a82-62da-4b8a-992a-79e5f76d0e0f">
                              <a:extLst>
                                <a:ext uri="{FF2B5EF4-FFF2-40B4-BE49-F238E27FC236}">
                                  <a16:creationId xmlns:a16="http://schemas.microsoft.com/office/drawing/2014/main" id="{332A990B-9851-321E-D186-BC36D611F48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59198" y="5061956"/>
                              <a:ext cx="203916" cy="429181"/>
                            </a:xfrm>
                            <a:custGeom>
                              <a:avLst/>
                              <a:gdLst>
                                <a:gd name="connsiteX0" fmla="*/ 111160 w 203916"/>
                                <a:gd name="connsiteY0" fmla="*/ 0 h 429181"/>
                                <a:gd name="connsiteX1" fmla="*/ 203916 w 203916"/>
                                <a:gd name="connsiteY1" fmla="*/ 92756 h 429181"/>
                                <a:gd name="connsiteX2" fmla="*/ 203916 w 203916"/>
                                <a:gd name="connsiteY2" fmla="*/ 336425 h 429181"/>
                                <a:gd name="connsiteX3" fmla="*/ 111160 w 203916"/>
                                <a:gd name="connsiteY3" fmla="*/ 429181 h 429181"/>
                                <a:gd name="connsiteX4" fmla="*/ 92756 w 203916"/>
                                <a:gd name="connsiteY4" fmla="*/ 429181 h 429181"/>
                                <a:gd name="connsiteX5" fmla="*/ 0 w 203916"/>
                                <a:gd name="connsiteY5" fmla="*/ 336425 h 429181"/>
                                <a:gd name="connsiteX6" fmla="*/ 0 w 203916"/>
                                <a:gd name="connsiteY6" fmla="*/ 92756 h 429181"/>
                                <a:gd name="connsiteX7" fmla="*/ 92756 w 203916"/>
                                <a:gd name="connsiteY7" fmla="*/ 0 h 42918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</a:cxnLst>
                              <a:rect l="l" t="t" r="r" b="b"/>
                              <a:pathLst>
                                <a:path w="203916" h="429181">
                                  <a:moveTo>
                                    <a:pt x="111160" y="0"/>
                                  </a:moveTo>
                                  <a:cubicBezTo>
                                    <a:pt x="162388" y="0"/>
                                    <a:pt x="203916" y="41528"/>
                                    <a:pt x="203916" y="92756"/>
                                  </a:cubicBezTo>
                                  <a:lnTo>
                                    <a:pt x="203916" y="336425"/>
                                  </a:lnTo>
                                  <a:cubicBezTo>
                                    <a:pt x="203916" y="387652"/>
                                    <a:pt x="162388" y="429181"/>
                                    <a:pt x="111160" y="429181"/>
                                  </a:cubicBezTo>
                                  <a:lnTo>
                                    <a:pt x="92756" y="429181"/>
                                  </a:lnTo>
                                  <a:cubicBezTo>
                                    <a:pt x="41528" y="429181"/>
                                    <a:pt x="0" y="387652"/>
                                    <a:pt x="0" y="336425"/>
                                  </a:cubicBezTo>
                                  <a:lnTo>
                                    <a:pt x="0" y="92756"/>
                                  </a:lnTo>
                                  <a:cubicBezTo>
                                    <a:pt x="0" y="41528"/>
                                    <a:pt x="41529" y="0"/>
                                    <a:pt x="92756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E5987D"/>
                            </a:solidFill>
                            <a:ln w="14711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08" name="任意多边形: 形状 107" descr="470cc8ae-921d-451a-90a0-c2f5733a8c7c">
                              <a:extLst>
                                <a:ext uri="{FF2B5EF4-FFF2-40B4-BE49-F238E27FC236}">
                                  <a16:creationId xmlns:a16="http://schemas.microsoft.com/office/drawing/2014/main" id="{126EE61B-926B-E67A-3A46-00935DBC58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263115" y="5061956"/>
                              <a:ext cx="203916" cy="429181"/>
                            </a:xfrm>
                            <a:custGeom>
                              <a:avLst/>
                              <a:gdLst>
                                <a:gd name="connsiteX0" fmla="*/ 111160 w 203916"/>
                                <a:gd name="connsiteY0" fmla="*/ 0 h 429181"/>
                                <a:gd name="connsiteX1" fmla="*/ 203916 w 203916"/>
                                <a:gd name="connsiteY1" fmla="*/ 92756 h 429181"/>
                                <a:gd name="connsiteX2" fmla="*/ 203916 w 203916"/>
                                <a:gd name="connsiteY2" fmla="*/ 336425 h 429181"/>
                                <a:gd name="connsiteX3" fmla="*/ 111160 w 203916"/>
                                <a:gd name="connsiteY3" fmla="*/ 429181 h 429181"/>
                                <a:gd name="connsiteX4" fmla="*/ 92756 w 203916"/>
                                <a:gd name="connsiteY4" fmla="*/ 429181 h 429181"/>
                                <a:gd name="connsiteX5" fmla="*/ 0 w 203916"/>
                                <a:gd name="connsiteY5" fmla="*/ 336425 h 429181"/>
                                <a:gd name="connsiteX6" fmla="*/ 0 w 203916"/>
                                <a:gd name="connsiteY6" fmla="*/ 92756 h 429181"/>
                                <a:gd name="connsiteX7" fmla="*/ 92756 w 203916"/>
                                <a:gd name="connsiteY7" fmla="*/ 0 h 429181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</a:cxnLst>
                              <a:rect l="l" t="t" r="r" b="b"/>
                              <a:pathLst>
                                <a:path w="203916" h="429181">
                                  <a:moveTo>
                                    <a:pt x="111160" y="0"/>
                                  </a:moveTo>
                                  <a:cubicBezTo>
                                    <a:pt x="162388" y="0"/>
                                    <a:pt x="203916" y="41528"/>
                                    <a:pt x="203916" y="92756"/>
                                  </a:cubicBezTo>
                                  <a:lnTo>
                                    <a:pt x="203916" y="336425"/>
                                  </a:lnTo>
                                  <a:cubicBezTo>
                                    <a:pt x="203916" y="387652"/>
                                    <a:pt x="162388" y="429181"/>
                                    <a:pt x="111160" y="429181"/>
                                  </a:cubicBezTo>
                                  <a:lnTo>
                                    <a:pt x="92756" y="429181"/>
                                  </a:lnTo>
                                  <a:cubicBezTo>
                                    <a:pt x="41528" y="429181"/>
                                    <a:pt x="0" y="387652"/>
                                    <a:pt x="0" y="336425"/>
                                  </a:cubicBezTo>
                                  <a:lnTo>
                                    <a:pt x="0" y="92756"/>
                                  </a:lnTo>
                                  <a:cubicBezTo>
                                    <a:pt x="0" y="41528"/>
                                    <a:pt x="41529" y="0"/>
                                    <a:pt x="92756" y="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E5987D"/>
                            </a:solidFill>
                            <a:ln w="14711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09" name="任意多边形: 形状 108" descr="b1cc7d78-1efc-4d32-956a-acc4ccae96df">
                              <a:extLst>
                                <a:ext uri="{FF2B5EF4-FFF2-40B4-BE49-F238E27FC236}">
                                  <a16:creationId xmlns:a16="http://schemas.microsoft.com/office/drawing/2014/main" id="{9615F80E-51D5-1B30-B49F-ED3F006DDA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855429" y="5061956"/>
                              <a:ext cx="203769" cy="429034"/>
                            </a:xfrm>
                            <a:custGeom>
                              <a:avLst/>
                              <a:gdLst>
                                <a:gd name="connsiteX0" fmla="*/ 186984 w 203769"/>
                                <a:gd name="connsiteY0" fmla="*/ 46084 h 429034"/>
                                <a:gd name="connsiteX1" fmla="*/ 203769 w 203769"/>
                                <a:gd name="connsiteY1" fmla="*/ 101884 h 429034"/>
                                <a:gd name="connsiteX2" fmla="*/ 203769 w 203769"/>
                                <a:gd name="connsiteY2" fmla="*/ 327150 h 429034"/>
                                <a:gd name="connsiteX3" fmla="*/ 101884 w 203769"/>
                                <a:gd name="connsiteY3" fmla="*/ 429034 h 429034"/>
                                <a:gd name="connsiteX4" fmla="*/ 101884 w 203769"/>
                                <a:gd name="connsiteY4" fmla="*/ 429034 h 429034"/>
                                <a:gd name="connsiteX5" fmla="*/ 0 w 203769"/>
                                <a:gd name="connsiteY5" fmla="*/ 327150 h 429034"/>
                                <a:gd name="connsiteX6" fmla="*/ 0 w 203769"/>
                                <a:gd name="connsiteY6" fmla="*/ 101884 h 429034"/>
                                <a:gd name="connsiteX7" fmla="*/ 101884 w 203769"/>
                                <a:gd name="connsiteY7" fmla="*/ 0 h 429034"/>
                                <a:gd name="connsiteX8" fmla="*/ 101884 w 203769"/>
                                <a:gd name="connsiteY8" fmla="*/ 0 h 42903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</a:cxnLst>
                              <a:rect l="l" t="t" r="r" b="b"/>
                              <a:pathLst>
                                <a:path w="203769" h="429034">
                                  <a:moveTo>
                                    <a:pt x="186984" y="46084"/>
                                  </a:moveTo>
                                  <a:cubicBezTo>
                                    <a:pt x="197585" y="62132"/>
                                    <a:pt x="203769" y="81420"/>
                                    <a:pt x="203769" y="101884"/>
                                  </a:cubicBezTo>
                                  <a:lnTo>
                                    <a:pt x="203769" y="327150"/>
                                  </a:lnTo>
                                  <a:cubicBezTo>
                                    <a:pt x="203769" y="383245"/>
                                    <a:pt x="157833" y="429034"/>
                                    <a:pt x="101884" y="429034"/>
                                  </a:cubicBezTo>
                                  <a:lnTo>
                                    <a:pt x="101884" y="429034"/>
                                  </a:lnTo>
                                  <a:cubicBezTo>
                                    <a:pt x="45789" y="429034"/>
                                    <a:pt x="0" y="383098"/>
                                    <a:pt x="0" y="327150"/>
                                  </a:cubicBezTo>
                                  <a:lnTo>
                                    <a:pt x="0" y="101884"/>
                                  </a:lnTo>
                                  <a:cubicBezTo>
                                    <a:pt x="0" y="45789"/>
                                    <a:pt x="45936" y="0"/>
                                    <a:pt x="101884" y="0"/>
                                  </a:cubicBezTo>
                                  <a:lnTo>
                                    <a:pt x="101884" y="0"/>
                                  </a:lnTo>
                                </a:path>
                              </a:pathLst>
                            </a:custGeom>
                            <a:noFill/>
                            <a:ln w="14417" cap="rnd">
                              <a:solidFill>
                                <a:srgbClr val="100D14"/>
                              </a:solidFill>
                              <a:prstDash val="solid"/>
                              <a:round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10" name="任意多边形: 形状 109" descr="067578f9-0330-4b96-bb6b-428f3ac33b07">
                              <a:extLst>
                                <a:ext uri="{FF2B5EF4-FFF2-40B4-BE49-F238E27FC236}">
                                  <a16:creationId xmlns:a16="http://schemas.microsoft.com/office/drawing/2014/main" id="{808931F2-8DD2-F7B6-036B-AEEBC4CA47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059346" y="5075207"/>
                              <a:ext cx="203769" cy="415783"/>
                            </a:xfrm>
                            <a:custGeom>
                              <a:avLst/>
                              <a:gdLst>
                                <a:gd name="connsiteX0" fmla="*/ 154446 w 203769"/>
                                <a:gd name="connsiteY0" fmla="*/ 1472 h 415783"/>
                                <a:gd name="connsiteX1" fmla="*/ 203769 w 203769"/>
                                <a:gd name="connsiteY1" fmla="*/ 88633 h 415783"/>
                                <a:gd name="connsiteX2" fmla="*/ 203769 w 203769"/>
                                <a:gd name="connsiteY2" fmla="*/ 313899 h 415783"/>
                                <a:gd name="connsiteX3" fmla="*/ 101884 w 203769"/>
                                <a:gd name="connsiteY3" fmla="*/ 415783 h 415783"/>
                                <a:gd name="connsiteX4" fmla="*/ 101884 w 203769"/>
                                <a:gd name="connsiteY4" fmla="*/ 415783 h 415783"/>
                                <a:gd name="connsiteX5" fmla="*/ 0 w 203769"/>
                                <a:gd name="connsiteY5" fmla="*/ 313899 h 415783"/>
                                <a:gd name="connsiteX6" fmla="*/ 0 w 203769"/>
                                <a:gd name="connsiteY6" fmla="*/ 88633 h 415783"/>
                                <a:gd name="connsiteX7" fmla="*/ 51826 w 203769"/>
                                <a:gd name="connsiteY7" fmla="*/ 0 h 415783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</a:cxnLst>
                              <a:rect l="l" t="t" r="r" b="b"/>
                              <a:pathLst>
                                <a:path w="203769" h="415783">
                                  <a:moveTo>
                                    <a:pt x="154446" y="1472"/>
                                  </a:moveTo>
                                  <a:cubicBezTo>
                                    <a:pt x="183893" y="19435"/>
                                    <a:pt x="203769" y="51825"/>
                                    <a:pt x="203769" y="88633"/>
                                  </a:cubicBezTo>
                                  <a:lnTo>
                                    <a:pt x="203769" y="313899"/>
                                  </a:lnTo>
                                  <a:cubicBezTo>
                                    <a:pt x="203769" y="369994"/>
                                    <a:pt x="157832" y="415783"/>
                                    <a:pt x="101884" y="415783"/>
                                  </a:cubicBezTo>
                                  <a:lnTo>
                                    <a:pt x="101884" y="415783"/>
                                  </a:lnTo>
                                  <a:cubicBezTo>
                                    <a:pt x="45789" y="415783"/>
                                    <a:pt x="0" y="369847"/>
                                    <a:pt x="0" y="313899"/>
                                  </a:cubicBezTo>
                                  <a:lnTo>
                                    <a:pt x="0" y="88633"/>
                                  </a:lnTo>
                                  <a:cubicBezTo>
                                    <a:pt x="0" y="50795"/>
                                    <a:pt x="20907" y="17521"/>
                                    <a:pt x="51826" y="0"/>
                                  </a:cubicBezTo>
                                </a:path>
                              </a:pathLst>
                            </a:custGeom>
                            <a:noFill/>
                            <a:ln w="14417" cap="rnd">
                              <a:solidFill>
                                <a:srgbClr val="100D14"/>
                              </a:solidFill>
                              <a:prstDash val="solid"/>
                              <a:round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11" name="任意多边形: 形状 110" descr="7322a609-4891-43a6-907a-c1f4e8fb3955">
                              <a:extLst>
                                <a:ext uri="{FF2B5EF4-FFF2-40B4-BE49-F238E27FC236}">
                                  <a16:creationId xmlns:a16="http://schemas.microsoft.com/office/drawing/2014/main" id="{F72137F6-87EA-D244-DFB8-52689DF500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263115" y="5061956"/>
                              <a:ext cx="299911" cy="429034"/>
                            </a:xfrm>
                            <a:custGeom>
                              <a:avLst/>
                              <a:gdLst>
                                <a:gd name="connsiteX0" fmla="*/ 203769 w 299911"/>
                                <a:gd name="connsiteY0" fmla="*/ 152238 h 429034"/>
                                <a:gd name="connsiteX1" fmla="*/ 203769 w 299911"/>
                                <a:gd name="connsiteY1" fmla="*/ 327150 h 429034"/>
                                <a:gd name="connsiteX2" fmla="*/ 101884 w 299911"/>
                                <a:gd name="connsiteY2" fmla="*/ 429034 h 429034"/>
                                <a:gd name="connsiteX3" fmla="*/ 101884 w 299911"/>
                                <a:gd name="connsiteY3" fmla="*/ 429034 h 429034"/>
                                <a:gd name="connsiteX4" fmla="*/ 0 w 299911"/>
                                <a:gd name="connsiteY4" fmla="*/ 327150 h 429034"/>
                                <a:gd name="connsiteX5" fmla="*/ 0 w 299911"/>
                                <a:gd name="connsiteY5" fmla="*/ 101884 h 429034"/>
                                <a:gd name="connsiteX6" fmla="*/ 101884 w 299911"/>
                                <a:gd name="connsiteY6" fmla="*/ 0 h 429034"/>
                                <a:gd name="connsiteX7" fmla="*/ 299912 w 299911"/>
                                <a:gd name="connsiteY7" fmla="*/ 0 h 42903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</a:cxnLst>
                              <a:rect l="l" t="t" r="r" b="b"/>
                              <a:pathLst>
                                <a:path w="299911" h="429034">
                                  <a:moveTo>
                                    <a:pt x="203769" y="152238"/>
                                  </a:moveTo>
                                  <a:lnTo>
                                    <a:pt x="203769" y="327150"/>
                                  </a:lnTo>
                                  <a:cubicBezTo>
                                    <a:pt x="203769" y="383245"/>
                                    <a:pt x="157833" y="429034"/>
                                    <a:pt x="101884" y="429034"/>
                                  </a:cubicBezTo>
                                  <a:lnTo>
                                    <a:pt x="101884" y="429034"/>
                                  </a:lnTo>
                                  <a:cubicBezTo>
                                    <a:pt x="45789" y="429034"/>
                                    <a:pt x="0" y="383098"/>
                                    <a:pt x="0" y="327150"/>
                                  </a:cubicBezTo>
                                  <a:lnTo>
                                    <a:pt x="0" y="101884"/>
                                  </a:lnTo>
                                  <a:cubicBezTo>
                                    <a:pt x="0" y="45789"/>
                                    <a:pt x="45936" y="0"/>
                                    <a:pt x="101884" y="0"/>
                                  </a:cubicBezTo>
                                  <a:lnTo>
                                    <a:pt x="299912" y="0"/>
                                  </a:lnTo>
                                </a:path>
                              </a:pathLst>
                            </a:custGeom>
                            <a:noFill/>
                            <a:ln w="14417" cap="rnd">
                              <a:solidFill>
                                <a:srgbClr val="100D14"/>
                              </a:solidFill>
                              <a:prstDash val="solid"/>
                              <a:round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18" name="任意多边形: 形状 117" descr="2228abf0-cc0b-4c74-91b4-13cfa2b5b1e1">
                              <a:extLst>
                                <a:ext uri="{FF2B5EF4-FFF2-40B4-BE49-F238E27FC236}">
                                  <a16:creationId xmlns:a16="http://schemas.microsoft.com/office/drawing/2014/main" id="{7D1EF713-06DA-3E77-20AB-2F10E52EB7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99958" y="4847586"/>
                              <a:ext cx="255471" cy="580038"/>
                            </a:xfrm>
                            <a:custGeom>
                              <a:avLst/>
                              <a:gdLst>
                                <a:gd name="connsiteX0" fmla="*/ 126054 w 255471"/>
                                <a:gd name="connsiteY0" fmla="*/ 0 h 580038"/>
                                <a:gd name="connsiteX1" fmla="*/ 23 w 255471"/>
                                <a:gd name="connsiteY1" fmla="*/ 484541 h 580038"/>
                                <a:gd name="connsiteX2" fmla="*/ 218663 w 255471"/>
                                <a:gd name="connsiteY2" fmla="*/ 459953 h 580038"/>
                                <a:gd name="connsiteX3" fmla="*/ 255471 w 255471"/>
                                <a:gd name="connsiteY3" fmla="*/ 185807 h 580038"/>
                                <a:gd name="connsiteX4" fmla="*/ 126054 w 255471"/>
                                <a:gd name="connsiteY4" fmla="*/ 0 h 58003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</a:cxnLst>
                              <a:rect l="l" t="t" r="r" b="b"/>
                              <a:pathLst>
                                <a:path w="255471" h="580038">
                                  <a:moveTo>
                                    <a:pt x="126054" y="0"/>
                                  </a:moveTo>
                                  <a:cubicBezTo>
                                    <a:pt x="5029" y="79358"/>
                                    <a:pt x="2526" y="369111"/>
                                    <a:pt x="23" y="484541"/>
                                  </a:cubicBezTo>
                                  <a:cubicBezTo>
                                    <a:pt x="-2480" y="599971"/>
                                    <a:pt x="196431" y="631920"/>
                                    <a:pt x="218663" y="459953"/>
                                  </a:cubicBezTo>
                                  <a:cubicBezTo>
                                    <a:pt x="240748" y="287986"/>
                                    <a:pt x="255471" y="185807"/>
                                    <a:pt x="255471" y="185807"/>
                                  </a:cubicBezTo>
                                  <a:lnTo>
                                    <a:pt x="12605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E5987D"/>
                            </a:solidFill>
                            <a:ln w="14711" cap="flat">
                              <a:noFill/>
                              <a:prstDash val="solid"/>
                              <a:miter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19" name="任意多边形: 形状 118" descr="f4fa9969-f9b1-4ef7-8d9f-14d4ccdfa8d5">
                              <a:extLst>
                                <a:ext uri="{FF2B5EF4-FFF2-40B4-BE49-F238E27FC236}">
                                  <a16:creationId xmlns:a16="http://schemas.microsoft.com/office/drawing/2014/main" id="{6522BC56-976E-7F19-C350-C4500DFCF1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99958" y="4847586"/>
                              <a:ext cx="255471" cy="580038"/>
                            </a:xfrm>
                            <a:custGeom>
                              <a:avLst/>
                              <a:gdLst>
                                <a:gd name="connsiteX0" fmla="*/ 126054 w 255471"/>
                                <a:gd name="connsiteY0" fmla="*/ 0 h 580038"/>
                                <a:gd name="connsiteX1" fmla="*/ 23 w 255471"/>
                                <a:gd name="connsiteY1" fmla="*/ 484541 h 580038"/>
                                <a:gd name="connsiteX2" fmla="*/ 218663 w 255471"/>
                                <a:gd name="connsiteY2" fmla="*/ 459953 h 580038"/>
                                <a:gd name="connsiteX3" fmla="*/ 255471 w 255471"/>
                                <a:gd name="connsiteY3" fmla="*/ 185807 h 580038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</a:cxnLst>
                              <a:rect l="l" t="t" r="r" b="b"/>
                              <a:pathLst>
                                <a:path w="255471" h="580038">
                                  <a:moveTo>
                                    <a:pt x="126054" y="0"/>
                                  </a:moveTo>
                                  <a:cubicBezTo>
                                    <a:pt x="5029" y="79358"/>
                                    <a:pt x="2526" y="369111"/>
                                    <a:pt x="23" y="484541"/>
                                  </a:cubicBezTo>
                                  <a:cubicBezTo>
                                    <a:pt x="-2480" y="599971"/>
                                    <a:pt x="196431" y="631920"/>
                                    <a:pt x="218663" y="459953"/>
                                  </a:cubicBezTo>
                                  <a:cubicBezTo>
                                    <a:pt x="240748" y="287986"/>
                                    <a:pt x="255471" y="185807"/>
                                    <a:pt x="255471" y="185807"/>
                                  </a:cubicBezTo>
                                </a:path>
                              </a:pathLst>
                            </a:custGeom>
                            <a:noFill/>
                            <a:ln w="14417" cap="rnd">
                              <a:solidFill>
                                <a:srgbClr val="100D14"/>
                              </a:solidFill>
                              <a:prstDash val="solid"/>
                              <a:round/>
                            </a:ln>
                          </p:spPr>
                          <p:txBody>
                            <a:bodyPr rtlCol="0" anchor="ctr"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  <p:sp>
                        <p:nvSpPr>
                          <p:cNvPr id="104" name="任意多边形: 形状 103" descr="5f36dbbc-5a8a-460b-abfe-5f9edb1d6af3">
                            <a:extLst>
                              <a:ext uri="{FF2B5EF4-FFF2-40B4-BE49-F238E27FC236}">
                                <a16:creationId xmlns:a16="http://schemas.microsoft.com/office/drawing/2014/main" id="{D13B84AA-AEE6-8579-990B-2331FD9BF08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66884" y="5268228"/>
                            <a:ext cx="96142" cy="112338"/>
                          </a:xfrm>
                          <a:custGeom>
                            <a:avLst/>
                            <a:gdLst>
                              <a:gd name="connsiteX0" fmla="*/ 0 w 96142"/>
                              <a:gd name="connsiteY0" fmla="*/ 0 h 112338"/>
                              <a:gd name="connsiteX1" fmla="*/ 96143 w 96142"/>
                              <a:gd name="connsiteY1" fmla="*/ 112338 h 11233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</a:cxnLst>
                            <a:rect l="l" t="t" r="r" b="b"/>
                            <a:pathLst>
                              <a:path w="96142" h="112338">
                                <a:moveTo>
                                  <a:pt x="0" y="0"/>
                                </a:moveTo>
                                <a:cubicBezTo>
                                  <a:pt x="0" y="0"/>
                                  <a:pt x="13545" y="103210"/>
                                  <a:pt x="96143" y="112338"/>
                                </a:cubicBezTo>
                              </a:path>
                            </a:pathLst>
                          </a:custGeom>
                          <a:noFill/>
                          <a:ln w="14417" cap="rnd">
                            <a:solidFill>
                              <a:srgbClr val="100D14"/>
                            </a:solidFill>
                            <a:prstDash val="solid"/>
                            <a:round/>
                          </a:ln>
                        </p:spPr>
                        <p:txBody>
                          <a:bodyPr rtlCol="0" anchor="ctr"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  <p:sp>
                      <p:nvSpPr>
                        <p:cNvPr id="101" name="任意多边形: 形状 100" descr="88736979-584f-45ba-b5cc-5b8e8872f759">
                          <a:extLst>
                            <a:ext uri="{FF2B5EF4-FFF2-40B4-BE49-F238E27FC236}">
                              <a16:creationId xmlns:a16="http://schemas.microsoft.com/office/drawing/2014/main" id="{731D25A2-16B0-9663-64AC-04936495D90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45358" y="4551502"/>
                          <a:ext cx="1035335" cy="561395"/>
                        </a:xfrm>
                        <a:custGeom>
                          <a:avLst/>
                          <a:gdLst>
                            <a:gd name="connsiteX0" fmla="*/ 1035336 w 1035335"/>
                            <a:gd name="connsiteY0" fmla="*/ 0 h 561395"/>
                            <a:gd name="connsiteX1" fmla="*/ 0 w 1035335"/>
                            <a:gd name="connsiteY1" fmla="*/ 561396 h 56139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</a:cxnLst>
                          <a:rect l="l" t="t" r="r" b="b"/>
                          <a:pathLst>
                            <a:path w="1035335" h="561395">
                              <a:moveTo>
                                <a:pt x="1035336" y="0"/>
                              </a:moveTo>
                              <a:lnTo>
                                <a:pt x="0" y="561396"/>
                              </a:lnTo>
                            </a:path>
                          </a:pathLst>
                        </a:custGeom>
                        <a:ln w="14417" cap="rnd">
                          <a:solidFill>
                            <a:srgbClr val="100D14"/>
                          </a:solidFill>
                          <a:prstDash val="solid"/>
                          <a:round/>
                        </a:ln>
                      </p:spPr>
                      <p:txBody>
                        <a:bodyPr rtlCol="0" anchor="ctr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535" name="组合 534" descr="86687fed-761b-4366-97a1-378f02a7d23c">
                        <a:extLst>
                          <a:ext uri="{FF2B5EF4-FFF2-40B4-BE49-F238E27FC236}">
                            <a16:creationId xmlns:a16="http://schemas.microsoft.com/office/drawing/2014/main" id="{6E354FF7-366C-DF4C-0B6A-A04C15670C5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36024" y="3926060"/>
                        <a:ext cx="604240" cy="804917"/>
                        <a:chOff x="9236024" y="3926060"/>
                        <a:chExt cx="604240" cy="804917"/>
                      </a:xfrm>
                    </p:grpSpPr>
                    <p:sp>
                      <p:nvSpPr>
                        <p:cNvPr id="536" name="任意多边形: 形状 535" descr="2daef5b5-f7ae-4178-86b6-e2174138ed31">
                          <a:extLst>
                            <a:ext uri="{FF2B5EF4-FFF2-40B4-BE49-F238E27FC236}">
                              <a16:creationId xmlns:a16="http://schemas.microsoft.com/office/drawing/2014/main" id="{C69E29CF-D34D-8D60-92CA-95D9F35339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36024" y="3926060"/>
                          <a:ext cx="513839" cy="804917"/>
                        </a:xfrm>
                        <a:custGeom>
                          <a:avLst/>
                          <a:gdLst>
                            <a:gd name="connsiteX0" fmla="*/ 513840 w 513839"/>
                            <a:gd name="connsiteY0" fmla="*/ 804918 h 804917"/>
                            <a:gd name="connsiteX1" fmla="*/ 0 w 513839"/>
                            <a:gd name="connsiteY1" fmla="*/ 0 h 8049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</a:cxnLst>
                          <a:rect l="l" t="t" r="r" b="b"/>
                          <a:pathLst>
                            <a:path w="513839" h="804917">
                              <a:moveTo>
                                <a:pt x="513840" y="804918"/>
                              </a:moveTo>
                              <a:lnTo>
                                <a:pt x="0" y="0"/>
                              </a:lnTo>
                            </a:path>
                          </a:pathLst>
                        </a:custGeom>
                        <a:ln w="14417" cap="rnd">
                          <a:solidFill>
                            <a:srgbClr val="100D14"/>
                          </a:solidFill>
                          <a:prstDash val="solid"/>
                          <a:round/>
                        </a:ln>
                      </p:spPr>
                      <p:txBody>
                        <a:bodyPr rtlCol="0" anchor="ctr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99" name="任意多边形: 形状 98" descr="ca6957ba-68d6-49c9-aa58-c9164f784ef7">
                          <a:extLst>
                            <a:ext uri="{FF2B5EF4-FFF2-40B4-BE49-F238E27FC236}">
                              <a16:creationId xmlns:a16="http://schemas.microsoft.com/office/drawing/2014/main" id="{0935968D-5D2E-8E1B-B602-0D8B0A3A3F8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749864" y="4551502"/>
                          <a:ext cx="90400" cy="179475"/>
                        </a:xfrm>
                        <a:custGeom>
                          <a:avLst/>
                          <a:gdLst>
                            <a:gd name="connsiteX0" fmla="*/ 90400 w 90400"/>
                            <a:gd name="connsiteY0" fmla="*/ 0 h 179475"/>
                            <a:gd name="connsiteX1" fmla="*/ 0 w 90400"/>
                            <a:gd name="connsiteY1" fmla="*/ 179476 h 1794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</a:cxnLst>
                          <a:rect l="l" t="t" r="r" b="b"/>
                          <a:pathLst>
                            <a:path w="90400" h="179475">
                              <a:moveTo>
                                <a:pt x="90400" y="0"/>
                              </a:moveTo>
                              <a:lnTo>
                                <a:pt x="0" y="179476"/>
                              </a:lnTo>
                            </a:path>
                          </a:pathLst>
                        </a:custGeom>
                        <a:ln w="14417" cap="rnd">
                          <a:solidFill>
                            <a:srgbClr val="100D14"/>
                          </a:solidFill>
                          <a:prstDash val="solid"/>
                          <a:round/>
                        </a:ln>
                      </p:spPr>
                      <p:txBody>
                        <a:bodyPr rtlCol="0" anchor="ctr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  <p:grpSp>
                  <p:nvGrpSpPr>
                    <p:cNvPr id="531" name="组合 530" descr="6df507fb-cac0-4015-9bc2-c97184d881a4">
                      <a:extLst>
                        <a:ext uri="{FF2B5EF4-FFF2-40B4-BE49-F238E27FC236}">
                          <a16:creationId xmlns:a16="http://schemas.microsoft.com/office/drawing/2014/main" id="{61FCA3CA-562D-FD41-3A28-5776E2DB4F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41265" y="3223645"/>
                      <a:ext cx="1352768" cy="582716"/>
                      <a:chOff x="8941265" y="3223645"/>
                      <a:chExt cx="1352768" cy="582716"/>
                    </a:xfrm>
                    <a:noFill/>
                  </p:grpSpPr>
                  <p:sp>
                    <p:nvSpPr>
                      <p:cNvPr id="532" name="任意多边形: 形状 531" descr="c37fbdf8-1483-4451-ad6f-cd7df40d392e">
                        <a:extLst>
                          <a:ext uri="{FF2B5EF4-FFF2-40B4-BE49-F238E27FC236}">
                            <a16:creationId xmlns:a16="http://schemas.microsoft.com/office/drawing/2014/main" id="{E08A4129-2114-AF5A-1C2E-F921029625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99393" y="3663251"/>
                        <a:ext cx="194640" cy="143109"/>
                      </a:xfrm>
                      <a:custGeom>
                        <a:avLst/>
                        <a:gdLst>
                          <a:gd name="connsiteX0" fmla="*/ 0 w 194640"/>
                          <a:gd name="connsiteY0" fmla="*/ 0 h 143109"/>
                          <a:gd name="connsiteX1" fmla="*/ 194641 w 194640"/>
                          <a:gd name="connsiteY1" fmla="*/ 143110 h 1431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</a:cxnLst>
                        <a:rect l="l" t="t" r="r" b="b"/>
                        <a:pathLst>
                          <a:path w="194640" h="143109">
                            <a:moveTo>
                              <a:pt x="0" y="0"/>
                            </a:moveTo>
                            <a:cubicBezTo>
                              <a:pt x="66549" y="63604"/>
                              <a:pt x="132509" y="116755"/>
                              <a:pt x="194641" y="143110"/>
                            </a:cubicBezTo>
                          </a:path>
                        </a:pathLst>
                      </a:custGeom>
                      <a:noFill/>
                      <a:ln w="14417" cap="rnd">
                        <a:solidFill>
                          <a:srgbClr val="EFF6FF"/>
                        </a:solidFill>
                        <a:prstDash val="solid"/>
                        <a:round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33" name="任意多边形: 形状 532" descr="dd755fa9-9168-40f3-9d13-cca7dbaf0ed3">
                        <a:extLst>
                          <a:ext uri="{FF2B5EF4-FFF2-40B4-BE49-F238E27FC236}">
                            <a16:creationId xmlns:a16="http://schemas.microsoft.com/office/drawing/2014/main" id="{F5B119B5-BCB5-0110-95CB-316161567B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41265" y="3223645"/>
                        <a:ext cx="1039899" cy="319318"/>
                      </a:xfrm>
                      <a:custGeom>
                        <a:avLst/>
                        <a:gdLst>
                          <a:gd name="connsiteX0" fmla="*/ 0 w 1039899"/>
                          <a:gd name="connsiteY0" fmla="*/ 142345 h 319318"/>
                          <a:gd name="connsiteX1" fmla="*/ 764576 w 1039899"/>
                          <a:gd name="connsiteY1" fmla="*/ 58276 h 319318"/>
                          <a:gd name="connsiteX2" fmla="*/ 1039900 w 1039899"/>
                          <a:gd name="connsiteY2" fmla="*/ 319318 h 31931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</a:cxnLst>
                        <a:rect l="l" t="t" r="r" b="b"/>
                        <a:pathLst>
                          <a:path w="1039899" h="319318">
                            <a:moveTo>
                              <a:pt x="0" y="142345"/>
                            </a:moveTo>
                            <a:cubicBezTo>
                              <a:pt x="363516" y="14695"/>
                              <a:pt x="588487" y="-57743"/>
                              <a:pt x="764576" y="58276"/>
                            </a:cubicBezTo>
                            <a:cubicBezTo>
                              <a:pt x="848646" y="113635"/>
                              <a:pt x="943316" y="217433"/>
                              <a:pt x="1039900" y="319318"/>
                            </a:cubicBezTo>
                          </a:path>
                        </a:pathLst>
                      </a:custGeom>
                      <a:noFill/>
                      <a:ln w="14417" cap="rnd">
                        <a:solidFill>
                          <a:srgbClr val="EFF6FF"/>
                        </a:solidFill>
                        <a:prstDash val="solid"/>
                        <a:round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81" name="组合 80" descr="c797bf55-fe78-4e19-ae96-d3a68651b51b">
                    <a:extLst>
                      <a:ext uri="{FF2B5EF4-FFF2-40B4-BE49-F238E27FC236}">
                        <a16:creationId xmlns:a16="http://schemas.microsoft.com/office/drawing/2014/main" id="{55A29DBD-883B-D09E-EA83-E147C4C3CD67}"/>
                      </a:ext>
                    </a:extLst>
                  </p:cNvPr>
                  <p:cNvGrpSpPr/>
                  <p:nvPr/>
                </p:nvGrpSpPr>
                <p:grpSpPr>
                  <a:xfrm>
                    <a:off x="6271065" y="2318912"/>
                    <a:ext cx="1773172" cy="2465511"/>
                    <a:chOff x="6271065" y="2318912"/>
                    <a:chExt cx="1773172" cy="2465511"/>
                  </a:xfrm>
                </p:grpSpPr>
                <p:sp>
                  <p:nvSpPr>
                    <p:cNvPr id="82" name="任意多边形: 形状 81" descr="2906cafb-9cee-40ab-96b8-0cf1f95cbe1a">
                      <a:extLst>
                        <a:ext uri="{FF2B5EF4-FFF2-40B4-BE49-F238E27FC236}">
                          <a16:creationId xmlns:a16="http://schemas.microsoft.com/office/drawing/2014/main" id="{28E5511D-204F-9278-510F-364EF5110D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1065" y="2536926"/>
                      <a:ext cx="1597521" cy="2247497"/>
                    </a:xfrm>
                    <a:custGeom>
                      <a:avLst/>
                      <a:gdLst>
                        <a:gd name="connsiteX0" fmla="*/ 657097 w 1597521"/>
                        <a:gd name="connsiteY0" fmla="*/ 147 h 2247497"/>
                        <a:gd name="connsiteX1" fmla="*/ 0 w 1597521"/>
                        <a:gd name="connsiteY1" fmla="*/ 2048587 h 2247497"/>
                        <a:gd name="connsiteX2" fmla="*/ 657097 w 1597521"/>
                        <a:gd name="connsiteY2" fmla="*/ 2247498 h 2247497"/>
                        <a:gd name="connsiteX3" fmla="*/ 1208333 w 1597521"/>
                        <a:gd name="connsiteY3" fmla="*/ 697733 h 2247497"/>
                        <a:gd name="connsiteX4" fmla="*/ 1510454 w 1597521"/>
                        <a:gd name="connsiteY4" fmla="*/ 632656 h 2247497"/>
                        <a:gd name="connsiteX5" fmla="*/ 1450236 w 1597521"/>
                        <a:gd name="connsiteY5" fmla="*/ 437427 h 2247497"/>
                        <a:gd name="connsiteX6" fmla="*/ 1246467 w 1597521"/>
                        <a:gd name="connsiteY6" fmla="*/ 470554 h 2247497"/>
                        <a:gd name="connsiteX7" fmla="*/ 1327444 w 1597521"/>
                        <a:gd name="connsiteY7" fmla="*/ 146349 h 2247497"/>
                        <a:gd name="connsiteX8" fmla="*/ 657097 w 1597521"/>
                        <a:gd name="connsiteY8" fmla="*/ 0 h 224749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597521" h="2247497">
                          <a:moveTo>
                            <a:pt x="657097" y="147"/>
                          </a:moveTo>
                          <a:cubicBezTo>
                            <a:pt x="564930" y="302415"/>
                            <a:pt x="0" y="2048587"/>
                            <a:pt x="0" y="2048587"/>
                          </a:cubicBezTo>
                          <a:lnTo>
                            <a:pt x="657097" y="2247498"/>
                          </a:lnTo>
                          <a:lnTo>
                            <a:pt x="1208333" y="697733"/>
                          </a:lnTo>
                          <a:cubicBezTo>
                            <a:pt x="1208333" y="697733"/>
                            <a:pt x="1428004" y="650471"/>
                            <a:pt x="1510454" y="632656"/>
                          </a:cubicBezTo>
                          <a:cubicBezTo>
                            <a:pt x="1618522" y="609394"/>
                            <a:pt x="1654152" y="404300"/>
                            <a:pt x="1450236" y="437427"/>
                          </a:cubicBezTo>
                          <a:lnTo>
                            <a:pt x="1246467" y="470554"/>
                          </a:lnTo>
                          <a:lnTo>
                            <a:pt x="1327444" y="146349"/>
                          </a:lnTo>
                          <a:lnTo>
                            <a:pt x="657097" y="0"/>
                          </a:lnTo>
                          <a:close/>
                        </a:path>
                      </a:pathLst>
                    </a:custGeom>
                    <a:solidFill>
                      <a:srgbClr val="E5987D"/>
                    </a:solidFill>
                    <a:ln w="1471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" name="任意多边形: 形状 82" descr="cc353062-de92-493d-9455-2ea0eddc462f">
                      <a:extLst>
                        <a:ext uri="{FF2B5EF4-FFF2-40B4-BE49-F238E27FC236}">
                          <a16:creationId xmlns:a16="http://schemas.microsoft.com/office/drawing/2014/main" id="{02C41068-6D80-62BF-8A6E-699C185DFB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2078" y="3771761"/>
                      <a:ext cx="790488" cy="818757"/>
                    </a:xfrm>
                    <a:custGeom>
                      <a:avLst/>
                      <a:gdLst>
                        <a:gd name="connsiteX0" fmla="*/ 151649 w 790488"/>
                        <a:gd name="connsiteY0" fmla="*/ 0 h 818757"/>
                        <a:gd name="connsiteX1" fmla="*/ 790489 w 790488"/>
                        <a:gd name="connsiteY1" fmla="*/ 325530 h 818757"/>
                        <a:gd name="connsiteX2" fmla="*/ 652827 w 790488"/>
                        <a:gd name="connsiteY2" fmla="*/ 818757 h 818757"/>
                        <a:gd name="connsiteX3" fmla="*/ 0 w 790488"/>
                        <a:gd name="connsiteY3" fmla="*/ 470259 h 818757"/>
                        <a:gd name="connsiteX4" fmla="*/ 151649 w 790488"/>
                        <a:gd name="connsiteY4" fmla="*/ 0 h 8187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90488" h="818757">
                          <a:moveTo>
                            <a:pt x="151649" y="0"/>
                          </a:moveTo>
                          <a:lnTo>
                            <a:pt x="790489" y="325530"/>
                          </a:lnTo>
                          <a:lnTo>
                            <a:pt x="652827" y="818757"/>
                          </a:lnTo>
                          <a:lnTo>
                            <a:pt x="0" y="470259"/>
                          </a:lnTo>
                          <a:lnTo>
                            <a:pt x="151649" y="0"/>
                          </a:lnTo>
                        </a:path>
                      </a:pathLst>
                    </a:custGeom>
                    <a:solidFill>
                      <a:srgbClr val="DB785E"/>
                    </a:solidFill>
                    <a:ln w="1471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" name="任意多边形: 形状 83" descr="8ed43d52-cc2f-4984-b6eb-3561adeb13d7">
                      <a:extLst>
                        <a:ext uri="{FF2B5EF4-FFF2-40B4-BE49-F238E27FC236}">
                          <a16:creationId xmlns:a16="http://schemas.microsoft.com/office/drawing/2014/main" id="{9E789224-19A2-2D94-4FC9-4F2BD63032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5953" y="2318912"/>
                      <a:ext cx="618284" cy="519839"/>
                    </a:xfrm>
                    <a:custGeom>
                      <a:avLst/>
                      <a:gdLst>
                        <a:gd name="connsiteX0" fmla="*/ 453180 w 618284"/>
                        <a:gd name="connsiteY0" fmla="*/ 26171 h 519839"/>
                        <a:gd name="connsiteX1" fmla="*/ 561837 w 618284"/>
                        <a:gd name="connsiteY1" fmla="*/ 178850 h 519839"/>
                        <a:gd name="connsiteX2" fmla="*/ 119699 w 618284"/>
                        <a:gd name="connsiteY2" fmla="*/ 519840 h 519839"/>
                        <a:gd name="connsiteX3" fmla="*/ 0 w 618284"/>
                        <a:gd name="connsiteY3" fmla="*/ 341100 h 519839"/>
                        <a:gd name="connsiteX4" fmla="*/ 453180 w 618284"/>
                        <a:gd name="connsiteY4" fmla="*/ 26171 h 519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618284" h="519839">
                          <a:moveTo>
                            <a:pt x="453180" y="26171"/>
                          </a:moveTo>
                          <a:cubicBezTo>
                            <a:pt x="574794" y="-58488"/>
                            <a:pt x="690813" y="80941"/>
                            <a:pt x="561837" y="178850"/>
                          </a:cubicBezTo>
                          <a:cubicBezTo>
                            <a:pt x="432862" y="276760"/>
                            <a:pt x="119699" y="519840"/>
                            <a:pt x="119699" y="519840"/>
                          </a:cubicBezTo>
                          <a:lnTo>
                            <a:pt x="0" y="341100"/>
                          </a:lnTo>
                          <a:cubicBezTo>
                            <a:pt x="0" y="341100"/>
                            <a:pt x="354535" y="94781"/>
                            <a:pt x="453180" y="26171"/>
                          </a:cubicBezTo>
                          <a:close/>
                        </a:path>
                      </a:pathLst>
                    </a:custGeom>
                    <a:solidFill>
                      <a:srgbClr val="E5987D"/>
                    </a:solidFill>
                    <a:ln w="1471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85" name="组合 84" descr="f1969472-4398-4966-83c4-fecb560969f8">
                      <a:extLst>
                        <a:ext uri="{FF2B5EF4-FFF2-40B4-BE49-F238E27FC236}">
                          <a16:creationId xmlns:a16="http://schemas.microsoft.com/office/drawing/2014/main" id="{06BA38C2-723F-78EB-A369-ACB4A6D2D8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915891" y="2478640"/>
                      <a:ext cx="388940" cy="271019"/>
                      <a:chOff x="6915891" y="2478640"/>
                      <a:chExt cx="388940" cy="271019"/>
                    </a:xfrm>
                    <a:solidFill>
                      <a:srgbClr val="E5987D"/>
                    </a:solidFill>
                  </p:grpSpPr>
                  <p:sp>
                    <p:nvSpPr>
                      <p:cNvPr id="524" name="任意多边形: 形状 523" descr="394b4a92-24f5-4dc9-bdbd-5389402f0f98">
                        <a:extLst>
                          <a:ext uri="{FF2B5EF4-FFF2-40B4-BE49-F238E27FC236}">
                            <a16:creationId xmlns:a16="http://schemas.microsoft.com/office/drawing/2014/main" id="{DBE9EEA9-284A-9549-56DC-02C62ABD6A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15891" y="2478640"/>
                        <a:ext cx="238175" cy="224199"/>
                      </a:xfrm>
                      <a:custGeom>
                        <a:avLst/>
                        <a:gdLst>
                          <a:gd name="connsiteX0" fmla="*/ 171723 w 238175"/>
                          <a:gd name="connsiteY0" fmla="*/ 13675 h 224199"/>
                          <a:gd name="connsiteX1" fmla="*/ 225904 w 238175"/>
                          <a:gd name="connsiteY1" fmla="*/ 165766 h 224199"/>
                          <a:gd name="connsiteX2" fmla="*/ 66452 w 238175"/>
                          <a:gd name="connsiteY2" fmla="*/ 210524 h 224199"/>
                          <a:gd name="connsiteX3" fmla="*/ 12271 w 238175"/>
                          <a:gd name="connsiteY3" fmla="*/ 58434 h 224199"/>
                          <a:gd name="connsiteX4" fmla="*/ 171723 w 238175"/>
                          <a:gd name="connsiteY4" fmla="*/ 13675 h 2241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38175" h="224199">
                            <a:moveTo>
                              <a:pt x="171723" y="13675"/>
                            </a:moveTo>
                            <a:cubicBezTo>
                              <a:pt x="230763" y="43269"/>
                              <a:pt x="254909" y="111437"/>
                              <a:pt x="225904" y="165766"/>
                            </a:cubicBezTo>
                            <a:cubicBezTo>
                              <a:pt x="196900" y="220095"/>
                              <a:pt x="125492" y="240118"/>
                              <a:pt x="66452" y="210524"/>
                            </a:cubicBezTo>
                            <a:cubicBezTo>
                              <a:pt x="7412" y="180931"/>
                              <a:pt x="-16734" y="112762"/>
                              <a:pt x="12271" y="58434"/>
                            </a:cubicBezTo>
                            <a:cubicBezTo>
                              <a:pt x="41275" y="4105"/>
                              <a:pt x="112683" y="-15918"/>
                              <a:pt x="171723" y="13675"/>
                            </a:cubicBezTo>
                            <a:close/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5" name="任意多边形: 形状 524" descr="6d75dd70-decd-4919-a9ae-ec909fef3939">
                        <a:extLst>
                          <a:ext uri="{FF2B5EF4-FFF2-40B4-BE49-F238E27FC236}">
                            <a16:creationId xmlns:a16="http://schemas.microsoft.com/office/drawing/2014/main" id="{1EF53C6B-500D-F2FC-B6A8-D061FCE9AC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66657" y="2525459"/>
                        <a:ext cx="238175" cy="224199"/>
                      </a:xfrm>
                      <a:custGeom>
                        <a:avLst/>
                        <a:gdLst>
                          <a:gd name="connsiteX0" fmla="*/ 171723 w 238175"/>
                          <a:gd name="connsiteY0" fmla="*/ 13675 h 224199"/>
                          <a:gd name="connsiteX1" fmla="*/ 225905 w 238175"/>
                          <a:gd name="connsiteY1" fmla="*/ 165766 h 224199"/>
                          <a:gd name="connsiteX2" fmla="*/ 66452 w 238175"/>
                          <a:gd name="connsiteY2" fmla="*/ 210525 h 224199"/>
                          <a:gd name="connsiteX3" fmla="*/ 12271 w 238175"/>
                          <a:gd name="connsiteY3" fmla="*/ 58434 h 224199"/>
                          <a:gd name="connsiteX4" fmla="*/ 171723 w 238175"/>
                          <a:gd name="connsiteY4" fmla="*/ 13675 h 2241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38175" h="224199">
                            <a:moveTo>
                              <a:pt x="171723" y="13675"/>
                            </a:moveTo>
                            <a:cubicBezTo>
                              <a:pt x="230763" y="43269"/>
                              <a:pt x="254909" y="111437"/>
                              <a:pt x="225905" y="165766"/>
                            </a:cubicBezTo>
                            <a:cubicBezTo>
                              <a:pt x="196900" y="220095"/>
                              <a:pt x="125492" y="240118"/>
                              <a:pt x="66452" y="210525"/>
                            </a:cubicBezTo>
                            <a:cubicBezTo>
                              <a:pt x="7412" y="180931"/>
                              <a:pt x="-16734" y="112762"/>
                              <a:pt x="12271" y="58434"/>
                            </a:cubicBezTo>
                            <a:cubicBezTo>
                              <a:pt x="41275" y="4105"/>
                              <a:pt x="112683" y="-15918"/>
                              <a:pt x="171723" y="13675"/>
                            </a:cubicBezTo>
                            <a:close/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6" name="任意多边形: 形状 525" descr="5bca844d-8fc3-47e7-bb60-8f22ae795c42">
                        <a:extLst>
                          <a:ext uri="{FF2B5EF4-FFF2-40B4-BE49-F238E27FC236}">
                            <a16:creationId xmlns:a16="http://schemas.microsoft.com/office/drawing/2014/main" id="{E1207141-5827-56A9-CCAD-6AF37EED7691}"/>
                          </a:ext>
                        </a:extLst>
                      </p:cNvPr>
                      <p:cNvSpPr/>
                      <p:nvPr/>
                    </p:nvSpPr>
                    <p:spPr>
                      <a:xfrm rot="1034400">
                        <a:off x="7030994" y="2503722"/>
                        <a:ext cx="163722" cy="222762"/>
                      </a:xfrm>
                      <a:custGeom>
                        <a:avLst/>
                        <a:gdLst>
                          <a:gd name="connsiteX0" fmla="*/ 0 w 163722"/>
                          <a:gd name="connsiteY0" fmla="*/ 0 h 222762"/>
                          <a:gd name="connsiteX1" fmla="*/ 163722 w 163722"/>
                          <a:gd name="connsiteY1" fmla="*/ 0 h 222762"/>
                          <a:gd name="connsiteX2" fmla="*/ 163722 w 163722"/>
                          <a:gd name="connsiteY2" fmla="*/ 222762 h 222762"/>
                          <a:gd name="connsiteX3" fmla="*/ 0 w 163722"/>
                          <a:gd name="connsiteY3" fmla="*/ 222762 h 22276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63722" h="222762">
                            <a:moveTo>
                              <a:pt x="0" y="0"/>
                            </a:moveTo>
                            <a:lnTo>
                              <a:pt x="163722" y="0"/>
                            </a:lnTo>
                            <a:lnTo>
                              <a:pt x="163722" y="222762"/>
                            </a:lnTo>
                            <a:lnTo>
                              <a:pt x="0" y="222762"/>
                            </a:lnTo>
                            <a:close/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86" name="组合 85" descr="cb907999-5cd1-491c-9a0d-e2e33b6ec55f">
                      <a:extLst>
                        <a:ext uri="{FF2B5EF4-FFF2-40B4-BE49-F238E27FC236}">
                          <a16:creationId xmlns:a16="http://schemas.microsoft.com/office/drawing/2014/main" id="{BB0B4F28-B815-DA1D-4906-C7EEB4FAEE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26176" y="2487178"/>
                      <a:ext cx="368105" cy="256563"/>
                      <a:chOff x="7126176" y="2487178"/>
                      <a:chExt cx="368105" cy="256563"/>
                    </a:xfrm>
                    <a:solidFill>
                      <a:srgbClr val="E5987D"/>
                    </a:solidFill>
                  </p:grpSpPr>
                  <p:sp>
                    <p:nvSpPr>
                      <p:cNvPr id="521" name="任意多边形: 形状 520" descr="6edb196d-e6a9-4a70-8757-05c78873f58f">
                        <a:extLst>
                          <a:ext uri="{FF2B5EF4-FFF2-40B4-BE49-F238E27FC236}">
                            <a16:creationId xmlns:a16="http://schemas.microsoft.com/office/drawing/2014/main" id="{99E272F8-B761-E5CB-33DE-ECAC9A8B3F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26176" y="2487178"/>
                        <a:ext cx="225437" cy="212246"/>
                      </a:xfrm>
                      <a:custGeom>
                        <a:avLst/>
                        <a:gdLst>
                          <a:gd name="connsiteX0" fmla="*/ 162557 w 225437"/>
                          <a:gd name="connsiteY0" fmla="*/ 12940 h 212246"/>
                          <a:gd name="connsiteX1" fmla="*/ 213793 w 225437"/>
                          <a:gd name="connsiteY1" fmla="*/ 156933 h 212246"/>
                          <a:gd name="connsiteX2" fmla="*/ 62881 w 225437"/>
                          <a:gd name="connsiteY2" fmla="*/ 199336 h 212246"/>
                          <a:gd name="connsiteX3" fmla="*/ 11644 w 225437"/>
                          <a:gd name="connsiteY3" fmla="*/ 55343 h 212246"/>
                          <a:gd name="connsiteX4" fmla="*/ 162557 w 225437"/>
                          <a:gd name="connsiteY4" fmla="*/ 12940 h 2122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5437" h="212246">
                            <a:moveTo>
                              <a:pt x="162557" y="12940"/>
                            </a:moveTo>
                            <a:cubicBezTo>
                              <a:pt x="218358" y="41062"/>
                              <a:pt x="241326" y="105402"/>
                              <a:pt x="213793" y="156933"/>
                            </a:cubicBezTo>
                            <a:cubicBezTo>
                              <a:pt x="186261" y="208318"/>
                              <a:pt x="118682" y="227310"/>
                              <a:pt x="62881" y="199336"/>
                            </a:cubicBezTo>
                            <a:cubicBezTo>
                              <a:pt x="7080" y="171215"/>
                              <a:pt x="-15888" y="106875"/>
                              <a:pt x="11644" y="55343"/>
                            </a:cubicBezTo>
                            <a:cubicBezTo>
                              <a:pt x="39176" y="3812"/>
                              <a:pt x="106756" y="-15034"/>
                              <a:pt x="162557" y="12940"/>
                            </a:cubicBezTo>
                            <a:close/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2" name="任意多边形: 形状 521" descr="1c80f78f-91e3-4baf-a46b-84d8a46652f4">
                        <a:extLst>
                          <a:ext uri="{FF2B5EF4-FFF2-40B4-BE49-F238E27FC236}">
                            <a16:creationId xmlns:a16="http://schemas.microsoft.com/office/drawing/2014/main" id="{2ECE9AB9-6296-BE28-EC1C-5AF48328E7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68844" y="2531524"/>
                        <a:ext cx="225437" cy="212217"/>
                      </a:xfrm>
                      <a:custGeom>
                        <a:avLst/>
                        <a:gdLst>
                          <a:gd name="connsiteX0" fmla="*/ 162557 w 225437"/>
                          <a:gd name="connsiteY0" fmla="*/ 12911 h 212217"/>
                          <a:gd name="connsiteX1" fmla="*/ 213793 w 225437"/>
                          <a:gd name="connsiteY1" fmla="*/ 156904 h 212217"/>
                          <a:gd name="connsiteX2" fmla="*/ 62880 w 225437"/>
                          <a:gd name="connsiteY2" fmla="*/ 199307 h 212217"/>
                          <a:gd name="connsiteX3" fmla="*/ 11644 w 225437"/>
                          <a:gd name="connsiteY3" fmla="*/ 55314 h 212217"/>
                          <a:gd name="connsiteX4" fmla="*/ 162557 w 225437"/>
                          <a:gd name="connsiteY4" fmla="*/ 12911 h 21221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5437" h="212217">
                            <a:moveTo>
                              <a:pt x="162557" y="12911"/>
                            </a:moveTo>
                            <a:cubicBezTo>
                              <a:pt x="218357" y="41032"/>
                              <a:pt x="241326" y="105372"/>
                              <a:pt x="213793" y="156904"/>
                            </a:cubicBezTo>
                            <a:cubicBezTo>
                              <a:pt x="186261" y="208287"/>
                              <a:pt x="118682" y="227281"/>
                              <a:pt x="62880" y="199307"/>
                            </a:cubicBezTo>
                            <a:cubicBezTo>
                              <a:pt x="7080" y="171185"/>
                              <a:pt x="-15888" y="106845"/>
                              <a:pt x="11644" y="55314"/>
                            </a:cubicBezTo>
                            <a:cubicBezTo>
                              <a:pt x="39176" y="3929"/>
                              <a:pt x="106756" y="-15063"/>
                              <a:pt x="162557" y="12911"/>
                            </a:cubicBezTo>
                            <a:close/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3" name="任意多边形: 形状 522" descr="ee4aeb6c-970b-4139-bbe6-24ab7814ce63">
                        <a:extLst>
                          <a:ext uri="{FF2B5EF4-FFF2-40B4-BE49-F238E27FC236}">
                            <a16:creationId xmlns:a16="http://schemas.microsoft.com/office/drawing/2014/main" id="{F7EFF5B3-1302-D515-C0A5-64C4AA4660D2}"/>
                          </a:ext>
                        </a:extLst>
                      </p:cNvPr>
                      <p:cNvSpPr/>
                      <p:nvPr/>
                    </p:nvSpPr>
                    <p:spPr>
                      <a:xfrm rot="1034400">
                        <a:off x="7235280" y="2510907"/>
                        <a:ext cx="154888" cy="210836"/>
                      </a:xfrm>
                      <a:custGeom>
                        <a:avLst/>
                        <a:gdLst>
                          <a:gd name="connsiteX0" fmla="*/ 0 w 154888"/>
                          <a:gd name="connsiteY0" fmla="*/ 0 h 210836"/>
                          <a:gd name="connsiteX1" fmla="*/ 154888 w 154888"/>
                          <a:gd name="connsiteY1" fmla="*/ 0 h 210836"/>
                          <a:gd name="connsiteX2" fmla="*/ 154888 w 154888"/>
                          <a:gd name="connsiteY2" fmla="*/ 210837 h 210836"/>
                          <a:gd name="connsiteX3" fmla="*/ 0 w 154888"/>
                          <a:gd name="connsiteY3" fmla="*/ 210837 h 21083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154888" h="210836">
                            <a:moveTo>
                              <a:pt x="0" y="0"/>
                            </a:moveTo>
                            <a:lnTo>
                              <a:pt x="154888" y="0"/>
                            </a:lnTo>
                            <a:lnTo>
                              <a:pt x="154888" y="210837"/>
                            </a:lnTo>
                            <a:lnTo>
                              <a:pt x="0" y="210837"/>
                            </a:lnTo>
                            <a:close/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87" name="组合 86" descr="d328fb01-b9bf-4b62-bc0f-a21fae7c713b">
                      <a:extLst>
                        <a:ext uri="{FF2B5EF4-FFF2-40B4-BE49-F238E27FC236}">
                          <a16:creationId xmlns:a16="http://schemas.microsoft.com/office/drawing/2014/main" id="{0CA5F088-38FB-CF16-E4AB-B7432A2ABC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35500" y="2568263"/>
                      <a:ext cx="304813" cy="410115"/>
                      <a:chOff x="7435500" y="2568263"/>
                      <a:chExt cx="304813" cy="410115"/>
                    </a:xfrm>
                    <a:solidFill>
                      <a:srgbClr val="E5987D"/>
                    </a:solidFill>
                  </p:grpSpPr>
                  <p:sp>
                    <p:nvSpPr>
                      <p:cNvPr id="519" name="任意多边形: 形状 518" descr="952078ef-21d9-4d3a-a86f-52951a503fa2">
                        <a:extLst>
                          <a:ext uri="{FF2B5EF4-FFF2-40B4-BE49-F238E27FC236}">
                            <a16:creationId xmlns:a16="http://schemas.microsoft.com/office/drawing/2014/main" id="{A320D4F0-87C9-F337-A13E-A9A7BD6CDB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49216" y="2592138"/>
                        <a:ext cx="291096" cy="386240"/>
                      </a:xfrm>
                      <a:custGeom>
                        <a:avLst/>
                        <a:gdLst>
                          <a:gd name="connsiteX0" fmla="*/ 0 w 291096"/>
                          <a:gd name="connsiteY0" fmla="*/ 133834 h 386240"/>
                          <a:gd name="connsiteX1" fmla="*/ 118080 w 291096"/>
                          <a:gd name="connsiteY1" fmla="*/ 342609 h 386240"/>
                          <a:gd name="connsiteX2" fmla="*/ 275913 w 291096"/>
                          <a:gd name="connsiteY2" fmla="*/ 189635 h 386240"/>
                          <a:gd name="connsiteX3" fmla="*/ 158422 w 291096"/>
                          <a:gd name="connsiteY3" fmla="*/ 0 h 386240"/>
                          <a:gd name="connsiteX4" fmla="*/ 0 w 291096"/>
                          <a:gd name="connsiteY4" fmla="*/ 133834 h 3862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91096" h="386240">
                            <a:moveTo>
                              <a:pt x="0" y="133834"/>
                            </a:moveTo>
                            <a:cubicBezTo>
                              <a:pt x="0" y="133834"/>
                              <a:pt x="70524" y="243964"/>
                              <a:pt x="118080" y="342609"/>
                            </a:cubicBezTo>
                            <a:cubicBezTo>
                              <a:pt x="165636" y="441254"/>
                              <a:pt x="343640" y="365136"/>
                              <a:pt x="275913" y="189635"/>
                            </a:cubicBezTo>
                            <a:cubicBezTo>
                              <a:pt x="230418" y="71849"/>
                              <a:pt x="158422" y="0"/>
                              <a:pt x="158422" y="0"/>
                            </a:cubicBezTo>
                            <a:lnTo>
                              <a:pt x="0" y="133834"/>
                            </a:lnTo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20" name="任意多边形: 形状 519" descr="d10ce365-e2cd-4848-9fff-e6938ba5c069">
                        <a:extLst>
                          <a:ext uri="{FF2B5EF4-FFF2-40B4-BE49-F238E27FC236}">
                            <a16:creationId xmlns:a16="http://schemas.microsoft.com/office/drawing/2014/main" id="{065D17F2-88A5-D309-B45B-7EC2CB1271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35500" y="2568263"/>
                        <a:ext cx="210883" cy="210883"/>
                      </a:xfrm>
                      <a:custGeom>
                        <a:avLst/>
                        <a:gdLst>
                          <a:gd name="connsiteX0" fmla="*/ 197020 w 210883"/>
                          <a:gd name="connsiteY0" fmla="*/ 53175 h 210883"/>
                          <a:gd name="connsiteX1" fmla="*/ 157709 w 210883"/>
                          <a:gd name="connsiteY1" fmla="*/ 197020 h 210883"/>
                          <a:gd name="connsiteX2" fmla="*/ 13864 w 210883"/>
                          <a:gd name="connsiteY2" fmla="*/ 157709 h 210883"/>
                          <a:gd name="connsiteX3" fmla="*/ 53174 w 210883"/>
                          <a:gd name="connsiteY3" fmla="*/ 13863 h 210883"/>
                          <a:gd name="connsiteX4" fmla="*/ 197020 w 210883"/>
                          <a:gd name="connsiteY4" fmla="*/ 53175 h 21088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10883" h="210883">
                            <a:moveTo>
                              <a:pt x="197020" y="53175"/>
                            </a:moveTo>
                            <a:cubicBezTo>
                              <a:pt x="225878" y="103822"/>
                              <a:pt x="208210" y="168163"/>
                              <a:pt x="157709" y="197020"/>
                            </a:cubicBezTo>
                            <a:cubicBezTo>
                              <a:pt x="107061" y="225877"/>
                              <a:pt x="42721" y="208210"/>
                              <a:pt x="13864" y="157709"/>
                            </a:cubicBezTo>
                            <a:cubicBezTo>
                              <a:pt x="-14994" y="107061"/>
                              <a:pt x="2674" y="42721"/>
                              <a:pt x="53174" y="13863"/>
                            </a:cubicBezTo>
                            <a:cubicBezTo>
                              <a:pt x="103675" y="-14994"/>
                              <a:pt x="168163" y="2674"/>
                              <a:pt x="197020" y="53175"/>
                            </a:cubicBezTo>
                            <a:close/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88" name="任意多边形: 形状 87" descr="97604d22-53ed-4304-8a3f-1edb654f19c0">
                      <a:extLst>
                        <a:ext uri="{FF2B5EF4-FFF2-40B4-BE49-F238E27FC236}">
                          <a16:creationId xmlns:a16="http://schemas.microsoft.com/office/drawing/2014/main" id="{805973AB-EE20-7A61-0579-764AFA24D0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49216" y="2567127"/>
                      <a:ext cx="291096" cy="411251"/>
                    </a:xfrm>
                    <a:custGeom>
                      <a:avLst/>
                      <a:gdLst>
                        <a:gd name="connsiteX0" fmla="*/ 0 w 291096"/>
                        <a:gd name="connsiteY0" fmla="*/ 158844 h 411251"/>
                        <a:gd name="connsiteX1" fmla="*/ 118080 w 291096"/>
                        <a:gd name="connsiteY1" fmla="*/ 367620 h 411251"/>
                        <a:gd name="connsiteX2" fmla="*/ 275913 w 291096"/>
                        <a:gd name="connsiteY2" fmla="*/ 214646 h 411251"/>
                        <a:gd name="connsiteX3" fmla="*/ 158422 w 291096"/>
                        <a:gd name="connsiteY3" fmla="*/ 25011 h 411251"/>
                        <a:gd name="connsiteX4" fmla="*/ 23410 w 291096"/>
                        <a:gd name="connsiteY4" fmla="*/ 26189 h 4112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91096" h="411251">
                          <a:moveTo>
                            <a:pt x="0" y="158844"/>
                          </a:moveTo>
                          <a:cubicBezTo>
                            <a:pt x="0" y="158844"/>
                            <a:pt x="70524" y="268974"/>
                            <a:pt x="118080" y="367620"/>
                          </a:cubicBezTo>
                          <a:cubicBezTo>
                            <a:pt x="165636" y="466265"/>
                            <a:pt x="343640" y="390146"/>
                            <a:pt x="275913" y="214646"/>
                          </a:cubicBezTo>
                          <a:cubicBezTo>
                            <a:pt x="230418" y="96860"/>
                            <a:pt x="158422" y="25011"/>
                            <a:pt x="158422" y="25011"/>
                          </a:cubicBezTo>
                          <a:cubicBezTo>
                            <a:pt x="125589" y="-10472"/>
                            <a:pt x="52562" y="-6497"/>
                            <a:pt x="23410" y="26189"/>
                          </a:cubicBezTo>
                        </a:path>
                      </a:pathLst>
                    </a:custGeom>
                    <a:noFill/>
                    <a:ln w="14417" cap="rnd">
                      <a:solidFill>
                        <a:srgbClr val="100D14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89" name="组合 88" descr="883d404a-305e-4234-bee0-c135a915ba4e">
                      <a:extLst>
                        <a:ext uri="{FF2B5EF4-FFF2-40B4-BE49-F238E27FC236}">
                          <a16:creationId xmlns:a16="http://schemas.microsoft.com/office/drawing/2014/main" id="{7BCB403B-54B8-4891-2488-2FE06FEFB0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87050" y="2539871"/>
                      <a:ext cx="214949" cy="419632"/>
                      <a:chOff x="7287050" y="2539871"/>
                      <a:chExt cx="214949" cy="419632"/>
                    </a:xfrm>
                    <a:solidFill>
                      <a:srgbClr val="E5987D"/>
                    </a:solidFill>
                  </p:grpSpPr>
                  <p:sp>
                    <p:nvSpPr>
                      <p:cNvPr id="517" name="任意多边形: 形状 516" descr="43ab7dee-0d3d-4bfe-903f-a6929dd17a05">
                        <a:extLst>
                          <a:ext uri="{FF2B5EF4-FFF2-40B4-BE49-F238E27FC236}">
                            <a16:creationId xmlns:a16="http://schemas.microsoft.com/office/drawing/2014/main" id="{741322CD-4C9C-9CC6-223A-E94BC8205E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87050" y="2606125"/>
                        <a:ext cx="214949" cy="353377"/>
                      </a:xfrm>
                      <a:custGeom>
                        <a:avLst/>
                        <a:gdLst>
                          <a:gd name="connsiteX0" fmla="*/ 1094 w 214949"/>
                          <a:gd name="connsiteY0" fmla="*/ 36955 h 353377"/>
                          <a:gd name="connsiteX1" fmla="*/ 210 w 214949"/>
                          <a:gd name="connsiteY1" fmla="*/ 271496 h 353377"/>
                          <a:gd name="connsiteX2" fmla="*/ 208397 w 214949"/>
                          <a:gd name="connsiteY2" fmla="*/ 218051 h 353377"/>
                          <a:gd name="connsiteX3" fmla="*/ 200594 w 214949"/>
                          <a:gd name="connsiteY3" fmla="*/ 0 h 353377"/>
                          <a:gd name="connsiteX4" fmla="*/ 1094 w 214949"/>
                          <a:gd name="connsiteY4" fmla="*/ 36955 h 35337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14949" h="353377">
                            <a:moveTo>
                              <a:pt x="1094" y="36955"/>
                            </a:moveTo>
                            <a:cubicBezTo>
                              <a:pt x="1094" y="36955"/>
                              <a:pt x="7572" y="164605"/>
                              <a:pt x="210" y="271496"/>
                            </a:cubicBezTo>
                            <a:cubicBezTo>
                              <a:pt x="-7151" y="378386"/>
                              <a:pt x="180864" y="399882"/>
                              <a:pt x="208397" y="218051"/>
                            </a:cubicBezTo>
                            <a:cubicBezTo>
                              <a:pt x="226801" y="95848"/>
                              <a:pt x="200594" y="0"/>
                              <a:pt x="200594" y="0"/>
                            </a:cubicBezTo>
                            <a:lnTo>
                              <a:pt x="1094" y="36955"/>
                            </a:lnTo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18" name="任意多边形: 形状 517" descr="1d0fcd50-8af8-4046-a289-80da56cfd1aa">
                        <a:extLst>
                          <a:ext uri="{FF2B5EF4-FFF2-40B4-BE49-F238E27FC236}">
                            <a16:creationId xmlns:a16="http://schemas.microsoft.com/office/drawing/2014/main" id="{6ADBAAAE-659E-1C65-8011-2421B1C061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287997" y="2539871"/>
                        <a:ext cx="206419" cy="206419"/>
                      </a:xfrm>
                      <a:custGeom>
                        <a:avLst/>
                        <a:gdLst>
                          <a:gd name="connsiteX0" fmla="*/ 206420 w 206419"/>
                          <a:gd name="connsiteY0" fmla="*/ 103210 h 206419"/>
                          <a:gd name="connsiteX1" fmla="*/ 103210 w 206419"/>
                          <a:gd name="connsiteY1" fmla="*/ 206419 h 206419"/>
                          <a:gd name="connsiteX2" fmla="*/ 0 w 206419"/>
                          <a:gd name="connsiteY2" fmla="*/ 103210 h 206419"/>
                          <a:gd name="connsiteX3" fmla="*/ 103210 w 206419"/>
                          <a:gd name="connsiteY3" fmla="*/ 0 h 206419"/>
                          <a:gd name="connsiteX4" fmla="*/ 206420 w 206419"/>
                          <a:gd name="connsiteY4" fmla="*/ 103210 h 20641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6419" h="206419">
                            <a:moveTo>
                              <a:pt x="206420" y="103210"/>
                            </a:moveTo>
                            <a:cubicBezTo>
                              <a:pt x="206420" y="160189"/>
                              <a:pt x="160189" y="206419"/>
                              <a:pt x="103210" y="206419"/>
                            </a:cubicBezTo>
                            <a:cubicBezTo>
                              <a:pt x="46231" y="206419"/>
                              <a:pt x="0" y="160189"/>
                              <a:pt x="0" y="103210"/>
                            </a:cubicBezTo>
                            <a:cubicBezTo>
                              <a:pt x="0" y="46231"/>
                              <a:pt x="46231" y="0"/>
                              <a:pt x="103210" y="0"/>
                            </a:cubicBezTo>
                            <a:cubicBezTo>
                              <a:pt x="160189" y="0"/>
                              <a:pt x="206420" y="46231"/>
                              <a:pt x="206420" y="103210"/>
                            </a:cubicBezTo>
                            <a:close/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90" name="任意多边形: 形状 89" descr="add87e88-7cc2-4844-abcd-eb733725bf20">
                      <a:extLst>
                        <a:ext uri="{FF2B5EF4-FFF2-40B4-BE49-F238E27FC236}">
                          <a16:creationId xmlns:a16="http://schemas.microsoft.com/office/drawing/2014/main" id="{82E9A235-7185-D3C8-54F8-6389EAC683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4304" y="2562545"/>
                      <a:ext cx="227132" cy="397245"/>
                    </a:xfrm>
                    <a:custGeom>
                      <a:avLst/>
                      <a:gdLst>
                        <a:gd name="connsiteX0" fmla="*/ 181243 w 227132"/>
                        <a:gd name="connsiteY0" fmla="*/ 0 h 397245"/>
                        <a:gd name="connsiteX1" fmla="*/ 223204 w 227132"/>
                        <a:gd name="connsiteY1" fmla="*/ 246025 h 397245"/>
                        <a:gd name="connsiteX2" fmla="*/ 87162 w 227132"/>
                        <a:gd name="connsiteY2" fmla="*/ 397085 h 397245"/>
                        <a:gd name="connsiteX3" fmla="*/ 0 w 227132"/>
                        <a:gd name="connsiteY3" fmla="*/ 296525 h 3972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27132" h="397245">
                          <a:moveTo>
                            <a:pt x="181243" y="0"/>
                          </a:moveTo>
                          <a:cubicBezTo>
                            <a:pt x="223498" y="53298"/>
                            <a:pt x="233952" y="146348"/>
                            <a:pt x="223204" y="246025"/>
                          </a:cubicBezTo>
                          <a:cubicBezTo>
                            <a:pt x="212456" y="345701"/>
                            <a:pt x="169464" y="400618"/>
                            <a:pt x="87162" y="397085"/>
                          </a:cubicBezTo>
                          <a:cubicBezTo>
                            <a:pt x="4859" y="393551"/>
                            <a:pt x="0" y="296525"/>
                            <a:pt x="0" y="296525"/>
                          </a:cubicBezTo>
                        </a:path>
                      </a:pathLst>
                    </a:custGeom>
                    <a:noFill/>
                    <a:ln w="14417" cap="rnd">
                      <a:solidFill>
                        <a:srgbClr val="100D14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91" name="组合 90" descr="c8ead8d0-71fc-4e33-a882-10a4eaad277a">
                      <a:extLst>
                        <a:ext uri="{FF2B5EF4-FFF2-40B4-BE49-F238E27FC236}">
                          <a16:creationId xmlns:a16="http://schemas.microsoft.com/office/drawing/2014/main" id="{65C664D2-0835-76FC-1E32-9212CF8A771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97857" y="2543404"/>
                      <a:ext cx="214949" cy="419632"/>
                      <a:chOff x="7097857" y="2543404"/>
                      <a:chExt cx="214949" cy="419632"/>
                    </a:xfrm>
                    <a:solidFill>
                      <a:srgbClr val="E5987D"/>
                    </a:solidFill>
                  </p:grpSpPr>
                  <p:sp>
                    <p:nvSpPr>
                      <p:cNvPr id="515" name="任意多边形: 形状 514" descr="8f57a204-d735-4747-a6c1-dfb8a828a7c2">
                        <a:extLst>
                          <a:ext uri="{FF2B5EF4-FFF2-40B4-BE49-F238E27FC236}">
                            <a16:creationId xmlns:a16="http://schemas.microsoft.com/office/drawing/2014/main" id="{ACF27104-01CD-FB3F-710D-532CDE75C1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97857" y="2609659"/>
                        <a:ext cx="214949" cy="353378"/>
                      </a:xfrm>
                      <a:custGeom>
                        <a:avLst/>
                        <a:gdLst>
                          <a:gd name="connsiteX0" fmla="*/ 1094 w 214949"/>
                          <a:gd name="connsiteY0" fmla="*/ 36955 h 353378"/>
                          <a:gd name="connsiteX1" fmla="*/ 210 w 214949"/>
                          <a:gd name="connsiteY1" fmla="*/ 271496 h 353378"/>
                          <a:gd name="connsiteX2" fmla="*/ 208397 w 214949"/>
                          <a:gd name="connsiteY2" fmla="*/ 218051 h 353378"/>
                          <a:gd name="connsiteX3" fmla="*/ 200594 w 214949"/>
                          <a:gd name="connsiteY3" fmla="*/ 0 h 353378"/>
                          <a:gd name="connsiteX4" fmla="*/ 1094 w 214949"/>
                          <a:gd name="connsiteY4" fmla="*/ 36955 h 3533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14949" h="353378">
                            <a:moveTo>
                              <a:pt x="1094" y="36955"/>
                            </a:moveTo>
                            <a:cubicBezTo>
                              <a:pt x="1094" y="36955"/>
                              <a:pt x="7572" y="164605"/>
                              <a:pt x="210" y="271496"/>
                            </a:cubicBezTo>
                            <a:cubicBezTo>
                              <a:pt x="-7151" y="378387"/>
                              <a:pt x="180864" y="399882"/>
                              <a:pt x="208397" y="218051"/>
                            </a:cubicBezTo>
                            <a:cubicBezTo>
                              <a:pt x="226801" y="95848"/>
                              <a:pt x="200594" y="0"/>
                              <a:pt x="200594" y="0"/>
                            </a:cubicBezTo>
                            <a:lnTo>
                              <a:pt x="1094" y="36955"/>
                            </a:lnTo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16" name="任意多边形: 形状 515" descr="fb914013-8951-4b7a-86c9-99a7308516cd">
                        <a:extLst>
                          <a:ext uri="{FF2B5EF4-FFF2-40B4-BE49-F238E27FC236}">
                            <a16:creationId xmlns:a16="http://schemas.microsoft.com/office/drawing/2014/main" id="{1A33680C-8D72-57D0-64AE-FA4009364E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98803" y="2543404"/>
                        <a:ext cx="206419" cy="206419"/>
                      </a:xfrm>
                      <a:custGeom>
                        <a:avLst/>
                        <a:gdLst>
                          <a:gd name="connsiteX0" fmla="*/ 206419 w 206419"/>
                          <a:gd name="connsiteY0" fmla="*/ 103210 h 206419"/>
                          <a:gd name="connsiteX1" fmla="*/ 103210 w 206419"/>
                          <a:gd name="connsiteY1" fmla="*/ 206420 h 206419"/>
                          <a:gd name="connsiteX2" fmla="*/ 0 w 206419"/>
                          <a:gd name="connsiteY2" fmla="*/ 103210 h 206419"/>
                          <a:gd name="connsiteX3" fmla="*/ 103210 w 206419"/>
                          <a:gd name="connsiteY3" fmla="*/ 0 h 206419"/>
                          <a:gd name="connsiteX4" fmla="*/ 206419 w 206419"/>
                          <a:gd name="connsiteY4" fmla="*/ 103210 h 20641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06419" h="206419">
                            <a:moveTo>
                              <a:pt x="206419" y="103210"/>
                            </a:moveTo>
                            <a:cubicBezTo>
                              <a:pt x="206419" y="160189"/>
                              <a:pt x="160188" y="206420"/>
                              <a:pt x="103210" y="206420"/>
                            </a:cubicBezTo>
                            <a:cubicBezTo>
                              <a:pt x="46231" y="206420"/>
                              <a:pt x="0" y="160189"/>
                              <a:pt x="0" y="103210"/>
                            </a:cubicBezTo>
                            <a:cubicBezTo>
                              <a:pt x="0" y="46231"/>
                              <a:pt x="46231" y="0"/>
                              <a:pt x="103210" y="0"/>
                            </a:cubicBezTo>
                            <a:cubicBezTo>
                              <a:pt x="160188" y="0"/>
                              <a:pt x="206419" y="46231"/>
                              <a:pt x="206419" y="103210"/>
                            </a:cubicBezTo>
                            <a:close/>
                          </a:path>
                        </a:pathLst>
                      </a:custGeom>
                      <a:solidFill>
                        <a:srgbClr val="E5987D"/>
                      </a:solidFill>
                      <a:ln w="14711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92" name="任意多边形: 形状 91" descr="dc34d94a-c5d0-45e9-b22a-cb5464ef1bcd">
                      <a:extLst>
                        <a:ext uri="{FF2B5EF4-FFF2-40B4-BE49-F238E27FC236}">
                          <a16:creationId xmlns:a16="http://schemas.microsoft.com/office/drawing/2014/main" id="{8AB64383-2828-B90E-9A1F-339E6D7366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98951" y="2497762"/>
                      <a:ext cx="214212" cy="465408"/>
                    </a:xfrm>
                    <a:custGeom>
                      <a:avLst/>
                      <a:gdLst>
                        <a:gd name="connsiteX0" fmla="*/ 14134 w 214212"/>
                        <a:gd name="connsiteY0" fmla="*/ 0 h 465408"/>
                        <a:gd name="connsiteX1" fmla="*/ 166961 w 214212"/>
                        <a:gd name="connsiteY1" fmla="*/ 60218 h 465408"/>
                        <a:gd name="connsiteX2" fmla="*/ 208775 w 214212"/>
                        <a:gd name="connsiteY2" fmla="*/ 319935 h 465408"/>
                        <a:gd name="connsiteX3" fmla="*/ 86867 w 214212"/>
                        <a:gd name="connsiteY3" fmla="*/ 465106 h 465408"/>
                        <a:gd name="connsiteX4" fmla="*/ 1767 w 214212"/>
                        <a:gd name="connsiteY4" fmla="*/ 330536 h 465408"/>
                        <a:gd name="connsiteX5" fmla="*/ 0 w 214212"/>
                        <a:gd name="connsiteY5" fmla="*/ 148852 h 4654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14212" h="465408">
                          <a:moveTo>
                            <a:pt x="14134" y="0"/>
                          </a:moveTo>
                          <a:cubicBezTo>
                            <a:pt x="14134" y="0"/>
                            <a:pt x="104535" y="31655"/>
                            <a:pt x="166961" y="60218"/>
                          </a:cubicBezTo>
                          <a:cubicBezTo>
                            <a:pt x="229388" y="88781"/>
                            <a:pt x="213781" y="255153"/>
                            <a:pt x="208775" y="319935"/>
                          </a:cubicBezTo>
                          <a:cubicBezTo>
                            <a:pt x="203622" y="384717"/>
                            <a:pt x="159158" y="460837"/>
                            <a:pt x="86867" y="465106"/>
                          </a:cubicBezTo>
                          <a:cubicBezTo>
                            <a:pt x="14576" y="469376"/>
                            <a:pt x="-6037" y="428593"/>
                            <a:pt x="1767" y="330536"/>
                          </a:cubicBezTo>
                          <a:cubicBezTo>
                            <a:pt x="9570" y="232480"/>
                            <a:pt x="0" y="148852"/>
                            <a:pt x="0" y="148852"/>
                          </a:cubicBezTo>
                        </a:path>
                      </a:pathLst>
                    </a:custGeom>
                    <a:noFill/>
                    <a:ln w="14417" cap="rnd">
                      <a:solidFill>
                        <a:srgbClr val="100D14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12" name="任意多边形: 形状 511" descr="633b85e0-e0d2-4c69-8d08-eb90bc1c1ccd">
                      <a:extLst>
                        <a:ext uri="{FF2B5EF4-FFF2-40B4-BE49-F238E27FC236}">
                          <a16:creationId xmlns:a16="http://schemas.microsoft.com/office/drawing/2014/main" id="{8058C7F5-21D0-0792-18D9-37E540F002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01925" y="2697115"/>
                      <a:ext cx="99970" cy="31065"/>
                    </a:xfrm>
                    <a:custGeom>
                      <a:avLst/>
                      <a:gdLst>
                        <a:gd name="connsiteX0" fmla="*/ 0 w 99970"/>
                        <a:gd name="connsiteY0" fmla="*/ 0 h 31065"/>
                        <a:gd name="connsiteX1" fmla="*/ 99971 w 99970"/>
                        <a:gd name="connsiteY1" fmla="*/ 31066 h 31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99970" h="31065">
                          <a:moveTo>
                            <a:pt x="0" y="0"/>
                          </a:moveTo>
                          <a:lnTo>
                            <a:pt x="99971" y="31066"/>
                          </a:lnTo>
                        </a:path>
                      </a:pathLst>
                    </a:custGeom>
                    <a:ln w="14417" cap="rnd">
                      <a:solidFill>
                        <a:srgbClr val="100D14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13" name="任意多边形: 形状 512" descr="f71bc8dc-60e2-4865-b3c1-a4d4f2ae4194">
                      <a:extLst>
                        <a:ext uri="{FF2B5EF4-FFF2-40B4-BE49-F238E27FC236}">
                          <a16:creationId xmlns:a16="http://schemas.microsoft.com/office/drawing/2014/main" id="{123F1A7E-3627-923C-6629-49A332EE54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66236" y="3039576"/>
                      <a:ext cx="146937" cy="141195"/>
                    </a:xfrm>
                    <a:custGeom>
                      <a:avLst/>
                      <a:gdLst>
                        <a:gd name="connsiteX0" fmla="*/ 0 w 146937"/>
                        <a:gd name="connsiteY0" fmla="*/ 141195 h 141195"/>
                        <a:gd name="connsiteX1" fmla="*/ 146938 w 146937"/>
                        <a:gd name="connsiteY1" fmla="*/ 0 h 1411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46937" h="141195">
                          <a:moveTo>
                            <a:pt x="0" y="141195"/>
                          </a:moveTo>
                          <a:cubicBezTo>
                            <a:pt x="0" y="141195"/>
                            <a:pt x="26796" y="31360"/>
                            <a:pt x="146938" y="0"/>
                          </a:cubicBezTo>
                        </a:path>
                      </a:pathLst>
                    </a:custGeom>
                    <a:noFill/>
                    <a:ln w="14417" cap="rnd">
                      <a:solidFill>
                        <a:srgbClr val="100D14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14" name="任意多边形: 形状 513" descr="e1b88b5b-0930-4632-916c-2c2c426da419">
                      <a:extLst>
                        <a:ext uri="{FF2B5EF4-FFF2-40B4-BE49-F238E27FC236}">
                          <a16:creationId xmlns:a16="http://schemas.microsoft.com/office/drawing/2014/main" id="{2E25ABB7-1916-7C11-EEF7-65297EA1A7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5782" y="3173410"/>
                      <a:ext cx="358657" cy="72438"/>
                    </a:xfrm>
                    <a:custGeom>
                      <a:avLst/>
                      <a:gdLst>
                        <a:gd name="connsiteX0" fmla="*/ 0 w 358657"/>
                        <a:gd name="connsiteY0" fmla="*/ 72438 h 72438"/>
                        <a:gd name="connsiteX1" fmla="*/ 358657 w 358657"/>
                        <a:gd name="connsiteY1" fmla="*/ 0 h 724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58657" h="72438">
                          <a:moveTo>
                            <a:pt x="0" y="72438"/>
                          </a:moveTo>
                          <a:lnTo>
                            <a:pt x="358657" y="0"/>
                          </a:lnTo>
                        </a:path>
                      </a:pathLst>
                    </a:custGeom>
                    <a:ln w="14417" cap="rnd">
                      <a:solidFill>
                        <a:srgbClr val="100D14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496" name="组合 495" descr="acaf8830-73c5-4634-a4a8-da1bac3a433d">
                <a:extLst>
                  <a:ext uri="{FF2B5EF4-FFF2-40B4-BE49-F238E27FC236}">
                    <a16:creationId xmlns:a16="http://schemas.microsoft.com/office/drawing/2014/main" id="{D29A97F6-D66B-2BC8-2664-2460CFE669FA}"/>
                  </a:ext>
                </a:extLst>
              </p:cNvPr>
              <p:cNvGrpSpPr/>
              <p:nvPr/>
            </p:nvGrpSpPr>
            <p:grpSpPr>
              <a:xfrm>
                <a:off x="5852866" y="4214488"/>
                <a:ext cx="4396850" cy="1521643"/>
                <a:chOff x="5852866" y="4214488"/>
                <a:chExt cx="4396850" cy="1521643"/>
              </a:xfrm>
            </p:grpSpPr>
            <p:grpSp>
              <p:nvGrpSpPr>
                <p:cNvPr id="500" name="组合 499" descr="d443844f-d90a-4d8a-a228-51a050a6defd">
                  <a:extLst>
                    <a:ext uri="{FF2B5EF4-FFF2-40B4-BE49-F238E27FC236}">
                      <a16:creationId xmlns:a16="http://schemas.microsoft.com/office/drawing/2014/main" id="{A2B9D283-CFC3-49AD-6BD4-E3740806095E}"/>
                    </a:ext>
                  </a:extLst>
                </p:cNvPr>
                <p:cNvGrpSpPr/>
                <p:nvPr/>
              </p:nvGrpSpPr>
              <p:grpSpPr>
                <a:xfrm>
                  <a:off x="5852866" y="4214488"/>
                  <a:ext cx="4396850" cy="1521643"/>
                  <a:chOff x="5852866" y="4214488"/>
                  <a:chExt cx="4396850" cy="1521643"/>
                </a:xfrm>
              </p:grpSpPr>
              <p:sp>
                <p:nvSpPr>
                  <p:cNvPr id="502" name="任意多边形: 形状 501" descr="39db8de2-9039-4179-b015-3cee09ff9a93">
                    <a:extLst>
                      <a:ext uri="{FF2B5EF4-FFF2-40B4-BE49-F238E27FC236}">
                        <a16:creationId xmlns:a16="http://schemas.microsoft.com/office/drawing/2014/main" id="{B25AF364-4A48-AED9-278C-EDD8703B398B}"/>
                      </a:ext>
                    </a:extLst>
                  </p:cNvPr>
                  <p:cNvSpPr/>
                  <p:nvPr/>
                </p:nvSpPr>
                <p:spPr>
                  <a:xfrm>
                    <a:off x="5852866" y="4214488"/>
                    <a:ext cx="2961623" cy="1521496"/>
                  </a:xfrm>
                  <a:custGeom>
                    <a:avLst/>
                    <a:gdLst>
                      <a:gd name="connsiteX0" fmla="*/ 79713 w 2961623"/>
                      <a:gd name="connsiteY0" fmla="*/ 147 h 1521496"/>
                      <a:gd name="connsiteX1" fmla="*/ 2299825 w 2961623"/>
                      <a:gd name="connsiteY1" fmla="*/ 147 h 1521496"/>
                      <a:gd name="connsiteX2" fmla="*/ 2372999 w 2961623"/>
                      <a:gd name="connsiteY2" fmla="*/ 48439 h 1521496"/>
                      <a:gd name="connsiteX3" fmla="*/ 2955155 w 2961623"/>
                      <a:gd name="connsiteY3" fmla="*/ 1410630 h 1521496"/>
                      <a:gd name="connsiteX4" fmla="*/ 2881980 w 2961623"/>
                      <a:gd name="connsiteY4" fmla="*/ 1521496 h 1521496"/>
                      <a:gd name="connsiteX5" fmla="*/ 648176 w 2961623"/>
                      <a:gd name="connsiteY5" fmla="*/ 1521496 h 1521496"/>
                      <a:gd name="connsiteX6" fmla="*/ 574707 w 2961623"/>
                      <a:gd name="connsiteY6" fmla="*/ 1472468 h 1521496"/>
                      <a:gd name="connsiteX7" fmla="*/ 6244 w 2961623"/>
                      <a:gd name="connsiteY7" fmla="*/ 110277 h 1521496"/>
                      <a:gd name="connsiteX8" fmla="*/ 79713 w 2961623"/>
                      <a:gd name="connsiteY8" fmla="*/ 0 h 15214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961623" h="1521496">
                        <a:moveTo>
                          <a:pt x="79713" y="147"/>
                        </a:moveTo>
                        <a:lnTo>
                          <a:pt x="2299825" y="147"/>
                        </a:lnTo>
                        <a:cubicBezTo>
                          <a:pt x="2331774" y="147"/>
                          <a:pt x="2360484" y="19140"/>
                          <a:pt x="2372999" y="48439"/>
                        </a:cubicBezTo>
                        <a:lnTo>
                          <a:pt x="2955155" y="1410630"/>
                        </a:lnTo>
                        <a:cubicBezTo>
                          <a:pt x="2977534" y="1463192"/>
                          <a:pt x="2939107" y="1521496"/>
                          <a:pt x="2881980" y="1521496"/>
                        </a:cubicBezTo>
                        <a:lnTo>
                          <a:pt x="648176" y="1521496"/>
                        </a:lnTo>
                        <a:cubicBezTo>
                          <a:pt x="616079" y="1521496"/>
                          <a:pt x="587074" y="1502209"/>
                          <a:pt x="574707" y="1472468"/>
                        </a:cubicBezTo>
                        <a:lnTo>
                          <a:pt x="6244" y="110277"/>
                        </a:lnTo>
                        <a:cubicBezTo>
                          <a:pt x="-15694" y="57862"/>
                          <a:pt x="22881" y="0"/>
                          <a:pt x="79713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 w="1471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3" name="任意多边形: 形状 502" descr="96b6c1bf-50e5-4235-b3ee-35a528bd5d01">
                    <a:extLst>
                      <a:ext uri="{FF2B5EF4-FFF2-40B4-BE49-F238E27FC236}">
                        <a16:creationId xmlns:a16="http://schemas.microsoft.com/office/drawing/2014/main" id="{E0AB216A-1A4E-864B-3FCD-B3A61FC2AC21}"/>
                      </a:ext>
                    </a:extLst>
                  </p:cNvPr>
                  <p:cNvSpPr/>
                  <p:nvPr/>
                </p:nvSpPr>
                <p:spPr>
                  <a:xfrm>
                    <a:off x="8630606" y="5491137"/>
                    <a:ext cx="1619110" cy="244994"/>
                  </a:xfrm>
                  <a:custGeom>
                    <a:avLst/>
                    <a:gdLst>
                      <a:gd name="connsiteX0" fmla="*/ 0 w 1619110"/>
                      <a:gd name="connsiteY0" fmla="*/ 0 h 244994"/>
                      <a:gd name="connsiteX1" fmla="*/ 1619111 w 1619110"/>
                      <a:gd name="connsiteY1" fmla="*/ 0 h 244994"/>
                      <a:gd name="connsiteX2" fmla="*/ 1619111 w 1619110"/>
                      <a:gd name="connsiteY2" fmla="*/ 244995 h 244994"/>
                      <a:gd name="connsiteX3" fmla="*/ 0 w 1619110"/>
                      <a:gd name="connsiteY3" fmla="*/ 244995 h 2449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19110" h="244994">
                        <a:moveTo>
                          <a:pt x="0" y="0"/>
                        </a:moveTo>
                        <a:lnTo>
                          <a:pt x="1619111" y="0"/>
                        </a:lnTo>
                        <a:lnTo>
                          <a:pt x="1619111" y="244995"/>
                        </a:lnTo>
                        <a:lnTo>
                          <a:pt x="0" y="244995"/>
                        </a:lnTo>
                        <a:close/>
                      </a:path>
                    </a:pathLst>
                  </a:custGeom>
                  <a:solidFill>
                    <a:srgbClr val="EFF6FF"/>
                  </a:solidFill>
                  <a:ln w="1471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4" name="任意多边形: 形状 503" descr="fd8e875c-5d52-4f58-af1c-dcc384c02b51">
                    <a:extLst>
                      <a:ext uri="{FF2B5EF4-FFF2-40B4-BE49-F238E27FC236}">
                        <a16:creationId xmlns:a16="http://schemas.microsoft.com/office/drawing/2014/main" id="{BD1FA8B1-038D-2A64-4F28-16304508E53A}"/>
                      </a:ext>
                    </a:extLst>
                  </p:cNvPr>
                  <p:cNvSpPr/>
                  <p:nvPr/>
                </p:nvSpPr>
                <p:spPr>
                  <a:xfrm>
                    <a:off x="6345712" y="5491137"/>
                    <a:ext cx="2509570" cy="244993"/>
                  </a:xfrm>
                  <a:custGeom>
                    <a:avLst/>
                    <a:gdLst>
                      <a:gd name="connsiteX0" fmla="*/ 2404888 w 2509570"/>
                      <a:gd name="connsiteY0" fmla="*/ 0 h 244993"/>
                      <a:gd name="connsiteX1" fmla="*/ 0 w 2509570"/>
                      <a:gd name="connsiteY1" fmla="*/ 0 h 244993"/>
                      <a:gd name="connsiteX2" fmla="*/ 102179 w 2509570"/>
                      <a:gd name="connsiteY2" fmla="*/ 244993 h 244993"/>
                      <a:gd name="connsiteX3" fmla="*/ 2509570 w 2509570"/>
                      <a:gd name="connsiteY3" fmla="*/ 244993 h 244993"/>
                      <a:gd name="connsiteX4" fmla="*/ 2404888 w 2509570"/>
                      <a:gd name="connsiteY4" fmla="*/ 0 h 2449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509570" h="244993">
                        <a:moveTo>
                          <a:pt x="2404888" y="0"/>
                        </a:moveTo>
                        <a:lnTo>
                          <a:pt x="0" y="0"/>
                        </a:lnTo>
                        <a:lnTo>
                          <a:pt x="102179" y="244993"/>
                        </a:lnTo>
                        <a:lnTo>
                          <a:pt x="2509570" y="244993"/>
                        </a:lnTo>
                        <a:lnTo>
                          <a:pt x="2404888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471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01" name="任意多边形: 形状 500" descr="6c9b66bb-47c5-4036-b208-515f5d1d5899">
                  <a:extLst>
                    <a:ext uri="{FF2B5EF4-FFF2-40B4-BE49-F238E27FC236}">
                      <a16:creationId xmlns:a16="http://schemas.microsoft.com/office/drawing/2014/main" id="{AB47FC8C-A953-75C8-810A-19187D0F3BEE}"/>
                    </a:ext>
                  </a:extLst>
                </p:cNvPr>
                <p:cNvSpPr/>
                <p:nvPr/>
              </p:nvSpPr>
              <p:spPr>
                <a:xfrm>
                  <a:off x="7059926" y="4723175"/>
                  <a:ext cx="324663" cy="312720"/>
                </a:xfrm>
                <a:custGeom>
                  <a:avLst/>
                  <a:gdLst>
                    <a:gd name="connsiteX0" fmla="*/ 318619 w 324663"/>
                    <a:gd name="connsiteY0" fmla="*/ 156360 h 312720"/>
                    <a:gd name="connsiteX1" fmla="*/ 206133 w 324663"/>
                    <a:gd name="connsiteY1" fmla="*/ 312721 h 312720"/>
                    <a:gd name="connsiteX2" fmla="*/ 6045 w 324663"/>
                    <a:gd name="connsiteY2" fmla="*/ 156360 h 312720"/>
                    <a:gd name="connsiteX3" fmla="*/ 118530 w 324663"/>
                    <a:gd name="connsiteY3" fmla="*/ 0 h 312720"/>
                    <a:gd name="connsiteX4" fmla="*/ 318619 w 324663"/>
                    <a:gd name="connsiteY4" fmla="*/ 156360 h 312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4663" h="312720">
                      <a:moveTo>
                        <a:pt x="318619" y="156360"/>
                      </a:moveTo>
                      <a:cubicBezTo>
                        <a:pt x="342765" y="242639"/>
                        <a:pt x="292411" y="312721"/>
                        <a:pt x="206133" y="312721"/>
                      </a:cubicBezTo>
                      <a:cubicBezTo>
                        <a:pt x="119855" y="312721"/>
                        <a:pt x="30191" y="242786"/>
                        <a:pt x="6045" y="156360"/>
                      </a:cubicBezTo>
                      <a:cubicBezTo>
                        <a:pt x="-18101" y="70083"/>
                        <a:pt x="32252" y="0"/>
                        <a:pt x="118530" y="0"/>
                      </a:cubicBezTo>
                      <a:cubicBezTo>
                        <a:pt x="204808" y="0"/>
                        <a:pt x="294472" y="69935"/>
                        <a:pt x="318619" y="15636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4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" name="Title" descr="86f4a69b-b326-45d9-81e8-f030c7c7080c">
              <a:extLst>
                <a:ext uri="{FF2B5EF4-FFF2-40B4-BE49-F238E27FC236}">
                  <a16:creationId xmlns:a16="http://schemas.microsoft.com/office/drawing/2014/main" id="{135E988B-E848-CD81-6A2B-95B66D2930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8913" y="1130300"/>
              <a:ext cx="4785672" cy="8368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电影在奥斯卡上的辉煌成就</a:t>
              </a:r>
              <a:endParaRPr lang="en-US" dirty="0"/>
            </a:p>
          </p:txBody>
        </p:sp>
        <p:grpSp>
          <p:nvGrpSpPr>
            <p:cNvPr id="7" name="组合 1" descr="f72df49a-ef8e-49d4-9cb5-f682890280d9">
              <a:extLst>
                <a:ext uri="{FF2B5EF4-FFF2-40B4-BE49-F238E27FC236}">
                  <a16:creationId xmlns:a16="http://schemas.microsoft.com/office/drawing/2014/main" id="{FB9BF550-C516-AC99-7C72-0DCD14229F6D}"/>
                </a:ext>
              </a:extLst>
            </p:cNvPr>
            <p:cNvGrpSpPr/>
            <p:nvPr/>
          </p:nvGrpSpPr>
          <p:grpSpPr>
            <a:xfrm>
              <a:off x="6451853" y="1170188"/>
              <a:ext cx="5067047" cy="4405812"/>
              <a:chOff x="6451853" y="1429294"/>
              <a:chExt cx="5067047" cy="4405812"/>
            </a:xfrm>
          </p:grpSpPr>
          <p:grpSp>
            <p:nvGrpSpPr>
              <p:cNvPr id="491" name="组合 490" descr="0565eb1b-8b05-4556-b887-d0930b53c733">
                <a:extLst>
                  <a:ext uri="{FF2B5EF4-FFF2-40B4-BE49-F238E27FC236}">
                    <a16:creationId xmlns:a16="http://schemas.microsoft.com/office/drawing/2014/main" id="{EA8D82B3-145E-9421-67B3-D29186C02029}"/>
                  </a:ext>
                </a:extLst>
              </p:cNvPr>
              <p:cNvGrpSpPr/>
              <p:nvPr/>
            </p:nvGrpSpPr>
            <p:grpSpPr>
              <a:xfrm>
                <a:off x="6451853" y="1429294"/>
                <a:ext cx="5067047" cy="939680"/>
                <a:chOff x="6451853" y="1735375"/>
                <a:chExt cx="5067047" cy="939680"/>
              </a:xfrm>
            </p:grpSpPr>
            <p:sp>
              <p:nvSpPr>
                <p:cNvPr id="492" name="ComponentBackground1" descr="6dca909c-f4b8-497e-a9a3-f444cd917151">
                  <a:extLst>
                    <a:ext uri="{FF2B5EF4-FFF2-40B4-BE49-F238E27FC236}">
                      <a16:creationId xmlns:a16="http://schemas.microsoft.com/office/drawing/2014/main" id="{46C96C7F-7538-E6BF-427E-1DF545D72B9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451853" y="1735375"/>
                  <a:ext cx="5067047" cy="93968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93" name="Bullet1" descr="efa1a575-74f6-4c4c-8416-a6ea1dc63d87">
                  <a:extLst>
                    <a:ext uri="{FF2B5EF4-FFF2-40B4-BE49-F238E27FC236}">
                      <a16:creationId xmlns:a16="http://schemas.microsoft.com/office/drawing/2014/main" id="{529CA3F3-05DB-85AB-5F80-93BF102D357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7541582" y="1783395"/>
                  <a:ext cx="3570819" cy="459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 dirty="0"/>
                    <a:t>最佳动画长片</a:t>
                  </a:r>
                  <a:endParaRPr lang="en-US" dirty="0"/>
                </a:p>
              </p:txBody>
            </p:sp>
            <p:sp>
              <p:nvSpPr>
                <p:cNvPr id="494" name="Number1" descr="039a5991-c6e9-431c-bb7d-f8b6a3be6f0d">
                  <a:extLst>
                    <a:ext uri="{FF2B5EF4-FFF2-40B4-BE49-F238E27FC236}">
                      <a16:creationId xmlns:a16="http://schemas.microsoft.com/office/drawing/2014/main" id="{78D07184-A2E2-A960-C0F2-FCCB724573B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13741" y="1929414"/>
                  <a:ext cx="561302" cy="547441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  <a:cs typeface="+mn-ea"/>
                      <a:sym typeface="Arial" panose="020B0604020202020204" pitchFamily="34" charset="0"/>
                    </a:rPr>
                    <a:t>01</a:t>
                  </a:r>
                </a:p>
              </p:txBody>
            </p:sp>
            <p:sp>
              <p:nvSpPr>
                <p:cNvPr id="495" name="Text1" descr="8b7e9a40-6509-42e7-b35f-906d14c00caa">
                  <a:extLst>
                    <a:ext uri="{FF2B5EF4-FFF2-40B4-BE49-F238E27FC236}">
                      <a16:creationId xmlns:a16="http://schemas.microsoft.com/office/drawing/2014/main" id="{4AF0DD0C-1852-B333-8353-51378E0E998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7541582" y="2279288"/>
                  <a:ext cx="3570819" cy="33149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《寻梦环游记》凭借其精彩的剧情和出色的制作，获得了奥斯卡最佳动画长片奖。</a:t>
                  </a:r>
                  <a:endParaRPr lang="en-US" dirty="0"/>
                </a:p>
              </p:txBody>
            </p:sp>
          </p:grpSp>
          <p:grpSp>
            <p:nvGrpSpPr>
              <p:cNvPr id="497" name="组合 496" descr="5e18d022-e7e2-42d0-9d05-508593a3bc46">
                <a:extLst>
                  <a:ext uri="{FF2B5EF4-FFF2-40B4-BE49-F238E27FC236}">
                    <a16:creationId xmlns:a16="http://schemas.microsoft.com/office/drawing/2014/main" id="{3E237528-9588-B10B-0038-0625C238D5A0}"/>
                  </a:ext>
                </a:extLst>
              </p:cNvPr>
              <p:cNvGrpSpPr/>
              <p:nvPr/>
            </p:nvGrpSpPr>
            <p:grpSpPr>
              <a:xfrm flipH="1">
                <a:off x="6451853" y="2584671"/>
                <a:ext cx="5067047" cy="939680"/>
                <a:chOff x="660400" y="2345904"/>
                <a:chExt cx="5067047" cy="939680"/>
              </a:xfrm>
            </p:grpSpPr>
            <p:sp>
              <p:nvSpPr>
                <p:cNvPr id="498" name="ComponentBackground2" descr="c3345bfe-0f54-41bb-8bfd-49d6187e69d1">
                  <a:extLst>
                    <a:ext uri="{FF2B5EF4-FFF2-40B4-BE49-F238E27FC236}">
                      <a16:creationId xmlns:a16="http://schemas.microsoft.com/office/drawing/2014/main" id="{BA072B16-A2AC-2AFD-3250-DADAC3512538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660400" y="2345904"/>
                  <a:ext cx="5067047" cy="93968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99" name="Number2" descr="61610469-b9f2-48bc-b4ff-20aa38cf6838">
                  <a:extLst>
                    <a:ext uri="{FF2B5EF4-FFF2-40B4-BE49-F238E27FC236}">
                      <a16:creationId xmlns:a16="http://schemas.microsoft.com/office/drawing/2014/main" id="{3DA85772-3B95-BBAF-7F4C-3D8B5AE67C6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904257" y="2539943"/>
                  <a:ext cx="561302" cy="547441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  <a:cs typeface="+mn-ea"/>
                      <a:sym typeface="Arial" panose="020B0604020202020204" pitchFamily="34" charset="0"/>
                    </a:rPr>
                    <a:t>02</a:t>
                  </a:r>
                </a:p>
              </p:txBody>
            </p:sp>
            <p:sp>
              <p:nvSpPr>
                <p:cNvPr id="505" name="Bullet2" descr="1336a00e-930b-42d4-8ae9-1af2acd920e3">
                  <a:extLst>
                    <a:ext uri="{FF2B5EF4-FFF2-40B4-BE49-F238E27FC236}">
                      <a16:creationId xmlns:a16="http://schemas.microsoft.com/office/drawing/2014/main" id="{F1146FD3-E777-B770-3240-E17B5B34289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1">
                  <a:off x="928913" y="2393924"/>
                  <a:ext cx="3708805" cy="459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 dirty="0"/>
                    <a:t>最佳原创歌曲</a:t>
                  </a:r>
                  <a:endParaRPr lang="en-US" dirty="0"/>
                </a:p>
              </p:txBody>
            </p:sp>
            <p:sp>
              <p:nvSpPr>
                <p:cNvPr id="506" name="Text2" descr="9a4b1fba-cf34-4698-99c4-eaf276fc2072">
                  <a:extLst>
                    <a:ext uri="{FF2B5EF4-FFF2-40B4-BE49-F238E27FC236}">
                      <a16:creationId xmlns:a16="http://schemas.microsoft.com/office/drawing/2014/main" id="{56145C2E-E8AE-6E4E-0186-4E4F3DC3CA7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1">
                  <a:off x="928913" y="2889817"/>
                  <a:ext cx="3708805" cy="33149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电影中的歌曲《Remember Me》以其动人的旋律和深情的歌词，赢得了奥斯卡最佳原创歌曲奖。</a:t>
                  </a:r>
                  <a:endParaRPr lang="en-US" dirty="0"/>
                </a:p>
              </p:txBody>
            </p:sp>
          </p:grpSp>
          <p:grpSp>
            <p:nvGrpSpPr>
              <p:cNvPr id="507" name="组合 506" descr="ac8d0dd3-6b13-42a0-9908-3362b2fa11d0">
                <a:extLst>
                  <a:ext uri="{FF2B5EF4-FFF2-40B4-BE49-F238E27FC236}">
                    <a16:creationId xmlns:a16="http://schemas.microsoft.com/office/drawing/2014/main" id="{9064691E-D6DC-2E81-B169-77932087AE4C}"/>
                  </a:ext>
                </a:extLst>
              </p:cNvPr>
              <p:cNvGrpSpPr/>
              <p:nvPr/>
            </p:nvGrpSpPr>
            <p:grpSpPr>
              <a:xfrm>
                <a:off x="6451853" y="3740048"/>
                <a:ext cx="5067047" cy="939680"/>
                <a:chOff x="6451853" y="2956433"/>
                <a:chExt cx="5067047" cy="939680"/>
              </a:xfrm>
            </p:grpSpPr>
            <p:sp>
              <p:nvSpPr>
                <p:cNvPr id="508" name="ComponentBackground3" descr="0e32eca9-d655-4669-b0ee-7221fe91d813">
                  <a:extLst>
                    <a:ext uri="{FF2B5EF4-FFF2-40B4-BE49-F238E27FC236}">
                      <a16:creationId xmlns:a16="http://schemas.microsoft.com/office/drawing/2014/main" id="{98094AE5-E5F9-741D-07DA-9F53A1C2E52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451853" y="2956433"/>
                  <a:ext cx="5067047" cy="93968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09" name="Number3" descr="56dd657f-f202-44b0-a3fc-cbbd20b5fd8f">
                  <a:extLst>
                    <a:ext uri="{FF2B5EF4-FFF2-40B4-BE49-F238E27FC236}">
                      <a16:creationId xmlns:a16="http://schemas.microsoft.com/office/drawing/2014/main" id="{DA0C82E2-1A57-A167-5756-47D5C2015F8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13741" y="3150472"/>
                  <a:ext cx="561302" cy="547441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75000">
                      <a:schemeClr val="accent3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3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  <a:cs typeface="+mn-ea"/>
                      <a:sym typeface="Arial" panose="020B0604020202020204" pitchFamily="34" charset="0"/>
                    </a:rPr>
                    <a:t>03</a:t>
                  </a:r>
                </a:p>
              </p:txBody>
            </p:sp>
            <p:sp>
              <p:nvSpPr>
                <p:cNvPr id="510" name="Bullet3" descr="11390776-4d60-4e44-a724-3459ea63ac5f">
                  <a:extLst>
                    <a:ext uri="{FF2B5EF4-FFF2-40B4-BE49-F238E27FC236}">
                      <a16:creationId xmlns:a16="http://schemas.microsoft.com/office/drawing/2014/main" id="{43580A86-345D-3C33-5EE1-7EFC2D7A572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7541582" y="3004453"/>
                  <a:ext cx="3570819" cy="459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 dirty="0"/>
                    <a:t>奖项意义</a:t>
                  </a:r>
                  <a:endParaRPr lang="en-US" dirty="0"/>
                </a:p>
              </p:txBody>
            </p:sp>
            <p:sp>
              <p:nvSpPr>
                <p:cNvPr id="511" name="Text3" descr="2f8d2557-5231-4618-96ad-b8ff2061f6eb">
                  <a:extLst>
                    <a:ext uri="{FF2B5EF4-FFF2-40B4-BE49-F238E27FC236}">
                      <a16:creationId xmlns:a16="http://schemas.microsoft.com/office/drawing/2014/main" id="{3C73A5CE-724D-F1C8-4832-9C414390E1E7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7541582" y="3500346"/>
                  <a:ext cx="3570819" cy="33149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这些奖项是对电影制作团队辛勤付出的肯定，也证明了电影在动画领域的卓越品质。</a:t>
                  </a:r>
                  <a:endParaRPr lang="en-US" dirty="0"/>
                </a:p>
              </p:txBody>
            </p:sp>
          </p:grpSp>
          <p:grpSp>
            <p:nvGrpSpPr>
              <p:cNvPr id="537" name="组合 536" descr="f3db2125-ee61-489a-86b3-c08cdc5f2d22">
                <a:extLst>
                  <a:ext uri="{FF2B5EF4-FFF2-40B4-BE49-F238E27FC236}">
                    <a16:creationId xmlns:a16="http://schemas.microsoft.com/office/drawing/2014/main" id="{1CDD13A4-AF97-EFC8-9CFE-BC75E8EA3D30}"/>
                  </a:ext>
                </a:extLst>
              </p:cNvPr>
              <p:cNvGrpSpPr/>
              <p:nvPr/>
            </p:nvGrpSpPr>
            <p:grpSpPr>
              <a:xfrm flipH="1">
                <a:off x="6451853" y="4895426"/>
                <a:ext cx="5067047" cy="939680"/>
                <a:chOff x="660400" y="3566962"/>
                <a:chExt cx="5067047" cy="939680"/>
              </a:xfrm>
            </p:grpSpPr>
            <p:sp>
              <p:nvSpPr>
                <p:cNvPr id="538" name="ComponentBackground4" descr="001d380c-68c6-409a-8407-4d3308f0f4db">
                  <a:extLst>
                    <a:ext uri="{FF2B5EF4-FFF2-40B4-BE49-F238E27FC236}">
                      <a16:creationId xmlns:a16="http://schemas.microsoft.com/office/drawing/2014/main" id="{6A9E92A8-00DD-AE13-767F-C820EB27509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660400" y="3566962"/>
                  <a:ext cx="5067047" cy="93968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alpha val="20000"/>
                      </a:schemeClr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39" name="Bullet4" descr="bce08fc5-3268-402a-8629-828cc6159bd7">
                  <a:extLst>
                    <a:ext uri="{FF2B5EF4-FFF2-40B4-BE49-F238E27FC236}">
                      <a16:creationId xmlns:a16="http://schemas.microsoft.com/office/drawing/2014/main" id="{68264012-99F3-B684-C183-05851A8B6D22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1">
                  <a:off x="928913" y="3614982"/>
                  <a:ext cx="3708805" cy="4591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 dirty="0"/>
                    <a:t>获奖感言</a:t>
                  </a:r>
                  <a:endParaRPr lang="en-US" dirty="0"/>
                </a:p>
              </p:txBody>
            </p:sp>
            <p:sp>
              <p:nvSpPr>
                <p:cNvPr id="540" name="Number4" descr="11f6b219-7d1d-4bf6-958e-cce542e85a38">
                  <a:extLst>
                    <a:ext uri="{FF2B5EF4-FFF2-40B4-BE49-F238E27FC236}">
                      <a16:creationId xmlns:a16="http://schemas.microsoft.com/office/drawing/2014/main" id="{102C1D4F-C278-7D3B-A934-51BE11D963D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904257" y="3761001"/>
                  <a:ext cx="561302" cy="547441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75000">
                      <a:schemeClr val="accent4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4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n-US" altLang="zh-CN" b="1" dirty="0">
                      <a:sym typeface="Arial" panose="020B0604020202020204" pitchFamily="34" charset="0"/>
                    </a:rPr>
                    <a:t>04</a:t>
                  </a:r>
                </a:p>
              </p:txBody>
            </p:sp>
            <p:sp>
              <p:nvSpPr>
                <p:cNvPr id="541" name="Text4" descr="0f861bf8-f730-44bb-a541-9185890638de">
                  <a:extLst>
                    <a:ext uri="{FF2B5EF4-FFF2-40B4-BE49-F238E27FC236}">
                      <a16:creationId xmlns:a16="http://schemas.microsoft.com/office/drawing/2014/main" id="{7A968A80-40A8-23E0-5EB4-890931C9F17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flipH="1">
                  <a:off x="928913" y="4110875"/>
                  <a:ext cx="3708805" cy="33149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导演和编剧在获奖时发表了感言，感谢了所有参与电影制作的人员和观众的支持。</a:t>
                  </a:r>
                  <a:endParaRPr lang="en-US" dirty="0"/>
                </a:p>
              </p:txBody>
            </p:sp>
          </p:grp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ae4a717-a889-4400-86fc-6747d69f589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其他奖项</a:t>
            </a:r>
            <a:endParaRPr lang="en-US" dirty="0"/>
          </a:p>
        </p:txBody>
      </p:sp>
      <p:grpSp>
        <p:nvGrpSpPr>
          <p:cNvPr id="4" name="4bf03c46-0774-4ab2-9277-189e9fcd8e7f.source.4.zh-Hans.pptx" descr="ecb27996-34fa-4b7e-b72b-a2d3cf00b15f">
            <a:extLst>
              <a:ext uri="{FF2B5EF4-FFF2-40B4-BE49-F238E27FC236}">
                <a16:creationId xmlns:a16="http://schemas.microsoft.com/office/drawing/2014/main" id="{DDEF14D3-6BE7-D7EF-7A92-C960DD2A8EB5}"/>
              </a:ext>
            </a:extLst>
          </p:cNvPr>
          <p:cNvGrpSpPr/>
          <p:nvPr/>
        </p:nvGrpSpPr>
        <p:grpSpPr>
          <a:xfrm>
            <a:off x="0" y="1139108"/>
            <a:ext cx="12192000" cy="5718892"/>
            <a:chOff x="0" y="1139108"/>
            <a:chExt cx="12192000" cy="5718892"/>
          </a:xfrm>
        </p:grpSpPr>
        <p:sp>
          <p:nvSpPr>
            <p:cNvPr id="52" name="Title" descr="4cfdd8c5-1587-4d23-a561-c5a3e5b1d5aa">
              <a:extLst>
                <a:ext uri="{FF2B5EF4-FFF2-40B4-BE49-F238E27FC236}">
                  <a16:creationId xmlns:a16="http://schemas.microsoft.com/office/drawing/2014/main" id="{622AADED-5196-D48A-5A9A-41F6E39EAA2D}"/>
                </a:ext>
              </a:extLst>
            </p:cNvPr>
            <p:cNvSpPr txBox="1"/>
            <p:nvPr/>
          </p:nvSpPr>
          <p:spPr>
            <a:xfrm>
              <a:off x="660399" y="1139108"/>
              <a:ext cx="10858500" cy="6211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电影在其他颁奖典礼上的表现</a:t>
              </a:r>
              <a:endParaRPr lang="en-US" dirty="0"/>
            </a:p>
          </p:txBody>
        </p:sp>
        <p:grpSp>
          <p:nvGrpSpPr>
            <p:cNvPr id="5" name="组合 4" descr="1c574c90-1b30-4553-909d-d969b9f0ae5a">
              <a:extLst>
                <a:ext uri="{FF2B5EF4-FFF2-40B4-BE49-F238E27FC236}">
                  <a16:creationId xmlns:a16="http://schemas.microsoft.com/office/drawing/2014/main" id="{3AAD381F-7B1D-8F35-652A-B606B7DA4DC7}"/>
                </a:ext>
              </a:extLst>
            </p:cNvPr>
            <p:cNvGrpSpPr/>
            <p:nvPr/>
          </p:nvGrpSpPr>
          <p:grpSpPr>
            <a:xfrm>
              <a:off x="660400" y="2042532"/>
              <a:ext cx="6857999" cy="4091567"/>
              <a:chOff x="3861365" y="-3672367"/>
              <a:chExt cx="7946933" cy="4741238"/>
            </a:xfrm>
          </p:grpSpPr>
          <p:grpSp>
            <p:nvGrpSpPr>
              <p:cNvPr id="6" name="组合 5" descr="571982d3-1ddb-47ce-903b-763b1086c30f">
                <a:extLst>
                  <a:ext uri="{FF2B5EF4-FFF2-40B4-BE49-F238E27FC236}">
                    <a16:creationId xmlns:a16="http://schemas.microsoft.com/office/drawing/2014/main" id="{80947ACD-469B-2C59-82E3-CC11655C7D7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61365" y="-3672367"/>
                <a:ext cx="7946933" cy="1023136"/>
                <a:chOff x="5712860" y="1258169"/>
                <a:chExt cx="7233170" cy="2628188"/>
              </a:xfrm>
            </p:grpSpPr>
            <p:grpSp>
              <p:nvGrpSpPr>
                <p:cNvPr id="369" name="组合 2" descr="4e4c731e-0993-496c-9f8a-ac0a88f8a491">
                  <a:extLst>
                    <a:ext uri="{FF2B5EF4-FFF2-40B4-BE49-F238E27FC236}">
                      <a16:creationId xmlns:a16="http://schemas.microsoft.com/office/drawing/2014/main" id="{4ACF392D-DB43-D157-DE6C-070A14C97329}"/>
                    </a:ext>
                  </a:extLst>
                </p:cNvPr>
                <p:cNvGrpSpPr/>
                <p:nvPr/>
              </p:nvGrpSpPr>
              <p:grpSpPr>
                <a:xfrm>
                  <a:off x="5712860" y="1258169"/>
                  <a:ext cx="7233170" cy="2628188"/>
                  <a:chOff x="4660423" y="1819250"/>
                  <a:chExt cx="7233170" cy="2628188"/>
                </a:xfrm>
              </p:grpSpPr>
              <p:sp>
                <p:nvSpPr>
                  <p:cNvPr id="371" name="ComponentBackground1" descr="2d7f4431-8afa-44aa-91a9-736ae7dfd44a">
                    <a:extLst>
                      <a:ext uri="{FF2B5EF4-FFF2-40B4-BE49-F238E27FC236}">
                        <a16:creationId xmlns:a16="http://schemas.microsoft.com/office/drawing/2014/main" id="{642A7AB1-9A8C-CD39-080A-1C83329149A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60423" y="1819250"/>
                    <a:ext cx="7233170" cy="2628188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20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08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72" name="Bullet1" descr="29cb38d7-8a65-4fa5-ba93-bd6b544a14af">
                    <a:extLst>
                      <a:ext uri="{FF2B5EF4-FFF2-40B4-BE49-F238E27FC236}">
                        <a16:creationId xmlns:a16="http://schemas.microsoft.com/office/drawing/2014/main" id="{EA0F7250-A5A2-EC63-F7FF-1E23AE1E65D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5455367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/>
                      <a:t>安妮奖</a:t>
                    </a:r>
                    <a:endParaRPr lang="en-US" dirty="0"/>
                  </a:p>
                </p:txBody>
              </p:sp>
              <p:sp>
                <p:nvSpPr>
                  <p:cNvPr id="373" name="Text1" descr="4c5dcac2-7bc9-40d7-861b-3d083815c366">
                    <a:extLst>
                      <a:ext uri="{FF2B5EF4-FFF2-40B4-BE49-F238E27FC236}">
                        <a16:creationId xmlns:a16="http://schemas.microsoft.com/office/drawing/2014/main" id="{58BF508A-466A-1B83-83A5-421884D8E2C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108661" y="1936559"/>
                    <a:ext cx="3431397" cy="239356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电影获得了安妮奖的多项提名和奖项，进一步证明了其在动画制作方面的优秀水平。</a:t>
                    </a:r>
                    <a:endParaRPr lang="en-US" dirty="0"/>
                  </a:p>
                </p:txBody>
              </p:sp>
            </p:grpSp>
            <p:sp>
              <p:nvSpPr>
                <p:cNvPr id="370" name="Number1" descr="75a2edf8-81ab-4a95-9ecc-71079c040344">
                  <a:extLst>
                    <a:ext uri="{FF2B5EF4-FFF2-40B4-BE49-F238E27FC236}">
                      <a16:creationId xmlns:a16="http://schemas.microsoft.com/office/drawing/2014/main" id="{526628BA-DB69-35F8-1CEB-F9AA61A4CB4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872348" y="1941607"/>
                  <a:ext cx="468240" cy="1298173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  <a:cs typeface="+mn-ea"/>
                      <a:sym typeface="Arial" panose="020B0604020202020204" pitchFamily="34" charset="0"/>
                    </a:rPr>
                    <a:t>01</a:t>
                  </a:r>
                </a:p>
              </p:txBody>
            </p:sp>
          </p:grpSp>
          <p:grpSp>
            <p:nvGrpSpPr>
              <p:cNvPr id="11" name="组合 1" descr="a10b127d-ba61-487f-bfa0-22f0e7af11fa">
                <a:extLst>
                  <a:ext uri="{FF2B5EF4-FFF2-40B4-BE49-F238E27FC236}">
                    <a16:creationId xmlns:a16="http://schemas.microsoft.com/office/drawing/2014/main" id="{DF7C922F-87FC-548D-BA40-A246D2D0794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61365" y="-2433000"/>
                <a:ext cx="7946933" cy="1023136"/>
                <a:chOff x="5712860" y="1258169"/>
                <a:chExt cx="7233170" cy="2628188"/>
              </a:xfrm>
            </p:grpSpPr>
            <p:grpSp>
              <p:nvGrpSpPr>
                <p:cNvPr id="364" name="组合 2" descr="dbd82368-4396-4ecc-ab4f-08c589d3d028">
                  <a:extLst>
                    <a:ext uri="{FF2B5EF4-FFF2-40B4-BE49-F238E27FC236}">
                      <a16:creationId xmlns:a16="http://schemas.microsoft.com/office/drawing/2014/main" id="{966A6B30-CCA4-FF15-E290-DCC91324193C}"/>
                    </a:ext>
                  </a:extLst>
                </p:cNvPr>
                <p:cNvGrpSpPr/>
                <p:nvPr/>
              </p:nvGrpSpPr>
              <p:grpSpPr>
                <a:xfrm>
                  <a:off x="5712860" y="1258169"/>
                  <a:ext cx="7233170" cy="2628188"/>
                  <a:chOff x="4660423" y="1819250"/>
                  <a:chExt cx="7233170" cy="2628188"/>
                </a:xfrm>
              </p:grpSpPr>
              <p:sp>
                <p:nvSpPr>
                  <p:cNvPr id="366" name="ComponentBackground2" descr="e2f78772-cc07-48b6-a26d-ce2f895a3554">
                    <a:extLst>
                      <a:ext uri="{FF2B5EF4-FFF2-40B4-BE49-F238E27FC236}">
                        <a16:creationId xmlns:a16="http://schemas.microsoft.com/office/drawing/2014/main" id="{1969BF07-1240-95EA-703D-72C48A6CCDC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60423" y="1819250"/>
                    <a:ext cx="7233170" cy="2628188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20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08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67" name="Bullet2" descr="4fad6fe9-73fc-459e-ac56-296c24ad84fb">
                    <a:extLst>
                      <a:ext uri="{FF2B5EF4-FFF2-40B4-BE49-F238E27FC236}">
                        <a16:creationId xmlns:a16="http://schemas.microsoft.com/office/drawing/2014/main" id="{90D73892-0916-58D2-A50C-1434A7C823F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5455367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/>
                      <a:t>金球奖</a:t>
                    </a:r>
                    <a:endParaRPr lang="en-US" dirty="0"/>
                  </a:p>
                </p:txBody>
              </p:sp>
              <p:sp>
                <p:nvSpPr>
                  <p:cNvPr id="368" name="Text2" descr="fabddf47-1872-4e71-8e43-ee6c65255fae">
                    <a:extLst>
                      <a:ext uri="{FF2B5EF4-FFF2-40B4-BE49-F238E27FC236}">
                        <a16:creationId xmlns:a16="http://schemas.microsoft.com/office/drawing/2014/main" id="{5DE6F33E-5974-66A1-E37E-AA23485619C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108661" y="1936559"/>
                    <a:ext cx="3431397" cy="239356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《寻梦环游记》在金球奖上也取得了不俗的成绩，赢得了观众的认可和喜爱。</a:t>
                    </a:r>
                    <a:endParaRPr lang="en-US" dirty="0"/>
                  </a:p>
                </p:txBody>
              </p:sp>
            </p:grpSp>
            <p:sp>
              <p:nvSpPr>
                <p:cNvPr id="365" name="Number2" descr="382b4892-5983-43f9-b6be-e0b3bf322316">
                  <a:extLst>
                    <a:ext uri="{FF2B5EF4-FFF2-40B4-BE49-F238E27FC236}">
                      <a16:creationId xmlns:a16="http://schemas.microsoft.com/office/drawing/2014/main" id="{190BD886-F3EB-3D75-FFB2-50D98EF3B7D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872348" y="1941607"/>
                  <a:ext cx="468240" cy="1298173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altLang="zh-CN" b="1" dirty="0">
                      <a:solidFill>
                        <a:srgbClr val="FFFFFF"/>
                      </a:solidFill>
                      <a:cs typeface="+mn-ea"/>
                      <a:sym typeface="Arial" panose="020B0604020202020204" pitchFamily="34" charset="0"/>
                    </a:rPr>
                    <a:t>02</a:t>
                  </a:r>
                </a:p>
              </p:txBody>
            </p:sp>
          </p:grpSp>
          <p:grpSp>
            <p:nvGrpSpPr>
              <p:cNvPr id="12" name="组合 1" descr="fbd0bab2-7236-46b1-9c90-6e39b778afbe">
                <a:extLst>
                  <a:ext uri="{FF2B5EF4-FFF2-40B4-BE49-F238E27FC236}">
                    <a16:creationId xmlns:a16="http://schemas.microsoft.com/office/drawing/2014/main" id="{4E2D809B-EFEB-7780-34F1-F69386AB5EE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61365" y="-1193633"/>
                <a:ext cx="7946933" cy="1023136"/>
                <a:chOff x="5712860" y="1258169"/>
                <a:chExt cx="7233170" cy="2628188"/>
              </a:xfrm>
            </p:grpSpPr>
            <p:grpSp>
              <p:nvGrpSpPr>
                <p:cNvPr id="359" name="组合 2" descr="060b1453-31e2-4c3d-b417-9a3b619d0bbd">
                  <a:extLst>
                    <a:ext uri="{FF2B5EF4-FFF2-40B4-BE49-F238E27FC236}">
                      <a16:creationId xmlns:a16="http://schemas.microsoft.com/office/drawing/2014/main" id="{D675CBF7-0184-4C7F-5DF6-3E918758BBCA}"/>
                    </a:ext>
                  </a:extLst>
                </p:cNvPr>
                <p:cNvGrpSpPr/>
                <p:nvPr/>
              </p:nvGrpSpPr>
              <p:grpSpPr>
                <a:xfrm>
                  <a:off x="5712860" y="1258169"/>
                  <a:ext cx="7233170" cy="2628188"/>
                  <a:chOff x="4660423" y="1819250"/>
                  <a:chExt cx="7233170" cy="2628188"/>
                </a:xfrm>
              </p:grpSpPr>
              <p:sp>
                <p:nvSpPr>
                  <p:cNvPr id="361" name="ComponentBackground3" descr="0e1001ba-da21-4c3d-b948-33fa1a64f3e0">
                    <a:extLst>
                      <a:ext uri="{FF2B5EF4-FFF2-40B4-BE49-F238E27FC236}">
                        <a16:creationId xmlns:a16="http://schemas.microsoft.com/office/drawing/2014/main" id="{F27B2923-76B4-E36B-8337-55479978DD8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60423" y="1819250"/>
                    <a:ext cx="7233170" cy="2628188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20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08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62" name="Bullet3" descr="ff40a58b-a656-4549-8ff1-bf8cb2330c74">
                    <a:extLst>
                      <a:ext uri="{FF2B5EF4-FFF2-40B4-BE49-F238E27FC236}">
                        <a16:creationId xmlns:a16="http://schemas.microsoft.com/office/drawing/2014/main" id="{42B23A80-5F02-E590-17A8-548072ED259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5455367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/>
                      <a:t>奖项对电影的影响</a:t>
                    </a:r>
                    <a:endParaRPr lang="en-US" dirty="0"/>
                  </a:p>
                </p:txBody>
              </p:sp>
              <p:sp>
                <p:nvSpPr>
                  <p:cNvPr id="363" name="Text3" descr="d9fc30f1-bdc7-4b8d-ae6c-3c88babda1a6">
                    <a:extLst>
                      <a:ext uri="{FF2B5EF4-FFF2-40B4-BE49-F238E27FC236}">
                        <a16:creationId xmlns:a16="http://schemas.microsoft.com/office/drawing/2014/main" id="{C54BEEF7-F407-1274-FE7F-2E9122A3DB8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108661" y="1936559"/>
                    <a:ext cx="3431397" cy="239356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这些奖项提高了电影的知名度和影响力，吸引了更多观众走进影院观看。</a:t>
                    </a:r>
                    <a:endParaRPr lang="en-US" dirty="0"/>
                  </a:p>
                </p:txBody>
              </p:sp>
            </p:grpSp>
            <p:sp>
              <p:nvSpPr>
                <p:cNvPr id="360" name="Number3" descr="3a609bbb-4f40-46bb-8c16-1cef644ed8d0">
                  <a:extLst>
                    <a:ext uri="{FF2B5EF4-FFF2-40B4-BE49-F238E27FC236}">
                      <a16:creationId xmlns:a16="http://schemas.microsoft.com/office/drawing/2014/main" id="{FBF8868C-50AF-0BBB-1AE9-637A402E1F8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872348" y="1941607"/>
                  <a:ext cx="468240" cy="1298173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  <a:cs typeface="+mn-ea"/>
                      <a:sym typeface="Arial" panose="020B0604020202020204" pitchFamily="34" charset="0"/>
                    </a:rPr>
                    <a:t>03</a:t>
                  </a:r>
                </a:p>
              </p:txBody>
            </p:sp>
          </p:grpSp>
          <p:grpSp>
            <p:nvGrpSpPr>
              <p:cNvPr id="13" name="组合 1" descr="9461d170-3892-4df2-851b-c2ec6cfe33d5">
                <a:extLst>
                  <a:ext uri="{FF2B5EF4-FFF2-40B4-BE49-F238E27FC236}">
                    <a16:creationId xmlns:a16="http://schemas.microsoft.com/office/drawing/2014/main" id="{B3C293D3-9A88-7106-CA5B-99F06AAD169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861365" y="45735"/>
                <a:ext cx="7946933" cy="1023136"/>
                <a:chOff x="5712860" y="1258169"/>
                <a:chExt cx="7233170" cy="2628188"/>
              </a:xfrm>
            </p:grpSpPr>
            <p:grpSp>
              <p:nvGrpSpPr>
                <p:cNvPr id="15" name="组合 2" descr="fa028627-d454-4e27-9eeb-9d487ab82826">
                  <a:extLst>
                    <a:ext uri="{FF2B5EF4-FFF2-40B4-BE49-F238E27FC236}">
                      <a16:creationId xmlns:a16="http://schemas.microsoft.com/office/drawing/2014/main" id="{5F57E635-3FD1-A7AE-D348-7B4A87CD25C5}"/>
                    </a:ext>
                  </a:extLst>
                </p:cNvPr>
                <p:cNvGrpSpPr/>
                <p:nvPr/>
              </p:nvGrpSpPr>
              <p:grpSpPr>
                <a:xfrm>
                  <a:off x="5712860" y="1258169"/>
                  <a:ext cx="7233170" cy="2628188"/>
                  <a:chOff x="4660423" y="1819250"/>
                  <a:chExt cx="7233170" cy="2628188"/>
                </a:xfrm>
              </p:grpSpPr>
              <p:sp>
                <p:nvSpPr>
                  <p:cNvPr id="356" name="ComponentBackground4" descr="8f46e3dd-9259-470a-9c4a-c920baa9ab31">
                    <a:extLst>
                      <a:ext uri="{FF2B5EF4-FFF2-40B4-BE49-F238E27FC236}">
                        <a16:creationId xmlns:a16="http://schemas.microsoft.com/office/drawing/2014/main" id="{0402308F-60C6-0711-9B8E-75A36E06F67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60423" y="1819250"/>
                    <a:ext cx="7233170" cy="2628188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20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08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57" name="Bullet4" descr="d96e5a77-b562-4984-bd4d-c53a7bbfb0da">
                    <a:extLst>
                      <a:ext uri="{FF2B5EF4-FFF2-40B4-BE49-F238E27FC236}">
                        <a16:creationId xmlns:a16="http://schemas.microsoft.com/office/drawing/2014/main" id="{26EB6BA8-920E-BE70-8602-37BB45AA301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5455367" y="1936560"/>
                    <a:ext cx="2653295" cy="23935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/>
                      <a:t>观众评价</a:t>
                    </a:r>
                    <a:endParaRPr lang="en-US" dirty="0"/>
                  </a:p>
                </p:txBody>
              </p:sp>
              <p:sp>
                <p:nvSpPr>
                  <p:cNvPr id="358" name="Text4" descr="d5599d33-d960-436c-8720-b0914d29c38b">
                    <a:extLst>
                      <a:ext uri="{FF2B5EF4-FFF2-40B4-BE49-F238E27FC236}">
                        <a16:creationId xmlns:a16="http://schemas.microsoft.com/office/drawing/2014/main" id="{C702AC0A-2AD4-5308-86C5-10FFE11D616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108661" y="1936559"/>
                    <a:ext cx="3431397" cy="239356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rPr>
                      <a:t>观众对电影的评价非常高，认为它是一部感人至深、富有文化内涵的优秀作品。</a:t>
                    </a:r>
                    <a:endParaRPr lang="en-US" dirty="0"/>
                  </a:p>
                </p:txBody>
              </p:sp>
            </p:grpSp>
            <p:sp>
              <p:nvSpPr>
                <p:cNvPr id="16" name="Number4" descr="0a54673a-a226-4ef7-aa24-28b5dd621e03">
                  <a:extLst>
                    <a:ext uri="{FF2B5EF4-FFF2-40B4-BE49-F238E27FC236}">
                      <a16:creationId xmlns:a16="http://schemas.microsoft.com/office/drawing/2014/main" id="{1275D8F2-765E-865D-A0BA-26E4A0193E4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872348" y="1941607"/>
                  <a:ext cx="468240" cy="1298173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no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en-US" altLang="zh-CN" b="1" dirty="0">
                      <a:solidFill>
                        <a:srgbClr val="FFFFFF"/>
                      </a:solidFill>
                      <a:cs typeface="+mn-ea"/>
                      <a:sym typeface="Arial" panose="020B0604020202020204" pitchFamily="34" charset="0"/>
                    </a:rPr>
                    <a:t>04</a:t>
                  </a:r>
                </a:p>
              </p:txBody>
            </p:sp>
          </p:grpSp>
        </p:grpSp>
        <p:sp>
          <p:nvSpPr>
            <p:cNvPr id="7" name="矩形 6" descr="c040cd46-fe8a-45f5-9a68-33050159ad5b">
              <a:extLst>
                <a:ext uri="{FF2B5EF4-FFF2-40B4-BE49-F238E27FC236}">
                  <a16:creationId xmlns:a16="http://schemas.microsoft.com/office/drawing/2014/main" id="{0580176B-8BE3-E37E-6ADF-20A8274AEEC6}"/>
                </a:ext>
              </a:extLst>
            </p:cNvPr>
            <p:cNvSpPr>
              <a:spLocks/>
            </p:cNvSpPr>
            <p:nvPr/>
          </p:nvSpPr>
          <p:spPr>
            <a:xfrm>
              <a:off x="7183202" y="1433071"/>
              <a:ext cx="5008798" cy="5089232"/>
            </a:xfrm>
            <a:prstGeom prst="rect">
              <a:avLst/>
            </a:prstGeom>
            <a:blipFill>
              <a:blip r:embed="R86a80837da764626"/>
              <a:stretch>
                <a:fillRect t="-1415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 descr="83b6c813-597f-4af0-9fd9-8022d226a323">
              <a:extLst>
                <a:ext uri="{FF2B5EF4-FFF2-40B4-BE49-F238E27FC236}">
                  <a16:creationId xmlns:a16="http://schemas.microsoft.com/office/drawing/2014/main" id="{F18C2615-DF2C-B813-4A68-D539FA469A79}"/>
                </a:ext>
              </a:extLst>
            </p:cNvPr>
            <p:cNvSpPr/>
            <p:nvPr/>
          </p:nvSpPr>
          <p:spPr>
            <a:xfrm>
              <a:off x="0" y="6179363"/>
              <a:ext cx="12192000" cy="678637"/>
            </a:xfrm>
            <a:prstGeom prst="rect">
              <a:avLst/>
            </a:prstGeom>
            <a:gradFill flip="none" rotWithShape="1">
              <a:gsLst>
                <a:gs pos="100000">
                  <a:schemeClr val="accent2">
                    <a:lumMod val="60000"/>
                    <a:lumOff val="40000"/>
                  </a:schemeClr>
                </a:gs>
                <a:gs pos="34000">
                  <a:schemeClr val="accent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0e315e3d-a011-4693-b034-9b528dc85f1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  <a:endParaRPr lang="en-US" dirty="0"/>
          </a:p>
        </p:txBody>
      </p:sp>
      <p:sp>
        <p:nvSpPr>
          <p:cNvPr id="4" name="文本占位符 3" descr="302daba2-893f-4ca3-a476-e997a8613439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r>
              <a:rPr lang="zh-CN" altLang="en-US" dirty="0"/>
              <a:t>报告人名称</a:t>
            </a:r>
            <a:endParaRPr lang="en-US" dirty="0"/>
          </a:p>
        </p:txBody>
      </p:sp>
      <p:sp>
        <p:nvSpPr>
          <p:cNvPr id="7" name="文本占位符 6" descr="000fbf1c-dd24-4649-afd8-fd5958d4eb5d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a703062f980a45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3c5468dcfb3b4702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bdaca6627f4841e9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63a405f746e24524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bdaca6627f4841e9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a407a16fed69452d9e16ad2d44938bba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84331359f4d3438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5afbf15d4c01495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b7a362f427ac44b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e3922c33ed684bd8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5565c3e2982842e8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ac1a76b0552945f9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0a32a0f0defa4f5f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abd15a95ae75447f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06b3c4d611ff4693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4107da01e87948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0a8a94f529c745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0292bb9d3c1a4567864d612c6dd2508d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5579696737004fc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99076ed8c4094d5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539a19a29ff240a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d861fdf477024635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34c18b124ca342b8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f43e1e83c0d748f7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34c18b124ca342b8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e8d8cf65e9f149b1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34c18b124ca342b8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ee1d3e685a9b4bd6a68c318c98e57063"/>
              </a:rPr>
              <a:t>部分字体来源于</a:t>
            </a:r>
            <a:r>
              <a:rPr lang="en-US" altLang="zh-CN" dirty="0">
                <a:hlinkClick r:id="Ree1d3e685a9b4bd6a68c318c98e57063"/>
              </a:rPr>
              <a:t>100font.com  </a:t>
            </a:r>
            <a:r>
              <a:rPr lang="zh-CN" altLang="en-US" dirty="0">
                <a:hlinkClick r:id="Ree1d3e685a9b4bd6a68c318c98e57063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9513c58219864be588a36f9d639705ce"/>
              </a:rPr>
              <a:t>部分图标来源于</a:t>
            </a:r>
            <a:r>
              <a:rPr lang="en-US" altLang="zh-CN" dirty="0">
                <a:hlinkClick r:id="R9513c58219864be588a36f9d639705ce"/>
              </a:rPr>
              <a:t>Storyset.com </a:t>
            </a:r>
            <a:r>
              <a:rPr lang="zh-CN" altLang="en-US" dirty="0">
                <a:hlinkClick r:id="R9513c58219864be588a36f9d639705ce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641</TotalTime>
  <Words>1970</Words>
  <Application>Microsoft Office PowerPoint</Application>
  <PresentationFormat>宽屏</PresentationFormat>
  <Paragraphs>235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8" baseType="lpstr">
      <vt:lpstr>Arial</vt:lpstr>
      <vt:lpstr>Slide Master</vt:lpstr>
      <vt:lpstr>《寻梦环游记》电影介绍</vt:lpstr>
      <vt:lpstr>目录</vt:lpstr>
      <vt:lpstr>电影简介</vt:lpstr>
      <vt:lpstr>基本信息</vt:lpstr>
      <vt:lpstr>核心主题</vt:lpstr>
      <vt:lpstr>剧情梗概</vt:lpstr>
      <vt:lpstr>米格的梦想</vt:lpstr>
      <vt:lpstr>神秘的亡灵世界</vt:lpstr>
      <vt:lpstr>真相大白</vt:lpstr>
      <vt:lpstr>角色介绍</vt:lpstr>
      <vt:lpstr>米格</vt:lpstr>
      <vt:lpstr>埃克托</vt:lpstr>
      <vt:lpstr>德拉库斯</vt:lpstr>
      <vt:lpstr>可可</vt:lpstr>
      <vt:lpstr>文化元素</vt:lpstr>
      <vt:lpstr>亡灵节</vt:lpstr>
      <vt:lpstr>音乐</vt:lpstr>
      <vt:lpstr>家庭观念</vt:lpstr>
      <vt:lpstr>制作团队</vt:lpstr>
      <vt:lpstr>导演</vt:lpstr>
      <vt:lpstr>编剧</vt:lpstr>
      <vt:lpstr>配音演员</vt:lpstr>
      <vt:lpstr>获奖情况</vt:lpstr>
      <vt:lpstr>奥斯卡奖项</vt:lpstr>
      <vt:lpstr>其他奖项</vt:lpstr>
      <vt:lpstr>谢谢观看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iSlide</dc:creator>
  <cp:lastModifiedBy>JP Liu</cp:lastModifiedBy>
  <cp:revision>1</cp:revision>
  <cp:lastPrinted>2024-05-27T00:00:00Z</cp:lastPrinted>
  <dcterms:created xsi:type="dcterms:W3CDTF">2024-05-27T00:00:00Z</dcterms:created>
  <dcterms:modified xsi:type="dcterms:W3CDTF">2025-04-29T03:26:52Z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1710f12f-eec5-4bae-ad95-cc2865b70b1f</vt:lpwstr>
  </property>
</Properties>
</file>