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media/image20.bin" ContentType="image/jpeg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23.bin" ContentType="image/jpeg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26.bin" ContentType="image/jpe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media/image27.bin" ContentType="image/jpeg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media/image28.bin" ContentType="image/jpeg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media/image29.bin" ContentType="image/jpeg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media/image31.bin" ContentType="image/jpeg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media/image32.bin" ContentType="image/jpeg"/>
  <Override PartName="/ppt/media/image33.bin" ContentType="image/jpeg"/>
  <Override PartName="/ppt/media/image34.bin" ContentType="image/jpeg"/>
  <Override PartName="/ppt/media/image35.bin" ContentType="image/jpeg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36.bin" ContentType="image/jpeg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media/image37.bin" ContentType="image/jpeg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media/image38.bin" ContentType="image/jpeg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media/image39.bin" ContentType="image/jpeg"/>
  <Override PartName="/ppt/media/image40.bin" ContentType="image/jpeg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41.bin" ContentType="image/jpeg"/>
  <Override PartName="/ppt/media/image42.bin" ContentType="image/jpeg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media/image43.bin" ContentType="image/jpeg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media/image44.bin" ContentType="image/jpeg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media/image46.bin" ContentType="image/jpeg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media/image47.bin" ContentType="image/jpe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50.bin" ContentType="image/jpeg"/>
  <Override PartName="/ppt/media/image51.bin" ContentType="image/jpeg"/>
  <Override PartName="/ppt/media/image54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1751418db3f476d" /><Relationship Type="http://schemas.openxmlformats.org/package/2006/relationships/metadata/core-properties" Target="/docProps/core.xml" Id="R389b8bd09ccf403f" /><Relationship Type="http://schemas.openxmlformats.org/officeDocument/2006/relationships/extended-properties" Target="/docProps/app.xml" Id="Re45e66b080ec437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74b867fc9a9c4e28"/>
  </p:sldMasterIdLst>
  <p:notesMasterIdLst>
    <p:notesMasterId r:id="R8273307a045e40f8"/>
  </p:notesMasterIdLst>
  <p:sldIdLst>
    <p:sldId id="256" r:id="R43584028bee84c22"/>
    <p:sldId id="257" r:id="R6597816026504e0a"/>
    <p:sldId id="258" r:id="R6727bac024454519"/>
    <p:sldId id="259" r:id="Rce3871fb330a4e00"/>
    <p:sldId id="260" r:id="R911fca702e2443ab"/>
    <p:sldId id="261" r:id="Rc7e42009b45042be"/>
    <p:sldId id="262" r:id="Rf58de45e6ab946f8"/>
    <p:sldId id="263" r:id="R4f764601b9ab43d2"/>
    <p:sldId id="264" r:id="R276d683d906045a3"/>
    <p:sldId id="265" r:id="Rccb8f4d3b0964817"/>
    <p:sldId id="266" r:id="Rc13ea4758cc347ce"/>
    <p:sldId id="267" r:id="R297c2d0452654af4"/>
    <p:sldId id="268" r:id="R9ef41ab22f9e4ae9"/>
    <p:sldId id="269" r:id="R320bc5d4c26c41e5"/>
    <p:sldId id="270" r:id="R7de5ba45b58b4f6f"/>
    <p:sldId id="271" r:id="R4ff8f88d5a9a41a8"/>
    <p:sldId id="272" r:id="Ra3e0d639dc444421"/>
    <p:sldId id="273" r:id="R43bfcf7710be40d8"/>
    <p:sldId id="274" r:id="R3f2e593009fe4188"/>
    <p:sldId id="275" r:id="Rad67ddb3479d4d4e"/>
    <p:sldId id="276" r:id="R0e67bef407eb4cb6"/>
    <p:sldId id="277" r:id="R62d13636b899461f"/>
    <p:sldId id="278" r:id="Rcf5b318c63ff45ea"/>
    <p:sldId id="279" r:id="R2590521aa3b24f50"/>
    <p:sldId id="280" r:id="R339af5b31da14d00"/>
    <p:sldId id="281" r:id="Rfd3de28095f84d35"/>
    <p:sldId id="282" r:id="R923c73d024e24789"/>
    <p:sldId id="283" r:id="R94252231adcd448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70" userDrawn="1">
          <p15:clr>
            <a:srgbClr val="A4A3A4"/>
          </p15:clr>
        </p15:guide>
        <p15:guide id="4" pos="7287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  <p15:guide id="7" orient="horz" pos="3929" userDrawn="1">
          <p15:clr>
            <a:srgbClr val="A4A3A4"/>
          </p15:clr>
        </p15:guide>
        <p15:guide id="8" orient="horz" pos="3864" userDrawn="1">
          <p15:clr>
            <a:srgbClr val="A4A3A4"/>
          </p15:clr>
        </p15:guide>
        <p15:guide id="9" pos="3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0809"/>
    <a:srgbClr val="FAFAFA"/>
    <a:srgbClr val="EBA57E"/>
    <a:srgbClr val="F7C201"/>
    <a:srgbClr val="FFDDDD"/>
    <a:srgbClr val="FFD5D5"/>
    <a:srgbClr val="DEF0DC"/>
    <a:srgbClr val="FEF8D1"/>
    <a:srgbClr val="FEF9E2"/>
    <a:srgbClr val="FDF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18" autoAdjust="0"/>
    <p:restoredTop sz="93873" autoAdjust="0"/>
  </p:normalViewPr>
  <p:slideViewPr>
    <p:cSldViewPr snapToGrid="0">
      <p:cViewPr varScale="1">
        <p:scale>
          <a:sx n="73" d="100"/>
          <a:sy n="73" d="100"/>
        </p:scale>
        <p:origin x="57" y="243"/>
      </p:cViewPr>
      <p:guideLst>
        <p:guide orient="horz" pos="2296"/>
        <p:guide pos="3840"/>
        <p:guide pos="370"/>
        <p:guide pos="7287"/>
        <p:guide orient="horz" pos="595"/>
        <p:guide orient="horz" pos="4320"/>
        <p:guide orient="horz" pos="3929"/>
        <p:guide orient="horz" pos="3864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1" d="100"/>
        <a:sy n="41" d="100"/>
      </p:scale>
      <p:origin x="0" y="0"/>
    </p:cViewPr>
  </p:sorterViewPr>
  <p:notesViewPr>
    <p:cSldViewPr snapToGrid="0" showGuides="1">
      <p:cViewPr varScale="1">
        <p:scale>
          <a:sx n="55" d="100"/>
          <a:sy n="55" d="100"/>
        </p:scale>
        <p:origin x="1122" y="84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73307a045e40f8" /><Relationship Type="http://schemas.openxmlformats.org/officeDocument/2006/relationships/presProps" Target="/ppt/presProps.xml" Id="Ra766f3eee37744c3" /><Relationship Type="http://schemas.openxmlformats.org/officeDocument/2006/relationships/viewProps" Target="/ppt/viewProps.xml" Id="R37d059672a324a03" /><Relationship Type="http://schemas.openxmlformats.org/officeDocument/2006/relationships/slideMaster" Target="/ppt/slideMasters/slideMaster1.xml" Id="R74b867fc9a9c4e28" /><Relationship Type="http://schemas.openxmlformats.org/officeDocument/2006/relationships/theme" Target="/ppt/slideMasters/theme/theme2.xml" Id="R0784d7bdb774462e" /><Relationship Type="http://schemas.openxmlformats.org/officeDocument/2006/relationships/slide" Target="/ppt/slides/slide1.xml" Id="R43584028bee84c22" /><Relationship Type="http://schemas.openxmlformats.org/officeDocument/2006/relationships/slide" Target="/ppt/slides/slide2.xml" Id="R6597816026504e0a" /><Relationship Type="http://schemas.openxmlformats.org/officeDocument/2006/relationships/slide" Target="/ppt/slides/slide3.xml" Id="R6727bac024454519" /><Relationship Type="http://schemas.openxmlformats.org/officeDocument/2006/relationships/slide" Target="/ppt/slides/slide4.xml" Id="Rce3871fb330a4e00" /><Relationship Type="http://schemas.openxmlformats.org/officeDocument/2006/relationships/slide" Target="/ppt/slides/slide5.xml" Id="R911fca702e2443ab" /><Relationship Type="http://schemas.openxmlformats.org/officeDocument/2006/relationships/slide" Target="/ppt/slides/slide6.xml" Id="Rc7e42009b45042be" /><Relationship Type="http://schemas.openxmlformats.org/officeDocument/2006/relationships/slide" Target="/ppt/slides/slide7.xml" Id="Rf58de45e6ab946f8" /><Relationship Type="http://schemas.openxmlformats.org/officeDocument/2006/relationships/slide" Target="/ppt/slides/slide8.xml" Id="R4f764601b9ab43d2" /><Relationship Type="http://schemas.openxmlformats.org/officeDocument/2006/relationships/slide" Target="/ppt/slides/slide9.xml" Id="R276d683d906045a3" /><Relationship Type="http://schemas.openxmlformats.org/officeDocument/2006/relationships/slide" Target="/ppt/slides/slide10.xml" Id="Rccb8f4d3b0964817" /><Relationship Type="http://schemas.openxmlformats.org/officeDocument/2006/relationships/slide" Target="/ppt/slides/slide11.xml" Id="Rc13ea4758cc347ce" /><Relationship Type="http://schemas.openxmlformats.org/officeDocument/2006/relationships/slide" Target="/ppt/slides/slide12.xml" Id="R297c2d0452654af4" /><Relationship Type="http://schemas.openxmlformats.org/officeDocument/2006/relationships/slide" Target="/ppt/slides/slide13.xml" Id="R9ef41ab22f9e4ae9" /><Relationship Type="http://schemas.openxmlformats.org/officeDocument/2006/relationships/slide" Target="/ppt/slides/slide14.xml" Id="R320bc5d4c26c41e5" /><Relationship Type="http://schemas.openxmlformats.org/officeDocument/2006/relationships/slide" Target="/ppt/slides/slide15.xml" Id="R7de5ba45b58b4f6f" /><Relationship Type="http://schemas.openxmlformats.org/officeDocument/2006/relationships/slide" Target="/ppt/slides/slide16.xml" Id="R4ff8f88d5a9a41a8" /><Relationship Type="http://schemas.openxmlformats.org/officeDocument/2006/relationships/slide" Target="/ppt/slides/slide17.xml" Id="Ra3e0d639dc444421" /><Relationship Type="http://schemas.openxmlformats.org/officeDocument/2006/relationships/slide" Target="/ppt/slides/slide18.xml" Id="R43bfcf7710be40d8" /><Relationship Type="http://schemas.openxmlformats.org/officeDocument/2006/relationships/slide" Target="/ppt/slides/slide19.xml" Id="R3f2e593009fe4188" /><Relationship Type="http://schemas.openxmlformats.org/officeDocument/2006/relationships/slide" Target="/ppt/slides/slide20.xml" Id="Rad67ddb3479d4d4e" /><Relationship Type="http://schemas.openxmlformats.org/officeDocument/2006/relationships/slide" Target="/ppt/slides/slide21.xml" Id="R0e67bef407eb4cb6" /><Relationship Type="http://schemas.openxmlformats.org/officeDocument/2006/relationships/slide" Target="/ppt/slides/slide22.xml" Id="R62d13636b899461f" /><Relationship Type="http://schemas.openxmlformats.org/officeDocument/2006/relationships/slide" Target="/ppt/slides/slide23.xml" Id="Rcf5b318c63ff45ea" /><Relationship Type="http://schemas.openxmlformats.org/officeDocument/2006/relationships/slide" Target="/ppt/slides/slide24.xml" Id="R2590521aa3b24f50" /><Relationship Type="http://schemas.openxmlformats.org/officeDocument/2006/relationships/slide" Target="/ppt/slides/slide25.xml" Id="R339af5b31da14d00" /><Relationship Type="http://schemas.openxmlformats.org/officeDocument/2006/relationships/slide" Target="/ppt/slides/slide26.xml" Id="Rfd3de28095f84d35" /><Relationship Type="http://schemas.openxmlformats.org/officeDocument/2006/relationships/slide" Target="/ppt/slides/slide27.xml" Id="R923c73d024e24789" /><Relationship Type="http://schemas.openxmlformats.org/officeDocument/2006/relationships/slide" Target="/ppt/slides/slide28.xml" Id="R94252231adcd4481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176c044edf254c0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300AD-145C-44D2-86E4-439764E14A40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0760E-6D72-42BA-A442-099A00E6219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4588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960c49ff4146b9" /><Relationship Type="http://schemas.openxmlformats.org/officeDocument/2006/relationships/notesMaster" Target="/ppt/notesMasters/notesMaster1.xml" Id="R769db0945c60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7081e554cb4ea1" /><Relationship Type="http://schemas.openxmlformats.org/officeDocument/2006/relationships/notesMaster" Target="/ppt/notesMasters/notesMaster1.xml" Id="R74aef10d8880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80ec2170f44aa4" /><Relationship Type="http://schemas.openxmlformats.org/officeDocument/2006/relationships/notesMaster" Target="/ppt/notesMasters/notesMaster1.xml" Id="Rf9ed9131ff7e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c460d74a424aa8" /><Relationship Type="http://schemas.openxmlformats.org/officeDocument/2006/relationships/notesMaster" Target="/ppt/notesMasters/notesMaster1.xml" Id="R27c77c7b2a2f41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5823c6381240fb" /><Relationship Type="http://schemas.openxmlformats.org/officeDocument/2006/relationships/notesMaster" Target="/ppt/notesMasters/notesMaster1.xml" Id="R2df97b63e75243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a0f9681ec04320" /><Relationship Type="http://schemas.openxmlformats.org/officeDocument/2006/relationships/notesMaster" Target="/ppt/notesMasters/notesMaster1.xml" Id="R5009b2d955a04c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677876575940a7" /><Relationship Type="http://schemas.openxmlformats.org/officeDocument/2006/relationships/notesMaster" Target="/ppt/notesMasters/notesMaster1.xml" Id="Rc5ddd80da4f242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e81c9c25a34e78" /><Relationship Type="http://schemas.openxmlformats.org/officeDocument/2006/relationships/notesMaster" Target="/ppt/notesMasters/notesMaster1.xml" Id="Redf94a0896c74a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594e3a4cb84b6c" /><Relationship Type="http://schemas.openxmlformats.org/officeDocument/2006/relationships/notesMaster" Target="/ppt/notesMasters/notesMaster1.xml" Id="Rd1c8da2cf44e48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44811a50374a67" /><Relationship Type="http://schemas.openxmlformats.org/officeDocument/2006/relationships/notesMaster" Target="/ppt/notesMasters/notesMaster1.xml" Id="R32621ecab5b647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f9e6ef21b14c13" /><Relationship Type="http://schemas.openxmlformats.org/officeDocument/2006/relationships/notesMaster" Target="/ppt/notesMasters/notesMaster1.xml" Id="Reac2a27665c148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d7198b9c4b4cf2" /><Relationship Type="http://schemas.openxmlformats.org/officeDocument/2006/relationships/notesMaster" Target="/ppt/notesMasters/notesMaster1.xml" Id="R542d459e732d4b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9df860d7344f6b" /><Relationship Type="http://schemas.openxmlformats.org/officeDocument/2006/relationships/notesMaster" Target="/ppt/notesMasters/notesMaster1.xml" Id="Rd9a12fad48374a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a8952bcd374d52" /><Relationship Type="http://schemas.openxmlformats.org/officeDocument/2006/relationships/notesMaster" Target="/ppt/notesMasters/notesMaster1.xml" Id="R546d978ddea046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c1994efb444bae" /><Relationship Type="http://schemas.openxmlformats.org/officeDocument/2006/relationships/notesMaster" Target="/ppt/notesMasters/notesMaster1.xml" Id="R17f86f70adbc42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91bba50c0a44fa" /><Relationship Type="http://schemas.openxmlformats.org/officeDocument/2006/relationships/notesMaster" Target="/ppt/notesMasters/notesMaster1.xml" Id="R10c161db090349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8b62f070fd463b" /><Relationship Type="http://schemas.openxmlformats.org/officeDocument/2006/relationships/notesMaster" Target="/ppt/notesMasters/notesMaster1.xml" Id="R1ebfdcc98baa46a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360a6dd6e74db2" /><Relationship Type="http://schemas.openxmlformats.org/officeDocument/2006/relationships/notesMaster" Target="/ppt/notesMasters/notesMaster1.xml" Id="Rb90e1a5d63254d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fb0382c2794f4c" /><Relationship Type="http://schemas.openxmlformats.org/officeDocument/2006/relationships/notesMaster" Target="/ppt/notesMasters/notesMaster1.xml" Id="Rd2f8cbb5e3a6463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83a64c7f874a35" /><Relationship Type="http://schemas.openxmlformats.org/officeDocument/2006/relationships/notesMaster" Target="/ppt/notesMasters/notesMaster1.xml" Id="Ra1b2c55248f647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372c16ddc24fc7" /><Relationship Type="http://schemas.openxmlformats.org/officeDocument/2006/relationships/notesMaster" Target="/ppt/notesMasters/notesMaster1.xml" Id="R824a8c9980af4a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bb411ffc2834435" /><Relationship Type="http://schemas.openxmlformats.org/officeDocument/2006/relationships/notesMaster" Target="/ppt/notesMasters/notesMaster1.xml" Id="R1819db05f29143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5d61c6676048f6" /><Relationship Type="http://schemas.openxmlformats.org/officeDocument/2006/relationships/notesMaster" Target="/ppt/notesMasters/notesMaster1.xml" Id="R9b0e66fb772247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15102ddb22745fd" /><Relationship Type="http://schemas.openxmlformats.org/officeDocument/2006/relationships/notesMaster" Target="/ppt/notesMasters/notesMaster1.xml" Id="R7465dfb7dcba4ce4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A36D-21DB-A7D1-F47B-26F5FD81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B3F7AD-9F6F-3F53-2CDB-59FA69FD9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01A640-7521-373C-1879-9F060C342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211188-DBA5-C3EA-6BD9-81AF8027A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109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162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C185-3AE5-BF68-56F0-CB92186E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DAB7E0-BD10-0E80-5182-746C81E18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F45AAB-4E03-48F0-5ECC-D4EBD6B2C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E5455-11FE-0407-A3F2-6CD002DF0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45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5EF4-DA8A-0D40-BD17-8FB929F3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01EE12-9169-50CB-351E-3418038DA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04D049-DE17-2985-1772-CD974AC1F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170964-7C89-DB19-D94F-323BA8723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012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810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590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71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349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FFD9-07D2-4361-7FA1-38051EBD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CA0B61-D87E-7FC8-DFAD-3DB268B31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AEA569-DC19-EC25-4DC7-EB9DE2380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C87B1B-4A2F-3ED9-2EE1-CCF418333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784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237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FDF1-3A90-4D82-A46B-6D59200B0D67}" type="slidenum">
              <a:rPr lang="zh-CN" altLang="en-US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1565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993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9A2E-8155-A71E-5C5C-4064D88E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1039E5-01EA-64F7-2CF8-C455DF097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15ED95-66EF-FD02-E1C2-A691D8CD2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A41DB-9278-99B7-33A1-F51CC21B0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557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06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FDF1-3A90-4D82-A46B-6D59200B0D67}" type="slidenum">
              <a:rPr lang="zh-CN" altLang="en-US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9702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FDF1-3A90-4D82-A46B-6D59200B0D67}" type="slidenum">
              <a:rPr lang="zh-CN" altLang="en-US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392A-AF16-F60E-C8AB-95DDC0F4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D32FF2-2344-92FA-2320-BBED7CC13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F5109C-1077-4E7E-1348-CA2F03418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0757AB-7DB8-7D9B-68AD-1378B00A3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804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684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93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FDF1-3A90-4D82-A46B-6D59200B0D67}" type="slidenum">
              <a:rPr lang="zh-CN" altLang="en-US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FDF1-3A90-4D82-A46B-6D59200B0D67}" type="slidenum">
              <a:rPr lang="zh-CN" altLang="en-US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77355-07FA-3127-4521-DABFFD7B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102A6E-152B-D439-E906-F23938D6C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DE9574-46E4-86B1-3BE8-4B578B06D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E4CA4-70BD-AE62-4C97-1E30204EB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0760E-6D72-42BA-A442-099A00E62195}" type="slidenum">
              <a:rPr lang="zh-CN" altLang="en-US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299780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0865cf1164b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b55f3d748649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9e6f030784e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jieri/" TargetMode="External" Id="R97364742869e42cb9f89120787dd2c98" /><Relationship Type="http://schemas.openxmlformats.org/officeDocument/2006/relationships/slideMaster" Target="/ppt/slideMasters/slideMaster1.xml" Id="Rc4025f18e75943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image" Target="/ppt/media/image.bin" Id="Rcdf19560ca5d4c56" /><Relationship Type="http://schemas.openxmlformats.org/officeDocument/2006/relationships/image" Target="/ppt/media/image2.bin" Id="R700786fc9c0a4e5f" /><Relationship Type="http://schemas.openxmlformats.org/officeDocument/2006/relationships/slideMaster" Target="/ppt/slideMasters/slideMaster1.xml" Id="R0a756a6eb1814e0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035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48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720C4FC-605F-7875-4EE3-A890A4F1E1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100000">
                <a:srgbClr val="FFDDDD"/>
              </a:gs>
              <a:gs pos="34000">
                <a:schemeClr val="bg1"/>
              </a:gs>
              <a:gs pos="0">
                <a:schemeClr val="bg1"/>
              </a:gs>
            </a:gsLst>
            <a:lin ang="3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683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59952" y="2423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97364742869e42cb9f89120787dd2c98"/>
              </a:rPr>
              <a:t>节日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97364742869e42cb9f89120787dd2c98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97364742869e42cb9f89120787dd2c98"/>
              </a:rPr>
              <a:t>模板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412426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B011CB7-D2FF-01CE-9250-BD525F677E2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82410D3-3ED6-1FC1-F18F-FFD792813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cdf19560ca5d4c5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8967" t="56896" r="3290" b="16091"/>
            <a:stretch/>
          </p:blipFill>
          <p:spPr>
            <a:xfrm>
              <a:off x="0" y="185060"/>
              <a:ext cx="12192000" cy="6672940"/>
            </a:xfrm>
            <a:custGeom>
              <a:avLst/>
              <a:gdLst>
                <a:gd name="connsiteX0" fmla="*/ 0 w 12192000"/>
                <a:gd name="connsiteY0" fmla="*/ 0 h 6672940"/>
                <a:gd name="connsiteX1" fmla="*/ 12192000 w 12192000"/>
                <a:gd name="connsiteY1" fmla="*/ 0 h 6672940"/>
                <a:gd name="connsiteX2" fmla="*/ 12192000 w 12192000"/>
                <a:gd name="connsiteY2" fmla="*/ 6672940 h 6672940"/>
                <a:gd name="connsiteX3" fmla="*/ 0 w 12192000"/>
                <a:gd name="connsiteY3" fmla="*/ 6672940 h 6672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672940">
                  <a:moveTo>
                    <a:pt x="0" y="0"/>
                  </a:moveTo>
                  <a:lnTo>
                    <a:pt x="12192000" y="0"/>
                  </a:lnTo>
                  <a:lnTo>
                    <a:pt x="12192000" y="6672940"/>
                  </a:lnTo>
                  <a:lnTo>
                    <a:pt x="0" y="6672940"/>
                  </a:lnTo>
                  <a:close/>
                </a:path>
              </a:pathLst>
            </a:cu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141D90C-E213-2C85-BF50-62F31D70F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700786fc9c0a4e5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1618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d26cb3ed464924" /><Relationship Type="http://schemas.openxmlformats.org/officeDocument/2006/relationships/slideLayout" Target="/ppt/slideLayouts/slideLayout1.xml" Id="R5e2239e2d73342a2" /><Relationship Type="http://schemas.openxmlformats.org/officeDocument/2006/relationships/slideLayout" Target="/ppt/slideLayouts/slideLayout2.xml" Id="R18048e4b0e2b4881" /><Relationship Type="http://schemas.openxmlformats.org/officeDocument/2006/relationships/slideLayout" Target="/ppt/slideLayouts/slideLayout3.xml" Id="Rb5969bcea68e46a6" /><Relationship Type="http://schemas.openxmlformats.org/officeDocument/2006/relationships/slideLayout" Target="/ppt/slideLayouts/slideLayout4.xml" Id="Ra93267eaf16b4795" /><Relationship Type="http://schemas.openxmlformats.org/officeDocument/2006/relationships/slideLayout" Target="/ppt/slideLayouts/slideLayout5.xml" Id="R062da888117c449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56A9EF-B663-4660-9007-330F0E40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77F044-566A-4D61-9A6B-CB7A52200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360247-2EF4-4792-965B-2799D44A2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defRPr>
            </a:lvl1pPr>
          </a:lstStyle>
          <a:p>
            <a:fld id="{F37BB42F-C02F-431D-8F77-76ABEFFE9B54}" type="datetimeFigureOut">
              <a:rPr lang="zh-CN" altLang="en-US"/>
              <a:pPr/>
              <a:t>2025/4/28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81A29-0B9E-4BBD-B3E4-7DEB1896F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3A8AD-269B-4239-9BE0-4596FA1F6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defRPr>
            </a:lvl1pPr>
          </a:lstStyle>
          <a:p>
            <a:fld id="{CA6D96A9-E578-48F3-953C-AF96DB2DB458}" type="slidenum">
              <a:rPr lang="zh-CN" altLang="en-US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68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b5969bcea68e46a6"/>
    <p:sldLayoutId id="2147483650" r:id="R18048e4b0e2b4881"/>
    <p:sldLayoutId id="2147483649" r:id="R5e2239e2d73342a2"/>
    <p:sldLayoutId id="2147483653" r:id="R062da888117c4496"/>
    <p:sldLayoutId id="2147483652" r:id="Ra93267eaf16b479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" panose="00020600040101010101" pitchFamily="18" charset="-122"/>
          <a:ea typeface="阿里巴巴普惠体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theme/theme2.xml><?xml version="1.0" encoding="utf-8"?>
<a:theme xmlns:a="http://schemas.openxmlformats.org/drawingml/2006/main" name="第一PPT，www.1ppt.com">
  <a:themeElements>
    <a:clrScheme name="自定义 31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00809"/>
      </a:accent1>
      <a:accent2>
        <a:srgbClr val="A00809"/>
      </a:accent2>
      <a:accent3>
        <a:srgbClr val="A00809"/>
      </a:accent3>
      <a:accent4>
        <a:srgbClr val="A00809"/>
      </a:accent4>
      <a:accent5>
        <a:srgbClr val="A00809"/>
      </a:accent5>
      <a:accent6>
        <a:srgbClr val="A00809"/>
      </a:accent6>
      <a:hlink>
        <a:srgbClr val="A00809"/>
      </a:hlink>
      <a:folHlink>
        <a:srgbClr val="7F7F7F"/>
      </a:folHlink>
    </a:clrScheme>
    <a:fontScheme name="3moz0kgm">
      <a:majorFont>
        <a:latin typeface="思源黑体"/>
        <a:ea typeface="思源黑体"/>
        <a:cs typeface=""/>
      </a:majorFont>
      <a:minorFont>
        <a:latin typeface="思源黑体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bin" Id="R24453ffcc13f4189" /><Relationship Type="http://schemas.openxmlformats.org/officeDocument/2006/relationships/image" Target="/ppt/media/image4.bin" Id="R5bab7b6b5fd146f4" /><Relationship Type="http://schemas.openxmlformats.org/officeDocument/2006/relationships/image" Target="/ppt/media/image5.bin" Id="Rb32a3670b3b54c6e" /><Relationship Type="http://schemas.openxmlformats.org/officeDocument/2006/relationships/image" Target="/ppt/media/image6.bin" Id="R8f6f38eabfc141d3" /><Relationship Type="http://schemas.openxmlformats.org/officeDocument/2006/relationships/image" Target="/ppt/media/image7.bin" Id="R6a94e30b356e4078" /><Relationship Type="http://schemas.openxmlformats.org/officeDocument/2006/relationships/image" Target="/ppt/media/image8.bin" Id="Rc1b2557eeb55493a" /><Relationship Type="http://schemas.openxmlformats.org/officeDocument/2006/relationships/image" Target="/ppt/media/image9.bin" Id="R364aa7ffdc944349" /><Relationship Type="http://schemas.openxmlformats.org/officeDocument/2006/relationships/image" Target="/ppt/media/image10.bin" Id="Rb8852562d820428b" /><Relationship Type="http://schemas.openxmlformats.org/officeDocument/2006/relationships/notesSlide" Target="/ppt/notesSlides/notesSlide1.xml" Id="Rfe50262498634496" /><Relationship Type="http://schemas.openxmlformats.org/officeDocument/2006/relationships/slideLayout" Target="/ppt/slideLayouts/slideLayout2.xml" Id="R8f5d84a249ec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11.bin" Id="R6b297285c07b4401" /><Relationship Type="http://schemas.openxmlformats.org/officeDocument/2006/relationships/image" Target="/ppt/media/image12.bin" Id="R443bd1bf901b4f59" /><Relationship Type="http://schemas.openxmlformats.org/officeDocument/2006/relationships/image" Target="/ppt/media/image13.bin" Id="Re741b1bb5d74459a" /><Relationship Type="http://schemas.openxmlformats.org/officeDocument/2006/relationships/image" Target="/ppt/media/image14.bin" Id="Rb49db10c2e374d51" /><Relationship Type="http://schemas.openxmlformats.org/officeDocument/2006/relationships/image" Target="/ppt/media/image15.bin" Id="R68bccf81fbb74714" /><Relationship Type="http://schemas.openxmlformats.org/officeDocument/2006/relationships/notesSlide" Target="/ppt/notesSlides/notesSlide2.xml" Id="R076be5f0236d458f" /><Relationship Type="http://schemas.openxmlformats.org/officeDocument/2006/relationships/slideLayout" Target="/ppt/slideLayouts/slideLayout1.xml" Id="R21027fd17d8b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6.bin" Id="R9d341487d3b044ee" /><Relationship Type="http://schemas.openxmlformats.org/officeDocument/2006/relationships/image" Target="/ppt/media/image4.bin" Id="R001d32f8cec74755" /><Relationship Type="http://schemas.openxmlformats.org/officeDocument/2006/relationships/image" Target="/ppt/media/image17.bin" Id="Re6ba24ff6eff40e4" /><Relationship Type="http://schemas.openxmlformats.org/officeDocument/2006/relationships/image" Target="/ppt/media/image6.bin" Id="Rd5f8a8dc26e2483c" /><Relationship Type="http://schemas.openxmlformats.org/officeDocument/2006/relationships/image" Target="/ppt/media/image18.bin" Id="R30eb44d0ffc74c77" /><Relationship Type="http://schemas.openxmlformats.org/officeDocument/2006/relationships/image" Target="/ppt/media/image19.bin" Id="R6ed5f1dd01fc45a7" /><Relationship Type="http://schemas.openxmlformats.org/officeDocument/2006/relationships/notesSlide" Target="/ppt/notesSlides/notesSlide3.xml" Id="R17c17d747ebc4fd0" /><Relationship Type="http://schemas.openxmlformats.org/officeDocument/2006/relationships/slideLayout" Target="/ppt/slideLayouts/slideLayout2.xml" Id="R825707c2830240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0.bin" Id="R9556fde468984e58" /><Relationship Type="http://schemas.openxmlformats.org/officeDocument/2006/relationships/image" Target="/ppt/media/image21.bin" Id="R1b29f131ff9e4534" /><Relationship Type="http://schemas.openxmlformats.org/officeDocument/2006/relationships/image" Target="/ppt/media/image22.bin" Id="R89fd616fb9b64e3d" /><Relationship Type="http://schemas.openxmlformats.org/officeDocument/2006/relationships/notesSlide" Target="/ppt/notesSlides/notesSlide4.xml" Id="Rce15691fd56440db" /><Relationship Type="http://schemas.openxmlformats.org/officeDocument/2006/relationships/slideLayout" Target="/ppt/slideLayouts/slideLayout2.xml" Id="Red10bd22d25c4c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3.bin" Id="R14603fc80c124cf7" /><Relationship Type="http://schemas.openxmlformats.org/officeDocument/2006/relationships/image" Target="/ppt/media/image24.bin" Id="Rc47a1e7859d544dc" /><Relationship Type="http://schemas.openxmlformats.org/officeDocument/2006/relationships/image" Target="/ppt/media/image25.bin" Id="R1e883d9356634689" /><Relationship Type="http://schemas.openxmlformats.org/officeDocument/2006/relationships/notesSlide" Target="/ppt/notesSlides/notesSlide5.xml" Id="Rb348abd2380046c6" /><Relationship Type="http://schemas.openxmlformats.org/officeDocument/2006/relationships/slideLayout" Target="/ppt/slideLayouts/slideLayout3.xml" Id="R29ac668cc3ec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6.bin" Id="R0b89595c6446478f" /><Relationship Type="http://schemas.openxmlformats.org/officeDocument/2006/relationships/image" Target="/ppt/media/image24.bin" Id="Rade120dbd18742f0" /><Relationship Type="http://schemas.openxmlformats.org/officeDocument/2006/relationships/image" Target="/ppt/media/image25.bin" Id="Rbe5d47c10b924655" /><Relationship Type="http://schemas.openxmlformats.org/officeDocument/2006/relationships/notesSlide" Target="/ppt/notesSlides/notesSlide6.xml" Id="Reab98c843bbc4595" /><Relationship Type="http://schemas.openxmlformats.org/officeDocument/2006/relationships/slideLayout" Target="/ppt/slideLayouts/slideLayout3.xml" Id="R41367038b1bb4a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7.bin" Id="Ra517e44bd6bc4a2a" /><Relationship Type="http://schemas.openxmlformats.org/officeDocument/2006/relationships/image" Target="/ppt/media/image24.bin" Id="R2fcb69b3b322483d" /><Relationship Type="http://schemas.openxmlformats.org/officeDocument/2006/relationships/image" Target="/ppt/media/image25.bin" Id="R8d3faa9bb3204381" /><Relationship Type="http://schemas.openxmlformats.org/officeDocument/2006/relationships/notesSlide" Target="/ppt/notesSlides/notesSlide7.xml" Id="R21b6581d79aa4385" /><Relationship Type="http://schemas.openxmlformats.org/officeDocument/2006/relationships/slideLayout" Target="/ppt/slideLayouts/slideLayout3.xml" Id="R4dfb2e4dd1774b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28.bin" Id="R65224207362c4d06" /><Relationship Type="http://schemas.openxmlformats.org/officeDocument/2006/relationships/image" Target="/ppt/media/image24.bin" Id="R4f3d2923c52a4da8" /><Relationship Type="http://schemas.openxmlformats.org/officeDocument/2006/relationships/image" Target="/ppt/media/image25.bin" Id="R76c97f3cbc9a4e71" /><Relationship Type="http://schemas.openxmlformats.org/officeDocument/2006/relationships/notesSlide" Target="/ppt/notesSlides/notesSlide8.xml" Id="R4923baf31dd346ea" /><Relationship Type="http://schemas.openxmlformats.org/officeDocument/2006/relationships/slideLayout" Target="/ppt/slideLayouts/slideLayout3.xml" Id="Ra357f41f91f6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6.bin" Id="Rae5aabc1e82441db" /><Relationship Type="http://schemas.openxmlformats.org/officeDocument/2006/relationships/image" Target="/ppt/media/image4.bin" Id="R9af831753fca47c9" /><Relationship Type="http://schemas.openxmlformats.org/officeDocument/2006/relationships/image" Target="/ppt/media/image17.bin" Id="Rd2b82bbe2cc844dc" /><Relationship Type="http://schemas.openxmlformats.org/officeDocument/2006/relationships/image" Target="/ppt/media/image6.bin" Id="R4fea7c837caf4c9c" /><Relationship Type="http://schemas.openxmlformats.org/officeDocument/2006/relationships/image" Target="/ppt/media/image18.bin" Id="Ref2b35be47ca48c9" /><Relationship Type="http://schemas.openxmlformats.org/officeDocument/2006/relationships/image" Target="/ppt/media/image19.bin" Id="Re1c78a218c5845fa" /><Relationship Type="http://schemas.openxmlformats.org/officeDocument/2006/relationships/notesSlide" Target="/ppt/notesSlides/notesSlide9.xml" Id="Rc74a8e66946444c5" /><Relationship Type="http://schemas.openxmlformats.org/officeDocument/2006/relationships/slideLayout" Target="/ppt/slideLayouts/slideLayout2.xml" Id="Rb3bb8dfe92d24d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29.bin" Id="R1715065670b5459f" /><Relationship Type="http://schemas.openxmlformats.org/officeDocument/2006/relationships/image" Target="/ppt/media/image24.bin" Id="R7e7a99084019453e" /><Relationship Type="http://schemas.openxmlformats.org/officeDocument/2006/relationships/image" Target="/ppt/media/image25.bin" Id="R9e2f2796fbd44b72" /><Relationship Type="http://schemas.openxmlformats.org/officeDocument/2006/relationships/notesSlide" Target="/ppt/notesSlides/notesSlide10.xml" Id="Reb91db8930a34229" /><Relationship Type="http://schemas.openxmlformats.org/officeDocument/2006/relationships/slideLayout" Target="/ppt/slideLayouts/slideLayout3.xml" Id="R07d16007395f43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30.bin" Id="R978893ddf84445ae" /><Relationship Type="http://schemas.openxmlformats.org/officeDocument/2006/relationships/image" Target="/ppt/media/image24.bin" Id="Rc0e2ffddef0243af" /><Relationship Type="http://schemas.openxmlformats.org/officeDocument/2006/relationships/image" Target="/ppt/media/image25.bin" Id="R59aa845f06fa46ed" /><Relationship Type="http://schemas.openxmlformats.org/officeDocument/2006/relationships/notesSlide" Target="/ppt/notesSlides/notesSlide11.xml" Id="R22c4057f216b4cc3" /><Relationship Type="http://schemas.openxmlformats.org/officeDocument/2006/relationships/slideLayout" Target="/ppt/slideLayouts/slideLayout3.xml" Id="R434c7dbef34b45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31.bin" Id="Re843be8dab1a48ad" /><Relationship Type="http://schemas.openxmlformats.org/officeDocument/2006/relationships/image" Target="/ppt/media/image24.bin" Id="R074d6bea59e74e54" /><Relationship Type="http://schemas.openxmlformats.org/officeDocument/2006/relationships/image" Target="/ppt/media/image25.bin" Id="R7041e6b9ab4744de" /><Relationship Type="http://schemas.openxmlformats.org/officeDocument/2006/relationships/notesSlide" Target="/ppt/notesSlides/notesSlide12.xml" Id="R8d2fe10e7a084e38" /><Relationship Type="http://schemas.openxmlformats.org/officeDocument/2006/relationships/slideLayout" Target="/ppt/slideLayouts/slideLayout3.xml" Id="Rc148a2dc05704e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2.bin" Id="Re040ed14e0294117" /><Relationship Type="http://schemas.openxmlformats.org/officeDocument/2006/relationships/image" Target="/ppt/media/image33.bin" Id="R3bfa531ac2fd4c61" /><Relationship Type="http://schemas.openxmlformats.org/officeDocument/2006/relationships/image" Target="/ppt/media/image34.bin" Id="Rd90400df7186406d" /><Relationship Type="http://schemas.openxmlformats.org/officeDocument/2006/relationships/image" Target="/ppt/media/image35.bin" Id="Rbbbbc218d1ac41c7" /><Relationship Type="http://schemas.openxmlformats.org/officeDocument/2006/relationships/image" Target="/ppt/media/image24.bin" Id="R084ec7521ebc46c0" /><Relationship Type="http://schemas.openxmlformats.org/officeDocument/2006/relationships/image" Target="/ppt/media/image25.bin" Id="R1043932d170646bc" /><Relationship Type="http://schemas.openxmlformats.org/officeDocument/2006/relationships/notesSlide" Target="/ppt/notesSlides/notesSlide13.xml" Id="R860a5ca1a1b54b5f" /><Relationship Type="http://schemas.openxmlformats.org/officeDocument/2006/relationships/slideLayout" Target="/ppt/slideLayouts/slideLayout3.xml" Id="Rd15dd785fdae44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6.bin" Id="R0a63af0ad0a6453f" /><Relationship Type="http://schemas.openxmlformats.org/officeDocument/2006/relationships/image" Target="/ppt/media/image4.bin" Id="R465549189f664a3a" /><Relationship Type="http://schemas.openxmlformats.org/officeDocument/2006/relationships/image" Target="/ppt/media/image17.bin" Id="Re0d81f786f71476d" /><Relationship Type="http://schemas.openxmlformats.org/officeDocument/2006/relationships/image" Target="/ppt/media/image6.bin" Id="R4582bc955f1b4aa3" /><Relationship Type="http://schemas.openxmlformats.org/officeDocument/2006/relationships/image" Target="/ppt/media/image18.bin" Id="Rdae9484c4ba04458" /><Relationship Type="http://schemas.openxmlformats.org/officeDocument/2006/relationships/image" Target="/ppt/media/image19.bin" Id="R5d2d0f09781b4801" /><Relationship Type="http://schemas.openxmlformats.org/officeDocument/2006/relationships/notesSlide" Target="/ppt/notesSlides/notesSlide14.xml" Id="R069453edd48140f9" /><Relationship Type="http://schemas.openxmlformats.org/officeDocument/2006/relationships/slideLayout" Target="/ppt/slideLayouts/slideLayout2.xml" Id="R3414a8ec64014a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36.bin" Id="R3b91b08b1e91441e" /><Relationship Type="http://schemas.openxmlformats.org/officeDocument/2006/relationships/image" Target="/ppt/media/image24.bin" Id="Rf2e47794ef124c02" /><Relationship Type="http://schemas.openxmlformats.org/officeDocument/2006/relationships/image" Target="/ppt/media/image25.bin" Id="R54fb2e5fd7af4a44" /><Relationship Type="http://schemas.openxmlformats.org/officeDocument/2006/relationships/notesSlide" Target="/ppt/notesSlides/notesSlide15.xml" Id="R355b1a505b294f5a" /><Relationship Type="http://schemas.openxmlformats.org/officeDocument/2006/relationships/slideLayout" Target="/ppt/slideLayouts/slideLayout3.xml" Id="R4ff01bebc4de4e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37.bin" Id="R28e40cfd95574cb7" /><Relationship Type="http://schemas.openxmlformats.org/officeDocument/2006/relationships/image" Target="/ppt/media/image24.bin" Id="Rae02d33426754795" /><Relationship Type="http://schemas.openxmlformats.org/officeDocument/2006/relationships/image" Target="/ppt/media/image25.bin" Id="Re9617e6cca6d4f63" /><Relationship Type="http://schemas.openxmlformats.org/officeDocument/2006/relationships/notesSlide" Target="/ppt/notesSlides/notesSlide16.xml" Id="Rc7a7ae2963a84c27" /><Relationship Type="http://schemas.openxmlformats.org/officeDocument/2006/relationships/slideLayout" Target="/ppt/slideLayouts/slideLayout3.xml" Id="R19d0d4ac10004d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38.bin" Id="R75722ab6b06a4a98" /><Relationship Type="http://schemas.openxmlformats.org/officeDocument/2006/relationships/image" Target="/ppt/media/image24.bin" Id="Rd656d18077eb4acf" /><Relationship Type="http://schemas.openxmlformats.org/officeDocument/2006/relationships/image" Target="/ppt/media/image25.bin" Id="Ra6b11c5daf074416" /><Relationship Type="http://schemas.openxmlformats.org/officeDocument/2006/relationships/notesSlide" Target="/ppt/notesSlides/notesSlide17.xml" Id="Ra2652a0abe624edc" /><Relationship Type="http://schemas.openxmlformats.org/officeDocument/2006/relationships/slideLayout" Target="/ppt/slideLayouts/slideLayout3.xml" Id="R34fcb0722de648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39.bin" Id="Rb8cfa791f47f47d8" /><Relationship Type="http://schemas.openxmlformats.org/officeDocument/2006/relationships/image" Target="/ppt/media/image40.bin" Id="R91ac4d82531d412f" /><Relationship Type="http://schemas.openxmlformats.org/officeDocument/2006/relationships/image" Target="/ppt/media/image24.bin" Id="Rb8ce1449d39c45b0" /><Relationship Type="http://schemas.openxmlformats.org/officeDocument/2006/relationships/image" Target="/ppt/media/image25.bin" Id="R32643617d4ba4e8e" /><Relationship Type="http://schemas.openxmlformats.org/officeDocument/2006/relationships/notesSlide" Target="/ppt/notesSlides/notesSlide18.xml" Id="R9a2825e4985b4762" /><Relationship Type="http://schemas.openxmlformats.org/officeDocument/2006/relationships/slideLayout" Target="/ppt/slideLayouts/slideLayout3.xml" Id="Rbed09a1c174147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6.bin" Id="Rf3e1e0151baf40e1" /><Relationship Type="http://schemas.openxmlformats.org/officeDocument/2006/relationships/image" Target="/ppt/media/image4.bin" Id="R6acd9b837b0c458e" /><Relationship Type="http://schemas.openxmlformats.org/officeDocument/2006/relationships/image" Target="/ppt/media/image17.bin" Id="R365d49b2e5e3453e" /><Relationship Type="http://schemas.openxmlformats.org/officeDocument/2006/relationships/image" Target="/ppt/media/image6.bin" Id="R5b0ac8460c574cd7" /><Relationship Type="http://schemas.openxmlformats.org/officeDocument/2006/relationships/image" Target="/ppt/media/image18.bin" Id="R7ab120b4cbdf4127" /><Relationship Type="http://schemas.openxmlformats.org/officeDocument/2006/relationships/image" Target="/ppt/media/image19.bin" Id="Rd1e806271721442f" /><Relationship Type="http://schemas.openxmlformats.org/officeDocument/2006/relationships/notesSlide" Target="/ppt/notesSlides/notesSlide19.xml" Id="Rde8f7c179c424532" /><Relationship Type="http://schemas.openxmlformats.org/officeDocument/2006/relationships/slideLayout" Target="/ppt/slideLayouts/slideLayout2.xml" Id="R158dfd048dfe45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41.bin" Id="R9e6b5e53fdff4e38" /><Relationship Type="http://schemas.openxmlformats.org/officeDocument/2006/relationships/image" Target="/ppt/media/image42.bin" Id="Rc930b5ed1e314506" /><Relationship Type="http://schemas.openxmlformats.org/officeDocument/2006/relationships/image" Target="/ppt/media/image24.bin" Id="Rdd48797aeb6f4a5f" /><Relationship Type="http://schemas.openxmlformats.org/officeDocument/2006/relationships/image" Target="/ppt/media/image25.bin" Id="Rb16dd7a4e25e4e8d" /><Relationship Type="http://schemas.openxmlformats.org/officeDocument/2006/relationships/notesSlide" Target="/ppt/notesSlides/notesSlide20.xml" Id="Rae195b3294c2441b" /><Relationship Type="http://schemas.openxmlformats.org/officeDocument/2006/relationships/slideLayout" Target="/ppt/slideLayouts/slideLayout3.xml" Id="R003e9607824f452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43.bin" Id="R4915a7dd4b64462c" /><Relationship Type="http://schemas.openxmlformats.org/officeDocument/2006/relationships/image" Target="/ppt/media/image24.bin" Id="R5e1d3ff1092648d2" /><Relationship Type="http://schemas.openxmlformats.org/officeDocument/2006/relationships/image" Target="/ppt/media/image25.bin" Id="R9261eefad5984cb7" /><Relationship Type="http://schemas.openxmlformats.org/officeDocument/2006/relationships/notesSlide" Target="/ppt/notesSlides/notesSlide21.xml" Id="R01239d8461f84afa" /><Relationship Type="http://schemas.openxmlformats.org/officeDocument/2006/relationships/slideLayout" Target="/ppt/slideLayouts/slideLayout3.xml" Id="R5fbdb83bd25848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44.bin" Id="R69db68c748ca46e5" /><Relationship Type="http://schemas.openxmlformats.org/officeDocument/2006/relationships/image" Target="/ppt/media/image45.bin" Id="Rb1004893f231430a" /><Relationship Type="http://schemas.openxmlformats.org/officeDocument/2006/relationships/image" Target="/ppt/media/image24.bin" Id="R4775f54445524e6e" /><Relationship Type="http://schemas.openxmlformats.org/officeDocument/2006/relationships/image" Target="/ppt/media/image25.bin" Id="Rdcb41b4a42074c34" /><Relationship Type="http://schemas.openxmlformats.org/officeDocument/2006/relationships/notesSlide" Target="/ppt/notesSlides/notesSlide22.xml" Id="R08e6e3e3098d4df1" /><Relationship Type="http://schemas.openxmlformats.org/officeDocument/2006/relationships/slideLayout" Target="/ppt/slideLayouts/slideLayout3.xml" Id="R172d8b2a7b6b40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46.bin" Id="Redef18edca0a4ff3" /><Relationship Type="http://schemas.openxmlformats.org/officeDocument/2006/relationships/notesSlide" Target="/ppt/notesSlides/notesSlide23.xml" Id="Rf7d5df4a9df84e94" /><Relationship Type="http://schemas.openxmlformats.org/officeDocument/2006/relationships/slideLayout" Target="/ppt/slideLayouts/slideLayout3.xml" Id="Raccc1fbcc92a4d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3.bin" Id="Rc20d6451392c4a69" /><Relationship Type="http://schemas.openxmlformats.org/officeDocument/2006/relationships/image" Target="/ppt/media/image4.bin" Id="R6371498c0aed4969" /><Relationship Type="http://schemas.openxmlformats.org/officeDocument/2006/relationships/image" Target="/ppt/media/image5.bin" Id="R499247cf273246ee" /><Relationship Type="http://schemas.openxmlformats.org/officeDocument/2006/relationships/image" Target="/ppt/media/image6.bin" Id="R453cc7b8da0e4397" /><Relationship Type="http://schemas.openxmlformats.org/officeDocument/2006/relationships/image" Target="/ppt/media/image7.bin" Id="R2fc94f9c8a114791" /><Relationship Type="http://schemas.openxmlformats.org/officeDocument/2006/relationships/image" Target="/ppt/media/image8.bin" Id="Rc1d47fdde0bd4c3f" /><Relationship Type="http://schemas.openxmlformats.org/officeDocument/2006/relationships/image" Target="/ppt/media/image9.bin" Id="R39b7df4ca6594201" /><Relationship Type="http://schemas.openxmlformats.org/officeDocument/2006/relationships/image" Target="/ppt/media/image10.bin" Id="Rce87776388044aa8" /><Relationship Type="http://schemas.openxmlformats.org/officeDocument/2006/relationships/notesSlide" Target="/ppt/notesSlides/notesSlide24.xml" Id="Ra0613666966b4df8" /><Relationship Type="http://schemas.openxmlformats.org/officeDocument/2006/relationships/slideLayout" Target="/ppt/slideLayouts/slideLayout2.xml" Id="Rb2d12fe0329b4d5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6ff24df6e21c46009b398f33b2e95592" /><Relationship Type="http://schemas.openxmlformats.org/officeDocument/2006/relationships/image" Target="/ppt/media/image47.bin" Id="R3f4c8501dfe8483a" /><Relationship Type="http://schemas.openxmlformats.org/officeDocument/2006/relationships/image" Target="/ppt/media/image48.bin" Id="Recd14290f3404e3c" /><Relationship Type="http://schemas.openxmlformats.org/officeDocument/2006/relationships/image" Target="/ppt/media/image49.bin" Id="Rde268dee6e084054" /><Relationship Type="http://schemas.openxmlformats.org/officeDocument/2006/relationships/customXml" Target="/ppt/customXML/item.xml" Id="R70b916f253dc4609" /><Relationship Type="http://schemas.openxmlformats.org/officeDocument/2006/relationships/customXml" Target="/ppt/customXML/item2.xml" Id="R2b3f95eb50ad43d7" /><Relationship Type="http://schemas.openxmlformats.org/officeDocument/2006/relationships/slideLayout" Target="/ppt/slideLayouts/slideLayout1.xml" Id="R0b2d44af7a5d4e7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472f9971a55741e6b5087bee2f2f2f31" /><Relationship Type="http://schemas.openxmlformats.org/officeDocument/2006/relationships/image" Target="/ppt/media/image50.bin" Id="Rd772ebcf68b04136" /><Relationship Type="http://schemas.openxmlformats.org/officeDocument/2006/relationships/image" Target="/ppt/media/image51.bin" Id="R52b7978886d94753" /><Relationship Type="http://schemas.openxmlformats.org/officeDocument/2006/relationships/image" Target="/ppt/media/image52.bin" Id="R6846ee515f644328" /><Relationship Type="http://schemas.openxmlformats.org/officeDocument/2006/relationships/image" Target="/ppt/media/image48.bin" Id="R50c615509b5b4010" /><Relationship Type="http://schemas.openxmlformats.org/officeDocument/2006/relationships/image" Target="/ppt/media/image53.bin" Id="Rd5c5549bed2d4b95" /><Relationship Type="http://schemas.openxmlformats.org/officeDocument/2006/relationships/image" Target="/ppt/media/image54.bin" Id="R78fd417ccc5d40a7" /><Relationship Type="http://schemas.openxmlformats.org/officeDocument/2006/relationships/image" Target="/ppt/media/image49.bin" Id="R1fd916c159cf4cd8" /><Relationship Type="http://schemas.openxmlformats.org/officeDocument/2006/relationships/customXml" Target="/ppt/customXML/item3.xml" Id="Rd17df60efcc94356" /><Relationship Type="http://schemas.openxmlformats.org/officeDocument/2006/relationships/customXml" Target="/ppt/customXML/item4.xml" Id="R1c2ab3338cd2455c" /><Relationship Type="http://schemas.openxmlformats.org/officeDocument/2006/relationships/customXml" Target="/ppt/customXML/item5.xml" Id="Rddd9fc9fdb4349eb" /><Relationship Type="http://schemas.openxmlformats.org/officeDocument/2006/relationships/slideLayout" Target="/ppt/slideLayouts/slideLayout1.xml" Id="R66096a58852248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55.bin" Id="R38b3a6b5067844d1" /><Relationship Type="http://schemas.openxmlformats.org/officeDocument/2006/relationships/image" Target="/ppt/media/image56.bin" Id="Ra7b7dcf10cb14539" /><Relationship Type="http://schemas.openxmlformats.org/officeDocument/2006/relationships/image" Target="/ppt/media/image54.bin" Id="R5f257558736443e5" /><Relationship Type="http://schemas.openxmlformats.org/officeDocument/2006/relationships/image" Target="/ppt/media/image57.bin" Id="R404c65aefefc4cd8" /><Relationship Type="http://schemas.openxmlformats.org/officeDocument/2006/relationships/customXml" Target="/ppt/customXML/item6.xml" Id="R317cba6f675f4dc8" /><Relationship Type="http://schemas.openxmlformats.org/officeDocument/2006/relationships/customXml" Target="/ppt/customXML/item7.xml" Id="R4729ca11606b426d" /><Relationship Type="http://schemas.openxmlformats.org/officeDocument/2006/relationships/customXml" Target="/ppt/customXML/item8.xml" Id="R04bc988565534fc6" /><Relationship Type="http://schemas.openxmlformats.org/officeDocument/2006/relationships/slideLayout" Target="/ppt/slideLayouts/slideLayout3.xml" Id="Rc62eda8c65534eb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bfe565faecc44cbf86fe77d7db09d02b" /><Relationship Type="http://schemas.openxmlformats.org/officeDocument/2006/relationships/hyperlink" Target="https://storyset.com/" TargetMode="External" Id="R86f63712d6344e35b4dc7f652fe47ba1" /><Relationship Type="http://schemas.openxmlformats.org/officeDocument/2006/relationships/slideLayout" Target="/ppt/slideLayouts/slideLayout1.xml" Id="Recc6a6e5ffb84a8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3559-5DB8-CED2-7814-21F8FA46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365C81F-4A6E-1E6E-F59C-EF9414E8A000}"/>
              </a:ext>
            </a:extLst>
          </p:cNvPr>
          <p:cNvPicPr>
            <a:picLocks noChangeAspect="1"/>
          </p:cNvPicPr>
          <p:nvPr/>
        </p:nvPicPr>
        <p:blipFill>
          <a:blip r:embed="R24453ffcc13f418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707223" y="-2707221"/>
            <a:ext cx="6858000" cy="122724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3CFAA8A-744B-706C-AF3F-CDD34BAB2C61}"/>
              </a:ext>
            </a:extLst>
          </p:cNvPr>
          <p:cNvPicPr>
            <a:picLocks noChangeAspect="1"/>
          </p:cNvPicPr>
          <p:nvPr/>
        </p:nvPicPr>
        <p:blipFill>
          <a:blip r:embed="R5bab7b6b5fd146f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1738A4E-45F8-F880-A0D9-2F39B12E0F69}"/>
              </a:ext>
            </a:extLst>
          </p:cNvPr>
          <p:cNvPicPr>
            <a:picLocks noChangeAspect="1"/>
          </p:cNvPicPr>
          <p:nvPr/>
        </p:nvPicPr>
        <p:blipFill>
          <a:blip r:embed="Rb32a3670b3b54c6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13352" y="150210"/>
            <a:ext cx="6859091" cy="68580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34EB24E-9835-E3B4-D27B-2D880D651FE1}"/>
              </a:ext>
            </a:extLst>
          </p:cNvPr>
          <p:cNvSpPr txBox="1"/>
          <p:nvPr/>
        </p:nvSpPr>
        <p:spPr>
          <a:xfrm>
            <a:off x="3198986" y="718399"/>
            <a:ext cx="553998" cy="3044817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正月十五闹元宵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00CC6723-C191-4017-5BD6-F427BF422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335" y="731637"/>
            <a:ext cx="440120" cy="479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123B560-C11A-E60C-1238-C531FFC1896C}"/>
              </a:ext>
            </a:extLst>
          </p:cNvPr>
          <p:cNvPicPr>
            <a:picLocks noChangeAspect="1"/>
          </p:cNvPicPr>
          <p:nvPr/>
        </p:nvPicPr>
        <p:blipFill>
          <a:blip r:embed="R8f6f38eabfc141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A7EC5DF-4472-C4BC-D7CD-0B71B6996962}"/>
              </a:ext>
            </a:extLst>
          </p:cNvPr>
          <p:cNvSpPr txBox="1"/>
          <p:nvPr/>
        </p:nvSpPr>
        <p:spPr>
          <a:xfrm rot="5400000">
            <a:off x="-3011059" y="3072118"/>
            <a:ext cx="6652020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4800" spc="300" dirty="0">
                <a:solidFill>
                  <a:srgbClr val="EBA57E"/>
                </a:solidFill>
                <a:latin typeface="Times New Roman"/>
                <a:ea typeface="微软雅黑"/>
                <a:sym typeface="Times New Roman"/>
              </a:rPr>
              <a:t>LANTERN FESTIVAL</a:t>
            </a:r>
            <a:endParaRPr lang="zh-CN" altLang="en-US" sz="4800" spc="300" dirty="0">
              <a:solidFill>
                <a:srgbClr val="EBA57E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860392-0263-4DDF-6AB0-BDDE1158BD66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6AD786C-4EE7-193C-708D-8BFD4A03670F}"/>
              </a:ext>
            </a:extLst>
          </p:cNvPr>
          <p:cNvGrpSpPr/>
          <p:nvPr/>
        </p:nvGrpSpPr>
        <p:grpSpPr>
          <a:xfrm>
            <a:off x="578239" y="138160"/>
            <a:ext cx="3522168" cy="6833702"/>
            <a:chOff x="695469" y="138160"/>
            <a:chExt cx="3522168" cy="6833702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265D4DC-4FB1-FFF1-1A44-E6C45FDE02C1}"/>
                </a:ext>
              </a:extLst>
            </p:cNvPr>
            <p:cNvPicPr>
              <a:picLocks noChangeAspect="1"/>
            </p:cNvPicPr>
            <p:nvPr/>
          </p:nvPicPr>
          <p:blipFill>
            <a:blip r:embed="R6a94e30b356e407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9629" y="138160"/>
              <a:ext cx="2453269" cy="342903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9A1238C9-337C-9A9C-88D5-D60DCF9BEA7F}"/>
                </a:ext>
              </a:extLst>
            </p:cNvPr>
            <p:cNvPicPr>
              <a:picLocks noChangeAspect="1"/>
            </p:cNvPicPr>
            <p:nvPr/>
          </p:nvPicPr>
          <p:blipFill>
            <a:blip r:embed="Rc1b2557eeb55493a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5469" y="2670524"/>
              <a:ext cx="2585637" cy="3044818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EBB7096-522B-462B-4595-1F199EB75AAE}"/>
                </a:ext>
              </a:extLst>
            </p:cNvPr>
            <p:cNvPicPr>
              <a:picLocks noChangeAspect="1"/>
            </p:cNvPicPr>
            <p:nvPr/>
          </p:nvPicPr>
          <p:blipFill>
            <a:blip r:embed="R364aa7ffdc94434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22088" y="3810108"/>
              <a:ext cx="1695549" cy="316175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8294C6C-1471-EAC3-7093-8FF136CF6703}"/>
                </a:ext>
              </a:extLst>
            </p:cNvPr>
            <p:cNvPicPr>
              <a:picLocks noChangeAspect="1"/>
            </p:cNvPicPr>
            <p:nvPr/>
          </p:nvPicPr>
          <p:blipFill>
            <a:blip r:embed="Rb8852562d820428b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5090" y="5526686"/>
              <a:ext cx="1139110" cy="854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049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DEE9D79-9787-B2C7-EA1F-98AE554D9370}"/>
              </a:ext>
            </a:extLst>
          </p:cNvPr>
          <p:cNvPicPr>
            <a:picLocks noChangeAspect="1"/>
          </p:cNvPicPr>
          <p:nvPr/>
        </p:nvPicPr>
        <p:blipFill>
          <a:blip r:embed="R6b297285c07b440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1963303" y="-3451140"/>
            <a:ext cx="6858000" cy="13760284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3D1DB77-8754-A402-A1B3-0C875574EB86}"/>
              </a:ext>
            </a:extLst>
          </p:cNvPr>
          <p:cNvGrpSpPr/>
          <p:nvPr/>
        </p:nvGrpSpPr>
        <p:grpSpPr>
          <a:xfrm>
            <a:off x="4547312" y="1425998"/>
            <a:ext cx="5622179" cy="4016073"/>
            <a:chOff x="6449064" y="66520"/>
            <a:chExt cx="5622179" cy="401607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78BFD8E-DD5E-433D-841D-64A820790613}"/>
                </a:ext>
              </a:extLst>
            </p:cNvPr>
            <p:cNvGrpSpPr/>
            <p:nvPr/>
          </p:nvGrpSpPr>
          <p:grpSpPr>
            <a:xfrm>
              <a:off x="6449064" y="66520"/>
              <a:ext cx="5622179" cy="908055"/>
              <a:chOff x="1672240" y="2487611"/>
              <a:chExt cx="5622179" cy="908055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8958EEA1-7363-C62F-4A78-4C29FF835761}"/>
                  </a:ext>
                </a:extLst>
              </p:cNvPr>
              <p:cNvGrpSpPr/>
              <p:nvPr/>
            </p:nvGrpSpPr>
            <p:grpSpPr>
              <a:xfrm>
                <a:off x="1672240" y="2487611"/>
                <a:ext cx="5622179" cy="908055"/>
                <a:chOff x="2738907" y="3059915"/>
                <a:chExt cx="5622179" cy="908055"/>
              </a:xfrm>
            </p:grpSpPr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58CBD4D-8E53-4DB1-9D1A-C139103E774B}"/>
                    </a:ext>
                  </a:extLst>
                </p:cNvPr>
                <p:cNvSpPr txBox="1"/>
                <p:nvPr/>
              </p:nvSpPr>
              <p:spPr>
                <a:xfrm>
                  <a:off x="3649151" y="3059915"/>
                  <a:ext cx="4711935" cy="55396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pPr algn="l"/>
                  <a:r>
                    <a:rPr lang="zh-CN" altLang="en-US" sz="2800" dirty="0">
                      <a:ln w="38100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点击此处添加标题</a:t>
                  </a: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0FF05B5-CCF4-CEEA-8B94-F7A7508DCBEF}"/>
                    </a:ext>
                  </a:extLst>
                </p:cNvPr>
                <p:cNvSpPr txBox="1"/>
                <p:nvPr/>
              </p:nvSpPr>
              <p:spPr>
                <a:xfrm>
                  <a:off x="3709311" y="3506305"/>
                  <a:ext cx="28963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solidFill>
                        <a:schemeClr val="bg1"/>
                      </a:solidFill>
                      <a:latin typeface="Times New Roman"/>
                      <a:ea typeface="微软雅黑"/>
                      <a:sym typeface="Times New Roman"/>
                    </a:rPr>
                    <a:t>请替换文字内容，修改文字内容，也可以直接复制你的内容到此</a:t>
                  </a:r>
                </a:p>
              </p:txBody>
            </p:sp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8EBC580B-6A38-ED38-80D9-21CF1F936F1D}"/>
                    </a:ext>
                  </a:extLst>
                </p:cNvPr>
                <p:cNvSpPr txBox="1"/>
                <p:nvPr/>
              </p:nvSpPr>
              <p:spPr>
                <a:xfrm>
                  <a:off x="2738907" y="3193637"/>
                  <a:ext cx="842209" cy="67707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r>
                    <a:rPr lang="en-US" altLang="zh-CN" sz="3600" dirty="0">
                      <a:ln w="28575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01</a:t>
                  </a:r>
                  <a:endParaRPr lang="zh-CN" altLang="en-US" sz="3600" dirty="0">
                    <a:ln w="28575">
                      <a:noFill/>
                    </a:ln>
                    <a:solidFill>
                      <a:schemeClr val="bg1"/>
                    </a:solidFill>
                    <a:effectLst/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ECCCBBE9-463A-9AD8-131E-1FC57B77F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067" y="2584585"/>
                <a:ext cx="0" cy="75057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40AEEDC3-8F17-EEF1-8CE8-6113489E2CB0}"/>
                </a:ext>
              </a:extLst>
            </p:cNvPr>
            <p:cNvGrpSpPr/>
            <p:nvPr/>
          </p:nvGrpSpPr>
          <p:grpSpPr>
            <a:xfrm>
              <a:off x="6449064" y="1094434"/>
              <a:ext cx="4096959" cy="916147"/>
              <a:chOff x="1672240" y="2487611"/>
              <a:chExt cx="4096959" cy="916147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5B3BF729-9D0A-735C-8E0B-69E7ED477272}"/>
                  </a:ext>
                </a:extLst>
              </p:cNvPr>
              <p:cNvGrpSpPr/>
              <p:nvPr/>
            </p:nvGrpSpPr>
            <p:grpSpPr>
              <a:xfrm>
                <a:off x="1672240" y="2487611"/>
                <a:ext cx="4096959" cy="916147"/>
                <a:chOff x="2738907" y="3059915"/>
                <a:chExt cx="4096959" cy="916147"/>
              </a:xfrm>
            </p:grpSpPr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424B32A-52A8-9965-DCD0-2853B8268DE5}"/>
                    </a:ext>
                  </a:extLst>
                </p:cNvPr>
                <p:cNvSpPr txBox="1"/>
                <p:nvPr/>
              </p:nvSpPr>
              <p:spPr>
                <a:xfrm>
                  <a:off x="3649152" y="3059915"/>
                  <a:ext cx="3186714" cy="55396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pPr algn="l"/>
                  <a:r>
                    <a:rPr lang="zh-CN" altLang="en-US" sz="2800" dirty="0">
                      <a:ln w="38100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点击此处添加标题</a:t>
                  </a:r>
                </a:p>
              </p:txBody>
            </p:sp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A0B89F52-5915-873F-9B86-B604A11D859B}"/>
                    </a:ext>
                  </a:extLst>
                </p:cNvPr>
                <p:cNvSpPr txBox="1"/>
                <p:nvPr/>
              </p:nvSpPr>
              <p:spPr>
                <a:xfrm>
                  <a:off x="3709311" y="3514397"/>
                  <a:ext cx="28963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solidFill>
                        <a:schemeClr val="bg1"/>
                      </a:solidFill>
                      <a:latin typeface="Times New Roman"/>
                      <a:ea typeface="微软雅黑"/>
                      <a:sym typeface="Times New Roman"/>
                    </a:rPr>
                    <a:t>请替换文字内容，修改文字内容，也可以直接复制你的内容到此</a:t>
                  </a:r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3DAF0D1C-7B03-5A4F-EABF-F5265128D7D8}"/>
                    </a:ext>
                  </a:extLst>
                </p:cNvPr>
                <p:cNvSpPr txBox="1"/>
                <p:nvPr/>
              </p:nvSpPr>
              <p:spPr>
                <a:xfrm>
                  <a:off x="2738907" y="3193637"/>
                  <a:ext cx="842209" cy="67707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r>
                    <a:rPr lang="en-US" altLang="zh-CN" sz="3600" dirty="0">
                      <a:ln w="28575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02</a:t>
                  </a:r>
                  <a:endParaRPr lang="zh-CN" altLang="en-US" sz="3600" dirty="0">
                    <a:ln w="28575">
                      <a:noFill/>
                    </a:ln>
                    <a:solidFill>
                      <a:schemeClr val="bg1"/>
                    </a:solidFill>
                    <a:effectLst/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cxnSp>
            <p:nvCxnSpPr>
              <p:cNvPr id="60" name="直接连接符 59">
                <a:extLst>
                  <a:ext uri="{FF2B5EF4-FFF2-40B4-BE49-F238E27FC236}">
                    <a16:creationId xmlns:a16="http://schemas.microsoft.com/office/drawing/2014/main" id="{994968F0-3D3D-8E6E-E2F8-ABC837A7B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067" y="2584585"/>
                <a:ext cx="0" cy="75057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22F3C3E1-13C2-3438-1B31-28E87D47C444}"/>
                </a:ext>
              </a:extLst>
            </p:cNvPr>
            <p:cNvGrpSpPr/>
            <p:nvPr/>
          </p:nvGrpSpPr>
          <p:grpSpPr>
            <a:xfrm>
              <a:off x="6449064" y="2130440"/>
              <a:ext cx="4096959" cy="916147"/>
              <a:chOff x="1672240" y="2487611"/>
              <a:chExt cx="4096959" cy="916147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162C1722-DC0D-0775-89AD-68625131BF23}"/>
                  </a:ext>
                </a:extLst>
              </p:cNvPr>
              <p:cNvGrpSpPr/>
              <p:nvPr/>
            </p:nvGrpSpPr>
            <p:grpSpPr>
              <a:xfrm>
                <a:off x="1672240" y="2487611"/>
                <a:ext cx="4096959" cy="916147"/>
                <a:chOff x="2738907" y="3059915"/>
                <a:chExt cx="4096959" cy="916147"/>
              </a:xfrm>
            </p:grpSpPr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4EEA3DB9-B48C-5F4F-DE58-22212BB40589}"/>
                    </a:ext>
                  </a:extLst>
                </p:cNvPr>
                <p:cNvSpPr txBox="1"/>
                <p:nvPr/>
              </p:nvSpPr>
              <p:spPr>
                <a:xfrm>
                  <a:off x="3649152" y="3059915"/>
                  <a:ext cx="3186714" cy="55396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pPr algn="l"/>
                  <a:r>
                    <a:rPr lang="zh-CN" altLang="en-US" sz="2800" dirty="0">
                      <a:ln w="38100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点击此处添加标题</a:t>
                  </a:r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F0ED5CEB-F092-E840-853E-9E9FF1BFB34D}"/>
                    </a:ext>
                  </a:extLst>
                </p:cNvPr>
                <p:cNvSpPr txBox="1"/>
                <p:nvPr/>
              </p:nvSpPr>
              <p:spPr>
                <a:xfrm>
                  <a:off x="3709311" y="3514397"/>
                  <a:ext cx="28963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solidFill>
                        <a:schemeClr val="bg1"/>
                      </a:solidFill>
                      <a:latin typeface="Times New Roman"/>
                      <a:ea typeface="微软雅黑"/>
                      <a:sym typeface="Times New Roman"/>
                    </a:rPr>
                    <a:t>请替换文字内容，修改文字内容，也可以直接复制你的内容到此</a:t>
                  </a:r>
                </a:p>
              </p:txBody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22FF8C5A-411A-E763-BB5F-5943C460339A}"/>
                    </a:ext>
                  </a:extLst>
                </p:cNvPr>
                <p:cNvSpPr txBox="1"/>
                <p:nvPr/>
              </p:nvSpPr>
              <p:spPr>
                <a:xfrm>
                  <a:off x="2738907" y="3193637"/>
                  <a:ext cx="842209" cy="67707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r>
                    <a:rPr lang="en-US" altLang="zh-CN" sz="3600" dirty="0">
                      <a:ln w="28575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03</a:t>
                  </a:r>
                  <a:endParaRPr lang="zh-CN" altLang="en-US" sz="3600" dirty="0">
                    <a:ln w="28575">
                      <a:noFill/>
                    </a:ln>
                    <a:solidFill>
                      <a:schemeClr val="bg1"/>
                    </a:solidFill>
                    <a:effectLst/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1AFA26C7-0D7E-221E-54FE-663004C671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067" y="2584585"/>
                <a:ext cx="0" cy="75057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F9CE0BF9-3589-D704-7EFF-B17EF5A8F0C4}"/>
                </a:ext>
              </a:extLst>
            </p:cNvPr>
            <p:cNvGrpSpPr/>
            <p:nvPr/>
          </p:nvGrpSpPr>
          <p:grpSpPr>
            <a:xfrm>
              <a:off x="6449064" y="3166446"/>
              <a:ext cx="4096959" cy="916147"/>
              <a:chOff x="1672240" y="2487611"/>
              <a:chExt cx="4096959" cy="916147"/>
            </a:xfrm>
          </p:grpSpPr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DF9FBE6C-A340-50DE-176B-FCB8F0D5C33C}"/>
                  </a:ext>
                </a:extLst>
              </p:cNvPr>
              <p:cNvGrpSpPr/>
              <p:nvPr/>
            </p:nvGrpSpPr>
            <p:grpSpPr>
              <a:xfrm>
                <a:off x="1672240" y="2487611"/>
                <a:ext cx="4096959" cy="916147"/>
                <a:chOff x="2738907" y="3059915"/>
                <a:chExt cx="4096959" cy="916147"/>
              </a:xfrm>
            </p:grpSpPr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F9DA998-9857-5CC4-9C9F-0D4D173D5794}"/>
                    </a:ext>
                  </a:extLst>
                </p:cNvPr>
                <p:cNvSpPr txBox="1"/>
                <p:nvPr/>
              </p:nvSpPr>
              <p:spPr>
                <a:xfrm>
                  <a:off x="3649152" y="3059915"/>
                  <a:ext cx="3186714" cy="55396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pPr algn="l"/>
                  <a:r>
                    <a:rPr lang="zh-CN" altLang="en-US" sz="2800" dirty="0">
                      <a:ln w="38100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点击此处添加标题</a:t>
                  </a:r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2B6124E2-5B66-6AD6-1B9F-7989AFE7653C}"/>
                    </a:ext>
                  </a:extLst>
                </p:cNvPr>
                <p:cNvSpPr txBox="1"/>
                <p:nvPr/>
              </p:nvSpPr>
              <p:spPr>
                <a:xfrm>
                  <a:off x="3709311" y="3514397"/>
                  <a:ext cx="2896312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000" dirty="0">
                      <a:solidFill>
                        <a:schemeClr val="bg1"/>
                      </a:solidFill>
                      <a:latin typeface="Times New Roman"/>
                      <a:ea typeface="微软雅黑"/>
                      <a:sym typeface="Times New Roman"/>
                    </a:rPr>
                    <a:t>请替换文字内容，修改文字内容，也可以直接复制你的内容到此</a:t>
                  </a:r>
                </a:p>
              </p:txBody>
            </p:sp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2DEC818B-CF5D-5D7B-EB45-94B849C007BC}"/>
                    </a:ext>
                  </a:extLst>
                </p:cNvPr>
                <p:cNvSpPr txBox="1"/>
                <p:nvPr/>
              </p:nvSpPr>
              <p:spPr>
                <a:xfrm>
                  <a:off x="2738907" y="3193637"/>
                  <a:ext cx="842209" cy="677076"/>
                </a:xfrm>
                <a:prstGeom prst="rect">
                  <a:avLst/>
                </a:prstGeom>
                <a:noFill/>
              </p:spPr>
              <p:txBody>
                <a:bodyPr wrap="square" lIns="121889" tIns="60944" rIns="121889" bIns="60944" rtlCol="0" anchor="ctr">
                  <a:spAutoFit/>
                </a:bodyPr>
                <a:lstStyle>
                  <a:defPPr>
                    <a:defRPr lang="zh-CN"/>
                  </a:defPPr>
                  <a:lvl1pPr algn="ctr">
                    <a:defRPr sz="11500" b="1">
                      <a:gradFill>
                        <a:gsLst>
                          <a:gs pos="0">
                            <a:srgbClr val="00B0F0"/>
                          </a:gs>
                          <a:gs pos="100000">
                            <a:schemeClr val="tx2">
                              <a:lumMod val="50000"/>
                            </a:schemeClr>
                          </a:gs>
                        </a:gsLst>
                        <a:lin ang="2400000" scaled="0"/>
                      </a:gradFill>
                      <a:effectLst>
                        <a:outerShdw blurRad="317500" dist="165100" dir="2700000" algn="tl" rotWithShape="0">
                          <a:prstClr val="black">
                            <a:alpha val="60000"/>
                          </a:prstClr>
                        </a:outerShdw>
                      </a:effectLst>
                      <a:latin typeface="Yuanti SC" charset="-122"/>
                      <a:ea typeface="Yuanti SC" charset="-122"/>
                      <a:cs typeface="Yuanti SC" charset="-122"/>
                    </a:defRPr>
                  </a:lvl1pPr>
                </a:lstStyle>
                <a:p>
                  <a:r>
                    <a:rPr lang="en-US" altLang="zh-CN" sz="3600" dirty="0">
                      <a:ln w="28575"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/>
                      <a:ea typeface="微软雅黑"/>
                      <a:sym typeface="Times New Roman"/>
                    </a:rPr>
                    <a:t>04</a:t>
                  </a:r>
                  <a:endParaRPr lang="zh-CN" altLang="en-US" sz="3600" dirty="0">
                    <a:ln w="28575">
                      <a:noFill/>
                    </a:ln>
                    <a:solidFill>
                      <a:schemeClr val="bg1"/>
                    </a:solidFill>
                    <a:effectLst/>
                    <a:latin typeface="Times New Roman"/>
                    <a:ea typeface="微软雅黑"/>
                    <a:sym typeface="Times New Roman"/>
                  </a:endParaRPr>
                </a:p>
              </p:txBody>
            </p:sp>
          </p:grp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C64052D1-D527-41E6-CEFE-531579573B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067" y="2584585"/>
                <a:ext cx="0" cy="750573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896DAF42-7576-F2AD-79D0-25274937FC88}"/>
              </a:ext>
            </a:extLst>
          </p:cNvPr>
          <p:cNvSpPr txBox="1"/>
          <p:nvPr/>
        </p:nvSpPr>
        <p:spPr>
          <a:xfrm>
            <a:off x="1221661" y="451703"/>
            <a:ext cx="599775" cy="2554545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8000" b="1" spc="-300" dirty="0">
                <a:ln w="889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目录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B8250B5-2EE5-155C-40F2-D3AFAE10F0EC}"/>
              </a:ext>
            </a:extLst>
          </p:cNvPr>
          <p:cNvSpPr txBox="1"/>
          <p:nvPr/>
        </p:nvSpPr>
        <p:spPr>
          <a:xfrm rot="5400000">
            <a:off x="453594" y="3881738"/>
            <a:ext cx="2164273" cy="492410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>
            <a:defPPr>
              <a:defRPr lang="zh-CN"/>
            </a:defPPr>
            <a:lvl1pPr algn="ctr">
              <a:defRPr sz="11500" b="1">
                <a:gradFill>
                  <a:gsLst>
                    <a:gs pos="0">
                      <a:srgbClr val="00B0F0"/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2400000" scaled="0"/>
                </a:gradFill>
                <a:effectLst>
                  <a:outerShdw blurRad="317500" dist="165100" dir="2700000" algn="tl" rotWithShape="0">
                    <a:prstClr val="black">
                      <a:alpha val="60000"/>
                    </a:prstClr>
                  </a:outerShdw>
                </a:effectLst>
                <a:latin typeface="Yuanti SC" charset="-122"/>
                <a:ea typeface="Yuanti SC" charset="-122"/>
                <a:cs typeface="Yuanti SC" charset="-122"/>
              </a:defRPr>
            </a:lvl1pPr>
          </a:lstStyle>
          <a:p>
            <a:pPr algn="dist"/>
            <a:r>
              <a:rPr lang="en-US" altLang="zh-CN" sz="2400" b="0" dirty="0">
                <a:ln w="38100">
                  <a:noFill/>
                </a:ln>
                <a:solidFill>
                  <a:schemeClr val="accent1"/>
                </a:solidFill>
                <a:effectLst/>
                <a:latin typeface="Times New Roman"/>
                <a:ea typeface="微软雅黑"/>
                <a:sym typeface="Times New Roman"/>
              </a:rPr>
              <a:t>CONTENTS</a:t>
            </a:r>
            <a:endParaRPr lang="zh-CN" altLang="en-US" sz="2400" b="0" dirty="0">
              <a:ln w="38100">
                <a:noFill/>
              </a:ln>
              <a:solidFill>
                <a:schemeClr val="accent1"/>
              </a:solidFill>
              <a:effectLst/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0C1EDE-05CD-9ADF-6252-778F818BBE2B}"/>
              </a:ext>
            </a:extLst>
          </p:cNvPr>
          <p:cNvPicPr>
            <a:picLocks noChangeAspect="1"/>
          </p:cNvPicPr>
          <p:nvPr/>
        </p:nvPicPr>
        <p:blipFill>
          <a:blip r:embed="R443bd1bf901b4f5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765201" y="2242276"/>
            <a:ext cx="3201271" cy="24104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449FA1B-C5EE-FD2E-7B7D-265C9ED85C59}"/>
              </a:ext>
            </a:extLst>
          </p:cNvPr>
          <p:cNvPicPr>
            <a:picLocks noChangeAspect="1"/>
          </p:cNvPicPr>
          <p:nvPr/>
        </p:nvPicPr>
        <p:blipFill>
          <a:blip r:embed="Re741b1bb5d74459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9638309" flipH="1">
            <a:off x="9644113" y="-685555"/>
            <a:ext cx="4239796" cy="31499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55147E-D15A-762A-2657-02B0521121D9}"/>
              </a:ext>
            </a:extLst>
          </p:cNvPr>
          <p:cNvPicPr>
            <a:picLocks noChangeAspect="1"/>
          </p:cNvPicPr>
          <p:nvPr/>
        </p:nvPicPr>
        <p:blipFill>
          <a:blip r:embed="Rb49db10c2e374d5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0369" y="3498010"/>
            <a:ext cx="2931651" cy="29311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C7357B2-9DEB-9E56-075F-2839FA36AD85}"/>
              </a:ext>
            </a:extLst>
          </p:cNvPr>
          <p:cNvPicPr>
            <a:picLocks noChangeAspect="1"/>
          </p:cNvPicPr>
          <p:nvPr/>
        </p:nvPicPr>
        <p:blipFill>
          <a:blip r:embed="R68bccf81fbb747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961691">
            <a:off x="-1237130" y="3941051"/>
            <a:ext cx="5040139" cy="3744617"/>
          </a:xfrm>
          <a:prstGeom prst="rect">
            <a:avLst/>
          </a:prstGeom>
        </p:spPr>
      </p:pic>
      <p:sp>
        <p:nvSpPr>
          <p:cNvPr id="35" name="TextBox 5">
            <a:extLst>
              <a:ext uri="{FF2B5EF4-FFF2-40B4-BE49-F238E27FC236}">
                <a16:creationId xmlns:a16="http://schemas.microsoft.com/office/drawing/2014/main" id="{BA9F0A7F-3885-E311-3130-3246071D6AFC}"/>
              </a:ext>
            </a:extLst>
          </p:cNvPr>
          <p:cNvSpPr txBox="1"/>
          <p:nvPr/>
        </p:nvSpPr>
        <p:spPr>
          <a:xfrm>
            <a:off x="0" y="1"/>
            <a:ext cx="432048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226931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400" ac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400" ac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1.4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100" autoRev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1.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0732D-AB8F-EE79-C40B-B150DE2A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C85444B8-20D4-C7BB-92E5-49C92208BE14}"/>
              </a:ext>
            </a:extLst>
          </p:cNvPr>
          <p:cNvPicPr>
            <a:picLocks noChangeAspect="1"/>
          </p:cNvPicPr>
          <p:nvPr/>
        </p:nvPicPr>
        <p:blipFill>
          <a:blip r:embed="R9d341487d3b044e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1" y="-2666999"/>
            <a:ext cx="6857998" cy="12192000"/>
          </a:xfrm>
          <a:custGeom>
            <a:avLst/>
            <a:gdLst>
              <a:gd name="connsiteX0" fmla="*/ 0 w 6857998"/>
              <a:gd name="connsiteY0" fmla="*/ 12192000 h 12192000"/>
              <a:gd name="connsiteX1" fmla="*/ 0 w 6857998"/>
              <a:gd name="connsiteY1" fmla="*/ 0 h 12192000"/>
              <a:gd name="connsiteX2" fmla="*/ 6857998 w 6857998"/>
              <a:gd name="connsiteY2" fmla="*/ 0 h 12192000"/>
              <a:gd name="connsiteX3" fmla="*/ 6857998 w 6857998"/>
              <a:gd name="connsiteY3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8" h="12192000">
                <a:moveTo>
                  <a:pt x="0" y="12192000"/>
                </a:moveTo>
                <a:lnTo>
                  <a:pt x="0" y="0"/>
                </a:lnTo>
                <a:lnTo>
                  <a:pt x="6857998" y="0"/>
                </a:lnTo>
                <a:lnTo>
                  <a:pt x="6857998" y="12192000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365BD5-E583-CAF2-38BF-1E349A5F17BC}"/>
              </a:ext>
            </a:extLst>
          </p:cNvPr>
          <p:cNvPicPr>
            <a:picLocks noChangeAspect="1"/>
          </p:cNvPicPr>
          <p:nvPr/>
        </p:nvPicPr>
        <p:blipFill>
          <a:blip r:embed="R001d32f8cec7475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1496B1D-41B1-5A27-6289-7612EF96E533}"/>
              </a:ext>
            </a:extLst>
          </p:cNvPr>
          <p:cNvPicPr>
            <a:picLocks noChangeAspect="1"/>
          </p:cNvPicPr>
          <p:nvPr/>
        </p:nvPicPr>
        <p:blipFill>
          <a:blip r:embed="Re6ba24ff6eff40e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8327" y="379674"/>
            <a:ext cx="6531491" cy="65304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4465B8C-1523-7150-97ED-108BB8918860}"/>
              </a:ext>
            </a:extLst>
          </p:cNvPr>
          <p:cNvPicPr>
            <a:picLocks noChangeAspect="1"/>
          </p:cNvPicPr>
          <p:nvPr/>
        </p:nvPicPr>
        <p:blipFill>
          <a:blip r:embed="Rd5f8a8dc26e2483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1AEB127-AEC3-9139-F430-23F60B06724A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E945FC-1423-EE23-F565-13FBAA8AED6D}"/>
              </a:ext>
            </a:extLst>
          </p:cNvPr>
          <p:cNvSpPr txBox="1"/>
          <p:nvPr/>
        </p:nvSpPr>
        <p:spPr>
          <a:xfrm flipH="1">
            <a:off x="767741" y="920208"/>
            <a:ext cx="738664" cy="2599369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36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XX部分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1C4F29F5-1D70-58FF-A660-E052EFC703D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465207" y="861256"/>
            <a:ext cx="440120" cy="503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47D01A-06D7-E814-86D4-B28111BB5212}"/>
              </a:ext>
            </a:extLst>
          </p:cNvPr>
          <p:cNvSpPr txBox="1"/>
          <p:nvPr/>
        </p:nvSpPr>
        <p:spPr>
          <a:xfrm>
            <a:off x="1691196" y="143545"/>
            <a:ext cx="1538883" cy="6252861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800" spc="-300" dirty="0">
                <a:ln w="889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添加标题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80D248D-3CD8-AFA8-8EF2-53DF25051750}"/>
              </a:ext>
            </a:extLst>
          </p:cNvPr>
          <p:cNvPicPr>
            <a:picLocks noChangeAspect="1"/>
          </p:cNvPicPr>
          <p:nvPr/>
        </p:nvPicPr>
        <p:blipFill>
          <a:blip r:embed="R30eb44d0ffc74c7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37" y="3841594"/>
            <a:ext cx="1653132" cy="123984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9C18A11-4792-BDDD-FE60-2E29BE330B68}"/>
              </a:ext>
            </a:extLst>
          </p:cNvPr>
          <p:cNvPicPr>
            <a:picLocks noChangeAspect="1"/>
          </p:cNvPicPr>
          <p:nvPr/>
        </p:nvPicPr>
        <p:blipFill>
          <a:blip r:embed="R6ed5f1dd01fc45a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13959">
            <a:off x="-607697" y="5296614"/>
            <a:ext cx="3059429" cy="227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1.5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1.5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0.8111303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-0.0629388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1.1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*1.1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-0.02157867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0.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8" grpId="0"/>
      <p:bldP spid="19" grpId="0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7436-048F-2F6B-3250-B9533DA6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AC8F1541-5AA1-0B81-24C8-B9026AAD7C73}"/>
              </a:ext>
            </a:extLst>
          </p:cNvPr>
          <p:cNvPicPr>
            <a:picLocks noChangeAspect="1"/>
          </p:cNvPicPr>
          <p:nvPr/>
        </p:nvPicPr>
        <p:blipFill>
          <a:blip r:embed="R9556fde468984e5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" y="0"/>
            <a:ext cx="9119292" cy="6858000"/>
          </a:xfrm>
          <a:custGeom>
            <a:avLst/>
            <a:gdLst>
              <a:gd name="connsiteX0" fmla="*/ 9119292 w 9119292"/>
              <a:gd name="connsiteY0" fmla="*/ 0 h 6858000"/>
              <a:gd name="connsiteX1" fmla="*/ 0 w 9119292"/>
              <a:gd name="connsiteY1" fmla="*/ 0 h 6858000"/>
              <a:gd name="connsiteX2" fmla="*/ 0 w 9119292"/>
              <a:gd name="connsiteY2" fmla="*/ 6858000 h 6858000"/>
              <a:gd name="connsiteX3" fmla="*/ 9119292 w 91192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9292" h="6858000">
                <a:moveTo>
                  <a:pt x="9119292" y="0"/>
                </a:moveTo>
                <a:lnTo>
                  <a:pt x="0" y="0"/>
                </a:lnTo>
                <a:lnTo>
                  <a:pt x="0" y="6858000"/>
                </a:lnTo>
                <a:lnTo>
                  <a:pt x="9119292" y="6858000"/>
                </a:lnTo>
                <a:close/>
              </a:path>
            </a:pathLst>
          </a:cu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9F8CE88B-6D56-5C3E-CB57-1F0835B61339}"/>
              </a:ext>
            </a:extLst>
          </p:cNvPr>
          <p:cNvSpPr/>
          <p:nvPr/>
        </p:nvSpPr>
        <p:spPr>
          <a:xfrm>
            <a:off x="7295323" y="0"/>
            <a:ext cx="4896677" cy="7215534"/>
          </a:xfrm>
          <a:prstGeom prst="rect">
            <a:avLst/>
          </a:prstGeom>
          <a:solidFill>
            <a:srgbClr val="A108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2E9B7F-FA91-80B2-FB78-F575B2EAA1D8}"/>
              </a:ext>
            </a:extLst>
          </p:cNvPr>
          <p:cNvSpPr txBox="1"/>
          <p:nvPr/>
        </p:nvSpPr>
        <p:spPr>
          <a:xfrm>
            <a:off x="8505480" y="1147488"/>
            <a:ext cx="2675141" cy="393338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A0663D4-25E6-5AAC-14BC-E44EC2850199}"/>
              </a:ext>
            </a:extLst>
          </p:cNvPr>
          <p:cNvPicPr>
            <a:picLocks noChangeAspect="1"/>
          </p:cNvPicPr>
          <p:nvPr/>
        </p:nvPicPr>
        <p:blipFill>
          <a:blip r:embed="R1b29f131ff9e453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577945"/>
            <a:ext cx="12192000" cy="16375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3FA00B-68F1-392B-0F96-D20AE20B443D}"/>
              </a:ext>
            </a:extLst>
          </p:cNvPr>
          <p:cNvPicPr>
            <a:picLocks noChangeAspect="1"/>
          </p:cNvPicPr>
          <p:nvPr/>
        </p:nvPicPr>
        <p:blipFill>
          <a:blip r:embed="R89fd616fb9b64e3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-515611" y="0"/>
            <a:ext cx="6200792" cy="465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7BA48CC-A117-060E-BE96-07FD2BA10B92}"/>
              </a:ext>
            </a:extLst>
          </p:cNvPr>
          <p:cNvSpPr/>
          <p:nvPr/>
        </p:nvSpPr>
        <p:spPr>
          <a:xfrm>
            <a:off x="996707" y="2012395"/>
            <a:ext cx="594021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2EB0330-C2F3-5FE0-7D62-5A93391BD051}"/>
              </a:ext>
            </a:extLst>
          </p:cNvPr>
          <p:cNvGrpSpPr/>
          <p:nvPr/>
        </p:nvGrpSpPr>
        <p:grpSpPr>
          <a:xfrm>
            <a:off x="996707" y="1287877"/>
            <a:ext cx="10175777" cy="4676490"/>
            <a:chOff x="996706" y="1287877"/>
            <a:chExt cx="10175777" cy="4676490"/>
          </a:xfrm>
          <a:blipFill>
            <a:blip r:embed="R14603fc80c124cf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11D7A93-CAD7-E074-286E-8AB2D5671713}"/>
                </a:ext>
              </a:extLst>
            </p:cNvPr>
            <p:cNvSpPr/>
            <p:nvPr/>
          </p:nvSpPr>
          <p:spPr>
            <a:xfrm>
              <a:off x="8320467" y="1287877"/>
              <a:ext cx="2852016" cy="23774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FC39829-F767-AABC-67D2-0F9B38800104}"/>
                </a:ext>
              </a:extLst>
            </p:cNvPr>
            <p:cNvSpPr/>
            <p:nvPr/>
          </p:nvSpPr>
          <p:spPr>
            <a:xfrm>
              <a:off x="996706" y="3899250"/>
              <a:ext cx="4535414" cy="20651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1A41AAC-84FF-B3D4-5C79-615EC4ECA211}"/>
                </a:ext>
              </a:extLst>
            </p:cNvPr>
            <p:cNvSpPr/>
            <p:nvPr/>
          </p:nvSpPr>
          <p:spPr>
            <a:xfrm>
              <a:off x="5958889" y="3899250"/>
              <a:ext cx="5213594" cy="20651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8390F6B9-071D-9880-187D-5DB2272239FE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686D25-E0DC-54D1-FB17-4F2A701A8849}"/>
                </a:ext>
              </a:extLst>
            </p:cNvPr>
            <p:cNvPicPr>
              <a:picLocks noChangeAspect="1"/>
            </p:cNvPicPr>
            <p:nvPr/>
          </p:nvPicPr>
          <p:blipFill>
            <a:blip r:embed="Rc47a1e7859d544dc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E17F3EE-7A8D-63AE-763A-B44D0953BE4E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72A7CFD1-8706-E2BA-AB45-017EC5C335B4}"/>
                </a:ext>
              </a:extLst>
            </p:cNvPr>
            <p:cNvPicPr>
              <a:picLocks noChangeAspect="1"/>
            </p:cNvPicPr>
            <p:nvPr/>
          </p:nvPicPr>
          <p:blipFill>
            <a:blip r:embed="R1e883d935663468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615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FDEE3FC9-4228-F775-A0D1-E4A9AB78F7E0}"/>
              </a:ext>
            </a:extLst>
          </p:cNvPr>
          <p:cNvSpPr/>
          <p:nvPr/>
        </p:nvSpPr>
        <p:spPr>
          <a:xfrm>
            <a:off x="769228" y="1994360"/>
            <a:ext cx="5517272" cy="3301079"/>
          </a:xfrm>
          <a:prstGeom prst="roundRect">
            <a:avLst>
              <a:gd name="adj" fmla="val 83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A4D6F93-FADE-419A-B1D2-293DFDB1C30C}"/>
              </a:ext>
            </a:extLst>
          </p:cNvPr>
          <p:cNvSpPr/>
          <p:nvPr/>
        </p:nvSpPr>
        <p:spPr>
          <a:xfrm>
            <a:off x="1641195" y="2612342"/>
            <a:ext cx="377333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bg1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pic>
        <p:nvPicPr>
          <p:cNvPr id="5" name="图片占位符 5">
            <a:extLst>
              <a:ext uri="{FF2B5EF4-FFF2-40B4-BE49-F238E27FC236}">
                <a16:creationId xmlns:a16="http://schemas.microsoft.com/office/drawing/2014/main" id="{B7FA8BD5-0D2B-014E-9FBF-D8CEC09577AD}"/>
              </a:ext>
            </a:extLst>
          </p:cNvPr>
          <p:cNvPicPr>
            <a:picLocks noChangeAspect="1"/>
          </p:cNvPicPr>
          <p:nvPr/>
        </p:nvPicPr>
        <p:blipFill>
          <a:blip r:embed="R0b89595c6446478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2386" y="1875181"/>
            <a:ext cx="4056983" cy="3817733"/>
          </a:xfrm>
          <a:custGeom>
            <a:avLst/>
            <a:gdLst>
              <a:gd name="connsiteX0" fmla="*/ 4766570 w 5396570"/>
              <a:gd name="connsiteY0" fmla="*/ 3918856 h 5178856"/>
              <a:gd name="connsiteX1" fmla="*/ 5396570 w 5396570"/>
              <a:gd name="connsiteY1" fmla="*/ 4548856 h 5178856"/>
              <a:gd name="connsiteX2" fmla="*/ 4766570 w 5396570"/>
              <a:gd name="connsiteY2" fmla="*/ 5178856 h 5178856"/>
              <a:gd name="connsiteX3" fmla="*/ 4136570 w 5396570"/>
              <a:gd name="connsiteY3" fmla="*/ 4548856 h 5178856"/>
              <a:gd name="connsiteX4" fmla="*/ 4766570 w 5396570"/>
              <a:gd name="connsiteY4" fmla="*/ 3918856 h 5178856"/>
              <a:gd name="connsiteX5" fmla="*/ 2698285 w 5396570"/>
              <a:gd name="connsiteY5" fmla="*/ 3918856 h 5178856"/>
              <a:gd name="connsiteX6" fmla="*/ 3328285 w 5396570"/>
              <a:gd name="connsiteY6" fmla="*/ 4548856 h 5178856"/>
              <a:gd name="connsiteX7" fmla="*/ 2698285 w 5396570"/>
              <a:gd name="connsiteY7" fmla="*/ 5178856 h 5178856"/>
              <a:gd name="connsiteX8" fmla="*/ 2068285 w 5396570"/>
              <a:gd name="connsiteY8" fmla="*/ 4548856 h 5178856"/>
              <a:gd name="connsiteX9" fmla="*/ 2698285 w 5396570"/>
              <a:gd name="connsiteY9" fmla="*/ 3918856 h 5178856"/>
              <a:gd name="connsiteX10" fmla="*/ 630000 w 5396570"/>
              <a:gd name="connsiteY10" fmla="*/ 3918856 h 5178856"/>
              <a:gd name="connsiteX11" fmla="*/ 1260000 w 5396570"/>
              <a:gd name="connsiteY11" fmla="*/ 4548856 h 5178856"/>
              <a:gd name="connsiteX12" fmla="*/ 630000 w 5396570"/>
              <a:gd name="connsiteY12" fmla="*/ 5178856 h 5178856"/>
              <a:gd name="connsiteX13" fmla="*/ 0 w 5396570"/>
              <a:gd name="connsiteY13" fmla="*/ 4548856 h 5178856"/>
              <a:gd name="connsiteX14" fmla="*/ 630000 w 5396570"/>
              <a:gd name="connsiteY14" fmla="*/ 3918856 h 5178856"/>
              <a:gd name="connsiteX15" fmla="*/ 4766570 w 5396570"/>
              <a:gd name="connsiteY15" fmla="*/ 1959428 h 5178856"/>
              <a:gd name="connsiteX16" fmla="*/ 5396570 w 5396570"/>
              <a:gd name="connsiteY16" fmla="*/ 2589428 h 5178856"/>
              <a:gd name="connsiteX17" fmla="*/ 4766570 w 5396570"/>
              <a:gd name="connsiteY17" fmla="*/ 3219428 h 5178856"/>
              <a:gd name="connsiteX18" fmla="*/ 4136570 w 5396570"/>
              <a:gd name="connsiteY18" fmla="*/ 2589428 h 5178856"/>
              <a:gd name="connsiteX19" fmla="*/ 4766570 w 5396570"/>
              <a:gd name="connsiteY19" fmla="*/ 1959428 h 5178856"/>
              <a:gd name="connsiteX20" fmla="*/ 2698285 w 5396570"/>
              <a:gd name="connsiteY20" fmla="*/ 1959428 h 5178856"/>
              <a:gd name="connsiteX21" fmla="*/ 3328285 w 5396570"/>
              <a:gd name="connsiteY21" fmla="*/ 2589428 h 5178856"/>
              <a:gd name="connsiteX22" fmla="*/ 2698285 w 5396570"/>
              <a:gd name="connsiteY22" fmla="*/ 3219428 h 5178856"/>
              <a:gd name="connsiteX23" fmla="*/ 2068285 w 5396570"/>
              <a:gd name="connsiteY23" fmla="*/ 2589428 h 5178856"/>
              <a:gd name="connsiteX24" fmla="*/ 2698285 w 5396570"/>
              <a:gd name="connsiteY24" fmla="*/ 1959428 h 5178856"/>
              <a:gd name="connsiteX25" fmla="*/ 630000 w 5396570"/>
              <a:gd name="connsiteY25" fmla="*/ 1959428 h 5178856"/>
              <a:gd name="connsiteX26" fmla="*/ 1260000 w 5396570"/>
              <a:gd name="connsiteY26" fmla="*/ 2589428 h 5178856"/>
              <a:gd name="connsiteX27" fmla="*/ 630000 w 5396570"/>
              <a:gd name="connsiteY27" fmla="*/ 3219428 h 5178856"/>
              <a:gd name="connsiteX28" fmla="*/ 0 w 5396570"/>
              <a:gd name="connsiteY28" fmla="*/ 2589428 h 5178856"/>
              <a:gd name="connsiteX29" fmla="*/ 630000 w 5396570"/>
              <a:gd name="connsiteY29" fmla="*/ 1959428 h 5178856"/>
              <a:gd name="connsiteX30" fmla="*/ 630001 w 5396570"/>
              <a:gd name="connsiteY30" fmla="*/ 1 h 5178856"/>
              <a:gd name="connsiteX31" fmla="*/ 1260000 w 5396570"/>
              <a:gd name="connsiteY31" fmla="*/ 630001 h 5178856"/>
              <a:gd name="connsiteX32" fmla="*/ 630001 w 5396570"/>
              <a:gd name="connsiteY32" fmla="*/ 1260000 h 5178856"/>
              <a:gd name="connsiteX33" fmla="*/ 1 w 5396570"/>
              <a:gd name="connsiteY33" fmla="*/ 630001 h 5178856"/>
              <a:gd name="connsiteX34" fmla="*/ 630001 w 5396570"/>
              <a:gd name="connsiteY34" fmla="*/ 1 h 5178856"/>
              <a:gd name="connsiteX35" fmla="*/ 2698285 w 5396570"/>
              <a:gd name="connsiteY35" fmla="*/ 0 h 5178856"/>
              <a:gd name="connsiteX36" fmla="*/ 3328285 w 5396570"/>
              <a:gd name="connsiteY36" fmla="*/ 630001 h 5178856"/>
              <a:gd name="connsiteX37" fmla="*/ 2698285 w 5396570"/>
              <a:gd name="connsiteY37" fmla="*/ 1260000 h 5178856"/>
              <a:gd name="connsiteX38" fmla="*/ 2068285 w 5396570"/>
              <a:gd name="connsiteY38" fmla="*/ 630001 h 5178856"/>
              <a:gd name="connsiteX39" fmla="*/ 2698285 w 5396570"/>
              <a:gd name="connsiteY39" fmla="*/ 0 h 5178856"/>
              <a:gd name="connsiteX40" fmla="*/ 4766570 w 5396570"/>
              <a:gd name="connsiteY40" fmla="*/ 0 h 5178856"/>
              <a:gd name="connsiteX41" fmla="*/ 5396570 w 5396570"/>
              <a:gd name="connsiteY41" fmla="*/ 630001 h 5178856"/>
              <a:gd name="connsiteX42" fmla="*/ 4766570 w 5396570"/>
              <a:gd name="connsiteY42" fmla="*/ 1260000 h 5178856"/>
              <a:gd name="connsiteX43" fmla="*/ 4136570 w 5396570"/>
              <a:gd name="connsiteY43" fmla="*/ 630001 h 5178856"/>
              <a:gd name="connsiteX44" fmla="*/ 4766570 w 5396570"/>
              <a:gd name="connsiteY44" fmla="*/ 0 h 5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5396570" h="5178856">
                <a:moveTo>
                  <a:pt x="4766570" y="3918856"/>
                </a:moveTo>
                <a:cubicBezTo>
                  <a:pt x="5114509" y="3918856"/>
                  <a:pt x="5396570" y="4200917"/>
                  <a:pt x="5396570" y="4548856"/>
                </a:cubicBezTo>
                <a:cubicBezTo>
                  <a:pt x="5396570" y="4896795"/>
                  <a:pt x="5114509" y="5178856"/>
                  <a:pt x="4766570" y="5178856"/>
                </a:cubicBezTo>
                <a:cubicBezTo>
                  <a:pt x="4418631" y="5178856"/>
                  <a:pt x="4136570" y="4896795"/>
                  <a:pt x="4136570" y="4548856"/>
                </a:cubicBezTo>
                <a:cubicBezTo>
                  <a:pt x="4136570" y="4200917"/>
                  <a:pt x="4418631" y="3918856"/>
                  <a:pt x="4766570" y="3918856"/>
                </a:cubicBezTo>
                <a:close/>
                <a:moveTo>
                  <a:pt x="2698285" y="3918856"/>
                </a:moveTo>
                <a:cubicBezTo>
                  <a:pt x="3046224" y="3918856"/>
                  <a:pt x="3328285" y="4200917"/>
                  <a:pt x="3328285" y="4548856"/>
                </a:cubicBezTo>
                <a:cubicBezTo>
                  <a:pt x="3328285" y="4896795"/>
                  <a:pt x="3046224" y="5178856"/>
                  <a:pt x="2698285" y="5178856"/>
                </a:cubicBezTo>
                <a:cubicBezTo>
                  <a:pt x="2350346" y="5178856"/>
                  <a:pt x="2068285" y="4896795"/>
                  <a:pt x="2068285" y="4548856"/>
                </a:cubicBezTo>
                <a:cubicBezTo>
                  <a:pt x="2068285" y="4200917"/>
                  <a:pt x="2350346" y="3918856"/>
                  <a:pt x="2698285" y="3918856"/>
                </a:cubicBezTo>
                <a:close/>
                <a:moveTo>
                  <a:pt x="630000" y="3918856"/>
                </a:moveTo>
                <a:cubicBezTo>
                  <a:pt x="977939" y="3918856"/>
                  <a:pt x="1260000" y="4200917"/>
                  <a:pt x="1260000" y="4548856"/>
                </a:cubicBezTo>
                <a:cubicBezTo>
                  <a:pt x="1260000" y="4896795"/>
                  <a:pt x="977939" y="5178856"/>
                  <a:pt x="630000" y="5178856"/>
                </a:cubicBezTo>
                <a:cubicBezTo>
                  <a:pt x="282061" y="5178856"/>
                  <a:pt x="0" y="4896795"/>
                  <a:pt x="0" y="4548856"/>
                </a:cubicBezTo>
                <a:cubicBezTo>
                  <a:pt x="0" y="4200917"/>
                  <a:pt x="282061" y="3918856"/>
                  <a:pt x="630000" y="3918856"/>
                </a:cubicBezTo>
                <a:close/>
                <a:moveTo>
                  <a:pt x="4766570" y="1959428"/>
                </a:moveTo>
                <a:cubicBezTo>
                  <a:pt x="5114509" y="1959428"/>
                  <a:pt x="5396570" y="2241489"/>
                  <a:pt x="5396570" y="2589428"/>
                </a:cubicBezTo>
                <a:cubicBezTo>
                  <a:pt x="5396570" y="2937367"/>
                  <a:pt x="5114509" y="3219428"/>
                  <a:pt x="4766570" y="3219428"/>
                </a:cubicBezTo>
                <a:cubicBezTo>
                  <a:pt x="4418631" y="3219428"/>
                  <a:pt x="4136570" y="2937367"/>
                  <a:pt x="4136570" y="2589428"/>
                </a:cubicBezTo>
                <a:cubicBezTo>
                  <a:pt x="4136570" y="2241489"/>
                  <a:pt x="4418631" y="1959428"/>
                  <a:pt x="4766570" y="1959428"/>
                </a:cubicBezTo>
                <a:close/>
                <a:moveTo>
                  <a:pt x="2698285" y="1959428"/>
                </a:moveTo>
                <a:cubicBezTo>
                  <a:pt x="3046224" y="1959428"/>
                  <a:pt x="3328285" y="2241489"/>
                  <a:pt x="3328285" y="2589428"/>
                </a:cubicBezTo>
                <a:cubicBezTo>
                  <a:pt x="3328285" y="2937367"/>
                  <a:pt x="3046224" y="3219428"/>
                  <a:pt x="2698285" y="3219428"/>
                </a:cubicBezTo>
                <a:cubicBezTo>
                  <a:pt x="2350346" y="3219428"/>
                  <a:pt x="2068285" y="2937367"/>
                  <a:pt x="2068285" y="2589428"/>
                </a:cubicBezTo>
                <a:cubicBezTo>
                  <a:pt x="2068285" y="2241489"/>
                  <a:pt x="2350346" y="1959428"/>
                  <a:pt x="2698285" y="1959428"/>
                </a:cubicBezTo>
                <a:close/>
                <a:moveTo>
                  <a:pt x="630000" y="1959428"/>
                </a:moveTo>
                <a:cubicBezTo>
                  <a:pt x="977939" y="1959428"/>
                  <a:pt x="1260000" y="2241489"/>
                  <a:pt x="1260000" y="2589428"/>
                </a:cubicBezTo>
                <a:cubicBezTo>
                  <a:pt x="1260000" y="2937367"/>
                  <a:pt x="977939" y="3219428"/>
                  <a:pt x="630000" y="3219428"/>
                </a:cubicBezTo>
                <a:cubicBezTo>
                  <a:pt x="282061" y="3219428"/>
                  <a:pt x="0" y="2937367"/>
                  <a:pt x="0" y="2589428"/>
                </a:cubicBezTo>
                <a:cubicBezTo>
                  <a:pt x="0" y="2241489"/>
                  <a:pt x="282061" y="1959428"/>
                  <a:pt x="630000" y="1959428"/>
                </a:cubicBezTo>
                <a:close/>
                <a:moveTo>
                  <a:pt x="630001" y="1"/>
                </a:moveTo>
                <a:cubicBezTo>
                  <a:pt x="977939" y="1"/>
                  <a:pt x="1260000" y="282061"/>
                  <a:pt x="1260000" y="630001"/>
                </a:cubicBezTo>
                <a:cubicBezTo>
                  <a:pt x="1260000" y="977940"/>
                  <a:pt x="977939" y="1260000"/>
                  <a:pt x="630001" y="1260000"/>
                </a:cubicBezTo>
                <a:cubicBezTo>
                  <a:pt x="282062" y="1260000"/>
                  <a:pt x="1" y="977940"/>
                  <a:pt x="1" y="630001"/>
                </a:cubicBezTo>
                <a:cubicBezTo>
                  <a:pt x="1" y="282061"/>
                  <a:pt x="282062" y="1"/>
                  <a:pt x="630001" y="1"/>
                </a:cubicBezTo>
                <a:close/>
                <a:moveTo>
                  <a:pt x="2698285" y="0"/>
                </a:moveTo>
                <a:cubicBezTo>
                  <a:pt x="3046224" y="0"/>
                  <a:pt x="3328285" y="282061"/>
                  <a:pt x="3328285" y="630001"/>
                </a:cubicBezTo>
                <a:cubicBezTo>
                  <a:pt x="3328285" y="977940"/>
                  <a:pt x="3046224" y="1260000"/>
                  <a:pt x="2698285" y="1260000"/>
                </a:cubicBezTo>
                <a:cubicBezTo>
                  <a:pt x="2350346" y="1260000"/>
                  <a:pt x="2068285" y="977940"/>
                  <a:pt x="2068285" y="630001"/>
                </a:cubicBezTo>
                <a:cubicBezTo>
                  <a:pt x="2068285" y="282061"/>
                  <a:pt x="2350346" y="0"/>
                  <a:pt x="2698285" y="0"/>
                </a:cubicBezTo>
                <a:close/>
                <a:moveTo>
                  <a:pt x="4766570" y="0"/>
                </a:moveTo>
                <a:cubicBezTo>
                  <a:pt x="5114509" y="0"/>
                  <a:pt x="5396570" y="282061"/>
                  <a:pt x="5396570" y="630001"/>
                </a:cubicBezTo>
                <a:cubicBezTo>
                  <a:pt x="5396570" y="977939"/>
                  <a:pt x="5114509" y="1260000"/>
                  <a:pt x="4766570" y="1260000"/>
                </a:cubicBezTo>
                <a:cubicBezTo>
                  <a:pt x="4418631" y="1260000"/>
                  <a:pt x="4136570" y="977939"/>
                  <a:pt x="4136570" y="630001"/>
                </a:cubicBezTo>
                <a:cubicBezTo>
                  <a:pt x="4136570" y="282061"/>
                  <a:pt x="4418631" y="0"/>
                  <a:pt x="4766570" y="0"/>
                </a:cubicBezTo>
                <a:close/>
              </a:path>
            </a:pathLst>
          </a:custGeom>
          <a:effectLst>
            <a:outerShdw blurRad="50800" dist="50800" dir="5400000" sx="102000" sy="102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07F4AE8-4653-BBAC-E861-B936FAF5DBE9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D083B0A-3AE9-2583-A30D-501C957C85D8}"/>
                </a:ext>
              </a:extLst>
            </p:cNvPr>
            <p:cNvPicPr>
              <a:picLocks noChangeAspect="1"/>
            </p:cNvPicPr>
            <p:nvPr/>
          </p:nvPicPr>
          <p:blipFill>
            <a:blip r:embed="Rade120dbd18742f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18AEDAC-F770-C7F3-79A1-78941133FFC2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B67282B-797A-EB02-EB37-6179CF100666}"/>
                </a:ext>
              </a:extLst>
            </p:cNvPr>
            <p:cNvPicPr>
              <a:picLocks noChangeAspect="1"/>
            </p:cNvPicPr>
            <p:nvPr/>
          </p:nvPicPr>
          <p:blipFill>
            <a:blip r:embed="Rbe5d47c10b92465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10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9859CA-8826-5D15-236D-8E6AEB6A2408}"/>
              </a:ext>
            </a:extLst>
          </p:cNvPr>
          <p:cNvSpPr/>
          <p:nvPr/>
        </p:nvSpPr>
        <p:spPr>
          <a:xfrm>
            <a:off x="3176058" y="2456191"/>
            <a:ext cx="588560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E925A6D-94BB-F798-A681-15B5AD24C9DD}"/>
              </a:ext>
            </a:extLst>
          </p:cNvPr>
          <p:cNvGrpSpPr/>
          <p:nvPr/>
        </p:nvGrpSpPr>
        <p:grpSpPr>
          <a:xfrm>
            <a:off x="1280161" y="1717675"/>
            <a:ext cx="9624060" cy="3777546"/>
            <a:chOff x="6358246" y="1534795"/>
            <a:chExt cx="4614554" cy="3777546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56382669-4505-4A07-E82C-DD9B4E48FF0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246" y="1534795"/>
              <a:ext cx="46145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EDAECE03-CA65-3B24-E886-71543D86AC61}"/>
                </a:ext>
              </a:extLst>
            </p:cNvPr>
            <p:cNvCxnSpPr>
              <a:cxnSpLocks/>
            </p:cNvCxnSpPr>
            <p:nvPr/>
          </p:nvCxnSpPr>
          <p:spPr>
            <a:xfrm>
              <a:off x="6358246" y="5312341"/>
              <a:ext cx="46145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B32DFBA-8D5E-A6D7-251D-19B7EFF53CC1}"/>
              </a:ext>
            </a:extLst>
          </p:cNvPr>
          <p:cNvGrpSpPr/>
          <p:nvPr/>
        </p:nvGrpSpPr>
        <p:grpSpPr>
          <a:xfrm>
            <a:off x="758338" y="2018113"/>
            <a:ext cx="10717383" cy="3176670"/>
            <a:chOff x="-44767" y="2086693"/>
            <a:chExt cx="11263411" cy="3176670"/>
          </a:xfrm>
          <a:blipFill dpi="0" rotWithShape="1">
            <a:blip r:embed="Ra517e44bd6bc4a2a"/>
            <a:srcRect/>
            <a:stretch>
              <a:fillRect/>
            </a:stretch>
          </a:blipFill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F59E3D4-18B6-1FF4-DA05-CD7BFAFF29A9}"/>
                </a:ext>
              </a:extLst>
            </p:cNvPr>
            <p:cNvSpPr/>
            <p:nvPr/>
          </p:nvSpPr>
          <p:spPr>
            <a:xfrm>
              <a:off x="-44767" y="2086693"/>
              <a:ext cx="2244616" cy="31766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E8454F8-DFAE-9727-AFE0-CB0CCB1F0A15}"/>
                </a:ext>
              </a:extLst>
            </p:cNvPr>
            <p:cNvSpPr/>
            <p:nvPr/>
          </p:nvSpPr>
          <p:spPr>
            <a:xfrm>
              <a:off x="8974028" y="2086693"/>
              <a:ext cx="2244616" cy="317667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/>
                <a:ea typeface="微软雅黑"/>
                <a:sym typeface="Times New Roman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805F4EC-6589-9175-19E2-973755D4A270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26A59EB-9A51-E44B-11D6-AD7BA0F1ACC7}"/>
                </a:ext>
              </a:extLst>
            </p:cNvPr>
            <p:cNvPicPr>
              <a:picLocks noChangeAspect="1"/>
            </p:cNvPicPr>
            <p:nvPr/>
          </p:nvPicPr>
          <p:blipFill>
            <a:blip r:embed="R2fcb69b3b322483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1EAA847-420D-AA5B-6DA2-5C3FD5638CAF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8F619A8-3B8A-A4F4-7971-DC2058FC73DA}"/>
                </a:ext>
              </a:extLst>
            </p:cNvPr>
            <p:cNvPicPr>
              <a:picLocks noChangeAspect="1"/>
            </p:cNvPicPr>
            <p:nvPr/>
          </p:nvPicPr>
          <p:blipFill>
            <a:blip r:embed="R8d3faa9bb320438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7724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466D6CE-4C20-7B2F-90CC-5B180C402D38}"/>
              </a:ext>
            </a:extLst>
          </p:cNvPr>
          <p:cNvSpPr/>
          <p:nvPr/>
        </p:nvSpPr>
        <p:spPr>
          <a:xfrm flipH="1">
            <a:off x="297871" y="1913630"/>
            <a:ext cx="11608379" cy="3636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A4D6F93-FADE-419A-B1D2-293DFDB1C30C}"/>
              </a:ext>
            </a:extLst>
          </p:cNvPr>
          <p:cNvSpPr/>
          <p:nvPr/>
        </p:nvSpPr>
        <p:spPr>
          <a:xfrm>
            <a:off x="5482245" y="2374452"/>
            <a:ext cx="584820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bg1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EBE1B3DE-8577-E2B9-0039-75A979D080F4}"/>
              </a:ext>
            </a:extLst>
          </p:cNvPr>
          <p:cNvSpPr/>
          <p:nvPr/>
        </p:nvSpPr>
        <p:spPr>
          <a:xfrm>
            <a:off x="1074667" y="1335550"/>
            <a:ext cx="3630783" cy="4826548"/>
          </a:xfrm>
          <a:prstGeom prst="round2DiagRect">
            <a:avLst>
              <a:gd name="adj1" fmla="val 22334"/>
              <a:gd name="adj2" fmla="val 0"/>
            </a:avLst>
          </a:prstGeom>
          <a:blipFill dpi="0" rotWithShape="1">
            <a:blip r:embed="R65224207362c4d0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F462DD-FC51-C53F-A4A5-8734E524038F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F4E21FC-F160-A831-9988-527FE55B1AC9}"/>
                </a:ext>
              </a:extLst>
            </p:cNvPr>
            <p:cNvPicPr>
              <a:picLocks noChangeAspect="1"/>
            </p:cNvPicPr>
            <p:nvPr/>
          </p:nvPicPr>
          <p:blipFill>
            <a:blip r:embed="R4f3d2923c52a4da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CCA9CA7-E545-1494-C9F1-0DF489173A74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DC5DC6-F9F7-196D-47B5-EA9EB4768E44}"/>
                </a:ext>
              </a:extLst>
            </p:cNvPr>
            <p:cNvPicPr>
              <a:picLocks noChangeAspect="1"/>
            </p:cNvPicPr>
            <p:nvPr/>
          </p:nvPicPr>
          <p:blipFill>
            <a:blip r:embed="R76c97f3cbc9a4e7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745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243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BB86-08C1-56DC-F955-3B09634C4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872E68B6-209B-8347-24F8-7E880E8806D7}"/>
              </a:ext>
            </a:extLst>
          </p:cNvPr>
          <p:cNvPicPr>
            <a:picLocks noChangeAspect="1"/>
          </p:cNvPicPr>
          <p:nvPr/>
        </p:nvPicPr>
        <p:blipFill>
          <a:blip r:embed="Rae5aabc1e82441db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1" y="-2666999"/>
            <a:ext cx="6857998" cy="12192000"/>
          </a:xfrm>
          <a:custGeom>
            <a:avLst/>
            <a:gdLst>
              <a:gd name="connsiteX0" fmla="*/ 0 w 6857998"/>
              <a:gd name="connsiteY0" fmla="*/ 12192000 h 12192000"/>
              <a:gd name="connsiteX1" fmla="*/ 0 w 6857998"/>
              <a:gd name="connsiteY1" fmla="*/ 0 h 12192000"/>
              <a:gd name="connsiteX2" fmla="*/ 6857998 w 6857998"/>
              <a:gd name="connsiteY2" fmla="*/ 0 h 12192000"/>
              <a:gd name="connsiteX3" fmla="*/ 6857998 w 6857998"/>
              <a:gd name="connsiteY3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8" h="12192000">
                <a:moveTo>
                  <a:pt x="0" y="12192000"/>
                </a:moveTo>
                <a:lnTo>
                  <a:pt x="0" y="0"/>
                </a:lnTo>
                <a:lnTo>
                  <a:pt x="6857998" y="0"/>
                </a:lnTo>
                <a:lnTo>
                  <a:pt x="6857998" y="12192000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8388143-4B0B-29E7-1389-C0A7012ED0BD}"/>
              </a:ext>
            </a:extLst>
          </p:cNvPr>
          <p:cNvPicPr>
            <a:picLocks noChangeAspect="1"/>
          </p:cNvPicPr>
          <p:nvPr/>
        </p:nvPicPr>
        <p:blipFill>
          <a:blip r:embed="R9af831753fca47c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EDDA4B-3C26-E620-EC8B-6B9BF82AE834}"/>
              </a:ext>
            </a:extLst>
          </p:cNvPr>
          <p:cNvPicPr>
            <a:picLocks noChangeAspect="1"/>
          </p:cNvPicPr>
          <p:nvPr/>
        </p:nvPicPr>
        <p:blipFill>
          <a:blip r:embed="Rd2b82bbe2cc844d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8327" y="379674"/>
            <a:ext cx="6531491" cy="65304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5D364C1-E429-C8D0-96E1-EDA5E4FB7BE3}"/>
              </a:ext>
            </a:extLst>
          </p:cNvPr>
          <p:cNvPicPr>
            <a:picLocks noChangeAspect="1"/>
          </p:cNvPicPr>
          <p:nvPr/>
        </p:nvPicPr>
        <p:blipFill>
          <a:blip r:embed="R4fea7c837caf4c9c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584AB72-85D4-8623-E58C-9DB65F97C5F9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89F882-D6A6-0BD9-EF37-B56700F184B8}"/>
              </a:ext>
            </a:extLst>
          </p:cNvPr>
          <p:cNvSpPr txBox="1"/>
          <p:nvPr/>
        </p:nvSpPr>
        <p:spPr>
          <a:xfrm flipH="1">
            <a:off x="767741" y="920208"/>
            <a:ext cx="738664" cy="2599369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36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第二部分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D2ADF173-C41A-3461-2FA1-D7B89B135B7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465207" y="861256"/>
            <a:ext cx="440120" cy="503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6B3E4D-0FB5-599D-042F-CB64F3A177C1}"/>
              </a:ext>
            </a:extLst>
          </p:cNvPr>
          <p:cNvSpPr txBox="1"/>
          <p:nvPr/>
        </p:nvSpPr>
        <p:spPr>
          <a:xfrm>
            <a:off x="1691196" y="143545"/>
            <a:ext cx="1538883" cy="6252861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800" spc="-300" dirty="0">
                <a:ln w="889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添加标题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CB8ED36-5C41-9629-E5D0-D2698E28070F}"/>
              </a:ext>
            </a:extLst>
          </p:cNvPr>
          <p:cNvPicPr>
            <a:picLocks noChangeAspect="1"/>
          </p:cNvPicPr>
          <p:nvPr/>
        </p:nvPicPr>
        <p:blipFill>
          <a:blip r:embed="Ref2b35be47ca48c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37" y="3841594"/>
            <a:ext cx="1653132" cy="123984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8A4CE59-5130-52ED-B9B1-CBD58C050B4B}"/>
              </a:ext>
            </a:extLst>
          </p:cNvPr>
          <p:cNvPicPr>
            <a:picLocks noChangeAspect="1"/>
          </p:cNvPicPr>
          <p:nvPr/>
        </p:nvPicPr>
        <p:blipFill>
          <a:blip r:embed="Re1c78a218c5845f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13959">
            <a:off x="-607697" y="5296614"/>
            <a:ext cx="3059429" cy="227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1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2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C9A9D4D-F858-0D35-57C0-FFFDEA2684C3}"/>
              </a:ext>
            </a:extLst>
          </p:cNvPr>
          <p:cNvSpPr/>
          <p:nvPr/>
        </p:nvSpPr>
        <p:spPr>
          <a:xfrm>
            <a:off x="6492812" y="292370"/>
            <a:ext cx="4597953" cy="65656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71EA1D-509B-F823-C6B5-81D379818236}"/>
              </a:ext>
            </a:extLst>
          </p:cNvPr>
          <p:cNvSpPr/>
          <p:nvPr/>
        </p:nvSpPr>
        <p:spPr>
          <a:xfrm>
            <a:off x="7228251" y="1778461"/>
            <a:ext cx="312707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noProof="1">
                <a:solidFill>
                  <a:schemeClr val="bg1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0CA29C-23FE-11B9-2B9D-D688BC7CCC15}"/>
              </a:ext>
            </a:extLst>
          </p:cNvPr>
          <p:cNvSpPr/>
          <p:nvPr/>
        </p:nvSpPr>
        <p:spPr>
          <a:xfrm>
            <a:off x="1211581" y="1953260"/>
            <a:ext cx="4213291" cy="3520440"/>
          </a:xfrm>
          <a:prstGeom prst="rect">
            <a:avLst/>
          </a:prstGeom>
          <a:blipFill dpi="0" rotWithShape="1">
            <a:blip r:embed="R1715065670b5459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40EEBD4-9597-6AF8-B598-9F4D8AAA22C1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099F566-B24F-8DC8-7C81-42B2554F5565}"/>
                </a:ext>
              </a:extLst>
            </p:cNvPr>
            <p:cNvPicPr>
              <a:picLocks noChangeAspect="1"/>
            </p:cNvPicPr>
            <p:nvPr/>
          </p:nvPicPr>
          <p:blipFill>
            <a:blip r:embed="R7e7a99084019453e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20AAA70-FBF5-79B7-2CF2-F09B8AD8E277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43C738-8C1B-EFBA-47B3-2D8B7C44B53A}"/>
                </a:ext>
              </a:extLst>
            </p:cNvPr>
            <p:cNvPicPr>
              <a:picLocks noChangeAspect="1"/>
            </p:cNvPicPr>
            <p:nvPr/>
          </p:nvPicPr>
          <p:blipFill>
            <a:blip r:embed="R9e2f2796fbd44b7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023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243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sz="quarter" idx="4294967295"/>
          </p:nvPr>
        </p:nvPicPr>
        <p:blipFill>
          <a:blip r:embed="R978893ddf84445a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1896" y="1593712"/>
            <a:ext cx="5713413" cy="4425950"/>
          </a:xfrm>
        </p:spPr>
      </p:pic>
      <p:sp>
        <p:nvSpPr>
          <p:cNvPr id="8" name="矩形 7"/>
          <p:cNvSpPr/>
          <p:nvPr/>
        </p:nvSpPr>
        <p:spPr>
          <a:xfrm>
            <a:off x="6873442" y="2248956"/>
            <a:ext cx="2601799" cy="3392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spc="300" dirty="0">
                <a:latin typeface="Times New Roman"/>
                <a:ea typeface="微软雅黑"/>
                <a:sym typeface="Times New Roman"/>
              </a:rPr>
              <a:t>点击添加标题</a:t>
            </a:r>
            <a:endParaRPr lang="zh-CN" altLang="en-US" spc="300" dirty="0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35350" y="2941778"/>
            <a:ext cx="3508653" cy="238497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</a:t>
            </a:r>
          </a:p>
        </p:txBody>
      </p:sp>
      <p:pic>
        <p:nvPicPr>
          <p:cNvPr id="3" name="图片占位符 3">
            <a:extLst>
              <a:ext uri="{FF2B5EF4-FFF2-40B4-BE49-F238E27FC236}">
                <a16:creationId xmlns:a16="http://schemas.microsoft.com/office/drawing/2014/main" id="{9A9761BE-5E2B-95DA-B396-3F3B863D9AA8}"/>
              </a:ext>
            </a:extLst>
          </p:cNvPr>
          <p:cNvPicPr>
            <a:picLocks noChangeAspect="1"/>
          </p:cNvPicPr>
          <p:nvPr/>
        </p:nvPicPr>
        <p:blipFill>
          <a:blip r:embed="R978893ddf84445a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887" y="1593712"/>
            <a:ext cx="5713412" cy="442595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E5E0F16-3C38-3DDE-D483-9A60CE1B47ED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BB7F2C7-AFA3-BFA6-AECB-AA456B91F62A}"/>
                </a:ext>
              </a:extLst>
            </p:cNvPr>
            <p:cNvPicPr>
              <a:picLocks noChangeAspect="1"/>
            </p:cNvPicPr>
            <p:nvPr/>
          </p:nvPicPr>
          <p:blipFill>
            <a:blip r:embed="Rc0e2ffddef0243a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88A996E-5C7A-BF7C-FBB2-74277F124318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6F44658-46EC-09AF-97F7-191BAC1A1EF8}"/>
                </a:ext>
              </a:extLst>
            </p:cNvPr>
            <p:cNvPicPr>
              <a:picLocks noChangeAspect="1"/>
            </p:cNvPicPr>
            <p:nvPr/>
          </p:nvPicPr>
          <p:blipFill>
            <a:blip r:embed="R59aa845f06fa46e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F5FAA80-ABF8-6CF7-3AED-C837F07F9B87}"/>
              </a:ext>
            </a:extLst>
          </p:cNvPr>
          <p:cNvSpPr/>
          <p:nvPr/>
        </p:nvSpPr>
        <p:spPr>
          <a:xfrm>
            <a:off x="2336831" y="2512893"/>
            <a:ext cx="7559028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rgbClr val="E24848"/>
              </a:buClr>
            </a:pP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2712300-B54A-F8EE-F1C8-1F1975E22A5D}"/>
              </a:ext>
            </a:extLst>
          </p:cNvPr>
          <p:cNvSpPr/>
          <p:nvPr/>
        </p:nvSpPr>
        <p:spPr>
          <a:xfrm>
            <a:off x="1414964" y="1757682"/>
            <a:ext cx="9402763" cy="3982258"/>
          </a:xfrm>
          <a:prstGeom prst="roundRect">
            <a:avLst>
              <a:gd name="adj" fmla="val 6723"/>
            </a:avLst>
          </a:prstGeom>
          <a:noFill/>
          <a:ln>
            <a:gradFill>
              <a:gsLst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AD58F5-D5C9-2250-03F9-5759114C089F}"/>
              </a:ext>
            </a:extLst>
          </p:cNvPr>
          <p:cNvSpPr/>
          <p:nvPr/>
        </p:nvSpPr>
        <p:spPr>
          <a:xfrm>
            <a:off x="0" y="4949851"/>
            <a:ext cx="12192000" cy="2515732"/>
          </a:xfrm>
          <a:prstGeom prst="rect">
            <a:avLst/>
          </a:prstGeom>
          <a:blipFill dpi="0" rotWithShape="1">
            <a:blip r:embed="Re843be8dab1a48a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D6394D9-80AB-FF1F-E3C3-DB2DD35E71A8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0D97269-DFA4-44D9-417B-473FD7EADD0D}"/>
                </a:ext>
              </a:extLst>
            </p:cNvPr>
            <p:cNvPicPr>
              <a:picLocks noChangeAspect="1"/>
            </p:cNvPicPr>
            <p:nvPr/>
          </p:nvPicPr>
          <p:blipFill>
            <a:blip r:embed="R074d6bea59e74e5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DA595A-3640-C700-31EE-C7E39E3C9F0A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1459F80-52AB-B9F1-FDA9-6954DCA82B1C}"/>
                </a:ext>
              </a:extLst>
            </p:cNvPr>
            <p:cNvPicPr>
              <a:picLocks noChangeAspect="1"/>
            </p:cNvPicPr>
            <p:nvPr/>
          </p:nvPicPr>
          <p:blipFill>
            <a:blip r:embed="R7041e6b9ab4744de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068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43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8A4D6F93-FADE-419A-B1D2-293DFDB1C30C}"/>
              </a:ext>
            </a:extLst>
          </p:cNvPr>
          <p:cNvSpPr/>
          <p:nvPr/>
        </p:nvSpPr>
        <p:spPr>
          <a:xfrm>
            <a:off x="1744762" y="1672942"/>
            <a:ext cx="8748195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rgbClr val="E24848"/>
              </a:buClr>
            </a:pP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pic>
        <p:nvPicPr>
          <p:cNvPr id="2" name="图片占位符 6">
            <a:extLst>
              <a:ext uri="{FF2B5EF4-FFF2-40B4-BE49-F238E27FC236}">
                <a16:creationId xmlns:a16="http://schemas.microsoft.com/office/drawing/2014/main" id="{5A0B7652-FCEC-F4AE-4422-67FC654AAF38}"/>
              </a:ext>
            </a:extLst>
          </p:cNvPr>
          <p:cNvPicPr>
            <a:picLocks noChangeAspect="1"/>
          </p:cNvPicPr>
          <p:nvPr/>
        </p:nvPicPr>
        <p:blipFill>
          <a:blip r:embed="Re040ed14e02941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3925" y="3991032"/>
            <a:ext cx="1980000" cy="1980000"/>
          </a:xfrm>
          <a:prstGeom prst="ellipse">
            <a:avLst/>
          </a:prstGeom>
        </p:spPr>
      </p:pic>
      <p:pic>
        <p:nvPicPr>
          <p:cNvPr id="3" name="图片占位符 8">
            <a:extLst>
              <a:ext uri="{FF2B5EF4-FFF2-40B4-BE49-F238E27FC236}">
                <a16:creationId xmlns:a16="http://schemas.microsoft.com/office/drawing/2014/main" id="{7E5EEC07-2457-715B-9623-E80656EAFCB4}"/>
              </a:ext>
            </a:extLst>
          </p:cNvPr>
          <p:cNvPicPr>
            <a:picLocks noChangeAspect="1"/>
          </p:cNvPicPr>
          <p:nvPr/>
        </p:nvPicPr>
        <p:blipFill>
          <a:blip r:embed="R3bfa531ac2fd4c6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5225" y="3991032"/>
            <a:ext cx="1980000" cy="1980000"/>
          </a:xfrm>
          <a:prstGeom prst="ellipse">
            <a:avLst/>
          </a:prstGeom>
        </p:spPr>
      </p:pic>
      <p:pic>
        <p:nvPicPr>
          <p:cNvPr id="5" name="图片占位符 10">
            <a:extLst>
              <a:ext uri="{FF2B5EF4-FFF2-40B4-BE49-F238E27FC236}">
                <a16:creationId xmlns:a16="http://schemas.microsoft.com/office/drawing/2014/main" id="{52A95CDC-0893-4A91-FB10-26031B43F183}"/>
              </a:ext>
            </a:extLst>
          </p:cNvPr>
          <p:cNvPicPr>
            <a:picLocks noChangeAspect="1"/>
          </p:cNvPicPr>
          <p:nvPr/>
        </p:nvPicPr>
        <p:blipFill>
          <a:blip r:embed="Rd90400df7186406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86525" y="3991032"/>
            <a:ext cx="1980000" cy="1980000"/>
          </a:xfrm>
          <a:prstGeom prst="ellipse">
            <a:avLst/>
          </a:prstGeom>
        </p:spPr>
      </p:pic>
      <p:pic>
        <p:nvPicPr>
          <p:cNvPr id="9" name="图片占位符 12">
            <a:extLst>
              <a:ext uri="{FF2B5EF4-FFF2-40B4-BE49-F238E27FC236}">
                <a16:creationId xmlns:a16="http://schemas.microsoft.com/office/drawing/2014/main" id="{28CED8A5-FBC2-1649-13D8-E4B57FA8DAB1}"/>
              </a:ext>
            </a:extLst>
          </p:cNvPr>
          <p:cNvPicPr>
            <a:picLocks noChangeAspect="1"/>
          </p:cNvPicPr>
          <p:nvPr/>
        </p:nvPicPr>
        <p:blipFill>
          <a:blip r:embed="Rbbbbc218d1ac41c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7825" y="3991032"/>
            <a:ext cx="1980000" cy="1980000"/>
          </a:xfrm>
          <a:prstGeom prst="ellipse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3D2294CF-C232-5158-D5D9-3B284E83BB93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3868CAB-4E0A-B26B-022E-A9895E5A9734}"/>
                </a:ext>
              </a:extLst>
            </p:cNvPr>
            <p:cNvPicPr>
              <a:picLocks noChangeAspect="1"/>
            </p:cNvPicPr>
            <p:nvPr/>
          </p:nvPicPr>
          <p:blipFill>
            <a:blip r:embed="R084ec7521ebc46c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87E3D7D-487E-E28C-0753-B8A99BFE85E9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6FA79E2-A8A6-9BD8-A6D4-D9BB1A2124BE}"/>
                </a:ext>
              </a:extLst>
            </p:cNvPr>
            <p:cNvPicPr>
              <a:picLocks noChangeAspect="1"/>
            </p:cNvPicPr>
            <p:nvPr/>
          </p:nvPicPr>
          <p:blipFill>
            <a:blip r:embed="R1043932d170646bc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620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B0346-2B73-A623-DA15-63EFF2C96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5244B2B3-15C0-D924-1D8F-29950E211388}"/>
              </a:ext>
            </a:extLst>
          </p:cNvPr>
          <p:cNvPicPr>
            <a:picLocks noChangeAspect="1"/>
          </p:cNvPicPr>
          <p:nvPr/>
        </p:nvPicPr>
        <p:blipFill>
          <a:blip r:embed="R0a63af0ad0a6453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1" y="-2666999"/>
            <a:ext cx="6857998" cy="12192000"/>
          </a:xfrm>
          <a:custGeom>
            <a:avLst/>
            <a:gdLst>
              <a:gd name="connsiteX0" fmla="*/ 0 w 6857998"/>
              <a:gd name="connsiteY0" fmla="*/ 12192000 h 12192000"/>
              <a:gd name="connsiteX1" fmla="*/ 0 w 6857998"/>
              <a:gd name="connsiteY1" fmla="*/ 0 h 12192000"/>
              <a:gd name="connsiteX2" fmla="*/ 6857998 w 6857998"/>
              <a:gd name="connsiteY2" fmla="*/ 0 h 12192000"/>
              <a:gd name="connsiteX3" fmla="*/ 6857998 w 6857998"/>
              <a:gd name="connsiteY3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8" h="12192000">
                <a:moveTo>
                  <a:pt x="0" y="12192000"/>
                </a:moveTo>
                <a:lnTo>
                  <a:pt x="0" y="0"/>
                </a:lnTo>
                <a:lnTo>
                  <a:pt x="6857998" y="0"/>
                </a:lnTo>
                <a:lnTo>
                  <a:pt x="6857998" y="12192000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55299F-B4E8-9CE6-F844-2BAC73E03F6F}"/>
              </a:ext>
            </a:extLst>
          </p:cNvPr>
          <p:cNvPicPr>
            <a:picLocks noChangeAspect="1"/>
          </p:cNvPicPr>
          <p:nvPr/>
        </p:nvPicPr>
        <p:blipFill>
          <a:blip r:embed="R465549189f664a3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60D3D44-FD32-EEDB-92FE-0CFA474890D6}"/>
              </a:ext>
            </a:extLst>
          </p:cNvPr>
          <p:cNvPicPr>
            <a:picLocks noChangeAspect="1"/>
          </p:cNvPicPr>
          <p:nvPr/>
        </p:nvPicPr>
        <p:blipFill>
          <a:blip r:embed="Re0d81f786f71476d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8327" y="379674"/>
            <a:ext cx="6531491" cy="65304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14A018C-420E-6789-4EB7-896DFBB3FE9E}"/>
              </a:ext>
            </a:extLst>
          </p:cNvPr>
          <p:cNvPicPr>
            <a:picLocks noChangeAspect="1"/>
          </p:cNvPicPr>
          <p:nvPr/>
        </p:nvPicPr>
        <p:blipFill>
          <a:blip r:embed="R4582bc955f1b4aa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1325792-CEDD-25EE-BDCF-761B048CFB64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7C1C21-1511-11ED-F248-9B8D81A3A729}"/>
              </a:ext>
            </a:extLst>
          </p:cNvPr>
          <p:cNvSpPr txBox="1"/>
          <p:nvPr/>
        </p:nvSpPr>
        <p:spPr>
          <a:xfrm flipH="1">
            <a:off x="767741" y="920208"/>
            <a:ext cx="738664" cy="2599369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36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第三部分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32E86CC8-B26B-A096-2F60-2D8E6A22ED6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465207" y="861256"/>
            <a:ext cx="440120" cy="503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78B14F-00EB-4CB9-8FE0-688B170033D4}"/>
              </a:ext>
            </a:extLst>
          </p:cNvPr>
          <p:cNvSpPr txBox="1"/>
          <p:nvPr/>
        </p:nvSpPr>
        <p:spPr>
          <a:xfrm>
            <a:off x="1691196" y="143545"/>
            <a:ext cx="1538883" cy="6252861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800" spc="-300" dirty="0">
                <a:ln w="889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添加标题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FC58566B-26E2-D88D-7E39-81E50B8F3B39}"/>
              </a:ext>
            </a:extLst>
          </p:cNvPr>
          <p:cNvPicPr>
            <a:picLocks noChangeAspect="1"/>
          </p:cNvPicPr>
          <p:nvPr/>
        </p:nvPicPr>
        <p:blipFill>
          <a:blip r:embed="Rdae9484c4ba0445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37" y="3841594"/>
            <a:ext cx="1653132" cy="123984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A0A2654-D0F3-A50E-C890-0A9FC2207652}"/>
              </a:ext>
            </a:extLst>
          </p:cNvPr>
          <p:cNvPicPr>
            <a:picLocks noChangeAspect="1"/>
          </p:cNvPicPr>
          <p:nvPr/>
        </p:nvPicPr>
        <p:blipFill>
          <a:blip r:embed="R5d2d0f09781b480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13959">
            <a:off x="-607697" y="5296614"/>
            <a:ext cx="3059429" cy="227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0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1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2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48">
            <a:extLst>
              <a:ext uri="{FF2B5EF4-FFF2-40B4-BE49-F238E27FC236}">
                <a16:creationId xmlns:a16="http://schemas.microsoft.com/office/drawing/2014/main" id="{F6B5B56D-5D00-3B99-B289-31140F253487}"/>
              </a:ext>
            </a:extLst>
          </p:cNvPr>
          <p:cNvSpPr/>
          <p:nvPr/>
        </p:nvSpPr>
        <p:spPr>
          <a:xfrm flipH="1">
            <a:off x="7472125" y="695904"/>
            <a:ext cx="3130803" cy="616209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spc="600" dirty="0">
              <a:solidFill>
                <a:schemeClr val="bg1"/>
              </a:solidFill>
              <a:latin typeface="Times New Roman"/>
              <a:ea typeface="微软雅黑"/>
              <a:cs typeface="Open Sans" panose="020B0606030504020204" pitchFamily="34" charset="0"/>
              <a:sym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5CEA20-77F3-B9FE-FAD5-650B330FFD86}"/>
              </a:ext>
            </a:extLst>
          </p:cNvPr>
          <p:cNvSpPr/>
          <p:nvPr/>
        </p:nvSpPr>
        <p:spPr>
          <a:xfrm>
            <a:off x="1168411" y="1997972"/>
            <a:ext cx="480059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Clr>
                <a:srgbClr val="E24848"/>
              </a:buClr>
              <a:buFont typeface="Wingdings" panose="05000000000000000000" pitchFamily="2" charset="2"/>
              <a:buChar char="l"/>
            </a:pP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524DC42-F801-95C9-E151-15564D97AFD7}"/>
              </a:ext>
            </a:extLst>
          </p:cNvPr>
          <p:cNvSpPr/>
          <p:nvPr/>
        </p:nvSpPr>
        <p:spPr>
          <a:xfrm>
            <a:off x="6591316" y="1014123"/>
            <a:ext cx="4800983" cy="4800983"/>
          </a:xfrm>
          <a:prstGeom prst="ellipse">
            <a:avLst/>
          </a:prstGeom>
          <a:blipFill dpi="0" rotWithShape="1">
            <a:blip r:embed="R3b91b08b1e91441e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BD27921-026B-9C75-E8EC-29112DC4657A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84856F4-5650-89E2-BA1E-3487C36E8127}"/>
                </a:ext>
              </a:extLst>
            </p:cNvPr>
            <p:cNvPicPr>
              <a:picLocks noChangeAspect="1"/>
            </p:cNvPicPr>
            <p:nvPr/>
          </p:nvPicPr>
          <p:blipFill>
            <a:blip r:embed="Rf2e47794ef124c0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D007AEF-DD22-DB18-D5EE-6792ADF5B690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470F627-1449-C79A-CB4C-B9BF5DE41B40}"/>
                </a:ext>
              </a:extLst>
            </p:cNvPr>
            <p:cNvPicPr>
              <a:picLocks noChangeAspect="1"/>
            </p:cNvPicPr>
            <p:nvPr/>
          </p:nvPicPr>
          <p:blipFill>
            <a:blip r:embed="R54fb2e5fd7af4a4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10FB45C3-F20B-3DD2-E42E-69A38D4DF625}"/>
              </a:ext>
            </a:extLst>
          </p:cNvPr>
          <p:cNvSpPr/>
          <p:nvPr/>
        </p:nvSpPr>
        <p:spPr>
          <a:xfrm>
            <a:off x="1168411" y="4034020"/>
            <a:ext cx="480059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Clr>
                <a:srgbClr val="E24848"/>
              </a:buClr>
              <a:buFont typeface="Wingdings" panose="05000000000000000000" pitchFamily="2" charset="2"/>
              <a:buChar char="l"/>
            </a:pP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</p:spTree>
    <p:extLst>
      <p:ext uri="{BB962C8B-B14F-4D97-AF65-F5344CB8AC3E}">
        <p14:creationId xmlns:p14="http://schemas.microsoft.com/office/powerpoint/2010/main" val="330621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6604" y="1987409"/>
            <a:ext cx="5676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6604" y="3448515"/>
            <a:ext cx="5676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6604" y="4909621"/>
            <a:ext cx="56769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</a:t>
            </a:r>
          </a:p>
        </p:txBody>
      </p:sp>
      <p:pic>
        <p:nvPicPr>
          <p:cNvPr id="2" name="图片占位符 4">
            <a:extLst>
              <a:ext uri="{FF2B5EF4-FFF2-40B4-BE49-F238E27FC236}">
                <a16:creationId xmlns:a16="http://schemas.microsoft.com/office/drawing/2014/main" id="{C66B8B0A-C847-D0E7-8092-8620F80D5D61}"/>
              </a:ext>
            </a:extLst>
          </p:cNvPr>
          <p:cNvPicPr>
            <a:picLocks noChangeAspect="1"/>
          </p:cNvPicPr>
          <p:nvPr/>
        </p:nvPicPr>
        <p:blipFill>
          <a:blip r:embed="R28e40cfd95574cb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7379" y="1775542"/>
            <a:ext cx="5676900" cy="4142378"/>
          </a:xfrm>
          <a:prstGeom prst="rect">
            <a:avLst/>
          </a:prstGeom>
          <a:ln w="15875">
            <a:solidFill>
              <a:schemeClr val="bg1"/>
            </a:solidFill>
          </a:ln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D12947E-A978-F3C5-BD28-8234990324E4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9B59B90-3811-0371-9DC7-03DF3F9FCCCB}"/>
                </a:ext>
              </a:extLst>
            </p:cNvPr>
            <p:cNvPicPr>
              <a:picLocks noChangeAspect="1"/>
            </p:cNvPicPr>
            <p:nvPr/>
          </p:nvPicPr>
          <p:blipFill>
            <a:blip r:embed="Rae02d3342675479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3F965D6-16C1-EAD4-4694-60FE94D4D78B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E6E18FA-2D92-A2FA-2628-9B61108E5971}"/>
                </a:ext>
              </a:extLst>
            </p:cNvPr>
            <p:cNvPicPr>
              <a:picLocks noChangeAspect="1"/>
            </p:cNvPicPr>
            <p:nvPr/>
          </p:nvPicPr>
          <p:blipFill>
            <a:blip r:embed="Re9617e6cca6d4f6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A4BC06-E628-9895-F1B5-CD0919356909}"/>
              </a:ext>
            </a:extLst>
          </p:cNvPr>
          <p:cNvSpPr/>
          <p:nvPr/>
        </p:nvSpPr>
        <p:spPr>
          <a:xfrm>
            <a:off x="1295385" y="1361043"/>
            <a:ext cx="9669780" cy="4567714"/>
          </a:xfrm>
          <a:prstGeom prst="roundRect">
            <a:avLst>
              <a:gd name="adj" fmla="val 6754"/>
            </a:avLst>
          </a:prstGeom>
          <a:blipFill>
            <a:blip r:embed="R75722ab6b06a4a9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BB09E12-FBDC-8AE0-0308-242B6B325243}"/>
              </a:ext>
            </a:extLst>
          </p:cNvPr>
          <p:cNvSpPr/>
          <p:nvPr/>
        </p:nvSpPr>
        <p:spPr>
          <a:xfrm>
            <a:off x="2" y="2323128"/>
            <a:ext cx="12191999" cy="24546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99B87E-18FD-F99A-3621-9F0733B24B16}"/>
              </a:ext>
            </a:extLst>
          </p:cNvPr>
          <p:cNvSpPr/>
          <p:nvPr/>
        </p:nvSpPr>
        <p:spPr>
          <a:xfrm>
            <a:off x="1621406" y="2917985"/>
            <a:ext cx="8989879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bg1"/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512EC52-E8F7-14B9-FD83-A84760B67153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74E5FD9-96F7-7D44-2D21-00C6DB5AE266}"/>
                </a:ext>
              </a:extLst>
            </p:cNvPr>
            <p:cNvPicPr>
              <a:picLocks noChangeAspect="1"/>
            </p:cNvPicPr>
            <p:nvPr/>
          </p:nvPicPr>
          <p:blipFill>
            <a:blip r:embed="Rd656d18077eb4ac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E69B02B-1334-0DE4-F99B-A299B631D57F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595EFE5-8EE9-3072-180F-CD62B55689A2}"/>
                </a:ext>
              </a:extLst>
            </p:cNvPr>
            <p:cNvPicPr>
              <a:picLocks noChangeAspect="1"/>
            </p:cNvPicPr>
            <p:nvPr/>
          </p:nvPicPr>
          <p:blipFill>
            <a:blip r:embed="Ra6b11c5daf0744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2598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/>
          <p:cNvPicPr>
            <a:picLocks noGrp="1" noChangeAspect="1"/>
          </p:cNvPicPr>
          <p:nvPr>
            <p:ph type="pic" sz="quarter" idx="4294967295"/>
          </p:nvPr>
        </p:nvPicPr>
        <p:blipFill>
          <a:blip r:embed="Rb8cfa791f47f47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0291" y="1745144"/>
            <a:ext cx="1800225" cy="1800225"/>
          </a:xfrm>
          <a:prstGeom prst="ellipse">
            <a:avLst/>
          </a:prstGeom>
        </p:spPr>
      </p:pic>
      <p:pic>
        <p:nvPicPr>
          <p:cNvPr id="11" name="图片占位符 10"/>
          <p:cNvPicPr>
            <a:picLocks noGrp="1" noChangeAspect="1"/>
          </p:cNvPicPr>
          <p:nvPr>
            <p:ph type="pic" sz="quarter" idx="4294967295"/>
          </p:nvPr>
        </p:nvPicPr>
        <p:blipFill>
          <a:blip r:embed="R91ac4d82531d412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2985" y="1694293"/>
            <a:ext cx="1800225" cy="1800225"/>
          </a:xfrm>
          <a:prstGeom prst="ellipse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72068" y="3741209"/>
            <a:ext cx="1656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元宵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7075" y="4495381"/>
            <a:ext cx="1846659" cy="18793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5" name="椭圆 14"/>
          <p:cNvSpPr/>
          <p:nvPr/>
        </p:nvSpPr>
        <p:spPr>
          <a:xfrm>
            <a:off x="3367547" y="4378011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>
                <a:latin typeface="Times New Roman"/>
                <a:ea typeface="微软雅黑"/>
                <a:sym typeface="Times New Roman"/>
              </a:rPr>
              <a:t>元</a:t>
            </a:r>
          </a:p>
        </p:txBody>
      </p:sp>
      <p:sp>
        <p:nvSpPr>
          <p:cNvPr id="16" name="椭圆 15"/>
          <p:cNvSpPr/>
          <p:nvPr/>
        </p:nvSpPr>
        <p:spPr>
          <a:xfrm>
            <a:off x="8591669" y="4378011"/>
            <a:ext cx="1800000" cy="18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0" dirty="0">
                <a:latin typeface="Times New Roman"/>
                <a:ea typeface="微软雅黑"/>
                <a:sym typeface="Times New Roman"/>
              </a:rPr>
              <a:t>宵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964761" y="3768932"/>
            <a:ext cx="1656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元宵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869767" y="4523104"/>
            <a:ext cx="1846659" cy="18793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959773" y="1649437"/>
            <a:ext cx="615553" cy="24989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YUAN XIAO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183894" y="1649437"/>
            <a:ext cx="615553" cy="24989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YUAN XIAO</a:t>
            </a:r>
            <a:endParaRPr lang="zh-CN" altLang="en-US" sz="2800" b="1" spc="300" dirty="0">
              <a:solidFill>
                <a:schemeClr val="tx1">
                  <a:lumMod val="75000"/>
                  <a:lumOff val="25000"/>
                </a:schemeClr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954379" y="1627302"/>
            <a:ext cx="800219" cy="360339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4000" b="1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点击添加标题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C2C11B-670B-A726-ED24-988E802EA725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998926C-CB52-50D2-3CB3-9B07662116A9}"/>
                </a:ext>
              </a:extLst>
            </p:cNvPr>
            <p:cNvPicPr>
              <a:picLocks noChangeAspect="1"/>
            </p:cNvPicPr>
            <p:nvPr/>
          </p:nvPicPr>
          <p:blipFill>
            <a:blip r:embed="Rb8ce1449d39c45b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AEB44629-1C19-8147-0249-B255A51B8ECF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4DCEABE-669F-540D-7C03-7128EC360634}"/>
                </a:ext>
              </a:extLst>
            </p:cNvPr>
            <p:cNvPicPr>
              <a:picLocks noChangeAspect="1"/>
            </p:cNvPicPr>
            <p:nvPr/>
          </p:nvPicPr>
          <p:blipFill>
            <a:blip r:embed="R32643617d4ba4e8e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 animBg="1"/>
      <p:bldP spid="17" grpId="0"/>
      <p:bldP spid="18" grpId="0"/>
      <p:bldP spid="20" grpId="0"/>
      <p:bldP spid="21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9064-0F48-891B-E954-2B4F2D8C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A8E5AF42-F0C2-381E-727A-6A2C81BED960}"/>
              </a:ext>
            </a:extLst>
          </p:cNvPr>
          <p:cNvPicPr>
            <a:picLocks noChangeAspect="1"/>
          </p:cNvPicPr>
          <p:nvPr/>
        </p:nvPicPr>
        <p:blipFill>
          <a:blip r:embed="Rf3e1e0151baf40e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1" y="-2666999"/>
            <a:ext cx="6857998" cy="12192000"/>
          </a:xfrm>
          <a:custGeom>
            <a:avLst/>
            <a:gdLst>
              <a:gd name="connsiteX0" fmla="*/ 0 w 6857998"/>
              <a:gd name="connsiteY0" fmla="*/ 12192000 h 12192000"/>
              <a:gd name="connsiteX1" fmla="*/ 0 w 6857998"/>
              <a:gd name="connsiteY1" fmla="*/ 0 h 12192000"/>
              <a:gd name="connsiteX2" fmla="*/ 6857998 w 6857998"/>
              <a:gd name="connsiteY2" fmla="*/ 0 h 12192000"/>
              <a:gd name="connsiteX3" fmla="*/ 6857998 w 6857998"/>
              <a:gd name="connsiteY3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7998" h="12192000">
                <a:moveTo>
                  <a:pt x="0" y="12192000"/>
                </a:moveTo>
                <a:lnTo>
                  <a:pt x="0" y="0"/>
                </a:lnTo>
                <a:lnTo>
                  <a:pt x="6857998" y="0"/>
                </a:lnTo>
                <a:lnTo>
                  <a:pt x="6857998" y="12192000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6A968CA-74F7-7A73-0B6A-418A1D05C558}"/>
              </a:ext>
            </a:extLst>
          </p:cNvPr>
          <p:cNvPicPr>
            <a:picLocks noChangeAspect="1"/>
          </p:cNvPicPr>
          <p:nvPr/>
        </p:nvPicPr>
        <p:blipFill>
          <a:blip r:embed="R6acd9b837b0c458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98DB8DD-B87B-BCD6-D4C0-2FE4D36DEF26}"/>
              </a:ext>
            </a:extLst>
          </p:cNvPr>
          <p:cNvPicPr>
            <a:picLocks noChangeAspect="1"/>
          </p:cNvPicPr>
          <p:nvPr/>
        </p:nvPicPr>
        <p:blipFill>
          <a:blip r:embed="R365d49b2e5e3453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68327" y="379674"/>
            <a:ext cx="6531491" cy="65304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EAF9C59-605C-3877-0FF7-EB46A7CEB4B5}"/>
              </a:ext>
            </a:extLst>
          </p:cNvPr>
          <p:cNvPicPr>
            <a:picLocks noChangeAspect="1"/>
          </p:cNvPicPr>
          <p:nvPr/>
        </p:nvPicPr>
        <p:blipFill>
          <a:blip r:embed="R5b0ac8460c574c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36EEC6B-E80E-CDD4-CE0F-1F5C62BC3A66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44A2E-6715-F0C1-99BC-9CE0BE8DB450}"/>
              </a:ext>
            </a:extLst>
          </p:cNvPr>
          <p:cNvSpPr txBox="1"/>
          <p:nvPr/>
        </p:nvSpPr>
        <p:spPr>
          <a:xfrm flipH="1">
            <a:off x="767741" y="920208"/>
            <a:ext cx="738664" cy="2599369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36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第四部分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EDBDC501-D77A-2CE8-BE2B-C639E0ED895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465207" y="861256"/>
            <a:ext cx="440120" cy="503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346240-045A-DD94-133F-B672C8F3C413}"/>
              </a:ext>
            </a:extLst>
          </p:cNvPr>
          <p:cNvSpPr txBox="1"/>
          <p:nvPr/>
        </p:nvSpPr>
        <p:spPr>
          <a:xfrm>
            <a:off x="1691196" y="143545"/>
            <a:ext cx="1538883" cy="6252861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8800" spc="-300" dirty="0">
                <a:ln w="889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添加标题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9E6536B2-536D-7A8E-1596-6DECA72354F7}"/>
              </a:ext>
            </a:extLst>
          </p:cNvPr>
          <p:cNvPicPr>
            <a:picLocks noChangeAspect="1"/>
          </p:cNvPicPr>
          <p:nvPr/>
        </p:nvPicPr>
        <p:blipFill>
          <a:blip r:embed="R7ab120b4cbdf41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937" y="3841594"/>
            <a:ext cx="1653132" cy="123984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1F84C5D-AF7B-C3C8-9C44-59355FE8D178}"/>
              </a:ext>
            </a:extLst>
          </p:cNvPr>
          <p:cNvPicPr>
            <a:picLocks noChangeAspect="1"/>
          </p:cNvPicPr>
          <p:nvPr/>
        </p:nvPicPr>
        <p:blipFill>
          <a:blip r:embed="Rd1e806271721442f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13959">
            <a:off x="-607697" y="5296614"/>
            <a:ext cx="3059429" cy="227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3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1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2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8A4D6F93-FADE-419A-B1D2-293DFDB1C30C}"/>
              </a:ext>
            </a:extLst>
          </p:cNvPr>
          <p:cNvSpPr/>
          <p:nvPr/>
        </p:nvSpPr>
        <p:spPr>
          <a:xfrm>
            <a:off x="826918" y="2194605"/>
            <a:ext cx="417942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</a:t>
            </a:r>
          </a:p>
        </p:txBody>
      </p:sp>
      <p:pic>
        <p:nvPicPr>
          <p:cNvPr id="9" name="图片占位符 9">
            <a:extLst>
              <a:ext uri="{FF2B5EF4-FFF2-40B4-BE49-F238E27FC236}">
                <a16:creationId xmlns:a16="http://schemas.microsoft.com/office/drawing/2014/main" id="{5CCD7113-C3B2-97EE-ABF3-6E8D7FA83FAE}"/>
              </a:ext>
            </a:extLst>
          </p:cNvPr>
          <p:cNvPicPr>
            <a:picLocks noChangeAspect="1"/>
          </p:cNvPicPr>
          <p:nvPr/>
        </p:nvPicPr>
        <p:blipFill>
          <a:blip r:embed="R9e6b5e53fdff4e3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98835" y="1767162"/>
            <a:ext cx="5790781" cy="3860520"/>
          </a:xfrm>
          <a:custGeom>
            <a:avLst/>
            <a:gdLst>
              <a:gd name="connsiteX0" fmla="*/ 3105150 w 4467225"/>
              <a:gd name="connsiteY0" fmla="*/ 0 h 3457575"/>
              <a:gd name="connsiteX1" fmla="*/ 4467225 w 4467225"/>
              <a:gd name="connsiteY1" fmla="*/ 0 h 3457575"/>
              <a:gd name="connsiteX2" fmla="*/ 4467225 w 4467225"/>
              <a:gd name="connsiteY2" fmla="*/ 3457575 h 3457575"/>
              <a:gd name="connsiteX3" fmla="*/ 3105150 w 4467225"/>
              <a:gd name="connsiteY3" fmla="*/ 3457575 h 3457575"/>
              <a:gd name="connsiteX4" fmla="*/ 0 w 4467225"/>
              <a:gd name="connsiteY4" fmla="*/ 0 h 3457575"/>
              <a:gd name="connsiteX5" fmla="*/ 1362075 w 4467225"/>
              <a:gd name="connsiteY5" fmla="*/ 0 h 3457575"/>
              <a:gd name="connsiteX6" fmla="*/ 1362075 w 4467225"/>
              <a:gd name="connsiteY6" fmla="*/ 3457575 h 3457575"/>
              <a:gd name="connsiteX7" fmla="*/ 0 w 4467225"/>
              <a:gd name="connsiteY7" fmla="*/ 3457575 h 3457575"/>
              <a:gd name="connsiteX8" fmla="*/ 1552575 w 4467225"/>
              <a:gd name="connsiteY8" fmla="*/ 0 h 3457575"/>
              <a:gd name="connsiteX9" fmla="*/ 2914650 w 4467225"/>
              <a:gd name="connsiteY9" fmla="*/ 0 h 3457575"/>
              <a:gd name="connsiteX10" fmla="*/ 2914650 w 4467225"/>
              <a:gd name="connsiteY10" fmla="*/ 3457575 h 3457575"/>
              <a:gd name="connsiteX11" fmla="*/ 1552575 w 4467225"/>
              <a:gd name="connsiteY11" fmla="*/ 3457575 h 3457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67225" h="3457575">
                <a:moveTo>
                  <a:pt x="3105150" y="0"/>
                </a:moveTo>
                <a:lnTo>
                  <a:pt x="4467225" y="0"/>
                </a:lnTo>
                <a:lnTo>
                  <a:pt x="4467225" y="3457575"/>
                </a:lnTo>
                <a:lnTo>
                  <a:pt x="3105150" y="3457575"/>
                </a:lnTo>
                <a:close/>
                <a:moveTo>
                  <a:pt x="0" y="0"/>
                </a:moveTo>
                <a:lnTo>
                  <a:pt x="1362075" y="0"/>
                </a:lnTo>
                <a:lnTo>
                  <a:pt x="1362075" y="3457575"/>
                </a:lnTo>
                <a:lnTo>
                  <a:pt x="0" y="3457575"/>
                </a:lnTo>
                <a:close/>
                <a:moveTo>
                  <a:pt x="1552575" y="0"/>
                </a:moveTo>
                <a:lnTo>
                  <a:pt x="2914650" y="0"/>
                </a:lnTo>
                <a:lnTo>
                  <a:pt x="2914650" y="3457575"/>
                </a:lnTo>
                <a:lnTo>
                  <a:pt x="1552575" y="3457575"/>
                </a:lnTo>
                <a:close/>
              </a:path>
            </a:pathLst>
          </a:custGeom>
          <a:blipFill>
            <a:blip r:embed="Rc930b5ed1e31450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8E67D58-46A1-F6A7-A66E-C2AD9D18CA67}"/>
              </a:ext>
            </a:extLst>
          </p:cNvPr>
          <p:cNvSpPr/>
          <p:nvPr/>
        </p:nvSpPr>
        <p:spPr>
          <a:xfrm>
            <a:off x="826917" y="4732020"/>
            <a:ext cx="10562699" cy="10223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6BCD21A-C286-E503-4428-6E6CEECA319A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FE9EB2B-071B-2AA2-BF96-82F3119E955D}"/>
                </a:ext>
              </a:extLst>
            </p:cNvPr>
            <p:cNvPicPr>
              <a:picLocks noChangeAspect="1"/>
            </p:cNvPicPr>
            <p:nvPr/>
          </p:nvPicPr>
          <p:blipFill>
            <a:blip r:embed="Rdd48797aeb6f4a5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D00EFFB-D761-9CAA-8495-54D4A3C62D38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A13810F-6DBF-8613-3505-F8B8493F4578}"/>
                </a:ext>
              </a:extLst>
            </p:cNvPr>
            <p:cNvPicPr>
              <a:picLocks noChangeAspect="1"/>
            </p:cNvPicPr>
            <p:nvPr/>
          </p:nvPicPr>
          <p:blipFill>
            <a:blip r:embed="Rb16dd7a4e25e4e8d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076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>
            <a:extLst>
              <a:ext uri="{FF2B5EF4-FFF2-40B4-BE49-F238E27FC236}">
                <a16:creationId xmlns:a16="http://schemas.microsoft.com/office/drawing/2014/main" id="{8A4D6F93-FADE-419A-B1D2-293DFDB1C30C}"/>
              </a:ext>
            </a:extLst>
          </p:cNvPr>
          <p:cNvSpPr/>
          <p:nvPr/>
        </p:nvSpPr>
        <p:spPr>
          <a:xfrm>
            <a:off x="6269355" y="2439269"/>
            <a:ext cx="4194811" cy="2613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rgbClr val="E24848"/>
              </a:buClr>
            </a:pP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cs typeface="Arial" panose="020B0604020202020204" pitchFamily="34" charset="0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D57995-87B3-8959-A1B9-E901E874E8D9}"/>
              </a:ext>
            </a:extLst>
          </p:cNvPr>
          <p:cNvSpPr/>
          <p:nvPr/>
        </p:nvSpPr>
        <p:spPr>
          <a:xfrm>
            <a:off x="1273185" y="1813091"/>
            <a:ext cx="4194811" cy="4194810"/>
          </a:xfrm>
          <a:prstGeom prst="ellipse">
            <a:avLst/>
          </a:prstGeom>
          <a:blipFill dpi="0" rotWithShape="1">
            <a:blip r:embed="R4915a7dd4b64462c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/>
              <a:ea typeface="微软雅黑"/>
              <a:sym typeface="Times New Roman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AF953EC-7A57-FA15-1F1E-AFDCA8466F4A}"/>
              </a:ext>
            </a:extLst>
          </p:cNvPr>
          <p:cNvGrpSpPr/>
          <p:nvPr/>
        </p:nvGrpSpPr>
        <p:grpSpPr>
          <a:xfrm>
            <a:off x="5760720" y="1995971"/>
            <a:ext cx="5212080" cy="3777546"/>
            <a:chOff x="6358246" y="1534795"/>
            <a:chExt cx="4614554" cy="3777546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4024FF4-80A5-4B21-C5D2-5AC27005009E}"/>
                </a:ext>
              </a:extLst>
            </p:cNvPr>
            <p:cNvCxnSpPr>
              <a:cxnSpLocks/>
            </p:cNvCxnSpPr>
            <p:nvPr/>
          </p:nvCxnSpPr>
          <p:spPr>
            <a:xfrm>
              <a:off x="6358246" y="1534795"/>
              <a:ext cx="46145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E7EE63B-5508-F931-D78F-AB6EB88375C0}"/>
                </a:ext>
              </a:extLst>
            </p:cNvPr>
            <p:cNvCxnSpPr>
              <a:cxnSpLocks/>
            </p:cNvCxnSpPr>
            <p:nvPr/>
          </p:nvCxnSpPr>
          <p:spPr>
            <a:xfrm>
              <a:off x="6358246" y="5312341"/>
              <a:ext cx="46145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2AAC828-6C03-CC84-C7EF-00EE48198E14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41A7DB6-C793-94DB-AD02-18FD3B4AAB95}"/>
                </a:ext>
              </a:extLst>
            </p:cNvPr>
            <p:cNvPicPr>
              <a:picLocks noChangeAspect="1"/>
            </p:cNvPicPr>
            <p:nvPr/>
          </p:nvPicPr>
          <p:blipFill>
            <a:blip r:embed="R5e1d3ff1092648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789B44F-532B-9117-1C27-D907C12820EC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B276599-345B-2927-3DCB-99804C9A5062}"/>
                </a:ext>
              </a:extLst>
            </p:cNvPr>
            <p:cNvPicPr>
              <a:picLocks noChangeAspect="1"/>
            </p:cNvPicPr>
            <p:nvPr/>
          </p:nvPicPr>
          <p:blipFill>
            <a:blip r:embed="R9261eefad5984cb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879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43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10275" y="4890657"/>
            <a:ext cx="40628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5788225" y="1674587"/>
            <a:ext cx="615553" cy="32522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2800" b="1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点击添加标题</a:t>
            </a:r>
            <a:endParaRPr lang="zh-CN" altLang="en-US" sz="2800" b="1" dirty="0">
              <a:solidFill>
                <a:schemeClr val="accent1"/>
              </a:solidFill>
              <a:latin typeface="Times New Roman"/>
              <a:ea typeface="微软雅黑"/>
              <a:sym typeface="Times New Roman"/>
            </a:endParaRPr>
          </a:p>
        </p:txBody>
      </p:sp>
      <p:pic>
        <p:nvPicPr>
          <p:cNvPr id="3" name="图片占位符 9">
            <a:extLst>
              <a:ext uri="{FF2B5EF4-FFF2-40B4-BE49-F238E27FC236}">
                <a16:creationId xmlns:a16="http://schemas.microsoft.com/office/drawing/2014/main" id="{B8C787B4-AE3A-3EC6-705C-CCF1E07CA6B4}"/>
              </a:ext>
            </a:extLst>
          </p:cNvPr>
          <p:cNvPicPr>
            <a:picLocks noChangeAspect="1"/>
          </p:cNvPicPr>
          <p:nvPr/>
        </p:nvPicPr>
        <p:blipFill>
          <a:blip r:embed="R69db68c748ca46e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275" y="1674586"/>
            <a:ext cx="4062899" cy="2708598"/>
          </a:xfrm>
          <a:custGeom>
            <a:avLst/>
            <a:gdLst>
              <a:gd name="connsiteX0" fmla="*/ 0 w 4062898"/>
              <a:gd name="connsiteY0" fmla="*/ 1654630 h 3016705"/>
              <a:gd name="connsiteX1" fmla="*/ 1876425 w 4062898"/>
              <a:gd name="connsiteY1" fmla="*/ 1654630 h 3016705"/>
              <a:gd name="connsiteX2" fmla="*/ 1876425 w 4062898"/>
              <a:gd name="connsiteY2" fmla="*/ 3016705 h 3016705"/>
              <a:gd name="connsiteX3" fmla="*/ 0 w 4062898"/>
              <a:gd name="connsiteY3" fmla="*/ 3016705 h 3016705"/>
              <a:gd name="connsiteX4" fmla="*/ 2186472 w 4062898"/>
              <a:gd name="connsiteY4" fmla="*/ 1654629 h 3016705"/>
              <a:gd name="connsiteX5" fmla="*/ 4062897 w 4062898"/>
              <a:gd name="connsiteY5" fmla="*/ 1654629 h 3016705"/>
              <a:gd name="connsiteX6" fmla="*/ 4062897 w 4062898"/>
              <a:gd name="connsiteY6" fmla="*/ 3016704 h 3016705"/>
              <a:gd name="connsiteX7" fmla="*/ 2186472 w 4062898"/>
              <a:gd name="connsiteY7" fmla="*/ 3016704 h 3016705"/>
              <a:gd name="connsiteX8" fmla="*/ 0 w 4062898"/>
              <a:gd name="connsiteY8" fmla="*/ 1 h 3016705"/>
              <a:gd name="connsiteX9" fmla="*/ 1876425 w 4062898"/>
              <a:gd name="connsiteY9" fmla="*/ 1 h 3016705"/>
              <a:gd name="connsiteX10" fmla="*/ 1876425 w 4062898"/>
              <a:gd name="connsiteY10" fmla="*/ 1362076 h 3016705"/>
              <a:gd name="connsiteX11" fmla="*/ 0 w 4062898"/>
              <a:gd name="connsiteY11" fmla="*/ 1362076 h 3016705"/>
              <a:gd name="connsiteX12" fmla="*/ 2186473 w 4062898"/>
              <a:gd name="connsiteY12" fmla="*/ 0 h 3016705"/>
              <a:gd name="connsiteX13" fmla="*/ 4062898 w 4062898"/>
              <a:gd name="connsiteY13" fmla="*/ 0 h 3016705"/>
              <a:gd name="connsiteX14" fmla="*/ 4062898 w 4062898"/>
              <a:gd name="connsiteY14" fmla="*/ 1362075 h 3016705"/>
              <a:gd name="connsiteX15" fmla="*/ 2186473 w 4062898"/>
              <a:gd name="connsiteY15" fmla="*/ 1362075 h 3016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062898" h="3016705">
                <a:moveTo>
                  <a:pt x="0" y="1654630"/>
                </a:moveTo>
                <a:lnTo>
                  <a:pt x="1876425" y="1654630"/>
                </a:lnTo>
                <a:lnTo>
                  <a:pt x="1876425" y="3016705"/>
                </a:lnTo>
                <a:lnTo>
                  <a:pt x="0" y="3016705"/>
                </a:lnTo>
                <a:close/>
                <a:moveTo>
                  <a:pt x="2186472" y="1654629"/>
                </a:moveTo>
                <a:lnTo>
                  <a:pt x="4062897" y="1654629"/>
                </a:lnTo>
                <a:lnTo>
                  <a:pt x="4062897" y="3016704"/>
                </a:lnTo>
                <a:lnTo>
                  <a:pt x="2186472" y="3016704"/>
                </a:lnTo>
                <a:close/>
                <a:moveTo>
                  <a:pt x="0" y="1"/>
                </a:moveTo>
                <a:lnTo>
                  <a:pt x="1876425" y="1"/>
                </a:lnTo>
                <a:lnTo>
                  <a:pt x="1876425" y="1362076"/>
                </a:lnTo>
                <a:lnTo>
                  <a:pt x="0" y="1362076"/>
                </a:lnTo>
                <a:close/>
                <a:moveTo>
                  <a:pt x="2186473" y="0"/>
                </a:moveTo>
                <a:lnTo>
                  <a:pt x="4062898" y="0"/>
                </a:lnTo>
                <a:lnTo>
                  <a:pt x="4062898" y="1362075"/>
                </a:lnTo>
                <a:lnTo>
                  <a:pt x="2186473" y="1362075"/>
                </a:lnTo>
                <a:close/>
              </a:path>
            </a:pathLst>
          </a:custGeom>
        </p:spPr>
      </p:pic>
      <p:pic>
        <p:nvPicPr>
          <p:cNvPr id="4" name="图片占位符 11">
            <a:extLst>
              <a:ext uri="{FF2B5EF4-FFF2-40B4-BE49-F238E27FC236}">
                <a16:creationId xmlns:a16="http://schemas.microsoft.com/office/drawing/2014/main" id="{11AFD2A6-6447-4E0C-DF38-95144468FE72}"/>
              </a:ext>
            </a:extLst>
          </p:cNvPr>
          <p:cNvPicPr>
            <a:picLocks noChangeAspect="1"/>
          </p:cNvPicPr>
          <p:nvPr/>
        </p:nvPicPr>
        <p:blipFill>
          <a:blip r:embed="Rb1004893f231430a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0436" y="1657828"/>
            <a:ext cx="7987075" cy="447627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46B0DB1-72B7-2196-35AE-2C34B506AD5A}"/>
              </a:ext>
            </a:extLst>
          </p:cNvPr>
          <p:cNvGrpSpPr/>
          <p:nvPr/>
        </p:nvGrpSpPr>
        <p:grpSpPr>
          <a:xfrm>
            <a:off x="0" y="-219455"/>
            <a:ext cx="12272445" cy="1073018"/>
            <a:chOff x="0" y="-219455"/>
            <a:chExt cx="12272445" cy="1073018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8471227-72A7-E6BE-2399-038AD2FB3D97}"/>
                </a:ext>
              </a:extLst>
            </p:cNvPr>
            <p:cNvPicPr>
              <a:picLocks noChangeAspect="1"/>
            </p:cNvPicPr>
            <p:nvPr/>
          </p:nvPicPr>
          <p:blipFill>
            <a:blip r:embed="R4775f54445524e6e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88272" y="-5788270"/>
              <a:ext cx="695902" cy="12272445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B5A329E-2090-00D2-4BAC-1EC8151B2EE0}"/>
                </a:ext>
              </a:extLst>
            </p:cNvPr>
            <p:cNvSpPr txBox="1"/>
            <p:nvPr/>
          </p:nvSpPr>
          <p:spPr>
            <a:xfrm>
              <a:off x="1202682" y="96115"/>
              <a:ext cx="5940213" cy="553966"/>
            </a:xfrm>
            <a:prstGeom prst="rect">
              <a:avLst/>
            </a:prstGeom>
            <a:noFill/>
          </p:spPr>
          <p:txBody>
            <a:bodyPr wrap="square" lIns="121889" tIns="60944" rIns="121889" bIns="60944" rtlCol="0">
              <a:spAutoFit/>
            </a:bodyPr>
            <a:lstStyle>
              <a:defPPr>
                <a:defRPr lang="zh-CN"/>
              </a:defPPr>
              <a:lvl1pPr algn="ctr">
                <a:defRPr sz="11500" b="1">
                  <a:gradFill>
                    <a:gsLst>
                      <a:gs pos="0">
                        <a:srgbClr val="00B0F0"/>
                      </a:gs>
                      <a:gs pos="100000">
                        <a:schemeClr val="tx2">
                          <a:lumMod val="50000"/>
                        </a:schemeClr>
                      </a:gs>
                    </a:gsLst>
                    <a:lin ang="2400000" scaled="0"/>
                  </a:gradFill>
                  <a:effectLst>
                    <a:outerShdw blurRad="317500" dist="165100" dir="2700000" algn="tl" rotWithShape="0">
                      <a:prstClr val="black">
                        <a:alpha val="60000"/>
                      </a:prstClr>
                    </a:outerShdw>
                  </a:effectLst>
                  <a:latin typeface="Yuanti SC" charset="-122"/>
                  <a:ea typeface="Yuanti SC" charset="-122"/>
                  <a:cs typeface="Yuanti SC" charset="-122"/>
                </a:defRPr>
              </a:lvl1pPr>
            </a:lstStyle>
            <a:p>
              <a:pPr algn="l"/>
              <a:r>
                <a:rPr lang="zh-CN" altLang="en-US" sz="2800" spc="300" dirty="0">
                  <a:ln w="38100">
                    <a:noFill/>
                  </a:ln>
                  <a:solidFill>
                    <a:schemeClr val="bg1"/>
                  </a:solidFill>
                  <a:effectLst/>
                  <a:latin typeface="Times New Roman"/>
                  <a:ea typeface="微软雅黑"/>
                  <a:sym typeface="Times New Roman"/>
                </a:rPr>
                <a:t>点击添加标题</a:t>
              </a: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851AC14-AC80-8AAC-11CB-A32DF7E35828}"/>
                </a:ext>
              </a:extLst>
            </p:cNvPr>
            <p:cNvPicPr>
              <a:picLocks noChangeAspect="1"/>
            </p:cNvPicPr>
            <p:nvPr/>
          </p:nvPicPr>
          <p:blipFill>
            <a:blip r:embed="Rdcb41b4a42074c3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61951" y="-219455"/>
              <a:ext cx="1073189" cy="10730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ED922CC-E8C8-60E0-091A-EF36695392F2}"/>
              </a:ext>
            </a:extLst>
          </p:cNvPr>
          <p:cNvPicPr>
            <a:picLocks noChangeAspect="1"/>
          </p:cNvPicPr>
          <p:nvPr/>
        </p:nvPicPr>
        <p:blipFill>
          <a:blip r:embed="Redef18edca0a4ff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16" y="9683"/>
            <a:ext cx="12175285" cy="6848317"/>
          </a:xfrm>
          <a:custGeom>
            <a:avLst/>
            <a:gdLst>
              <a:gd name="connsiteX0" fmla="*/ 0 w 12175285"/>
              <a:gd name="connsiteY0" fmla="*/ 0 h 6848317"/>
              <a:gd name="connsiteX1" fmla="*/ 12175285 w 12175285"/>
              <a:gd name="connsiteY1" fmla="*/ 0 h 6848317"/>
              <a:gd name="connsiteX2" fmla="*/ 12175285 w 12175285"/>
              <a:gd name="connsiteY2" fmla="*/ 6848317 h 6848317"/>
              <a:gd name="connsiteX3" fmla="*/ 0 w 12175285"/>
              <a:gd name="connsiteY3" fmla="*/ 6848317 h 6848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75285" h="6848317">
                <a:moveTo>
                  <a:pt x="0" y="0"/>
                </a:moveTo>
                <a:lnTo>
                  <a:pt x="12175285" y="0"/>
                </a:lnTo>
                <a:lnTo>
                  <a:pt x="12175285" y="6848317"/>
                </a:lnTo>
                <a:lnTo>
                  <a:pt x="0" y="6848317"/>
                </a:lnTo>
                <a:close/>
              </a:path>
            </a:pathLst>
          </a:custGeom>
        </p:spPr>
      </p:pic>
      <p:sp>
        <p:nvSpPr>
          <p:cNvPr id="5" name="椭圆 4"/>
          <p:cNvSpPr/>
          <p:nvPr/>
        </p:nvSpPr>
        <p:spPr>
          <a:xfrm>
            <a:off x="952107" y="1016923"/>
            <a:ext cx="1260000" cy="12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元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434938" y="1016923"/>
            <a:ext cx="6881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52107" y="2434042"/>
            <a:ext cx="4752955" cy="201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单击此处输入您的正文，文字是您思想的提炼，为了最终演示发布的良好效果，请尽量言简意赅的阐述观点，根据需要可斟酌增减文字。单击此处输入您的正文，文字是您思想的提炼，为了最终演示发布的良好效果，请尽量言简意赅的阐述观点，根据需要可斟酌增减文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2D1FB-8DBB-6B40-A8C4-2492D619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B2B6D91-6768-F523-0A9B-13F7CE400BC2}"/>
              </a:ext>
            </a:extLst>
          </p:cNvPr>
          <p:cNvPicPr>
            <a:picLocks noChangeAspect="1"/>
          </p:cNvPicPr>
          <p:nvPr/>
        </p:nvPicPr>
        <p:blipFill>
          <a:blip r:embed="Rc20d6451392c4a6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707223" y="-2707221"/>
            <a:ext cx="6858000" cy="122724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25E5F2C-C469-4995-848F-0536E88CF97F}"/>
              </a:ext>
            </a:extLst>
          </p:cNvPr>
          <p:cNvPicPr>
            <a:picLocks noChangeAspect="1"/>
          </p:cNvPicPr>
          <p:nvPr/>
        </p:nvPicPr>
        <p:blipFill>
          <a:blip r:embed="R6371498c0aed496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953476" flipH="1">
            <a:off x="4497734" y="741311"/>
            <a:ext cx="9859596" cy="732527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1CE2178-6EAF-44EE-A49F-6C15E0E6FE87}"/>
              </a:ext>
            </a:extLst>
          </p:cNvPr>
          <p:cNvPicPr>
            <a:picLocks noChangeAspect="1"/>
          </p:cNvPicPr>
          <p:nvPr/>
        </p:nvPicPr>
        <p:blipFill>
          <a:blip r:embed="R499247cf273246ee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13352" y="150210"/>
            <a:ext cx="6859091" cy="68580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DEB69381-97D8-1306-CDC9-B970A38BBA96}"/>
              </a:ext>
            </a:extLst>
          </p:cNvPr>
          <p:cNvSpPr txBox="1"/>
          <p:nvPr/>
        </p:nvSpPr>
        <p:spPr>
          <a:xfrm>
            <a:off x="3198986" y="718399"/>
            <a:ext cx="553998" cy="3044817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2400" spc="300" dirty="0">
                <a:solidFill>
                  <a:schemeClr val="accent1"/>
                </a:solidFill>
                <a:latin typeface="Times New Roman"/>
                <a:ea typeface="微软雅黑"/>
                <a:sym typeface="Times New Roman"/>
              </a:rPr>
              <a:t>正月十五闹元宵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62888744-49B5-4CAD-861A-A90023B3F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335" y="731637"/>
            <a:ext cx="440120" cy="479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charset="0"/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zh-CN" altLang="en-US" sz="11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请替换文字内容，修改文字内容，也可以直接复制你的内容到此。请替换文字内容，请替换文字内容，修改文字内容，也可以直接复制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1D4AC77-F121-034E-440B-D92AAE1083B6}"/>
              </a:ext>
            </a:extLst>
          </p:cNvPr>
          <p:cNvPicPr>
            <a:picLocks noChangeAspect="1"/>
          </p:cNvPicPr>
          <p:nvPr/>
        </p:nvPicPr>
        <p:blipFill>
          <a:blip r:embed="R453cc7b8da0e439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930083" y="-375464"/>
            <a:ext cx="5052592" cy="38044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93F98F-A700-3580-1BAA-89BDFD7519E7}"/>
              </a:ext>
            </a:extLst>
          </p:cNvPr>
          <p:cNvSpPr txBox="1"/>
          <p:nvPr/>
        </p:nvSpPr>
        <p:spPr>
          <a:xfrm rot="5400000">
            <a:off x="-3011059" y="3072118"/>
            <a:ext cx="6652020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4800" spc="300" dirty="0">
                <a:solidFill>
                  <a:srgbClr val="EBA57E"/>
                </a:solidFill>
                <a:latin typeface="Times New Roman"/>
                <a:ea typeface="微软雅黑"/>
                <a:sym typeface="Times New Roman"/>
              </a:rPr>
              <a:t>LANTERN FESTIVAL</a:t>
            </a:r>
            <a:endParaRPr lang="zh-CN" altLang="en-US" sz="4800" spc="300" dirty="0">
              <a:solidFill>
                <a:srgbClr val="EBA57E"/>
              </a:solidFill>
              <a:latin typeface="Times New Roman"/>
              <a:ea typeface="微软雅黑"/>
              <a:sym typeface="Times New Roman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5D0BD3-FDD2-248D-C06C-3D9FA201DA35}"/>
              </a:ext>
            </a:extLst>
          </p:cNvPr>
          <p:cNvSpPr txBox="1"/>
          <p:nvPr/>
        </p:nvSpPr>
        <p:spPr>
          <a:xfrm>
            <a:off x="6748929" y="526942"/>
            <a:ext cx="4959935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灯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火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映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满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园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·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今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宵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庆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团</a:t>
            </a:r>
            <a:r>
              <a:rPr lang="en-US" altLang="zh-CN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/</a:t>
            </a:r>
            <a:r>
              <a:rPr lang="zh-CN" altLang="en-US" sz="1600" spc="300" dirty="0">
                <a:solidFill>
                  <a:schemeClr val="bg1"/>
                </a:solidFill>
                <a:latin typeface="Times New Roman"/>
                <a:ea typeface="微软雅黑"/>
                <a:sym typeface="Times New Roman"/>
              </a:rPr>
              <a:t>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E264154-AA20-9636-F44F-4EAB94435345}"/>
              </a:ext>
            </a:extLst>
          </p:cNvPr>
          <p:cNvGrpSpPr/>
          <p:nvPr/>
        </p:nvGrpSpPr>
        <p:grpSpPr>
          <a:xfrm>
            <a:off x="578239" y="138160"/>
            <a:ext cx="3522168" cy="6833702"/>
            <a:chOff x="695469" y="138160"/>
            <a:chExt cx="3522168" cy="6833702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90FF3ACB-78D1-CBE0-C32E-F8022D76F375}"/>
                </a:ext>
              </a:extLst>
            </p:cNvPr>
            <p:cNvPicPr>
              <a:picLocks noChangeAspect="1"/>
            </p:cNvPicPr>
            <p:nvPr/>
          </p:nvPicPr>
          <p:blipFill>
            <a:blip r:embed="R2fc94f9c8a11479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29629" y="138160"/>
              <a:ext cx="2453269" cy="3429031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98983232-DFD1-5824-4116-2B015882CB14}"/>
                </a:ext>
              </a:extLst>
            </p:cNvPr>
            <p:cNvPicPr>
              <a:picLocks noChangeAspect="1"/>
            </p:cNvPicPr>
            <p:nvPr/>
          </p:nvPicPr>
          <p:blipFill>
            <a:blip r:embed="Rc1d47fdde0bd4c3f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5469" y="2670524"/>
              <a:ext cx="2585637" cy="3044818"/>
            </a:xfrm>
            <a:prstGeom prst="rect">
              <a:avLst/>
            </a:prstGeom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EA69CFA9-50E3-7F13-E683-709AAA94723C}"/>
                </a:ext>
              </a:extLst>
            </p:cNvPr>
            <p:cNvPicPr>
              <a:picLocks noChangeAspect="1"/>
            </p:cNvPicPr>
            <p:nvPr/>
          </p:nvPicPr>
          <p:blipFill>
            <a:blip r:embed="R39b7df4ca659420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22088" y="3810108"/>
              <a:ext cx="1695549" cy="316175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C9BAF6B-F6C9-7226-01A4-31B3D987413E}"/>
                </a:ext>
              </a:extLst>
            </p:cNvPr>
            <p:cNvPicPr>
              <a:picLocks noChangeAspect="1"/>
            </p:cNvPicPr>
            <p:nvPr/>
          </p:nvPicPr>
          <p:blipFill>
            <a:blip r:embed="Rce87776388044aa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35090" y="5526686"/>
              <a:ext cx="1139110" cy="854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58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7">
                                          <p:stCondLst>
                                            <p:cond delay="16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41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41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41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41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3f4c8501dfe8483a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70b916f253dc4609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ecd14290f3404e3c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2b3f95eb50ad43d7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ecd14290f3404e3c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6ff24df6e21c46009b398f33b2e95592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de268dee6e0840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d772ebcf68b0413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2b7978886d947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d17df60efcc94356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6846ee515f644328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1c2ab3338cd2455c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50c615509b5b4010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ddd9fc9fdb4349eb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d5c5549bed2d4b95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78fd417ccc5d40a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1fd916c159cf4c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472f9971a55741e6b5087bee2f2f2f31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38b3a6b5067844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a7b7dcf10cb145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f257558736443e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317cba6f675f4dc8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404c65aefefc4cd8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729ca11606b426d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404c65aefefc4cd8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4bc988565534fc6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404c65aefefc4cd8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bfe565faecc44cbf86fe77d7db09d02b"/>
              </a:rPr>
              <a:t>部分字体来源于</a:t>
            </a:r>
            <a:r>
              <a:rPr lang="en-US" altLang="zh-CN" dirty="0">
                <a:hlinkClick r:id="Rbfe565faecc44cbf86fe77d7db09d02b"/>
              </a:rPr>
              <a:t>100font.com  </a:t>
            </a:r>
            <a:r>
              <a:rPr lang="zh-CN" altLang="en-US" dirty="0">
                <a:hlinkClick r:id="Rbfe565faecc44cbf86fe77d7db09d02b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86f63712d6344e35b4dc7f652fe47ba1"/>
              </a:rPr>
              <a:t>部分图标来源于</a:t>
            </a:r>
            <a:r>
              <a:rPr lang="en-US" altLang="zh-CN" dirty="0">
                <a:hlinkClick r:id="R86f63712d6344e35b4dc7f652fe47ba1"/>
              </a:rPr>
              <a:t>Storyset.com </a:t>
            </a:r>
            <a:r>
              <a:rPr lang="zh-CN" altLang="en-US" dirty="0">
                <a:hlinkClick r:id="R86f63712d6344e35b4dc7f652fe47ba1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1638</Words>
  <Application>Microsoft Office PowerPoint</Application>
  <PresentationFormat>宽屏</PresentationFormat>
  <Paragraphs>111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阿里巴巴普惠体</vt:lpstr>
      <vt:lpstr>等线</vt:lpstr>
      <vt:lpstr>微软雅黑</vt:lpstr>
      <vt:lpstr>Arial</vt:lpstr>
      <vt:lpstr>Times New Roman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第一PPT，www.1ppt.com</dc:creator>
  <cp:keywords>www.1ppt.com</cp:keywords>
  <dc:description>第一PPT</dc:description>
  <cp:lastModifiedBy>JP Liu</cp:lastModifiedBy>
  <cp:revision>27</cp:revision>
  <dcterms:created xsi:type="dcterms:W3CDTF">2021-04-10T09:18:20Z</dcterms:created>
  <dcterms:modified xsi:type="dcterms:W3CDTF">2025-04-28T04:02:07Z</dcterms:modified>
</cp:coreProperties>
</file>