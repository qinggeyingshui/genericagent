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tags/tag1.xml" ContentType="application/vnd.openxmlformats-officedocument.presentationml.tags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tags/tag5.xml" ContentType="application/vnd.openxmlformats-officedocument.presentationml.tags+xml"/>
  <Override PartName="/ppt/slides/tags/tag6.xml" ContentType="application/vnd.openxmlformats-officedocument.presentationml.tags+xml"/>
  <Override PartName="/ppt/slides/tags/tag7.xml" ContentType="application/vnd.openxmlformats-officedocument.presentationml.tags+xml"/>
  <Override PartName="/ppt/slides/slide7.xml" ContentType="application/vnd.openxmlformats-officedocument.presentationml.slide+xml"/>
  <Override PartName="/ppt/slides/tags/tag8.xml" ContentType="application/vnd.openxmlformats-officedocument.presentationml.tags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tags/tag14.xml" ContentType="application/vnd.openxmlformats-officedocument.presentationml.tags+xml"/>
  <Override PartName="/ppt/slides/tags/tag15.xml" ContentType="application/vnd.openxmlformats-officedocument.presentationml.tags+xml"/>
  <Override PartName="/ppt/slides/tags/tag16.xml" ContentType="application/vnd.openxmlformats-officedocument.presentationml.tags+xml"/>
  <Override PartName="/ppt/slides/tags/tag17.xml" ContentType="application/vnd.openxmlformats-officedocument.presentationml.tags+xml"/>
  <Override PartName="/ppt/slides/slide8.xml" ContentType="application/vnd.openxmlformats-officedocument.presentationml.slide+xml"/>
  <Override PartName="/ppt/slides/tags/tag18.xml" ContentType="application/vnd.openxmlformats-officedocument.presentationml.tags+xml"/>
  <Override PartName="/ppt/slides/slide9.xml" ContentType="application/vnd.openxmlformats-officedocument.presentationml.slide+xml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slide10.xml" ContentType="application/vnd.openxmlformats-officedocument.presentationml.slide+xml"/>
  <Override PartName="/ppt/slides/tags/tag27.xml" ContentType="application/vnd.openxmlformats-officedocument.presentationml.tags+xml"/>
  <Override PartName="/ppt/slides/tags/tag28.xml" ContentType="application/vnd.openxmlformats-officedocument.presentationml.tags+xml"/>
  <Override PartName="/ppt/slides/tags/tag29.xml" ContentType="application/vnd.openxmlformats-officedocument.presentationml.tags+xml"/>
  <Override PartName="/ppt/slides/tags/tag30.xml" ContentType="application/vnd.openxmlformats-officedocument.presentationml.tag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tags/tag31.xml" ContentType="application/vnd.openxmlformats-officedocument.presentationml.tag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tags/tag32.xml" ContentType="application/vnd.openxmlformats-officedocument.presentationml.tag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media/image18.bin" ContentType="image/jpeg"/>
  <Override PartName="/ppt/customXML/item.xml" ContentType="application/inkml+xml"/>
  <Override PartName="/ppt/customXML/item2.xml" ContentType="application/inkml+xml"/>
  <Override PartName="/ppt/slides/slide19.xml" ContentType="application/vnd.openxmlformats-officedocument.presentationml.slide+xml"/>
  <Override PartName="/ppt/media/image21.bin" ContentType="image/jpeg"/>
  <Override PartName="/ppt/media/image22.bin" ContentType="image/jpeg"/>
  <Override PartName="/ppt/media/image25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0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92cdddf30194faf" /><Relationship Type="http://schemas.openxmlformats.org/package/2006/relationships/metadata/core-properties" Target="/docProps/core.xml" Id="R95d72df32c8e41b8" /><Relationship Type="http://schemas.openxmlformats.org/officeDocument/2006/relationships/extended-properties" Target="/docProps/app.xml" Id="R41bbf965ed5a4aff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4fb8223472fd41ec"/>
  </p:sldMasterIdLst>
  <p:notesMasterIdLst>
    <p:notesMasterId r:id="R549745b9d20b4c11"/>
  </p:notesMasterIdLst>
  <p:sldIdLst>
    <p:sldId id="256" r:id="R8fa5f798f24f4a9e"/>
    <p:sldId id="257" r:id="Rb3a180c7962d46d6"/>
    <p:sldId id="258" r:id="Rc28d76a048fd4c9a"/>
    <p:sldId id="259" r:id="R55589f2438f2499a"/>
    <p:sldId id="260" r:id="Re82d74911f4342ff"/>
    <p:sldId id="261" r:id="Ra3dcf719c5b945d1"/>
    <p:sldId id="262" r:id="R1787a668cfcc44ad"/>
    <p:sldId id="263" r:id="R3cd163bbbb0d497f"/>
    <p:sldId id="264" r:id="R2b0c8d0bb37d45c7"/>
    <p:sldId id="265" r:id="R451d3f3c5f384756"/>
    <p:sldId id="266" r:id="R2d7086c5ee3f4a20"/>
    <p:sldId id="267" r:id="R272017c7e0c3401b"/>
    <p:sldId id="268" r:id="R25abbfb4f22245eb"/>
    <p:sldId id="269" r:id="Rf07a509057814e57"/>
    <p:sldId id="270" r:id="Rb6dc603afec14d85"/>
    <p:sldId id="271" r:id="R756d65d3ed8744aa"/>
    <p:sldId id="272" r:id="R05e73279d86c4c70"/>
    <p:sldId id="273" r:id="Ra4c44a30381d45ae"/>
    <p:sldId id="274" r:id="R3b516dbe65d44517"/>
    <p:sldId id="275" r:id="Rf62314b6de9d4f06"/>
    <p:sldId id="276" r:id="R023b1e4d410a47b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A83E"/>
    <a:srgbClr val="20B144"/>
    <a:srgbClr val="1BAA44"/>
    <a:srgbClr val="16A4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howGuides="1">
      <p:cViewPr varScale="1">
        <p:scale>
          <a:sx n="82" d="100"/>
          <a:sy n="82" d="100"/>
        </p:scale>
        <p:origin x="42" y="366"/>
      </p:cViewPr>
      <p:guideLst>
        <p:guide orient="horz" pos="102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466" y="9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9745b9d20b4c11" /><Relationship Type="http://schemas.openxmlformats.org/officeDocument/2006/relationships/presProps" Target="/ppt/presProps.xml" Id="Re65a9d42188246e1" /><Relationship Type="http://schemas.openxmlformats.org/officeDocument/2006/relationships/viewProps" Target="/ppt/viewProps.xml" Id="R6f111d035fdc4f0a" /><Relationship Type="http://schemas.openxmlformats.org/officeDocument/2006/relationships/slideMaster" Target="/ppt/slideMasters/slideMaster1.xml" Id="R4fb8223472fd41ec" /><Relationship Type="http://schemas.openxmlformats.org/officeDocument/2006/relationships/theme" Target="/ppt/slideMasters/theme/theme2.xml" Id="R8189aae3d3aa43f7" /><Relationship Type="http://schemas.openxmlformats.org/officeDocument/2006/relationships/slide" Target="/ppt/slides/slide1.xml" Id="R8fa5f798f24f4a9e" /><Relationship Type="http://schemas.openxmlformats.org/officeDocument/2006/relationships/slide" Target="/ppt/slides/slide2.xml" Id="Rb3a180c7962d46d6" /><Relationship Type="http://schemas.openxmlformats.org/officeDocument/2006/relationships/slide" Target="/ppt/slides/slide3.xml" Id="Rc28d76a048fd4c9a" /><Relationship Type="http://schemas.openxmlformats.org/officeDocument/2006/relationships/slide" Target="/ppt/slides/slide4.xml" Id="R55589f2438f2499a" /><Relationship Type="http://schemas.openxmlformats.org/officeDocument/2006/relationships/slide" Target="/ppt/slides/slide5.xml" Id="Re82d74911f4342ff" /><Relationship Type="http://schemas.openxmlformats.org/officeDocument/2006/relationships/slide" Target="/ppt/slides/slide6.xml" Id="Ra3dcf719c5b945d1" /><Relationship Type="http://schemas.openxmlformats.org/officeDocument/2006/relationships/slide" Target="/ppt/slides/slide7.xml" Id="R1787a668cfcc44ad" /><Relationship Type="http://schemas.openxmlformats.org/officeDocument/2006/relationships/slide" Target="/ppt/slides/slide8.xml" Id="R3cd163bbbb0d497f" /><Relationship Type="http://schemas.openxmlformats.org/officeDocument/2006/relationships/slide" Target="/ppt/slides/slide9.xml" Id="R2b0c8d0bb37d45c7" /><Relationship Type="http://schemas.openxmlformats.org/officeDocument/2006/relationships/slide" Target="/ppt/slides/slide10.xml" Id="R451d3f3c5f384756" /><Relationship Type="http://schemas.openxmlformats.org/officeDocument/2006/relationships/slide" Target="/ppt/slides/slide11.xml" Id="R2d7086c5ee3f4a20" /><Relationship Type="http://schemas.openxmlformats.org/officeDocument/2006/relationships/slide" Target="/ppt/slides/slide12.xml" Id="R272017c7e0c3401b" /><Relationship Type="http://schemas.openxmlformats.org/officeDocument/2006/relationships/slide" Target="/ppt/slides/slide13.xml" Id="R25abbfb4f22245eb" /><Relationship Type="http://schemas.openxmlformats.org/officeDocument/2006/relationships/slide" Target="/ppt/slides/slide14.xml" Id="Rf07a509057814e57" /><Relationship Type="http://schemas.openxmlformats.org/officeDocument/2006/relationships/slide" Target="/ppt/slides/slide15.xml" Id="Rb6dc603afec14d85" /><Relationship Type="http://schemas.openxmlformats.org/officeDocument/2006/relationships/slide" Target="/ppt/slides/slide16.xml" Id="R756d65d3ed8744aa" /><Relationship Type="http://schemas.openxmlformats.org/officeDocument/2006/relationships/slide" Target="/ppt/slides/slide17.xml" Id="R05e73279d86c4c70" /><Relationship Type="http://schemas.openxmlformats.org/officeDocument/2006/relationships/slide" Target="/ppt/slides/slide18.xml" Id="Ra4c44a30381d45ae" /><Relationship Type="http://schemas.openxmlformats.org/officeDocument/2006/relationships/slide" Target="/ppt/slides/slide19.xml" Id="R3b516dbe65d44517" /><Relationship Type="http://schemas.openxmlformats.org/officeDocument/2006/relationships/slide" Target="/ppt/slides/slide20.xml" Id="Rf62314b6de9d4f06" /><Relationship Type="http://schemas.openxmlformats.org/officeDocument/2006/relationships/slide" Target="/ppt/slides/slide21.xml" Id="R023b1e4d410a47b8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cd9849d001ce493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122BF-A781-43E6-9BAA-5F455B30BA56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9902F-C613-4C41-A0C1-51BF4300D7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22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a31065fc13ae4f94" /><Relationship Type="http://schemas.openxmlformats.org/officeDocument/2006/relationships/notesMaster" Target="/ppt/notesMasters/notesMaster1.xml" Id="Rc8c554dfb9d14130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D9902F-C613-4C41-A0C1-51BF4300D76F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9157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9576d884d43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82fe88f9b4b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0e98ad9854a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jieri/" TargetMode="External" Id="Rcee4a01f08f64125a298db2b0617ca47" /><Relationship Type="http://schemas.openxmlformats.org/officeDocument/2006/relationships/slideMaster" Target="/ppt/slideMasters/slideMaster1.xml" Id="R506b4536165246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9e7451a414b70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6928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29984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80604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59952" y="10988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cee4a01f08f64125a298db2b0617ca47"/>
              </a:rPr>
              <a:t>节日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cee4a01f08f64125a298db2b0617ca47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cee4a01f08f64125a298db2b0617ca47"/>
              </a:rPr>
              <a:t>模板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21898802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399915"/>
      </p:ext>
    </p:extLst>
  </p:cSld>
  <p:clrMapOvr>
    <a:masterClrMapping/>
  </p:clrMapOvr>
  <p:transition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e07923e1b4422" /><Relationship Type="http://schemas.openxmlformats.org/officeDocument/2006/relationships/slideLayout" Target="/ppt/slideLayouts/slideLayout1.xml" Id="R94b690d225074b47" /><Relationship Type="http://schemas.openxmlformats.org/officeDocument/2006/relationships/slideLayout" Target="/ppt/slideLayouts/slideLayout2.xml" Id="Red74718065fe49ad" /><Relationship Type="http://schemas.openxmlformats.org/officeDocument/2006/relationships/slideLayout" Target="/ppt/slideLayouts/slideLayout3.xml" Id="R454f0ba16742497e" /><Relationship Type="http://schemas.openxmlformats.org/officeDocument/2006/relationships/slideLayout" Target="/ppt/slideLayouts/slideLayout4.xml" Id="Rbc59334046aa40fb" /><Relationship Type="http://schemas.openxmlformats.org/officeDocument/2006/relationships/slideLayout" Target="/ppt/slideLayouts/slideLayout5.xml" Id="Rc91a8b7b7ead4cbf" /><Relationship Type="http://schemas.openxmlformats.org/officeDocument/2006/relationships/image" Target="/ppt/media/image.bin" Id="R4b7d9e40467d49f4" /><Relationship Type="http://schemas.openxmlformats.org/officeDocument/2006/relationships/image" Target="/ppt/media/image2.bin" Id="R6617ac1f45284715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7CEBAD6-E975-1A24-1EF6-35E36BE7CAC2}"/>
              </a:ext>
            </a:extLst>
          </p:cNvPr>
          <p:cNvPicPr>
            <a:picLocks noChangeAspect="1"/>
          </p:cNvPicPr>
          <p:nvPr userDrawn="1"/>
        </p:nvPicPr>
        <p:blipFill>
          <a:blip r:embed="R4b7d9e40467d49f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AFC7B0-18BC-B902-1359-7AE51F4F9B9C}"/>
              </a:ext>
            </a:extLst>
          </p:cNvPr>
          <p:cNvSpPr/>
          <p:nvPr userDrawn="1"/>
        </p:nvSpPr>
        <p:spPr>
          <a:xfrm>
            <a:off x="312058" y="304802"/>
            <a:ext cx="11567887" cy="6241143"/>
          </a:xfrm>
          <a:prstGeom prst="roundRect">
            <a:avLst>
              <a:gd name="adj" fmla="val 2016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2249FCB-737D-C975-4017-F24C05B38EFD}"/>
              </a:ext>
            </a:extLst>
          </p:cNvPr>
          <p:cNvPicPr>
            <a:picLocks noChangeAspect="1"/>
          </p:cNvPicPr>
          <p:nvPr userDrawn="1"/>
        </p:nvPicPr>
        <p:blipFill>
          <a:blip r:embed="R6617ac1f452847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58" y="515258"/>
            <a:ext cx="957943" cy="71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3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454f0ba16742497e"/>
    <p:sldLayoutId id="2147483650" r:id="Red74718065fe49ad"/>
    <p:sldLayoutId id="2147483649" r:id="R94b690d225074b47"/>
    <p:sldLayoutId id="2147483653" r:id="Rc91a8b7b7ead4cbf"/>
    <p:sldLayoutId id="2147483652" r:id="Rbc59334046aa40fb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第一PPT，www.1ppt.com">
  <a:themeElements>
    <a:clrScheme name="自定义 109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9A83E"/>
      </a:accent1>
      <a:accent2>
        <a:srgbClr val="19A83E"/>
      </a:accent2>
      <a:accent3>
        <a:srgbClr val="19A83E"/>
      </a:accent3>
      <a:accent4>
        <a:srgbClr val="19A83E"/>
      </a:accent4>
      <a:accent5>
        <a:srgbClr val="19A83E"/>
      </a:accent5>
      <a:accent6>
        <a:srgbClr val="19A83E"/>
      </a:accent6>
      <a:hlink>
        <a:srgbClr val="0563C1"/>
      </a:hlink>
      <a:folHlink>
        <a:srgbClr val="954F72"/>
      </a:folHlink>
    </a:clrScheme>
    <a:fontScheme name="k53bvox0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ec79ce4ee00b471e" /><Relationship Type="http://schemas.openxmlformats.org/officeDocument/2006/relationships/image" Target="/ppt/media/image3.bin" Id="R7338fa1fd12a421f" /><Relationship Type="http://schemas.openxmlformats.org/officeDocument/2006/relationships/image" Target="/ppt/media/image4.bin" Id="R18996312ba064547" /><Relationship Type="http://schemas.openxmlformats.org/officeDocument/2006/relationships/slideLayout" Target="/ppt/slideLayouts/slideLayout3.xml" Id="R1f26d7a9cc4344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24f35ab5d5474646" /><Relationship Type="http://schemas.openxmlformats.org/officeDocument/2006/relationships/slideLayout" Target="/ppt/slideLayouts/slideLayout2.xml" Id="Re4423f2b0ba4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c1c30e956c664413" /><Relationship Type="http://schemas.openxmlformats.org/officeDocument/2006/relationships/image" Target="/ppt/media/image5.bin" Id="Rfcb0c2addd6e4398" /><Relationship Type="http://schemas.openxmlformats.org/officeDocument/2006/relationships/tags" Target="/ppt/slides/tags/tag1.xml" Id="Rae8a6b12291d4529" /><Relationship Type="http://schemas.openxmlformats.org/officeDocument/2006/relationships/notesSlide" Target="/ppt/notesSlides/notesSlide1.xml" Id="Rc327bff0551d443d" /><Relationship Type="http://schemas.openxmlformats.org/officeDocument/2006/relationships/slideLayout" Target="/ppt/slideLayouts/slideLayout1.xml" Id="R013869ed11d24f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6.bin" Id="R2ecca6dd90a84671" /><Relationship Type="http://schemas.openxmlformats.org/officeDocument/2006/relationships/slideLayout" Target="/ppt/slideLayouts/slideLayout5.xml" Id="Rac055eb06c0c40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7.bin" Id="R2d79dd0c5e8e4cd9" /><Relationship Type="http://schemas.openxmlformats.org/officeDocument/2006/relationships/slideLayout" Target="/ppt/slideLayouts/slideLayout5.xml" Id="Re614d2d7f0374a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8.bin" Id="R533e9a14060b4021" /><Relationship Type="http://schemas.openxmlformats.org/officeDocument/2006/relationships/tags" Target="/ppt/slides/tags/tag2.xml" Id="R94733c09e7954ddc" /><Relationship Type="http://schemas.openxmlformats.org/officeDocument/2006/relationships/tags" Target="/ppt/slides/tags/tag3.xml" Id="Rfa7c331b2f084072" /><Relationship Type="http://schemas.openxmlformats.org/officeDocument/2006/relationships/tags" Target="/ppt/slides/tags/tag4.xml" Id="R37c32a6e6dc14daa" /><Relationship Type="http://schemas.openxmlformats.org/officeDocument/2006/relationships/tags" Target="/ppt/slides/tags/tag5.xml" Id="R5f438312f15a48fa" /><Relationship Type="http://schemas.openxmlformats.org/officeDocument/2006/relationships/tags" Target="/ppt/slides/tags/tag6.xml" Id="Racf23e1a844b45cd" /><Relationship Type="http://schemas.openxmlformats.org/officeDocument/2006/relationships/tags" Target="/ppt/slides/tags/tag7.xml" Id="R58749a59a0bf429f" /><Relationship Type="http://schemas.openxmlformats.org/officeDocument/2006/relationships/slideLayout" Target="/ppt/slideLayouts/slideLayout5.xml" Id="R39e7098e85e342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tags" Target="/ppt/slides/tags/tag8.xml" Id="Rb740c64b8ca042cd" /><Relationship Type="http://schemas.openxmlformats.org/officeDocument/2006/relationships/tags" Target="/ppt/slides/tags/tag9.xml" Id="Rf8b1f09f63944fd4" /><Relationship Type="http://schemas.openxmlformats.org/officeDocument/2006/relationships/tags" Target="/ppt/slides/tags/tag10.xml" Id="R820c7d4ec9154ffd" /><Relationship Type="http://schemas.openxmlformats.org/officeDocument/2006/relationships/tags" Target="/ppt/slides/tags/tag11.xml" Id="R715f2912a2fd4c91" /><Relationship Type="http://schemas.openxmlformats.org/officeDocument/2006/relationships/tags" Target="/ppt/slides/tags/tag12.xml" Id="Ra40639fbe7794c64" /><Relationship Type="http://schemas.openxmlformats.org/officeDocument/2006/relationships/tags" Target="/ppt/slides/tags/tag13.xml" Id="R657c91c7c3ce40c5" /><Relationship Type="http://schemas.openxmlformats.org/officeDocument/2006/relationships/tags" Target="/ppt/slides/tags/tag14.xml" Id="R21f9813e4f9d4247" /><Relationship Type="http://schemas.openxmlformats.org/officeDocument/2006/relationships/tags" Target="/ppt/slides/tags/tag15.xml" Id="R96524e68ff1b46f0" /><Relationship Type="http://schemas.openxmlformats.org/officeDocument/2006/relationships/tags" Target="/ppt/slides/tags/tag16.xml" Id="R72f3c4e4230d45bb" /><Relationship Type="http://schemas.openxmlformats.org/officeDocument/2006/relationships/tags" Target="/ppt/slides/tags/tag17.xml" Id="Rf817ea0c761748c2" /><Relationship Type="http://schemas.openxmlformats.org/officeDocument/2006/relationships/slideLayout" Target="/ppt/slideLayouts/slideLayout5.xml" Id="R1f2deb7e4cfc42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.bin" Id="R7e0c17f0e8b24959" /><Relationship Type="http://schemas.openxmlformats.org/officeDocument/2006/relationships/image" Target="/ppt/media/image5.bin" Id="R2e3d3f58cb46416d" /><Relationship Type="http://schemas.openxmlformats.org/officeDocument/2006/relationships/tags" Target="/ppt/slides/tags/tag18.xml" Id="R80438113f2794d7f" /><Relationship Type="http://schemas.openxmlformats.org/officeDocument/2006/relationships/slideLayout" Target="/ppt/slideLayouts/slideLayout1.xml" Id="R637c8e6b767f48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tags" Target="/ppt/slides/tags/tag19.xml" Id="Rf85313450bc64706" /><Relationship Type="http://schemas.openxmlformats.org/officeDocument/2006/relationships/tags" Target="/ppt/slides/tags/tag20.xml" Id="R792683c3f82f4e79" /><Relationship Type="http://schemas.openxmlformats.org/officeDocument/2006/relationships/tags" Target="/ppt/slides/tags/tag21.xml" Id="Rc36b9f1f44454cc8" /><Relationship Type="http://schemas.openxmlformats.org/officeDocument/2006/relationships/tags" Target="/ppt/slides/tags/tag22.xml" Id="R4dca8b2ad54b4d66" /><Relationship Type="http://schemas.openxmlformats.org/officeDocument/2006/relationships/tags" Target="/ppt/slides/tags/tag23.xml" Id="R554884a6204d4fd2" /><Relationship Type="http://schemas.openxmlformats.org/officeDocument/2006/relationships/tags" Target="/ppt/slides/tags/tag24.xml" Id="R4cd56d986ca046fc" /><Relationship Type="http://schemas.openxmlformats.org/officeDocument/2006/relationships/tags" Target="/ppt/slides/tags/tag25.xml" Id="R00347974839b4430" /><Relationship Type="http://schemas.openxmlformats.org/officeDocument/2006/relationships/tags" Target="/ppt/slides/tags/tag26.xml" Id="R9955fd45b6f54eaa" /><Relationship Type="http://schemas.openxmlformats.org/officeDocument/2006/relationships/slideLayout" Target="/ppt/slideLayouts/slideLayout5.xml" Id="R34f5496dafb143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9.bin" Id="Rd5443bee7faf4007" /><Relationship Type="http://schemas.openxmlformats.org/officeDocument/2006/relationships/image" Target="/ppt/media/image10.bin" Id="Rced9d6ca76d042bf" /><Relationship Type="http://schemas.openxmlformats.org/officeDocument/2006/relationships/tags" Target="/ppt/slides/tags/tag27.xml" Id="R73a7a7857c23432d" /><Relationship Type="http://schemas.openxmlformats.org/officeDocument/2006/relationships/tags" Target="/ppt/slides/tags/tag28.xml" Id="R37ba8732a0934218" /><Relationship Type="http://schemas.openxmlformats.org/officeDocument/2006/relationships/tags" Target="/ppt/slides/tags/tag29.xml" Id="R40f7f4f86d334562" /><Relationship Type="http://schemas.openxmlformats.org/officeDocument/2006/relationships/tags" Target="/ppt/slides/tags/tag30.xml" Id="R90de683ccfe3440d" /><Relationship Type="http://schemas.openxmlformats.org/officeDocument/2006/relationships/slideLayout" Target="/ppt/slideLayouts/slideLayout5.xml" Id="R680058f3017c4e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1.bin" Id="Rd67bb0ca4bb04c7c" /><Relationship Type="http://schemas.openxmlformats.org/officeDocument/2006/relationships/image" Target="/ppt/media/image12.bin" Id="R4cbd9bf6f6294cd9" /><Relationship Type="http://schemas.openxmlformats.org/officeDocument/2006/relationships/slideLayout" Target="/ppt/slideLayouts/slideLayout5.xml" Id="Rb4465e26996148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.bin" Id="R1c7b68a990184756" /><Relationship Type="http://schemas.openxmlformats.org/officeDocument/2006/relationships/image" Target="/ppt/media/image5.bin" Id="Rfd9577363eb44f6e" /><Relationship Type="http://schemas.openxmlformats.org/officeDocument/2006/relationships/tags" Target="/ppt/slides/tags/tag31.xml" Id="Rfbe22e3929b34417" /><Relationship Type="http://schemas.openxmlformats.org/officeDocument/2006/relationships/slideLayout" Target="/ppt/slideLayouts/slideLayout1.xml" Id="R75545e36b84e41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3.bin" Id="Rb5d303ef73f34e82" /><Relationship Type="http://schemas.openxmlformats.org/officeDocument/2006/relationships/slideLayout" Target="/ppt/slideLayouts/slideLayout5.xml" Id="R1eec7daa3a3349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.bin" Id="Rd4bdf68d44634466" /><Relationship Type="http://schemas.openxmlformats.org/officeDocument/2006/relationships/image" Target="/ppt/media/image5.bin" Id="R037222da17464d3c" /><Relationship Type="http://schemas.openxmlformats.org/officeDocument/2006/relationships/tags" Target="/ppt/slides/tags/tag32.xml" Id="Rac1c676694384c8b" /><Relationship Type="http://schemas.openxmlformats.org/officeDocument/2006/relationships/slideLayout" Target="/ppt/slideLayouts/slideLayout1.xml" Id="R5d6032cd038e41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4.bin" Id="R56f1779348494667" /><Relationship Type="http://schemas.openxmlformats.org/officeDocument/2006/relationships/image" Target="/ppt/media/image15.bin" Id="R2363a7136b044f55" /><Relationship Type="http://schemas.openxmlformats.org/officeDocument/2006/relationships/slideLayout" Target="/ppt/slideLayouts/slideLayout5.xml" Id="R09125ede065d45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16.bin" Id="Ra0910f8ebce64aad" /><Relationship Type="http://schemas.openxmlformats.org/officeDocument/2006/relationships/image" Target="/ppt/media/image17.bin" Id="R3d5e15bc79ac40a9" /><Relationship Type="http://schemas.openxmlformats.org/officeDocument/2006/relationships/slideLayout" Target="/ppt/slideLayouts/slideLayout5.xml" Id="R39e67f50bc0840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.bin" Id="R3bed3ea1319149c2" /><Relationship Type="http://schemas.openxmlformats.org/officeDocument/2006/relationships/image" Target="/ppt/media/image3.bin" Id="Rf181583957a04872" /><Relationship Type="http://schemas.openxmlformats.org/officeDocument/2006/relationships/image" Target="/ppt/media/image4.bin" Id="Rddc063f59b424c6a" /><Relationship Type="http://schemas.openxmlformats.org/officeDocument/2006/relationships/slideLayout" Target="/ppt/slideLayouts/slideLayout5.xml" Id="R152b82244ba642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b63d4720ded242aea7f60d1fffd38167" /><Relationship Type="http://schemas.openxmlformats.org/officeDocument/2006/relationships/image" Target="/ppt/media/image18.bin" Id="R6bd9d5850e3e46f9" /><Relationship Type="http://schemas.openxmlformats.org/officeDocument/2006/relationships/image" Target="/ppt/media/image19.bin" Id="Rebad91f034d14452" /><Relationship Type="http://schemas.openxmlformats.org/officeDocument/2006/relationships/image" Target="/ppt/media/image20.bin" Id="Rb260584d9ea54bb4" /><Relationship Type="http://schemas.openxmlformats.org/officeDocument/2006/relationships/customXml" Target="/ppt/customXML/item.xml" Id="R192df9e798eb42d9" /><Relationship Type="http://schemas.openxmlformats.org/officeDocument/2006/relationships/customXml" Target="/ppt/customXML/item2.xml" Id="Radd674ae124846e9" /><Relationship Type="http://schemas.openxmlformats.org/officeDocument/2006/relationships/slideLayout" Target="/ppt/slideLayouts/slideLayout2.xml" Id="R60cf72e5862a40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1998e2382e404accbf2fdd2f9c5bcddf" /><Relationship Type="http://schemas.openxmlformats.org/officeDocument/2006/relationships/image" Target="/ppt/media/image21.bin" Id="R81d6a1f0576e40dd" /><Relationship Type="http://schemas.openxmlformats.org/officeDocument/2006/relationships/image" Target="/ppt/media/image22.bin" Id="R96535773e3f2412b" /><Relationship Type="http://schemas.openxmlformats.org/officeDocument/2006/relationships/image" Target="/ppt/media/image23.bin" Id="R4f8159422daf444c" /><Relationship Type="http://schemas.openxmlformats.org/officeDocument/2006/relationships/image" Target="/ppt/media/image19.bin" Id="R7ac691583e5f41cb" /><Relationship Type="http://schemas.openxmlformats.org/officeDocument/2006/relationships/image" Target="/ppt/media/image24.bin" Id="R425432e3aeef4a83" /><Relationship Type="http://schemas.openxmlformats.org/officeDocument/2006/relationships/image" Target="/ppt/media/image25.bin" Id="R4d35a090020d4570" /><Relationship Type="http://schemas.openxmlformats.org/officeDocument/2006/relationships/image" Target="/ppt/media/image20.bin" Id="R9f7b5288318c45a9" /><Relationship Type="http://schemas.openxmlformats.org/officeDocument/2006/relationships/customXml" Target="/ppt/customXML/item3.xml" Id="R5bb2c66903fe4cba" /><Relationship Type="http://schemas.openxmlformats.org/officeDocument/2006/relationships/customXml" Target="/ppt/customXML/item4.xml" Id="R71872d5b1d724025" /><Relationship Type="http://schemas.openxmlformats.org/officeDocument/2006/relationships/customXml" Target="/ppt/customXML/item5.xml" Id="Ree1dc433c6b24683" /><Relationship Type="http://schemas.openxmlformats.org/officeDocument/2006/relationships/slideLayout" Target="/ppt/slideLayouts/slideLayout2.xml" Id="R64273223d16747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26.bin" Id="R3c48198790594302" /><Relationship Type="http://schemas.openxmlformats.org/officeDocument/2006/relationships/image" Target="/ppt/media/image27.bin" Id="Rbeec02bff26c411d" /><Relationship Type="http://schemas.openxmlformats.org/officeDocument/2006/relationships/image" Target="/ppt/media/image25.bin" Id="Ra8f7c6052cc640d6" /><Relationship Type="http://schemas.openxmlformats.org/officeDocument/2006/relationships/image" Target="/ppt/media/image28.bin" Id="R6b1980a9089a41da" /><Relationship Type="http://schemas.openxmlformats.org/officeDocument/2006/relationships/customXml" Target="/ppt/customXML/item6.xml" Id="R45ff3b3a4ff64893" /><Relationship Type="http://schemas.openxmlformats.org/officeDocument/2006/relationships/customXml" Target="/ppt/customXML/item7.xml" Id="R0468facb770b4ed2" /><Relationship Type="http://schemas.openxmlformats.org/officeDocument/2006/relationships/customXml" Target="/ppt/customXML/item8.xml" Id="R31821d94b49e4b32" /><Relationship Type="http://schemas.openxmlformats.org/officeDocument/2006/relationships/slideLayout" Target="/ppt/slideLayouts/slideLayout3.xml" Id="R2a7a598d6ed3452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8f2a7d9c4563451aaaa147a68ef9dad4" /><Relationship Type="http://schemas.openxmlformats.org/officeDocument/2006/relationships/hyperlink" Target="https://storyset.com/" TargetMode="External" Id="R9161ccaae71a47cd9a615b6a326dde85" /><Relationship Type="http://schemas.openxmlformats.org/officeDocument/2006/relationships/slideLayout" Target="/ppt/slideLayouts/slideLayout2.xml" Id="R57fb7351e35b405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775347A-08B8-DAA7-0D8B-9FC3933AC858}"/>
              </a:ext>
            </a:extLst>
          </p:cNvPr>
          <p:cNvPicPr>
            <a:picLocks noChangeAspect="1"/>
          </p:cNvPicPr>
          <p:nvPr/>
        </p:nvPicPr>
        <p:blipFill>
          <a:blip r:embed="Rec79ce4ee00b471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0B38084-CA4E-8326-CF8F-29ADBBB298C4}"/>
              </a:ext>
            </a:extLst>
          </p:cNvPr>
          <p:cNvSpPr txBox="1"/>
          <p:nvPr/>
        </p:nvSpPr>
        <p:spPr>
          <a:xfrm>
            <a:off x="10322972" y="52498"/>
            <a:ext cx="1538883" cy="68505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88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ARBOR DAY</a:t>
            </a:r>
            <a:endParaRPr lang="zh-CN" altLang="en-US" sz="88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34BE4ED-C006-E46D-8A4F-2847EF9F0D5F}"/>
              </a:ext>
            </a:extLst>
          </p:cNvPr>
          <p:cNvPicPr>
            <a:picLocks noChangeAspect="1"/>
          </p:cNvPicPr>
          <p:nvPr/>
        </p:nvPicPr>
        <p:blipFill>
          <a:blip r:embed="R7338fa1fd12a421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88"/>
          <a:stretch>
            <a:fillRect/>
          </a:stretch>
        </p:blipFill>
        <p:spPr>
          <a:xfrm>
            <a:off x="5519550" y="3442174"/>
            <a:ext cx="6726388" cy="34226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69ED657-C2D0-EAAE-FDC5-1B5FC867C8BD}"/>
              </a:ext>
            </a:extLst>
          </p:cNvPr>
          <p:cNvPicPr>
            <a:picLocks noChangeAspect="1"/>
          </p:cNvPicPr>
          <p:nvPr/>
        </p:nvPicPr>
        <p:blipFill>
          <a:blip r:embed="R18996312ba0645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1" y="274088"/>
            <a:ext cx="4760687" cy="590905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4468060-47BB-2B20-19EA-7DE738451D77}"/>
              </a:ext>
            </a:extLst>
          </p:cNvPr>
          <p:cNvSpPr txBox="1"/>
          <p:nvPr/>
        </p:nvSpPr>
        <p:spPr>
          <a:xfrm>
            <a:off x="719118" y="943428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5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春</a:t>
            </a:r>
            <a:endParaRPr lang="zh-CN" altLang="en-US" sz="11500">
              <a:solidFill>
                <a:srgbClr val="19A83E"/>
              </a:soli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A61040-D6E0-65DF-F2AE-95745C4AA84E}"/>
              </a:ext>
            </a:extLst>
          </p:cNvPr>
          <p:cNvSpPr txBox="1"/>
          <p:nvPr/>
        </p:nvSpPr>
        <p:spPr>
          <a:xfrm>
            <a:off x="2072874" y="1199125"/>
            <a:ext cx="35702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spc="-8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风十里</a:t>
            </a:r>
            <a:endParaRPr lang="zh-CN" altLang="en-US" sz="9600" spc="-800">
              <a:solidFill>
                <a:srgbClr val="19A83E"/>
              </a:soli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694D33-4DD1-8E29-DDC6-B36F44B8D22F}"/>
              </a:ext>
            </a:extLst>
          </p:cNvPr>
          <p:cNvSpPr txBox="1"/>
          <p:nvPr/>
        </p:nvSpPr>
        <p:spPr>
          <a:xfrm>
            <a:off x="1262743" y="2607010"/>
            <a:ext cx="35702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spc="-8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</a:rPr>
              <a:t>绿意萌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286B0B2-B42A-0DDD-20BE-F7387B720018}"/>
              </a:ext>
            </a:extLst>
          </p:cNvPr>
          <p:cNvSpPr txBox="1"/>
          <p:nvPr/>
        </p:nvSpPr>
        <p:spPr>
          <a:xfrm>
            <a:off x="4623079" y="2435601"/>
            <a:ext cx="146706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500" spc="-15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动</a:t>
            </a:r>
            <a:endParaRPr lang="zh-CN" altLang="en-US" sz="11500" spc="-1500">
              <a:solidFill>
                <a:srgbClr val="19A83E"/>
              </a:soli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18" name="缺角矩形 17">
            <a:extLst>
              <a:ext uri="{FF2B5EF4-FFF2-40B4-BE49-F238E27FC236}">
                <a16:creationId xmlns:a16="http://schemas.microsoft.com/office/drawing/2014/main" id="{29EAA8DB-E66F-23FF-801F-8F31CEAA7424}"/>
              </a:ext>
            </a:extLst>
          </p:cNvPr>
          <p:cNvSpPr/>
          <p:nvPr/>
        </p:nvSpPr>
        <p:spPr>
          <a:xfrm>
            <a:off x="899886" y="4093112"/>
            <a:ext cx="4963887" cy="377371"/>
          </a:xfrm>
          <a:prstGeom prst="plaque">
            <a:avLst>
              <a:gd name="adj" fmla="val 24359"/>
            </a:avLst>
          </a:prstGeom>
          <a:solidFill>
            <a:srgbClr val="19A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3</a:t>
            </a:r>
            <a:r>
              <a:rPr lang="zh-CN" altLang="en-US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月</a:t>
            </a:r>
            <a:r>
              <a:rPr lang="en-US" altLang="zh-CN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12</a:t>
            </a:r>
            <a:r>
              <a:rPr lang="zh-CN" altLang="en-US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日幼儿园植树节模板</a:t>
            </a:r>
            <a:endParaRPr lang="zh-CN" altLang="en-US" spc="600"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44232E-420C-585D-BBF6-968842C3BFCF}"/>
              </a:ext>
            </a:extLst>
          </p:cNvPr>
          <p:cNvSpPr txBox="1"/>
          <p:nvPr/>
        </p:nvSpPr>
        <p:spPr>
          <a:xfrm>
            <a:off x="972457" y="4617630"/>
            <a:ext cx="48187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>
                <a:solidFill>
                  <a:schemeClr val="accent1">
                    <a:alpha val="82000"/>
                  </a:schemeClr>
                </a:solidFill>
                <a:cs typeface="+mn-ea"/>
                <a:sym typeface="+mn-lt"/>
              </a:rPr>
              <a:t>唐代文成公主远嫁西藏松赞干布，特地从长安带去柳树苗种，植于拉萨大朝寺周围，以表达对柳树成荫的故乡的思念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0137C58-494B-BE9B-3632-8FE530A08381}"/>
              </a:ext>
            </a:extLst>
          </p:cNvPr>
          <p:cNvSpPr/>
          <p:nvPr/>
        </p:nvSpPr>
        <p:spPr>
          <a:xfrm>
            <a:off x="1785257" y="5399314"/>
            <a:ext cx="1524000" cy="36285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钉钉进步体" pitchFamily="18" charset="-122"/>
                <a:ea typeface="钉钉进步体" pitchFamily="18" charset="-122"/>
              </a:rPr>
              <a:t>汇报人：XX</a:t>
            </a:r>
            <a:r>
              <a:rPr lang="en-US" altLang="zh-CN" sz="1200">
                <a:latin typeface="钉钉进步体" pitchFamily="18" charset="-122"/>
                <a:ea typeface="钉钉进步体" pitchFamily="18" charset="-122"/>
              </a:rPr>
              <a:t>PPT</a:t>
            </a:r>
            <a:endParaRPr lang="zh-CN" altLang="en-US" sz="1200"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FBA9895-567E-3A12-B304-F3122BE645FF}"/>
              </a:ext>
            </a:extLst>
          </p:cNvPr>
          <p:cNvSpPr/>
          <p:nvPr/>
        </p:nvSpPr>
        <p:spPr>
          <a:xfrm>
            <a:off x="3634753" y="5399314"/>
            <a:ext cx="1524000" cy="36285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钉钉进步体" pitchFamily="18" charset="-122"/>
                <a:ea typeface="钉钉进步体" pitchFamily="18" charset="-122"/>
              </a:rPr>
              <a:t>汇报时间：</a:t>
            </a:r>
            <a:r>
              <a:rPr lang="en-US" altLang="zh-CN" sz="1200">
                <a:latin typeface="钉钉进步体" pitchFamily="18" charset="-122"/>
                <a:ea typeface="钉钉进步体" pitchFamily="18" charset="-122"/>
              </a:rPr>
              <a:t>202X</a:t>
            </a:r>
            <a:endParaRPr lang="zh-CN" altLang="en-US" sz="1200">
              <a:latin typeface="钉钉进步体" pitchFamily="18" charset="-122"/>
              <a:ea typeface="钉钉进步体" pitchFamily="18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E88627B-75F4-9395-F390-8E9D35C1D79E}"/>
              </a:ext>
            </a:extLst>
          </p:cNvPr>
          <p:cNvGrpSpPr/>
          <p:nvPr/>
        </p:nvGrpSpPr>
        <p:grpSpPr>
          <a:xfrm>
            <a:off x="508000" y="6129708"/>
            <a:ext cx="537029" cy="256581"/>
            <a:chOff x="-1364343" y="-682171"/>
            <a:chExt cx="1306286" cy="6241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32070EAF-8A7B-3672-E782-2EEB001E027E}"/>
                </a:ext>
              </a:extLst>
            </p:cNvPr>
            <p:cNvSpPr/>
            <p:nvPr/>
          </p:nvSpPr>
          <p:spPr>
            <a:xfrm>
              <a:off x="-1364343" y="-682171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2B4479C0-AF02-4CE0-9546-C4D214DFE609}"/>
                </a:ext>
              </a:extLst>
            </p:cNvPr>
            <p:cNvSpPr/>
            <p:nvPr/>
          </p:nvSpPr>
          <p:spPr>
            <a:xfrm>
              <a:off x="-1364343" y="-420913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339D4E96-2CDE-EEE8-0F42-606D1A3EC3F4}"/>
                </a:ext>
              </a:extLst>
            </p:cNvPr>
            <p:cNvSpPr/>
            <p:nvPr/>
          </p:nvSpPr>
          <p:spPr>
            <a:xfrm>
              <a:off x="-1364343" y="-159655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5597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 animBg="1"/>
      <p:bldP spid="21" grpId="0"/>
      <p:bldP spid="22" grpId="0" animBg="1"/>
      <p:bldP spid="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E840EE-8AAF-1689-E5A4-BAB5F315468B}"/>
              </a:ext>
            </a:extLst>
          </p:cNvPr>
          <p:cNvPicPr>
            <a:picLocks noChangeAspect="1"/>
          </p:cNvPicPr>
          <p:nvPr/>
        </p:nvPicPr>
        <p:blipFill>
          <a:blip r:embed="R24f35ab5d54746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5D7271D-3E7E-99B0-77A5-417CA5943BEF}"/>
              </a:ext>
            </a:extLst>
          </p:cNvPr>
          <p:cNvSpPr txBox="1"/>
          <p:nvPr/>
        </p:nvSpPr>
        <p:spPr>
          <a:xfrm rot="16200000">
            <a:off x="8518075" y="-1421308"/>
            <a:ext cx="1954381" cy="573650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ARBOR 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B93A03A-10F1-C63E-E589-7514C4A5880B}"/>
              </a:ext>
            </a:extLst>
          </p:cNvPr>
          <p:cNvSpPr txBox="1"/>
          <p:nvPr/>
        </p:nvSpPr>
        <p:spPr>
          <a:xfrm rot="16200000">
            <a:off x="1225350" y="4308428"/>
            <a:ext cx="1954381" cy="32758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DAY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D288B4D-B525-246D-6858-2E8313FA4BF5}"/>
              </a:ext>
            </a:extLst>
          </p:cNvPr>
          <p:cNvGrpSpPr/>
          <p:nvPr/>
        </p:nvGrpSpPr>
        <p:grpSpPr>
          <a:xfrm>
            <a:off x="11190514" y="6129708"/>
            <a:ext cx="537029" cy="256581"/>
            <a:chOff x="-1364343" y="-682171"/>
            <a:chExt cx="1306286" cy="62411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5D7E3638-2708-E7AA-E94A-236735CFCC4B}"/>
                </a:ext>
              </a:extLst>
            </p:cNvPr>
            <p:cNvSpPr/>
            <p:nvPr/>
          </p:nvSpPr>
          <p:spPr>
            <a:xfrm>
              <a:off x="-1364343" y="-682171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D35B0C6-0173-3C79-6018-9AB96669A52E}"/>
                </a:ext>
              </a:extLst>
            </p:cNvPr>
            <p:cNvSpPr/>
            <p:nvPr/>
          </p:nvSpPr>
          <p:spPr>
            <a:xfrm>
              <a:off x="-1364343" y="-420913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CB2DF9B3-2D6C-2805-E68D-878AA55F271E}"/>
                </a:ext>
              </a:extLst>
            </p:cNvPr>
            <p:cNvSpPr/>
            <p:nvPr/>
          </p:nvSpPr>
          <p:spPr>
            <a:xfrm>
              <a:off x="-1364343" y="-159655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4A3B979D-3D04-5885-7B29-D1F5E419E14F}"/>
              </a:ext>
            </a:extLst>
          </p:cNvPr>
          <p:cNvSpPr txBox="1"/>
          <p:nvPr/>
        </p:nvSpPr>
        <p:spPr>
          <a:xfrm>
            <a:off x="4902797" y="734668"/>
            <a:ext cx="22621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spc="-15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目录</a:t>
            </a:r>
            <a:endParaRPr lang="zh-CN" altLang="en-US" sz="9600" spc="-1500">
              <a:solidFill>
                <a:srgbClr val="19A83E"/>
              </a:solidFill>
              <a:latin typeface="钉钉进步体" pitchFamily="18" charset="-122"/>
              <a:ea typeface="钉钉进步体" pitchFamily="18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6C24152-1C61-64ED-4E04-430DDA353913}"/>
              </a:ext>
            </a:extLst>
          </p:cNvPr>
          <p:cNvGrpSpPr/>
          <p:nvPr/>
        </p:nvGrpSpPr>
        <p:grpSpPr>
          <a:xfrm>
            <a:off x="1172026" y="2848597"/>
            <a:ext cx="4619175" cy="894651"/>
            <a:chOff x="1535869" y="2463800"/>
            <a:chExt cx="6026726" cy="12446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F328D30-143C-D9C6-A1BA-40C8A94BFF00}"/>
                </a:ext>
              </a:extLst>
            </p:cNvPr>
            <p:cNvSpPr/>
            <p:nvPr/>
          </p:nvSpPr>
          <p:spPr>
            <a:xfrm>
              <a:off x="1535869" y="2578100"/>
              <a:ext cx="6026726" cy="11303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0848CA9-994F-5F22-EB90-28E503C92962}"/>
                </a:ext>
              </a:extLst>
            </p:cNvPr>
            <p:cNvSpPr/>
            <p:nvPr/>
          </p:nvSpPr>
          <p:spPr>
            <a:xfrm>
              <a:off x="1535870" y="2463800"/>
              <a:ext cx="889830" cy="17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A2A1B2D3-F2C0-1314-F50E-11C61E54DDB7}"/>
              </a:ext>
            </a:extLst>
          </p:cNvPr>
          <p:cNvSpPr txBox="1"/>
          <p:nvPr/>
        </p:nvSpPr>
        <p:spPr>
          <a:xfrm>
            <a:off x="1483370" y="3129161"/>
            <a:ext cx="4156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01-</a:t>
            </a: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植树节的科普X知识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A411F68-CBD4-5346-1FDF-937C56E480C9}"/>
              </a:ext>
            </a:extLst>
          </p:cNvPr>
          <p:cNvGrpSpPr/>
          <p:nvPr/>
        </p:nvGrpSpPr>
        <p:grpSpPr>
          <a:xfrm>
            <a:off x="6371774" y="2848597"/>
            <a:ext cx="4619175" cy="894651"/>
            <a:chOff x="1535869" y="2463800"/>
            <a:chExt cx="6026726" cy="12446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D0AD03E-12DF-485D-A0AC-2D83C126A66F}"/>
                </a:ext>
              </a:extLst>
            </p:cNvPr>
            <p:cNvSpPr/>
            <p:nvPr/>
          </p:nvSpPr>
          <p:spPr>
            <a:xfrm>
              <a:off x="1535869" y="2578100"/>
              <a:ext cx="6026726" cy="11303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1C1F171-5E3E-1F48-B8CD-818976739C6B}"/>
                </a:ext>
              </a:extLst>
            </p:cNvPr>
            <p:cNvSpPr/>
            <p:nvPr/>
          </p:nvSpPr>
          <p:spPr>
            <a:xfrm>
              <a:off x="1535870" y="2463800"/>
              <a:ext cx="889830" cy="17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BA195BBB-986A-86BB-2E75-84B6075A2D6F}"/>
              </a:ext>
            </a:extLst>
          </p:cNvPr>
          <p:cNvSpPr txBox="1"/>
          <p:nvPr/>
        </p:nvSpPr>
        <p:spPr>
          <a:xfrm>
            <a:off x="6683117" y="3129161"/>
            <a:ext cx="4156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02-</a:t>
            </a: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植树造林的趣味佳话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881A369-2184-9CB0-79DD-3FFEA6084189}"/>
              </a:ext>
            </a:extLst>
          </p:cNvPr>
          <p:cNvGrpSpPr/>
          <p:nvPr/>
        </p:nvGrpSpPr>
        <p:grpSpPr>
          <a:xfrm>
            <a:off x="1172026" y="4401626"/>
            <a:ext cx="4619175" cy="894651"/>
            <a:chOff x="1535869" y="2463800"/>
            <a:chExt cx="6026726" cy="124460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128C3F2-01E6-3C59-DF71-7B3883614D6B}"/>
                </a:ext>
              </a:extLst>
            </p:cNvPr>
            <p:cNvSpPr/>
            <p:nvPr/>
          </p:nvSpPr>
          <p:spPr>
            <a:xfrm>
              <a:off x="1535869" y="2578100"/>
              <a:ext cx="6026726" cy="11303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71B63F8-7326-4866-BF79-ABA156CDA44A}"/>
                </a:ext>
              </a:extLst>
            </p:cNvPr>
            <p:cNvSpPr/>
            <p:nvPr/>
          </p:nvSpPr>
          <p:spPr>
            <a:xfrm>
              <a:off x="1535870" y="2463800"/>
              <a:ext cx="889830" cy="17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72A0850F-1D02-51CE-CE29-3FEEE1625400}"/>
              </a:ext>
            </a:extLst>
          </p:cNvPr>
          <p:cNvSpPr txBox="1"/>
          <p:nvPr/>
        </p:nvSpPr>
        <p:spPr>
          <a:xfrm>
            <a:off x="1483370" y="4682190"/>
            <a:ext cx="4156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03-</a:t>
            </a: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关于植树的诗歌词句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A49CB86-14D2-712B-C2F0-145EACF34A13}"/>
              </a:ext>
            </a:extLst>
          </p:cNvPr>
          <p:cNvGrpSpPr/>
          <p:nvPr/>
        </p:nvGrpSpPr>
        <p:grpSpPr>
          <a:xfrm>
            <a:off x="6371774" y="4401626"/>
            <a:ext cx="4619175" cy="894651"/>
            <a:chOff x="1535869" y="2463800"/>
            <a:chExt cx="6026726" cy="1244600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9C336887-6583-64AA-907F-6C5CD5CE49F8}"/>
                </a:ext>
              </a:extLst>
            </p:cNvPr>
            <p:cNvSpPr/>
            <p:nvPr/>
          </p:nvSpPr>
          <p:spPr>
            <a:xfrm>
              <a:off x="1535869" y="2578100"/>
              <a:ext cx="6026726" cy="11303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5329D60-C3B1-973E-690C-CE068F8B948B}"/>
                </a:ext>
              </a:extLst>
            </p:cNvPr>
            <p:cNvSpPr/>
            <p:nvPr/>
          </p:nvSpPr>
          <p:spPr>
            <a:xfrm>
              <a:off x="1535870" y="2463800"/>
              <a:ext cx="889830" cy="17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4051ABD1-D8EC-608E-3E68-8E4AC2BD742C}"/>
              </a:ext>
            </a:extLst>
          </p:cNvPr>
          <p:cNvSpPr txBox="1"/>
          <p:nvPr/>
        </p:nvSpPr>
        <p:spPr>
          <a:xfrm>
            <a:off x="6683117" y="4682190"/>
            <a:ext cx="4156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04-</a:t>
            </a: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学一学应该如何植树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BA9F0A7F-3885-E311-3130-3246071D6AFC}"/>
              </a:ext>
            </a:extLst>
          </p:cNvPr>
          <p:cNvSpPr txBox="1"/>
          <p:nvPr/>
        </p:nvSpPr>
        <p:spPr>
          <a:xfrm>
            <a:off x="0" y="0"/>
            <a:ext cx="432048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150995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7" grpId="0"/>
      <p:bldP spid="31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B7904FA-4774-868A-51BD-791E7200CF66}"/>
              </a:ext>
            </a:extLst>
          </p:cNvPr>
          <p:cNvPicPr>
            <a:picLocks noChangeAspect="1"/>
          </p:cNvPicPr>
          <p:nvPr/>
        </p:nvPicPr>
        <p:blipFill>
          <a:blip r:embed="Rc1c30e956c6644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AD02BEC-F89C-A351-9C51-0136D998F585}"/>
              </a:ext>
            </a:extLst>
          </p:cNvPr>
          <p:cNvSpPr txBox="1"/>
          <p:nvPr/>
        </p:nvSpPr>
        <p:spPr>
          <a:xfrm rot="16200000">
            <a:off x="8518075" y="-1421308"/>
            <a:ext cx="1954381" cy="573650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ARBOR 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489624-EAFF-AE8F-6CCA-EA2390E44B8B}"/>
              </a:ext>
            </a:extLst>
          </p:cNvPr>
          <p:cNvSpPr txBox="1"/>
          <p:nvPr/>
        </p:nvSpPr>
        <p:spPr>
          <a:xfrm rot="16200000">
            <a:off x="1225350" y="4308428"/>
            <a:ext cx="1954381" cy="32758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DAY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F62B930-34D9-B2B9-A0DA-43CC40FC25D3}"/>
              </a:ext>
            </a:extLst>
          </p:cNvPr>
          <p:cNvSpPr/>
          <p:nvPr/>
        </p:nvSpPr>
        <p:spPr>
          <a:xfrm>
            <a:off x="1583353" y="1977571"/>
            <a:ext cx="9766820" cy="3231116"/>
          </a:xfrm>
          <a:prstGeom prst="roundRect">
            <a:avLst>
              <a:gd name="adj" fmla="val 9308"/>
            </a:avLst>
          </a:prstGeom>
          <a:gradFill flip="none" rotWithShape="1">
            <a:gsLst>
              <a:gs pos="0">
                <a:schemeClr val="bg1">
                  <a:alpha val="74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9ED0651-593E-9D78-5180-B7D51B8D93F7}"/>
              </a:ext>
            </a:extLst>
          </p:cNvPr>
          <p:cNvSpPr txBox="1"/>
          <p:nvPr/>
        </p:nvSpPr>
        <p:spPr>
          <a:xfrm>
            <a:off x="4387333" y="3278457"/>
            <a:ext cx="73256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spc="-3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植树节的科普X知识</a:t>
            </a:r>
            <a:endParaRPr lang="en-US" altLang="zh-CN" sz="6000" spc="-300">
              <a:solidFill>
                <a:schemeClr val="accent1"/>
              </a:solidFill>
              <a:latin typeface="钉钉进步体" pitchFamily="18" charset="-122"/>
              <a:ea typeface="钉钉进步体" pitchFamily="18" charset="-122"/>
              <a:cs typeface="+mn-ea"/>
              <a:sym typeface="+mn-l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E5C374-D66E-ADAA-34F6-CB97C464C8BD}"/>
              </a:ext>
            </a:extLst>
          </p:cNvPr>
          <p:cNvSpPr txBox="1"/>
          <p:nvPr/>
        </p:nvSpPr>
        <p:spPr>
          <a:xfrm>
            <a:off x="4445390" y="2447507"/>
            <a:ext cx="2985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PART.01</a:t>
            </a:r>
          </a:p>
        </p:txBody>
      </p:sp>
      <p:sp>
        <p:nvSpPr>
          <p:cNvPr id="21" name="PA-文本框 88">
            <a:extLst>
              <a:ext uri="{FF2B5EF4-FFF2-40B4-BE49-F238E27FC236}">
                <a16:creationId xmlns:a16="http://schemas.microsoft.com/office/drawing/2014/main" id="{31309D35-954F-976A-7BC7-6483AB29124A}"/>
              </a:ext>
            </a:extLst>
          </p:cNvPr>
          <p:cNvSpPr txBox="1"/>
          <p:nvPr>
            <p:custDataLst>
              <p:tags r:id="Rae8a6b12291d4529"/>
            </p:custDataLst>
          </p:nvPr>
        </p:nvSpPr>
        <p:spPr>
          <a:xfrm>
            <a:off x="4512130" y="4294120"/>
            <a:ext cx="6501857" cy="440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唐代文成公主远嫁西藏松赞干布，特地从长安带去柳树苗种，植于拉萨大朝寺周围，以表达对柳树成荫的故乡的思念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1979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年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月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23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日，国家为动员全国各族人民植树造林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0A65A6A-14C8-DAEE-D777-F960D70454CC}"/>
              </a:ext>
            </a:extLst>
          </p:cNvPr>
          <p:cNvPicPr>
            <a:picLocks noChangeAspect="1"/>
          </p:cNvPicPr>
          <p:nvPr/>
        </p:nvPicPr>
        <p:blipFill>
          <a:blip r:embed="Rfcb0c2addd6e43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1541" y="1672771"/>
            <a:ext cx="3715659" cy="371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45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缺角矩形 4">
            <a:extLst>
              <a:ext uri="{FF2B5EF4-FFF2-40B4-BE49-F238E27FC236}">
                <a16:creationId xmlns:a16="http://schemas.microsoft.com/office/drawing/2014/main" id="{D4EF24B4-F45E-7EE4-77DD-8F27B903A951}"/>
              </a:ext>
            </a:extLst>
          </p:cNvPr>
          <p:cNvSpPr/>
          <p:nvPr/>
        </p:nvSpPr>
        <p:spPr>
          <a:xfrm>
            <a:off x="949455" y="2702716"/>
            <a:ext cx="4130547" cy="645652"/>
          </a:xfrm>
          <a:prstGeom prst="plaque">
            <a:avLst>
              <a:gd name="adj" fmla="val 13915"/>
            </a:avLst>
          </a:prstGeom>
          <a:gradFill>
            <a:gsLst>
              <a:gs pos="0">
                <a:schemeClr val="accent1">
                  <a:alpha val="1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35DEC2-8364-AFE1-8507-39593F1426B0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植树节的科普X知识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DAB7C3-7BB1-95A5-280B-D9F4E600FF04}"/>
              </a:ext>
            </a:extLst>
          </p:cNvPr>
          <p:cNvSpPr txBox="1"/>
          <p:nvPr/>
        </p:nvSpPr>
        <p:spPr>
          <a:xfrm>
            <a:off x="1303275" y="2799835"/>
            <a:ext cx="3087705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>
                <a:cs typeface="+mn-ea"/>
                <a:sym typeface="+mn-lt"/>
              </a:rPr>
              <a:t>3</a:t>
            </a:r>
            <a:r>
              <a:rPr lang="zh-CN" altLang="en-US" b="1">
                <a:cs typeface="+mn-ea"/>
                <a:sym typeface="+mn-lt"/>
              </a:rPr>
              <a:t>月</a:t>
            </a:r>
            <a:r>
              <a:rPr lang="en-US" altLang="zh-CN" b="1">
                <a:cs typeface="+mn-ea"/>
                <a:sym typeface="+mn-lt"/>
              </a:rPr>
              <a:t>12</a:t>
            </a:r>
            <a:r>
              <a:rPr lang="zh-CN" altLang="en-US" b="1">
                <a:cs typeface="+mn-ea"/>
                <a:sym typeface="+mn-lt"/>
              </a:rPr>
              <a:t>日是什么节日？</a:t>
            </a:r>
            <a:r>
              <a:rPr lang="zh-CN" altLang="en-US">
                <a:cs typeface="+mn-ea"/>
                <a:sym typeface="+mn-lt"/>
              </a:rPr>
              <a:t>植树节</a:t>
            </a:r>
          </a:p>
        </p:txBody>
      </p:sp>
      <p:sp>
        <p:nvSpPr>
          <p:cNvPr id="7" name="缺角矩形 6">
            <a:extLst>
              <a:ext uri="{FF2B5EF4-FFF2-40B4-BE49-F238E27FC236}">
                <a16:creationId xmlns:a16="http://schemas.microsoft.com/office/drawing/2014/main" id="{BB061607-DCCB-2600-4819-D75B08EDEB87}"/>
              </a:ext>
            </a:extLst>
          </p:cNvPr>
          <p:cNvSpPr/>
          <p:nvPr/>
        </p:nvSpPr>
        <p:spPr>
          <a:xfrm>
            <a:off x="949455" y="3833016"/>
            <a:ext cx="4130547" cy="645652"/>
          </a:xfrm>
          <a:prstGeom prst="plaque">
            <a:avLst>
              <a:gd name="adj" fmla="val 13915"/>
            </a:avLst>
          </a:prstGeom>
          <a:gradFill>
            <a:gsLst>
              <a:gs pos="0">
                <a:schemeClr val="accent1">
                  <a:alpha val="1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49A715-2CE4-6552-ADC5-C16DDA906AC1}"/>
              </a:ext>
            </a:extLst>
          </p:cNvPr>
          <p:cNvSpPr txBox="1"/>
          <p:nvPr/>
        </p:nvSpPr>
        <p:spPr>
          <a:xfrm>
            <a:off x="1303274" y="3930135"/>
            <a:ext cx="4509568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cs typeface="+mn-ea"/>
                <a:sym typeface="+mn-lt"/>
              </a:rPr>
              <a:t>植树节我们要做什么？</a:t>
            </a:r>
            <a:r>
              <a:rPr lang="zh-CN" altLang="en-US">
                <a:cs typeface="+mn-ea"/>
                <a:sym typeface="+mn-lt"/>
              </a:rPr>
              <a:t>植树、种植绿植等。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BCFE49C-8407-9D10-075D-44775D4B2733}"/>
              </a:ext>
            </a:extLst>
          </p:cNvPr>
          <p:cNvPicPr>
            <a:picLocks noChangeAspect="1"/>
          </p:cNvPicPr>
          <p:nvPr/>
        </p:nvPicPr>
        <p:blipFill>
          <a:blip r:embed="R2ecca6dd90a846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1729213"/>
            <a:ext cx="5308600" cy="421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669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7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9FE5798-973B-C563-3DAA-7D28DA8D2E35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植树节的科普X知识</a:t>
            </a:r>
          </a:p>
        </p:txBody>
      </p:sp>
      <p:sp>
        <p:nvSpPr>
          <p:cNvPr id="9" name="15">
            <a:extLst>
              <a:ext uri="{FF2B5EF4-FFF2-40B4-BE49-F238E27FC236}">
                <a16:creationId xmlns:a16="http://schemas.microsoft.com/office/drawing/2014/main" id="{C8137540-CB9B-69E4-6D96-896870D660DC}"/>
              </a:ext>
            </a:extLst>
          </p:cNvPr>
          <p:cNvSpPr>
            <a:spLocks noEditPoints="1"/>
          </p:cNvSpPr>
          <p:nvPr/>
        </p:nvSpPr>
        <p:spPr bwMode="auto">
          <a:xfrm>
            <a:off x="810253" y="2103047"/>
            <a:ext cx="628951" cy="596820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70562" tIns="35281" rIns="70562" bIns="35281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sz="1500">
              <a:cs typeface="+mn-ea"/>
              <a:sym typeface="+mn-lt"/>
            </a:endParaRPr>
          </a:p>
        </p:txBody>
      </p:sp>
      <p:sp>
        <p:nvSpPr>
          <p:cNvPr id="10" name="15">
            <a:extLst>
              <a:ext uri="{FF2B5EF4-FFF2-40B4-BE49-F238E27FC236}">
                <a16:creationId xmlns:a16="http://schemas.microsoft.com/office/drawing/2014/main" id="{158ED715-91D1-4EA5-8F77-32BFC621FA5D}"/>
              </a:ext>
            </a:extLst>
          </p:cNvPr>
          <p:cNvSpPr>
            <a:spLocks noEditPoints="1"/>
          </p:cNvSpPr>
          <p:nvPr/>
        </p:nvSpPr>
        <p:spPr bwMode="auto">
          <a:xfrm>
            <a:off x="810253" y="3463023"/>
            <a:ext cx="628951" cy="596820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70562" tIns="35281" rIns="70562" bIns="35281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sz="1500">
              <a:cs typeface="+mn-ea"/>
              <a:sym typeface="+mn-lt"/>
            </a:endParaRPr>
          </a:p>
        </p:txBody>
      </p:sp>
      <p:sp>
        <p:nvSpPr>
          <p:cNvPr id="11" name="1">
            <a:extLst>
              <a:ext uri="{FF2B5EF4-FFF2-40B4-BE49-F238E27FC236}">
                <a16:creationId xmlns:a16="http://schemas.microsoft.com/office/drawing/2014/main" id="{9B4E3B5A-0C90-F2B6-3E29-71F7939DA332}"/>
              </a:ext>
            </a:extLst>
          </p:cNvPr>
          <p:cNvSpPr>
            <a:spLocks noEditPoints="1"/>
          </p:cNvSpPr>
          <p:nvPr/>
        </p:nvSpPr>
        <p:spPr bwMode="auto">
          <a:xfrm>
            <a:off x="810253" y="4827106"/>
            <a:ext cx="628951" cy="596820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vert="horz" wrap="square" lIns="70562" tIns="35281" rIns="70562" bIns="35281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sz="1500">
              <a:cs typeface="+mn-ea"/>
              <a:sym typeface="+mn-lt"/>
            </a:endParaRPr>
          </a:p>
        </p:txBody>
      </p:sp>
      <p:sp>
        <p:nvSpPr>
          <p:cNvPr id="12" name="1">
            <a:extLst>
              <a:ext uri="{FF2B5EF4-FFF2-40B4-BE49-F238E27FC236}">
                <a16:creationId xmlns:a16="http://schemas.microsoft.com/office/drawing/2014/main" id="{91CB5F94-F08C-5920-A812-62AD01BE50E8}"/>
              </a:ext>
            </a:extLst>
          </p:cNvPr>
          <p:cNvSpPr/>
          <p:nvPr/>
        </p:nvSpPr>
        <p:spPr>
          <a:xfrm>
            <a:off x="1545366" y="2018156"/>
            <a:ext cx="4986063" cy="10525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植树节X知识：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1979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日，国家为动员全国各族人民植树造林，加快绿化祖国，决定每年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12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日为全国的植树节。</a:t>
            </a:r>
          </a:p>
        </p:txBody>
      </p:sp>
      <p:sp>
        <p:nvSpPr>
          <p:cNvPr id="13" name="1">
            <a:extLst>
              <a:ext uri="{FF2B5EF4-FFF2-40B4-BE49-F238E27FC236}">
                <a16:creationId xmlns:a16="http://schemas.microsoft.com/office/drawing/2014/main" id="{B5F48D51-B4C5-FC69-2A1E-236D73832F5E}"/>
              </a:ext>
            </a:extLst>
          </p:cNvPr>
          <p:cNvSpPr/>
          <p:nvPr/>
        </p:nvSpPr>
        <p:spPr>
          <a:xfrm>
            <a:off x="1545366" y="3434731"/>
            <a:ext cx="4986063" cy="10525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植树节X知识：按时间长短可分为植树日、植树周和植树月，共称为国际植树节。提倡通过这种活动，激发人们爱林造林的热情。</a:t>
            </a:r>
          </a:p>
        </p:txBody>
      </p:sp>
      <p:sp>
        <p:nvSpPr>
          <p:cNvPr id="15" name="1">
            <a:extLst>
              <a:ext uri="{FF2B5EF4-FFF2-40B4-BE49-F238E27FC236}">
                <a16:creationId xmlns:a16="http://schemas.microsoft.com/office/drawing/2014/main" id="{FFE989F7-6515-9609-26AC-73F3FEA984DD}"/>
              </a:ext>
            </a:extLst>
          </p:cNvPr>
          <p:cNvSpPr/>
          <p:nvPr/>
        </p:nvSpPr>
        <p:spPr>
          <a:xfrm>
            <a:off x="1545366" y="4794161"/>
            <a:ext cx="4986063" cy="10525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植树节X知识：我们居住的环境污染特别严重，对我们的生存和发展带来了危害。树木可以净化空气、美化环境、防风固沙、防止水土流失、保持生态平衡等。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A8E9654-D388-2C1C-E109-F3A02A0D0194}"/>
              </a:ext>
            </a:extLst>
          </p:cNvPr>
          <p:cNvPicPr>
            <a:picLocks noChangeAspect="1"/>
          </p:cNvPicPr>
          <p:nvPr/>
        </p:nvPicPr>
        <p:blipFill>
          <a:blip r:embed="R2d79dd0c5e8e4c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649" y="1628775"/>
            <a:ext cx="4524099" cy="452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563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36CFEE7-5FF9-764E-A0A6-699D653FA977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植树节的科普X知识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F401FE6-BD32-82FA-BC91-BA762B991CEA}"/>
              </a:ext>
            </a:extLst>
          </p:cNvPr>
          <p:cNvGrpSpPr/>
          <p:nvPr/>
        </p:nvGrpSpPr>
        <p:grpSpPr>
          <a:xfrm flipH="1">
            <a:off x="2494644" y="2079096"/>
            <a:ext cx="3542819" cy="3607858"/>
            <a:chOff x="8109585" y="2100397"/>
            <a:chExt cx="3020849" cy="3076306"/>
          </a:xfrm>
        </p:grpSpPr>
        <p:grpSp>
          <p:nvGrpSpPr>
            <p:cNvPr id="7" name="îšḷïďê">
              <a:extLst>
                <a:ext uri="{FF2B5EF4-FFF2-40B4-BE49-F238E27FC236}">
                  <a16:creationId xmlns:a16="http://schemas.microsoft.com/office/drawing/2014/main" id="{AF45B1C3-509B-D8B4-0F5C-6AF8C940A81F}"/>
                </a:ext>
              </a:extLst>
            </p:cNvPr>
            <p:cNvGrpSpPr/>
            <p:nvPr/>
          </p:nvGrpSpPr>
          <p:grpSpPr>
            <a:xfrm>
              <a:off x="8134389" y="3343795"/>
              <a:ext cx="589510" cy="589510"/>
              <a:chOff x="8134388" y="3343794"/>
              <a:chExt cx="589510" cy="589510"/>
            </a:xfrm>
          </p:grpSpPr>
          <p:sp>
            <p:nvSpPr>
              <p:cNvPr id="22" name="í$1ïḓe">
                <a:extLst>
                  <a:ext uri="{FF2B5EF4-FFF2-40B4-BE49-F238E27FC236}">
                    <a16:creationId xmlns:a16="http://schemas.microsoft.com/office/drawing/2014/main" id="{DD4763CB-2455-E74F-2A67-50B60C42DE8D}"/>
                  </a:ext>
                </a:extLst>
              </p:cNvPr>
              <p:cNvSpPr/>
              <p:nvPr/>
            </p:nvSpPr>
            <p:spPr>
              <a:xfrm>
                <a:off x="8134388" y="3343794"/>
                <a:ext cx="589510" cy="589510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lnSpcReduction="10000"/>
              </a:bodyPr>
              <a:lstStyle/>
              <a:p>
                <a:pPr algn="ctr"/>
                <a:endParaRPr lang="zh-CN" altLang="en-US" sz="2800">
                  <a:cs typeface="+mn-ea"/>
                  <a:sym typeface="+mn-lt"/>
                </a:endParaRPr>
              </a:p>
            </p:txBody>
          </p:sp>
          <p:sp>
            <p:nvSpPr>
              <p:cNvPr id="23" name="ïṧ1îḍe">
                <a:extLst>
                  <a:ext uri="{FF2B5EF4-FFF2-40B4-BE49-F238E27FC236}">
                    <a16:creationId xmlns:a16="http://schemas.microsoft.com/office/drawing/2014/main" id="{E3AA232B-076D-BDAE-0F59-17EDE71E7E5F}"/>
                  </a:ext>
                </a:extLst>
              </p:cNvPr>
              <p:cNvSpPr/>
              <p:nvPr/>
            </p:nvSpPr>
            <p:spPr bwMode="auto">
              <a:xfrm>
                <a:off x="8252435" y="3481238"/>
                <a:ext cx="353416" cy="314624"/>
              </a:xfrm>
              <a:custGeom>
                <a:avLst/>
                <a:gdLst>
                  <a:gd name="T0" fmla="*/ 742 w 942"/>
                  <a:gd name="T1" fmla="*/ 570 h 840"/>
                  <a:gd name="T2" fmla="*/ 755 w 942"/>
                  <a:gd name="T3" fmla="*/ 520 h 840"/>
                  <a:gd name="T4" fmla="*/ 645 w 942"/>
                  <a:gd name="T5" fmla="*/ 450 h 840"/>
                  <a:gd name="T6" fmla="*/ 600 w 942"/>
                  <a:gd name="T7" fmla="*/ 452 h 840"/>
                  <a:gd name="T8" fmla="*/ 600 w 942"/>
                  <a:gd name="T9" fmla="*/ 411 h 840"/>
                  <a:gd name="T10" fmla="*/ 722 w 942"/>
                  <a:gd name="T11" fmla="*/ 411 h 840"/>
                  <a:gd name="T12" fmla="*/ 722 w 942"/>
                  <a:gd name="T13" fmla="*/ 367 h 840"/>
                  <a:gd name="T14" fmla="*/ 608 w 942"/>
                  <a:gd name="T15" fmla="*/ 367 h 840"/>
                  <a:gd name="T16" fmla="*/ 650 w 942"/>
                  <a:gd name="T17" fmla="*/ 295 h 840"/>
                  <a:gd name="T18" fmla="*/ 733 w 942"/>
                  <a:gd name="T19" fmla="*/ 295 h 840"/>
                  <a:gd name="T20" fmla="*/ 733 w 942"/>
                  <a:gd name="T21" fmla="*/ 251 h 840"/>
                  <a:gd name="T22" fmla="*/ 676 w 942"/>
                  <a:gd name="T23" fmla="*/ 251 h 840"/>
                  <a:gd name="T24" fmla="*/ 762 w 942"/>
                  <a:gd name="T25" fmla="*/ 106 h 840"/>
                  <a:gd name="T26" fmla="*/ 689 w 942"/>
                  <a:gd name="T27" fmla="*/ 106 h 840"/>
                  <a:gd name="T28" fmla="*/ 569 w 942"/>
                  <a:gd name="T29" fmla="*/ 326 h 840"/>
                  <a:gd name="T30" fmla="*/ 450 w 942"/>
                  <a:gd name="T31" fmla="*/ 106 h 840"/>
                  <a:gd name="T32" fmla="*/ 377 w 942"/>
                  <a:gd name="T33" fmla="*/ 106 h 840"/>
                  <a:gd name="T34" fmla="*/ 463 w 942"/>
                  <a:gd name="T35" fmla="*/ 251 h 840"/>
                  <a:gd name="T36" fmla="*/ 404 w 942"/>
                  <a:gd name="T37" fmla="*/ 251 h 840"/>
                  <a:gd name="T38" fmla="*/ 404 w 942"/>
                  <a:gd name="T39" fmla="*/ 295 h 840"/>
                  <a:gd name="T40" fmla="*/ 489 w 942"/>
                  <a:gd name="T41" fmla="*/ 295 h 840"/>
                  <a:gd name="T42" fmla="*/ 531 w 942"/>
                  <a:gd name="T43" fmla="*/ 367 h 840"/>
                  <a:gd name="T44" fmla="*/ 420 w 942"/>
                  <a:gd name="T45" fmla="*/ 367 h 840"/>
                  <a:gd name="T46" fmla="*/ 420 w 942"/>
                  <a:gd name="T47" fmla="*/ 411 h 840"/>
                  <a:gd name="T48" fmla="*/ 538 w 942"/>
                  <a:gd name="T49" fmla="*/ 411 h 840"/>
                  <a:gd name="T50" fmla="*/ 538 w 942"/>
                  <a:gd name="T51" fmla="*/ 454 h 840"/>
                  <a:gd name="T52" fmla="*/ 535 w 942"/>
                  <a:gd name="T53" fmla="*/ 454 h 840"/>
                  <a:gd name="T54" fmla="*/ 440 w 942"/>
                  <a:gd name="T55" fmla="*/ 436 h 840"/>
                  <a:gd name="T56" fmla="*/ 307 w 942"/>
                  <a:gd name="T57" fmla="*/ 419 h 840"/>
                  <a:gd name="T58" fmla="*/ 249 w 942"/>
                  <a:gd name="T59" fmla="*/ 434 h 840"/>
                  <a:gd name="T60" fmla="*/ 234 w 942"/>
                  <a:gd name="T61" fmla="*/ 335 h 840"/>
                  <a:gd name="T62" fmla="*/ 570 w 942"/>
                  <a:gd name="T63" fmla="*/ 0 h 840"/>
                  <a:gd name="T64" fmla="*/ 905 w 942"/>
                  <a:gd name="T65" fmla="*/ 335 h 840"/>
                  <a:gd name="T66" fmla="*/ 872 w 942"/>
                  <a:gd name="T67" fmla="*/ 479 h 840"/>
                  <a:gd name="T68" fmla="*/ 858 w 942"/>
                  <a:gd name="T69" fmla="*/ 487 h 840"/>
                  <a:gd name="T70" fmla="*/ 798 w 942"/>
                  <a:gd name="T71" fmla="*/ 552 h 840"/>
                  <a:gd name="T72" fmla="*/ 718 w 942"/>
                  <a:gd name="T73" fmla="*/ 628 h 840"/>
                  <a:gd name="T74" fmla="*/ 644 w 942"/>
                  <a:gd name="T75" fmla="*/ 609 h 840"/>
                  <a:gd name="T76" fmla="*/ 742 w 942"/>
                  <a:gd name="T77" fmla="*/ 570 h 840"/>
                  <a:gd name="T78" fmla="*/ 154 w 942"/>
                  <a:gd name="T79" fmla="*/ 780 h 840"/>
                  <a:gd name="T80" fmla="*/ 779 w 942"/>
                  <a:gd name="T81" fmla="*/ 758 h 840"/>
                  <a:gd name="T82" fmla="*/ 932 w 942"/>
                  <a:gd name="T83" fmla="*/ 535 h 840"/>
                  <a:gd name="T84" fmla="*/ 870 w 942"/>
                  <a:gd name="T85" fmla="*/ 507 h 840"/>
                  <a:gd name="T86" fmla="*/ 724 w 942"/>
                  <a:gd name="T87" fmla="*/ 650 h 840"/>
                  <a:gd name="T88" fmla="*/ 545 w 942"/>
                  <a:gd name="T89" fmla="*/ 594 h 840"/>
                  <a:gd name="T90" fmla="*/ 732 w 942"/>
                  <a:gd name="T91" fmla="*/ 524 h 840"/>
                  <a:gd name="T92" fmla="*/ 533 w 942"/>
                  <a:gd name="T93" fmla="*/ 477 h 840"/>
                  <a:gd name="T94" fmla="*/ 310 w 942"/>
                  <a:gd name="T95" fmla="*/ 441 h 840"/>
                  <a:gd name="T96" fmla="*/ 0 w 942"/>
                  <a:gd name="T97" fmla="*/ 626 h 840"/>
                  <a:gd name="T98" fmla="*/ 154 w 942"/>
                  <a:gd name="T99" fmla="*/ 780 h 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942" h="840">
                    <a:moveTo>
                      <a:pt x="742" y="570"/>
                    </a:moveTo>
                    <a:cubicBezTo>
                      <a:pt x="753" y="556"/>
                      <a:pt x="758" y="539"/>
                      <a:pt x="755" y="520"/>
                    </a:cubicBezTo>
                    <a:cubicBezTo>
                      <a:pt x="745" y="450"/>
                      <a:pt x="670" y="450"/>
                      <a:pt x="645" y="450"/>
                    </a:cubicBezTo>
                    <a:cubicBezTo>
                      <a:pt x="631" y="450"/>
                      <a:pt x="615" y="451"/>
                      <a:pt x="600" y="452"/>
                    </a:cubicBezTo>
                    <a:lnTo>
                      <a:pt x="600" y="411"/>
                    </a:lnTo>
                    <a:lnTo>
                      <a:pt x="722" y="411"/>
                    </a:lnTo>
                    <a:lnTo>
                      <a:pt x="722" y="367"/>
                    </a:lnTo>
                    <a:lnTo>
                      <a:pt x="608" y="367"/>
                    </a:lnTo>
                    <a:lnTo>
                      <a:pt x="650" y="295"/>
                    </a:lnTo>
                    <a:lnTo>
                      <a:pt x="733" y="295"/>
                    </a:lnTo>
                    <a:lnTo>
                      <a:pt x="733" y="251"/>
                    </a:lnTo>
                    <a:lnTo>
                      <a:pt x="676" y="251"/>
                    </a:lnTo>
                    <a:lnTo>
                      <a:pt x="762" y="106"/>
                    </a:lnTo>
                    <a:lnTo>
                      <a:pt x="689" y="106"/>
                    </a:lnTo>
                    <a:lnTo>
                      <a:pt x="569" y="326"/>
                    </a:lnTo>
                    <a:lnTo>
                      <a:pt x="450" y="106"/>
                    </a:lnTo>
                    <a:lnTo>
                      <a:pt x="377" y="106"/>
                    </a:lnTo>
                    <a:lnTo>
                      <a:pt x="463" y="251"/>
                    </a:lnTo>
                    <a:lnTo>
                      <a:pt x="404" y="251"/>
                    </a:lnTo>
                    <a:lnTo>
                      <a:pt x="404" y="295"/>
                    </a:lnTo>
                    <a:lnTo>
                      <a:pt x="489" y="295"/>
                    </a:lnTo>
                    <a:lnTo>
                      <a:pt x="531" y="367"/>
                    </a:lnTo>
                    <a:lnTo>
                      <a:pt x="420" y="367"/>
                    </a:lnTo>
                    <a:lnTo>
                      <a:pt x="420" y="411"/>
                    </a:lnTo>
                    <a:lnTo>
                      <a:pt x="538" y="411"/>
                    </a:lnTo>
                    <a:lnTo>
                      <a:pt x="538" y="454"/>
                    </a:lnTo>
                    <a:cubicBezTo>
                      <a:pt x="537" y="454"/>
                      <a:pt x="536" y="454"/>
                      <a:pt x="535" y="454"/>
                    </a:cubicBezTo>
                    <a:cubicBezTo>
                      <a:pt x="504" y="451"/>
                      <a:pt x="472" y="443"/>
                      <a:pt x="440" y="436"/>
                    </a:cubicBezTo>
                    <a:cubicBezTo>
                      <a:pt x="393" y="424"/>
                      <a:pt x="348" y="413"/>
                      <a:pt x="307" y="419"/>
                    </a:cubicBezTo>
                    <a:cubicBezTo>
                      <a:pt x="287" y="421"/>
                      <a:pt x="268" y="427"/>
                      <a:pt x="249" y="434"/>
                    </a:cubicBezTo>
                    <a:cubicBezTo>
                      <a:pt x="239" y="403"/>
                      <a:pt x="234" y="370"/>
                      <a:pt x="234" y="335"/>
                    </a:cubicBezTo>
                    <a:cubicBezTo>
                      <a:pt x="234" y="150"/>
                      <a:pt x="384" y="0"/>
                      <a:pt x="570" y="0"/>
                    </a:cubicBezTo>
                    <a:cubicBezTo>
                      <a:pt x="755" y="0"/>
                      <a:pt x="905" y="150"/>
                      <a:pt x="905" y="335"/>
                    </a:cubicBezTo>
                    <a:cubicBezTo>
                      <a:pt x="905" y="387"/>
                      <a:pt x="893" y="436"/>
                      <a:pt x="872" y="479"/>
                    </a:cubicBezTo>
                    <a:cubicBezTo>
                      <a:pt x="867" y="482"/>
                      <a:pt x="863" y="484"/>
                      <a:pt x="858" y="487"/>
                    </a:cubicBezTo>
                    <a:cubicBezTo>
                      <a:pt x="835" y="501"/>
                      <a:pt x="817" y="526"/>
                      <a:pt x="798" y="552"/>
                    </a:cubicBezTo>
                    <a:cubicBezTo>
                      <a:pt x="774" y="585"/>
                      <a:pt x="749" y="619"/>
                      <a:pt x="718" y="628"/>
                    </a:cubicBezTo>
                    <a:cubicBezTo>
                      <a:pt x="700" y="633"/>
                      <a:pt x="673" y="623"/>
                      <a:pt x="644" y="609"/>
                    </a:cubicBezTo>
                    <a:cubicBezTo>
                      <a:pt x="686" y="604"/>
                      <a:pt x="723" y="594"/>
                      <a:pt x="742" y="570"/>
                    </a:cubicBezTo>
                    <a:close/>
                    <a:moveTo>
                      <a:pt x="154" y="780"/>
                    </a:moveTo>
                    <a:cubicBezTo>
                      <a:pt x="321" y="683"/>
                      <a:pt x="559" y="840"/>
                      <a:pt x="779" y="758"/>
                    </a:cubicBezTo>
                    <a:cubicBezTo>
                      <a:pt x="864" y="727"/>
                      <a:pt x="907" y="635"/>
                      <a:pt x="932" y="535"/>
                    </a:cubicBezTo>
                    <a:cubicBezTo>
                      <a:pt x="942" y="495"/>
                      <a:pt x="922" y="475"/>
                      <a:pt x="870" y="507"/>
                    </a:cubicBezTo>
                    <a:cubicBezTo>
                      <a:pt x="824" y="535"/>
                      <a:pt x="790" y="632"/>
                      <a:pt x="724" y="650"/>
                    </a:cubicBezTo>
                    <a:cubicBezTo>
                      <a:pt x="673" y="664"/>
                      <a:pt x="607" y="606"/>
                      <a:pt x="545" y="594"/>
                    </a:cubicBezTo>
                    <a:cubicBezTo>
                      <a:pt x="624" y="587"/>
                      <a:pt x="742" y="591"/>
                      <a:pt x="732" y="524"/>
                    </a:cubicBezTo>
                    <a:cubicBezTo>
                      <a:pt x="721" y="446"/>
                      <a:pt x="603" y="483"/>
                      <a:pt x="533" y="477"/>
                    </a:cubicBezTo>
                    <a:cubicBezTo>
                      <a:pt x="453" y="469"/>
                      <a:pt x="373" y="433"/>
                      <a:pt x="310" y="441"/>
                    </a:cubicBezTo>
                    <a:cubicBezTo>
                      <a:pt x="188" y="457"/>
                      <a:pt x="83" y="591"/>
                      <a:pt x="0" y="626"/>
                    </a:cubicBezTo>
                    <a:lnTo>
                      <a:pt x="154" y="78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íśļîḑé">
              <a:extLst>
                <a:ext uri="{FF2B5EF4-FFF2-40B4-BE49-F238E27FC236}">
                  <a16:creationId xmlns:a16="http://schemas.microsoft.com/office/drawing/2014/main" id="{48BB3963-94CF-BD4E-D349-EA8171F23F97}"/>
                </a:ext>
              </a:extLst>
            </p:cNvPr>
            <p:cNvGrpSpPr/>
            <p:nvPr/>
          </p:nvGrpSpPr>
          <p:grpSpPr>
            <a:xfrm>
              <a:off x="8109585" y="2100397"/>
              <a:ext cx="589510" cy="589510"/>
              <a:chOff x="8109584" y="2098069"/>
              <a:chExt cx="589510" cy="589510"/>
            </a:xfrm>
          </p:grpSpPr>
          <p:sp>
            <p:nvSpPr>
              <p:cNvPr id="20" name="îşľíďé">
                <a:extLst>
                  <a:ext uri="{FF2B5EF4-FFF2-40B4-BE49-F238E27FC236}">
                    <a16:creationId xmlns:a16="http://schemas.microsoft.com/office/drawing/2014/main" id="{344A96CD-8633-8D0A-63B4-533006657B33}"/>
                  </a:ext>
                </a:extLst>
              </p:cNvPr>
              <p:cNvSpPr/>
              <p:nvPr/>
            </p:nvSpPr>
            <p:spPr>
              <a:xfrm>
                <a:off x="8109584" y="2098069"/>
                <a:ext cx="589510" cy="589510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lnSpcReduction="10000"/>
              </a:bodyPr>
              <a:lstStyle/>
              <a:p>
                <a:pPr algn="ctr"/>
                <a:endParaRPr lang="zh-CN" altLang="en-US" sz="2800">
                  <a:cs typeface="+mn-ea"/>
                  <a:sym typeface="+mn-lt"/>
                </a:endParaRPr>
              </a:p>
            </p:txBody>
          </p:sp>
          <p:sp>
            <p:nvSpPr>
              <p:cNvPr id="21" name="ïŝ1íḑe">
                <a:extLst>
                  <a:ext uri="{FF2B5EF4-FFF2-40B4-BE49-F238E27FC236}">
                    <a16:creationId xmlns:a16="http://schemas.microsoft.com/office/drawing/2014/main" id="{1918185A-1F9A-CAD9-36C5-A35AD59E81B4}"/>
                  </a:ext>
                </a:extLst>
              </p:cNvPr>
              <p:cNvSpPr/>
              <p:nvPr/>
            </p:nvSpPr>
            <p:spPr bwMode="auto">
              <a:xfrm>
                <a:off x="8239280" y="2279801"/>
                <a:ext cx="330118" cy="226046"/>
              </a:xfrm>
              <a:custGeom>
                <a:avLst/>
                <a:gdLst>
                  <a:gd name="connsiteX0" fmla="*/ 337989 w 606368"/>
                  <a:gd name="connsiteY0" fmla="*/ 156075 h 415207"/>
                  <a:gd name="connsiteX1" fmla="*/ 289432 w 606368"/>
                  <a:gd name="connsiteY1" fmla="*/ 204570 h 415207"/>
                  <a:gd name="connsiteX2" fmla="*/ 268913 w 606368"/>
                  <a:gd name="connsiteY2" fmla="*/ 183985 h 415207"/>
                  <a:gd name="connsiteX3" fmla="*/ 247095 w 606368"/>
                  <a:gd name="connsiteY3" fmla="*/ 205127 h 415207"/>
                  <a:gd name="connsiteX4" fmla="*/ 268263 w 606368"/>
                  <a:gd name="connsiteY4" fmla="*/ 225711 h 415207"/>
                  <a:gd name="connsiteX5" fmla="*/ 289432 w 606368"/>
                  <a:gd name="connsiteY5" fmla="*/ 246853 h 415207"/>
                  <a:gd name="connsiteX6" fmla="*/ 310600 w 606368"/>
                  <a:gd name="connsiteY6" fmla="*/ 225711 h 415207"/>
                  <a:gd name="connsiteX7" fmla="*/ 359158 w 606368"/>
                  <a:gd name="connsiteY7" fmla="*/ 177217 h 415207"/>
                  <a:gd name="connsiteX8" fmla="*/ 303173 w 606368"/>
                  <a:gd name="connsiteY8" fmla="*/ 92652 h 415207"/>
                  <a:gd name="connsiteX9" fmla="*/ 412172 w 606368"/>
                  <a:gd name="connsiteY9" fmla="*/ 201418 h 415207"/>
                  <a:gd name="connsiteX10" fmla="*/ 303173 w 606368"/>
                  <a:gd name="connsiteY10" fmla="*/ 310276 h 415207"/>
                  <a:gd name="connsiteX11" fmla="*/ 194266 w 606368"/>
                  <a:gd name="connsiteY11" fmla="*/ 201418 h 415207"/>
                  <a:gd name="connsiteX12" fmla="*/ 303173 w 606368"/>
                  <a:gd name="connsiteY12" fmla="*/ 92652 h 415207"/>
                  <a:gd name="connsiteX13" fmla="*/ 98322 w 606368"/>
                  <a:gd name="connsiteY13" fmla="*/ 57845 h 415207"/>
                  <a:gd name="connsiteX14" fmla="*/ 98322 w 606368"/>
                  <a:gd name="connsiteY14" fmla="*/ 340027 h 415207"/>
                  <a:gd name="connsiteX15" fmla="*/ 246502 w 606368"/>
                  <a:gd name="connsiteY15" fmla="*/ 340027 h 415207"/>
                  <a:gd name="connsiteX16" fmla="*/ 246502 w 606368"/>
                  <a:gd name="connsiteY16" fmla="*/ 343086 h 415207"/>
                  <a:gd name="connsiteX17" fmla="*/ 262657 w 606368"/>
                  <a:gd name="connsiteY17" fmla="*/ 359308 h 415207"/>
                  <a:gd name="connsiteX18" fmla="*/ 343618 w 606368"/>
                  <a:gd name="connsiteY18" fmla="*/ 359308 h 415207"/>
                  <a:gd name="connsiteX19" fmla="*/ 359866 w 606368"/>
                  <a:gd name="connsiteY19" fmla="*/ 343086 h 415207"/>
                  <a:gd name="connsiteX20" fmla="*/ 359866 w 606368"/>
                  <a:gd name="connsiteY20" fmla="*/ 340027 h 415207"/>
                  <a:gd name="connsiteX21" fmla="*/ 508046 w 606368"/>
                  <a:gd name="connsiteY21" fmla="*/ 340027 h 415207"/>
                  <a:gd name="connsiteX22" fmla="*/ 508696 w 606368"/>
                  <a:gd name="connsiteY22" fmla="*/ 340027 h 415207"/>
                  <a:gd name="connsiteX23" fmla="*/ 508696 w 606368"/>
                  <a:gd name="connsiteY23" fmla="*/ 57845 h 415207"/>
                  <a:gd name="connsiteX24" fmla="*/ 82817 w 606368"/>
                  <a:gd name="connsiteY24" fmla="*/ 0 h 415207"/>
                  <a:gd name="connsiteX25" fmla="*/ 524108 w 606368"/>
                  <a:gd name="connsiteY25" fmla="*/ 0 h 415207"/>
                  <a:gd name="connsiteX26" fmla="*/ 566445 w 606368"/>
                  <a:gd name="connsiteY26" fmla="*/ 42272 h 415207"/>
                  <a:gd name="connsiteX27" fmla="*/ 566445 w 606368"/>
                  <a:gd name="connsiteY27" fmla="*/ 340027 h 415207"/>
                  <a:gd name="connsiteX28" fmla="*/ 568302 w 606368"/>
                  <a:gd name="connsiteY28" fmla="*/ 340027 h 415207"/>
                  <a:gd name="connsiteX29" fmla="*/ 606368 w 606368"/>
                  <a:gd name="connsiteY29" fmla="*/ 340027 h 415207"/>
                  <a:gd name="connsiteX30" fmla="*/ 606368 w 606368"/>
                  <a:gd name="connsiteY30" fmla="*/ 368579 h 415207"/>
                  <a:gd name="connsiteX31" fmla="*/ 558460 w 606368"/>
                  <a:gd name="connsiteY31" fmla="*/ 415207 h 415207"/>
                  <a:gd name="connsiteX32" fmla="*/ 513616 w 606368"/>
                  <a:gd name="connsiteY32" fmla="*/ 415207 h 415207"/>
                  <a:gd name="connsiteX33" fmla="*/ 91452 w 606368"/>
                  <a:gd name="connsiteY33" fmla="*/ 415207 h 415207"/>
                  <a:gd name="connsiteX34" fmla="*/ 46701 w 606368"/>
                  <a:gd name="connsiteY34" fmla="*/ 415207 h 415207"/>
                  <a:gd name="connsiteX35" fmla="*/ 0 w 606368"/>
                  <a:gd name="connsiteY35" fmla="*/ 368579 h 415207"/>
                  <a:gd name="connsiteX36" fmla="*/ 0 w 606368"/>
                  <a:gd name="connsiteY36" fmla="*/ 340027 h 415207"/>
                  <a:gd name="connsiteX37" fmla="*/ 37973 w 606368"/>
                  <a:gd name="connsiteY37" fmla="*/ 340027 h 415207"/>
                  <a:gd name="connsiteX38" fmla="*/ 40480 w 606368"/>
                  <a:gd name="connsiteY38" fmla="*/ 340027 h 415207"/>
                  <a:gd name="connsiteX39" fmla="*/ 40480 w 606368"/>
                  <a:gd name="connsiteY39" fmla="*/ 42272 h 415207"/>
                  <a:gd name="connsiteX40" fmla="*/ 82817 w 606368"/>
                  <a:gd name="connsiteY40" fmla="*/ 0 h 415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606368" h="415207">
                    <a:moveTo>
                      <a:pt x="337989" y="156075"/>
                    </a:moveTo>
                    <a:lnTo>
                      <a:pt x="289432" y="204570"/>
                    </a:lnTo>
                    <a:lnTo>
                      <a:pt x="268913" y="183985"/>
                    </a:lnTo>
                    <a:lnTo>
                      <a:pt x="247095" y="205127"/>
                    </a:lnTo>
                    <a:lnTo>
                      <a:pt x="268263" y="225711"/>
                    </a:lnTo>
                    <a:lnTo>
                      <a:pt x="289432" y="246853"/>
                    </a:lnTo>
                    <a:lnTo>
                      <a:pt x="310600" y="225711"/>
                    </a:lnTo>
                    <a:lnTo>
                      <a:pt x="359158" y="177217"/>
                    </a:lnTo>
                    <a:close/>
                    <a:moveTo>
                      <a:pt x="303173" y="92652"/>
                    </a:moveTo>
                    <a:cubicBezTo>
                      <a:pt x="362964" y="92652"/>
                      <a:pt x="412172" y="141147"/>
                      <a:pt x="412172" y="201418"/>
                    </a:cubicBezTo>
                    <a:cubicBezTo>
                      <a:pt x="412172" y="261132"/>
                      <a:pt x="363614" y="310276"/>
                      <a:pt x="303173" y="310276"/>
                    </a:cubicBezTo>
                    <a:cubicBezTo>
                      <a:pt x="242824" y="310276"/>
                      <a:pt x="194266" y="261039"/>
                      <a:pt x="194266" y="201418"/>
                    </a:cubicBezTo>
                    <a:cubicBezTo>
                      <a:pt x="194266" y="141703"/>
                      <a:pt x="242824" y="92652"/>
                      <a:pt x="303173" y="92652"/>
                    </a:cubicBezTo>
                    <a:close/>
                    <a:moveTo>
                      <a:pt x="98322" y="57845"/>
                    </a:moveTo>
                    <a:lnTo>
                      <a:pt x="98322" y="340027"/>
                    </a:lnTo>
                    <a:lnTo>
                      <a:pt x="246502" y="340027"/>
                    </a:lnTo>
                    <a:lnTo>
                      <a:pt x="246502" y="343086"/>
                    </a:lnTo>
                    <a:cubicBezTo>
                      <a:pt x="246502" y="351892"/>
                      <a:pt x="254023" y="359308"/>
                      <a:pt x="262657" y="359308"/>
                    </a:cubicBezTo>
                    <a:lnTo>
                      <a:pt x="343618" y="359308"/>
                    </a:lnTo>
                    <a:cubicBezTo>
                      <a:pt x="352438" y="359308"/>
                      <a:pt x="359866" y="351800"/>
                      <a:pt x="359866" y="343086"/>
                    </a:cubicBezTo>
                    <a:lnTo>
                      <a:pt x="359866" y="340027"/>
                    </a:lnTo>
                    <a:lnTo>
                      <a:pt x="508046" y="340027"/>
                    </a:lnTo>
                    <a:lnTo>
                      <a:pt x="508696" y="340027"/>
                    </a:lnTo>
                    <a:lnTo>
                      <a:pt x="508696" y="57845"/>
                    </a:lnTo>
                    <a:close/>
                    <a:moveTo>
                      <a:pt x="82817" y="0"/>
                    </a:moveTo>
                    <a:lnTo>
                      <a:pt x="524108" y="0"/>
                    </a:lnTo>
                    <a:cubicBezTo>
                      <a:pt x="547133" y="0"/>
                      <a:pt x="566445" y="18633"/>
                      <a:pt x="566445" y="42272"/>
                    </a:cubicBezTo>
                    <a:lnTo>
                      <a:pt x="566445" y="340027"/>
                    </a:lnTo>
                    <a:lnTo>
                      <a:pt x="568302" y="340027"/>
                    </a:lnTo>
                    <a:lnTo>
                      <a:pt x="606368" y="340027"/>
                    </a:lnTo>
                    <a:lnTo>
                      <a:pt x="606368" y="368579"/>
                    </a:lnTo>
                    <a:cubicBezTo>
                      <a:pt x="606368" y="394071"/>
                      <a:pt x="585199" y="415207"/>
                      <a:pt x="558460" y="415207"/>
                    </a:cubicBezTo>
                    <a:lnTo>
                      <a:pt x="513616" y="415207"/>
                    </a:lnTo>
                    <a:lnTo>
                      <a:pt x="91452" y="415207"/>
                    </a:lnTo>
                    <a:lnTo>
                      <a:pt x="46701" y="415207"/>
                    </a:lnTo>
                    <a:cubicBezTo>
                      <a:pt x="21169" y="415207"/>
                      <a:pt x="0" y="394627"/>
                      <a:pt x="0" y="368579"/>
                    </a:cubicBezTo>
                    <a:lnTo>
                      <a:pt x="0" y="340027"/>
                    </a:lnTo>
                    <a:lnTo>
                      <a:pt x="37973" y="340027"/>
                    </a:lnTo>
                    <a:lnTo>
                      <a:pt x="40480" y="340027"/>
                    </a:lnTo>
                    <a:lnTo>
                      <a:pt x="40480" y="42272"/>
                    </a:lnTo>
                    <a:cubicBezTo>
                      <a:pt x="40480" y="19282"/>
                      <a:pt x="59142" y="0"/>
                      <a:pt x="828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îśļíḑé">
              <a:extLst>
                <a:ext uri="{FF2B5EF4-FFF2-40B4-BE49-F238E27FC236}">
                  <a16:creationId xmlns:a16="http://schemas.microsoft.com/office/drawing/2014/main" id="{564054C5-4052-71C4-3583-3974EE87EB0C}"/>
                </a:ext>
              </a:extLst>
            </p:cNvPr>
            <p:cNvGrpSpPr/>
            <p:nvPr/>
          </p:nvGrpSpPr>
          <p:grpSpPr>
            <a:xfrm>
              <a:off x="8134389" y="4587193"/>
              <a:ext cx="589510" cy="589510"/>
              <a:chOff x="8134388" y="4589520"/>
              <a:chExt cx="589510" cy="589510"/>
            </a:xfrm>
          </p:grpSpPr>
          <p:sp>
            <p:nvSpPr>
              <p:cNvPr id="18" name="iṥľíḍe">
                <a:extLst>
                  <a:ext uri="{FF2B5EF4-FFF2-40B4-BE49-F238E27FC236}">
                    <a16:creationId xmlns:a16="http://schemas.microsoft.com/office/drawing/2014/main" id="{EFC06925-318C-5CB9-0909-4EF972C135C7}"/>
                  </a:ext>
                </a:extLst>
              </p:cNvPr>
              <p:cNvSpPr/>
              <p:nvPr/>
            </p:nvSpPr>
            <p:spPr>
              <a:xfrm>
                <a:off x="8134388" y="4589520"/>
                <a:ext cx="589510" cy="589510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lnSpcReduction="10000"/>
              </a:bodyPr>
              <a:lstStyle/>
              <a:p>
                <a:pPr algn="ctr"/>
                <a:endParaRPr lang="zh-CN" altLang="en-US" sz="2800">
                  <a:cs typeface="+mn-ea"/>
                  <a:sym typeface="+mn-lt"/>
                </a:endParaRPr>
              </a:p>
            </p:txBody>
          </p:sp>
          <p:sp>
            <p:nvSpPr>
              <p:cNvPr id="19" name="ïSľïdé">
                <a:extLst>
                  <a:ext uri="{FF2B5EF4-FFF2-40B4-BE49-F238E27FC236}">
                    <a16:creationId xmlns:a16="http://schemas.microsoft.com/office/drawing/2014/main" id="{0A599EC4-1806-D596-DF26-DF944672DAC2}"/>
                  </a:ext>
                </a:extLst>
              </p:cNvPr>
              <p:cNvSpPr/>
              <p:nvPr/>
            </p:nvSpPr>
            <p:spPr bwMode="auto">
              <a:xfrm>
                <a:off x="8271479" y="4742407"/>
                <a:ext cx="315328" cy="283738"/>
              </a:xfrm>
              <a:custGeom>
                <a:avLst/>
                <a:gdLst>
                  <a:gd name="connsiteX0" fmla="*/ 465730 w 609191"/>
                  <a:gd name="connsiteY0" fmla="*/ 360460 h 548159"/>
                  <a:gd name="connsiteX1" fmla="*/ 465730 w 609191"/>
                  <a:gd name="connsiteY1" fmla="*/ 404898 h 548159"/>
                  <a:gd name="connsiteX2" fmla="*/ 421230 w 609191"/>
                  <a:gd name="connsiteY2" fmla="*/ 404898 h 548159"/>
                  <a:gd name="connsiteX3" fmla="*/ 421230 w 609191"/>
                  <a:gd name="connsiteY3" fmla="*/ 439197 h 548159"/>
                  <a:gd name="connsiteX4" fmla="*/ 465730 w 609191"/>
                  <a:gd name="connsiteY4" fmla="*/ 439197 h 548159"/>
                  <a:gd name="connsiteX5" fmla="*/ 465730 w 609191"/>
                  <a:gd name="connsiteY5" fmla="*/ 483635 h 548159"/>
                  <a:gd name="connsiteX6" fmla="*/ 499982 w 609191"/>
                  <a:gd name="connsiteY6" fmla="*/ 483635 h 548159"/>
                  <a:gd name="connsiteX7" fmla="*/ 499982 w 609191"/>
                  <a:gd name="connsiteY7" fmla="*/ 439197 h 548159"/>
                  <a:gd name="connsiteX8" fmla="*/ 544577 w 609191"/>
                  <a:gd name="connsiteY8" fmla="*/ 439197 h 548159"/>
                  <a:gd name="connsiteX9" fmla="*/ 544577 w 609191"/>
                  <a:gd name="connsiteY9" fmla="*/ 404898 h 548159"/>
                  <a:gd name="connsiteX10" fmla="*/ 499982 w 609191"/>
                  <a:gd name="connsiteY10" fmla="*/ 404898 h 548159"/>
                  <a:gd name="connsiteX11" fmla="*/ 499982 w 609191"/>
                  <a:gd name="connsiteY11" fmla="*/ 360460 h 548159"/>
                  <a:gd name="connsiteX12" fmla="*/ 482809 w 609191"/>
                  <a:gd name="connsiteY12" fmla="*/ 295746 h 548159"/>
                  <a:gd name="connsiteX13" fmla="*/ 609191 w 609191"/>
                  <a:gd name="connsiteY13" fmla="*/ 421953 h 548159"/>
                  <a:gd name="connsiteX14" fmla="*/ 482809 w 609191"/>
                  <a:gd name="connsiteY14" fmla="*/ 548159 h 548159"/>
                  <a:gd name="connsiteX15" fmla="*/ 356426 w 609191"/>
                  <a:gd name="connsiteY15" fmla="*/ 421953 h 548159"/>
                  <a:gd name="connsiteX16" fmla="*/ 482809 w 609191"/>
                  <a:gd name="connsiteY16" fmla="*/ 295746 h 548159"/>
                  <a:gd name="connsiteX17" fmla="*/ 256102 w 609191"/>
                  <a:gd name="connsiteY17" fmla="*/ 446 h 548159"/>
                  <a:gd name="connsiteX18" fmla="*/ 318064 w 609191"/>
                  <a:gd name="connsiteY18" fmla="*/ 13618 h 548159"/>
                  <a:gd name="connsiteX19" fmla="*/ 348333 w 609191"/>
                  <a:gd name="connsiteY19" fmla="*/ 41667 h 548159"/>
                  <a:gd name="connsiteX20" fmla="*/ 381544 w 609191"/>
                  <a:gd name="connsiteY20" fmla="*/ 146945 h 548159"/>
                  <a:gd name="connsiteX21" fmla="*/ 379267 w 609191"/>
                  <a:gd name="connsiteY21" fmla="*/ 156232 h 548159"/>
                  <a:gd name="connsiteX22" fmla="*/ 388186 w 609191"/>
                  <a:gd name="connsiteY22" fmla="*/ 200485 h 548159"/>
                  <a:gd name="connsiteX23" fmla="*/ 366742 w 609191"/>
                  <a:gd name="connsiteY23" fmla="*/ 237725 h 548159"/>
                  <a:gd name="connsiteX24" fmla="*/ 351749 w 609191"/>
                  <a:gd name="connsiteY24" fmla="*/ 278851 h 548159"/>
                  <a:gd name="connsiteX25" fmla="*/ 351749 w 609191"/>
                  <a:gd name="connsiteY25" fmla="*/ 322915 h 548159"/>
                  <a:gd name="connsiteX26" fmla="*/ 317969 w 609191"/>
                  <a:gd name="connsiteY26" fmla="*/ 422507 h 548159"/>
                  <a:gd name="connsiteX27" fmla="*/ 376800 w 609191"/>
                  <a:gd name="connsiteY27" fmla="*/ 548159 h 548159"/>
                  <a:gd name="connsiteX28" fmla="*/ 26853 w 609191"/>
                  <a:gd name="connsiteY28" fmla="*/ 548159 h 548159"/>
                  <a:gd name="connsiteX29" fmla="*/ 0 w 609191"/>
                  <a:gd name="connsiteY29" fmla="*/ 521437 h 548159"/>
                  <a:gd name="connsiteX30" fmla="*/ 0 w 609191"/>
                  <a:gd name="connsiteY30" fmla="*/ 473867 h 548159"/>
                  <a:gd name="connsiteX31" fmla="*/ 19452 w 609191"/>
                  <a:gd name="connsiteY31" fmla="*/ 433120 h 548159"/>
                  <a:gd name="connsiteX32" fmla="*/ 173740 w 609191"/>
                  <a:gd name="connsiteY32" fmla="*/ 334286 h 548159"/>
                  <a:gd name="connsiteX33" fmla="*/ 176586 w 609191"/>
                  <a:gd name="connsiteY33" fmla="*/ 330021 h 548159"/>
                  <a:gd name="connsiteX34" fmla="*/ 176586 w 609191"/>
                  <a:gd name="connsiteY34" fmla="*/ 278851 h 548159"/>
                  <a:gd name="connsiteX35" fmla="*/ 161594 w 609191"/>
                  <a:gd name="connsiteY35" fmla="*/ 237725 h 548159"/>
                  <a:gd name="connsiteX36" fmla="*/ 140149 w 609191"/>
                  <a:gd name="connsiteY36" fmla="*/ 200485 h 548159"/>
                  <a:gd name="connsiteX37" fmla="*/ 148499 w 609191"/>
                  <a:gd name="connsiteY37" fmla="*/ 156232 h 548159"/>
                  <a:gd name="connsiteX38" fmla="*/ 146222 w 609191"/>
                  <a:gd name="connsiteY38" fmla="*/ 146756 h 548159"/>
                  <a:gd name="connsiteX39" fmla="*/ 146032 w 609191"/>
                  <a:gd name="connsiteY39" fmla="*/ 95111 h 548159"/>
                  <a:gd name="connsiteX40" fmla="*/ 176207 w 609191"/>
                  <a:gd name="connsiteY40" fmla="*/ 42141 h 548159"/>
                  <a:gd name="connsiteX41" fmla="*/ 204199 w 609191"/>
                  <a:gd name="connsiteY41" fmla="*/ 19019 h 548159"/>
                  <a:gd name="connsiteX42" fmla="*/ 231431 w 609191"/>
                  <a:gd name="connsiteY42" fmla="*/ 5184 h 548159"/>
                  <a:gd name="connsiteX43" fmla="*/ 256102 w 609191"/>
                  <a:gd name="connsiteY43" fmla="*/ 446 h 548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609191" h="548159">
                    <a:moveTo>
                      <a:pt x="465730" y="360460"/>
                    </a:moveTo>
                    <a:lnTo>
                      <a:pt x="465730" y="404898"/>
                    </a:lnTo>
                    <a:lnTo>
                      <a:pt x="421230" y="404898"/>
                    </a:lnTo>
                    <a:lnTo>
                      <a:pt x="421230" y="439197"/>
                    </a:lnTo>
                    <a:lnTo>
                      <a:pt x="465730" y="439197"/>
                    </a:lnTo>
                    <a:lnTo>
                      <a:pt x="465730" y="483635"/>
                    </a:lnTo>
                    <a:lnTo>
                      <a:pt x="499982" y="483635"/>
                    </a:lnTo>
                    <a:lnTo>
                      <a:pt x="499982" y="439197"/>
                    </a:lnTo>
                    <a:lnTo>
                      <a:pt x="544577" y="439197"/>
                    </a:lnTo>
                    <a:lnTo>
                      <a:pt x="544577" y="404898"/>
                    </a:lnTo>
                    <a:lnTo>
                      <a:pt x="499982" y="404898"/>
                    </a:lnTo>
                    <a:lnTo>
                      <a:pt x="499982" y="360460"/>
                    </a:lnTo>
                    <a:close/>
                    <a:moveTo>
                      <a:pt x="482809" y="295746"/>
                    </a:moveTo>
                    <a:cubicBezTo>
                      <a:pt x="552642" y="295746"/>
                      <a:pt x="609191" y="352217"/>
                      <a:pt x="609191" y="421953"/>
                    </a:cubicBezTo>
                    <a:cubicBezTo>
                      <a:pt x="609191" y="491688"/>
                      <a:pt x="552642" y="548159"/>
                      <a:pt x="482809" y="548159"/>
                    </a:cubicBezTo>
                    <a:cubicBezTo>
                      <a:pt x="413071" y="548159"/>
                      <a:pt x="356426" y="491688"/>
                      <a:pt x="356426" y="421953"/>
                    </a:cubicBezTo>
                    <a:cubicBezTo>
                      <a:pt x="356426" y="352217"/>
                      <a:pt x="412976" y="295746"/>
                      <a:pt x="482809" y="295746"/>
                    </a:cubicBezTo>
                    <a:close/>
                    <a:moveTo>
                      <a:pt x="256102" y="446"/>
                    </a:moveTo>
                    <a:cubicBezTo>
                      <a:pt x="283050" y="-1828"/>
                      <a:pt x="303356" y="4900"/>
                      <a:pt x="318064" y="13618"/>
                    </a:cubicBezTo>
                    <a:cubicBezTo>
                      <a:pt x="339983" y="25747"/>
                      <a:pt x="348333" y="41667"/>
                      <a:pt x="348333" y="41667"/>
                    </a:cubicBezTo>
                    <a:cubicBezTo>
                      <a:pt x="348333" y="41667"/>
                      <a:pt x="398434" y="45173"/>
                      <a:pt x="381544" y="146945"/>
                    </a:cubicBezTo>
                    <a:cubicBezTo>
                      <a:pt x="380975" y="149978"/>
                      <a:pt x="380216" y="153105"/>
                      <a:pt x="379267" y="156232"/>
                    </a:cubicBezTo>
                    <a:cubicBezTo>
                      <a:pt x="388946" y="156232"/>
                      <a:pt x="398624" y="163623"/>
                      <a:pt x="388186" y="200485"/>
                    </a:cubicBezTo>
                    <a:cubicBezTo>
                      <a:pt x="380026" y="229292"/>
                      <a:pt x="372435" y="237251"/>
                      <a:pt x="366742" y="237725"/>
                    </a:cubicBezTo>
                    <a:cubicBezTo>
                      <a:pt x="364749" y="250802"/>
                      <a:pt x="359530" y="265206"/>
                      <a:pt x="351749" y="278851"/>
                    </a:cubicBezTo>
                    <a:lnTo>
                      <a:pt x="351749" y="322915"/>
                    </a:lnTo>
                    <a:cubicBezTo>
                      <a:pt x="330589" y="350584"/>
                      <a:pt x="317969" y="385077"/>
                      <a:pt x="317969" y="422507"/>
                    </a:cubicBezTo>
                    <a:cubicBezTo>
                      <a:pt x="317969" y="472920"/>
                      <a:pt x="340837" y="518120"/>
                      <a:pt x="376800" y="548159"/>
                    </a:cubicBezTo>
                    <a:lnTo>
                      <a:pt x="26853" y="548159"/>
                    </a:lnTo>
                    <a:cubicBezTo>
                      <a:pt x="12051" y="548159"/>
                      <a:pt x="0" y="536219"/>
                      <a:pt x="0" y="521437"/>
                    </a:cubicBezTo>
                    <a:lnTo>
                      <a:pt x="0" y="473867"/>
                    </a:lnTo>
                    <a:cubicBezTo>
                      <a:pt x="0" y="458137"/>
                      <a:pt x="7211" y="443070"/>
                      <a:pt x="19452" y="433120"/>
                    </a:cubicBezTo>
                    <a:cubicBezTo>
                      <a:pt x="86633" y="377970"/>
                      <a:pt x="159032" y="341487"/>
                      <a:pt x="173740" y="334286"/>
                    </a:cubicBezTo>
                    <a:cubicBezTo>
                      <a:pt x="175353" y="333528"/>
                      <a:pt x="176396" y="331917"/>
                      <a:pt x="176586" y="330021"/>
                    </a:cubicBezTo>
                    <a:lnTo>
                      <a:pt x="176586" y="278851"/>
                    </a:lnTo>
                    <a:cubicBezTo>
                      <a:pt x="168616" y="265206"/>
                      <a:pt x="163587" y="250802"/>
                      <a:pt x="161594" y="237725"/>
                    </a:cubicBezTo>
                    <a:cubicBezTo>
                      <a:pt x="155901" y="237251"/>
                      <a:pt x="148310" y="229197"/>
                      <a:pt x="140149" y="200485"/>
                    </a:cubicBezTo>
                    <a:cubicBezTo>
                      <a:pt x="129806" y="164192"/>
                      <a:pt x="139200" y="156516"/>
                      <a:pt x="148499" y="156232"/>
                    </a:cubicBezTo>
                    <a:cubicBezTo>
                      <a:pt x="147645" y="153105"/>
                      <a:pt x="146886" y="149978"/>
                      <a:pt x="146222" y="146756"/>
                    </a:cubicBezTo>
                    <a:cubicBezTo>
                      <a:pt x="142711" y="128467"/>
                      <a:pt x="141667" y="111410"/>
                      <a:pt x="146032" y="95111"/>
                    </a:cubicBezTo>
                    <a:cubicBezTo>
                      <a:pt x="151061" y="73222"/>
                      <a:pt x="162922" y="55691"/>
                      <a:pt x="176207" y="42141"/>
                    </a:cubicBezTo>
                    <a:cubicBezTo>
                      <a:pt x="184557" y="33233"/>
                      <a:pt x="194046" y="25463"/>
                      <a:pt x="204199" y="19019"/>
                    </a:cubicBezTo>
                    <a:cubicBezTo>
                      <a:pt x="212454" y="13334"/>
                      <a:pt x="221563" y="8406"/>
                      <a:pt x="231431" y="5184"/>
                    </a:cubicBezTo>
                    <a:cubicBezTo>
                      <a:pt x="239117" y="2626"/>
                      <a:pt x="247373" y="825"/>
                      <a:pt x="256102" y="44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íṣļïďe">
              <a:extLst>
                <a:ext uri="{FF2B5EF4-FFF2-40B4-BE49-F238E27FC236}">
                  <a16:creationId xmlns:a16="http://schemas.microsoft.com/office/drawing/2014/main" id="{C04E28F7-7FA6-9E42-F003-2EBCEE97D617}"/>
                </a:ext>
              </a:extLst>
            </p:cNvPr>
            <p:cNvGrpSpPr/>
            <p:nvPr/>
          </p:nvGrpSpPr>
          <p:grpSpPr>
            <a:xfrm>
              <a:off x="9571134" y="2858900"/>
              <a:ext cx="1559300" cy="1559300"/>
              <a:chOff x="9571133" y="2858900"/>
              <a:chExt cx="1559300" cy="1559300"/>
            </a:xfrm>
          </p:grpSpPr>
          <p:sp>
            <p:nvSpPr>
              <p:cNvPr id="16" name="ïṩḷíḑê">
                <a:extLst>
                  <a:ext uri="{FF2B5EF4-FFF2-40B4-BE49-F238E27FC236}">
                    <a16:creationId xmlns:a16="http://schemas.microsoft.com/office/drawing/2014/main" id="{4D3943DC-A67C-12E9-5A35-A0CA4C1CB945}"/>
                  </a:ext>
                </a:extLst>
              </p:cNvPr>
              <p:cNvSpPr/>
              <p:nvPr/>
            </p:nvSpPr>
            <p:spPr>
              <a:xfrm>
                <a:off x="9571133" y="2858900"/>
                <a:ext cx="1559300" cy="15593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>
                <a:noAutofit/>
              </a:bodyPr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išlíḓè">
                <a:extLst>
                  <a:ext uri="{FF2B5EF4-FFF2-40B4-BE49-F238E27FC236}">
                    <a16:creationId xmlns:a16="http://schemas.microsoft.com/office/drawing/2014/main" id="{610885FC-776F-6BC0-9C47-789B5EAE51CC}"/>
                  </a:ext>
                </a:extLst>
              </p:cNvPr>
              <p:cNvSpPr/>
              <p:nvPr/>
            </p:nvSpPr>
            <p:spPr>
              <a:xfrm>
                <a:off x="9681845" y="2914256"/>
                <a:ext cx="1448588" cy="1448588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endParaRPr lang="zh-CN" altLang="en-US" sz="2800">
                  <a:cs typeface="+mn-ea"/>
                  <a:sym typeface="+mn-lt"/>
                </a:endParaRPr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3795D89-C591-AF99-3E5B-DFB5B5C00495}"/>
                </a:ext>
              </a:extLst>
            </p:cNvPr>
            <p:cNvCxnSpPr>
              <a:stCxn id="16" idx="1"/>
              <a:endCxn id="20" idx="6"/>
            </p:cNvCxnSpPr>
            <p:nvPr/>
          </p:nvCxnSpPr>
          <p:spPr>
            <a:xfrm flipH="1" flipV="1">
              <a:off x="8699095" y="2395152"/>
              <a:ext cx="1100393" cy="692102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D5C6029-C223-41EB-E8AA-066EF8E02EFD}"/>
                </a:ext>
              </a:extLst>
            </p:cNvPr>
            <p:cNvCxnSpPr>
              <a:stCxn id="16" idx="3"/>
              <a:endCxn id="18" idx="7"/>
            </p:cNvCxnSpPr>
            <p:nvPr/>
          </p:nvCxnSpPr>
          <p:spPr>
            <a:xfrm flipH="1">
              <a:off x="8637567" y="4189846"/>
              <a:ext cx="1161921" cy="483679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C37AE4D-25BF-3C73-FB3D-7845FEAB323B}"/>
                </a:ext>
              </a:extLst>
            </p:cNvPr>
            <p:cNvCxnSpPr>
              <a:stCxn id="22" idx="6"/>
              <a:endCxn id="16" idx="2"/>
            </p:cNvCxnSpPr>
            <p:nvPr/>
          </p:nvCxnSpPr>
          <p:spPr>
            <a:xfrm>
              <a:off x="8723899" y="3638550"/>
              <a:ext cx="84723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A4531FB-5541-08C7-8474-32409C7A05B5}"/>
              </a:ext>
            </a:extLst>
          </p:cNvPr>
          <p:cNvGrpSpPr/>
          <p:nvPr/>
        </p:nvGrpSpPr>
        <p:grpSpPr>
          <a:xfrm>
            <a:off x="6326384" y="1521279"/>
            <a:ext cx="4762531" cy="1223636"/>
            <a:chOff x="1217354" y="2245179"/>
            <a:chExt cx="4762531" cy="1223636"/>
          </a:xfrm>
        </p:grpSpPr>
        <p:sp>
          <p:nvSpPr>
            <p:cNvPr id="25" name="PA-矩形 4">
              <a:extLst>
                <a:ext uri="{FF2B5EF4-FFF2-40B4-BE49-F238E27FC236}">
                  <a16:creationId xmlns:a16="http://schemas.microsoft.com/office/drawing/2014/main" id="{16C3AC65-BD9A-7783-E24A-479EA86DB6EF}"/>
                </a:ext>
              </a:extLst>
            </p:cNvPr>
            <p:cNvSpPr>
              <a:spLocks noChangeArrowheads="1"/>
            </p:cNvSpPr>
            <p:nvPr>
              <p:custDataLst>
                <p:tags r:id="R94733c09e7954ddc"/>
              </p:custDataLst>
            </p:nvPr>
          </p:nvSpPr>
          <p:spPr bwMode="auto">
            <a:xfrm>
              <a:off x="1217355" y="2245179"/>
              <a:ext cx="28357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植树节节徽</a:t>
              </a:r>
            </a:p>
          </p:txBody>
        </p:sp>
        <p:sp>
          <p:nvSpPr>
            <p:cNvPr id="26" name="PA-矩形 4">
              <a:extLst>
                <a:ext uri="{FF2B5EF4-FFF2-40B4-BE49-F238E27FC236}">
                  <a16:creationId xmlns:a16="http://schemas.microsoft.com/office/drawing/2014/main" id="{26BD958D-A4D7-FECD-17D0-0093A2AB7F6B}"/>
                </a:ext>
              </a:extLst>
            </p:cNvPr>
            <p:cNvSpPr>
              <a:spLocks noChangeArrowheads="1"/>
            </p:cNvSpPr>
            <p:nvPr>
              <p:custDataLst>
                <p:tags r:id="Rfa7c331b2f084072"/>
              </p:custDataLst>
            </p:nvPr>
          </p:nvSpPr>
          <p:spPr bwMode="auto">
            <a:xfrm>
              <a:off x="1217354" y="2828640"/>
              <a:ext cx="4762531" cy="64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树形，表示全民义务植树</a:t>
              </a: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3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至</a:t>
              </a: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5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棵，人人动手，绿化祖国大地。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0DCA722-C523-F76B-BFA0-F1C5FF61AD0E}"/>
                </a:ext>
              </a:extLst>
            </p:cNvPr>
            <p:cNvCxnSpPr/>
            <p:nvPr/>
          </p:nvCxnSpPr>
          <p:spPr>
            <a:xfrm>
              <a:off x="1217355" y="27351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F379B55-FF4D-BADD-E219-3FB3D917D32B}"/>
              </a:ext>
            </a:extLst>
          </p:cNvPr>
          <p:cNvGrpSpPr/>
          <p:nvPr/>
        </p:nvGrpSpPr>
        <p:grpSpPr>
          <a:xfrm>
            <a:off x="6326384" y="3121479"/>
            <a:ext cx="4762531" cy="1223636"/>
            <a:chOff x="1217354" y="2245179"/>
            <a:chExt cx="4762531" cy="1223636"/>
          </a:xfrm>
        </p:grpSpPr>
        <p:sp>
          <p:nvSpPr>
            <p:cNvPr id="29" name="PA-矩形 4">
              <a:extLst>
                <a:ext uri="{FF2B5EF4-FFF2-40B4-BE49-F238E27FC236}">
                  <a16:creationId xmlns:a16="http://schemas.microsoft.com/office/drawing/2014/main" id="{ED850CD0-9FAC-FAFA-E779-9891ACBABE24}"/>
                </a:ext>
              </a:extLst>
            </p:cNvPr>
            <p:cNvSpPr>
              <a:spLocks noChangeArrowheads="1"/>
            </p:cNvSpPr>
            <p:nvPr>
              <p:custDataLst>
                <p:tags r:id="R37c32a6e6dc14daa"/>
              </p:custDataLst>
            </p:nvPr>
          </p:nvSpPr>
          <p:spPr bwMode="auto">
            <a:xfrm>
              <a:off x="1217355" y="2245179"/>
              <a:ext cx="28357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植树节节徽</a:t>
              </a:r>
            </a:p>
          </p:txBody>
        </p:sp>
        <p:sp>
          <p:nvSpPr>
            <p:cNvPr id="30" name="PA-矩形 4">
              <a:extLst>
                <a:ext uri="{FF2B5EF4-FFF2-40B4-BE49-F238E27FC236}">
                  <a16:creationId xmlns:a16="http://schemas.microsoft.com/office/drawing/2014/main" id="{D78FCE77-392E-3EB7-951C-C6185D24DC2C}"/>
                </a:ext>
              </a:extLst>
            </p:cNvPr>
            <p:cNvSpPr>
              <a:spLocks noChangeArrowheads="1"/>
            </p:cNvSpPr>
            <p:nvPr>
              <p:custDataLst>
                <p:tags r:id="R5f438312f15a48fa"/>
              </p:custDataLst>
            </p:nvPr>
          </p:nvSpPr>
          <p:spPr bwMode="auto">
            <a:xfrm>
              <a:off x="1217354" y="2828640"/>
              <a:ext cx="4762531" cy="64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“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中国植树节”和“</a:t>
              </a: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3.12”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，表示改造自然，造福人类，年年植树，坚韧不拔的决心。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41E297C7-2302-8043-A32A-6F476A4E9E63}"/>
                </a:ext>
              </a:extLst>
            </p:cNvPr>
            <p:cNvCxnSpPr/>
            <p:nvPr/>
          </p:nvCxnSpPr>
          <p:spPr>
            <a:xfrm>
              <a:off x="1217355" y="27351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4A809C-DB3D-8F60-DB4D-3C2877B73C06}"/>
              </a:ext>
            </a:extLst>
          </p:cNvPr>
          <p:cNvGrpSpPr/>
          <p:nvPr/>
        </p:nvGrpSpPr>
        <p:grpSpPr>
          <a:xfrm>
            <a:off x="6326384" y="4649109"/>
            <a:ext cx="4762531" cy="1579852"/>
            <a:chOff x="1217354" y="2245179"/>
            <a:chExt cx="4762531" cy="1579852"/>
          </a:xfrm>
        </p:grpSpPr>
        <p:sp>
          <p:nvSpPr>
            <p:cNvPr id="33" name="PA-矩形 4">
              <a:extLst>
                <a:ext uri="{FF2B5EF4-FFF2-40B4-BE49-F238E27FC236}">
                  <a16:creationId xmlns:a16="http://schemas.microsoft.com/office/drawing/2014/main" id="{C9CA5153-B825-FD8C-19F1-2779AE2E528D}"/>
                </a:ext>
              </a:extLst>
            </p:cNvPr>
            <p:cNvSpPr>
              <a:spLocks noChangeArrowheads="1"/>
            </p:cNvSpPr>
            <p:nvPr>
              <p:custDataLst>
                <p:tags r:id="Racf23e1a844b45cd"/>
              </p:custDataLst>
            </p:nvPr>
          </p:nvSpPr>
          <p:spPr bwMode="auto">
            <a:xfrm>
              <a:off x="1217355" y="2245179"/>
              <a:ext cx="28357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植树节节徽</a:t>
              </a:r>
            </a:p>
          </p:txBody>
        </p:sp>
        <p:sp>
          <p:nvSpPr>
            <p:cNvPr id="34" name="PA-矩形 4">
              <a:extLst>
                <a:ext uri="{FF2B5EF4-FFF2-40B4-BE49-F238E27FC236}">
                  <a16:creationId xmlns:a16="http://schemas.microsoft.com/office/drawing/2014/main" id="{FA9A0492-0A77-2006-0461-868E025AEB43}"/>
                </a:ext>
              </a:extLst>
            </p:cNvPr>
            <p:cNvSpPr>
              <a:spLocks noChangeArrowheads="1"/>
            </p:cNvSpPr>
            <p:nvPr>
              <p:custDataLst>
                <p:tags r:id="R58749a59a0bf429f"/>
              </p:custDataLst>
            </p:nvPr>
          </p:nvSpPr>
          <p:spPr bwMode="auto">
            <a:xfrm>
              <a:off x="1217354" y="2864768"/>
              <a:ext cx="4762531" cy="960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五棵树可会意为“森林”，由此引伸连接着外圈，显示着绿化祖国，实现以森林为主体的自然生态体系的良性循环。</a:t>
              </a:r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BE18EBC0-DFBD-06DF-66B0-4C3A82365CD5}"/>
                </a:ext>
              </a:extLst>
            </p:cNvPr>
            <p:cNvCxnSpPr/>
            <p:nvPr/>
          </p:nvCxnSpPr>
          <p:spPr>
            <a:xfrm>
              <a:off x="1217355" y="27351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37" name="图片 36">
            <a:extLst>
              <a:ext uri="{FF2B5EF4-FFF2-40B4-BE49-F238E27FC236}">
                <a16:creationId xmlns:a16="http://schemas.microsoft.com/office/drawing/2014/main" id="{6FBD1252-67BD-D7E0-3E8F-A8DE6E348B82}"/>
              </a:ext>
            </a:extLst>
          </p:cNvPr>
          <p:cNvPicPr>
            <a:picLocks noChangeAspect="1"/>
          </p:cNvPicPr>
          <p:nvPr/>
        </p:nvPicPr>
        <p:blipFill>
          <a:blip r:embed="R533e9a14060b40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99" y="2468361"/>
            <a:ext cx="34036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85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825DA14-271A-0BB6-38FD-68A9F296DAE4}"/>
              </a:ext>
            </a:extLst>
          </p:cNvPr>
          <p:cNvSpPr/>
          <p:nvPr/>
        </p:nvSpPr>
        <p:spPr>
          <a:xfrm>
            <a:off x="1198967" y="2133601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C02600-43DE-E301-C312-014CB67CDEAF}"/>
              </a:ext>
            </a:extLst>
          </p:cNvPr>
          <p:cNvSpPr txBox="1"/>
          <p:nvPr>
            <p:custDataLst>
              <p:tags r:id="Rb740c64b8ca042cd"/>
            </p:custDataLst>
          </p:nvPr>
        </p:nvSpPr>
        <p:spPr>
          <a:xfrm>
            <a:off x="1915661" y="2151689"/>
            <a:ext cx="4814138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每年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月为法定的植树月，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31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日为植树日；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D3AEDA-10C2-0143-6E23-7D665DA8A0FC}"/>
              </a:ext>
            </a:extLst>
          </p:cNvPr>
          <p:cNvSpPr txBox="1"/>
          <p:nvPr/>
        </p:nvSpPr>
        <p:spPr>
          <a:xfrm>
            <a:off x="1429040" y="590501"/>
            <a:ext cx="6364907" cy="65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植树节的科普X知识（各国植树节）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6F7A4A2-1F0D-6420-5EB0-C75EAEE0BCFD}"/>
              </a:ext>
            </a:extLst>
          </p:cNvPr>
          <p:cNvSpPr/>
          <p:nvPr/>
        </p:nvSpPr>
        <p:spPr>
          <a:xfrm>
            <a:off x="653145" y="2133601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法国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E96532-5640-1ED7-C05F-659773C62A9B}"/>
              </a:ext>
            </a:extLst>
          </p:cNvPr>
          <p:cNvSpPr/>
          <p:nvPr/>
        </p:nvSpPr>
        <p:spPr>
          <a:xfrm>
            <a:off x="1198967" y="2917372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9C7696A-FCA0-E3CC-66DD-D700211557BE}"/>
              </a:ext>
            </a:extLst>
          </p:cNvPr>
          <p:cNvSpPr txBox="1"/>
          <p:nvPr>
            <p:custDataLst>
              <p:tags r:id="Rf8b1f09f63944fd4"/>
            </p:custDataLst>
          </p:nvPr>
        </p:nvSpPr>
        <p:spPr>
          <a:xfrm>
            <a:off x="1915662" y="2935461"/>
            <a:ext cx="2898550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11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日至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12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日；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4682C23-8E53-D76B-FA8C-A0B508FC1FF3}"/>
              </a:ext>
            </a:extLst>
          </p:cNvPr>
          <p:cNvSpPr/>
          <p:nvPr/>
        </p:nvSpPr>
        <p:spPr>
          <a:xfrm>
            <a:off x="653145" y="2917372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英国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22AC1A5-B87D-9231-B9A4-A93A69909484}"/>
              </a:ext>
            </a:extLst>
          </p:cNvPr>
          <p:cNvSpPr/>
          <p:nvPr/>
        </p:nvSpPr>
        <p:spPr>
          <a:xfrm>
            <a:off x="1198967" y="3702313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2D0EC1-4FC5-9DE7-E486-E003089977EB}"/>
              </a:ext>
            </a:extLst>
          </p:cNvPr>
          <p:cNvSpPr txBox="1"/>
          <p:nvPr>
            <p:custDataLst>
              <p:tags r:id="R820c7d4ec9154ffd"/>
            </p:custDataLst>
          </p:nvPr>
        </p:nvSpPr>
        <p:spPr>
          <a:xfrm>
            <a:off x="1915661" y="3720402"/>
            <a:ext cx="2310248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11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21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日；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F4DF85C-C8EE-2B0F-14BF-7409D3C7DA27}"/>
              </a:ext>
            </a:extLst>
          </p:cNvPr>
          <p:cNvSpPr/>
          <p:nvPr/>
        </p:nvSpPr>
        <p:spPr>
          <a:xfrm>
            <a:off x="653145" y="3702313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意大利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1F55466-56F0-D2BA-AFF9-18834167D871}"/>
              </a:ext>
            </a:extLst>
          </p:cNvPr>
          <p:cNvSpPr/>
          <p:nvPr/>
        </p:nvSpPr>
        <p:spPr>
          <a:xfrm>
            <a:off x="1198967" y="4486084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B7CB275-969F-5C0E-C2BB-73B85023ABF9}"/>
              </a:ext>
            </a:extLst>
          </p:cNvPr>
          <p:cNvSpPr txBox="1"/>
          <p:nvPr>
            <p:custDataLst>
              <p:tags r:id="R715f2912a2fd4c91"/>
            </p:custDataLst>
          </p:nvPr>
        </p:nvSpPr>
        <p:spPr>
          <a:xfrm>
            <a:off x="1915662" y="4504172"/>
            <a:ext cx="4719562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月和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月为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；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36B7CCC-BD89-5EB5-B25D-387E6CB97CA1}"/>
              </a:ext>
            </a:extLst>
          </p:cNvPr>
          <p:cNvSpPr/>
          <p:nvPr/>
        </p:nvSpPr>
        <p:spPr>
          <a:xfrm>
            <a:off x="653145" y="4486084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朝鲜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5CDB685-89EE-59F2-EC1D-476661917153}"/>
              </a:ext>
            </a:extLst>
          </p:cNvPr>
          <p:cNvSpPr/>
          <p:nvPr/>
        </p:nvSpPr>
        <p:spPr>
          <a:xfrm>
            <a:off x="1198967" y="5269855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0D801C0-A4C6-37CA-9E62-3DE563C4A3D1}"/>
              </a:ext>
            </a:extLst>
          </p:cNvPr>
          <p:cNvSpPr txBox="1"/>
          <p:nvPr>
            <p:custDataLst>
              <p:tags r:id="Ra40639fbe7794c64"/>
            </p:custDataLst>
          </p:nvPr>
        </p:nvSpPr>
        <p:spPr>
          <a:xfrm>
            <a:off x="1915662" y="5287944"/>
            <a:ext cx="3276859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月的XX个星期五；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35E8E25-B668-7CC1-F3C3-D75A7BFC5723}"/>
              </a:ext>
            </a:extLst>
          </p:cNvPr>
          <p:cNvSpPr/>
          <p:nvPr/>
        </p:nvSpPr>
        <p:spPr>
          <a:xfrm>
            <a:off x="653145" y="5269855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澳大利亚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5DAC19C-ADCD-75BA-C228-C40BCBEEC3E5}"/>
              </a:ext>
            </a:extLst>
          </p:cNvPr>
          <p:cNvSpPr/>
          <p:nvPr/>
        </p:nvSpPr>
        <p:spPr>
          <a:xfrm>
            <a:off x="7077253" y="2133601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5DA49FC-6F84-20F4-2A25-64705EE4B8D9}"/>
              </a:ext>
            </a:extLst>
          </p:cNvPr>
          <p:cNvSpPr txBox="1"/>
          <p:nvPr>
            <p:custDataLst>
              <p:tags r:id="R657c91c7c3ce40c5"/>
            </p:custDataLst>
          </p:nvPr>
        </p:nvSpPr>
        <p:spPr>
          <a:xfrm>
            <a:off x="7822975" y="2151690"/>
            <a:ext cx="3409908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植树节在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6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月至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月的雨季举行；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30B9A98-5B67-0B2C-1EC6-216C54AFCDB1}"/>
              </a:ext>
            </a:extLst>
          </p:cNvPr>
          <p:cNvSpPr/>
          <p:nvPr/>
        </p:nvSpPr>
        <p:spPr>
          <a:xfrm>
            <a:off x="6560458" y="2133601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墨西哥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0443F5-E770-BCBE-B490-F3EADB834702}"/>
              </a:ext>
            </a:extLst>
          </p:cNvPr>
          <p:cNvSpPr/>
          <p:nvPr/>
        </p:nvSpPr>
        <p:spPr>
          <a:xfrm>
            <a:off x="7077253" y="2917372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6107711-533C-0B17-C957-812A07EC5365}"/>
              </a:ext>
            </a:extLst>
          </p:cNvPr>
          <p:cNvSpPr txBox="1"/>
          <p:nvPr>
            <p:custDataLst>
              <p:tags r:id="R21f9813e4f9d4247"/>
            </p:custDataLst>
          </p:nvPr>
        </p:nvSpPr>
        <p:spPr>
          <a:xfrm>
            <a:off x="7822975" y="2935461"/>
            <a:ext cx="2593980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月的XX周；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E8E0D9C5-9E32-0EC0-C9AA-9F76064CFB88}"/>
              </a:ext>
            </a:extLst>
          </p:cNvPr>
          <p:cNvSpPr/>
          <p:nvPr/>
        </p:nvSpPr>
        <p:spPr>
          <a:xfrm>
            <a:off x="6560458" y="2917372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印度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5B23605-98A0-44AC-25BA-5301CA46E2FF}"/>
              </a:ext>
            </a:extLst>
          </p:cNvPr>
          <p:cNvSpPr/>
          <p:nvPr/>
        </p:nvSpPr>
        <p:spPr>
          <a:xfrm>
            <a:off x="7077253" y="3702313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9E4F1EF-DBCD-A1B0-8588-C8020CEC6886}"/>
              </a:ext>
            </a:extLst>
          </p:cNvPr>
          <p:cNvSpPr txBox="1"/>
          <p:nvPr>
            <p:custDataLst>
              <p:tags r:id="R96524e68ff1b46f0"/>
            </p:custDataLst>
          </p:nvPr>
        </p:nvSpPr>
        <p:spPr>
          <a:xfrm>
            <a:off x="7822977" y="3720402"/>
            <a:ext cx="2044149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8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日；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C6330F19-5A62-16B1-9C0D-61E5D589B25C}"/>
              </a:ext>
            </a:extLst>
          </p:cNvPr>
          <p:cNvSpPr/>
          <p:nvPr/>
        </p:nvSpPr>
        <p:spPr>
          <a:xfrm>
            <a:off x="6560458" y="3702313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巴基斯坦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C89753F-AC45-9789-1574-C275D2DB541B}"/>
              </a:ext>
            </a:extLst>
          </p:cNvPr>
          <p:cNvSpPr/>
          <p:nvPr/>
        </p:nvSpPr>
        <p:spPr>
          <a:xfrm>
            <a:off x="7077253" y="4486084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4281DB-CC77-EA92-9B93-4E27E0A2598A}"/>
              </a:ext>
            </a:extLst>
          </p:cNvPr>
          <p:cNvSpPr txBox="1"/>
          <p:nvPr>
            <p:custDataLst>
              <p:tags r:id="R72f3c4e4230d45bb"/>
            </p:custDataLst>
          </p:nvPr>
        </p:nvSpPr>
        <p:spPr>
          <a:xfrm>
            <a:off x="7822977" y="4504173"/>
            <a:ext cx="3276859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月的第二个星期六；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DA1CB01-86E1-5BFB-FDE5-4798F1647C33}"/>
              </a:ext>
            </a:extLst>
          </p:cNvPr>
          <p:cNvSpPr/>
          <p:nvPr/>
        </p:nvSpPr>
        <p:spPr>
          <a:xfrm>
            <a:off x="6560458" y="4486084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菲律宾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C098B5D-9701-B9B3-6468-36B78FAAF91D}"/>
              </a:ext>
            </a:extLst>
          </p:cNvPr>
          <p:cNvSpPr/>
          <p:nvPr/>
        </p:nvSpPr>
        <p:spPr>
          <a:xfrm>
            <a:off x="7077253" y="5269855"/>
            <a:ext cx="5680804" cy="449942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1000"/>
                </a:schemeClr>
              </a:gs>
              <a:gs pos="7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3172A27-8931-E6A9-656B-B939DDB6CC99}"/>
              </a:ext>
            </a:extLst>
          </p:cNvPr>
          <p:cNvSpPr txBox="1"/>
          <p:nvPr>
            <p:custDataLst>
              <p:tags r:id="Rf817ea0c761748c2"/>
            </p:custDataLst>
          </p:nvPr>
        </p:nvSpPr>
        <p:spPr>
          <a:xfrm>
            <a:off x="7822975" y="5287944"/>
            <a:ext cx="3770584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植树节是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月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24</a:t>
            </a:r>
            <a:r>
              <a:rPr lang="zh-CN" altLang="zh-CN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日（也是国庆日）。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0E7E4FB3-3681-0F52-CD6E-C9BF68CB3EA0}"/>
              </a:ext>
            </a:extLst>
          </p:cNvPr>
          <p:cNvSpPr/>
          <p:nvPr/>
        </p:nvSpPr>
        <p:spPr>
          <a:xfrm>
            <a:off x="6560458" y="5269855"/>
            <a:ext cx="1233713" cy="44994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泰国</a:t>
            </a:r>
          </a:p>
        </p:txBody>
      </p:sp>
    </p:spTree>
    <p:extLst>
      <p:ext uri="{BB962C8B-B14F-4D97-AF65-F5344CB8AC3E}">
        <p14:creationId xmlns:p14="http://schemas.microsoft.com/office/powerpoint/2010/main" val="2677694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:a16="http://schemas.microsoft.com/office/drawing/2014/main"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/>
      <p:bldP spid="6" grpId="0" animBg="1"/>
      <p:bldP spid="11" grpId="0" animBg="1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/>
      <p:bldP spid="35" grpId="0" animBg="1"/>
      <p:bldP spid="39" grpId="0" animBg="1"/>
      <p:bldP spid="40" grpId="0"/>
      <p:bldP spid="41" grpId="0" animBg="1"/>
      <p:bldP spid="42" grpId="0" animBg="1"/>
      <p:bldP spid="43" grpId="0"/>
      <p:bldP spid="44" grpId="0" animBg="1"/>
      <p:bldP spid="45" grpId="0" animBg="1"/>
      <p:bldP spid="46" grpId="0"/>
      <p:bldP spid="47" grpId="0" animBg="1"/>
      <p:bldP spid="48" grpId="0" animBg="1"/>
      <p:bldP spid="49" grpId="0"/>
      <p:bldP spid="50" grpId="0" animBg="1"/>
      <p:bldP spid="51" grpId="0" animBg="1"/>
      <p:bldP spid="52" grpId="0"/>
      <p:bldP spid="53" grpId="0" animBg="1"/>
      <p:bldP spid="54" grpId="0" animBg="1"/>
      <p:bldP spid="55" grpId="0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5F461CE-0719-F939-3A74-5C00E601E8A7}"/>
              </a:ext>
            </a:extLst>
          </p:cNvPr>
          <p:cNvPicPr>
            <a:picLocks noChangeAspect="1"/>
          </p:cNvPicPr>
          <p:nvPr/>
        </p:nvPicPr>
        <p:blipFill>
          <a:blip r:embed="R7e0c17f0e8b249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01890F9-9530-6566-7577-A517D350D590}"/>
              </a:ext>
            </a:extLst>
          </p:cNvPr>
          <p:cNvSpPr txBox="1"/>
          <p:nvPr/>
        </p:nvSpPr>
        <p:spPr>
          <a:xfrm rot="16200000">
            <a:off x="8518075" y="-1421308"/>
            <a:ext cx="1954381" cy="573650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ARBOR 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65DBC-79B9-31A4-0D02-9C804032C906}"/>
              </a:ext>
            </a:extLst>
          </p:cNvPr>
          <p:cNvSpPr txBox="1"/>
          <p:nvPr/>
        </p:nvSpPr>
        <p:spPr>
          <a:xfrm rot="16200000">
            <a:off x="1225350" y="4308428"/>
            <a:ext cx="1954381" cy="32758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DAY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43EE629-92D8-76FF-8477-BBFCFA3FA31A}"/>
              </a:ext>
            </a:extLst>
          </p:cNvPr>
          <p:cNvSpPr/>
          <p:nvPr/>
        </p:nvSpPr>
        <p:spPr>
          <a:xfrm>
            <a:off x="1583353" y="1977571"/>
            <a:ext cx="9766820" cy="3231116"/>
          </a:xfrm>
          <a:prstGeom prst="roundRect">
            <a:avLst>
              <a:gd name="adj" fmla="val 9308"/>
            </a:avLst>
          </a:prstGeom>
          <a:gradFill flip="none" rotWithShape="1">
            <a:gsLst>
              <a:gs pos="0">
                <a:schemeClr val="bg1">
                  <a:alpha val="74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37F1CC-3718-7694-1655-09908034EB99}"/>
              </a:ext>
            </a:extLst>
          </p:cNvPr>
          <p:cNvSpPr txBox="1"/>
          <p:nvPr/>
        </p:nvSpPr>
        <p:spPr>
          <a:xfrm>
            <a:off x="4314762" y="3278457"/>
            <a:ext cx="73256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植树造林的趣味佳话</a:t>
            </a:r>
            <a:endParaRPr lang="en-US" altLang="zh-CN" sz="6000" spc="-300">
              <a:solidFill>
                <a:schemeClr val="accent1"/>
              </a:solidFill>
              <a:latin typeface="钉钉进步体" pitchFamily="18" charset="-122"/>
              <a:ea typeface="钉钉进步体" pitchFamily="18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71BEA6-B07B-EF44-E316-A3B141FDABBC}"/>
              </a:ext>
            </a:extLst>
          </p:cNvPr>
          <p:cNvSpPr txBox="1"/>
          <p:nvPr/>
        </p:nvSpPr>
        <p:spPr>
          <a:xfrm>
            <a:off x="4372819" y="2447507"/>
            <a:ext cx="2985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PART.02</a:t>
            </a:r>
          </a:p>
        </p:txBody>
      </p:sp>
      <p:sp>
        <p:nvSpPr>
          <p:cNvPr id="10" name="PA-文本框 88">
            <a:extLst>
              <a:ext uri="{FF2B5EF4-FFF2-40B4-BE49-F238E27FC236}">
                <a16:creationId xmlns:a16="http://schemas.microsoft.com/office/drawing/2014/main" id="{75A4202F-7C40-399A-E0AC-481277558659}"/>
              </a:ext>
            </a:extLst>
          </p:cNvPr>
          <p:cNvSpPr txBox="1"/>
          <p:nvPr>
            <p:custDataLst>
              <p:tags r:id="R80438113f2794d7f"/>
            </p:custDataLst>
          </p:nvPr>
        </p:nvSpPr>
        <p:spPr>
          <a:xfrm>
            <a:off x="4439560" y="4294120"/>
            <a:ext cx="6501857" cy="440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唐代文成公主远嫁西藏松赞干布，特地从长安带去柳树苗种，植于拉萨大朝寺周围，以表达对柳树成荫的故乡的思念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1979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年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月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23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日，国家为动员全国各族人民植树造林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7DCCCCF-D7C1-62EE-C1A4-7EC3CA8B07A8}"/>
              </a:ext>
            </a:extLst>
          </p:cNvPr>
          <p:cNvPicPr>
            <a:picLocks noChangeAspect="1"/>
          </p:cNvPicPr>
          <p:nvPr/>
        </p:nvPicPr>
        <p:blipFill>
          <a:blip r:embed="R2e3d3f58cb46416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1541" y="1672771"/>
            <a:ext cx="3715659" cy="371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4850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9B67F2-92D0-244B-1937-DE5964D3CC6E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植树造林的趣味佳话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95D74D1-E9A0-9C64-1DC6-BEFA9AE4E92A}"/>
              </a:ext>
            </a:extLst>
          </p:cNvPr>
          <p:cNvGrpSpPr/>
          <p:nvPr/>
        </p:nvGrpSpPr>
        <p:grpSpPr>
          <a:xfrm>
            <a:off x="2273301" y="2453329"/>
            <a:ext cx="732007" cy="732142"/>
            <a:chOff x="5692588" y="3174915"/>
            <a:chExt cx="914400" cy="914570"/>
          </a:xfrm>
        </p:grpSpPr>
        <p:sp>
          <p:nvSpPr>
            <p:cNvPr id="7" name="íşḷïḍe">
              <a:extLst>
                <a:ext uri="{FF2B5EF4-FFF2-40B4-BE49-F238E27FC236}">
                  <a16:creationId xmlns:a16="http://schemas.microsoft.com/office/drawing/2014/main" id="{1B9937A7-1F23-0FE0-221E-18F89F9C9BF9}"/>
                </a:ext>
              </a:extLst>
            </p:cNvPr>
            <p:cNvSpPr/>
            <p:nvPr/>
          </p:nvSpPr>
          <p:spPr>
            <a:xfrm>
              <a:off x="5692588" y="3174915"/>
              <a:ext cx="914400" cy="914570"/>
            </a:xfrm>
            <a:prstGeom prst="ellipse">
              <a:avLst/>
            </a:prstGeom>
            <a:solidFill>
              <a:schemeClr val="accent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 sz="2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9" name="îṥ1ïḓê">
              <a:extLst>
                <a:ext uri="{FF2B5EF4-FFF2-40B4-BE49-F238E27FC236}">
                  <a16:creationId xmlns:a16="http://schemas.microsoft.com/office/drawing/2014/main" id="{BC59F444-26FB-4315-A65B-7733AEF6BE4B}"/>
                </a:ext>
              </a:extLst>
            </p:cNvPr>
            <p:cNvSpPr/>
            <p:nvPr/>
          </p:nvSpPr>
          <p:spPr bwMode="auto">
            <a:xfrm>
              <a:off x="5946475" y="3445626"/>
              <a:ext cx="406627" cy="373148"/>
            </a:xfrm>
            <a:custGeom>
              <a:avLst/>
              <a:gdLst>
                <a:gd name="connsiteX0" fmla="*/ 350851 w 599171"/>
                <a:gd name="connsiteY0" fmla="*/ 405257 h 549846"/>
                <a:gd name="connsiteX1" fmla="*/ 394672 w 599171"/>
                <a:gd name="connsiteY1" fmla="*/ 405257 h 549846"/>
                <a:gd name="connsiteX2" fmla="*/ 394672 w 599171"/>
                <a:gd name="connsiteY2" fmla="*/ 528464 h 549846"/>
                <a:gd name="connsiteX3" fmla="*/ 350851 w 599171"/>
                <a:gd name="connsiteY3" fmla="*/ 528464 h 549846"/>
                <a:gd name="connsiteX4" fmla="*/ 418947 w 599171"/>
                <a:gd name="connsiteY4" fmla="*/ 362989 h 549846"/>
                <a:gd name="connsiteX5" fmla="*/ 462839 w 599171"/>
                <a:gd name="connsiteY5" fmla="*/ 362989 h 549846"/>
                <a:gd name="connsiteX6" fmla="*/ 462839 w 599171"/>
                <a:gd name="connsiteY6" fmla="*/ 528465 h 549846"/>
                <a:gd name="connsiteX7" fmla="*/ 418947 w 599171"/>
                <a:gd name="connsiteY7" fmla="*/ 528465 h 549846"/>
                <a:gd name="connsiteX8" fmla="*/ 487113 w 599171"/>
                <a:gd name="connsiteY8" fmla="*/ 320932 h 549846"/>
                <a:gd name="connsiteX9" fmla="*/ 531005 w 599171"/>
                <a:gd name="connsiteY9" fmla="*/ 320932 h 549846"/>
                <a:gd name="connsiteX10" fmla="*/ 531005 w 599171"/>
                <a:gd name="connsiteY10" fmla="*/ 528465 h 549846"/>
                <a:gd name="connsiteX11" fmla="*/ 487113 w 599171"/>
                <a:gd name="connsiteY11" fmla="*/ 528465 h 549846"/>
                <a:gd name="connsiteX12" fmla="*/ 555279 w 599171"/>
                <a:gd name="connsiteY12" fmla="*/ 278945 h 549846"/>
                <a:gd name="connsiteX13" fmla="*/ 599171 w 599171"/>
                <a:gd name="connsiteY13" fmla="*/ 278945 h 549846"/>
                <a:gd name="connsiteX14" fmla="*/ 599171 w 599171"/>
                <a:gd name="connsiteY14" fmla="*/ 528464 h 549846"/>
                <a:gd name="connsiteX15" fmla="*/ 555279 w 599171"/>
                <a:gd name="connsiteY15" fmla="*/ 528464 h 549846"/>
                <a:gd name="connsiteX16" fmla="*/ 257092 w 599171"/>
                <a:gd name="connsiteY16" fmla="*/ 0 h 549846"/>
                <a:gd name="connsiteX17" fmla="*/ 399061 w 599171"/>
                <a:gd name="connsiteY17" fmla="*/ 142037 h 549846"/>
                <a:gd name="connsiteX18" fmla="*/ 320591 w 599171"/>
                <a:gd name="connsiteY18" fmla="*/ 290261 h 549846"/>
                <a:gd name="connsiteX19" fmla="*/ 424874 w 599171"/>
                <a:gd name="connsiteY19" fmla="*/ 341559 h 549846"/>
                <a:gd name="connsiteX20" fmla="*/ 397512 w 599171"/>
                <a:gd name="connsiteY20" fmla="*/ 341559 h 549846"/>
                <a:gd name="connsiteX21" fmla="*/ 397512 w 599171"/>
                <a:gd name="connsiteY21" fmla="*/ 383578 h 549846"/>
                <a:gd name="connsiteX22" fmla="*/ 329367 w 599171"/>
                <a:gd name="connsiteY22" fmla="*/ 383578 h 549846"/>
                <a:gd name="connsiteX23" fmla="*/ 329367 w 599171"/>
                <a:gd name="connsiteY23" fmla="*/ 547526 h 549846"/>
                <a:gd name="connsiteX24" fmla="*/ 257092 w 599171"/>
                <a:gd name="connsiteY24" fmla="*/ 549846 h 549846"/>
                <a:gd name="connsiteX25" fmla="*/ 329109 w 599171"/>
                <a:gd name="connsiteY25" fmla="*/ 477925 h 549846"/>
                <a:gd name="connsiteX26" fmla="*/ 268450 w 599171"/>
                <a:gd name="connsiteY26" fmla="*/ 331506 h 549846"/>
                <a:gd name="connsiteX27" fmla="*/ 269224 w 599171"/>
                <a:gd name="connsiteY27" fmla="*/ 331506 h 549846"/>
                <a:gd name="connsiteX28" fmla="*/ 292714 w 599171"/>
                <a:gd name="connsiteY28" fmla="*/ 304439 h 549846"/>
                <a:gd name="connsiteX29" fmla="*/ 257092 w 599171"/>
                <a:gd name="connsiteY29" fmla="*/ 311141 h 549846"/>
                <a:gd name="connsiteX30" fmla="*/ 221471 w 599171"/>
                <a:gd name="connsiteY30" fmla="*/ 304439 h 549846"/>
                <a:gd name="connsiteX31" fmla="*/ 245219 w 599171"/>
                <a:gd name="connsiteY31" fmla="*/ 331506 h 549846"/>
                <a:gd name="connsiteX32" fmla="*/ 245735 w 599171"/>
                <a:gd name="connsiteY32" fmla="*/ 331506 h 549846"/>
                <a:gd name="connsiteX33" fmla="*/ 185075 w 599171"/>
                <a:gd name="connsiteY33" fmla="*/ 477925 h 549846"/>
                <a:gd name="connsiteX34" fmla="*/ 257092 w 599171"/>
                <a:gd name="connsiteY34" fmla="*/ 549846 h 549846"/>
                <a:gd name="connsiteX35" fmla="*/ 0 w 599171"/>
                <a:gd name="connsiteY35" fmla="*/ 486432 h 549846"/>
                <a:gd name="connsiteX36" fmla="*/ 193594 w 599171"/>
                <a:gd name="connsiteY36" fmla="*/ 290261 h 549846"/>
                <a:gd name="connsiteX37" fmla="*/ 115124 w 599171"/>
                <a:gd name="connsiteY37" fmla="*/ 142037 h 549846"/>
                <a:gd name="connsiteX38" fmla="*/ 257092 w 599171"/>
                <a:gd name="connsiteY38" fmla="*/ 0 h 54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99171" h="549846">
                  <a:moveTo>
                    <a:pt x="350851" y="405257"/>
                  </a:moveTo>
                  <a:lnTo>
                    <a:pt x="394672" y="405257"/>
                  </a:lnTo>
                  <a:lnTo>
                    <a:pt x="394672" y="528464"/>
                  </a:lnTo>
                  <a:lnTo>
                    <a:pt x="350851" y="528464"/>
                  </a:lnTo>
                  <a:close/>
                  <a:moveTo>
                    <a:pt x="418947" y="362989"/>
                  </a:moveTo>
                  <a:lnTo>
                    <a:pt x="462839" y="362989"/>
                  </a:lnTo>
                  <a:lnTo>
                    <a:pt x="462839" y="528465"/>
                  </a:lnTo>
                  <a:lnTo>
                    <a:pt x="418947" y="528465"/>
                  </a:lnTo>
                  <a:close/>
                  <a:moveTo>
                    <a:pt x="487113" y="320932"/>
                  </a:moveTo>
                  <a:lnTo>
                    <a:pt x="531005" y="320932"/>
                  </a:lnTo>
                  <a:lnTo>
                    <a:pt x="531005" y="528465"/>
                  </a:lnTo>
                  <a:lnTo>
                    <a:pt x="487113" y="528465"/>
                  </a:lnTo>
                  <a:close/>
                  <a:moveTo>
                    <a:pt x="555279" y="278945"/>
                  </a:moveTo>
                  <a:lnTo>
                    <a:pt x="599171" y="278945"/>
                  </a:lnTo>
                  <a:lnTo>
                    <a:pt x="599171" y="528464"/>
                  </a:lnTo>
                  <a:lnTo>
                    <a:pt x="555279" y="528464"/>
                  </a:lnTo>
                  <a:close/>
                  <a:moveTo>
                    <a:pt x="257092" y="0"/>
                  </a:moveTo>
                  <a:cubicBezTo>
                    <a:pt x="335562" y="0"/>
                    <a:pt x="399061" y="63672"/>
                    <a:pt x="399061" y="142037"/>
                  </a:cubicBezTo>
                  <a:cubicBezTo>
                    <a:pt x="399061" y="197460"/>
                    <a:pt x="367054" y="259069"/>
                    <a:pt x="320591" y="290261"/>
                  </a:cubicBezTo>
                  <a:cubicBezTo>
                    <a:pt x="359826" y="300314"/>
                    <a:pt x="395447" y="318875"/>
                    <a:pt x="424874" y="341559"/>
                  </a:cubicBezTo>
                  <a:lnTo>
                    <a:pt x="397512" y="341559"/>
                  </a:lnTo>
                  <a:lnTo>
                    <a:pt x="397512" y="383578"/>
                  </a:lnTo>
                  <a:lnTo>
                    <a:pt x="329367" y="383578"/>
                  </a:lnTo>
                  <a:lnTo>
                    <a:pt x="329367" y="547526"/>
                  </a:lnTo>
                  <a:cubicBezTo>
                    <a:pt x="305878" y="549073"/>
                    <a:pt x="281614" y="549846"/>
                    <a:pt x="257092" y="549846"/>
                  </a:cubicBezTo>
                  <a:lnTo>
                    <a:pt x="329109" y="477925"/>
                  </a:lnTo>
                  <a:lnTo>
                    <a:pt x="268450" y="331506"/>
                  </a:lnTo>
                  <a:lnTo>
                    <a:pt x="269224" y="331506"/>
                  </a:lnTo>
                  <a:lnTo>
                    <a:pt x="292714" y="304439"/>
                  </a:lnTo>
                  <a:cubicBezTo>
                    <a:pt x="281356" y="308563"/>
                    <a:pt x="269482" y="311141"/>
                    <a:pt x="257092" y="311141"/>
                  </a:cubicBezTo>
                  <a:cubicBezTo>
                    <a:pt x="244961" y="311141"/>
                    <a:pt x="233087" y="308563"/>
                    <a:pt x="221471" y="304439"/>
                  </a:cubicBezTo>
                  <a:lnTo>
                    <a:pt x="245219" y="331506"/>
                  </a:lnTo>
                  <a:lnTo>
                    <a:pt x="245735" y="331506"/>
                  </a:lnTo>
                  <a:lnTo>
                    <a:pt x="185075" y="477925"/>
                  </a:lnTo>
                  <a:lnTo>
                    <a:pt x="257092" y="549846"/>
                  </a:lnTo>
                  <a:cubicBezTo>
                    <a:pt x="128546" y="549846"/>
                    <a:pt x="0" y="528708"/>
                    <a:pt x="0" y="486432"/>
                  </a:cubicBezTo>
                  <a:cubicBezTo>
                    <a:pt x="0" y="415027"/>
                    <a:pt x="82342" y="318617"/>
                    <a:pt x="193594" y="290261"/>
                  </a:cubicBezTo>
                  <a:cubicBezTo>
                    <a:pt x="147131" y="259069"/>
                    <a:pt x="115124" y="197460"/>
                    <a:pt x="115124" y="142037"/>
                  </a:cubicBezTo>
                  <a:cubicBezTo>
                    <a:pt x="115124" y="63672"/>
                    <a:pt x="178622" y="0"/>
                    <a:pt x="257092" y="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1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F3D181F-A68D-6FB4-97BD-FAF8082BB4AF}"/>
              </a:ext>
            </a:extLst>
          </p:cNvPr>
          <p:cNvGrpSpPr/>
          <p:nvPr/>
        </p:nvGrpSpPr>
        <p:grpSpPr>
          <a:xfrm>
            <a:off x="4577766" y="4510729"/>
            <a:ext cx="732007" cy="732142"/>
            <a:chOff x="5692588" y="3174915"/>
            <a:chExt cx="914400" cy="914570"/>
          </a:xfrm>
        </p:grpSpPr>
        <p:sp>
          <p:nvSpPr>
            <p:cNvPr id="13" name="íşḷïḍe">
              <a:extLst>
                <a:ext uri="{FF2B5EF4-FFF2-40B4-BE49-F238E27FC236}">
                  <a16:creationId xmlns:a16="http://schemas.microsoft.com/office/drawing/2014/main" id="{627422CE-848C-7AAF-58A8-477B76345DAF}"/>
                </a:ext>
              </a:extLst>
            </p:cNvPr>
            <p:cNvSpPr/>
            <p:nvPr/>
          </p:nvSpPr>
          <p:spPr>
            <a:xfrm>
              <a:off x="5692588" y="3174915"/>
              <a:ext cx="914400" cy="914570"/>
            </a:xfrm>
            <a:prstGeom prst="ellipse">
              <a:avLst/>
            </a:prstGeom>
            <a:solidFill>
              <a:schemeClr val="accent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 sz="2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îṥ1ïḓê">
              <a:extLst>
                <a:ext uri="{FF2B5EF4-FFF2-40B4-BE49-F238E27FC236}">
                  <a16:creationId xmlns:a16="http://schemas.microsoft.com/office/drawing/2014/main" id="{6B1FE090-EDC6-3452-5680-9DE46491EC9B}"/>
                </a:ext>
              </a:extLst>
            </p:cNvPr>
            <p:cNvSpPr/>
            <p:nvPr/>
          </p:nvSpPr>
          <p:spPr bwMode="auto">
            <a:xfrm>
              <a:off x="5946475" y="3445626"/>
              <a:ext cx="406627" cy="373148"/>
            </a:xfrm>
            <a:custGeom>
              <a:avLst/>
              <a:gdLst>
                <a:gd name="connsiteX0" fmla="*/ 350851 w 599171"/>
                <a:gd name="connsiteY0" fmla="*/ 405257 h 549846"/>
                <a:gd name="connsiteX1" fmla="*/ 394672 w 599171"/>
                <a:gd name="connsiteY1" fmla="*/ 405257 h 549846"/>
                <a:gd name="connsiteX2" fmla="*/ 394672 w 599171"/>
                <a:gd name="connsiteY2" fmla="*/ 528464 h 549846"/>
                <a:gd name="connsiteX3" fmla="*/ 350851 w 599171"/>
                <a:gd name="connsiteY3" fmla="*/ 528464 h 549846"/>
                <a:gd name="connsiteX4" fmla="*/ 418947 w 599171"/>
                <a:gd name="connsiteY4" fmla="*/ 362989 h 549846"/>
                <a:gd name="connsiteX5" fmla="*/ 462839 w 599171"/>
                <a:gd name="connsiteY5" fmla="*/ 362989 h 549846"/>
                <a:gd name="connsiteX6" fmla="*/ 462839 w 599171"/>
                <a:gd name="connsiteY6" fmla="*/ 528465 h 549846"/>
                <a:gd name="connsiteX7" fmla="*/ 418947 w 599171"/>
                <a:gd name="connsiteY7" fmla="*/ 528465 h 549846"/>
                <a:gd name="connsiteX8" fmla="*/ 487113 w 599171"/>
                <a:gd name="connsiteY8" fmla="*/ 320932 h 549846"/>
                <a:gd name="connsiteX9" fmla="*/ 531005 w 599171"/>
                <a:gd name="connsiteY9" fmla="*/ 320932 h 549846"/>
                <a:gd name="connsiteX10" fmla="*/ 531005 w 599171"/>
                <a:gd name="connsiteY10" fmla="*/ 528465 h 549846"/>
                <a:gd name="connsiteX11" fmla="*/ 487113 w 599171"/>
                <a:gd name="connsiteY11" fmla="*/ 528465 h 549846"/>
                <a:gd name="connsiteX12" fmla="*/ 555279 w 599171"/>
                <a:gd name="connsiteY12" fmla="*/ 278945 h 549846"/>
                <a:gd name="connsiteX13" fmla="*/ 599171 w 599171"/>
                <a:gd name="connsiteY13" fmla="*/ 278945 h 549846"/>
                <a:gd name="connsiteX14" fmla="*/ 599171 w 599171"/>
                <a:gd name="connsiteY14" fmla="*/ 528464 h 549846"/>
                <a:gd name="connsiteX15" fmla="*/ 555279 w 599171"/>
                <a:gd name="connsiteY15" fmla="*/ 528464 h 549846"/>
                <a:gd name="connsiteX16" fmla="*/ 257092 w 599171"/>
                <a:gd name="connsiteY16" fmla="*/ 0 h 549846"/>
                <a:gd name="connsiteX17" fmla="*/ 399061 w 599171"/>
                <a:gd name="connsiteY17" fmla="*/ 142037 h 549846"/>
                <a:gd name="connsiteX18" fmla="*/ 320591 w 599171"/>
                <a:gd name="connsiteY18" fmla="*/ 290261 h 549846"/>
                <a:gd name="connsiteX19" fmla="*/ 424874 w 599171"/>
                <a:gd name="connsiteY19" fmla="*/ 341559 h 549846"/>
                <a:gd name="connsiteX20" fmla="*/ 397512 w 599171"/>
                <a:gd name="connsiteY20" fmla="*/ 341559 h 549846"/>
                <a:gd name="connsiteX21" fmla="*/ 397512 w 599171"/>
                <a:gd name="connsiteY21" fmla="*/ 383578 h 549846"/>
                <a:gd name="connsiteX22" fmla="*/ 329367 w 599171"/>
                <a:gd name="connsiteY22" fmla="*/ 383578 h 549846"/>
                <a:gd name="connsiteX23" fmla="*/ 329367 w 599171"/>
                <a:gd name="connsiteY23" fmla="*/ 547526 h 549846"/>
                <a:gd name="connsiteX24" fmla="*/ 257092 w 599171"/>
                <a:gd name="connsiteY24" fmla="*/ 549846 h 549846"/>
                <a:gd name="connsiteX25" fmla="*/ 329109 w 599171"/>
                <a:gd name="connsiteY25" fmla="*/ 477925 h 549846"/>
                <a:gd name="connsiteX26" fmla="*/ 268450 w 599171"/>
                <a:gd name="connsiteY26" fmla="*/ 331506 h 549846"/>
                <a:gd name="connsiteX27" fmla="*/ 269224 w 599171"/>
                <a:gd name="connsiteY27" fmla="*/ 331506 h 549846"/>
                <a:gd name="connsiteX28" fmla="*/ 292714 w 599171"/>
                <a:gd name="connsiteY28" fmla="*/ 304439 h 549846"/>
                <a:gd name="connsiteX29" fmla="*/ 257092 w 599171"/>
                <a:gd name="connsiteY29" fmla="*/ 311141 h 549846"/>
                <a:gd name="connsiteX30" fmla="*/ 221471 w 599171"/>
                <a:gd name="connsiteY30" fmla="*/ 304439 h 549846"/>
                <a:gd name="connsiteX31" fmla="*/ 245219 w 599171"/>
                <a:gd name="connsiteY31" fmla="*/ 331506 h 549846"/>
                <a:gd name="connsiteX32" fmla="*/ 245735 w 599171"/>
                <a:gd name="connsiteY32" fmla="*/ 331506 h 549846"/>
                <a:gd name="connsiteX33" fmla="*/ 185075 w 599171"/>
                <a:gd name="connsiteY33" fmla="*/ 477925 h 549846"/>
                <a:gd name="connsiteX34" fmla="*/ 257092 w 599171"/>
                <a:gd name="connsiteY34" fmla="*/ 549846 h 549846"/>
                <a:gd name="connsiteX35" fmla="*/ 0 w 599171"/>
                <a:gd name="connsiteY35" fmla="*/ 486432 h 549846"/>
                <a:gd name="connsiteX36" fmla="*/ 193594 w 599171"/>
                <a:gd name="connsiteY36" fmla="*/ 290261 h 549846"/>
                <a:gd name="connsiteX37" fmla="*/ 115124 w 599171"/>
                <a:gd name="connsiteY37" fmla="*/ 142037 h 549846"/>
                <a:gd name="connsiteX38" fmla="*/ 257092 w 599171"/>
                <a:gd name="connsiteY38" fmla="*/ 0 h 54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99171" h="549846">
                  <a:moveTo>
                    <a:pt x="350851" y="405257"/>
                  </a:moveTo>
                  <a:lnTo>
                    <a:pt x="394672" y="405257"/>
                  </a:lnTo>
                  <a:lnTo>
                    <a:pt x="394672" y="528464"/>
                  </a:lnTo>
                  <a:lnTo>
                    <a:pt x="350851" y="528464"/>
                  </a:lnTo>
                  <a:close/>
                  <a:moveTo>
                    <a:pt x="418947" y="362989"/>
                  </a:moveTo>
                  <a:lnTo>
                    <a:pt x="462839" y="362989"/>
                  </a:lnTo>
                  <a:lnTo>
                    <a:pt x="462839" y="528465"/>
                  </a:lnTo>
                  <a:lnTo>
                    <a:pt x="418947" y="528465"/>
                  </a:lnTo>
                  <a:close/>
                  <a:moveTo>
                    <a:pt x="487113" y="320932"/>
                  </a:moveTo>
                  <a:lnTo>
                    <a:pt x="531005" y="320932"/>
                  </a:lnTo>
                  <a:lnTo>
                    <a:pt x="531005" y="528465"/>
                  </a:lnTo>
                  <a:lnTo>
                    <a:pt x="487113" y="528465"/>
                  </a:lnTo>
                  <a:close/>
                  <a:moveTo>
                    <a:pt x="555279" y="278945"/>
                  </a:moveTo>
                  <a:lnTo>
                    <a:pt x="599171" y="278945"/>
                  </a:lnTo>
                  <a:lnTo>
                    <a:pt x="599171" y="528464"/>
                  </a:lnTo>
                  <a:lnTo>
                    <a:pt x="555279" y="528464"/>
                  </a:lnTo>
                  <a:close/>
                  <a:moveTo>
                    <a:pt x="257092" y="0"/>
                  </a:moveTo>
                  <a:cubicBezTo>
                    <a:pt x="335562" y="0"/>
                    <a:pt x="399061" y="63672"/>
                    <a:pt x="399061" y="142037"/>
                  </a:cubicBezTo>
                  <a:cubicBezTo>
                    <a:pt x="399061" y="197460"/>
                    <a:pt x="367054" y="259069"/>
                    <a:pt x="320591" y="290261"/>
                  </a:cubicBezTo>
                  <a:cubicBezTo>
                    <a:pt x="359826" y="300314"/>
                    <a:pt x="395447" y="318875"/>
                    <a:pt x="424874" y="341559"/>
                  </a:cubicBezTo>
                  <a:lnTo>
                    <a:pt x="397512" y="341559"/>
                  </a:lnTo>
                  <a:lnTo>
                    <a:pt x="397512" y="383578"/>
                  </a:lnTo>
                  <a:lnTo>
                    <a:pt x="329367" y="383578"/>
                  </a:lnTo>
                  <a:lnTo>
                    <a:pt x="329367" y="547526"/>
                  </a:lnTo>
                  <a:cubicBezTo>
                    <a:pt x="305878" y="549073"/>
                    <a:pt x="281614" y="549846"/>
                    <a:pt x="257092" y="549846"/>
                  </a:cubicBezTo>
                  <a:lnTo>
                    <a:pt x="329109" y="477925"/>
                  </a:lnTo>
                  <a:lnTo>
                    <a:pt x="268450" y="331506"/>
                  </a:lnTo>
                  <a:lnTo>
                    <a:pt x="269224" y="331506"/>
                  </a:lnTo>
                  <a:lnTo>
                    <a:pt x="292714" y="304439"/>
                  </a:lnTo>
                  <a:cubicBezTo>
                    <a:pt x="281356" y="308563"/>
                    <a:pt x="269482" y="311141"/>
                    <a:pt x="257092" y="311141"/>
                  </a:cubicBezTo>
                  <a:cubicBezTo>
                    <a:pt x="244961" y="311141"/>
                    <a:pt x="233087" y="308563"/>
                    <a:pt x="221471" y="304439"/>
                  </a:cubicBezTo>
                  <a:lnTo>
                    <a:pt x="245219" y="331506"/>
                  </a:lnTo>
                  <a:lnTo>
                    <a:pt x="245735" y="331506"/>
                  </a:lnTo>
                  <a:lnTo>
                    <a:pt x="185075" y="477925"/>
                  </a:lnTo>
                  <a:lnTo>
                    <a:pt x="257092" y="549846"/>
                  </a:lnTo>
                  <a:cubicBezTo>
                    <a:pt x="128546" y="549846"/>
                    <a:pt x="0" y="528708"/>
                    <a:pt x="0" y="486432"/>
                  </a:cubicBezTo>
                  <a:cubicBezTo>
                    <a:pt x="0" y="415027"/>
                    <a:pt x="82342" y="318617"/>
                    <a:pt x="193594" y="290261"/>
                  </a:cubicBezTo>
                  <a:cubicBezTo>
                    <a:pt x="147131" y="259069"/>
                    <a:pt x="115124" y="197460"/>
                    <a:pt x="115124" y="142037"/>
                  </a:cubicBezTo>
                  <a:cubicBezTo>
                    <a:pt x="115124" y="63672"/>
                    <a:pt x="178622" y="0"/>
                    <a:pt x="257092" y="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1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C0ABCD3-B8AD-2C1F-4CF9-A3D5243C347B}"/>
              </a:ext>
            </a:extLst>
          </p:cNvPr>
          <p:cNvGrpSpPr/>
          <p:nvPr/>
        </p:nvGrpSpPr>
        <p:grpSpPr>
          <a:xfrm>
            <a:off x="6882230" y="2453329"/>
            <a:ext cx="732007" cy="732142"/>
            <a:chOff x="5692588" y="3174915"/>
            <a:chExt cx="914400" cy="914570"/>
          </a:xfrm>
        </p:grpSpPr>
        <p:sp>
          <p:nvSpPr>
            <p:cNvPr id="17" name="íşḷïḍe">
              <a:extLst>
                <a:ext uri="{FF2B5EF4-FFF2-40B4-BE49-F238E27FC236}">
                  <a16:creationId xmlns:a16="http://schemas.microsoft.com/office/drawing/2014/main" id="{6F3DE6A1-7377-7327-8656-2580C15DF3F0}"/>
                </a:ext>
              </a:extLst>
            </p:cNvPr>
            <p:cNvSpPr/>
            <p:nvPr/>
          </p:nvSpPr>
          <p:spPr>
            <a:xfrm>
              <a:off x="5692588" y="3174915"/>
              <a:ext cx="914400" cy="914570"/>
            </a:xfrm>
            <a:prstGeom prst="ellipse">
              <a:avLst/>
            </a:prstGeom>
            <a:solidFill>
              <a:schemeClr val="accent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 sz="2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îṥ1ïḓê">
              <a:extLst>
                <a:ext uri="{FF2B5EF4-FFF2-40B4-BE49-F238E27FC236}">
                  <a16:creationId xmlns:a16="http://schemas.microsoft.com/office/drawing/2014/main" id="{DCCA7FAB-01A6-A6DD-9FC3-A03D878B1C2B}"/>
                </a:ext>
              </a:extLst>
            </p:cNvPr>
            <p:cNvSpPr/>
            <p:nvPr/>
          </p:nvSpPr>
          <p:spPr bwMode="auto">
            <a:xfrm>
              <a:off x="5946475" y="3445626"/>
              <a:ext cx="406627" cy="373148"/>
            </a:xfrm>
            <a:custGeom>
              <a:avLst/>
              <a:gdLst>
                <a:gd name="connsiteX0" fmla="*/ 350851 w 599171"/>
                <a:gd name="connsiteY0" fmla="*/ 405257 h 549846"/>
                <a:gd name="connsiteX1" fmla="*/ 394672 w 599171"/>
                <a:gd name="connsiteY1" fmla="*/ 405257 h 549846"/>
                <a:gd name="connsiteX2" fmla="*/ 394672 w 599171"/>
                <a:gd name="connsiteY2" fmla="*/ 528464 h 549846"/>
                <a:gd name="connsiteX3" fmla="*/ 350851 w 599171"/>
                <a:gd name="connsiteY3" fmla="*/ 528464 h 549846"/>
                <a:gd name="connsiteX4" fmla="*/ 418947 w 599171"/>
                <a:gd name="connsiteY4" fmla="*/ 362989 h 549846"/>
                <a:gd name="connsiteX5" fmla="*/ 462839 w 599171"/>
                <a:gd name="connsiteY5" fmla="*/ 362989 h 549846"/>
                <a:gd name="connsiteX6" fmla="*/ 462839 w 599171"/>
                <a:gd name="connsiteY6" fmla="*/ 528465 h 549846"/>
                <a:gd name="connsiteX7" fmla="*/ 418947 w 599171"/>
                <a:gd name="connsiteY7" fmla="*/ 528465 h 549846"/>
                <a:gd name="connsiteX8" fmla="*/ 487113 w 599171"/>
                <a:gd name="connsiteY8" fmla="*/ 320932 h 549846"/>
                <a:gd name="connsiteX9" fmla="*/ 531005 w 599171"/>
                <a:gd name="connsiteY9" fmla="*/ 320932 h 549846"/>
                <a:gd name="connsiteX10" fmla="*/ 531005 w 599171"/>
                <a:gd name="connsiteY10" fmla="*/ 528465 h 549846"/>
                <a:gd name="connsiteX11" fmla="*/ 487113 w 599171"/>
                <a:gd name="connsiteY11" fmla="*/ 528465 h 549846"/>
                <a:gd name="connsiteX12" fmla="*/ 555279 w 599171"/>
                <a:gd name="connsiteY12" fmla="*/ 278945 h 549846"/>
                <a:gd name="connsiteX13" fmla="*/ 599171 w 599171"/>
                <a:gd name="connsiteY13" fmla="*/ 278945 h 549846"/>
                <a:gd name="connsiteX14" fmla="*/ 599171 w 599171"/>
                <a:gd name="connsiteY14" fmla="*/ 528464 h 549846"/>
                <a:gd name="connsiteX15" fmla="*/ 555279 w 599171"/>
                <a:gd name="connsiteY15" fmla="*/ 528464 h 549846"/>
                <a:gd name="connsiteX16" fmla="*/ 257092 w 599171"/>
                <a:gd name="connsiteY16" fmla="*/ 0 h 549846"/>
                <a:gd name="connsiteX17" fmla="*/ 399061 w 599171"/>
                <a:gd name="connsiteY17" fmla="*/ 142037 h 549846"/>
                <a:gd name="connsiteX18" fmla="*/ 320591 w 599171"/>
                <a:gd name="connsiteY18" fmla="*/ 290261 h 549846"/>
                <a:gd name="connsiteX19" fmla="*/ 424874 w 599171"/>
                <a:gd name="connsiteY19" fmla="*/ 341559 h 549846"/>
                <a:gd name="connsiteX20" fmla="*/ 397512 w 599171"/>
                <a:gd name="connsiteY20" fmla="*/ 341559 h 549846"/>
                <a:gd name="connsiteX21" fmla="*/ 397512 w 599171"/>
                <a:gd name="connsiteY21" fmla="*/ 383578 h 549846"/>
                <a:gd name="connsiteX22" fmla="*/ 329367 w 599171"/>
                <a:gd name="connsiteY22" fmla="*/ 383578 h 549846"/>
                <a:gd name="connsiteX23" fmla="*/ 329367 w 599171"/>
                <a:gd name="connsiteY23" fmla="*/ 547526 h 549846"/>
                <a:gd name="connsiteX24" fmla="*/ 257092 w 599171"/>
                <a:gd name="connsiteY24" fmla="*/ 549846 h 549846"/>
                <a:gd name="connsiteX25" fmla="*/ 329109 w 599171"/>
                <a:gd name="connsiteY25" fmla="*/ 477925 h 549846"/>
                <a:gd name="connsiteX26" fmla="*/ 268450 w 599171"/>
                <a:gd name="connsiteY26" fmla="*/ 331506 h 549846"/>
                <a:gd name="connsiteX27" fmla="*/ 269224 w 599171"/>
                <a:gd name="connsiteY27" fmla="*/ 331506 h 549846"/>
                <a:gd name="connsiteX28" fmla="*/ 292714 w 599171"/>
                <a:gd name="connsiteY28" fmla="*/ 304439 h 549846"/>
                <a:gd name="connsiteX29" fmla="*/ 257092 w 599171"/>
                <a:gd name="connsiteY29" fmla="*/ 311141 h 549846"/>
                <a:gd name="connsiteX30" fmla="*/ 221471 w 599171"/>
                <a:gd name="connsiteY30" fmla="*/ 304439 h 549846"/>
                <a:gd name="connsiteX31" fmla="*/ 245219 w 599171"/>
                <a:gd name="connsiteY31" fmla="*/ 331506 h 549846"/>
                <a:gd name="connsiteX32" fmla="*/ 245735 w 599171"/>
                <a:gd name="connsiteY32" fmla="*/ 331506 h 549846"/>
                <a:gd name="connsiteX33" fmla="*/ 185075 w 599171"/>
                <a:gd name="connsiteY33" fmla="*/ 477925 h 549846"/>
                <a:gd name="connsiteX34" fmla="*/ 257092 w 599171"/>
                <a:gd name="connsiteY34" fmla="*/ 549846 h 549846"/>
                <a:gd name="connsiteX35" fmla="*/ 0 w 599171"/>
                <a:gd name="connsiteY35" fmla="*/ 486432 h 549846"/>
                <a:gd name="connsiteX36" fmla="*/ 193594 w 599171"/>
                <a:gd name="connsiteY36" fmla="*/ 290261 h 549846"/>
                <a:gd name="connsiteX37" fmla="*/ 115124 w 599171"/>
                <a:gd name="connsiteY37" fmla="*/ 142037 h 549846"/>
                <a:gd name="connsiteX38" fmla="*/ 257092 w 599171"/>
                <a:gd name="connsiteY38" fmla="*/ 0 h 54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99171" h="549846">
                  <a:moveTo>
                    <a:pt x="350851" y="405257"/>
                  </a:moveTo>
                  <a:lnTo>
                    <a:pt x="394672" y="405257"/>
                  </a:lnTo>
                  <a:lnTo>
                    <a:pt x="394672" y="528464"/>
                  </a:lnTo>
                  <a:lnTo>
                    <a:pt x="350851" y="528464"/>
                  </a:lnTo>
                  <a:close/>
                  <a:moveTo>
                    <a:pt x="418947" y="362989"/>
                  </a:moveTo>
                  <a:lnTo>
                    <a:pt x="462839" y="362989"/>
                  </a:lnTo>
                  <a:lnTo>
                    <a:pt x="462839" y="528465"/>
                  </a:lnTo>
                  <a:lnTo>
                    <a:pt x="418947" y="528465"/>
                  </a:lnTo>
                  <a:close/>
                  <a:moveTo>
                    <a:pt x="487113" y="320932"/>
                  </a:moveTo>
                  <a:lnTo>
                    <a:pt x="531005" y="320932"/>
                  </a:lnTo>
                  <a:lnTo>
                    <a:pt x="531005" y="528465"/>
                  </a:lnTo>
                  <a:lnTo>
                    <a:pt x="487113" y="528465"/>
                  </a:lnTo>
                  <a:close/>
                  <a:moveTo>
                    <a:pt x="555279" y="278945"/>
                  </a:moveTo>
                  <a:lnTo>
                    <a:pt x="599171" y="278945"/>
                  </a:lnTo>
                  <a:lnTo>
                    <a:pt x="599171" y="528464"/>
                  </a:lnTo>
                  <a:lnTo>
                    <a:pt x="555279" y="528464"/>
                  </a:lnTo>
                  <a:close/>
                  <a:moveTo>
                    <a:pt x="257092" y="0"/>
                  </a:moveTo>
                  <a:cubicBezTo>
                    <a:pt x="335562" y="0"/>
                    <a:pt x="399061" y="63672"/>
                    <a:pt x="399061" y="142037"/>
                  </a:cubicBezTo>
                  <a:cubicBezTo>
                    <a:pt x="399061" y="197460"/>
                    <a:pt x="367054" y="259069"/>
                    <a:pt x="320591" y="290261"/>
                  </a:cubicBezTo>
                  <a:cubicBezTo>
                    <a:pt x="359826" y="300314"/>
                    <a:pt x="395447" y="318875"/>
                    <a:pt x="424874" y="341559"/>
                  </a:cubicBezTo>
                  <a:lnTo>
                    <a:pt x="397512" y="341559"/>
                  </a:lnTo>
                  <a:lnTo>
                    <a:pt x="397512" y="383578"/>
                  </a:lnTo>
                  <a:lnTo>
                    <a:pt x="329367" y="383578"/>
                  </a:lnTo>
                  <a:lnTo>
                    <a:pt x="329367" y="547526"/>
                  </a:lnTo>
                  <a:cubicBezTo>
                    <a:pt x="305878" y="549073"/>
                    <a:pt x="281614" y="549846"/>
                    <a:pt x="257092" y="549846"/>
                  </a:cubicBezTo>
                  <a:lnTo>
                    <a:pt x="329109" y="477925"/>
                  </a:lnTo>
                  <a:lnTo>
                    <a:pt x="268450" y="331506"/>
                  </a:lnTo>
                  <a:lnTo>
                    <a:pt x="269224" y="331506"/>
                  </a:lnTo>
                  <a:lnTo>
                    <a:pt x="292714" y="304439"/>
                  </a:lnTo>
                  <a:cubicBezTo>
                    <a:pt x="281356" y="308563"/>
                    <a:pt x="269482" y="311141"/>
                    <a:pt x="257092" y="311141"/>
                  </a:cubicBezTo>
                  <a:cubicBezTo>
                    <a:pt x="244961" y="311141"/>
                    <a:pt x="233087" y="308563"/>
                    <a:pt x="221471" y="304439"/>
                  </a:cubicBezTo>
                  <a:lnTo>
                    <a:pt x="245219" y="331506"/>
                  </a:lnTo>
                  <a:lnTo>
                    <a:pt x="245735" y="331506"/>
                  </a:lnTo>
                  <a:lnTo>
                    <a:pt x="185075" y="477925"/>
                  </a:lnTo>
                  <a:lnTo>
                    <a:pt x="257092" y="549846"/>
                  </a:lnTo>
                  <a:cubicBezTo>
                    <a:pt x="128546" y="549846"/>
                    <a:pt x="0" y="528708"/>
                    <a:pt x="0" y="486432"/>
                  </a:cubicBezTo>
                  <a:cubicBezTo>
                    <a:pt x="0" y="415027"/>
                    <a:pt x="82342" y="318617"/>
                    <a:pt x="193594" y="290261"/>
                  </a:cubicBezTo>
                  <a:cubicBezTo>
                    <a:pt x="147131" y="259069"/>
                    <a:pt x="115124" y="197460"/>
                    <a:pt x="115124" y="142037"/>
                  </a:cubicBezTo>
                  <a:cubicBezTo>
                    <a:pt x="115124" y="63672"/>
                    <a:pt x="178622" y="0"/>
                    <a:pt x="257092" y="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1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FF955A6-63E0-0C2F-D372-625BDDA50269}"/>
              </a:ext>
            </a:extLst>
          </p:cNvPr>
          <p:cNvGrpSpPr/>
          <p:nvPr/>
        </p:nvGrpSpPr>
        <p:grpSpPr>
          <a:xfrm>
            <a:off x="9186694" y="4510729"/>
            <a:ext cx="732007" cy="732142"/>
            <a:chOff x="5692588" y="3174915"/>
            <a:chExt cx="914400" cy="914570"/>
          </a:xfrm>
        </p:grpSpPr>
        <p:sp>
          <p:nvSpPr>
            <p:cNvPr id="20" name="íşḷïḍe">
              <a:extLst>
                <a:ext uri="{FF2B5EF4-FFF2-40B4-BE49-F238E27FC236}">
                  <a16:creationId xmlns:a16="http://schemas.microsoft.com/office/drawing/2014/main" id="{C9DA9DA4-3899-A3AE-8607-D26A3AC9EC06}"/>
                </a:ext>
              </a:extLst>
            </p:cNvPr>
            <p:cNvSpPr/>
            <p:nvPr/>
          </p:nvSpPr>
          <p:spPr>
            <a:xfrm>
              <a:off x="5692588" y="3174915"/>
              <a:ext cx="914400" cy="914570"/>
            </a:xfrm>
            <a:prstGeom prst="ellipse">
              <a:avLst/>
            </a:prstGeom>
            <a:solidFill>
              <a:schemeClr val="accent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 sz="2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îṥ1ïḓê">
              <a:extLst>
                <a:ext uri="{FF2B5EF4-FFF2-40B4-BE49-F238E27FC236}">
                  <a16:creationId xmlns:a16="http://schemas.microsoft.com/office/drawing/2014/main" id="{22BD11C7-7612-E010-3865-A85B9825E154}"/>
                </a:ext>
              </a:extLst>
            </p:cNvPr>
            <p:cNvSpPr/>
            <p:nvPr/>
          </p:nvSpPr>
          <p:spPr bwMode="auto">
            <a:xfrm>
              <a:off x="5946475" y="3445626"/>
              <a:ext cx="406627" cy="373148"/>
            </a:xfrm>
            <a:custGeom>
              <a:avLst/>
              <a:gdLst>
                <a:gd name="connsiteX0" fmla="*/ 350851 w 599171"/>
                <a:gd name="connsiteY0" fmla="*/ 405257 h 549846"/>
                <a:gd name="connsiteX1" fmla="*/ 394672 w 599171"/>
                <a:gd name="connsiteY1" fmla="*/ 405257 h 549846"/>
                <a:gd name="connsiteX2" fmla="*/ 394672 w 599171"/>
                <a:gd name="connsiteY2" fmla="*/ 528464 h 549846"/>
                <a:gd name="connsiteX3" fmla="*/ 350851 w 599171"/>
                <a:gd name="connsiteY3" fmla="*/ 528464 h 549846"/>
                <a:gd name="connsiteX4" fmla="*/ 418947 w 599171"/>
                <a:gd name="connsiteY4" fmla="*/ 362989 h 549846"/>
                <a:gd name="connsiteX5" fmla="*/ 462839 w 599171"/>
                <a:gd name="connsiteY5" fmla="*/ 362989 h 549846"/>
                <a:gd name="connsiteX6" fmla="*/ 462839 w 599171"/>
                <a:gd name="connsiteY6" fmla="*/ 528465 h 549846"/>
                <a:gd name="connsiteX7" fmla="*/ 418947 w 599171"/>
                <a:gd name="connsiteY7" fmla="*/ 528465 h 549846"/>
                <a:gd name="connsiteX8" fmla="*/ 487113 w 599171"/>
                <a:gd name="connsiteY8" fmla="*/ 320932 h 549846"/>
                <a:gd name="connsiteX9" fmla="*/ 531005 w 599171"/>
                <a:gd name="connsiteY9" fmla="*/ 320932 h 549846"/>
                <a:gd name="connsiteX10" fmla="*/ 531005 w 599171"/>
                <a:gd name="connsiteY10" fmla="*/ 528465 h 549846"/>
                <a:gd name="connsiteX11" fmla="*/ 487113 w 599171"/>
                <a:gd name="connsiteY11" fmla="*/ 528465 h 549846"/>
                <a:gd name="connsiteX12" fmla="*/ 555279 w 599171"/>
                <a:gd name="connsiteY12" fmla="*/ 278945 h 549846"/>
                <a:gd name="connsiteX13" fmla="*/ 599171 w 599171"/>
                <a:gd name="connsiteY13" fmla="*/ 278945 h 549846"/>
                <a:gd name="connsiteX14" fmla="*/ 599171 w 599171"/>
                <a:gd name="connsiteY14" fmla="*/ 528464 h 549846"/>
                <a:gd name="connsiteX15" fmla="*/ 555279 w 599171"/>
                <a:gd name="connsiteY15" fmla="*/ 528464 h 549846"/>
                <a:gd name="connsiteX16" fmla="*/ 257092 w 599171"/>
                <a:gd name="connsiteY16" fmla="*/ 0 h 549846"/>
                <a:gd name="connsiteX17" fmla="*/ 399061 w 599171"/>
                <a:gd name="connsiteY17" fmla="*/ 142037 h 549846"/>
                <a:gd name="connsiteX18" fmla="*/ 320591 w 599171"/>
                <a:gd name="connsiteY18" fmla="*/ 290261 h 549846"/>
                <a:gd name="connsiteX19" fmla="*/ 424874 w 599171"/>
                <a:gd name="connsiteY19" fmla="*/ 341559 h 549846"/>
                <a:gd name="connsiteX20" fmla="*/ 397512 w 599171"/>
                <a:gd name="connsiteY20" fmla="*/ 341559 h 549846"/>
                <a:gd name="connsiteX21" fmla="*/ 397512 w 599171"/>
                <a:gd name="connsiteY21" fmla="*/ 383578 h 549846"/>
                <a:gd name="connsiteX22" fmla="*/ 329367 w 599171"/>
                <a:gd name="connsiteY22" fmla="*/ 383578 h 549846"/>
                <a:gd name="connsiteX23" fmla="*/ 329367 w 599171"/>
                <a:gd name="connsiteY23" fmla="*/ 547526 h 549846"/>
                <a:gd name="connsiteX24" fmla="*/ 257092 w 599171"/>
                <a:gd name="connsiteY24" fmla="*/ 549846 h 549846"/>
                <a:gd name="connsiteX25" fmla="*/ 329109 w 599171"/>
                <a:gd name="connsiteY25" fmla="*/ 477925 h 549846"/>
                <a:gd name="connsiteX26" fmla="*/ 268450 w 599171"/>
                <a:gd name="connsiteY26" fmla="*/ 331506 h 549846"/>
                <a:gd name="connsiteX27" fmla="*/ 269224 w 599171"/>
                <a:gd name="connsiteY27" fmla="*/ 331506 h 549846"/>
                <a:gd name="connsiteX28" fmla="*/ 292714 w 599171"/>
                <a:gd name="connsiteY28" fmla="*/ 304439 h 549846"/>
                <a:gd name="connsiteX29" fmla="*/ 257092 w 599171"/>
                <a:gd name="connsiteY29" fmla="*/ 311141 h 549846"/>
                <a:gd name="connsiteX30" fmla="*/ 221471 w 599171"/>
                <a:gd name="connsiteY30" fmla="*/ 304439 h 549846"/>
                <a:gd name="connsiteX31" fmla="*/ 245219 w 599171"/>
                <a:gd name="connsiteY31" fmla="*/ 331506 h 549846"/>
                <a:gd name="connsiteX32" fmla="*/ 245735 w 599171"/>
                <a:gd name="connsiteY32" fmla="*/ 331506 h 549846"/>
                <a:gd name="connsiteX33" fmla="*/ 185075 w 599171"/>
                <a:gd name="connsiteY33" fmla="*/ 477925 h 549846"/>
                <a:gd name="connsiteX34" fmla="*/ 257092 w 599171"/>
                <a:gd name="connsiteY34" fmla="*/ 549846 h 549846"/>
                <a:gd name="connsiteX35" fmla="*/ 0 w 599171"/>
                <a:gd name="connsiteY35" fmla="*/ 486432 h 549846"/>
                <a:gd name="connsiteX36" fmla="*/ 193594 w 599171"/>
                <a:gd name="connsiteY36" fmla="*/ 290261 h 549846"/>
                <a:gd name="connsiteX37" fmla="*/ 115124 w 599171"/>
                <a:gd name="connsiteY37" fmla="*/ 142037 h 549846"/>
                <a:gd name="connsiteX38" fmla="*/ 257092 w 599171"/>
                <a:gd name="connsiteY38" fmla="*/ 0 h 549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99171" h="549846">
                  <a:moveTo>
                    <a:pt x="350851" y="405257"/>
                  </a:moveTo>
                  <a:lnTo>
                    <a:pt x="394672" y="405257"/>
                  </a:lnTo>
                  <a:lnTo>
                    <a:pt x="394672" y="528464"/>
                  </a:lnTo>
                  <a:lnTo>
                    <a:pt x="350851" y="528464"/>
                  </a:lnTo>
                  <a:close/>
                  <a:moveTo>
                    <a:pt x="418947" y="362989"/>
                  </a:moveTo>
                  <a:lnTo>
                    <a:pt x="462839" y="362989"/>
                  </a:lnTo>
                  <a:lnTo>
                    <a:pt x="462839" y="528465"/>
                  </a:lnTo>
                  <a:lnTo>
                    <a:pt x="418947" y="528465"/>
                  </a:lnTo>
                  <a:close/>
                  <a:moveTo>
                    <a:pt x="487113" y="320932"/>
                  </a:moveTo>
                  <a:lnTo>
                    <a:pt x="531005" y="320932"/>
                  </a:lnTo>
                  <a:lnTo>
                    <a:pt x="531005" y="528465"/>
                  </a:lnTo>
                  <a:lnTo>
                    <a:pt x="487113" y="528465"/>
                  </a:lnTo>
                  <a:close/>
                  <a:moveTo>
                    <a:pt x="555279" y="278945"/>
                  </a:moveTo>
                  <a:lnTo>
                    <a:pt x="599171" y="278945"/>
                  </a:lnTo>
                  <a:lnTo>
                    <a:pt x="599171" y="528464"/>
                  </a:lnTo>
                  <a:lnTo>
                    <a:pt x="555279" y="528464"/>
                  </a:lnTo>
                  <a:close/>
                  <a:moveTo>
                    <a:pt x="257092" y="0"/>
                  </a:moveTo>
                  <a:cubicBezTo>
                    <a:pt x="335562" y="0"/>
                    <a:pt x="399061" y="63672"/>
                    <a:pt x="399061" y="142037"/>
                  </a:cubicBezTo>
                  <a:cubicBezTo>
                    <a:pt x="399061" y="197460"/>
                    <a:pt x="367054" y="259069"/>
                    <a:pt x="320591" y="290261"/>
                  </a:cubicBezTo>
                  <a:cubicBezTo>
                    <a:pt x="359826" y="300314"/>
                    <a:pt x="395447" y="318875"/>
                    <a:pt x="424874" y="341559"/>
                  </a:cubicBezTo>
                  <a:lnTo>
                    <a:pt x="397512" y="341559"/>
                  </a:lnTo>
                  <a:lnTo>
                    <a:pt x="397512" y="383578"/>
                  </a:lnTo>
                  <a:lnTo>
                    <a:pt x="329367" y="383578"/>
                  </a:lnTo>
                  <a:lnTo>
                    <a:pt x="329367" y="547526"/>
                  </a:lnTo>
                  <a:cubicBezTo>
                    <a:pt x="305878" y="549073"/>
                    <a:pt x="281614" y="549846"/>
                    <a:pt x="257092" y="549846"/>
                  </a:cubicBezTo>
                  <a:lnTo>
                    <a:pt x="329109" y="477925"/>
                  </a:lnTo>
                  <a:lnTo>
                    <a:pt x="268450" y="331506"/>
                  </a:lnTo>
                  <a:lnTo>
                    <a:pt x="269224" y="331506"/>
                  </a:lnTo>
                  <a:lnTo>
                    <a:pt x="292714" y="304439"/>
                  </a:lnTo>
                  <a:cubicBezTo>
                    <a:pt x="281356" y="308563"/>
                    <a:pt x="269482" y="311141"/>
                    <a:pt x="257092" y="311141"/>
                  </a:cubicBezTo>
                  <a:cubicBezTo>
                    <a:pt x="244961" y="311141"/>
                    <a:pt x="233087" y="308563"/>
                    <a:pt x="221471" y="304439"/>
                  </a:cubicBezTo>
                  <a:lnTo>
                    <a:pt x="245219" y="331506"/>
                  </a:lnTo>
                  <a:lnTo>
                    <a:pt x="245735" y="331506"/>
                  </a:lnTo>
                  <a:lnTo>
                    <a:pt x="185075" y="477925"/>
                  </a:lnTo>
                  <a:lnTo>
                    <a:pt x="257092" y="549846"/>
                  </a:lnTo>
                  <a:cubicBezTo>
                    <a:pt x="128546" y="549846"/>
                    <a:pt x="0" y="528708"/>
                    <a:pt x="0" y="486432"/>
                  </a:cubicBezTo>
                  <a:cubicBezTo>
                    <a:pt x="0" y="415027"/>
                    <a:pt x="82342" y="318617"/>
                    <a:pt x="193594" y="290261"/>
                  </a:cubicBezTo>
                  <a:cubicBezTo>
                    <a:pt x="147131" y="259069"/>
                    <a:pt x="115124" y="197460"/>
                    <a:pt x="115124" y="142037"/>
                  </a:cubicBezTo>
                  <a:cubicBezTo>
                    <a:pt x="115124" y="63672"/>
                    <a:pt x="178622" y="0"/>
                    <a:pt x="257092" y="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1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4916A47-1C3F-D599-78C6-45C68C1055CF}"/>
              </a:ext>
            </a:extLst>
          </p:cNvPr>
          <p:cNvGrpSpPr/>
          <p:nvPr/>
        </p:nvGrpSpPr>
        <p:grpSpPr>
          <a:xfrm>
            <a:off x="1168402" y="3870781"/>
            <a:ext cx="2933700" cy="1750543"/>
            <a:chOff x="1324100" y="1953079"/>
            <a:chExt cx="2835791" cy="1750543"/>
          </a:xfrm>
        </p:grpSpPr>
        <p:sp>
          <p:nvSpPr>
            <p:cNvPr id="23" name="PA-矩形 4">
              <a:extLst>
                <a:ext uri="{FF2B5EF4-FFF2-40B4-BE49-F238E27FC236}">
                  <a16:creationId xmlns:a16="http://schemas.microsoft.com/office/drawing/2014/main" id="{09D0FBD5-6318-69F2-B4E3-0D2B8126A14E}"/>
                </a:ext>
              </a:extLst>
            </p:cNvPr>
            <p:cNvSpPr>
              <a:spLocks noChangeArrowheads="1"/>
            </p:cNvSpPr>
            <p:nvPr>
              <p:custDataLst>
                <p:tags r:id="Rf85313450bc64706"/>
              </p:custDataLst>
            </p:nvPr>
          </p:nvSpPr>
          <p:spPr bwMode="auto">
            <a:xfrm>
              <a:off x="1324100" y="1953079"/>
              <a:ext cx="28357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朱棣植槐</a:t>
              </a:r>
            </a:p>
          </p:txBody>
        </p:sp>
        <p:sp>
          <p:nvSpPr>
            <p:cNvPr id="24" name="PA-矩形 4">
              <a:extLst>
                <a:ext uri="{FF2B5EF4-FFF2-40B4-BE49-F238E27FC236}">
                  <a16:creationId xmlns:a16="http://schemas.microsoft.com/office/drawing/2014/main" id="{61AE5923-B513-2E23-8F19-2992BA3C4015}"/>
                </a:ext>
              </a:extLst>
            </p:cNvPr>
            <p:cNvSpPr>
              <a:spLocks noChangeArrowheads="1"/>
            </p:cNvSpPr>
            <p:nvPr>
              <p:custDataLst>
                <p:tags r:id="R792683c3f82f4e79"/>
              </p:custDataLst>
            </p:nvPr>
          </p:nvSpPr>
          <p:spPr bwMode="auto">
            <a:xfrm>
              <a:off x="1778318" y="2583315"/>
              <a:ext cx="1927356" cy="1120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明永乐十八年（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1420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年）朱棣迁都北京，随后便提出在坛庙、道路、长城等处广植树木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D09A1C2-DA89-FB7C-F08C-461CA159BF24}"/>
                </a:ext>
              </a:extLst>
            </p:cNvPr>
            <p:cNvCxnSpPr/>
            <p:nvPr/>
          </p:nvCxnSpPr>
          <p:spPr>
            <a:xfrm>
              <a:off x="2528981" y="24430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6FD0FE71-54BD-4625-EFFA-B8DC1D862556}"/>
              </a:ext>
            </a:extLst>
          </p:cNvPr>
          <p:cNvGrpSpPr/>
          <p:nvPr/>
        </p:nvGrpSpPr>
        <p:grpSpPr>
          <a:xfrm>
            <a:off x="3500969" y="2207080"/>
            <a:ext cx="2933700" cy="1726236"/>
            <a:chOff x="1324100" y="1953079"/>
            <a:chExt cx="2835791" cy="1726236"/>
          </a:xfrm>
        </p:grpSpPr>
        <p:sp>
          <p:nvSpPr>
            <p:cNvPr id="27" name="PA-矩形 4">
              <a:extLst>
                <a:ext uri="{FF2B5EF4-FFF2-40B4-BE49-F238E27FC236}">
                  <a16:creationId xmlns:a16="http://schemas.microsoft.com/office/drawing/2014/main" id="{999B40FD-08AE-47A2-4B0A-9A77A2FCAD1F}"/>
                </a:ext>
              </a:extLst>
            </p:cNvPr>
            <p:cNvSpPr>
              <a:spLocks noChangeArrowheads="1"/>
            </p:cNvSpPr>
            <p:nvPr>
              <p:custDataLst>
                <p:tags r:id="Rc36b9f1f44454cc8"/>
              </p:custDataLst>
            </p:nvPr>
          </p:nvSpPr>
          <p:spPr bwMode="auto">
            <a:xfrm>
              <a:off x="1324100" y="1953079"/>
              <a:ext cx="28357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朱棣植槐</a:t>
              </a:r>
            </a:p>
          </p:txBody>
        </p:sp>
        <p:sp>
          <p:nvSpPr>
            <p:cNvPr id="28" name="PA-矩形 4">
              <a:extLst>
                <a:ext uri="{FF2B5EF4-FFF2-40B4-BE49-F238E27FC236}">
                  <a16:creationId xmlns:a16="http://schemas.microsoft.com/office/drawing/2014/main" id="{9E67B866-48A3-360C-C198-115AD46B1611}"/>
                </a:ext>
              </a:extLst>
            </p:cNvPr>
            <p:cNvSpPr>
              <a:spLocks noChangeArrowheads="1"/>
            </p:cNvSpPr>
            <p:nvPr>
              <p:custDataLst>
                <p:tags r:id="R4dca8b2ad54b4d66"/>
              </p:custDataLst>
            </p:nvPr>
          </p:nvSpPr>
          <p:spPr bwMode="auto">
            <a:xfrm>
              <a:off x="1778318" y="2559008"/>
              <a:ext cx="1927356" cy="1120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他还到太庙亲手种下XX棵槐树，且令人“周以为护，时为灌之”。由于看管周到，该树枝叶繁茂</a:t>
              </a: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042C907-F5FF-1587-2825-C6170FCE7CFD}"/>
                </a:ext>
              </a:extLst>
            </p:cNvPr>
            <p:cNvCxnSpPr/>
            <p:nvPr/>
          </p:nvCxnSpPr>
          <p:spPr>
            <a:xfrm>
              <a:off x="2528981" y="24430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F111740-346A-4D14-24A8-A20218F37D17}"/>
              </a:ext>
            </a:extLst>
          </p:cNvPr>
          <p:cNvGrpSpPr/>
          <p:nvPr/>
        </p:nvGrpSpPr>
        <p:grpSpPr>
          <a:xfrm>
            <a:off x="5833535" y="3870780"/>
            <a:ext cx="2933700" cy="1750543"/>
            <a:chOff x="1324100" y="1953079"/>
            <a:chExt cx="2835791" cy="1750543"/>
          </a:xfrm>
        </p:grpSpPr>
        <p:sp>
          <p:nvSpPr>
            <p:cNvPr id="31" name="PA-矩形 4">
              <a:extLst>
                <a:ext uri="{FF2B5EF4-FFF2-40B4-BE49-F238E27FC236}">
                  <a16:creationId xmlns:a16="http://schemas.microsoft.com/office/drawing/2014/main" id="{F0E49386-80DF-BDA1-87C7-3524B2F76E11}"/>
                </a:ext>
              </a:extLst>
            </p:cNvPr>
            <p:cNvSpPr>
              <a:spLocks noChangeArrowheads="1"/>
            </p:cNvSpPr>
            <p:nvPr>
              <p:custDataLst>
                <p:tags r:id="R554884a6204d4fd2"/>
              </p:custDataLst>
            </p:nvPr>
          </p:nvSpPr>
          <p:spPr bwMode="auto">
            <a:xfrm>
              <a:off x="1324100" y="1953079"/>
              <a:ext cx="28357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朱棣植槐</a:t>
              </a:r>
            </a:p>
          </p:txBody>
        </p:sp>
        <p:sp>
          <p:nvSpPr>
            <p:cNvPr id="32" name="PA-矩形 4">
              <a:extLst>
                <a:ext uri="{FF2B5EF4-FFF2-40B4-BE49-F238E27FC236}">
                  <a16:creationId xmlns:a16="http://schemas.microsoft.com/office/drawing/2014/main" id="{67443FE0-D786-0DF0-13F0-0AAD327E8655}"/>
                </a:ext>
              </a:extLst>
            </p:cNvPr>
            <p:cNvSpPr>
              <a:spLocks noChangeArrowheads="1"/>
            </p:cNvSpPr>
            <p:nvPr>
              <p:custDataLst>
                <p:tags r:id="R4cd56d986ca046fc"/>
              </p:custDataLst>
            </p:nvPr>
          </p:nvSpPr>
          <p:spPr bwMode="auto">
            <a:xfrm>
              <a:off x="1647375" y="2583315"/>
              <a:ext cx="2189244" cy="1120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独领太庙群柏之首，被尊为“神树”。明代后期在京城内广植行道树，紫禁城四周夹道皆槐树，十步一株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3141F53-71CC-C40F-2755-697EBE78499B}"/>
                </a:ext>
              </a:extLst>
            </p:cNvPr>
            <p:cNvCxnSpPr/>
            <p:nvPr/>
          </p:nvCxnSpPr>
          <p:spPr>
            <a:xfrm>
              <a:off x="2528981" y="24430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266CBC8-5E48-1DE9-BC00-CB894CFEDA26}"/>
              </a:ext>
            </a:extLst>
          </p:cNvPr>
          <p:cNvGrpSpPr/>
          <p:nvPr/>
        </p:nvGrpSpPr>
        <p:grpSpPr>
          <a:xfrm>
            <a:off x="8166102" y="2207079"/>
            <a:ext cx="2933700" cy="1735950"/>
            <a:chOff x="1324100" y="1953079"/>
            <a:chExt cx="2835791" cy="1735950"/>
          </a:xfrm>
        </p:grpSpPr>
        <p:sp>
          <p:nvSpPr>
            <p:cNvPr id="35" name="PA-矩形 4">
              <a:extLst>
                <a:ext uri="{FF2B5EF4-FFF2-40B4-BE49-F238E27FC236}">
                  <a16:creationId xmlns:a16="http://schemas.microsoft.com/office/drawing/2014/main" id="{3FD4EEEF-788C-3EFF-B1E7-9CF0355FE495}"/>
                </a:ext>
              </a:extLst>
            </p:cNvPr>
            <p:cNvSpPr>
              <a:spLocks noChangeArrowheads="1"/>
            </p:cNvSpPr>
            <p:nvPr>
              <p:custDataLst>
                <p:tags r:id="R00347974839b4430"/>
              </p:custDataLst>
            </p:nvPr>
          </p:nvSpPr>
          <p:spPr bwMode="auto">
            <a:xfrm>
              <a:off x="1324100" y="1953079"/>
              <a:ext cx="283579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3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朱棣植槐</a:t>
              </a:r>
            </a:p>
          </p:txBody>
        </p:sp>
        <p:sp>
          <p:nvSpPr>
            <p:cNvPr id="36" name="PA-矩形 4">
              <a:extLst>
                <a:ext uri="{FF2B5EF4-FFF2-40B4-BE49-F238E27FC236}">
                  <a16:creationId xmlns:a16="http://schemas.microsoft.com/office/drawing/2014/main" id="{39E18C94-262F-0F61-6C7E-FF8B45C5CAA7}"/>
                </a:ext>
              </a:extLst>
            </p:cNvPr>
            <p:cNvSpPr>
              <a:spLocks noChangeArrowheads="1"/>
            </p:cNvSpPr>
            <p:nvPr>
              <p:custDataLst>
                <p:tags r:id="R9955fd45b6f54eaa"/>
              </p:custDataLst>
            </p:nvPr>
          </p:nvSpPr>
          <p:spPr bwMode="auto">
            <a:xfrm>
              <a:off x="1778318" y="2568722"/>
              <a:ext cx="1927356" cy="1120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从东华门至景山，夹道也都植有槐树，今景山西街仍留有当时栽植的古槐数株，已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300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多年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4A99DA8B-4245-6154-498D-F4581145A8CA}"/>
                </a:ext>
              </a:extLst>
            </p:cNvPr>
            <p:cNvCxnSpPr/>
            <p:nvPr/>
          </p:nvCxnSpPr>
          <p:spPr>
            <a:xfrm>
              <a:off x="2528981" y="24430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65599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3CEA89-0DA6-5D26-D798-E4707910B5E2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植树造林的趣味佳话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B03C7C1-493B-AB9A-1732-138EFAC72F16}"/>
              </a:ext>
            </a:extLst>
          </p:cNvPr>
          <p:cNvGrpSpPr/>
          <p:nvPr/>
        </p:nvGrpSpPr>
        <p:grpSpPr>
          <a:xfrm>
            <a:off x="933720" y="2116977"/>
            <a:ext cx="8142547" cy="1198236"/>
            <a:chOff x="1979354" y="2029279"/>
            <a:chExt cx="8142546" cy="1198236"/>
          </a:xfrm>
        </p:grpSpPr>
        <p:sp>
          <p:nvSpPr>
            <p:cNvPr id="15" name="PA-矩形 4">
              <a:extLst>
                <a:ext uri="{FF2B5EF4-FFF2-40B4-BE49-F238E27FC236}">
                  <a16:creationId xmlns:a16="http://schemas.microsoft.com/office/drawing/2014/main" id="{8EDCD467-BABE-C592-0538-6CD4E69D4411}"/>
                </a:ext>
              </a:extLst>
            </p:cNvPr>
            <p:cNvSpPr>
              <a:spLocks noChangeArrowheads="1"/>
            </p:cNvSpPr>
            <p:nvPr>
              <p:custDataLst>
                <p:tags r:id="R73a7a7857c23432d"/>
              </p:custDataLst>
            </p:nvPr>
          </p:nvSpPr>
          <p:spPr bwMode="auto">
            <a:xfrm>
              <a:off x="1979355" y="2029279"/>
              <a:ext cx="28357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000" b="1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庆功栽杨</a:t>
              </a:r>
            </a:p>
          </p:txBody>
        </p:sp>
        <p:sp>
          <p:nvSpPr>
            <p:cNvPr id="16" name="PA-矩形 4">
              <a:extLst>
                <a:ext uri="{FF2B5EF4-FFF2-40B4-BE49-F238E27FC236}">
                  <a16:creationId xmlns:a16="http://schemas.microsoft.com/office/drawing/2014/main" id="{B62AB4EE-B846-E509-BC4E-7A127EA9A438}"/>
                </a:ext>
              </a:extLst>
            </p:cNvPr>
            <p:cNvSpPr>
              <a:spLocks noChangeArrowheads="1"/>
            </p:cNvSpPr>
            <p:nvPr>
              <p:custDataLst>
                <p:tags r:id="R37ba8732a0934218"/>
              </p:custDataLst>
            </p:nvPr>
          </p:nvSpPr>
          <p:spPr bwMode="auto">
            <a:xfrm>
              <a:off x="1979354" y="2587340"/>
              <a:ext cx="8142546" cy="64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 sz="16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西周有位名将沙其俊，他骁勇善战，在多年的军旅生涯中，每打一次胜仗，都下令全军在获胜的战地上栽好一株杨树。后来就连抓到的俘虏也令其栽树</a:t>
              </a:r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B6E46E0-8740-89AC-D645-015DCC2F8D4F}"/>
                </a:ext>
              </a:extLst>
            </p:cNvPr>
            <p:cNvCxnSpPr/>
            <p:nvPr/>
          </p:nvCxnSpPr>
          <p:spPr>
            <a:xfrm>
              <a:off x="1979355" y="25192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CE884DD-9B62-6B3E-D763-3066A8D657F4}"/>
              </a:ext>
            </a:extLst>
          </p:cNvPr>
          <p:cNvGrpSpPr/>
          <p:nvPr/>
        </p:nvGrpSpPr>
        <p:grpSpPr>
          <a:xfrm>
            <a:off x="2741353" y="4264480"/>
            <a:ext cx="8523547" cy="1198236"/>
            <a:chOff x="1979354" y="2029279"/>
            <a:chExt cx="8523546" cy="1198236"/>
          </a:xfrm>
        </p:grpSpPr>
        <p:sp>
          <p:nvSpPr>
            <p:cNvPr id="19" name="PA-矩形 4">
              <a:extLst>
                <a:ext uri="{FF2B5EF4-FFF2-40B4-BE49-F238E27FC236}">
                  <a16:creationId xmlns:a16="http://schemas.microsoft.com/office/drawing/2014/main" id="{5739470E-C1D3-6B71-7A68-4FB9C2975CA7}"/>
                </a:ext>
              </a:extLst>
            </p:cNvPr>
            <p:cNvSpPr>
              <a:spLocks noChangeArrowheads="1"/>
            </p:cNvSpPr>
            <p:nvPr>
              <p:custDataLst>
                <p:tags r:id="R40f7f4f86d334562"/>
              </p:custDataLst>
            </p:nvPr>
          </p:nvSpPr>
          <p:spPr bwMode="auto">
            <a:xfrm>
              <a:off x="1979355" y="2029279"/>
              <a:ext cx="28357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000" b="1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庆功栽杨</a:t>
              </a:r>
            </a:p>
          </p:txBody>
        </p:sp>
        <p:sp>
          <p:nvSpPr>
            <p:cNvPr id="20" name="PA-矩形 4">
              <a:extLst>
                <a:ext uri="{FF2B5EF4-FFF2-40B4-BE49-F238E27FC236}">
                  <a16:creationId xmlns:a16="http://schemas.microsoft.com/office/drawing/2014/main" id="{D1C9EFEF-B524-53D0-A7FA-487318DC737B}"/>
                </a:ext>
              </a:extLst>
            </p:cNvPr>
            <p:cNvSpPr>
              <a:spLocks noChangeArrowheads="1"/>
            </p:cNvSpPr>
            <p:nvPr>
              <p:custDataLst>
                <p:tags r:id="R90de683ccfe3440d"/>
              </p:custDataLst>
            </p:nvPr>
          </p:nvSpPr>
          <p:spPr bwMode="auto">
            <a:xfrm>
              <a:off x="1979354" y="2587340"/>
              <a:ext cx="8523546" cy="64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 sz="160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  <a:sym typeface="+mn-lt"/>
                </a:rPr>
                <a:t>作为“同庆”活动。随着沙其俊率兵打仗的不断胜利，这种“庆功栽杨”发展到栽柳、植槐，后来许多诸侯国把这种植树活动，作为一种庆典形式延续了很久</a:t>
              </a:r>
              <a:endPara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AC5559D-BF8C-CB90-DE17-CFDC54BBBE7A}"/>
                </a:ext>
              </a:extLst>
            </p:cNvPr>
            <p:cNvCxnSpPr/>
            <p:nvPr/>
          </p:nvCxnSpPr>
          <p:spPr>
            <a:xfrm>
              <a:off x="1979355" y="25192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ECD7C91C-7541-D053-4C6C-9D2526C44F35}"/>
              </a:ext>
            </a:extLst>
          </p:cNvPr>
          <p:cNvPicPr>
            <a:picLocks noChangeAspect="1"/>
          </p:cNvPicPr>
          <p:nvPr/>
        </p:nvPicPr>
        <p:blipFill>
          <a:blip r:embed="Rd5443bee7faf40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834" y="1892300"/>
            <a:ext cx="2404533" cy="18034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605C13A6-3F72-10A9-F90D-E72552B65A7E}"/>
              </a:ext>
            </a:extLst>
          </p:cNvPr>
          <p:cNvPicPr>
            <a:picLocks noChangeAspect="1"/>
          </p:cNvPicPr>
          <p:nvPr/>
        </p:nvPicPr>
        <p:blipFill>
          <a:blip r:embed="Rced9d6ca76d042bf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886200"/>
            <a:ext cx="20828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486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6A38260-1FCB-6A50-9FF7-E7BEAE9D7853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植树造林的趣味佳话</a:t>
            </a:r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FA5A1B00-E6AD-A1AC-DF09-7FF8047E322C}"/>
              </a:ext>
            </a:extLst>
          </p:cNvPr>
          <p:cNvSpPr/>
          <p:nvPr/>
        </p:nvSpPr>
        <p:spPr>
          <a:xfrm>
            <a:off x="2872252" y="4239551"/>
            <a:ext cx="407325" cy="40732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dollar-bag_17794">
            <a:extLst>
              <a:ext uri="{FF2B5EF4-FFF2-40B4-BE49-F238E27FC236}">
                <a16:creationId xmlns:a16="http://schemas.microsoft.com/office/drawing/2014/main" id="{ADA2411D-B084-1982-1261-12A2A37DC971}"/>
              </a:ext>
            </a:extLst>
          </p:cNvPr>
          <p:cNvSpPr/>
          <p:nvPr/>
        </p:nvSpPr>
        <p:spPr>
          <a:xfrm>
            <a:off x="3005307" y="4352028"/>
            <a:ext cx="141212" cy="182366"/>
          </a:xfrm>
          <a:custGeom>
            <a:avLst/>
            <a:gdLst>
              <a:gd name="T0" fmla="*/ 3250 w 3635"/>
              <a:gd name="T1" fmla="*/ 2043 h 4701"/>
              <a:gd name="T2" fmla="*/ 2365 w 3635"/>
              <a:gd name="T3" fmla="*/ 1417 h 4701"/>
              <a:gd name="T4" fmla="*/ 2500 w 3635"/>
              <a:gd name="T5" fmla="*/ 1414 h 4701"/>
              <a:gd name="T6" fmla="*/ 3193 w 3635"/>
              <a:gd name="T7" fmla="*/ 1490 h 4701"/>
              <a:gd name="T8" fmla="*/ 3332 w 3635"/>
              <a:gd name="T9" fmla="*/ 1453 h 4701"/>
              <a:gd name="T10" fmla="*/ 2904 w 3635"/>
              <a:gd name="T11" fmla="*/ 1344 h 4701"/>
              <a:gd name="T12" fmla="*/ 2345 w 3635"/>
              <a:gd name="T13" fmla="*/ 1358 h 4701"/>
              <a:gd name="T14" fmla="*/ 2555 w 3635"/>
              <a:gd name="T15" fmla="*/ 1321 h 4701"/>
              <a:gd name="T16" fmla="*/ 3115 w 3635"/>
              <a:gd name="T17" fmla="*/ 1087 h 4701"/>
              <a:gd name="T18" fmla="*/ 3164 w 3635"/>
              <a:gd name="T19" fmla="*/ 986 h 4701"/>
              <a:gd name="T20" fmla="*/ 2816 w 3635"/>
              <a:gd name="T21" fmla="*/ 1081 h 4701"/>
              <a:gd name="T22" fmla="*/ 2629 w 3635"/>
              <a:gd name="T23" fmla="*/ 1209 h 4701"/>
              <a:gd name="T24" fmla="*/ 2181 w 3635"/>
              <a:gd name="T25" fmla="*/ 1292 h 4701"/>
              <a:gd name="T26" fmla="*/ 2603 w 3635"/>
              <a:gd name="T27" fmla="*/ 126 h 4701"/>
              <a:gd name="T28" fmla="*/ 2312 w 3635"/>
              <a:gd name="T29" fmla="*/ 78 h 4701"/>
              <a:gd name="T30" fmla="*/ 1847 w 3635"/>
              <a:gd name="T31" fmla="*/ 174 h 4701"/>
              <a:gd name="T32" fmla="*/ 1664 w 3635"/>
              <a:gd name="T33" fmla="*/ 170 h 4701"/>
              <a:gd name="T34" fmla="*/ 1483 w 3635"/>
              <a:gd name="T35" fmla="*/ 165 h 4701"/>
              <a:gd name="T36" fmla="*/ 893 w 3635"/>
              <a:gd name="T37" fmla="*/ 359 h 4701"/>
              <a:gd name="T38" fmla="*/ 1466 w 3635"/>
              <a:gd name="T39" fmla="*/ 1398 h 4701"/>
              <a:gd name="T40" fmla="*/ 115 w 3635"/>
              <a:gd name="T41" fmla="*/ 2775 h 4701"/>
              <a:gd name="T42" fmla="*/ 402 w 3635"/>
              <a:gd name="T43" fmla="*/ 4149 h 4701"/>
              <a:gd name="T44" fmla="*/ 1817 w 3635"/>
              <a:gd name="T45" fmla="*/ 4701 h 4701"/>
              <a:gd name="T46" fmla="*/ 3515 w 3635"/>
              <a:gd name="T47" fmla="*/ 3556 h 4701"/>
              <a:gd name="T48" fmla="*/ 3250 w 3635"/>
              <a:gd name="T49" fmla="*/ 2043 h 4701"/>
              <a:gd name="T50" fmla="*/ 1605 w 3635"/>
              <a:gd name="T51" fmla="*/ 329 h 4701"/>
              <a:gd name="T52" fmla="*/ 1781 w 3635"/>
              <a:gd name="T53" fmla="*/ 333 h 4701"/>
              <a:gd name="T54" fmla="*/ 1970 w 3635"/>
              <a:gd name="T55" fmla="*/ 338 h 4701"/>
              <a:gd name="T56" fmla="*/ 2287 w 3635"/>
              <a:gd name="T57" fmla="*/ 306 h 4701"/>
              <a:gd name="T58" fmla="*/ 2077 w 3635"/>
              <a:gd name="T59" fmla="*/ 444 h 4701"/>
              <a:gd name="T60" fmla="*/ 1157 w 3635"/>
              <a:gd name="T61" fmla="*/ 446 h 4701"/>
              <a:gd name="T62" fmla="*/ 1605 w 3635"/>
              <a:gd name="T63" fmla="*/ 329 h 4701"/>
              <a:gd name="T64" fmla="*/ 1874 w 3635"/>
              <a:gd name="T65" fmla="*/ 3776 h 4701"/>
              <a:gd name="T66" fmla="*/ 1874 w 3635"/>
              <a:gd name="T67" fmla="*/ 4034 h 4701"/>
              <a:gd name="T68" fmla="*/ 1717 w 3635"/>
              <a:gd name="T69" fmla="*/ 4034 h 4701"/>
              <a:gd name="T70" fmla="*/ 1717 w 3635"/>
              <a:gd name="T71" fmla="*/ 3786 h 4701"/>
              <a:gd name="T72" fmla="*/ 1340 w 3635"/>
              <a:gd name="T73" fmla="*/ 3677 h 4701"/>
              <a:gd name="T74" fmla="*/ 1400 w 3635"/>
              <a:gd name="T75" fmla="*/ 3510 h 4701"/>
              <a:gd name="T76" fmla="*/ 1755 w 3635"/>
              <a:gd name="T77" fmla="*/ 3617 h 4701"/>
              <a:gd name="T78" fmla="*/ 2034 w 3635"/>
              <a:gd name="T79" fmla="*/ 3374 h 4701"/>
              <a:gd name="T80" fmla="*/ 1769 w 3635"/>
              <a:gd name="T81" fmla="*/ 3079 h 4701"/>
              <a:gd name="T82" fmla="*/ 1360 w 3635"/>
              <a:gd name="T83" fmla="*/ 2647 h 4701"/>
              <a:gd name="T84" fmla="*/ 1732 w 3635"/>
              <a:gd name="T85" fmla="*/ 2248 h 4701"/>
              <a:gd name="T86" fmla="*/ 1732 w 3635"/>
              <a:gd name="T87" fmla="*/ 2000 h 4701"/>
              <a:gd name="T88" fmla="*/ 1889 w 3635"/>
              <a:gd name="T89" fmla="*/ 2000 h 4701"/>
              <a:gd name="T90" fmla="*/ 1888 w 3635"/>
              <a:gd name="T91" fmla="*/ 2240 h 4701"/>
              <a:gd name="T92" fmla="*/ 2211 w 3635"/>
              <a:gd name="T93" fmla="*/ 2327 h 4701"/>
              <a:gd name="T94" fmla="*/ 2149 w 3635"/>
              <a:gd name="T95" fmla="*/ 2491 h 4701"/>
              <a:gd name="T96" fmla="*/ 1836 w 3635"/>
              <a:gd name="T97" fmla="*/ 2404 h 4701"/>
              <a:gd name="T98" fmla="*/ 1589 w 3635"/>
              <a:gd name="T99" fmla="*/ 2620 h 4701"/>
              <a:gd name="T100" fmla="*/ 1881 w 3635"/>
              <a:gd name="T101" fmla="*/ 2902 h 4701"/>
              <a:gd name="T102" fmla="*/ 2265 w 3635"/>
              <a:gd name="T103" fmla="*/ 3354 h 4701"/>
              <a:gd name="T104" fmla="*/ 1874 w 3635"/>
              <a:gd name="T105" fmla="*/ 3776 h 4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635" h="4701">
                <a:moveTo>
                  <a:pt x="3250" y="2043"/>
                </a:moveTo>
                <a:cubicBezTo>
                  <a:pt x="3034" y="1723"/>
                  <a:pt x="2729" y="1509"/>
                  <a:pt x="2365" y="1417"/>
                </a:cubicBezTo>
                <a:cubicBezTo>
                  <a:pt x="2410" y="1417"/>
                  <a:pt x="2456" y="1416"/>
                  <a:pt x="2500" y="1414"/>
                </a:cubicBezTo>
                <a:cubicBezTo>
                  <a:pt x="2679" y="1408"/>
                  <a:pt x="3072" y="1316"/>
                  <a:pt x="3193" y="1490"/>
                </a:cubicBezTo>
                <a:cubicBezTo>
                  <a:pt x="3217" y="1524"/>
                  <a:pt x="3342" y="1468"/>
                  <a:pt x="3332" y="1453"/>
                </a:cubicBezTo>
                <a:cubicBezTo>
                  <a:pt x="3242" y="1324"/>
                  <a:pt x="3042" y="1341"/>
                  <a:pt x="2904" y="1344"/>
                </a:cubicBezTo>
                <a:cubicBezTo>
                  <a:pt x="2730" y="1349"/>
                  <a:pt x="2528" y="1384"/>
                  <a:pt x="2345" y="1358"/>
                </a:cubicBezTo>
                <a:cubicBezTo>
                  <a:pt x="2415" y="1351"/>
                  <a:pt x="2485" y="1340"/>
                  <a:pt x="2555" y="1321"/>
                </a:cubicBezTo>
                <a:cubicBezTo>
                  <a:pt x="2757" y="1266"/>
                  <a:pt x="2892" y="1086"/>
                  <a:pt x="3115" y="1087"/>
                </a:cubicBezTo>
                <a:cubicBezTo>
                  <a:pt x="3139" y="1081"/>
                  <a:pt x="3202" y="987"/>
                  <a:pt x="3164" y="986"/>
                </a:cubicBezTo>
                <a:cubicBezTo>
                  <a:pt x="3034" y="986"/>
                  <a:pt x="2929" y="1016"/>
                  <a:pt x="2816" y="1081"/>
                </a:cubicBezTo>
                <a:cubicBezTo>
                  <a:pt x="2751" y="1118"/>
                  <a:pt x="2692" y="1168"/>
                  <a:pt x="2629" y="1209"/>
                </a:cubicBezTo>
                <a:cubicBezTo>
                  <a:pt x="2499" y="1292"/>
                  <a:pt x="2336" y="1296"/>
                  <a:pt x="2181" y="1292"/>
                </a:cubicBezTo>
                <a:cubicBezTo>
                  <a:pt x="2457" y="910"/>
                  <a:pt x="2694" y="338"/>
                  <a:pt x="2603" y="126"/>
                </a:cubicBezTo>
                <a:cubicBezTo>
                  <a:pt x="2560" y="25"/>
                  <a:pt x="2452" y="0"/>
                  <a:pt x="2312" y="78"/>
                </a:cubicBezTo>
                <a:cubicBezTo>
                  <a:pt x="2162" y="163"/>
                  <a:pt x="1992" y="174"/>
                  <a:pt x="1847" y="174"/>
                </a:cubicBezTo>
                <a:cubicBezTo>
                  <a:pt x="1786" y="174"/>
                  <a:pt x="1724" y="172"/>
                  <a:pt x="1664" y="170"/>
                </a:cubicBezTo>
                <a:cubicBezTo>
                  <a:pt x="1603" y="167"/>
                  <a:pt x="1542" y="165"/>
                  <a:pt x="1483" y="165"/>
                </a:cubicBezTo>
                <a:cubicBezTo>
                  <a:pt x="1287" y="165"/>
                  <a:pt x="1064" y="188"/>
                  <a:pt x="893" y="359"/>
                </a:cubicBezTo>
                <a:cubicBezTo>
                  <a:pt x="759" y="498"/>
                  <a:pt x="939" y="1065"/>
                  <a:pt x="1466" y="1398"/>
                </a:cubicBezTo>
                <a:cubicBezTo>
                  <a:pt x="532" y="1536"/>
                  <a:pt x="256" y="2162"/>
                  <a:pt x="115" y="2775"/>
                </a:cubicBezTo>
                <a:cubicBezTo>
                  <a:pt x="0" y="3275"/>
                  <a:pt x="105" y="3776"/>
                  <a:pt x="402" y="4149"/>
                </a:cubicBezTo>
                <a:cubicBezTo>
                  <a:pt x="686" y="4505"/>
                  <a:pt x="1337" y="4701"/>
                  <a:pt x="1817" y="4701"/>
                </a:cubicBezTo>
                <a:cubicBezTo>
                  <a:pt x="2946" y="4701"/>
                  <a:pt x="3375" y="4232"/>
                  <a:pt x="3515" y="3556"/>
                </a:cubicBezTo>
                <a:cubicBezTo>
                  <a:pt x="3635" y="3033"/>
                  <a:pt x="3536" y="2467"/>
                  <a:pt x="3250" y="2043"/>
                </a:cubicBezTo>
                <a:close/>
                <a:moveTo>
                  <a:pt x="1605" y="329"/>
                </a:moveTo>
                <a:cubicBezTo>
                  <a:pt x="1663" y="329"/>
                  <a:pt x="1722" y="331"/>
                  <a:pt x="1781" y="333"/>
                </a:cubicBezTo>
                <a:cubicBezTo>
                  <a:pt x="1844" y="335"/>
                  <a:pt x="1907" y="338"/>
                  <a:pt x="1970" y="338"/>
                </a:cubicBezTo>
                <a:cubicBezTo>
                  <a:pt x="2064" y="338"/>
                  <a:pt x="2174" y="332"/>
                  <a:pt x="2287" y="306"/>
                </a:cubicBezTo>
                <a:cubicBezTo>
                  <a:pt x="2216" y="349"/>
                  <a:pt x="2145" y="396"/>
                  <a:pt x="2077" y="444"/>
                </a:cubicBezTo>
                <a:cubicBezTo>
                  <a:pt x="1745" y="672"/>
                  <a:pt x="1482" y="852"/>
                  <a:pt x="1157" y="446"/>
                </a:cubicBezTo>
                <a:cubicBezTo>
                  <a:pt x="1285" y="345"/>
                  <a:pt x="1447" y="329"/>
                  <a:pt x="1605" y="329"/>
                </a:cubicBezTo>
                <a:close/>
                <a:moveTo>
                  <a:pt x="1874" y="3776"/>
                </a:moveTo>
                <a:lnTo>
                  <a:pt x="1874" y="4034"/>
                </a:lnTo>
                <a:lnTo>
                  <a:pt x="1717" y="4034"/>
                </a:lnTo>
                <a:lnTo>
                  <a:pt x="1717" y="3786"/>
                </a:lnTo>
                <a:cubicBezTo>
                  <a:pt x="1574" y="3783"/>
                  <a:pt x="1427" y="3738"/>
                  <a:pt x="1340" y="3677"/>
                </a:cubicBezTo>
                <a:lnTo>
                  <a:pt x="1400" y="3510"/>
                </a:lnTo>
                <a:cubicBezTo>
                  <a:pt x="1487" y="3567"/>
                  <a:pt x="1616" y="3617"/>
                  <a:pt x="1755" y="3617"/>
                </a:cubicBezTo>
                <a:cubicBezTo>
                  <a:pt x="1930" y="3617"/>
                  <a:pt x="2034" y="3515"/>
                  <a:pt x="2034" y="3374"/>
                </a:cubicBezTo>
                <a:cubicBezTo>
                  <a:pt x="2034" y="3238"/>
                  <a:pt x="1953" y="3153"/>
                  <a:pt x="1769" y="3079"/>
                </a:cubicBezTo>
                <a:cubicBezTo>
                  <a:pt x="1517" y="2979"/>
                  <a:pt x="1360" y="2863"/>
                  <a:pt x="1360" y="2647"/>
                </a:cubicBezTo>
                <a:cubicBezTo>
                  <a:pt x="1360" y="2441"/>
                  <a:pt x="1506" y="2285"/>
                  <a:pt x="1732" y="2248"/>
                </a:cubicBezTo>
                <a:lnTo>
                  <a:pt x="1732" y="2000"/>
                </a:lnTo>
                <a:lnTo>
                  <a:pt x="1889" y="2000"/>
                </a:lnTo>
                <a:lnTo>
                  <a:pt x="1888" y="2240"/>
                </a:lnTo>
                <a:cubicBezTo>
                  <a:pt x="2035" y="2245"/>
                  <a:pt x="2136" y="2285"/>
                  <a:pt x="2211" y="2327"/>
                </a:cubicBezTo>
                <a:lnTo>
                  <a:pt x="2149" y="2491"/>
                </a:lnTo>
                <a:cubicBezTo>
                  <a:pt x="2097" y="2461"/>
                  <a:pt x="1995" y="2404"/>
                  <a:pt x="1836" y="2404"/>
                </a:cubicBezTo>
                <a:cubicBezTo>
                  <a:pt x="1645" y="2404"/>
                  <a:pt x="1589" y="2518"/>
                  <a:pt x="1589" y="2620"/>
                </a:cubicBezTo>
                <a:cubicBezTo>
                  <a:pt x="1589" y="2746"/>
                  <a:pt x="1665" y="2811"/>
                  <a:pt x="1881" y="2902"/>
                </a:cubicBezTo>
                <a:cubicBezTo>
                  <a:pt x="2136" y="3007"/>
                  <a:pt x="2265" y="3133"/>
                  <a:pt x="2265" y="3354"/>
                </a:cubicBezTo>
                <a:cubicBezTo>
                  <a:pt x="2265" y="3552"/>
                  <a:pt x="2129" y="3736"/>
                  <a:pt x="1874" y="37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CB0C5E6-9A9A-C902-810B-7D015A91A7CE}"/>
              </a:ext>
            </a:extLst>
          </p:cNvPr>
          <p:cNvGrpSpPr/>
          <p:nvPr/>
        </p:nvGrpSpPr>
        <p:grpSpPr>
          <a:xfrm>
            <a:off x="3419276" y="4150574"/>
            <a:ext cx="8121157" cy="1656598"/>
            <a:chOff x="1375223" y="2400520"/>
            <a:chExt cx="8121157" cy="165659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0491B11-975D-6EDA-C4F7-829BEEB02F2F}"/>
                </a:ext>
              </a:extLst>
            </p:cNvPr>
            <p:cNvSpPr txBox="1"/>
            <p:nvPr/>
          </p:nvSpPr>
          <p:spPr>
            <a:xfrm>
              <a:off x="1375223" y="3004522"/>
              <a:ext cx="8121157" cy="10525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唐代文成公主远嫁西藏松赞干布，特地从长安带去柳树苗种，植于拉萨大朝寺周围，以表达对柳树成荫的故乡的思念。因此，这些树被称为“唐柳”或“公主柳”。已成为藏汉友好交往的历史见证。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66CF00B-AA87-A048-9242-6CD81177CA64}"/>
                </a:ext>
              </a:extLst>
            </p:cNvPr>
            <p:cNvSpPr txBox="1"/>
            <p:nvPr/>
          </p:nvSpPr>
          <p:spPr>
            <a:xfrm>
              <a:off x="1375226" y="2400520"/>
              <a:ext cx="200684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i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思乡植柳</a:t>
              </a:r>
              <a:endPara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28932EC7-A32A-10B7-22B6-ADD7A9B20CCD}"/>
                </a:ext>
              </a:extLst>
            </p:cNvPr>
            <p:cNvSpPr/>
            <p:nvPr/>
          </p:nvSpPr>
          <p:spPr>
            <a:xfrm>
              <a:off x="1477525" y="2912001"/>
              <a:ext cx="540000" cy="4571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菱形 16">
            <a:extLst>
              <a:ext uri="{FF2B5EF4-FFF2-40B4-BE49-F238E27FC236}">
                <a16:creationId xmlns:a16="http://schemas.microsoft.com/office/drawing/2014/main" id="{8AB474A4-F96C-9DD6-1102-79571CA5E964}"/>
              </a:ext>
            </a:extLst>
          </p:cNvPr>
          <p:cNvSpPr/>
          <p:nvPr/>
        </p:nvSpPr>
        <p:spPr>
          <a:xfrm>
            <a:off x="615066" y="1893514"/>
            <a:ext cx="407325" cy="407325"/>
          </a:xfrm>
          <a:prstGeom prst="diamond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dollar-bag_17794">
            <a:extLst>
              <a:ext uri="{FF2B5EF4-FFF2-40B4-BE49-F238E27FC236}">
                <a16:creationId xmlns:a16="http://schemas.microsoft.com/office/drawing/2014/main" id="{2A7C0540-AA62-BC7E-5EE1-76DC51955DC3}"/>
              </a:ext>
            </a:extLst>
          </p:cNvPr>
          <p:cNvSpPr/>
          <p:nvPr/>
        </p:nvSpPr>
        <p:spPr>
          <a:xfrm>
            <a:off x="767171" y="2022419"/>
            <a:ext cx="110939" cy="139744"/>
          </a:xfrm>
          <a:custGeom>
            <a:avLst/>
            <a:gdLst>
              <a:gd name="T0" fmla="*/ 3250 w 3635"/>
              <a:gd name="T1" fmla="*/ 2043 h 4701"/>
              <a:gd name="T2" fmla="*/ 2365 w 3635"/>
              <a:gd name="T3" fmla="*/ 1417 h 4701"/>
              <a:gd name="T4" fmla="*/ 2500 w 3635"/>
              <a:gd name="T5" fmla="*/ 1414 h 4701"/>
              <a:gd name="T6" fmla="*/ 3193 w 3635"/>
              <a:gd name="T7" fmla="*/ 1490 h 4701"/>
              <a:gd name="T8" fmla="*/ 3332 w 3635"/>
              <a:gd name="T9" fmla="*/ 1453 h 4701"/>
              <a:gd name="T10" fmla="*/ 2904 w 3635"/>
              <a:gd name="T11" fmla="*/ 1344 h 4701"/>
              <a:gd name="T12" fmla="*/ 2345 w 3635"/>
              <a:gd name="T13" fmla="*/ 1358 h 4701"/>
              <a:gd name="T14" fmla="*/ 2555 w 3635"/>
              <a:gd name="T15" fmla="*/ 1321 h 4701"/>
              <a:gd name="T16" fmla="*/ 3115 w 3635"/>
              <a:gd name="T17" fmla="*/ 1087 h 4701"/>
              <a:gd name="T18" fmla="*/ 3164 w 3635"/>
              <a:gd name="T19" fmla="*/ 986 h 4701"/>
              <a:gd name="T20" fmla="*/ 2816 w 3635"/>
              <a:gd name="T21" fmla="*/ 1081 h 4701"/>
              <a:gd name="T22" fmla="*/ 2629 w 3635"/>
              <a:gd name="T23" fmla="*/ 1209 h 4701"/>
              <a:gd name="T24" fmla="*/ 2181 w 3635"/>
              <a:gd name="T25" fmla="*/ 1292 h 4701"/>
              <a:gd name="T26" fmla="*/ 2603 w 3635"/>
              <a:gd name="T27" fmla="*/ 126 h 4701"/>
              <a:gd name="T28" fmla="*/ 2312 w 3635"/>
              <a:gd name="T29" fmla="*/ 78 h 4701"/>
              <a:gd name="T30" fmla="*/ 1847 w 3635"/>
              <a:gd name="T31" fmla="*/ 174 h 4701"/>
              <a:gd name="T32" fmla="*/ 1664 w 3635"/>
              <a:gd name="T33" fmla="*/ 170 h 4701"/>
              <a:gd name="T34" fmla="*/ 1483 w 3635"/>
              <a:gd name="T35" fmla="*/ 165 h 4701"/>
              <a:gd name="T36" fmla="*/ 893 w 3635"/>
              <a:gd name="T37" fmla="*/ 359 h 4701"/>
              <a:gd name="T38" fmla="*/ 1466 w 3635"/>
              <a:gd name="T39" fmla="*/ 1398 h 4701"/>
              <a:gd name="T40" fmla="*/ 115 w 3635"/>
              <a:gd name="T41" fmla="*/ 2775 h 4701"/>
              <a:gd name="T42" fmla="*/ 402 w 3635"/>
              <a:gd name="T43" fmla="*/ 4149 h 4701"/>
              <a:gd name="T44" fmla="*/ 1817 w 3635"/>
              <a:gd name="T45" fmla="*/ 4701 h 4701"/>
              <a:gd name="T46" fmla="*/ 3515 w 3635"/>
              <a:gd name="T47" fmla="*/ 3556 h 4701"/>
              <a:gd name="T48" fmla="*/ 3250 w 3635"/>
              <a:gd name="T49" fmla="*/ 2043 h 4701"/>
              <a:gd name="T50" fmla="*/ 1605 w 3635"/>
              <a:gd name="T51" fmla="*/ 329 h 4701"/>
              <a:gd name="T52" fmla="*/ 1781 w 3635"/>
              <a:gd name="T53" fmla="*/ 333 h 4701"/>
              <a:gd name="T54" fmla="*/ 1970 w 3635"/>
              <a:gd name="T55" fmla="*/ 338 h 4701"/>
              <a:gd name="T56" fmla="*/ 2287 w 3635"/>
              <a:gd name="T57" fmla="*/ 306 h 4701"/>
              <a:gd name="T58" fmla="*/ 2077 w 3635"/>
              <a:gd name="T59" fmla="*/ 444 h 4701"/>
              <a:gd name="T60" fmla="*/ 1157 w 3635"/>
              <a:gd name="T61" fmla="*/ 446 h 4701"/>
              <a:gd name="T62" fmla="*/ 1605 w 3635"/>
              <a:gd name="T63" fmla="*/ 329 h 4701"/>
              <a:gd name="T64" fmla="*/ 1874 w 3635"/>
              <a:gd name="T65" fmla="*/ 3776 h 4701"/>
              <a:gd name="T66" fmla="*/ 1874 w 3635"/>
              <a:gd name="T67" fmla="*/ 4034 h 4701"/>
              <a:gd name="T68" fmla="*/ 1717 w 3635"/>
              <a:gd name="T69" fmla="*/ 4034 h 4701"/>
              <a:gd name="T70" fmla="*/ 1717 w 3635"/>
              <a:gd name="T71" fmla="*/ 3786 h 4701"/>
              <a:gd name="T72" fmla="*/ 1340 w 3635"/>
              <a:gd name="T73" fmla="*/ 3677 h 4701"/>
              <a:gd name="T74" fmla="*/ 1400 w 3635"/>
              <a:gd name="T75" fmla="*/ 3510 h 4701"/>
              <a:gd name="T76" fmla="*/ 1755 w 3635"/>
              <a:gd name="T77" fmla="*/ 3617 h 4701"/>
              <a:gd name="T78" fmla="*/ 2034 w 3635"/>
              <a:gd name="T79" fmla="*/ 3374 h 4701"/>
              <a:gd name="T80" fmla="*/ 1769 w 3635"/>
              <a:gd name="T81" fmla="*/ 3079 h 4701"/>
              <a:gd name="T82" fmla="*/ 1360 w 3635"/>
              <a:gd name="T83" fmla="*/ 2647 h 4701"/>
              <a:gd name="T84" fmla="*/ 1732 w 3635"/>
              <a:gd name="T85" fmla="*/ 2248 h 4701"/>
              <a:gd name="T86" fmla="*/ 1732 w 3635"/>
              <a:gd name="T87" fmla="*/ 2000 h 4701"/>
              <a:gd name="T88" fmla="*/ 1889 w 3635"/>
              <a:gd name="T89" fmla="*/ 2000 h 4701"/>
              <a:gd name="T90" fmla="*/ 1888 w 3635"/>
              <a:gd name="T91" fmla="*/ 2240 h 4701"/>
              <a:gd name="T92" fmla="*/ 2211 w 3635"/>
              <a:gd name="T93" fmla="*/ 2327 h 4701"/>
              <a:gd name="T94" fmla="*/ 2149 w 3635"/>
              <a:gd name="T95" fmla="*/ 2491 h 4701"/>
              <a:gd name="T96" fmla="*/ 1836 w 3635"/>
              <a:gd name="T97" fmla="*/ 2404 h 4701"/>
              <a:gd name="T98" fmla="*/ 1589 w 3635"/>
              <a:gd name="T99" fmla="*/ 2620 h 4701"/>
              <a:gd name="T100" fmla="*/ 1881 w 3635"/>
              <a:gd name="T101" fmla="*/ 2902 h 4701"/>
              <a:gd name="T102" fmla="*/ 2265 w 3635"/>
              <a:gd name="T103" fmla="*/ 3354 h 4701"/>
              <a:gd name="T104" fmla="*/ 1874 w 3635"/>
              <a:gd name="T105" fmla="*/ 3776 h 47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635" h="4701">
                <a:moveTo>
                  <a:pt x="3250" y="2043"/>
                </a:moveTo>
                <a:cubicBezTo>
                  <a:pt x="3034" y="1723"/>
                  <a:pt x="2729" y="1509"/>
                  <a:pt x="2365" y="1417"/>
                </a:cubicBezTo>
                <a:cubicBezTo>
                  <a:pt x="2410" y="1417"/>
                  <a:pt x="2456" y="1416"/>
                  <a:pt x="2500" y="1414"/>
                </a:cubicBezTo>
                <a:cubicBezTo>
                  <a:pt x="2679" y="1408"/>
                  <a:pt x="3072" y="1316"/>
                  <a:pt x="3193" y="1490"/>
                </a:cubicBezTo>
                <a:cubicBezTo>
                  <a:pt x="3217" y="1524"/>
                  <a:pt x="3342" y="1468"/>
                  <a:pt x="3332" y="1453"/>
                </a:cubicBezTo>
                <a:cubicBezTo>
                  <a:pt x="3242" y="1324"/>
                  <a:pt x="3042" y="1341"/>
                  <a:pt x="2904" y="1344"/>
                </a:cubicBezTo>
                <a:cubicBezTo>
                  <a:pt x="2730" y="1349"/>
                  <a:pt x="2528" y="1384"/>
                  <a:pt x="2345" y="1358"/>
                </a:cubicBezTo>
                <a:cubicBezTo>
                  <a:pt x="2415" y="1351"/>
                  <a:pt x="2485" y="1340"/>
                  <a:pt x="2555" y="1321"/>
                </a:cubicBezTo>
                <a:cubicBezTo>
                  <a:pt x="2757" y="1266"/>
                  <a:pt x="2892" y="1086"/>
                  <a:pt x="3115" y="1087"/>
                </a:cubicBezTo>
                <a:cubicBezTo>
                  <a:pt x="3139" y="1081"/>
                  <a:pt x="3202" y="987"/>
                  <a:pt x="3164" y="986"/>
                </a:cubicBezTo>
                <a:cubicBezTo>
                  <a:pt x="3034" y="986"/>
                  <a:pt x="2929" y="1016"/>
                  <a:pt x="2816" y="1081"/>
                </a:cubicBezTo>
                <a:cubicBezTo>
                  <a:pt x="2751" y="1118"/>
                  <a:pt x="2692" y="1168"/>
                  <a:pt x="2629" y="1209"/>
                </a:cubicBezTo>
                <a:cubicBezTo>
                  <a:pt x="2499" y="1292"/>
                  <a:pt x="2336" y="1296"/>
                  <a:pt x="2181" y="1292"/>
                </a:cubicBezTo>
                <a:cubicBezTo>
                  <a:pt x="2457" y="910"/>
                  <a:pt x="2694" y="338"/>
                  <a:pt x="2603" y="126"/>
                </a:cubicBezTo>
                <a:cubicBezTo>
                  <a:pt x="2560" y="25"/>
                  <a:pt x="2452" y="0"/>
                  <a:pt x="2312" y="78"/>
                </a:cubicBezTo>
                <a:cubicBezTo>
                  <a:pt x="2162" y="163"/>
                  <a:pt x="1992" y="174"/>
                  <a:pt x="1847" y="174"/>
                </a:cubicBezTo>
                <a:cubicBezTo>
                  <a:pt x="1786" y="174"/>
                  <a:pt x="1724" y="172"/>
                  <a:pt x="1664" y="170"/>
                </a:cubicBezTo>
                <a:cubicBezTo>
                  <a:pt x="1603" y="167"/>
                  <a:pt x="1542" y="165"/>
                  <a:pt x="1483" y="165"/>
                </a:cubicBezTo>
                <a:cubicBezTo>
                  <a:pt x="1287" y="165"/>
                  <a:pt x="1064" y="188"/>
                  <a:pt x="893" y="359"/>
                </a:cubicBezTo>
                <a:cubicBezTo>
                  <a:pt x="759" y="498"/>
                  <a:pt x="939" y="1065"/>
                  <a:pt x="1466" y="1398"/>
                </a:cubicBezTo>
                <a:cubicBezTo>
                  <a:pt x="532" y="1536"/>
                  <a:pt x="256" y="2162"/>
                  <a:pt x="115" y="2775"/>
                </a:cubicBezTo>
                <a:cubicBezTo>
                  <a:pt x="0" y="3275"/>
                  <a:pt x="105" y="3776"/>
                  <a:pt x="402" y="4149"/>
                </a:cubicBezTo>
                <a:cubicBezTo>
                  <a:pt x="686" y="4505"/>
                  <a:pt x="1337" y="4701"/>
                  <a:pt x="1817" y="4701"/>
                </a:cubicBezTo>
                <a:cubicBezTo>
                  <a:pt x="2946" y="4701"/>
                  <a:pt x="3375" y="4232"/>
                  <a:pt x="3515" y="3556"/>
                </a:cubicBezTo>
                <a:cubicBezTo>
                  <a:pt x="3635" y="3033"/>
                  <a:pt x="3536" y="2467"/>
                  <a:pt x="3250" y="2043"/>
                </a:cubicBezTo>
                <a:close/>
                <a:moveTo>
                  <a:pt x="1605" y="329"/>
                </a:moveTo>
                <a:cubicBezTo>
                  <a:pt x="1663" y="329"/>
                  <a:pt x="1722" y="331"/>
                  <a:pt x="1781" y="333"/>
                </a:cubicBezTo>
                <a:cubicBezTo>
                  <a:pt x="1844" y="335"/>
                  <a:pt x="1907" y="338"/>
                  <a:pt x="1970" y="338"/>
                </a:cubicBezTo>
                <a:cubicBezTo>
                  <a:pt x="2064" y="338"/>
                  <a:pt x="2174" y="332"/>
                  <a:pt x="2287" y="306"/>
                </a:cubicBezTo>
                <a:cubicBezTo>
                  <a:pt x="2216" y="349"/>
                  <a:pt x="2145" y="396"/>
                  <a:pt x="2077" y="444"/>
                </a:cubicBezTo>
                <a:cubicBezTo>
                  <a:pt x="1745" y="672"/>
                  <a:pt x="1482" y="852"/>
                  <a:pt x="1157" y="446"/>
                </a:cubicBezTo>
                <a:cubicBezTo>
                  <a:pt x="1285" y="345"/>
                  <a:pt x="1447" y="329"/>
                  <a:pt x="1605" y="329"/>
                </a:cubicBezTo>
                <a:close/>
                <a:moveTo>
                  <a:pt x="1874" y="3776"/>
                </a:moveTo>
                <a:lnTo>
                  <a:pt x="1874" y="4034"/>
                </a:lnTo>
                <a:lnTo>
                  <a:pt x="1717" y="4034"/>
                </a:lnTo>
                <a:lnTo>
                  <a:pt x="1717" y="3786"/>
                </a:lnTo>
                <a:cubicBezTo>
                  <a:pt x="1574" y="3783"/>
                  <a:pt x="1427" y="3738"/>
                  <a:pt x="1340" y="3677"/>
                </a:cubicBezTo>
                <a:lnTo>
                  <a:pt x="1400" y="3510"/>
                </a:lnTo>
                <a:cubicBezTo>
                  <a:pt x="1487" y="3567"/>
                  <a:pt x="1616" y="3617"/>
                  <a:pt x="1755" y="3617"/>
                </a:cubicBezTo>
                <a:cubicBezTo>
                  <a:pt x="1930" y="3617"/>
                  <a:pt x="2034" y="3515"/>
                  <a:pt x="2034" y="3374"/>
                </a:cubicBezTo>
                <a:cubicBezTo>
                  <a:pt x="2034" y="3238"/>
                  <a:pt x="1953" y="3153"/>
                  <a:pt x="1769" y="3079"/>
                </a:cubicBezTo>
                <a:cubicBezTo>
                  <a:pt x="1517" y="2979"/>
                  <a:pt x="1360" y="2863"/>
                  <a:pt x="1360" y="2647"/>
                </a:cubicBezTo>
                <a:cubicBezTo>
                  <a:pt x="1360" y="2441"/>
                  <a:pt x="1506" y="2285"/>
                  <a:pt x="1732" y="2248"/>
                </a:cubicBezTo>
                <a:lnTo>
                  <a:pt x="1732" y="2000"/>
                </a:lnTo>
                <a:lnTo>
                  <a:pt x="1889" y="2000"/>
                </a:lnTo>
                <a:lnTo>
                  <a:pt x="1888" y="2240"/>
                </a:lnTo>
                <a:cubicBezTo>
                  <a:pt x="2035" y="2245"/>
                  <a:pt x="2136" y="2285"/>
                  <a:pt x="2211" y="2327"/>
                </a:cubicBezTo>
                <a:lnTo>
                  <a:pt x="2149" y="2491"/>
                </a:lnTo>
                <a:cubicBezTo>
                  <a:pt x="2097" y="2461"/>
                  <a:pt x="1995" y="2404"/>
                  <a:pt x="1836" y="2404"/>
                </a:cubicBezTo>
                <a:cubicBezTo>
                  <a:pt x="1645" y="2404"/>
                  <a:pt x="1589" y="2518"/>
                  <a:pt x="1589" y="2620"/>
                </a:cubicBezTo>
                <a:cubicBezTo>
                  <a:pt x="1589" y="2746"/>
                  <a:pt x="1665" y="2811"/>
                  <a:pt x="1881" y="2902"/>
                </a:cubicBezTo>
                <a:cubicBezTo>
                  <a:pt x="2136" y="3007"/>
                  <a:pt x="2265" y="3133"/>
                  <a:pt x="2265" y="3354"/>
                </a:cubicBezTo>
                <a:cubicBezTo>
                  <a:pt x="2265" y="3552"/>
                  <a:pt x="2129" y="3736"/>
                  <a:pt x="1874" y="37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D5D49D8-D372-3136-D8D4-647DFEA7E745}"/>
              </a:ext>
            </a:extLst>
          </p:cNvPr>
          <p:cNvGrpSpPr/>
          <p:nvPr/>
        </p:nvGrpSpPr>
        <p:grpSpPr>
          <a:xfrm>
            <a:off x="1162091" y="1821644"/>
            <a:ext cx="8286711" cy="1971501"/>
            <a:chOff x="1375225" y="2417627"/>
            <a:chExt cx="8286710" cy="197150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2E07ACA-1383-DD53-3C2D-1A3A2C7FE489}"/>
                </a:ext>
              </a:extLst>
            </p:cNvPr>
            <p:cNvSpPr txBox="1"/>
            <p:nvPr/>
          </p:nvSpPr>
          <p:spPr>
            <a:xfrm>
              <a:off x="1375225" y="3016445"/>
              <a:ext cx="8286710" cy="13726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三国东吴有名医生他叫董奉，他医术很棒，但他治病从不收金钱礼物。他只要求治好一个轻病人，种一株杏树，治好一个重病人，种五株杏树。很久之后，他的房前屋后竟有</a:t>
              </a:r>
              <a:r>
                <a:rPr lang="en-US" altLang="zh-CN" sz="16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10</a:t>
              </a:r>
              <a:r>
                <a:rPr lang="zh-CN" altLang="en-US" sz="160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万余株杏树，人称“董林杏仙”。后来，每当杏子成熟，董奉就把它换成粮食，赈济穷人，这就是历代传为美谈的“杏林佳话”。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B726406-F27B-B1E6-58A5-32366CAAFE44}"/>
                </a:ext>
              </a:extLst>
            </p:cNvPr>
            <p:cNvSpPr txBox="1"/>
            <p:nvPr/>
          </p:nvSpPr>
          <p:spPr>
            <a:xfrm>
              <a:off x="1375225" y="2417627"/>
              <a:ext cx="2006848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i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cs typeface="+mn-ea"/>
                  <a:sym typeface="+mn-lt"/>
                </a:rPr>
                <a:t>治病种杏</a:t>
              </a:r>
              <a:endPara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269F34DB-6AA4-FBA3-BA42-A00C8DB3E911}"/>
                </a:ext>
              </a:extLst>
            </p:cNvPr>
            <p:cNvSpPr/>
            <p:nvPr/>
          </p:nvSpPr>
          <p:spPr>
            <a:xfrm>
              <a:off x="1477525" y="2926516"/>
              <a:ext cx="540000" cy="45719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4639AF05-3B6C-E91F-F3A9-8949734EC789}"/>
              </a:ext>
            </a:extLst>
          </p:cNvPr>
          <p:cNvPicPr>
            <a:picLocks noChangeAspect="1"/>
          </p:cNvPicPr>
          <p:nvPr/>
        </p:nvPicPr>
        <p:blipFill>
          <a:blip r:embed="Rd67bb0ca4bb04c7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2320" y="2089115"/>
            <a:ext cx="2306195" cy="172964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6901893-A1EC-B7E1-4DE6-8BA146350510}"/>
              </a:ext>
            </a:extLst>
          </p:cNvPr>
          <p:cNvPicPr>
            <a:picLocks noChangeAspect="1"/>
          </p:cNvPicPr>
          <p:nvPr/>
        </p:nvPicPr>
        <p:blipFill>
          <a:blip r:embed="R4cbd9bf6f6294c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33" y="4096657"/>
            <a:ext cx="2067068" cy="206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3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09BBB43-CB85-AA70-A11F-E2782D1AB9BF}"/>
              </a:ext>
            </a:extLst>
          </p:cNvPr>
          <p:cNvPicPr>
            <a:picLocks noChangeAspect="1"/>
          </p:cNvPicPr>
          <p:nvPr/>
        </p:nvPicPr>
        <p:blipFill>
          <a:blip r:embed="R1c7b68a9901847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393387-098B-C0C9-16C7-6619158E45FD}"/>
              </a:ext>
            </a:extLst>
          </p:cNvPr>
          <p:cNvSpPr txBox="1"/>
          <p:nvPr/>
        </p:nvSpPr>
        <p:spPr>
          <a:xfrm rot="16200000">
            <a:off x="8518075" y="-1421308"/>
            <a:ext cx="1954381" cy="573650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ARBOR 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F9F080-9631-DE19-4765-DABB93707A19}"/>
              </a:ext>
            </a:extLst>
          </p:cNvPr>
          <p:cNvSpPr txBox="1"/>
          <p:nvPr/>
        </p:nvSpPr>
        <p:spPr>
          <a:xfrm rot="16200000">
            <a:off x="1225350" y="4308428"/>
            <a:ext cx="1954381" cy="32758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DAY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C9FFEFD-3AA8-658C-16C0-EDD5EDA1B73E}"/>
              </a:ext>
            </a:extLst>
          </p:cNvPr>
          <p:cNvSpPr/>
          <p:nvPr/>
        </p:nvSpPr>
        <p:spPr>
          <a:xfrm>
            <a:off x="1583353" y="1977571"/>
            <a:ext cx="9766820" cy="3231116"/>
          </a:xfrm>
          <a:prstGeom prst="roundRect">
            <a:avLst>
              <a:gd name="adj" fmla="val 9308"/>
            </a:avLst>
          </a:prstGeom>
          <a:gradFill flip="none" rotWithShape="1">
            <a:gsLst>
              <a:gs pos="0">
                <a:schemeClr val="bg1">
                  <a:alpha val="74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3A0C80-2DDB-4B67-7BFC-A0CA6E5534B8}"/>
              </a:ext>
            </a:extLst>
          </p:cNvPr>
          <p:cNvSpPr txBox="1"/>
          <p:nvPr/>
        </p:nvSpPr>
        <p:spPr>
          <a:xfrm>
            <a:off x="4314762" y="3278457"/>
            <a:ext cx="73256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关于植树的诗歌词句</a:t>
            </a:r>
            <a:endParaRPr lang="en-US" altLang="zh-CN" sz="6000" spc="-300">
              <a:solidFill>
                <a:schemeClr val="accent1"/>
              </a:solidFill>
              <a:latin typeface="钉钉进步体" pitchFamily="18" charset="-122"/>
              <a:ea typeface="钉钉进步体" pitchFamily="18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6BF8AF-A988-DA5C-62CD-3B834423F8D4}"/>
              </a:ext>
            </a:extLst>
          </p:cNvPr>
          <p:cNvSpPr txBox="1"/>
          <p:nvPr/>
        </p:nvSpPr>
        <p:spPr>
          <a:xfrm>
            <a:off x="4372819" y="2447507"/>
            <a:ext cx="2985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PART.03</a:t>
            </a:r>
          </a:p>
        </p:txBody>
      </p:sp>
      <p:sp>
        <p:nvSpPr>
          <p:cNvPr id="10" name="PA-文本框 88">
            <a:extLst>
              <a:ext uri="{FF2B5EF4-FFF2-40B4-BE49-F238E27FC236}">
                <a16:creationId xmlns:a16="http://schemas.microsoft.com/office/drawing/2014/main" id="{1A889C24-E232-29AB-C660-F4A5A2C1AD73}"/>
              </a:ext>
            </a:extLst>
          </p:cNvPr>
          <p:cNvSpPr txBox="1"/>
          <p:nvPr>
            <p:custDataLst>
              <p:tags r:id="Rfbe22e3929b34417"/>
            </p:custDataLst>
          </p:nvPr>
        </p:nvSpPr>
        <p:spPr>
          <a:xfrm>
            <a:off x="4439560" y="4294120"/>
            <a:ext cx="6501857" cy="440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唐代文成公主远嫁西藏松赞干布，特地从长安带去柳树苗种，植于拉萨大朝寺周围，以表达对柳树成荫的故乡的思念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1979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年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月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23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日，国家为动员全国各族人民植树造林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E372459-C953-CC80-2592-3C164BC9C221}"/>
              </a:ext>
            </a:extLst>
          </p:cNvPr>
          <p:cNvPicPr>
            <a:picLocks noChangeAspect="1"/>
          </p:cNvPicPr>
          <p:nvPr/>
        </p:nvPicPr>
        <p:blipFill>
          <a:blip r:embed="Rfd9577363eb44f6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1541" y="1672771"/>
            <a:ext cx="3715659" cy="371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6472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E2E09C1-20F8-42EB-97E0-41BC495A480A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关于植树的诗歌词句</a:t>
            </a:r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AC78F479-BCE6-84F5-90D0-F76A2A09A53C}"/>
              </a:ext>
            </a:extLst>
          </p:cNvPr>
          <p:cNvSpPr/>
          <p:nvPr/>
        </p:nvSpPr>
        <p:spPr>
          <a:xfrm>
            <a:off x="804312" y="2146741"/>
            <a:ext cx="5103003" cy="538402"/>
          </a:xfrm>
          <a:prstGeom prst="plaque">
            <a:avLst>
              <a:gd name="adj" fmla="val 13915"/>
            </a:avLst>
          </a:prstGeom>
          <a:gradFill>
            <a:gsLst>
              <a:gs pos="0">
                <a:schemeClr val="accent1">
                  <a:alpha val="1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F891E3-7DDB-6DC7-166C-536F603A1A7F}"/>
              </a:ext>
            </a:extLst>
          </p:cNvPr>
          <p:cNvSpPr txBox="1"/>
          <p:nvPr/>
        </p:nvSpPr>
        <p:spPr>
          <a:xfrm>
            <a:off x="1158133" y="2190235"/>
            <a:ext cx="4054315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白头种松桂，早晚见成林。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——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白居易</a:t>
            </a: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4190CDCF-A1A9-E9AD-C279-3937B78D543C}"/>
              </a:ext>
            </a:extLst>
          </p:cNvPr>
          <p:cNvSpPr/>
          <p:nvPr/>
        </p:nvSpPr>
        <p:spPr>
          <a:xfrm>
            <a:off x="804312" y="3133712"/>
            <a:ext cx="5103003" cy="538402"/>
          </a:xfrm>
          <a:prstGeom prst="plaque">
            <a:avLst>
              <a:gd name="adj" fmla="val 13915"/>
            </a:avLst>
          </a:prstGeom>
          <a:gradFill>
            <a:gsLst>
              <a:gs pos="0">
                <a:schemeClr val="accent1">
                  <a:alpha val="1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E72841-277E-FC6D-3287-DB4E81E2D030}"/>
              </a:ext>
            </a:extLst>
          </p:cNvPr>
          <p:cNvSpPr txBox="1"/>
          <p:nvPr/>
        </p:nvSpPr>
        <p:spPr>
          <a:xfrm>
            <a:off x="1158131" y="3177206"/>
            <a:ext cx="4737194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奉乞桃树一百根，春前为送浣花村。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——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杜甫</a:t>
            </a:r>
          </a:p>
        </p:txBody>
      </p:sp>
      <p:sp>
        <p:nvSpPr>
          <p:cNvPr id="12" name="缺角矩形 11">
            <a:extLst>
              <a:ext uri="{FF2B5EF4-FFF2-40B4-BE49-F238E27FC236}">
                <a16:creationId xmlns:a16="http://schemas.microsoft.com/office/drawing/2014/main" id="{6CABACA5-5C4D-F54F-FC0B-4ACE775DB897}"/>
              </a:ext>
            </a:extLst>
          </p:cNvPr>
          <p:cNvSpPr/>
          <p:nvPr/>
        </p:nvSpPr>
        <p:spPr>
          <a:xfrm>
            <a:off x="804312" y="4120683"/>
            <a:ext cx="5103003" cy="538402"/>
          </a:xfrm>
          <a:prstGeom prst="plaque">
            <a:avLst>
              <a:gd name="adj" fmla="val 13915"/>
            </a:avLst>
          </a:prstGeom>
          <a:gradFill>
            <a:gsLst>
              <a:gs pos="0">
                <a:schemeClr val="accent1">
                  <a:alpha val="1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92FA6B-5D5E-C655-06CA-E52D81138771}"/>
              </a:ext>
            </a:extLst>
          </p:cNvPr>
          <p:cNvSpPr txBox="1"/>
          <p:nvPr/>
        </p:nvSpPr>
        <p:spPr>
          <a:xfrm>
            <a:off x="1158131" y="4164177"/>
            <a:ext cx="6785832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cs typeface="+mn-ea"/>
                <a:sym typeface="+mn-lt"/>
              </a:rPr>
              <a:t>江州司马日，忠州刺史时。栽松遍后院，种柳荫前墀。</a:t>
            </a:r>
            <a:r>
              <a:rPr lang="en-US" altLang="zh-CN">
                <a:cs typeface="+mn-ea"/>
                <a:sym typeface="+mn-lt"/>
              </a:rPr>
              <a:t>——</a:t>
            </a:r>
            <a:r>
              <a:rPr lang="zh-CN" altLang="en-US">
                <a:cs typeface="+mn-ea"/>
                <a:sym typeface="+mn-lt"/>
              </a:rPr>
              <a:t>白居易</a:t>
            </a:r>
          </a:p>
        </p:txBody>
      </p:sp>
      <p:sp>
        <p:nvSpPr>
          <p:cNvPr id="14" name="缺角矩形 13">
            <a:extLst>
              <a:ext uri="{FF2B5EF4-FFF2-40B4-BE49-F238E27FC236}">
                <a16:creationId xmlns:a16="http://schemas.microsoft.com/office/drawing/2014/main" id="{AFBFC3E1-5D74-26D5-A957-E1F1521BCB1A}"/>
              </a:ext>
            </a:extLst>
          </p:cNvPr>
          <p:cNvSpPr/>
          <p:nvPr/>
        </p:nvSpPr>
        <p:spPr>
          <a:xfrm>
            <a:off x="804312" y="5107654"/>
            <a:ext cx="5103003" cy="538402"/>
          </a:xfrm>
          <a:prstGeom prst="plaque">
            <a:avLst>
              <a:gd name="adj" fmla="val 13915"/>
            </a:avLst>
          </a:prstGeom>
          <a:gradFill>
            <a:gsLst>
              <a:gs pos="0">
                <a:schemeClr val="accent1">
                  <a:alpha val="1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1BC5A6-3045-CB15-1579-B199D6FFE538}"/>
              </a:ext>
            </a:extLst>
          </p:cNvPr>
          <p:cNvSpPr txBox="1"/>
          <p:nvPr/>
        </p:nvSpPr>
        <p:spPr>
          <a:xfrm>
            <a:off x="1158131" y="5151148"/>
            <a:ext cx="4865434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cs typeface="+mn-ea"/>
                <a:sym typeface="+mn-lt"/>
              </a:rPr>
              <a:t>先人留下浓荫树</a:t>
            </a:r>
            <a:r>
              <a:rPr lang="en-US" altLang="zh-CN">
                <a:cs typeface="+mn-ea"/>
                <a:sym typeface="+mn-lt"/>
              </a:rPr>
              <a:t>, </a:t>
            </a:r>
            <a:r>
              <a:rPr lang="zh-CN" altLang="en-US">
                <a:cs typeface="+mn-ea"/>
                <a:sym typeface="+mn-lt"/>
              </a:rPr>
              <a:t>后辈儿孙好乘凉。</a:t>
            </a:r>
            <a:r>
              <a:rPr lang="en-US" altLang="zh-CN">
                <a:cs typeface="+mn-ea"/>
                <a:sym typeface="+mn-lt"/>
              </a:rPr>
              <a:t>——</a:t>
            </a:r>
            <a:r>
              <a:rPr lang="zh-CN" altLang="en-US">
                <a:cs typeface="+mn-ea"/>
                <a:sym typeface="+mn-lt"/>
              </a:rPr>
              <a:t>邵同鸿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67D4CAD-5117-E92C-747E-45FA426E91D7}"/>
              </a:ext>
            </a:extLst>
          </p:cNvPr>
          <p:cNvPicPr>
            <a:picLocks noChangeAspect="1"/>
          </p:cNvPicPr>
          <p:nvPr/>
        </p:nvPicPr>
        <p:blipFill>
          <a:blip r:embed="Rb5d303ef73f34e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818" y="2017485"/>
            <a:ext cx="3650252" cy="378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7754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 animBg="1"/>
      <p:bldP spid="11" grpId="0"/>
      <p:bldP spid="12" grpId="0" animBg="1"/>
      <p:bldP spid="13" grpId="0"/>
      <p:bldP spid="14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BF60619-81F7-D35E-43D9-4501560FD230}"/>
              </a:ext>
            </a:extLst>
          </p:cNvPr>
          <p:cNvPicPr>
            <a:picLocks noChangeAspect="1"/>
          </p:cNvPicPr>
          <p:nvPr/>
        </p:nvPicPr>
        <p:blipFill>
          <a:blip r:embed="Rd4bdf68d446344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8EA8595-30AD-5FD1-30BD-BFA3C7DBA6F7}"/>
              </a:ext>
            </a:extLst>
          </p:cNvPr>
          <p:cNvSpPr txBox="1"/>
          <p:nvPr/>
        </p:nvSpPr>
        <p:spPr>
          <a:xfrm rot="16200000">
            <a:off x="8518075" y="-1421308"/>
            <a:ext cx="1954381" cy="573650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ARBOR 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6EED1C-24A5-9179-B802-CDDC2404124E}"/>
              </a:ext>
            </a:extLst>
          </p:cNvPr>
          <p:cNvSpPr txBox="1"/>
          <p:nvPr/>
        </p:nvSpPr>
        <p:spPr>
          <a:xfrm rot="16200000">
            <a:off x="1225350" y="4308428"/>
            <a:ext cx="1954381" cy="327589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115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DAY</a:t>
            </a:r>
            <a:endParaRPr lang="zh-CN" altLang="en-US" sz="115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1D0ADE9-015B-65D9-1961-59DB0F31334D}"/>
              </a:ext>
            </a:extLst>
          </p:cNvPr>
          <p:cNvSpPr/>
          <p:nvPr/>
        </p:nvSpPr>
        <p:spPr>
          <a:xfrm>
            <a:off x="1583353" y="1977571"/>
            <a:ext cx="9766820" cy="3231116"/>
          </a:xfrm>
          <a:prstGeom prst="roundRect">
            <a:avLst>
              <a:gd name="adj" fmla="val 9308"/>
            </a:avLst>
          </a:prstGeom>
          <a:gradFill flip="none" rotWithShape="1">
            <a:gsLst>
              <a:gs pos="0">
                <a:schemeClr val="bg1">
                  <a:alpha val="74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6EDBDB-3866-6C45-2462-129C2762F98C}"/>
              </a:ext>
            </a:extLst>
          </p:cNvPr>
          <p:cNvSpPr txBox="1"/>
          <p:nvPr/>
        </p:nvSpPr>
        <p:spPr>
          <a:xfrm>
            <a:off x="4314762" y="3278457"/>
            <a:ext cx="73256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学一学应该如何植树</a:t>
            </a:r>
            <a:endParaRPr lang="en-US" altLang="zh-CN" sz="6000" spc="-300">
              <a:solidFill>
                <a:schemeClr val="accent1"/>
              </a:solidFill>
              <a:latin typeface="钉钉进步体" pitchFamily="18" charset="-122"/>
              <a:ea typeface="钉钉进步体" pitchFamily="18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A3A372-D200-2DE7-DEC9-AA91EE6D6475}"/>
              </a:ext>
            </a:extLst>
          </p:cNvPr>
          <p:cNvSpPr txBox="1"/>
          <p:nvPr/>
        </p:nvSpPr>
        <p:spPr>
          <a:xfrm>
            <a:off x="4372819" y="2447507"/>
            <a:ext cx="2985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4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PART.04</a:t>
            </a:r>
          </a:p>
        </p:txBody>
      </p:sp>
      <p:sp>
        <p:nvSpPr>
          <p:cNvPr id="10" name="PA-文本框 88">
            <a:extLst>
              <a:ext uri="{FF2B5EF4-FFF2-40B4-BE49-F238E27FC236}">
                <a16:creationId xmlns:a16="http://schemas.microsoft.com/office/drawing/2014/main" id="{44C8A690-4040-298F-8727-87396986201E}"/>
              </a:ext>
            </a:extLst>
          </p:cNvPr>
          <p:cNvSpPr txBox="1"/>
          <p:nvPr>
            <p:custDataLst>
              <p:tags r:id="Rac1c676694384c8b"/>
            </p:custDataLst>
          </p:nvPr>
        </p:nvSpPr>
        <p:spPr>
          <a:xfrm>
            <a:off x="4439560" y="4294120"/>
            <a:ext cx="6501857" cy="440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唐代文成公主远嫁西藏松赞干布，特地从长安带去柳树苗种，植于拉萨大朝寺周围，以表达对柳树成荫的故乡的思念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1979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年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月</a:t>
            </a:r>
            <a:r>
              <a:rPr lang="en-US" altLang="zh-CN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23</a:t>
            </a:r>
            <a:r>
              <a:rPr lang="zh-CN" altLang="en-US" sz="1100">
                <a:solidFill>
                  <a:schemeClr val="accent1">
                    <a:alpha val="84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lt"/>
              </a:rPr>
              <a:t>日，国家为动员全国各族人民植树造林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14FD218-495B-99D2-3989-8699D9DF8AA1}"/>
              </a:ext>
            </a:extLst>
          </p:cNvPr>
          <p:cNvPicPr>
            <a:picLocks noChangeAspect="1"/>
          </p:cNvPicPr>
          <p:nvPr/>
        </p:nvPicPr>
        <p:blipFill>
          <a:blip r:embed="R037222da17464d3c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51541" y="1672771"/>
            <a:ext cx="3715659" cy="371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8032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341F338-0AC2-ABF3-876E-380D48ED68C9}"/>
              </a:ext>
            </a:extLst>
          </p:cNvPr>
          <p:cNvSpPr txBox="1"/>
          <p:nvPr/>
        </p:nvSpPr>
        <p:spPr>
          <a:xfrm>
            <a:off x="1053738" y="2217784"/>
            <a:ext cx="4054315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根据X树苗的根部挖出大X合适的树坑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7013D7-8A8F-D037-BDFD-1FB1AD17913F}"/>
              </a:ext>
            </a:extLst>
          </p:cNvPr>
          <p:cNvSpPr txBox="1"/>
          <p:nvPr/>
        </p:nvSpPr>
        <p:spPr>
          <a:xfrm>
            <a:off x="1968136" y="3312158"/>
            <a:ext cx="5420074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挖坑时要将表面的熟土、下面的黄土分倒在坑两侧。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A16318-FEFF-5EC3-F8EE-A2B694C8795A}"/>
              </a:ext>
            </a:extLst>
          </p:cNvPr>
          <p:cNvSpPr txBox="1"/>
          <p:nvPr/>
        </p:nvSpPr>
        <p:spPr>
          <a:xfrm>
            <a:off x="1968138" y="2843681"/>
            <a:ext cx="3182281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树坑深度一般以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50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厘米为宜。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46DC63-4D28-0699-4147-CF6E6D58083D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学一学应该如何植树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E049BF0-347B-1CD6-9D8E-C04BE81F9E35}"/>
              </a:ext>
            </a:extLst>
          </p:cNvPr>
          <p:cNvSpPr/>
          <p:nvPr/>
        </p:nvSpPr>
        <p:spPr>
          <a:xfrm>
            <a:off x="1088571" y="2917372"/>
            <a:ext cx="769259" cy="7692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注意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17016B3-5C69-5E08-D088-620FC730C911}"/>
              </a:ext>
            </a:extLst>
          </p:cNvPr>
          <p:cNvSpPr/>
          <p:nvPr/>
        </p:nvSpPr>
        <p:spPr>
          <a:xfrm>
            <a:off x="1088571" y="1698171"/>
            <a:ext cx="1465944" cy="4064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挖坑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3198521-D3F8-822D-83D3-F9556147CA12}"/>
              </a:ext>
            </a:extLst>
          </p:cNvPr>
          <p:cNvPicPr>
            <a:picLocks noChangeAspect="1"/>
          </p:cNvPicPr>
          <p:nvPr/>
        </p:nvPicPr>
        <p:blipFill>
          <a:blip r:embed="R56f17793484946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059" y="1280886"/>
            <a:ext cx="3280228" cy="328022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233921E0-7F7E-0E5F-3B44-7ABE09CF2806}"/>
              </a:ext>
            </a:extLst>
          </p:cNvPr>
          <p:cNvSpPr txBox="1"/>
          <p:nvPr/>
        </p:nvSpPr>
        <p:spPr>
          <a:xfrm>
            <a:off x="3651793" y="4656186"/>
            <a:ext cx="8151590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种树前应该按树根的长、宽及其根系顶端长度的情况，在坑内先回填部分熟土。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A3C02D-54AC-3318-9839-DCB5D6A1CEF2}"/>
              </a:ext>
            </a:extLst>
          </p:cNvPr>
          <p:cNvSpPr txBox="1"/>
          <p:nvPr/>
        </p:nvSpPr>
        <p:spPr>
          <a:xfrm>
            <a:off x="4566194" y="5427225"/>
            <a:ext cx="3903633" cy="452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一般情况下，回填熟土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至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30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厘米。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D752104-8014-2C08-0EB1-BD8BF4EEC745}"/>
              </a:ext>
            </a:extLst>
          </p:cNvPr>
          <p:cNvSpPr/>
          <p:nvPr/>
        </p:nvSpPr>
        <p:spPr>
          <a:xfrm>
            <a:off x="3686628" y="5239658"/>
            <a:ext cx="769259" cy="7692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注意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D13629A-53F5-D8C5-A7BF-7DEC6AE3DA00}"/>
              </a:ext>
            </a:extLst>
          </p:cNvPr>
          <p:cNvSpPr/>
          <p:nvPr/>
        </p:nvSpPr>
        <p:spPr>
          <a:xfrm>
            <a:off x="3686628" y="4136572"/>
            <a:ext cx="1465944" cy="4064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回填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24874998-EA19-E8A0-AFA0-C11C527C5211}"/>
              </a:ext>
            </a:extLst>
          </p:cNvPr>
          <p:cNvPicPr>
            <a:picLocks noChangeAspect="1"/>
          </p:cNvPicPr>
          <p:nvPr/>
        </p:nvPicPr>
        <p:blipFill>
          <a:blip r:embed="R2363a7136b044f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30" y="4096657"/>
            <a:ext cx="2772229" cy="207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3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6" grpId="0" animBg="1"/>
      <p:bldP spid="10" grpId="0" animBg="1"/>
      <p:bldP spid="18" grpId="0"/>
      <p:bldP spid="20" grpId="0"/>
      <p:bldP spid="21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EB96360-F611-7E33-836A-105D91A71DDE}"/>
              </a:ext>
            </a:extLst>
          </p:cNvPr>
          <p:cNvSpPr txBox="1"/>
          <p:nvPr/>
        </p:nvSpPr>
        <p:spPr>
          <a:xfrm>
            <a:off x="1429040" y="590501"/>
            <a:ext cx="3416320" cy="6524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>
                <a:solidFill>
                  <a:schemeClr val="accent1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学一学应该如何植树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1E2603-FF83-0944-850C-CD22EF28C99C}"/>
              </a:ext>
            </a:extLst>
          </p:cNvPr>
          <p:cNvSpPr txBox="1"/>
          <p:nvPr/>
        </p:nvSpPr>
        <p:spPr>
          <a:xfrm>
            <a:off x="1053738" y="2217785"/>
            <a:ext cx="3826689" cy="452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放置树苗时要将根部扶正、枝要展开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F7F13D-E69D-B39B-9C6F-576159771CB4}"/>
              </a:ext>
            </a:extLst>
          </p:cNvPr>
          <p:cNvSpPr txBox="1"/>
          <p:nvPr/>
        </p:nvSpPr>
        <p:spPr>
          <a:xfrm>
            <a:off x="1968136" y="2843682"/>
            <a:ext cx="6900093" cy="81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一人扶正苗木，一人填土，填一部分踩实一遍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若粘土不可重踩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)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，直到填满后再踩实一次，填好的土要与原根颈痕相平或略高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3—5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厘米。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C806F92-82C0-127C-1E54-CEA448AF7F17}"/>
              </a:ext>
            </a:extLst>
          </p:cNvPr>
          <p:cNvSpPr/>
          <p:nvPr/>
        </p:nvSpPr>
        <p:spPr>
          <a:xfrm>
            <a:off x="1088571" y="2917372"/>
            <a:ext cx="769259" cy="7692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注意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A526087-F065-C152-46E4-85622F076645}"/>
              </a:ext>
            </a:extLst>
          </p:cNvPr>
          <p:cNvSpPr/>
          <p:nvPr/>
        </p:nvSpPr>
        <p:spPr>
          <a:xfrm>
            <a:off x="1088571" y="1698171"/>
            <a:ext cx="1465944" cy="4064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栽植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60D5847-EB8A-227A-9D45-FE95FC677CA6}"/>
              </a:ext>
            </a:extLst>
          </p:cNvPr>
          <p:cNvPicPr>
            <a:picLocks noChangeAspect="1"/>
          </p:cNvPicPr>
          <p:nvPr/>
        </p:nvPicPr>
        <p:blipFill>
          <a:blip r:embed="Ra0910f8ebce64aa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515" y="1883229"/>
            <a:ext cx="2960915" cy="222068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757C4A2-5AAA-EA05-AC17-F08B9924225F}"/>
              </a:ext>
            </a:extLst>
          </p:cNvPr>
          <p:cNvSpPr txBox="1"/>
          <p:nvPr/>
        </p:nvSpPr>
        <p:spPr>
          <a:xfrm>
            <a:off x="3670845" y="4789536"/>
            <a:ext cx="7606756" cy="1172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栽后应立即灌水，无雨天不要超过一昼夜就应浇上头遍水。水一定要浇透，使土壤吸足水分，有助于根系与土壤密接，才能确保成活，将树苗栽好后，覆盖一层薄土，以保持水分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8063E1B-ADB5-D4B8-4D4C-A87BFCE0D5B4}"/>
              </a:ext>
            </a:extLst>
          </p:cNvPr>
          <p:cNvSpPr/>
          <p:nvPr/>
        </p:nvSpPr>
        <p:spPr>
          <a:xfrm>
            <a:off x="3705679" y="4269922"/>
            <a:ext cx="1465944" cy="4064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cs typeface="+mn-ea"/>
                <a:sym typeface="+mn-lt"/>
              </a:rPr>
              <a:t>覆土、保墒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20336D3-7219-7FEF-3626-D8968D6DDC6B}"/>
              </a:ext>
            </a:extLst>
          </p:cNvPr>
          <p:cNvPicPr>
            <a:picLocks noChangeAspect="1"/>
          </p:cNvPicPr>
          <p:nvPr/>
        </p:nvPicPr>
        <p:blipFill>
          <a:blip r:embed="R3d5e15bc79ac40a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30" y="4096659"/>
            <a:ext cx="2772229" cy="207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2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 animBg="1"/>
      <p:bldP spid="12" grpId="0" animBg="1"/>
      <p:bldP spid="14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21427B36-9B66-15C9-F917-54B25EBDE523}"/>
              </a:ext>
            </a:extLst>
          </p:cNvPr>
          <p:cNvPicPr>
            <a:picLocks noChangeAspect="1"/>
          </p:cNvPicPr>
          <p:nvPr/>
        </p:nvPicPr>
        <p:blipFill>
          <a:blip r:embed="R3bed3ea1319149c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338515A-367D-8714-3B08-FBDE469346AD}"/>
              </a:ext>
            </a:extLst>
          </p:cNvPr>
          <p:cNvSpPr txBox="1"/>
          <p:nvPr/>
        </p:nvSpPr>
        <p:spPr>
          <a:xfrm>
            <a:off x="10322972" y="52498"/>
            <a:ext cx="1538883" cy="68505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sz="880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4000"/>
                      </a:schemeClr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ARBOR DAY</a:t>
            </a:r>
            <a:endParaRPr lang="zh-CN" altLang="en-US" sz="8800">
              <a:gradFill>
                <a:gsLst>
                  <a:gs pos="0">
                    <a:schemeClr val="accent1">
                      <a:lumMod val="5000"/>
                      <a:lumOff val="95000"/>
                      <a:alpha val="6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钉钉进步体" pitchFamily="18" charset="-122"/>
              <a:ea typeface="钉钉进步体" pitchFamily="18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7A02020-9F09-4060-231E-A433534C30B1}"/>
              </a:ext>
            </a:extLst>
          </p:cNvPr>
          <p:cNvPicPr>
            <a:picLocks noChangeAspect="1"/>
          </p:cNvPicPr>
          <p:nvPr/>
        </p:nvPicPr>
        <p:blipFill>
          <a:blip r:embed="Rf181583957a048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88"/>
          <a:stretch>
            <a:fillRect/>
          </a:stretch>
        </p:blipFill>
        <p:spPr>
          <a:xfrm>
            <a:off x="5519550" y="3442174"/>
            <a:ext cx="6726388" cy="342265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47770B6-4C7C-085D-F568-47C606063F1D}"/>
              </a:ext>
            </a:extLst>
          </p:cNvPr>
          <p:cNvPicPr>
            <a:picLocks noChangeAspect="1"/>
          </p:cNvPicPr>
          <p:nvPr/>
        </p:nvPicPr>
        <p:blipFill>
          <a:blip r:embed="Rddc063f59b424c6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1" y="274088"/>
            <a:ext cx="4760687" cy="5909056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279CC56-4A74-D18B-0653-79F43CB1136E}"/>
              </a:ext>
            </a:extLst>
          </p:cNvPr>
          <p:cNvSpPr txBox="1"/>
          <p:nvPr/>
        </p:nvSpPr>
        <p:spPr>
          <a:xfrm>
            <a:off x="719118" y="943428"/>
            <a:ext cx="165942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5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春</a:t>
            </a:r>
            <a:endParaRPr lang="zh-CN" altLang="en-US" sz="11500">
              <a:solidFill>
                <a:srgbClr val="19A83E"/>
              </a:soli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CC81995-3FA8-9848-B8F5-FF00F7F9D4A8}"/>
              </a:ext>
            </a:extLst>
          </p:cNvPr>
          <p:cNvSpPr txBox="1"/>
          <p:nvPr/>
        </p:nvSpPr>
        <p:spPr>
          <a:xfrm>
            <a:off x="2072874" y="1199125"/>
            <a:ext cx="35702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spc="-8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风十里</a:t>
            </a:r>
            <a:endParaRPr lang="zh-CN" altLang="en-US" sz="9600" spc="-800">
              <a:solidFill>
                <a:srgbClr val="19A83E"/>
              </a:soli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08EC45-27E4-25AF-215C-A552E6CBF56C}"/>
              </a:ext>
            </a:extLst>
          </p:cNvPr>
          <p:cNvSpPr txBox="1"/>
          <p:nvPr/>
        </p:nvSpPr>
        <p:spPr>
          <a:xfrm>
            <a:off x="1262743" y="2607010"/>
            <a:ext cx="357020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spc="-8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</a:rPr>
              <a:t>绿意萌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EAE2E2D-348C-8F25-C389-FD5FE7E8678A}"/>
              </a:ext>
            </a:extLst>
          </p:cNvPr>
          <p:cNvSpPr txBox="1"/>
          <p:nvPr/>
        </p:nvSpPr>
        <p:spPr>
          <a:xfrm>
            <a:off x="4623079" y="2435601"/>
            <a:ext cx="146706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500" spc="-1500">
                <a:solidFill>
                  <a:srgbClr val="19A83E"/>
                </a:solidFill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动</a:t>
            </a:r>
            <a:endParaRPr lang="zh-CN" altLang="en-US" sz="11500" spc="-1500">
              <a:solidFill>
                <a:srgbClr val="19A83E"/>
              </a:solidFill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26" name="缺角矩形 25">
            <a:extLst>
              <a:ext uri="{FF2B5EF4-FFF2-40B4-BE49-F238E27FC236}">
                <a16:creationId xmlns:a16="http://schemas.microsoft.com/office/drawing/2014/main" id="{11E24A70-864D-D3DB-1700-BF4B391F6EA2}"/>
              </a:ext>
            </a:extLst>
          </p:cNvPr>
          <p:cNvSpPr/>
          <p:nvPr/>
        </p:nvSpPr>
        <p:spPr>
          <a:xfrm>
            <a:off x="899886" y="4093112"/>
            <a:ext cx="4963887" cy="377371"/>
          </a:xfrm>
          <a:prstGeom prst="plaque">
            <a:avLst>
              <a:gd name="adj" fmla="val 24359"/>
            </a:avLst>
          </a:prstGeom>
          <a:solidFill>
            <a:srgbClr val="19A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3</a:t>
            </a:r>
            <a:r>
              <a:rPr lang="zh-CN" altLang="en-US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月</a:t>
            </a:r>
            <a:r>
              <a:rPr lang="en-US" altLang="zh-CN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12</a:t>
            </a:r>
            <a:r>
              <a:rPr lang="zh-CN" altLang="en-US" spc="600">
                <a:latin typeface="钉钉进步体" pitchFamily="18" charset="-122"/>
                <a:ea typeface="钉钉进步体" pitchFamily="18" charset="-122"/>
                <a:cs typeface="+mn-ea"/>
                <a:sym typeface="+mn-lt"/>
              </a:rPr>
              <a:t>日幼儿园植树节模板</a:t>
            </a:r>
            <a:endParaRPr lang="zh-CN" altLang="en-US" spc="600"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266B1C-D120-87EF-288F-2A7DA5EE6C46}"/>
              </a:ext>
            </a:extLst>
          </p:cNvPr>
          <p:cNvSpPr txBox="1"/>
          <p:nvPr/>
        </p:nvSpPr>
        <p:spPr>
          <a:xfrm>
            <a:off x="972457" y="4617630"/>
            <a:ext cx="48187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000">
                <a:solidFill>
                  <a:schemeClr val="accent1">
                    <a:alpha val="82000"/>
                  </a:schemeClr>
                </a:solidFill>
                <a:cs typeface="+mn-ea"/>
                <a:sym typeface="+mn-lt"/>
              </a:rPr>
              <a:t>唐代文成公主远嫁西藏松赞干布，特地从长安带去柳树苗种，植于拉萨大朝寺周围，以表达对柳树成荫的故乡的思念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A7A3112-F70D-7826-5E8B-5F5DF1893CAC}"/>
              </a:ext>
            </a:extLst>
          </p:cNvPr>
          <p:cNvSpPr/>
          <p:nvPr/>
        </p:nvSpPr>
        <p:spPr>
          <a:xfrm>
            <a:off x="1785257" y="5399314"/>
            <a:ext cx="1524000" cy="36285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钉钉进步体" pitchFamily="18" charset="-122"/>
                <a:ea typeface="钉钉进步体" pitchFamily="18" charset="-122"/>
              </a:rPr>
              <a:t>汇报人：XX</a:t>
            </a:r>
            <a:r>
              <a:rPr lang="en-US" altLang="zh-CN" sz="1200">
                <a:latin typeface="钉钉进步体" pitchFamily="18" charset="-122"/>
                <a:ea typeface="钉钉进步体" pitchFamily="18" charset="-122"/>
              </a:rPr>
              <a:t>PPT</a:t>
            </a:r>
            <a:endParaRPr lang="zh-CN" altLang="en-US" sz="1200">
              <a:latin typeface="钉钉进步体" pitchFamily="18" charset="-122"/>
              <a:ea typeface="钉钉进步体" pitchFamily="18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AF84DBB-DAE5-5109-94A1-1F879C654E95}"/>
              </a:ext>
            </a:extLst>
          </p:cNvPr>
          <p:cNvSpPr/>
          <p:nvPr/>
        </p:nvSpPr>
        <p:spPr>
          <a:xfrm>
            <a:off x="3634753" y="5399314"/>
            <a:ext cx="1524000" cy="36285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钉钉进步体" pitchFamily="18" charset="-122"/>
                <a:ea typeface="钉钉进步体" pitchFamily="18" charset="-122"/>
              </a:rPr>
              <a:t>汇报时间：</a:t>
            </a:r>
            <a:r>
              <a:rPr lang="en-US" altLang="zh-CN" sz="1200">
                <a:latin typeface="钉钉进步体" pitchFamily="18" charset="-122"/>
                <a:ea typeface="钉钉进步体" pitchFamily="18" charset="-122"/>
              </a:rPr>
              <a:t>202X</a:t>
            </a:r>
            <a:endParaRPr lang="zh-CN" altLang="en-US" sz="1200">
              <a:latin typeface="钉钉进步体" pitchFamily="18" charset="-122"/>
              <a:ea typeface="钉钉进步体" pitchFamily="18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E7A62D4-9A28-9067-5E39-54AC1DF81DC1}"/>
              </a:ext>
            </a:extLst>
          </p:cNvPr>
          <p:cNvGrpSpPr/>
          <p:nvPr/>
        </p:nvGrpSpPr>
        <p:grpSpPr>
          <a:xfrm>
            <a:off x="508000" y="6129708"/>
            <a:ext cx="537029" cy="256581"/>
            <a:chOff x="-1364343" y="-682171"/>
            <a:chExt cx="1306286" cy="624116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7A0F40BB-78EA-F4EF-C248-1B24FB9FCEAE}"/>
                </a:ext>
              </a:extLst>
            </p:cNvPr>
            <p:cNvSpPr/>
            <p:nvPr/>
          </p:nvSpPr>
          <p:spPr>
            <a:xfrm>
              <a:off x="-1364343" y="-682171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1721BD51-7CDD-2B38-75BF-B974F53FD520}"/>
                </a:ext>
              </a:extLst>
            </p:cNvPr>
            <p:cNvSpPr/>
            <p:nvPr/>
          </p:nvSpPr>
          <p:spPr>
            <a:xfrm>
              <a:off x="-1364343" y="-420913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11336466-D6B4-5E11-A0D1-47A22D739C93}"/>
                </a:ext>
              </a:extLst>
            </p:cNvPr>
            <p:cNvSpPr/>
            <p:nvPr/>
          </p:nvSpPr>
          <p:spPr>
            <a:xfrm>
              <a:off x="-1364343" y="-159655"/>
              <a:ext cx="1306286" cy="1016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809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 animBg="1"/>
      <p:bldP spid="27" grpId="0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6bd9d5850e3e46f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192df9e798eb42d9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ebad91f034d14452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add674ae124846e9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ebad91f034d14452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b63d4720ded242aea7f60d1fffd38167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b260584d9ea54bb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81d6a1f0576e40dd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96535773e3f2412b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5bb2c66903fe4cba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4f8159422daf444c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71872d5b1d724025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7ac691583e5f41cb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e1dc433c6b24683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425432e3aeef4a83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4d35a090020d45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9f7b5288318c45a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1998e2382e404accbf2fdd2f9c5bcddf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3c4819879059430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beec02bff26c411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a8f7c6052cc640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45ff3b3a4ff64893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6b1980a9089a41da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0468facb770b4ed2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6b1980a9089a41da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1821d94b49e4b32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6b1980a9089a41da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8f2a7d9c4563451aaaa147a68ef9dad4"/>
              </a:rPr>
              <a:t>部分字体来源于</a:t>
            </a:r>
            <a:r>
              <a:rPr lang="en-US" altLang="zh-CN" dirty="0">
                <a:hlinkClick r:id="R8f2a7d9c4563451aaaa147a68ef9dad4"/>
              </a:rPr>
              <a:t>100font.com  </a:t>
            </a:r>
            <a:r>
              <a:rPr lang="zh-CN" altLang="en-US" dirty="0">
                <a:hlinkClick r:id="R8f2a7d9c4563451aaaa147a68ef9dad4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9161ccaae71a47cd9a615b6a326dde85"/>
              </a:rPr>
              <a:t>部分图标来源于</a:t>
            </a:r>
            <a:r>
              <a:rPr lang="en-US" altLang="zh-CN" dirty="0">
                <a:hlinkClick r:id="R9161ccaae71a47cd9a615b6a326dde85"/>
              </a:rPr>
              <a:t>Storyset.com </a:t>
            </a:r>
            <a:r>
              <a:rPr lang="zh-CN" altLang="en-US" dirty="0">
                <a:hlinkClick r:id="R9161ccaae71a47cd9a615b6a326dde85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1387</Words>
  <Application>Microsoft Office PowerPoint</Application>
  <PresentationFormat>宽屏</PresentationFormat>
  <Paragraphs>124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阿里巴巴普惠体</vt:lpstr>
      <vt:lpstr>等线</vt:lpstr>
      <vt:lpstr>钉钉进步体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www.1ppt.com</cp:keywords>
  <dc:description>第一PPT</dc:description>
  <cp:lastModifiedBy/>
  <cp:revision>1</cp:revision>
  <dcterms:created xsi:type="dcterms:W3CDTF">2024-01-28T03:13:35Z</dcterms:created>
  <dcterms:modified xsi:type="dcterms:W3CDTF">2025-04-28T04:10:07Z</dcterms:modified>
</cp:coreProperties>
</file>