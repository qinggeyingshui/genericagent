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jpeg"/>
  <Default Extension="wdp" ContentType="image/vnd.ms-photo"/>
  <Override PartName="/docProps/core.xml" ContentType="application/vnd.openxmlformats-package.core-properties+xml"/>
  <Override PartName="/docProps/app.xml" ContentType="application/vnd.openxmlformats-officedocument.extended-properties+xml"/>
  <Override PartName="/ppt/handoutMasters/handoutMaster1.xml" ContentType="application/vnd.openxmlformats-officedocument.presentationml.handoutMaster+xml"/>
  <Override PartName="/ppt/handoutMasters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media/image2.bin" ContentType="image/png"/>
  <Override PartName="/ppt/media/image3.bin" ContentType="image/png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media/image8.bin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media/image12.bin" ContentType="image/png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media/image19.bin" ContentType="image/png"/>
  <Override PartName="/ppt/slides/slide16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media/image24.bin" ContentType="image/png"/>
  <Override PartName="/ppt/notesSlides/notesSlide12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media/image33.bin" ContentType="image/png"/>
  <Override PartName="/ppt/media/image34.bin" ContentType="image/png"/>
  <Override PartName="/ppt/customXML/item.xml" ContentType="application/inkml+xml"/>
  <Override PartName="/ppt/customXML/item2.xml" ContentType="application/inkml+xml"/>
  <Override PartName="/ppt/slides/slide28.xml" ContentType="application/vnd.openxmlformats-officedocument.presentationml.slide+xml"/>
  <Override PartName="/ppt/media/image37.bin" ContentType="image/png"/>
  <Override PartName="/ppt/media/image38.bin" ContentType="image/png"/>
  <Override PartName="/ppt/customXML/item3.xml" ContentType="application/inkml+xml"/>
  <Override PartName="/ppt/customXML/item4.xml" ContentType="application/inkml+xml"/>
  <Override PartName="/ppt/customXML/item5.xml" ContentType="application/inkml+xml"/>
  <Override PartName="/ppt/slides/slide29.xml" ContentType="application/vnd.openxmlformats-officedocument.presentationml.slide+xml"/>
  <Override PartName="/ppt/media/image40.bin" ContentType="image/png"/>
  <Override PartName="/ppt/media/image41.bin" ContentType="image/png"/>
  <Override PartName="/ppt/media/image42.bin" ContentType="image/png"/>
  <Override PartName="/ppt/customXML/item6.xml" ContentType="application/inkml+xml"/>
  <Override PartName="/ppt/customXML/item7.xml" ContentType="application/inkml+xml"/>
  <Override PartName="/ppt/customXML/item8.xml" ContentType="application/inkml+xml"/>
  <Override PartName="/ppt/slides/slide3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f585c1838d84e8c" /><Relationship Type="http://schemas.openxmlformats.org/package/2006/relationships/metadata/core-properties" Target="/docProps/core.xml" Id="R31c4abe3db6e46f5" /><Relationship Type="http://schemas.openxmlformats.org/officeDocument/2006/relationships/extended-properties" Target="/docProps/app.xml" Id="R5815067d79c34ff8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8ba4a459e57a4713"/>
  </p:sldMasterIdLst>
  <p:notesMasterIdLst>
    <p:notesMasterId r:id="Rb6ddef047de1404c"/>
  </p:notesMasterIdLst>
  <p:handoutMasterIdLst>
    <p:handoutMasterId r:id="R97efb14b8cd84e74"/>
  </p:handoutMasterIdLst>
  <p:sldIdLst>
    <p:sldId id="256" r:id="Rce365f651b664bc7"/>
    <p:sldId id="257" r:id="Rae7fe10f31d940b2"/>
    <p:sldId id="258" r:id="R9f1a881d1fee4a0b"/>
    <p:sldId id="259" r:id="R92072498c79742f5"/>
    <p:sldId id="260" r:id="Rabf4440b3d15456b"/>
    <p:sldId id="261" r:id="R7f2556dc28d04c61"/>
    <p:sldId id="262" r:id="Rb8466fbaab634b95"/>
    <p:sldId id="263" r:id="Rff51480aa9cb4216"/>
    <p:sldId id="264" r:id="Ra30368ec1b044eca"/>
    <p:sldId id="265" r:id="R967fbcd415d443af"/>
    <p:sldId id="266" r:id="Rd93b44991ea84aee"/>
    <p:sldId id="267" r:id="Rbfde5bc868e04ffe"/>
    <p:sldId id="268" r:id="Rd9f455a5b16349e5"/>
    <p:sldId id="269" r:id="Rddee97baed4c46f3"/>
    <p:sldId id="270" r:id="R47a0d264e0d04400"/>
    <p:sldId id="271" r:id="Rc932c553f1bd4161"/>
    <p:sldId id="272" r:id="R4689ecd986334d46"/>
    <p:sldId id="273" r:id="R5ef00c759d234c42"/>
    <p:sldId id="274" r:id="Re1d18291c4c84462"/>
    <p:sldId id="275" r:id="Rc2a3460b310e4444"/>
    <p:sldId id="276" r:id="R3ebba3c0d4f0463d"/>
    <p:sldId id="277" r:id="Rdded4463f6c74952"/>
    <p:sldId id="278" r:id="R735f702219f54087"/>
    <p:sldId id="279" r:id="Rb47606c764b04426"/>
    <p:sldId id="280" r:id="Rba47a9f9bed34480"/>
    <p:sldId id="281" r:id="Rccabff1b85294203"/>
    <p:sldId id="282" r:id="R1900151768ee4348"/>
    <p:sldId id="283" r:id="Ra8f85d73c69e4ee4"/>
    <p:sldId id="284" r:id="Ra766166b1bb14f94"/>
    <p:sldId id="285" r:id="Ra01d038e96524c7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81DB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954" autoAdjust="0"/>
  </p:normalViewPr>
  <p:slideViewPr>
    <p:cSldViewPr snapToGrid="0" showGuides="1">
      <p:cViewPr varScale="1">
        <p:scale>
          <a:sx n="82" d="100"/>
          <a:sy n="82" d="100"/>
        </p:scale>
        <p:origin x="42" y="609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96"/>
      </p:cViewPr>
      <p:guideLst/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97efb14b8cd84e74" /><Relationship Type="http://schemas.openxmlformats.org/officeDocument/2006/relationships/notesMaster" Target="/ppt/notesMasters/notesMaster1.xml" Id="Rb6ddef047de1404c" /><Relationship Type="http://schemas.openxmlformats.org/officeDocument/2006/relationships/presProps" Target="/ppt/presProps.xml" Id="Rdfb3ef2ea1a44140" /><Relationship Type="http://schemas.openxmlformats.org/officeDocument/2006/relationships/viewProps" Target="/ppt/viewProps.xml" Id="R8c0b455764eb43fb" /><Relationship Type="http://schemas.openxmlformats.org/officeDocument/2006/relationships/slideMaster" Target="/ppt/slideMasters/slideMaster1.xml" Id="R8ba4a459e57a4713" /><Relationship Type="http://schemas.openxmlformats.org/officeDocument/2006/relationships/theme" Target="/ppt/slideMasters/theme/theme3.xml" Id="Rb337e2ee615443e8" /><Relationship Type="http://schemas.openxmlformats.org/officeDocument/2006/relationships/slide" Target="/ppt/slides/slide1.xml" Id="Rce365f651b664bc7" /><Relationship Type="http://schemas.openxmlformats.org/officeDocument/2006/relationships/slide" Target="/ppt/slides/slide2.xml" Id="Rae7fe10f31d940b2" /><Relationship Type="http://schemas.openxmlformats.org/officeDocument/2006/relationships/slide" Target="/ppt/slides/slide3.xml" Id="R9f1a881d1fee4a0b" /><Relationship Type="http://schemas.openxmlformats.org/officeDocument/2006/relationships/slide" Target="/ppt/slides/slide4.xml" Id="R92072498c79742f5" /><Relationship Type="http://schemas.openxmlformats.org/officeDocument/2006/relationships/slide" Target="/ppt/slides/slide5.xml" Id="Rabf4440b3d15456b" /><Relationship Type="http://schemas.openxmlformats.org/officeDocument/2006/relationships/slide" Target="/ppt/slides/slide6.xml" Id="R7f2556dc28d04c61" /><Relationship Type="http://schemas.openxmlformats.org/officeDocument/2006/relationships/slide" Target="/ppt/slides/slide7.xml" Id="Rb8466fbaab634b95" /><Relationship Type="http://schemas.openxmlformats.org/officeDocument/2006/relationships/slide" Target="/ppt/slides/slide8.xml" Id="Rff51480aa9cb4216" /><Relationship Type="http://schemas.openxmlformats.org/officeDocument/2006/relationships/slide" Target="/ppt/slides/slide9.xml" Id="Ra30368ec1b044eca" /><Relationship Type="http://schemas.openxmlformats.org/officeDocument/2006/relationships/slide" Target="/ppt/slides/slide10.xml" Id="R967fbcd415d443af" /><Relationship Type="http://schemas.openxmlformats.org/officeDocument/2006/relationships/slide" Target="/ppt/slides/slide11.xml" Id="Rd93b44991ea84aee" /><Relationship Type="http://schemas.openxmlformats.org/officeDocument/2006/relationships/slide" Target="/ppt/slides/slide12.xml" Id="Rbfde5bc868e04ffe" /><Relationship Type="http://schemas.openxmlformats.org/officeDocument/2006/relationships/slide" Target="/ppt/slides/slide13.xml" Id="Rd9f455a5b16349e5" /><Relationship Type="http://schemas.openxmlformats.org/officeDocument/2006/relationships/slide" Target="/ppt/slides/slide14.xml" Id="Rddee97baed4c46f3" /><Relationship Type="http://schemas.openxmlformats.org/officeDocument/2006/relationships/slide" Target="/ppt/slides/slide15.xml" Id="R47a0d264e0d04400" /><Relationship Type="http://schemas.openxmlformats.org/officeDocument/2006/relationships/slide" Target="/ppt/slides/slide16.xml" Id="Rc932c553f1bd4161" /><Relationship Type="http://schemas.openxmlformats.org/officeDocument/2006/relationships/slide" Target="/ppt/slides/slide17.xml" Id="R4689ecd986334d46" /><Relationship Type="http://schemas.openxmlformats.org/officeDocument/2006/relationships/slide" Target="/ppt/slides/slide18.xml" Id="R5ef00c759d234c42" /><Relationship Type="http://schemas.openxmlformats.org/officeDocument/2006/relationships/slide" Target="/ppt/slides/slide19.xml" Id="Re1d18291c4c84462" /><Relationship Type="http://schemas.openxmlformats.org/officeDocument/2006/relationships/slide" Target="/ppt/slides/slide20.xml" Id="Rc2a3460b310e4444" /><Relationship Type="http://schemas.openxmlformats.org/officeDocument/2006/relationships/slide" Target="/ppt/slides/slide21.xml" Id="R3ebba3c0d4f0463d" /><Relationship Type="http://schemas.openxmlformats.org/officeDocument/2006/relationships/slide" Target="/ppt/slides/slide22.xml" Id="Rdded4463f6c74952" /><Relationship Type="http://schemas.openxmlformats.org/officeDocument/2006/relationships/slide" Target="/ppt/slides/slide23.xml" Id="R735f702219f54087" /><Relationship Type="http://schemas.openxmlformats.org/officeDocument/2006/relationships/slide" Target="/ppt/slides/slide24.xml" Id="Rb47606c764b04426" /><Relationship Type="http://schemas.openxmlformats.org/officeDocument/2006/relationships/slide" Target="/ppt/slides/slide25.xml" Id="Rba47a9f9bed34480" /><Relationship Type="http://schemas.openxmlformats.org/officeDocument/2006/relationships/slide" Target="/ppt/slides/slide26.xml" Id="Rccabff1b85294203" /><Relationship Type="http://schemas.openxmlformats.org/officeDocument/2006/relationships/slide" Target="/ppt/slides/slide27.xml" Id="R1900151768ee4348" /><Relationship Type="http://schemas.openxmlformats.org/officeDocument/2006/relationships/slide" Target="/ppt/slides/slide28.xml" Id="Ra8f85d73c69e4ee4" /><Relationship Type="http://schemas.openxmlformats.org/officeDocument/2006/relationships/slide" Target="/ppt/slides/slide29.xml" Id="Ra766166b1bb14f94" /><Relationship Type="http://schemas.openxmlformats.org/officeDocument/2006/relationships/slide" Target="/ppt/slides/slide30.xml" Id="Ra01d038e96524c77" /></Relationships>
</file>

<file path=ppt/customXML/item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3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1 1 24575,'5255'0'-1365</inkml:trace>
</inkml:ink>
</file>

<file path=ppt/customXML/item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06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1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</inkml:trace>
</inkml:ink>
</file>

<file path=ppt/customXML/item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7:37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0 24575,'0'0'-8191</inkml:trace>
</inkml:ink>
</file>

<file path=ppt/customXML/item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customXML/item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26T02:48:18"/>
    </inkml:context>
    <inkml:brush xml:id="br0">
      <inkml:brushProperty name="width" value="0.2" units="cm"/>
      <inkml:brushProperty name="height" value="0.2" units="cm"/>
      <inkml:brushProperty name="color" value="#EAEAEA"/>
    </inkml:brush>
  </inkml:definitions>
  <inkml:trace contextRef="#ctx0" brushRef="#br0">0 1 24575,'0'0'-8191</inkml:trace>
</inkml:ink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handoutMasters/theme/theme1.xml" Id="R642e2c07c4a84458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B3DBFCB-F62F-0568-6314-F9F0B46541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6D8339-E7F1-1188-354A-AE4068A7C9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9FA8F-04C5-4DBF-ADBD-CB96E6E3FD85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4B6404-F826-4A0F-20FB-8201E6A11B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AB47F65-AC33-E59E-EA32-DD38332301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9BE2AA-1642-4682-8B1D-CEDCA521B41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35880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handoutMasters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c6d304e332949d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0ADB5-4CA5-46E0-B023-9464345E5291}" type="datetimeFigureOut">
              <a:rPr lang="zh-CN" altLang="en-US"/>
              <a:t>2025/4/28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E1C53-DD22-43C8-84BC-53A0949A82B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101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b40bb78d143f8" /><Relationship Type="http://schemas.openxmlformats.org/officeDocument/2006/relationships/notesMaster" Target="/ppt/notesMasters/notesMaster1.xml" Id="Rf82d8781dbe8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f231d16a4244c9" /><Relationship Type="http://schemas.openxmlformats.org/officeDocument/2006/relationships/notesMaster" Target="/ppt/notesMasters/notesMaster1.xml" Id="R52df0c303e2a45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a1c7a9dd224897" /><Relationship Type="http://schemas.openxmlformats.org/officeDocument/2006/relationships/notesMaster" Target="/ppt/notesMasters/notesMaster1.xml" Id="R883ceddb4539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b1058b58a16344d5" /><Relationship Type="http://schemas.openxmlformats.org/officeDocument/2006/relationships/notesMaster" Target="/ppt/notesMasters/notesMaster1.xml" Id="Rdc1dd0b1449547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4727ce1b2851478e" /><Relationship Type="http://schemas.openxmlformats.org/officeDocument/2006/relationships/notesMaster" Target="/ppt/notesMasters/notesMaster1.xml" Id="Ra04b0a8642aa47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7.xml" Id="R9cbf0531b433478c" /><Relationship Type="http://schemas.openxmlformats.org/officeDocument/2006/relationships/notesMaster" Target="/ppt/notesMasters/notesMaster1.xml" Id="R32a0f460a5294c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8.xml" Id="R7b13df4c3d554532" /><Relationship Type="http://schemas.openxmlformats.org/officeDocument/2006/relationships/notesMaster" Target="/ppt/notesMasters/notesMaster1.xml" Id="Rac7ab479934947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9.xml" Id="R55d985e5120341d0" /><Relationship Type="http://schemas.openxmlformats.org/officeDocument/2006/relationships/notesMaster" Target="/ppt/notesMasters/notesMaster1.xml" Id="R9baa5cf7c41a49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10.xml" Id="R160c4545f24b4ff3" /><Relationship Type="http://schemas.openxmlformats.org/officeDocument/2006/relationships/notesMaster" Target="/ppt/notesMasters/notesMaster1.xml" Id="R36c25896dd1f43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2.xml" Id="R40b7e4e600004cd6" /><Relationship Type="http://schemas.openxmlformats.org/officeDocument/2006/relationships/notesMaster" Target="/ppt/notesMasters/notesMaster1.xml" Id="Rc5e79f6b01b349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6.xml" Id="Rdb302409efec4ded" /><Relationship Type="http://schemas.openxmlformats.org/officeDocument/2006/relationships/notesMaster" Target="/ppt/notesMasters/notesMaster1.xml" Id="Re206be5713da4d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8.xml" Id="R2e720c1f67694477" /><Relationship Type="http://schemas.openxmlformats.org/officeDocument/2006/relationships/notesMaster" Target="/ppt/notesMasters/notesMaster1.xml" Id="R42cff961f9a94b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20.xml" Id="R45c63a739ad24efd" /><Relationship Type="http://schemas.openxmlformats.org/officeDocument/2006/relationships/notesMaster" Target="/ppt/notesMasters/notesMaster1.xml" Id="R48d1e2bdf2494a9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21.xml" Id="Rd79e0f7413ce4b78" /><Relationship Type="http://schemas.openxmlformats.org/officeDocument/2006/relationships/notesMaster" Target="/ppt/notesMasters/notesMaster1.xml" Id="Re951067890624c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22.xml" Id="R57c4da6a7e4947e1" /><Relationship Type="http://schemas.openxmlformats.org/officeDocument/2006/relationships/notesMaster" Target="/ppt/notesMasters/notesMaster1.xml" Id="Ree4ebe672dba452a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E1C53-DD22-43C8-84BC-53A0949A82B4}" type="slidenum">
              <a:rPr lang="zh-CN" altLang="en-US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935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2E1C53-DD22-43C8-84BC-53A0949A82B4}" type="slidenum">
              <a:rPr lang="zh-CN" altLang="en-US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8778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模板来自于：XX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20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>
                <a:latin typeface="微软雅黑" pitchFamily="34" charset="-122"/>
                <a:ea typeface="微软雅黑" pitchFamily="34" charset="-122"/>
              </a:rPr>
              <a:t>https://www.1ppt.com/</a:t>
            </a:r>
            <a:endParaRPr lang="zh-CN" altLang="en-US" sz="1200">
              <a:latin typeface="微软雅黑" pitchFamily="34" charset="-122"/>
              <a:ea typeface="微软雅黑" pitchFamily="34" charset="-122"/>
            </a:endParaRP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E1C53-DD22-43C8-84BC-53A0949A82B4}" type="slidenum">
              <a:rPr lang="zh-CN" altLang="en-US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32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5</a:t>
            </a:fld>
            <a:endParaRPr lang="zh-CN" altLang="en-US" sz="1200" b="0" i="0"/>
          </a:p>
        </p:txBody>
      </p:sp>
      <p:sp>
        <p:nvSpPr>
          <p:cNvPr id="51203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6</a:t>
            </a:fld>
            <a:endParaRPr lang="zh-CN" altLang="en-US" sz="1200" b="0" i="0"/>
          </a:p>
        </p:txBody>
      </p:sp>
      <p:sp>
        <p:nvSpPr>
          <p:cNvPr id="52227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7</a:t>
            </a:fld>
            <a:endParaRPr lang="zh-CN" altLang="en-US" sz="1200" b="0" i="0"/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8</a:t>
            </a:fld>
            <a:endParaRPr lang="zh-CN" altLang="en-US" sz="1200" b="0" i="0"/>
          </a:p>
        </p:txBody>
      </p:sp>
      <p:sp>
        <p:nvSpPr>
          <p:cNvPr id="54275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42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1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9</a:t>
            </a:fld>
            <a:endParaRPr lang="zh-CN" altLang="en-US" sz="1200" b="0" i="0"/>
          </a:p>
        </p:txBody>
      </p:sp>
      <p:sp>
        <p:nvSpPr>
          <p:cNvPr id="55299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10</a:t>
            </a:fld>
            <a:endParaRPr lang="zh-CN" altLang="en-US" sz="1200" b="0" i="0"/>
          </a:p>
        </p:txBody>
      </p:sp>
      <p:sp>
        <p:nvSpPr>
          <p:cNvPr id="56323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63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12</a:t>
            </a:fld>
            <a:endParaRPr lang="zh-CN" altLang="en-US" sz="1200" b="0" i="0"/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16</a:t>
            </a:fld>
            <a:endParaRPr lang="zh-CN" altLang="en-US" sz="1200" b="0" i="0"/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583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18</a:t>
            </a:fld>
            <a:endParaRPr lang="zh-CN" altLang="en-US" sz="1200" b="0" i="0"/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604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20</a:t>
            </a:fld>
            <a:endParaRPr lang="zh-CN" altLang="en-US" sz="1200" b="0" i="0"/>
          </a:p>
        </p:txBody>
      </p:sp>
      <p:sp>
        <p:nvSpPr>
          <p:cNvPr id="62467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62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21</a:t>
            </a:fld>
            <a:endParaRPr lang="zh-CN" altLang="en-US" sz="1200" b="0" i="0"/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634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>
              <a:solidFill>
                <a:srgbClr val="0000FF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b="0" i="0"/>
              <a:t>22</a:t>
            </a:fld>
            <a:endParaRPr lang="zh-CN" altLang="en-US" sz="1200" b="0" i="0"/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itchFamily="34" charset="-122"/>
              <a:ea typeface="+mn-ea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8427eac4949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b1ce6334d949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96262bd59401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hyperlink" Target="http://www.1ppt.com/hangye/" TargetMode="External" Id="R7defd096202d490fad1c1d092c66f132" /><Relationship Type="http://schemas.openxmlformats.org/officeDocument/2006/relationships/slideMaster" Target="/ppt/slideMasters/slideMaster1.xml" Id="Rf7bcfbf203ff4a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9a7badd9646d7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091630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9396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9195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651940" y="0"/>
            <a:ext cx="54006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latin typeface="微软雅黑" pitchFamily="34" charset="-122"/>
                <a:ea typeface="微软雅黑" pitchFamily="34" charset="-122"/>
                <a:hlinkClick r:id="R7defd096202d490fad1c1d092c66f132"/>
              </a:rPr>
              <a:t>行业</a:t>
            </a:r>
            <a:r>
              <a:rPr lang="en-US" altLang="zh-CN" sz="100">
                <a:latin typeface="微软雅黑" pitchFamily="34" charset="-122"/>
                <a:ea typeface="微软雅黑" pitchFamily="34" charset="-122"/>
                <a:hlinkClick r:id="R7defd096202d490fad1c1d092c66f132"/>
              </a:rPr>
              <a:t>PPT</a:t>
            </a:r>
            <a:r>
              <a:rPr lang="zh-CN" altLang="en-US" sz="100">
                <a:latin typeface="微软雅黑" pitchFamily="34" charset="-122"/>
                <a:ea typeface="微软雅黑" pitchFamily="34" charset="-122"/>
                <a:hlinkClick r:id="R7defd096202d490fad1c1d092c66f132"/>
              </a:rPr>
              <a:t>模板</a:t>
            </a:r>
            <a:r>
              <a:rPr lang="en-US" altLang="zh-CN" sz="100">
                <a:latin typeface="微软雅黑" pitchFamily="34" charset="-122"/>
                <a:ea typeface="微软雅黑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191068759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5608264"/>
      </p:ext>
    </p:extLst>
  </p:cSld>
  <p:clrMapOvr>
    <a:masterClrMapping/>
  </p:clrMapOvr>
  <p:transition/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271a07c30a84e25" /><Relationship Type="http://schemas.openxmlformats.org/officeDocument/2006/relationships/slideLayout" Target="/ppt/slideLayouts/slideLayout1.xml" Id="R7c94b1bc89a84200" /><Relationship Type="http://schemas.openxmlformats.org/officeDocument/2006/relationships/slideLayout" Target="/ppt/slideLayouts/slideLayout2.xml" Id="Rf34e722fbee34112" /><Relationship Type="http://schemas.openxmlformats.org/officeDocument/2006/relationships/slideLayout" Target="/ppt/slideLayouts/slideLayout3.xml" Id="R60689f3f922d478b" /><Relationship Type="http://schemas.openxmlformats.org/officeDocument/2006/relationships/slideLayout" Target="/ppt/slideLayouts/slideLayout4.xml" Id="R09cc9d1a6de14517" /><Relationship Type="http://schemas.openxmlformats.org/officeDocument/2006/relationships/slideLayout" Target="/ppt/slideLayouts/slideLayout5.xml" Id="R45cd23dc770646fa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>
            <a:extLst>
              <a:ext uri="{FF2B5EF4-FFF2-40B4-BE49-F238E27FC236}">
                <a16:creationId xmlns:a16="http://schemas.microsoft.com/office/drawing/2014/main" id="{8D6A44A0-3DA0-B5BC-7108-3A5ED3277E5B}"/>
              </a:ext>
            </a:extLst>
          </p:cNvPr>
          <p:cNvSpPr txBox="1"/>
          <p:nvPr userDrawn="1"/>
        </p:nvSpPr>
        <p:spPr>
          <a:xfrm>
            <a:off x="10734675" y="3952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2DEDA7-CF6A-74D3-138D-1AE2FCEC7D31}"/>
              </a:ext>
            </a:extLst>
          </p:cNvPr>
          <p:cNvGrpSpPr/>
          <p:nvPr userDrawn="1"/>
        </p:nvGrpSpPr>
        <p:grpSpPr>
          <a:xfrm>
            <a:off x="386445" y="55323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2F985219-2399-E7BF-4E68-E43A19478120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3AAAB0C-006D-F11D-2738-55A94040BA76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图形 37">
            <a:extLst>
              <a:ext uri="{FF2B5EF4-FFF2-40B4-BE49-F238E27FC236}">
                <a16:creationId xmlns:a16="http://schemas.microsoft.com/office/drawing/2014/main" id="{D6CBB39C-F36A-A897-9FE5-864608C2A24E}"/>
              </a:ext>
            </a:extLst>
          </p:cNvPr>
          <p:cNvGrpSpPr/>
          <p:nvPr userDrawn="1"/>
        </p:nvGrpSpPr>
        <p:grpSpPr>
          <a:xfrm>
            <a:off x="386446" y="6212133"/>
            <a:ext cx="1049564" cy="199985"/>
            <a:chOff x="10302334" y="6154987"/>
            <a:chExt cx="1400239" cy="266803"/>
          </a:xfrm>
          <a:solidFill>
            <a:schemeClr val="accent1"/>
          </a:solidFill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E5AF71A7-B9FF-4959-4D46-BC98CFF95B7D}"/>
                </a:ext>
              </a:extLst>
            </p:cNvPr>
            <p:cNvSpPr/>
            <p:nvPr/>
          </p:nvSpPr>
          <p:spPr>
            <a:xfrm>
              <a:off x="11049858" y="6154987"/>
              <a:ext cx="266803" cy="266803"/>
            </a:xfrm>
            <a:custGeom>
              <a:avLst/>
              <a:gdLst>
                <a:gd name="connsiteX0" fmla="*/ 133402 w 266803"/>
                <a:gd name="connsiteY0" fmla="*/ 0 h 266803"/>
                <a:gd name="connsiteX1" fmla="*/ 0 w 266803"/>
                <a:gd name="connsiteY1" fmla="*/ 133402 h 266803"/>
                <a:gd name="connsiteX2" fmla="*/ 0 w 266803"/>
                <a:gd name="connsiteY2" fmla="*/ 133402 h 266803"/>
                <a:gd name="connsiteX3" fmla="*/ 133402 w 266803"/>
                <a:gd name="connsiteY3" fmla="*/ 266803 h 266803"/>
                <a:gd name="connsiteX4" fmla="*/ 266803 w 266803"/>
                <a:gd name="connsiteY4" fmla="*/ 133402 h 266803"/>
                <a:gd name="connsiteX5" fmla="*/ 266803 w 266803"/>
                <a:gd name="connsiteY5" fmla="*/ 133402 h 266803"/>
                <a:gd name="connsiteX6" fmla="*/ 133402 w 266803"/>
                <a:gd name="connsiteY6" fmla="*/ 0 h 266803"/>
                <a:gd name="connsiteX7" fmla="*/ 190097 w 266803"/>
                <a:gd name="connsiteY7" fmla="*/ 104339 h 266803"/>
                <a:gd name="connsiteX8" fmla="*/ 107198 w 266803"/>
                <a:gd name="connsiteY8" fmla="*/ 191050 h 266803"/>
                <a:gd name="connsiteX9" fmla="*/ 62413 w 266803"/>
                <a:gd name="connsiteY9" fmla="*/ 177710 h 266803"/>
                <a:gd name="connsiteX10" fmla="*/ 105768 w 266803"/>
                <a:gd name="connsiteY10" fmla="*/ 165799 h 266803"/>
                <a:gd name="connsiteX11" fmla="*/ 78612 w 266803"/>
                <a:gd name="connsiteY11" fmla="*/ 145312 h 266803"/>
                <a:gd name="connsiteX12" fmla="*/ 91952 w 266803"/>
                <a:gd name="connsiteY12" fmla="*/ 144836 h 266803"/>
                <a:gd name="connsiteX13" fmla="*/ 68607 w 266803"/>
                <a:gd name="connsiteY13" fmla="*/ 115773 h 266803"/>
                <a:gd name="connsiteX14" fmla="*/ 81947 w 266803"/>
                <a:gd name="connsiteY14" fmla="*/ 119585 h 266803"/>
                <a:gd name="connsiteX15" fmla="*/ 72894 w 266803"/>
                <a:gd name="connsiteY15" fmla="*/ 80517 h 266803"/>
                <a:gd name="connsiteX16" fmla="*/ 132925 w 266803"/>
                <a:gd name="connsiteY16" fmla="*/ 111009 h 266803"/>
                <a:gd name="connsiteX17" fmla="*/ 161511 w 266803"/>
                <a:gd name="connsiteY17" fmla="*/ 75277 h 266803"/>
                <a:gd name="connsiteX18" fmla="*/ 182951 w 266803"/>
                <a:gd name="connsiteY18" fmla="*/ 84329 h 266803"/>
                <a:gd name="connsiteX19" fmla="*/ 201532 w 266803"/>
                <a:gd name="connsiteY19" fmla="*/ 77182 h 266803"/>
                <a:gd name="connsiteX20" fmla="*/ 188668 w 266803"/>
                <a:gd name="connsiteY20" fmla="*/ 93381 h 266803"/>
                <a:gd name="connsiteX21" fmla="*/ 205343 w 266803"/>
                <a:gd name="connsiteY21" fmla="*/ 88617 h 266803"/>
                <a:gd name="connsiteX22" fmla="*/ 190097 w 266803"/>
                <a:gd name="connsiteY22" fmla="*/ 104339 h 26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6803" h="266803">
                  <a:moveTo>
                    <a:pt x="133402" y="0"/>
                  </a:moveTo>
                  <a:cubicBezTo>
                    <a:pt x="59554" y="0"/>
                    <a:pt x="0" y="60031"/>
                    <a:pt x="0" y="133402"/>
                  </a:cubicBezTo>
                  <a:lnTo>
                    <a:pt x="0" y="133402"/>
                  </a:lnTo>
                  <a:cubicBezTo>
                    <a:pt x="0" y="207249"/>
                    <a:pt x="60031" y="266803"/>
                    <a:pt x="133402" y="266803"/>
                  </a:cubicBezTo>
                  <a:cubicBezTo>
                    <a:pt x="207249" y="266803"/>
                    <a:pt x="266803" y="206772"/>
                    <a:pt x="266803" y="133402"/>
                  </a:cubicBezTo>
                  <a:lnTo>
                    <a:pt x="266803" y="133402"/>
                  </a:lnTo>
                  <a:cubicBezTo>
                    <a:pt x="266803" y="60031"/>
                    <a:pt x="207249" y="0"/>
                    <a:pt x="133402" y="0"/>
                  </a:cubicBezTo>
                  <a:close/>
                  <a:moveTo>
                    <a:pt x="190097" y="104339"/>
                  </a:moveTo>
                  <a:cubicBezTo>
                    <a:pt x="192003" y="145312"/>
                    <a:pt x="161511" y="191050"/>
                    <a:pt x="107198" y="191050"/>
                  </a:cubicBezTo>
                  <a:cubicBezTo>
                    <a:pt x="90522" y="191050"/>
                    <a:pt x="75277" y="186286"/>
                    <a:pt x="62413" y="177710"/>
                  </a:cubicBezTo>
                  <a:cubicBezTo>
                    <a:pt x="78135" y="179616"/>
                    <a:pt x="93381" y="175328"/>
                    <a:pt x="105768" y="165799"/>
                  </a:cubicBezTo>
                  <a:cubicBezTo>
                    <a:pt x="92905" y="165799"/>
                    <a:pt x="82423" y="157223"/>
                    <a:pt x="78612" y="145312"/>
                  </a:cubicBezTo>
                  <a:cubicBezTo>
                    <a:pt x="83376" y="146265"/>
                    <a:pt x="87664" y="145789"/>
                    <a:pt x="91952" y="144836"/>
                  </a:cubicBezTo>
                  <a:cubicBezTo>
                    <a:pt x="78135" y="141977"/>
                    <a:pt x="68130" y="129590"/>
                    <a:pt x="68607" y="115773"/>
                  </a:cubicBezTo>
                  <a:cubicBezTo>
                    <a:pt x="72418" y="118156"/>
                    <a:pt x="77182" y="119108"/>
                    <a:pt x="81947" y="119585"/>
                  </a:cubicBezTo>
                  <a:cubicBezTo>
                    <a:pt x="69083" y="111009"/>
                    <a:pt x="65272" y="93857"/>
                    <a:pt x="72894" y="80517"/>
                  </a:cubicBezTo>
                  <a:cubicBezTo>
                    <a:pt x="87187" y="98145"/>
                    <a:pt x="108627" y="110056"/>
                    <a:pt x="132925" y="111009"/>
                  </a:cubicBezTo>
                  <a:cubicBezTo>
                    <a:pt x="128637" y="92905"/>
                    <a:pt x="142454" y="75277"/>
                    <a:pt x="161511" y="75277"/>
                  </a:cubicBezTo>
                  <a:cubicBezTo>
                    <a:pt x="170087" y="75277"/>
                    <a:pt x="177710" y="78612"/>
                    <a:pt x="182951" y="84329"/>
                  </a:cubicBezTo>
                  <a:cubicBezTo>
                    <a:pt x="189621" y="82900"/>
                    <a:pt x="195814" y="80517"/>
                    <a:pt x="201532" y="77182"/>
                  </a:cubicBezTo>
                  <a:cubicBezTo>
                    <a:pt x="199149" y="83852"/>
                    <a:pt x="194862" y="89570"/>
                    <a:pt x="188668" y="93381"/>
                  </a:cubicBezTo>
                  <a:cubicBezTo>
                    <a:pt x="194385" y="92905"/>
                    <a:pt x="200102" y="90999"/>
                    <a:pt x="205343" y="88617"/>
                  </a:cubicBezTo>
                  <a:cubicBezTo>
                    <a:pt x="200579" y="95287"/>
                    <a:pt x="195814" y="100528"/>
                    <a:pt x="190097" y="104339"/>
                  </a:cubicBez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297B0E1-A2B4-6212-EEDD-5FEF58A06687}"/>
                </a:ext>
              </a:extLst>
            </p:cNvPr>
            <p:cNvSpPr/>
            <p:nvPr/>
          </p:nvSpPr>
          <p:spPr>
            <a:xfrm>
              <a:off x="10302334" y="6154987"/>
              <a:ext cx="266805" cy="266803"/>
            </a:xfrm>
            <a:custGeom>
              <a:avLst/>
              <a:gdLst>
                <a:gd name="connsiteX0" fmla="*/ 133402 w 266805"/>
                <a:gd name="connsiteY0" fmla="*/ 0 h 266803"/>
                <a:gd name="connsiteX1" fmla="*/ 133402 w 266805"/>
                <a:gd name="connsiteY1" fmla="*/ 0 h 266803"/>
                <a:gd name="connsiteX2" fmla="*/ 0 w 266805"/>
                <a:gd name="connsiteY2" fmla="*/ 133402 h 266803"/>
                <a:gd name="connsiteX3" fmla="*/ 0 w 266805"/>
                <a:gd name="connsiteY3" fmla="*/ 133402 h 266803"/>
                <a:gd name="connsiteX4" fmla="*/ 133402 w 266805"/>
                <a:gd name="connsiteY4" fmla="*/ 266803 h 266803"/>
                <a:gd name="connsiteX5" fmla="*/ 133402 w 266805"/>
                <a:gd name="connsiteY5" fmla="*/ 266803 h 266803"/>
                <a:gd name="connsiteX6" fmla="*/ 266803 w 266805"/>
                <a:gd name="connsiteY6" fmla="*/ 133402 h 266803"/>
                <a:gd name="connsiteX7" fmla="*/ 266803 w 266805"/>
                <a:gd name="connsiteY7" fmla="*/ 133402 h 266803"/>
                <a:gd name="connsiteX8" fmla="*/ 133402 w 266805"/>
                <a:gd name="connsiteY8" fmla="*/ 0 h 266803"/>
                <a:gd name="connsiteX9" fmla="*/ 171040 w 266805"/>
                <a:gd name="connsiteY9" fmla="*/ 80994 h 266803"/>
                <a:gd name="connsiteX10" fmla="*/ 153412 w 266805"/>
                <a:gd name="connsiteY10" fmla="*/ 80994 h 266803"/>
                <a:gd name="connsiteX11" fmla="*/ 145789 w 266805"/>
                <a:gd name="connsiteY11" fmla="*/ 90046 h 266803"/>
                <a:gd name="connsiteX12" fmla="*/ 145789 w 266805"/>
                <a:gd name="connsiteY12" fmla="*/ 105768 h 266803"/>
                <a:gd name="connsiteX13" fmla="*/ 171040 w 266805"/>
                <a:gd name="connsiteY13" fmla="*/ 105768 h 266803"/>
                <a:gd name="connsiteX14" fmla="*/ 168658 w 266805"/>
                <a:gd name="connsiteY14" fmla="*/ 132925 h 266803"/>
                <a:gd name="connsiteX15" fmla="*/ 145789 w 266805"/>
                <a:gd name="connsiteY15" fmla="*/ 132925 h 266803"/>
                <a:gd name="connsiteX16" fmla="*/ 145789 w 266805"/>
                <a:gd name="connsiteY16" fmla="*/ 214395 h 266803"/>
                <a:gd name="connsiteX17" fmla="*/ 113391 w 266805"/>
                <a:gd name="connsiteY17" fmla="*/ 214395 h 266803"/>
                <a:gd name="connsiteX18" fmla="*/ 113391 w 266805"/>
                <a:gd name="connsiteY18" fmla="*/ 133402 h 266803"/>
                <a:gd name="connsiteX19" fmla="*/ 96240 w 266805"/>
                <a:gd name="connsiteY19" fmla="*/ 133402 h 266803"/>
                <a:gd name="connsiteX20" fmla="*/ 96240 w 266805"/>
                <a:gd name="connsiteY20" fmla="*/ 105768 h 266803"/>
                <a:gd name="connsiteX21" fmla="*/ 113391 w 266805"/>
                <a:gd name="connsiteY21" fmla="*/ 105768 h 266803"/>
                <a:gd name="connsiteX22" fmla="*/ 113391 w 266805"/>
                <a:gd name="connsiteY22" fmla="*/ 83852 h 266803"/>
                <a:gd name="connsiteX23" fmla="*/ 148647 w 266805"/>
                <a:gd name="connsiteY23" fmla="*/ 52884 h 266803"/>
                <a:gd name="connsiteX24" fmla="*/ 171040 w 266805"/>
                <a:gd name="connsiteY24" fmla="*/ 52884 h 266803"/>
                <a:gd name="connsiteX25" fmla="*/ 171040 w 266805"/>
                <a:gd name="connsiteY25" fmla="*/ 80994 h 26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805" h="266803">
                  <a:moveTo>
                    <a:pt x="133402" y="0"/>
                  </a:moveTo>
                  <a:lnTo>
                    <a:pt x="133402" y="0"/>
                  </a:lnTo>
                  <a:cubicBezTo>
                    <a:pt x="60031" y="0"/>
                    <a:pt x="0" y="60031"/>
                    <a:pt x="0" y="133402"/>
                  </a:cubicBezTo>
                  <a:lnTo>
                    <a:pt x="0" y="133402"/>
                  </a:lnTo>
                  <a:cubicBezTo>
                    <a:pt x="0" y="207249"/>
                    <a:pt x="60031" y="266803"/>
                    <a:pt x="133402" y="266803"/>
                  </a:cubicBezTo>
                  <a:lnTo>
                    <a:pt x="133402" y="266803"/>
                  </a:lnTo>
                  <a:cubicBezTo>
                    <a:pt x="207249" y="266803"/>
                    <a:pt x="266803" y="206772"/>
                    <a:pt x="266803" y="133402"/>
                  </a:cubicBezTo>
                  <a:lnTo>
                    <a:pt x="266803" y="133402"/>
                  </a:lnTo>
                  <a:cubicBezTo>
                    <a:pt x="267279" y="60031"/>
                    <a:pt x="207249" y="0"/>
                    <a:pt x="133402" y="0"/>
                  </a:cubicBezTo>
                  <a:close/>
                  <a:moveTo>
                    <a:pt x="171040" y="80994"/>
                  </a:moveTo>
                  <a:cubicBezTo>
                    <a:pt x="171040" y="80994"/>
                    <a:pt x="158653" y="80994"/>
                    <a:pt x="153412" y="80994"/>
                  </a:cubicBezTo>
                  <a:cubicBezTo>
                    <a:pt x="147218" y="80994"/>
                    <a:pt x="145789" y="83376"/>
                    <a:pt x="145789" y="90046"/>
                  </a:cubicBezTo>
                  <a:cubicBezTo>
                    <a:pt x="145789" y="95287"/>
                    <a:pt x="145789" y="105768"/>
                    <a:pt x="145789" y="105768"/>
                  </a:cubicBezTo>
                  <a:lnTo>
                    <a:pt x="171040" y="105768"/>
                  </a:lnTo>
                  <a:lnTo>
                    <a:pt x="168658" y="132925"/>
                  </a:lnTo>
                  <a:lnTo>
                    <a:pt x="145789" y="132925"/>
                  </a:lnTo>
                  <a:lnTo>
                    <a:pt x="145789" y="214395"/>
                  </a:lnTo>
                  <a:lnTo>
                    <a:pt x="113391" y="214395"/>
                  </a:lnTo>
                  <a:lnTo>
                    <a:pt x="113391" y="133402"/>
                  </a:lnTo>
                  <a:lnTo>
                    <a:pt x="96240" y="133402"/>
                  </a:lnTo>
                  <a:lnTo>
                    <a:pt x="96240" y="105768"/>
                  </a:lnTo>
                  <a:lnTo>
                    <a:pt x="113391" y="105768"/>
                  </a:lnTo>
                  <a:cubicBezTo>
                    <a:pt x="113391" y="105768"/>
                    <a:pt x="113391" y="101957"/>
                    <a:pt x="113391" y="83852"/>
                  </a:cubicBezTo>
                  <a:cubicBezTo>
                    <a:pt x="113391" y="63366"/>
                    <a:pt x="124349" y="52884"/>
                    <a:pt x="148647" y="52884"/>
                  </a:cubicBezTo>
                  <a:cubicBezTo>
                    <a:pt x="152459" y="52884"/>
                    <a:pt x="171040" y="52884"/>
                    <a:pt x="171040" y="52884"/>
                  </a:cubicBezTo>
                  <a:lnTo>
                    <a:pt x="171040" y="80994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7" name="图形 37">
              <a:extLst>
                <a:ext uri="{FF2B5EF4-FFF2-40B4-BE49-F238E27FC236}">
                  <a16:creationId xmlns:a16="http://schemas.microsoft.com/office/drawing/2014/main" id="{A8582EF6-3BCA-76B7-0E89-6496EB04B69E}"/>
                </a:ext>
              </a:extLst>
            </p:cNvPr>
            <p:cNvGrpSpPr/>
            <p:nvPr/>
          </p:nvGrpSpPr>
          <p:grpSpPr>
            <a:xfrm>
              <a:off x="10671570" y="6154987"/>
              <a:ext cx="266803" cy="266803"/>
              <a:chOff x="10671570" y="6154987"/>
              <a:chExt cx="266803" cy="266803"/>
            </a:xfrm>
            <a:grpFill/>
          </p:grpSpPr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C0208E39-301F-D819-84AE-726645406535}"/>
                  </a:ext>
                </a:extLst>
              </p:cNvPr>
              <p:cNvSpPr/>
              <p:nvPr/>
            </p:nvSpPr>
            <p:spPr>
              <a:xfrm>
                <a:off x="10780673" y="6264090"/>
                <a:ext cx="48596" cy="48596"/>
              </a:xfrm>
              <a:custGeom>
                <a:avLst/>
                <a:gdLst>
                  <a:gd name="connsiteX0" fmla="*/ 24298 w 48596"/>
                  <a:gd name="connsiteY0" fmla="*/ 0 h 48596"/>
                  <a:gd name="connsiteX1" fmla="*/ 0 w 48596"/>
                  <a:gd name="connsiteY1" fmla="*/ 24298 h 48596"/>
                  <a:gd name="connsiteX2" fmla="*/ 24298 w 48596"/>
                  <a:gd name="connsiteY2" fmla="*/ 48596 h 48596"/>
                  <a:gd name="connsiteX3" fmla="*/ 48596 w 48596"/>
                  <a:gd name="connsiteY3" fmla="*/ 24298 h 48596"/>
                  <a:gd name="connsiteX4" fmla="*/ 24298 w 48596"/>
                  <a:gd name="connsiteY4" fmla="*/ 0 h 48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596" h="48596">
                    <a:moveTo>
                      <a:pt x="24298" y="0"/>
                    </a:moveTo>
                    <a:cubicBezTo>
                      <a:pt x="10958" y="0"/>
                      <a:pt x="0" y="10958"/>
                      <a:pt x="0" y="24298"/>
                    </a:cubicBezTo>
                    <a:cubicBezTo>
                      <a:pt x="0" y="37638"/>
                      <a:pt x="10958" y="48596"/>
                      <a:pt x="24298" y="48596"/>
                    </a:cubicBezTo>
                    <a:cubicBezTo>
                      <a:pt x="37638" y="48596"/>
                      <a:pt x="48596" y="37638"/>
                      <a:pt x="48596" y="24298"/>
                    </a:cubicBezTo>
                    <a:cubicBezTo>
                      <a:pt x="48596" y="10958"/>
                      <a:pt x="37638" y="0"/>
                      <a:pt x="24298" y="0"/>
                    </a:cubicBez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" name="任意多边形: 形状 29">
                <a:extLst>
                  <a:ext uri="{FF2B5EF4-FFF2-40B4-BE49-F238E27FC236}">
                    <a16:creationId xmlns:a16="http://schemas.microsoft.com/office/drawing/2014/main" id="{9DEACD57-10A5-A4D1-4DC3-B5E201BC9B14}"/>
                  </a:ext>
                </a:extLst>
              </p:cNvPr>
              <p:cNvSpPr/>
              <p:nvPr/>
            </p:nvSpPr>
            <p:spPr>
              <a:xfrm>
                <a:off x="10671570" y="6154987"/>
                <a:ext cx="266803" cy="266803"/>
              </a:xfrm>
              <a:custGeom>
                <a:avLst/>
                <a:gdLst>
                  <a:gd name="connsiteX0" fmla="*/ 133402 w 266803"/>
                  <a:gd name="connsiteY0" fmla="*/ 0 h 266803"/>
                  <a:gd name="connsiteX1" fmla="*/ 0 w 266803"/>
                  <a:gd name="connsiteY1" fmla="*/ 133402 h 266803"/>
                  <a:gd name="connsiteX2" fmla="*/ 0 w 266803"/>
                  <a:gd name="connsiteY2" fmla="*/ 133402 h 266803"/>
                  <a:gd name="connsiteX3" fmla="*/ 133402 w 266803"/>
                  <a:gd name="connsiteY3" fmla="*/ 266803 h 266803"/>
                  <a:gd name="connsiteX4" fmla="*/ 266803 w 266803"/>
                  <a:gd name="connsiteY4" fmla="*/ 133402 h 266803"/>
                  <a:gd name="connsiteX5" fmla="*/ 266803 w 266803"/>
                  <a:gd name="connsiteY5" fmla="*/ 133402 h 266803"/>
                  <a:gd name="connsiteX6" fmla="*/ 133402 w 266803"/>
                  <a:gd name="connsiteY6" fmla="*/ 0 h 266803"/>
                  <a:gd name="connsiteX7" fmla="*/ 205819 w 266803"/>
                  <a:gd name="connsiteY7" fmla="*/ 163893 h 266803"/>
                  <a:gd name="connsiteX8" fmla="*/ 202484 w 266803"/>
                  <a:gd name="connsiteY8" fmla="*/ 181521 h 266803"/>
                  <a:gd name="connsiteX9" fmla="*/ 193909 w 266803"/>
                  <a:gd name="connsiteY9" fmla="*/ 194385 h 266803"/>
                  <a:gd name="connsiteX10" fmla="*/ 181045 w 266803"/>
                  <a:gd name="connsiteY10" fmla="*/ 202961 h 266803"/>
                  <a:gd name="connsiteX11" fmla="*/ 163417 w 266803"/>
                  <a:gd name="connsiteY11" fmla="*/ 206296 h 266803"/>
                  <a:gd name="connsiteX12" fmla="*/ 133402 w 266803"/>
                  <a:gd name="connsiteY12" fmla="*/ 206772 h 266803"/>
                  <a:gd name="connsiteX13" fmla="*/ 103386 w 266803"/>
                  <a:gd name="connsiteY13" fmla="*/ 206296 h 266803"/>
                  <a:gd name="connsiteX14" fmla="*/ 85758 w 266803"/>
                  <a:gd name="connsiteY14" fmla="*/ 202961 h 266803"/>
                  <a:gd name="connsiteX15" fmla="*/ 72894 w 266803"/>
                  <a:gd name="connsiteY15" fmla="*/ 194385 h 266803"/>
                  <a:gd name="connsiteX16" fmla="*/ 64319 w 266803"/>
                  <a:gd name="connsiteY16" fmla="*/ 181521 h 266803"/>
                  <a:gd name="connsiteX17" fmla="*/ 60984 w 266803"/>
                  <a:gd name="connsiteY17" fmla="*/ 163893 h 266803"/>
                  <a:gd name="connsiteX18" fmla="*/ 60507 w 266803"/>
                  <a:gd name="connsiteY18" fmla="*/ 133878 h 266803"/>
                  <a:gd name="connsiteX19" fmla="*/ 60984 w 266803"/>
                  <a:gd name="connsiteY19" fmla="*/ 103863 h 266803"/>
                  <a:gd name="connsiteX20" fmla="*/ 64319 w 266803"/>
                  <a:gd name="connsiteY20" fmla="*/ 86235 h 266803"/>
                  <a:gd name="connsiteX21" fmla="*/ 72894 w 266803"/>
                  <a:gd name="connsiteY21" fmla="*/ 73371 h 266803"/>
                  <a:gd name="connsiteX22" fmla="*/ 85758 w 266803"/>
                  <a:gd name="connsiteY22" fmla="*/ 64795 h 266803"/>
                  <a:gd name="connsiteX23" fmla="*/ 103386 w 266803"/>
                  <a:gd name="connsiteY23" fmla="*/ 61460 h 266803"/>
                  <a:gd name="connsiteX24" fmla="*/ 133402 w 266803"/>
                  <a:gd name="connsiteY24" fmla="*/ 60984 h 266803"/>
                  <a:gd name="connsiteX25" fmla="*/ 163417 w 266803"/>
                  <a:gd name="connsiteY25" fmla="*/ 61460 h 266803"/>
                  <a:gd name="connsiteX26" fmla="*/ 181045 w 266803"/>
                  <a:gd name="connsiteY26" fmla="*/ 64795 h 266803"/>
                  <a:gd name="connsiteX27" fmla="*/ 193909 w 266803"/>
                  <a:gd name="connsiteY27" fmla="*/ 73371 h 266803"/>
                  <a:gd name="connsiteX28" fmla="*/ 202484 w 266803"/>
                  <a:gd name="connsiteY28" fmla="*/ 86235 h 266803"/>
                  <a:gd name="connsiteX29" fmla="*/ 205819 w 266803"/>
                  <a:gd name="connsiteY29" fmla="*/ 103863 h 266803"/>
                  <a:gd name="connsiteX30" fmla="*/ 206296 w 266803"/>
                  <a:gd name="connsiteY30" fmla="*/ 133878 h 266803"/>
                  <a:gd name="connsiteX31" fmla="*/ 205819 w 266803"/>
                  <a:gd name="connsiteY31" fmla="*/ 163893 h 266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66803" h="266803">
                    <a:moveTo>
                      <a:pt x="133402" y="0"/>
                    </a:moveTo>
                    <a:cubicBezTo>
                      <a:pt x="59554" y="0"/>
                      <a:pt x="0" y="60031"/>
                      <a:pt x="0" y="133402"/>
                    </a:cubicBezTo>
                    <a:lnTo>
                      <a:pt x="0" y="133402"/>
                    </a:lnTo>
                    <a:cubicBezTo>
                      <a:pt x="0" y="207249"/>
                      <a:pt x="60031" y="266803"/>
                      <a:pt x="133402" y="266803"/>
                    </a:cubicBezTo>
                    <a:cubicBezTo>
                      <a:pt x="207249" y="266803"/>
                      <a:pt x="266803" y="206772"/>
                      <a:pt x="266803" y="133402"/>
                    </a:cubicBezTo>
                    <a:lnTo>
                      <a:pt x="266803" y="133402"/>
                    </a:lnTo>
                    <a:cubicBezTo>
                      <a:pt x="266803" y="60031"/>
                      <a:pt x="206772" y="0"/>
                      <a:pt x="133402" y="0"/>
                    </a:cubicBezTo>
                    <a:close/>
                    <a:moveTo>
                      <a:pt x="205819" y="163893"/>
                    </a:moveTo>
                    <a:cubicBezTo>
                      <a:pt x="205343" y="171516"/>
                      <a:pt x="204390" y="177233"/>
                      <a:pt x="202484" y="181521"/>
                    </a:cubicBezTo>
                    <a:cubicBezTo>
                      <a:pt x="200579" y="186286"/>
                      <a:pt x="198197" y="190574"/>
                      <a:pt x="193909" y="194385"/>
                    </a:cubicBezTo>
                    <a:cubicBezTo>
                      <a:pt x="189621" y="198673"/>
                      <a:pt x="185809" y="201055"/>
                      <a:pt x="181045" y="202961"/>
                    </a:cubicBezTo>
                    <a:cubicBezTo>
                      <a:pt x="176281" y="204867"/>
                      <a:pt x="171040" y="205819"/>
                      <a:pt x="163417" y="206296"/>
                    </a:cubicBezTo>
                    <a:cubicBezTo>
                      <a:pt x="155794" y="206772"/>
                      <a:pt x="152935" y="206772"/>
                      <a:pt x="133402" y="206772"/>
                    </a:cubicBezTo>
                    <a:cubicBezTo>
                      <a:pt x="113391" y="206772"/>
                      <a:pt x="111009" y="206772"/>
                      <a:pt x="103386" y="206296"/>
                    </a:cubicBezTo>
                    <a:cubicBezTo>
                      <a:pt x="95763" y="205819"/>
                      <a:pt x="90046" y="204867"/>
                      <a:pt x="85758" y="202961"/>
                    </a:cubicBezTo>
                    <a:cubicBezTo>
                      <a:pt x="80994" y="201055"/>
                      <a:pt x="76706" y="198673"/>
                      <a:pt x="72894" y="194385"/>
                    </a:cubicBezTo>
                    <a:cubicBezTo>
                      <a:pt x="68607" y="190097"/>
                      <a:pt x="66224" y="186286"/>
                      <a:pt x="64319" y="181521"/>
                    </a:cubicBezTo>
                    <a:cubicBezTo>
                      <a:pt x="62413" y="176757"/>
                      <a:pt x="61460" y="171516"/>
                      <a:pt x="60984" y="163893"/>
                    </a:cubicBezTo>
                    <a:cubicBezTo>
                      <a:pt x="60507" y="156270"/>
                      <a:pt x="60507" y="153412"/>
                      <a:pt x="60507" y="133878"/>
                    </a:cubicBezTo>
                    <a:cubicBezTo>
                      <a:pt x="60507" y="113868"/>
                      <a:pt x="60507" y="111486"/>
                      <a:pt x="60984" y="103863"/>
                    </a:cubicBezTo>
                    <a:cubicBezTo>
                      <a:pt x="61460" y="96240"/>
                      <a:pt x="62413" y="90522"/>
                      <a:pt x="64319" y="86235"/>
                    </a:cubicBezTo>
                    <a:cubicBezTo>
                      <a:pt x="66224" y="81470"/>
                      <a:pt x="68607" y="77182"/>
                      <a:pt x="72894" y="73371"/>
                    </a:cubicBezTo>
                    <a:cubicBezTo>
                      <a:pt x="77182" y="69083"/>
                      <a:pt x="80994" y="66701"/>
                      <a:pt x="85758" y="64795"/>
                    </a:cubicBezTo>
                    <a:cubicBezTo>
                      <a:pt x="90522" y="62889"/>
                      <a:pt x="95763" y="61936"/>
                      <a:pt x="103386" y="61460"/>
                    </a:cubicBezTo>
                    <a:cubicBezTo>
                      <a:pt x="111009" y="60984"/>
                      <a:pt x="113868" y="60984"/>
                      <a:pt x="133402" y="60984"/>
                    </a:cubicBezTo>
                    <a:cubicBezTo>
                      <a:pt x="153412" y="60984"/>
                      <a:pt x="155794" y="60984"/>
                      <a:pt x="163417" y="61460"/>
                    </a:cubicBezTo>
                    <a:cubicBezTo>
                      <a:pt x="171040" y="61936"/>
                      <a:pt x="176757" y="62889"/>
                      <a:pt x="181045" y="64795"/>
                    </a:cubicBezTo>
                    <a:cubicBezTo>
                      <a:pt x="185809" y="66701"/>
                      <a:pt x="190097" y="69083"/>
                      <a:pt x="193909" y="73371"/>
                    </a:cubicBezTo>
                    <a:cubicBezTo>
                      <a:pt x="198197" y="77659"/>
                      <a:pt x="200579" y="81470"/>
                      <a:pt x="202484" y="86235"/>
                    </a:cubicBezTo>
                    <a:cubicBezTo>
                      <a:pt x="204390" y="90999"/>
                      <a:pt x="205343" y="96240"/>
                      <a:pt x="205819" y="103863"/>
                    </a:cubicBezTo>
                    <a:cubicBezTo>
                      <a:pt x="206296" y="111486"/>
                      <a:pt x="206296" y="114344"/>
                      <a:pt x="206296" y="133878"/>
                    </a:cubicBezTo>
                    <a:cubicBezTo>
                      <a:pt x="206296" y="153412"/>
                      <a:pt x="206296" y="155794"/>
                      <a:pt x="205819" y="163893"/>
                    </a:cubicBez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1" name="任意多边形: 形状 30">
                <a:extLst>
                  <a:ext uri="{FF2B5EF4-FFF2-40B4-BE49-F238E27FC236}">
                    <a16:creationId xmlns:a16="http://schemas.microsoft.com/office/drawing/2014/main" id="{51B810FF-948A-9833-39A9-7E4FBAFF8B13}"/>
                  </a:ext>
                </a:extLst>
              </p:cNvPr>
              <p:cNvSpPr/>
              <p:nvPr/>
            </p:nvSpPr>
            <p:spPr>
              <a:xfrm>
                <a:off x="10743511" y="6228834"/>
                <a:ext cx="121014" cy="120061"/>
              </a:xfrm>
              <a:custGeom>
                <a:avLst/>
                <a:gdLst>
                  <a:gd name="connsiteX0" fmla="*/ 118156 w 121014"/>
                  <a:gd name="connsiteY0" fmla="*/ 16675 h 120061"/>
                  <a:gd name="connsiteX1" fmla="*/ 112438 w 121014"/>
                  <a:gd name="connsiteY1" fmla="*/ 8099 h 120061"/>
                  <a:gd name="connsiteX2" fmla="*/ 103863 w 121014"/>
                  <a:gd name="connsiteY2" fmla="*/ 2859 h 120061"/>
                  <a:gd name="connsiteX3" fmla="*/ 90046 w 121014"/>
                  <a:gd name="connsiteY3" fmla="*/ 476 h 120061"/>
                  <a:gd name="connsiteX4" fmla="*/ 60507 w 121014"/>
                  <a:gd name="connsiteY4" fmla="*/ 0 h 120061"/>
                  <a:gd name="connsiteX5" fmla="*/ 30968 w 121014"/>
                  <a:gd name="connsiteY5" fmla="*/ 476 h 120061"/>
                  <a:gd name="connsiteX6" fmla="*/ 17152 w 121014"/>
                  <a:gd name="connsiteY6" fmla="*/ 2859 h 120061"/>
                  <a:gd name="connsiteX7" fmla="*/ 8576 w 121014"/>
                  <a:gd name="connsiteY7" fmla="*/ 8099 h 120061"/>
                  <a:gd name="connsiteX8" fmla="*/ 2859 w 121014"/>
                  <a:gd name="connsiteY8" fmla="*/ 16675 h 120061"/>
                  <a:gd name="connsiteX9" fmla="*/ 476 w 121014"/>
                  <a:gd name="connsiteY9" fmla="*/ 30492 h 120061"/>
                  <a:gd name="connsiteX10" fmla="*/ 0 w 121014"/>
                  <a:gd name="connsiteY10" fmla="*/ 60031 h 120061"/>
                  <a:gd name="connsiteX11" fmla="*/ 476 w 121014"/>
                  <a:gd name="connsiteY11" fmla="*/ 89570 h 120061"/>
                  <a:gd name="connsiteX12" fmla="*/ 2859 w 121014"/>
                  <a:gd name="connsiteY12" fmla="*/ 103386 h 120061"/>
                  <a:gd name="connsiteX13" fmla="*/ 8576 w 121014"/>
                  <a:gd name="connsiteY13" fmla="*/ 111962 h 120061"/>
                  <a:gd name="connsiteX14" fmla="*/ 17152 w 121014"/>
                  <a:gd name="connsiteY14" fmla="*/ 117203 h 120061"/>
                  <a:gd name="connsiteX15" fmla="*/ 30968 w 121014"/>
                  <a:gd name="connsiteY15" fmla="*/ 119585 h 120061"/>
                  <a:gd name="connsiteX16" fmla="*/ 60507 w 121014"/>
                  <a:gd name="connsiteY16" fmla="*/ 120061 h 120061"/>
                  <a:gd name="connsiteX17" fmla="*/ 90046 w 121014"/>
                  <a:gd name="connsiteY17" fmla="*/ 119585 h 120061"/>
                  <a:gd name="connsiteX18" fmla="*/ 103863 w 121014"/>
                  <a:gd name="connsiteY18" fmla="*/ 117203 h 120061"/>
                  <a:gd name="connsiteX19" fmla="*/ 112438 w 121014"/>
                  <a:gd name="connsiteY19" fmla="*/ 111962 h 120061"/>
                  <a:gd name="connsiteX20" fmla="*/ 118156 w 121014"/>
                  <a:gd name="connsiteY20" fmla="*/ 103386 h 120061"/>
                  <a:gd name="connsiteX21" fmla="*/ 120538 w 121014"/>
                  <a:gd name="connsiteY21" fmla="*/ 89570 h 120061"/>
                  <a:gd name="connsiteX22" fmla="*/ 121014 w 121014"/>
                  <a:gd name="connsiteY22" fmla="*/ 60031 h 120061"/>
                  <a:gd name="connsiteX23" fmla="*/ 120538 w 121014"/>
                  <a:gd name="connsiteY23" fmla="*/ 30492 h 120061"/>
                  <a:gd name="connsiteX24" fmla="*/ 118156 w 121014"/>
                  <a:gd name="connsiteY24" fmla="*/ 16675 h 120061"/>
                  <a:gd name="connsiteX25" fmla="*/ 61460 w 121014"/>
                  <a:gd name="connsiteY25" fmla="*/ 97193 h 120061"/>
                  <a:gd name="connsiteX26" fmla="*/ 23822 w 121014"/>
                  <a:gd name="connsiteY26" fmla="*/ 59554 h 120061"/>
                  <a:gd name="connsiteX27" fmla="*/ 61460 w 121014"/>
                  <a:gd name="connsiteY27" fmla="*/ 21916 h 120061"/>
                  <a:gd name="connsiteX28" fmla="*/ 99098 w 121014"/>
                  <a:gd name="connsiteY28" fmla="*/ 59554 h 120061"/>
                  <a:gd name="connsiteX29" fmla="*/ 61460 w 121014"/>
                  <a:gd name="connsiteY29" fmla="*/ 97193 h 120061"/>
                  <a:gd name="connsiteX30" fmla="*/ 100528 w 121014"/>
                  <a:gd name="connsiteY30" fmla="*/ 29539 h 120061"/>
                  <a:gd name="connsiteX31" fmla="*/ 91952 w 121014"/>
                  <a:gd name="connsiteY31" fmla="*/ 20963 h 120061"/>
                  <a:gd name="connsiteX32" fmla="*/ 100528 w 121014"/>
                  <a:gd name="connsiteY32" fmla="*/ 12387 h 120061"/>
                  <a:gd name="connsiteX33" fmla="*/ 109103 w 121014"/>
                  <a:gd name="connsiteY33" fmla="*/ 20963 h 120061"/>
                  <a:gd name="connsiteX34" fmla="*/ 100528 w 121014"/>
                  <a:gd name="connsiteY34" fmla="*/ 29539 h 12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21014" h="120061">
                    <a:moveTo>
                      <a:pt x="118156" y="16675"/>
                    </a:moveTo>
                    <a:cubicBezTo>
                      <a:pt x="116726" y="13340"/>
                      <a:pt x="115297" y="10958"/>
                      <a:pt x="112438" y="8099"/>
                    </a:cubicBezTo>
                    <a:cubicBezTo>
                      <a:pt x="110056" y="5717"/>
                      <a:pt x="107674" y="3811"/>
                      <a:pt x="103863" y="2859"/>
                    </a:cubicBezTo>
                    <a:cubicBezTo>
                      <a:pt x="101480" y="1906"/>
                      <a:pt x="97193" y="476"/>
                      <a:pt x="90046" y="476"/>
                    </a:cubicBezTo>
                    <a:cubicBezTo>
                      <a:pt x="82423" y="0"/>
                      <a:pt x="80041" y="0"/>
                      <a:pt x="60507" y="0"/>
                    </a:cubicBezTo>
                    <a:cubicBezTo>
                      <a:pt x="40973" y="0"/>
                      <a:pt x="38591" y="0"/>
                      <a:pt x="30968" y="476"/>
                    </a:cubicBezTo>
                    <a:cubicBezTo>
                      <a:pt x="23822" y="953"/>
                      <a:pt x="20010" y="1906"/>
                      <a:pt x="17152" y="2859"/>
                    </a:cubicBezTo>
                    <a:cubicBezTo>
                      <a:pt x="13817" y="4288"/>
                      <a:pt x="11434" y="5717"/>
                      <a:pt x="8576" y="8099"/>
                    </a:cubicBezTo>
                    <a:cubicBezTo>
                      <a:pt x="6194" y="10482"/>
                      <a:pt x="4288" y="13340"/>
                      <a:pt x="2859" y="16675"/>
                    </a:cubicBezTo>
                    <a:cubicBezTo>
                      <a:pt x="1906" y="19057"/>
                      <a:pt x="476" y="23345"/>
                      <a:pt x="476" y="30492"/>
                    </a:cubicBezTo>
                    <a:cubicBezTo>
                      <a:pt x="0" y="38115"/>
                      <a:pt x="0" y="40497"/>
                      <a:pt x="0" y="60031"/>
                    </a:cubicBezTo>
                    <a:cubicBezTo>
                      <a:pt x="0" y="79564"/>
                      <a:pt x="0" y="81947"/>
                      <a:pt x="476" y="89570"/>
                    </a:cubicBezTo>
                    <a:cubicBezTo>
                      <a:pt x="953" y="96716"/>
                      <a:pt x="1906" y="100528"/>
                      <a:pt x="2859" y="103386"/>
                    </a:cubicBezTo>
                    <a:cubicBezTo>
                      <a:pt x="4288" y="106721"/>
                      <a:pt x="5717" y="109103"/>
                      <a:pt x="8576" y="111962"/>
                    </a:cubicBezTo>
                    <a:cubicBezTo>
                      <a:pt x="10958" y="114344"/>
                      <a:pt x="13340" y="116250"/>
                      <a:pt x="17152" y="117203"/>
                    </a:cubicBezTo>
                    <a:cubicBezTo>
                      <a:pt x="19534" y="118156"/>
                      <a:pt x="23822" y="119585"/>
                      <a:pt x="30968" y="119585"/>
                    </a:cubicBezTo>
                    <a:cubicBezTo>
                      <a:pt x="38591" y="120061"/>
                      <a:pt x="40973" y="120061"/>
                      <a:pt x="60507" y="120061"/>
                    </a:cubicBezTo>
                    <a:cubicBezTo>
                      <a:pt x="80041" y="120061"/>
                      <a:pt x="82423" y="120061"/>
                      <a:pt x="90046" y="119585"/>
                    </a:cubicBezTo>
                    <a:cubicBezTo>
                      <a:pt x="97193" y="119108"/>
                      <a:pt x="101004" y="118156"/>
                      <a:pt x="103863" y="117203"/>
                    </a:cubicBezTo>
                    <a:cubicBezTo>
                      <a:pt x="107198" y="115773"/>
                      <a:pt x="109580" y="114344"/>
                      <a:pt x="112438" y="111962"/>
                    </a:cubicBezTo>
                    <a:cubicBezTo>
                      <a:pt x="114821" y="109580"/>
                      <a:pt x="116726" y="106721"/>
                      <a:pt x="118156" y="103386"/>
                    </a:cubicBezTo>
                    <a:cubicBezTo>
                      <a:pt x="119109" y="101004"/>
                      <a:pt x="120538" y="96716"/>
                      <a:pt x="120538" y="89570"/>
                    </a:cubicBezTo>
                    <a:cubicBezTo>
                      <a:pt x="121014" y="81947"/>
                      <a:pt x="121014" y="79564"/>
                      <a:pt x="121014" y="60031"/>
                    </a:cubicBezTo>
                    <a:cubicBezTo>
                      <a:pt x="121014" y="40497"/>
                      <a:pt x="121014" y="38115"/>
                      <a:pt x="120538" y="30492"/>
                    </a:cubicBezTo>
                    <a:cubicBezTo>
                      <a:pt x="120538" y="22869"/>
                      <a:pt x="119585" y="19057"/>
                      <a:pt x="118156" y="16675"/>
                    </a:cubicBezTo>
                    <a:close/>
                    <a:moveTo>
                      <a:pt x="61460" y="97193"/>
                    </a:moveTo>
                    <a:cubicBezTo>
                      <a:pt x="40497" y="97193"/>
                      <a:pt x="23822" y="80517"/>
                      <a:pt x="23822" y="59554"/>
                    </a:cubicBezTo>
                    <a:cubicBezTo>
                      <a:pt x="23822" y="38591"/>
                      <a:pt x="40497" y="21916"/>
                      <a:pt x="61460" y="21916"/>
                    </a:cubicBezTo>
                    <a:cubicBezTo>
                      <a:pt x="82423" y="21916"/>
                      <a:pt x="99098" y="38591"/>
                      <a:pt x="99098" y="59554"/>
                    </a:cubicBezTo>
                    <a:cubicBezTo>
                      <a:pt x="99098" y="80517"/>
                      <a:pt x="81947" y="97193"/>
                      <a:pt x="61460" y="97193"/>
                    </a:cubicBezTo>
                    <a:close/>
                    <a:moveTo>
                      <a:pt x="100528" y="29539"/>
                    </a:moveTo>
                    <a:cubicBezTo>
                      <a:pt x="95763" y="29539"/>
                      <a:pt x="91952" y="25727"/>
                      <a:pt x="91952" y="20963"/>
                    </a:cubicBezTo>
                    <a:cubicBezTo>
                      <a:pt x="91952" y="16199"/>
                      <a:pt x="95763" y="12387"/>
                      <a:pt x="100528" y="12387"/>
                    </a:cubicBezTo>
                    <a:cubicBezTo>
                      <a:pt x="105292" y="12387"/>
                      <a:pt x="109103" y="16199"/>
                      <a:pt x="109103" y="20963"/>
                    </a:cubicBezTo>
                    <a:cubicBezTo>
                      <a:pt x="109103" y="25727"/>
                      <a:pt x="105292" y="29539"/>
                      <a:pt x="100528" y="29539"/>
                    </a:cubicBezTo>
                    <a:close/>
                  </a:path>
                </a:pathLst>
              </a:custGeom>
              <a:grpFill/>
              <a:ln w="4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951D34EA-37F5-AE29-C798-75C8DC92D49C}"/>
                </a:ext>
              </a:extLst>
            </p:cNvPr>
            <p:cNvSpPr/>
            <p:nvPr/>
          </p:nvSpPr>
          <p:spPr>
            <a:xfrm>
              <a:off x="11435770" y="6154987"/>
              <a:ext cx="266803" cy="266803"/>
            </a:xfrm>
            <a:custGeom>
              <a:avLst/>
              <a:gdLst>
                <a:gd name="connsiteX0" fmla="*/ 133402 w 266803"/>
                <a:gd name="connsiteY0" fmla="*/ 0 h 266803"/>
                <a:gd name="connsiteX1" fmla="*/ 133402 w 266803"/>
                <a:gd name="connsiteY1" fmla="*/ 0 h 266803"/>
                <a:gd name="connsiteX2" fmla="*/ 0 w 266803"/>
                <a:gd name="connsiteY2" fmla="*/ 133402 h 266803"/>
                <a:gd name="connsiteX3" fmla="*/ 0 w 266803"/>
                <a:gd name="connsiteY3" fmla="*/ 133402 h 266803"/>
                <a:gd name="connsiteX4" fmla="*/ 133402 w 266803"/>
                <a:gd name="connsiteY4" fmla="*/ 266803 h 266803"/>
                <a:gd name="connsiteX5" fmla="*/ 133402 w 266803"/>
                <a:gd name="connsiteY5" fmla="*/ 266803 h 266803"/>
                <a:gd name="connsiteX6" fmla="*/ 266803 w 266803"/>
                <a:gd name="connsiteY6" fmla="*/ 133402 h 266803"/>
                <a:gd name="connsiteX7" fmla="*/ 266803 w 266803"/>
                <a:gd name="connsiteY7" fmla="*/ 133402 h 266803"/>
                <a:gd name="connsiteX8" fmla="*/ 133402 w 266803"/>
                <a:gd name="connsiteY8" fmla="*/ 0 h 266803"/>
                <a:gd name="connsiteX9" fmla="*/ 170563 w 266803"/>
                <a:gd name="connsiteY9" fmla="*/ 80994 h 266803"/>
                <a:gd name="connsiteX10" fmla="*/ 152935 w 266803"/>
                <a:gd name="connsiteY10" fmla="*/ 80994 h 266803"/>
                <a:gd name="connsiteX11" fmla="*/ 145312 w 266803"/>
                <a:gd name="connsiteY11" fmla="*/ 90046 h 266803"/>
                <a:gd name="connsiteX12" fmla="*/ 145312 w 266803"/>
                <a:gd name="connsiteY12" fmla="*/ 105768 h 266803"/>
                <a:gd name="connsiteX13" fmla="*/ 170563 w 266803"/>
                <a:gd name="connsiteY13" fmla="*/ 105768 h 266803"/>
                <a:gd name="connsiteX14" fmla="*/ 168181 w 266803"/>
                <a:gd name="connsiteY14" fmla="*/ 132925 h 266803"/>
                <a:gd name="connsiteX15" fmla="*/ 145312 w 266803"/>
                <a:gd name="connsiteY15" fmla="*/ 132925 h 266803"/>
                <a:gd name="connsiteX16" fmla="*/ 145312 w 266803"/>
                <a:gd name="connsiteY16" fmla="*/ 214395 h 266803"/>
                <a:gd name="connsiteX17" fmla="*/ 112915 w 266803"/>
                <a:gd name="connsiteY17" fmla="*/ 214395 h 266803"/>
                <a:gd name="connsiteX18" fmla="*/ 112915 w 266803"/>
                <a:gd name="connsiteY18" fmla="*/ 133402 h 266803"/>
                <a:gd name="connsiteX19" fmla="*/ 95763 w 266803"/>
                <a:gd name="connsiteY19" fmla="*/ 133402 h 266803"/>
                <a:gd name="connsiteX20" fmla="*/ 95763 w 266803"/>
                <a:gd name="connsiteY20" fmla="*/ 105768 h 266803"/>
                <a:gd name="connsiteX21" fmla="*/ 112915 w 266803"/>
                <a:gd name="connsiteY21" fmla="*/ 105768 h 266803"/>
                <a:gd name="connsiteX22" fmla="*/ 112915 w 266803"/>
                <a:gd name="connsiteY22" fmla="*/ 83852 h 266803"/>
                <a:gd name="connsiteX23" fmla="*/ 148171 w 266803"/>
                <a:gd name="connsiteY23" fmla="*/ 52884 h 266803"/>
                <a:gd name="connsiteX24" fmla="*/ 170563 w 266803"/>
                <a:gd name="connsiteY24" fmla="*/ 52884 h 266803"/>
                <a:gd name="connsiteX25" fmla="*/ 170563 w 266803"/>
                <a:gd name="connsiteY25" fmla="*/ 80994 h 26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66803" h="266803">
                  <a:moveTo>
                    <a:pt x="133402" y="0"/>
                  </a:moveTo>
                  <a:lnTo>
                    <a:pt x="133402" y="0"/>
                  </a:lnTo>
                  <a:cubicBezTo>
                    <a:pt x="59554" y="0"/>
                    <a:pt x="0" y="60031"/>
                    <a:pt x="0" y="133402"/>
                  </a:cubicBezTo>
                  <a:lnTo>
                    <a:pt x="0" y="133402"/>
                  </a:lnTo>
                  <a:cubicBezTo>
                    <a:pt x="0" y="207249"/>
                    <a:pt x="60031" y="266803"/>
                    <a:pt x="133402" y="266803"/>
                  </a:cubicBezTo>
                  <a:lnTo>
                    <a:pt x="133402" y="266803"/>
                  </a:lnTo>
                  <a:cubicBezTo>
                    <a:pt x="207249" y="266803"/>
                    <a:pt x="266803" y="206772"/>
                    <a:pt x="266803" y="133402"/>
                  </a:cubicBezTo>
                  <a:lnTo>
                    <a:pt x="266803" y="133402"/>
                  </a:lnTo>
                  <a:cubicBezTo>
                    <a:pt x="266803" y="60031"/>
                    <a:pt x="207249" y="0"/>
                    <a:pt x="133402" y="0"/>
                  </a:cubicBezTo>
                  <a:close/>
                  <a:moveTo>
                    <a:pt x="170563" y="80994"/>
                  </a:moveTo>
                  <a:cubicBezTo>
                    <a:pt x="170563" y="80994"/>
                    <a:pt x="158176" y="80994"/>
                    <a:pt x="152935" y="80994"/>
                  </a:cubicBezTo>
                  <a:cubicBezTo>
                    <a:pt x="146742" y="80994"/>
                    <a:pt x="145312" y="83376"/>
                    <a:pt x="145312" y="90046"/>
                  </a:cubicBezTo>
                  <a:cubicBezTo>
                    <a:pt x="145312" y="95287"/>
                    <a:pt x="145312" y="105768"/>
                    <a:pt x="145312" y="105768"/>
                  </a:cubicBezTo>
                  <a:lnTo>
                    <a:pt x="170563" y="105768"/>
                  </a:lnTo>
                  <a:lnTo>
                    <a:pt x="168181" y="132925"/>
                  </a:lnTo>
                  <a:lnTo>
                    <a:pt x="145312" y="132925"/>
                  </a:lnTo>
                  <a:lnTo>
                    <a:pt x="145312" y="214395"/>
                  </a:lnTo>
                  <a:lnTo>
                    <a:pt x="112915" y="214395"/>
                  </a:lnTo>
                  <a:lnTo>
                    <a:pt x="112915" y="133402"/>
                  </a:lnTo>
                  <a:lnTo>
                    <a:pt x="95763" y="133402"/>
                  </a:lnTo>
                  <a:lnTo>
                    <a:pt x="95763" y="105768"/>
                  </a:lnTo>
                  <a:lnTo>
                    <a:pt x="112915" y="105768"/>
                  </a:lnTo>
                  <a:cubicBezTo>
                    <a:pt x="112915" y="105768"/>
                    <a:pt x="112915" y="101957"/>
                    <a:pt x="112915" y="83852"/>
                  </a:cubicBezTo>
                  <a:cubicBezTo>
                    <a:pt x="112915" y="63366"/>
                    <a:pt x="123873" y="52884"/>
                    <a:pt x="148171" y="52884"/>
                  </a:cubicBezTo>
                  <a:cubicBezTo>
                    <a:pt x="151982" y="52884"/>
                    <a:pt x="170563" y="52884"/>
                    <a:pt x="170563" y="52884"/>
                  </a:cubicBezTo>
                  <a:lnTo>
                    <a:pt x="170563" y="80994"/>
                  </a:lnTo>
                  <a:close/>
                </a:path>
              </a:pathLst>
            </a:custGeom>
            <a:grpFill/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348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60689f3f922d478b"/>
    <p:sldLayoutId id="2147483650" r:id="Rf34e722fbee34112"/>
    <p:sldLayoutId id="2147483649" r:id="R7c94b1bc89a84200"/>
    <p:sldLayoutId id="2147483653" r:id="R45cd23dc770646fa"/>
    <p:sldLayoutId id="2147483652" r:id="R09cc9d1a6de14517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theme/theme3.xml><?xml version="1.0" encoding="utf-8"?>
<a:theme xmlns:a="http://schemas.openxmlformats.org/drawingml/2006/main" name="第一PPT，www.1ppt.com">
  <a:themeElements>
    <a:clrScheme name="自定义 47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81DB"/>
      </a:accent1>
      <a:accent2>
        <a:srgbClr val="6E81DB"/>
      </a:accent2>
      <a:accent3>
        <a:srgbClr val="6E81DB"/>
      </a:accent3>
      <a:accent4>
        <a:srgbClr val="6E81DB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kluro2">
      <a:majorFont>
        <a:latin typeface="阿里巴巴普惠体"/>
        <a:ea typeface="阿里巴巴普惠体"/>
        <a:cs typeface="Arial"/>
      </a:majorFont>
      <a:minorFont>
        <a:latin typeface="阿里巴巴普惠体"/>
        <a:ea typeface="阿里巴巴普惠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b2f2aa6b608b4943" /><Relationship Type="http://schemas.openxmlformats.org/officeDocument/2006/relationships/image" Target="/ppt/media/image2.bin" Id="R2469f66a4c6745bd" /><Relationship Type="http://schemas.openxmlformats.org/officeDocument/2006/relationships/image" Target="/ppt/media/image3.bin" Id="R09ce2e43495b42f8" /><Relationship Type="http://schemas.openxmlformats.org/officeDocument/2006/relationships/image" Target="/ppt/media/image4.bin" Id="R13703b8895834aa3" /><Relationship Type="http://schemas.openxmlformats.org/officeDocument/2006/relationships/image" Target="/ppt/media/image5.bin" Id="Rd221fd33605c449f" /><Relationship Type="http://schemas.openxmlformats.org/officeDocument/2006/relationships/image" Target="/ppt/media/image6.bin" Id="R2572a4b4021b4e8f" /><Relationship Type="http://schemas.openxmlformats.org/officeDocument/2006/relationships/image" Target="/ppt/media/image7.bin" Id="R7528f20e0d97413e" /><Relationship Type="http://schemas.openxmlformats.org/officeDocument/2006/relationships/image" Target="/ppt/media/image8.bin" Id="R94b9a7ce2cf94c18" /><Relationship Type="http://schemas.microsoft.com/office/2007/relationships/hdphoto" Target="/ppt/slides/udata/data.wdp" Id="Re933e8acbcc644de" /><Relationship Type="http://schemas.openxmlformats.org/officeDocument/2006/relationships/notesSlide" Target="/ppt/notesSlides/notesSlide1.xml" Id="Rf38058f0cc604fc8" /><Relationship Type="http://schemas.openxmlformats.org/officeDocument/2006/relationships/slideLayout" Target="/ppt/slideLayouts/slideLayout3.xml" Id="Rf2c89ecc4d5f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bin" Id="R7cb5dea951624205" /><Relationship Type="http://schemas.openxmlformats.org/officeDocument/2006/relationships/image" Target="/ppt/media/image2.bin" Id="Rdacf4703cf1d4b73" /><Relationship Type="http://schemas.openxmlformats.org/officeDocument/2006/relationships/image" Target="/ppt/media/image3.bin" Id="R7f373e5a9ee74522" /><Relationship Type="http://schemas.openxmlformats.org/officeDocument/2006/relationships/image" Target="/ppt/media/image4.bin" Id="R428b2d13083341b3" /><Relationship Type="http://schemas.openxmlformats.org/officeDocument/2006/relationships/image" Target="/ppt/media/image5.bin" Id="Rb0e3784e4cf04e1d" /><Relationship Type="http://schemas.openxmlformats.org/officeDocument/2006/relationships/image" Target="/ppt/media/image6.bin" Id="R63154dac0cc84135" /><Relationship Type="http://schemas.openxmlformats.org/officeDocument/2006/relationships/image" Target="/ppt/media/image7.bin" Id="R2a5f0e03725949f3" /><Relationship Type="http://schemas.openxmlformats.org/officeDocument/2006/relationships/image" Target="/ppt/media/image8.bin" Id="R1d52b60885da40c5" /><Relationship Type="http://schemas.microsoft.com/office/2007/relationships/hdphoto" Target="/ppt/slides/udata/data2.wdp" Id="R725a01f897cf402e" /><Relationship Type="http://schemas.openxmlformats.org/officeDocument/2006/relationships/notesSlide" Target="/ppt/notesSlides/notesSlide2.xml" Id="R17ea8a68d88145b7" /><Relationship Type="http://schemas.openxmlformats.org/officeDocument/2006/relationships/slideLayout" Target="/ppt/slideLayouts/slideLayout2.xml" Id="Ra2b2d86cbd9b44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bin" Id="Rdac8d8112ad94280" /><Relationship Type="http://schemas.openxmlformats.org/officeDocument/2006/relationships/image" Target="/ppt/media/image2.bin" Id="R1ba703a52d424209" /><Relationship Type="http://schemas.openxmlformats.org/officeDocument/2006/relationships/image" Target="/ppt/media/image3.bin" Id="Re3993812a8cd4786" /><Relationship Type="http://schemas.openxmlformats.org/officeDocument/2006/relationships/image" Target="/ppt/media/image4.bin" Id="R72919ba846e34087" /><Relationship Type="http://schemas.openxmlformats.org/officeDocument/2006/relationships/image" Target="/ppt/media/image5.bin" Id="R976a2abd6c2b49cf" /><Relationship Type="http://schemas.openxmlformats.org/officeDocument/2006/relationships/image" Target="/ppt/media/image6.bin" Id="R9c94460aa1ab49c3" /><Relationship Type="http://schemas.openxmlformats.org/officeDocument/2006/relationships/image" Target="/ppt/media/image7.bin" Id="Rbca8da2208494a98" /><Relationship Type="http://schemas.openxmlformats.org/officeDocument/2006/relationships/image" Target="/ppt/media/image8.bin" Id="Raf6468a5832b4d96" /><Relationship Type="http://schemas.microsoft.com/office/2007/relationships/hdphoto" Target="/ppt/slides/udata/data3.wdp" Id="R90b45006cd3b40a6" /><Relationship Type="http://schemas.openxmlformats.org/officeDocument/2006/relationships/notesSlide" Target="/ppt/notesSlides/notesSlide3.xml" Id="R3e4eb9a88ea9494f" /><Relationship Type="http://schemas.openxmlformats.org/officeDocument/2006/relationships/slideLayout" Target="/ppt/slideLayouts/slideLayout1.xml" Id="Rfa0b12f6517840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9.bin" Id="R8006f1bb7d6b450c" /><Relationship Type="http://schemas.openxmlformats.org/officeDocument/2006/relationships/slideLayout" Target="/ppt/slideLayouts/slideLayout5.xml" Id="R579784b0c6f142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0.bin" Id="R4f60f15069524c64" /><Relationship Type="http://schemas.openxmlformats.org/officeDocument/2006/relationships/notesSlide" Target="/ppt/notesSlides/notesSlide4.xml" Id="Rf79ccec0f59d4c26" /><Relationship Type="http://schemas.openxmlformats.org/officeDocument/2006/relationships/slideLayout" Target="/ppt/slideLayouts/slideLayout5.xml" Id="Rc693f7bc6b3c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1.bin" Id="R886c2a99507846d7" /><Relationship Type="http://schemas.openxmlformats.org/officeDocument/2006/relationships/notesSlide" Target="/ppt/notesSlides/notesSlide5.xml" Id="R7ba41aa93c1c4e21" /><Relationship Type="http://schemas.openxmlformats.org/officeDocument/2006/relationships/slideLayout" Target="/ppt/slideLayouts/slideLayout5.xml" Id="Ra22eabd8bd3c40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2.bin" Id="R14e0865fb04e4b86" /><Relationship Type="http://schemas.openxmlformats.org/officeDocument/2006/relationships/notesSlide" Target="/ppt/notesSlides/notesSlide6.xml" Id="Rd8d19c63311f4af8" /><Relationship Type="http://schemas.openxmlformats.org/officeDocument/2006/relationships/slideLayout" Target="/ppt/slideLayouts/slideLayout5.xml" Id="R9e8eba97814d4f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3.bin" Id="Rd2377d6a248e4fe9" /><Relationship Type="http://schemas.openxmlformats.org/officeDocument/2006/relationships/notesSlide" Target="/ppt/notesSlides/notesSlide7.xml" Id="R282ed911d29c4581" /><Relationship Type="http://schemas.openxmlformats.org/officeDocument/2006/relationships/slideLayout" Target="/ppt/slideLayouts/slideLayout5.xml" Id="Ra0ea30bc49dc47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4.bin" Id="R8e85e2f1f3ce4517" /><Relationship Type="http://schemas.openxmlformats.org/officeDocument/2006/relationships/notesSlide" Target="/ppt/notesSlides/notesSlide8.xml" Id="Rccefd225867e4c28" /><Relationship Type="http://schemas.openxmlformats.org/officeDocument/2006/relationships/slideLayout" Target="/ppt/slideLayouts/slideLayout5.xml" Id="Rea5c044345384a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5.bin" Id="R3ad243cf4e8f4102" /><Relationship Type="http://schemas.openxmlformats.org/officeDocument/2006/relationships/notesSlide" Target="/ppt/notesSlides/notesSlide9.xml" Id="R23167ba968014950" /><Relationship Type="http://schemas.openxmlformats.org/officeDocument/2006/relationships/slideLayout" Target="/ppt/slideLayouts/slideLayout5.xml" Id="R5aebdece96d44e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4c9c27f04e449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6.bin" Id="Rac29006a052f4593" /><Relationship Type="http://schemas.openxmlformats.org/officeDocument/2006/relationships/notesSlide" Target="/ppt/notesSlides/notesSlide10.xml" Id="Rb56112c4190b4a6c" /><Relationship Type="http://schemas.openxmlformats.org/officeDocument/2006/relationships/slideLayout" Target="/ppt/slideLayouts/slideLayout5.xml" Id="R1eecb7a9e0d049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7.bin" Id="Rbf7bd7410d8a4cae" /><Relationship Type="http://schemas.openxmlformats.org/officeDocument/2006/relationships/slideLayout" Target="/ppt/slideLayouts/slideLayout5.xml" Id="R449b7417489249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.bin" Id="R4627c93c01c14e88" /><Relationship Type="http://schemas.openxmlformats.org/officeDocument/2006/relationships/image" Target="/ppt/media/image2.bin" Id="Rec129cdafd9348e3" /><Relationship Type="http://schemas.openxmlformats.org/officeDocument/2006/relationships/image" Target="/ppt/media/image3.bin" Id="Rd9487f297d0c4a8c" /><Relationship Type="http://schemas.openxmlformats.org/officeDocument/2006/relationships/image" Target="/ppt/media/image4.bin" Id="Rf42df28efaea4c8c" /><Relationship Type="http://schemas.openxmlformats.org/officeDocument/2006/relationships/image" Target="/ppt/media/image5.bin" Id="R4ca759c1c6f94f8f" /><Relationship Type="http://schemas.openxmlformats.org/officeDocument/2006/relationships/image" Target="/ppt/media/image6.bin" Id="R227f1387f79b4008" /><Relationship Type="http://schemas.openxmlformats.org/officeDocument/2006/relationships/image" Target="/ppt/media/image7.bin" Id="R21515e4cc16441d7" /><Relationship Type="http://schemas.openxmlformats.org/officeDocument/2006/relationships/image" Target="/ppt/media/image8.bin" Id="R4a15910348e047ef" /><Relationship Type="http://schemas.microsoft.com/office/2007/relationships/hdphoto" Target="/ppt/slides/udata/data4.wdp" Id="Rffd3b80039204b1f" /><Relationship Type="http://schemas.openxmlformats.org/officeDocument/2006/relationships/slideLayout" Target="/ppt/slideLayouts/slideLayout1.xml" Id="R26c195813c7c400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18.bin" Id="Re3915aeddb23490b" /><Relationship Type="http://schemas.openxmlformats.org/officeDocument/2006/relationships/image" Target="/ppt/media/image19.bin" Id="R26ae475f33444d70" /><Relationship Type="http://schemas.openxmlformats.org/officeDocument/2006/relationships/image" Target="/ppt/media/image20.bin" Id="R1f00379824a94a99" /><Relationship Type="http://schemas.openxmlformats.org/officeDocument/2006/relationships/slideLayout" Target="/ppt/slideLayouts/slideLayout5.xml" Id="R18dc620e4165496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21.bin" Id="R0e79df67ac984481" /><Relationship Type="http://schemas.openxmlformats.org/officeDocument/2006/relationships/image" Target="/ppt/media/image22.bin" Id="R47374b9d69584132" /><Relationship Type="http://schemas.openxmlformats.org/officeDocument/2006/relationships/image" Target="/ppt/media/image23.bin" Id="R7c13e447e5d1499c" /><Relationship Type="http://schemas.openxmlformats.org/officeDocument/2006/relationships/notesSlide" Target="/ppt/notesSlides/notesSlide11.xml" Id="Rdb9235d082eb43ba" /><Relationship Type="http://schemas.openxmlformats.org/officeDocument/2006/relationships/slideLayout" Target="/ppt/slideLayouts/slideLayout5.xml" Id="R8edec83def0441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.bin" Id="Re50dc49b73c84c21" /><Relationship Type="http://schemas.openxmlformats.org/officeDocument/2006/relationships/image" Target="/ppt/media/image2.bin" Id="Raa86ed24992940cd" /><Relationship Type="http://schemas.openxmlformats.org/officeDocument/2006/relationships/image" Target="/ppt/media/image3.bin" Id="R7540fbea4aa74dbd" /><Relationship Type="http://schemas.openxmlformats.org/officeDocument/2006/relationships/image" Target="/ppt/media/image4.bin" Id="Rd8583023a0514245" /><Relationship Type="http://schemas.openxmlformats.org/officeDocument/2006/relationships/image" Target="/ppt/media/image5.bin" Id="Ra98b323b50854626" /><Relationship Type="http://schemas.openxmlformats.org/officeDocument/2006/relationships/image" Target="/ppt/media/image6.bin" Id="R6a3a5b2d75014ad7" /><Relationship Type="http://schemas.openxmlformats.org/officeDocument/2006/relationships/image" Target="/ppt/media/image7.bin" Id="Rc28e1acd4bcc4e2b" /><Relationship Type="http://schemas.openxmlformats.org/officeDocument/2006/relationships/image" Target="/ppt/media/image8.bin" Id="R81e81d5214104600" /><Relationship Type="http://schemas.microsoft.com/office/2007/relationships/hdphoto" Target="/ppt/slides/udata/data5.wdp" Id="Re6a7bae8d0094bc0" /><Relationship Type="http://schemas.openxmlformats.org/officeDocument/2006/relationships/slideLayout" Target="/ppt/slideLayouts/slideLayout1.xml" Id="R8880c0223b1d41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24.bin" Id="R5b0de63765b140a4" /><Relationship Type="http://schemas.openxmlformats.org/officeDocument/2006/relationships/notesSlide" Target="/ppt/notesSlides/notesSlide12.xml" Id="R906c4480e4c9415c" /><Relationship Type="http://schemas.openxmlformats.org/officeDocument/2006/relationships/slideLayout" Target="/ppt/slideLayouts/slideLayout5.xml" Id="R358f2db040674ab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25.bin" Id="Re175888939254684" /><Relationship Type="http://schemas.openxmlformats.org/officeDocument/2006/relationships/slideLayout" Target="/ppt/slideLayouts/slideLayout5.xml" Id="Rbc0fa7d4a14a4d3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26.bin" Id="R295b562b22484d78" /><Relationship Type="http://schemas.openxmlformats.org/officeDocument/2006/relationships/notesSlide" Target="/ppt/notesSlides/notesSlide13.xml" Id="R021922ea06294736" /><Relationship Type="http://schemas.openxmlformats.org/officeDocument/2006/relationships/slideLayout" Target="/ppt/slideLayouts/slideLayout5.xml" Id="R519f8b3176054e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27.bin" Id="Rd3a7b31e05a04793" /><Relationship Type="http://schemas.openxmlformats.org/officeDocument/2006/relationships/notesSlide" Target="/ppt/notesSlides/notesSlide14.xml" Id="R185824ee883e49bc" /><Relationship Type="http://schemas.openxmlformats.org/officeDocument/2006/relationships/slideLayout" Target="/ppt/slideLayouts/slideLayout5.xml" Id="Rd03790e7f1ce41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28.bin" Id="R2284fdea66494e25" /><Relationship Type="http://schemas.openxmlformats.org/officeDocument/2006/relationships/image" Target="/ppt/media/image29.bin" Id="Rcce5883282a5497b" /><Relationship Type="http://schemas.openxmlformats.org/officeDocument/2006/relationships/image" Target="/ppt/media/image30.bin" Id="R2c8caf75af684978" /><Relationship Type="http://schemas.openxmlformats.org/officeDocument/2006/relationships/notesSlide" Target="/ppt/notesSlides/notesSlide15.xml" Id="Rd7b2e0e228674582" /><Relationship Type="http://schemas.openxmlformats.org/officeDocument/2006/relationships/slideLayout" Target="/ppt/slideLayouts/slideLayout5.xml" Id="R9d9ad2d3a65847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.bin" Id="R0cfb0eb8fc544786" /><Relationship Type="http://schemas.openxmlformats.org/officeDocument/2006/relationships/image" Target="/ppt/media/image2.bin" Id="R63700e172176417c" /><Relationship Type="http://schemas.openxmlformats.org/officeDocument/2006/relationships/image" Target="/ppt/media/image3.bin" Id="R7c87d036063e453c" /><Relationship Type="http://schemas.openxmlformats.org/officeDocument/2006/relationships/image" Target="/ppt/media/image4.bin" Id="R91bd7ea27c1b41d6" /><Relationship Type="http://schemas.openxmlformats.org/officeDocument/2006/relationships/image" Target="/ppt/media/image5.bin" Id="R0f77189d7ecc4d08" /><Relationship Type="http://schemas.openxmlformats.org/officeDocument/2006/relationships/image" Target="/ppt/media/image6.bin" Id="Rf28ad803bcda4f0b" /><Relationship Type="http://schemas.openxmlformats.org/officeDocument/2006/relationships/image" Target="/ppt/media/image7.bin" Id="R3ed400f896374e68" /><Relationship Type="http://schemas.openxmlformats.org/officeDocument/2006/relationships/image" Target="/ppt/media/image8.bin" Id="R394f64006eb1479d" /><Relationship Type="http://schemas.microsoft.com/office/2007/relationships/hdphoto" Target="/ppt/slides/udata/data6.wdp" Id="R39888fa77a8b4153" /><Relationship Type="http://schemas.openxmlformats.org/officeDocument/2006/relationships/slideLayout" Target="/ppt/slideLayouts/slideLayout1.xml" Id="Rc63e26abaf484c3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d73e9eb2d2b41f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31.bin" Id="R95262a27c19146c3" /><Relationship Type="http://schemas.openxmlformats.org/officeDocument/2006/relationships/slideLayout" Target="/ppt/slideLayouts/slideLayout5.xml" Id="Rd8d817ae639748e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.bin" Id="Ra2ffb3e7ab234b84" /><Relationship Type="http://schemas.openxmlformats.org/officeDocument/2006/relationships/image" Target="/ppt/media/image2.bin" Id="Rdd9cefd636974711" /><Relationship Type="http://schemas.openxmlformats.org/officeDocument/2006/relationships/image" Target="/ppt/media/image3.bin" Id="Rdcbb8fbe9b64498e" /><Relationship Type="http://schemas.openxmlformats.org/officeDocument/2006/relationships/image" Target="/ppt/media/image4.bin" Id="Rdc04280fe74342e2" /><Relationship Type="http://schemas.openxmlformats.org/officeDocument/2006/relationships/image" Target="/ppt/media/image5.bin" Id="Re48f809de2924f3d" /><Relationship Type="http://schemas.openxmlformats.org/officeDocument/2006/relationships/image" Target="/ppt/media/image6.bin" Id="R66f8ce8dc8c0489d" /><Relationship Type="http://schemas.openxmlformats.org/officeDocument/2006/relationships/image" Target="/ppt/media/image7.bin" Id="Rc0384b173ee249df" /><Relationship Type="http://schemas.openxmlformats.org/officeDocument/2006/relationships/image" Target="/ppt/media/image8.bin" Id="Rb858a7fd90954a5c" /><Relationship Type="http://schemas.microsoft.com/office/2007/relationships/hdphoto" Target="/ppt/slides/udata/data7.wdp" Id="R75827aa02ba443db" /><Relationship Type="http://schemas.openxmlformats.org/officeDocument/2006/relationships/slideLayout" Target="/ppt/slideLayouts/slideLayout5.xml" Id="Rc2c3f93bbcc9489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hyperlink" Target="https://pptsupermarket.com/customizes" TargetMode="External" Id="R0ae52042030a4b17ba39235356829ee6" /><Relationship Type="http://schemas.openxmlformats.org/officeDocument/2006/relationships/image" Target="/ppt/media/image32.bin" Id="Re1331e45917544fe" /><Relationship Type="http://schemas.openxmlformats.org/officeDocument/2006/relationships/image" Target="/ppt/media/image33.bin" Id="Rb55c72ae470d40ee" /><Relationship Type="http://schemas.openxmlformats.org/officeDocument/2006/relationships/image" Target="/ppt/media/image34.bin" Id="R24993fd423894ae1" /><Relationship Type="http://schemas.openxmlformats.org/officeDocument/2006/relationships/customXml" Target="/ppt/customXML/item.xml" Id="R19c1176d344f4a41" /><Relationship Type="http://schemas.openxmlformats.org/officeDocument/2006/relationships/customXml" Target="/ppt/customXML/item2.xml" Id="R37dec94b28d44da1" /><Relationship Type="http://schemas.openxmlformats.org/officeDocument/2006/relationships/slideLayout" Target="/ppt/slideLayouts/slideLayout2.xml" Id="R9b2a7f069c0346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hyperlink" Target="https://www.pptsupermarket.com/" TargetMode="External" Id="R26f3c1de2267460a95df38b0356a7125" /><Relationship Type="http://schemas.openxmlformats.org/officeDocument/2006/relationships/image" Target="/ppt/media/image35.bin" Id="Re034fdf93a65432b" /><Relationship Type="http://schemas.openxmlformats.org/officeDocument/2006/relationships/image" Target="/ppt/media/image36.bin" Id="Rac7b9e7315854409" /><Relationship Type="http://schemas.openxmlformats.org/officeDocument/2006/relationships/image" Target="/ppt/media/image37.bin" Id="Rc1a5054d46b14d37" /><Relationship Type="http://schemas.openxmlformats.org/officeDocument/2006/relationships/image" Target="/ppt/media/image33.bin" Id="Rc417f1e32f3f4e8f" /><Relationship Type="http://schemas.openxmlformats.org/officeDocument/2006/relationships/image" Target="/ppt/media/image38.bin" Id="R83252d670603404a" /><Relationship Type="http://schemas.openxmlformats.org/officeDocument/2006/relationships/image" Target="/ppt/media/image39.bin" Id="Rbffb65b400f44a0d" /><Relationship Type="http://schemas.openxmlformats.org/officeDocument/2006/relationships/image" Target="/ppt/media/image34.bin" Id="Ree7d7db3fb534cf2" /><Relationship Type="http://schemas.openxmlformats.org/officeDocument/2006/relationships/customXml" Target="/ppt/customXML/item3.xml" Id="Radf4761f2bc14d7f" /><Relationship Type="http://schemas.openxmlformats.org/officeDocument/2006/relationships/customXml" Target="/ppt/customXML/item4.xml" Id="Rbb4429cca6e943c8" /><Relationship Type="http://schemas.openxmlformats.org/officeDocument/2006/relationships/customXml" Target="/ppt/customXML/item5.xml" Id="R644f640afdb84962" /><Relationship Type="http://schemas.openxmlformats.org/officeDocument/2006/relationships/slideLayout" Target="/ppt/slideLayouts/slideLayout2.xml" Id="Rb29bd53bcad9480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40.bin" Id="R08264737cae04d84" /><Relationship Type="http://schemas.openxmlformats.org/officeDocument/2006/relationships/image" Target="/ppt/media/image41.bin" Id="Rdabe465a6d42440d" /><Relationship Type="http://schemas.openxmlformats.org/officeDocument/2006/relationships/image" Target="/ppt/media/image39.bin" Id="Rdd50070b09324343" /><Relationship Type="http://schemas.openxmlformats.org/officeDocument/2006/relationships/image" Target="/ppt/media/image42.bin" Id="R7f2f04876034411b" /><Relationship Type="http://schemas.openxmlformats.org/officeDocument/2006/relationships/customXml" Target="/ppt/customXML/item6.xml" Id="R14424246cd6146e5" /><Relationship Type="http://schemas.openxmlformats.org/officeDocument/2006/relationships/customXml" Target="/ppt/customXML/item7.xml" Id="R9f82be4e8e7e4783" /><Relationship Type="http://schemas.openxmlformats.org/officeDocument/2006/relationships/customXml" Target="/ppt/customXML/item8.xml" Id="Refe57a3a44e04d50" /><Relationship Type="http://schemas.openxmlformats.org/officeDocument/2006/relationships/slideLayout" Target="/ppt/slideLayouts/slideLayout3.xml" Id="Rdfe16de21270492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hyperlink" Target="https://www.100font.com/thread-118.htm" TargetMode="External" Id="R1766c9d72e734938b600dbbc8c8d5fc8" /><Relationship Type="http://schemas.openxmlformats.org/officeDocument/2006/relationships/hyperlink" Target="https://storyset.com/" TargetMode="External" Id="R5f25c9c0389d4d7083cc45ee48ff6ae7" /><Relationship Type="http://schemas.openxmlformats.org/officeDocument/2006/relationships/slideLayout" Target="/ppt/slideLayouts/slideLayout2.xml" Id="R61a9532ad5ed4ce2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0321DF5D-23FD-A58C-D6E7-855D113C5DAA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F08531EB-7309-32AF-051D-B7A27219A322}"/>
                </a:ext>
              </a:extLst>
            </p:cNvPr>
            <p:cNvPicPr>
              <a:picLocks noChangeAspect="1"/>
            </p:cNvPicPr>
            <p:nvPr/>
          </p:nvPicPr>
          <p:blipFill>
            <a:blip r:embed="Rb2f2aa6b608b494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CC81384-A296-A6B4-3960-B3187C0FCFAC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89EE21CD-352F-D3DE-5702-DD248CB32B2C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44D5EC68-490E-A44E-D66B-824598207B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2469f66a4c6745b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CF6F126E-2384-DE2A-0523-BEF283F7F8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09ce2e43495b42f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20" name="图片 19">
                <a:extLst>
                  <a:ext uri="{FF2B5EF4-FFF2-40B4-BE49-F238E27FC236}">
                    <a16:creationId xmlns:a16="http://schemas.microsoft.com/office/drawing/2014/main" id="{7368266E-FA4A-602A-D828-5CD8B9EC88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13703b8895834aa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D54D931A-DA23-45F0-F6E4-3794E98ACD83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FDD65EC4-3644-78BD-F817-151D87D1A2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221fd33605c449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C161FCE8-8ED7-881A-EB57-402598486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2572a4b4021b4e8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4DB6B17-9BA2-EC7A-441F-0BA277447FC8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EE8EE9D-CB5D-1325-FD4D-21DA9EF775B3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09E03AB-8D24-DF7A-30A8-51E68AC23A5A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9" name="标题 1">
            <a:extLst>
              <a:ext uri="{FF2B5EF4-FFF2-40B4-BE49-F238E27FC236}">
                <a16:creationId xmlns:a16="http://schemas.microsoft.com/office/drawing/2014/main" id="{A474DACC-DE8D-FA30-FF88-23C731609DA7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0D6080BE-57B8-2262-F2E9-FFC3A5706F2E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AB36D1EB-76CA-C9D0-A2A1-931C6B64EDA9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32" name="标题 1">
            <a:extLst>
              <a:ext uri="{FF2B5EF4-FFF2-40B4-BE49-F238E27FC236}">
                <a16:creationId xmlns:a16="http://schemas.microsoft.com/office/drawing/2014/main" id="{0F17DFE4-5D8D-BC9C-8E11-8C27E48DC84D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C59B080-5617-620C-702E-80CB1E877B2C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标题 1">
            <a:extLst>
              <a:ext uri="{FF2B5EF4-FFF2-40B4-BE49-F238E27FC236}">
                <a16:creationId xmlns:a16="http://schemas.microsoft.com/office/drawing/2014/main" id="{45274865-8B27-16F6-33FC-D12C5FA89934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FA03F80-317D-1B9B-897D-FC3A16F7D9FD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CEC15E22-CD58-420D-6ACD-BC64D1552829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09C003A-8C5E-53C2-34AA-39E9DB341535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76FA08A5-A4A4-CAFC-3932-7336E0DC61E6}"/>
              </a:ext>
            </a:extLst>
          </p:cNvPr>
          <p:cNvSpPr txBox="1"/>
          <p:nvPr/>
        </p:nvSpPr>
        <p:spPr>
          <a:xfrm>
            <a:off x="2249758" y="1868140"/>
            <a:ext cx="5340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新闻摄影培训</a:t>
            </a:r>
            <a:r>
              <a:rPr lang="en-US" altLang="zh-CN" sz="1600" b="1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PPT</a:t>
            </a:r>
            <a:r>
              <a:rPr lang="zh-CN" altLang="en-US" sz="1600" b="1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模板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7DB27C87-905D-6E5E-0CE1-967365022860}"/>
              </a:ext>
            </a:extLst>
          </p:cNvPr>
          <p:cNvSpPr txBox="1"/>
          <p:nvPr/>
        </p:nvSpPr>
        <p:spPr>
          <a:xfrm>
            <a:off x="527870" y="2380681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新闻摄影培训</a:t>
            </a:r>
          </a:p>
        </p:txBody>
      </p:sp>
      <p:sp>
        <p:nvSpPr>
          <p:cNvPr id="94" name="Rectangle 3">
            <a:extLst>
              <a:ext uri="{FF2B5EF4-FFF2-40B4-BE49-F238E27FC236}">
                <a16:creationId xmlns:a16="http://schemas.microsoft.com/office/drawing/2014/main" id="{148ABF4C-A8E0-86F0-DBC8-D77E151E4038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27338" y="3736003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78E7B1D5-F211-374E-FE09-764135F02377}"/>
              </a:ext>
            </a:extLst>
          </p:cNvPr>
          <p:cNvSpPr txBox="1"/>
          <p:nvPr/>
        </p:nvSpPr>
        <p:spPr>
          <a:xfrm>
            <a:off x="1040383" y="4652730"/>
            <a:ext cx="1436460" cy="312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汇报人：XX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PPT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5CD36C28-6FA3-68B1-D113-286073E6193E}"/>
              </a:ext>
            </a:extLst>
          </p:cNvPr>
          <p:cNvGrpSpPr/>
          <p:nvPr/>
        </p:nvGrpSpPr>
        <p:grpSpPr>
          <a:xfrm>
            <a:off x="738791" y="4672426"/>
            <a:ext cx="279820" cy="279820"/>
            <a:chOff x="1218780" y="4491524"/>
            <a:chExt cx="407325" cy="407325"/>
          </a:xfrm>
          <a:solidFill>
            <a:schemeClr val="accent1"/>
          </a:solidFill>
        </p:grpSpPr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FEB6B5C2-509A-CF4C-0275-DAC824FFF336}"/>
                </a:ext>
              </a:extLst>
            </p:cNvPr>
            <p:cNvSpPr/>
            <p:nvPr/>
          </p:nvSpPr>
          <p:spPr>
            <a:xfrm>
              <a:off x="1218780" y="4491524"/>
              <a:ext cx="407325" cy="407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  <p:sp>
          <p:nvSpPr>
            <p:cNvPr id="98" name="iconfont-1186-567130">
              <a:extLst>
                <a:ext uri="{FF2B5EF4-FFF2-40B4-BE49-F238E27FC236}">
                  <a16:creationId xmlns:a16="http://schemas.microsoft.com/office/drawing/2014/main" id="{8B9F222E-4D4B-2416-65CE-95A16CB2F152}"/>
                </a:ext>
              </a:extLst>
            </p:cNvPr>
            <p:cNvSpPr/>
            <p:nvPr/>
          </p:nvSpPr>
          <p:spPr>
            <a:xfrm>
              <a:off x="1330732" y="4588304"/>
              <a:ext cx="183420" cy="213764"/>
            </a:xfrm>
            <a:custGeom>
              <a:avLst/>
              <a:gdLst>
                <a:gd name="T0" fmla="*/ 9460 w 11005"/>
                <a:gd name="T1" fmla="*/ 7916 h 12825"/>
                <a:gd name="T2" fmla="*/ 10232 w 11005"/>
                <a:gd name="T3" fmla="*/ 8715 h 12825"/>
                <a:gd name="T4" fmla="*/ 11005 w 11005"/>
                <a:gd name="T5" fmla="*/ 7916 h 12825"/>
                <a:gd name="T6" fmla="*/ 11005 w 11005"/>
                <a:gd name="T7" fmla="*/ 4827 h 12825"/>
                <a:gd name="T8" fmla="*/ 10232 w 11005"/>
                <a:gd name="T9" fmla="*/ 4027 h 12825"/>
                <a:gd name="T10" fmla="*/ 9460 w 11005"/>
                <a:gd name="T11" fmla="*/ 4827 h 12825"/>
                <a:gd name="T12" fmla="*/ 9460 w 11005"/>
                <a:gd name="T13" fmla="*/ 7916 h 12825"/>
                <a:gd name="T14" fmla="*/ 6647 w 11005"/>
                <a:gd name="T15" fmla="*/ 2234 h 12825"/>
                <a:gd name="T16" fmla="*/ 7033 w 11005"/>
                <a:gd name="T17" fmla="*/ 1848 h 12825"/>
                <a:gd name="T18" fmla="*/ 7419 w 11005"/>
                <a:gd name="T19" fmla="*/ 2234 h 12825"/>
                <a:gd name="T20" fmla="*/ 7033 w 11005"/>
                <a:gd name="T21" fmla="*/ 2620 h 12825"/>
                <a:gd name="T22" fmla="*/ 6647 w 11005"/>
                <a:gd name="T23" fmla="*/ 2234 h 12825"/>
                <a:gd name="T24" fmla="*/ 3668 w 11005"/>
                <a:gd name="T25" fmla="*/ 2234 h 12825"/>
                <a:gd name="T26" fmla="*/ 4054 w 11005"/>
                <a:gd name="T27" fmla="*/ 1848 h 12825"/>
                <a:gd name="T28" fmla="*/ 4440 w 11005"/>
                <a:gd name="T29" fmla="*/ 2234 h 12825"/>
                <a:gd name="T30" fmla="*/ 4054 w 11005"/>
                <a:gd name="T31" fmla="*/ 2620 h 12825"/>
                <a:gd name="T32" fmla="*/ 3668 w 11005"/>
                <a:gd name="T33" fmla="*/ 2234 h 12825"/>
                <a:gd name="T34" fmla="*/ 2041 w 11005"/>
                <a:gd name="T35" fmla="*/ 9708 h 12825"/>
                <a:gd name="T36" fmla="*/ 2648 w 11005"/>
                <a:gd name="T37" fmla="*/ 10315 h 12825"/>
                <a:gd name="T38" fmla="*/ 3337 w 11005"/>
                <a:gd name="T39" fmla="*/ 10315 h 12825"/>
                <a:gd name="T40" fmla="*/ 3337 w 11005"/>
                <a:gd name="T41" fmla="*/ 12025 h 12825"/>
                <a:gd name="T42" fmla="*/ 4109 w 11005"/>
                <a:gd name="T43" fmla="*/ 12825 h 12825"/>
                <a:gd name="T44" fmla="*/ 4882 w 11005"/>
                <a:gd name="T45" fmla="*/ 12025 h 12825"/>
                <a:gd name="T46" fmla="*/ 4882 w 11005"/>
                <a:gd name="T47" fmla="*/ 10315 h 12825"/>
                <a:gd name="T48" fmla="*/ 6095 w 11005"/>
                <a:gd name="T49" fmla="*/ 10315 h 12825"/>
                <a:gd name="T50" fmla="*/ 6095 w 11005"/>
                <a:gd name="T51" fmla="*/ 12025 h 12825"/>
                <a:gd name="T52" fmla="*/ 6867 w 11005"/>
                <a:gd name="T53" fmla="*/ 12825 h 12825"/>
                <a:gd name="T54" fmla="*/ 7640 w 11005"/>
                <a:gd name="T55" fmla="*/ 12025 h 12825"/>
                <a:gd name="T56" fmla="*/ 7640 w 11005"/>
                <a:gd name="T57" fmla="*/ 10315 h 12825"/>
                <a:gd name="T58" fmla="*/ 8329 w 11005"/>
                <a:gd name="T59" fmla="*/ 10315 h 12825"/>
                <a:gd name="T60" fmla="*/ 8936 w 11005"/>
                <a:gd name="T61" fmla="*/ 9708 h 12825"/>
                <a:gd name="T62" fmla="*/ 8936 w 11005"/>
                <a:gd name="T63" fmla="*/ 4054 h 12825"/>
                <a:gd name="T64" fmla="*/ 2041 w 11005"/>
                <a:gd name="T65" fmla="*/ 4054 h 12825"/>
                <a:gd name="T66" fmla="*/ 2041 w 11005"/>
                <a:gd name="T67" fmla="*/ 9708 h 12825"/>
                <a:gd name="T68" fmla="*/ 9019 w 11005"/>
                <a:gd name="T69" fmla="*/ 3585 h 12825"/>
                <a:gd name="T70" fmla="*/ 7198 w 11005"/>
                <a:gd name="T71" fmla="*/ 1158 h 12825"/>
                <a:gd name="T72" fmla="*/ 7833 w 11005"/>
                <a:gd name="T73" fmla="*/ 221 h 12825"/>
                <a:gd name="T74" fmla="*/ 7805 w 11005"/>
                <a:gd name="T75" fmla="*/ 55 h 12825"/>
                <a:gd name="T76" fmla="*/ 7640 w 11005"/>
                <a:gd name="T77" fmla="*/ 83 h 12825"/>
                <a:gd name="T78" fmla="*/ 6978 w 11005"/>
                <a:gd name="T79" fmla="*/ 1048 h 12825"/>
                <a:gd name="T80" fmla="*/ 5544 w 11005"/>
                <a:gd name="T81" fmla="*/ 772 h 12825"/>
                <a:gd name="T82" fmla="*/ 4082 w 11005"/>
                <a:gd name="T83" fmla="*/ 1048 h 12825"/>
                <a:gd name="T84" fmla="*/ 3420 w 11005"/>
                <a:gd name="T85" fmla="*/ 83 h 12825"/>
                <a:gd name="T86" fmla="*/ 3254 w 11005"/>
                <a:gd name="T87" fmla="*/ 55 h 12825"/>
                <a:gd name="T88" fmla="*/ 3227 w 11005"/>
                <a:gd name="T89" fmla="*/ 221 h 12825"/>
                <a:gd name="T90" fmla="*/ 3861 w 11005"/>
                <a:gd name="T91" fmla="*/ 1158 h 12825"/>
                <a:gd name="T92" fmla="*/ 2041 w 11005"/>
                <a:gd name="T93" fmla="*/ 3585 h 12825"/>
                <a:gd name="T94" fmla="*/ 9019 w 11005"/>
                <a:gd name="T95" fmla="*/ 3585 h 12825"/>
                <a:gd name="T96" fmla="*/ 0 w 11005"/>
                <a:gd name="T97" fmla="*/ 7916 h 12825"/>
                <a:gd name="T98" fmla="*/ 772 w 11005"/>
                <a:gd name="T99" fmla="*/ 8715 h 12825"/>
                <a:gd name="T100" fmla="*/ 1544 w 11005"/>
                <a:gd name="T101" fmla="*/ 7916 h 12825"/>
                <a:gd name="T102" fmla="*/ 1544 w 11005"/>
                <a:gd name="T103" fmla="*/ 4827 h 12825"/>
                <a:gd name="T104" fmla="*/ 772 w 11005"/>
                <a:gd name="T105" fmla="*/ 4027 h 12825"/>
                <a:gd name="T106" fmla="*/ 0 w 11005"/>
                <a:gd name="T107" fmla="*/ 4827 h 12825"/>
                <a:gd name="T108" fmla="*/ 0 w 11005"/>
                <a:gd name="T109" fmla="*/ 7916 h 12825"/>
                <a:gd name="T110" fmla="*/ 0 w 11005"/>
                <a:gd name="T111" fmla="*/ 7916 h 12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05" h="12825">
                  <a:moveTo>
                    <a:pt x="9460" y="7916"/>
                  </a:moveTo>
                  <a:cubicBezTo>
                    <a:pt x="9460" y="8357"/>
                    <a:pt x="9819" y="8715"/>
                    <a:pt x="10232" y="8715"/>
                  </a:cubicBezTo>
                  <a:cubicBezTo>
                    <a:pt x="10674" y="8715"/>
                    <a:pt x="11005" y="8357"/>
                    <a:pt x="11005" y="7916"/>
                  </a:cubicBezTo>
                  <a:lnTo>
                    <a:pt x="11005" y="4827"/>
                  </a:lnTo>
                  <a:cubicBezTo>
                    <a:pt x="11005" y="4385"/>
                    <a:pt x="10646" y="4027"/>
                    <a:pt x="10232" y="4027"/>
                  </a:cubicBezTo>
                  <a:cubicBezTo>
                    <a:pt x="9791" y="4027"/>
                    <a:pt x="9460" y="4385"/>
                    <a:pt x="9460" y="4827"/>
                  </a:cubicBezTo>
                  <a:lnTo>
                    <a:pt x="9460" y="7916"/>
                  </a:lnTo>
                  <a:close/>
                  <a:moveTo>
                    <a:pt x="6647" y="2234"/>
                  </a:moveTo>
                  <a:cubicBezTo>
                    <a:pt x="6647" y="2013"/>
                    <a:pt x="6812" y="1848"/>
                    <a:pt x="7033" y="1848"/>
                  </a:cubicBezTo>
                  <a:cubicBezTo>
                    <a:pt x="7254" y="1848"/>
                    <a:pt x="7419" y="2013"/>
                    <a:pt x="7419" y="2234"/>
                  </a:cubicBezTo>
                  <a:cubicBezTo>
                    <a:pt x="7419" y="2455"/>
                    <a:pt x="7254" y="2620"/>
                    <a:pt x="7033" y="2620"/>
                  </a:cubicBezTo>
                  <a:cubicBezTo>
                    <a:pt x="6812" y="2620"/>
                    <a:pt x="6647" y="2455"/>
                    <a:pt x="6647" y="2234"/>
                  </a:cubicBezTo>
                  <a:close/>
                  <a:moveTo>
                    <a:pt x="3668" y="2234"/>
                  </a:moveTo>
                  <a:cubicBezTo>
                    <a:pt x="3668" y="2013"/>
                    <a:pt x="3834" y="1848"/>
                    <a:pt x="4054" y="1848"/>
                  </a:cubicBezTo>
                  <a:cubicBezTo>
                    <a:pt x="4275" y="1848"/>
                    <a:pt x="4440" y="2013"/>
                    <a:pt x="4440" y="2234"/>
                  </a:cubicBezTo>
                  <a:cubicBezTo>
                    <a:pt x="4440" y="2455"/>
                    <a:pt x="4275" y="2620"/>
                    <a:pt x="4054" y="2620"/>
                  </a:cubicBezTo>
                  <a:cubicBezTo>
                    <a:pt x="3834" y="2620"/>
                    <a:pt x="3668" y="2455"/>
                    <a:pt x="3668" y="2234"/>
                  </a:cubicBezTo>
                  <a:close/>
                  <a:moveTo>
                    <a:pt x="2041" y="9708"/>
                  </a:moveTo>
                  <a:cubicBezTo>
                    <a:pt x="2041" y="10039"/>
                    <a:pt x="2317" y="10315"/>
                    <a:pt x="2648" y="10315"/>
                  </a:cubicBezTo>
                  <a:lnTo>
                    <a:pt x="3337" y="10315"/>
                  </a:lnTo>
                  <a:lnTo>
                    <a:pt x="3337" y="12025"/>
                  </a:lnTo>
                  <a:cubicBezTo>
                    <a:pt x="3337" y="12466"/>
                    <a:pt x="3668" y="12825"/>
                    <a:pt x="4109" y="12825"/>
                  </a:cubicBezTo>
                  <a:cubicBezTo>
                    <a:pt x="4523" y="12825"/>
                    <a:pt x="4882" y="12466"/>
                    <a:pt x="4882" y="12025"/>
                  </a:cubicBezTo>
                  <a:lnTo>
                    <a:pt x="4882" y="10315"/>
                  </a:lnTo>
                  <a:lnTo>
                    <a:pt x="6095" y="10315"/>
                  </a:lnTo>
                  <a:lnTo>
                    <a:pt x="6095" y="12025"/>
                  </a:lnTo>
                  <a:cubicBezTo>
                    <a:pt x="6095" y="12466"/>
                    <a:pt x="6426" y="12825"/>
                    <a:pt x="6867" y="12825"/>
                  </a:cubicBezTo>
                  <a:cubicBezTo>
                    <a:pt x="7309" y="12825"/>
                    <a:pt x="7640" y="12466"/>
                    <a:pt x="7640" y="12025"/>
                  </a:cubicBezTo>
                  <a:lnTo>
                    <a:pt x="7640" y="10315"/>
                  </a:lnTo>
                  <a:lnTo>
                    <a:pt x="8329" y="10315"/>
                  </a:lnTo>
                  <a:cubicBezTo>
                    <a:pt x="8688" y="10315"/>
                    <a:pt x="8936" y="10039"/>
                    <a:pt x="8936" y="9708"/>
                  </a:cubicBezTo>
                  <a:lnTo>
                    <a:pt x="8936" y="4054"/>
                  </a:lnTo>
                  <a:lnTo>
                    <a:pt x="2041" y="4054"/>
                  </a:lnTo>
                  <a:lnTo>
                    <a:pt x="2041" y="9708"/>
                  </a:lnTo>
                  <a:close/>
                  <a:moveTo>
                    <a:pt x="9019" y="3585"/>
                  </a:moveTo>
                  <a:cubicBezTo>
                    <a:pt x="8908" y="2510"/>
                    <a:pt x="8219" y="1627"/>
                    <a:pt x="7198" y="1158"/>
                  </a:cubicBezTo>
                  <a:lnTo>
                    <a:pt x="7833" y="221"/>
                  </a:lnTo>
                  <a:cubicBezTo>
                    <a:pt x="7888" y="165"/>
                    <a:pt x="7860" y="83"/>
                    <a:pt x="7805" y="55"/>
                  </a:cubicBezTo>
                  <a:cubicBezTo>
                    <a:pt x="7750" y="27"/>
                    <a:pt x="7695" y="55"/>
                    <a:pt x="7640" y="83"/>
                  </a:cubicBezTo>
                  <a:lnTo>
                    <a:pt x="6978" y="1048"/>
                  </a:lnTo>
                  <a:cubicBezTo>
                    <a:pt x="6536" y="882"/>
                    <a:pt x="6040" y="772"/>
                    <a:pt x="5544" y="772"/>
                  </a:cubicBezTo>
                  <a:cubicBezTo>
                    <a:pt x="5020" y="772"/>
                    <a:pt x="4523" y="882"/>
                    <a:pt x="4082" y="1048"/>
                  </a:cubicBezTo>
                  <a:lnTo>
                    <a:pt x="3420" y="83"/>
                  </a:lnTo>
                  <a:cubicBezTo>
                    <a:pt x="3365" y="27"/>
                    <a:pt x="3310" y="0"/>
                    <a:pt x="3254" y="55"/>
                  </a:cubicBezTo>
                  <a:cubicBezTo>
                    <a:pt x="3199" y="83"/>
                    <a:pt x="3199" y="165"/>
                    <a:pt x="3227" y="221"/>
                  </a:cubicBezTo>
                  <a:lnTo>
                    <a:pt x="3861" y="1158"/>
                  </a:lnTo>
                  <a:cubicBezTo>
                    <a:pt x="2841" y="1627"/>
                    <a:pt x="2124" y="2510"/>
                    <a:pt x="2041" y="3585"/>
                  </a:cubicBezTo>
                  <a:lnTo>
                    <a:pt x="9019" y="3585"/>
                  </a:lnTo>
                  <a:close/>
                  <a:moveTo>
                    <a:pt x="0" y="7916"/>
                  </a:moveTo>
                  <a:cubicBezTo>
                    <a:pt x="0" y="8357"/>
                    <a:pt x="331" y="8715"/>
                    <a:pt x="772" y="8715"/>
                  </a:cubicBezTo>
                  <a:cubicBezTo>
                    <a:pt x="1186" y="8715"/>
                    <a:pt x="1544" y="8357"/>
                    <a:pt x="1544" y="7916"/>
                  </a:cubicBezTo>
                  <a:lnTo>
                    <a:pt x="1544" y="4827"/>
                  </a:lnTo>
                  <a:cubicBezTo>
                    <a:pt x="1544" y="4385"/>
                    <a:pt x="1186" y="4027"/>
                    <a:pt x="772" y="4027"/>
                  </a:cubicBezTo>
                  <a:cubicBezTo>
                    <a:pt x="331" y="4027"/>
                    <a:pt x="0" y="4385"/>
                    <a:pt x="0" y="4827"/>
                  </a:cubicBezTo>
                  <a:lnTo>
                    <a:pt x="0" y="7916"/>
                  </a:lnTo>
                  <a:close/>
                  <a:moveTo>
                    <a:pt x="0" y="791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B86808D9-82E4-7D92-D7C6-5B00BB8BBC51}"/>
              </a:ext>
            </a:extLst>
          </p:cNvPr>
          <p:cNvSpPr txBox="1"/>
          <p:nvPr/>
        </p:nvSpPr>
        <p:spPr>
          <a:xfrm>
            <a:off x="2916755" y="4652730"/>
            <a:ext cx="1436460" cy="312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汇报班级：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X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级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X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班</a:t>
            </a: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332BF39F-BAD9-95E0-4E23-85AB1BD7B43B}"/>
              </a:ext>
            </a:extLst>
          </p:cNvPr>
          <p:cNvGrpSpPr/>
          <p:nvPr/>
        </p:nvGrpSpPr>
        <p:grpSpPr>
          <a:xfrm>
            <a:off x="2605691" y="4672426"/>
            <a:ext cx="279820" cy="279820"/>
            <a:chOff x="1218780" y="4491524"/>
            <a:chExt cx="407325" cy="407325"/>
          </a:xfrm>
          <a:solidFill>
            <a:schemeClr val="accent1"/>
          </a:solidFill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4EF1A0D9-421A-AD68-104D-06FE19752977}"/>
                </a:ext>
              </a:extLst>
            </p:cNvPr>
            <p:cNvSpPr/>
            <p:nvPr/>
          </p:nvSpPr>
          <p:spPr>
            <a:xfrm>
              <a:off x="1218780" y="4491524"/>
              <a:ext cx="407325" cy="407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  <p:sp>
          <p:nvSpPr>
            <p:cNvPr id="102" name="iconfont-1186-567130">
              <a:extLst>
                <a:ext uri="{FF2B5EF4-FFF2-40B4-BE49-F238E27FC236}">
                  <a16:creationId xmlns:a16="http://schemas.microsoft.com/office/drawing/2014/main" id="{CCF85389-4152-6747-C86D-74E01B0892F7}"/>
                </a:ext>
              </a:extLst>
            </p:cNvPr>
            <p:cNvSpPr/>
            <p:nvPr/>
          </p:nvSpPr>
          <p:spPr>
            <a:xfrm>
              <a:off x="1330732" y="4588304"/>
              <a:ext cx="183420" cy="213764"/>
            </a:xfrm>
            <a:custGeom>
              <a:avLst/>
              <a:gdLst>
                <a:gd name="T0" fmla="*/ 9460 w 11005"/>
                <a:gd name="T1" fmla="*/ 7916 h 12825"/>
                <a:gd name="T2" fmla="*/ 10232 w 11005"/>
                <a:gd name="T3" fmla="*/ 8715 h 12825"/>
                <a:gd name="T4" fmla="*/ 11005 w 11005"/>
                <a:gd name="T5" fmla="*/ 7916 h 12825"/>
                <a:gd name="T6" fmla="*/ 11005 w 11005"/>
                <a:gd name="T7" fmla="*/ 4827 h 12825"/>
                <a:gd name="T8" fmla="*/ 10232 w 11005"/>
                <a:gd name="T9" fmla="*/ 4027 h 12825"/>
                <a:gd name="T10" fmla="*/ 9460 w 11005"/>
                <a:gd name="T11" fmla="*/ 4827 h 12825"/>
                <a:gd name="T12" fmla="*/ 9460 w 11005"/>
                <a:gd name="T13" fmla="*/ 7916 h 12825"/>
                <a:gd name="T14" fmla="*/ 6647 w 11005"/>
                <a:gd name="T15" fmla="*/ 2234 h 12825"/>
                <a:gd name="T16" fmla="*/ 7033 w 11005"/>
                <a:gd name="T17" fmla="*/ 1848 h 12825"/>
                <a:gd name="T18" fmla="*/ 7419 w 11005"/>
                <a:gd name="T19" fmla="*/ 2234 h 12825"/>
                <a:gd name="T20" fmla="*/ 7033 w 11005"/>
                <a:gd name="T21" fmla="*/ 2620 h 12825"/>
                <a:gd name="T22" fmla="*/ 6647 w 11005"/>
                <a:gd name="T23" fmla="*/ 2234 h 12825"/>
                <a:gd name="T24" fmla="*/ 3668 w 11005"/>
                <a:gd name="T25" fmla="*/ 2234 h 12825"/>
                <a:gd name="T26" fmla="*/ 4054 w 11005"/>
                <a:gd name="T27" fmla="*/ 1848 h 12825"/>
                <a:gd name="T28" fmla="*/ 4440 w 11005"/>
                <a:gd name="T29" fmla="*/ 2234 h 12825"/>
                <a:gd name="T30" fmla="*/ 4054 w 11005"/>
                <a:gd name="T31" fmla="*/ 2620 h 12825"/>
                <a:gd name="T32" fmla="*/ 3668 w 11005"/>
                <a:gd name="T33" fmla="*/ 2234 h 12825"/>
                <a:gd name="T34" fmla="*/ 2041 w 11005"/>
                <a:gd name="T35" fmla="*/ 9708 h 12825"/>
                <a:gd name="T36" fmla="*/ 2648 w 11005"/>
                <a:gd name="T37" fmla="*/ 10315 h 12825"/>
                <a:gd name="T38" fmla="*/ 3337 w 11005"/>
                <a:gd name="T39" fmla="*/ 10315 h 12825"/>
                <a:gd name="T40" fmla="*/ 3337 w 11005"/>
                <a:gd name="T41" fmla="*/ 12025 h 12825"/>
                <a:gd name="T42" fmla="*/ 4109 w 11005"/>
                <a:gd name="T43" fmla="*/ 12825 h 12825"/>
                <a:gd name="T44" fmla="*/ 4882 w 11005"/>
                <a:gd name="T45" fmla="*/ 12025 h 12825"/>
                <a:gd name="T46" fmla="*/ 4882 w 11005"/>
                <a:gd name="T47" fmla="*/ 10315 h 12825"/>
                <a:gd name="T48" fmla="*/ 6095 w 11005"/>
                <a:gd name="T49" fmla="*/ 10315 h 12825"/>
                <a:gd name="T50" fmla="*/ 6095 w 11005"/>
                <a:gd name="T51" fmla="*/ 12025 h 12825"/>
                <a:gd name="T52" fmla="*/ 6867 w 11005"/>
                <a:gd name="T53" fmla="*/ 12825 h 12825"/>
                <a:gd name="T54" fmla="*/ 7640 w 11005"/>
                <a:gd name="T55" fmla="*/ 12025 h 12825"/>
                <a:gd name="T56" fmla="*/ 7640 w 11005"/>
                <a:gd name="T57" fmla="*/ 10315 h 12825"/>
                <a:gd name="T58" fmla="*/ 8329 w 11005"/>
                <a:gd name="T59" fmla="*/ 10315 h 12825"/>
                <a:gd name="T60" fmla="*/ 8936 w 11005"/>
                <a:gd name="T61" fmla="*/ 9708 h 12825"/>
                <a:gd name="T62" fmla="*/ 8936 w 11005"/>
                <a:gd name="T63" fmla="*/ 4054 h 12825"/>
                <a:gd name="T64" fmla="*/ 2041 w 11005"/>
                <a:gd name="T65" fmla="*/ 4054 h 12825"/>
                <a:gd name="T66" fmla="*/ 2041 w 11005"/>
                <a:gd name="T67" fmla="*/ 9708 h 12825"/>
                <a:gd name="T68" fmla="*/ 9019 w 11005"/>
                <a:gd name="T69" fmla="*/ 3585 h 12825"/>
                <a:gd name="T70" fmla="*/ 7198 w 11005"/>
                <a:gd name="T71" fmla="*/ 1158 h 12825"/>
                <a:gd name="T72" fmla="*/ 7833 w 11005"/>
                <a:gd name="T73" fmla="*/ 221 h 12825"/>
                <a:gd name="T74" fmla="*/ 7805 w 11005"/>
                <a:gd name="T75" fmla="*/ 55 h 12825"/>
                <a:gd name="T76" fmla="*/ 7640 w 11005"/>
                <a:gd name="T77" fmla="*/ 83 h 12825"/>
                <a:gd name="T78" fmla="*/ 6978 w 11005"/>
                <a:gd name="T79" fmla="*/ 1048 h 12825"/>
                <a:gd name="T80" fmla="*/ 5544 w 11005"/>
                <a:gd name="T81" fmla="*/ 772 h 12825"/>
                <a:gd name="T82" fmla="*/ 4082 w 11005"/>
                <a:gd name="T83" fmla="*/ 1048 h 12825"/>
                <a:gd name="T84" fmla="*/ 3420 w 11005"/>
                <a:gd name="T85" fmla="*/ 83 h 12825"/>
                <a:gd name="T86" fmla="*/ 3254 w 11005"/>
                <a:gd name="T87" fmla="*/ 55 h 12825"/>
                <a:gd name="T88" fmla="*/ 3227 w 11005"/>
                <a:gd name="T89" fmla="*/ 221 h 12825"/>
                <a:gd name="T90" fmla="*/ 3861 w 11005"/>
                <a:gd name="T91" fmla="*/ 1158 h 12825"/>
                <a:gd name="T92" fmla="*/ 2041 w 11005"/>
                <a:gd name="T93" fmla="*/ 3585 h 12825"/>
                <a:gd name="T94" fmla="*/ 9019 w 11005"/>
                <a:gd name="T95" fmla="*/ 3585 h 12825"/>
                <a:gd name="T96" fmla="*/ 0 w 11005"/>
                <a:gd name="T97" fmla="*/ 7916 h 12825"/>
                <a:gd name="T98" fmla="*/ 772 w 11005"/>
                <a:gd name="T99" fmla="*/ 8715 h 12825"/>
                <a:gd name="T100" fmla="*/ 1544 w 11005"/>
                <a:gd name="T101" fmla="*/ 7916 h 12825"/>
                <a:gd name="T102" fmla="*/ 1544 w 11005"/>
                <a:gd name="T103" fmla="*/ 4827 h 12825"/>
                <a:gd name="T104" fmla="*/ 772 w 11005"/>
                <a:gd name="T105" fmla="*/ 4027 h 12825"/>
                <a:gd name="T106" fmla="*/ 0 w 11005"/>
                <a:gd name="T107" fmla="*/ 4827 h 12825"/>
                <a:gd name="T108" fmla="*/ 0 w 11005"/>
                <a:gd name="T109" fmla="*/ 7916 h 12825"/>
                <a:gd name="T110" fmla="*/ 0 w 11005"/>
                <a:gd name="T111" fmla="*/ 7916 h 12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05" h="12825">
                  <a:moveTo>
                    <a:pt x="9460" y="7916"/>
                  </a:moveTo>
                  <a:cubicBezTo>
                    <a:pt x="9460" y="8357"/>
                    <a:pt x="9819" y="8715"/>
                    <a:pt x="10232" y="8715"/>
                  </a:cubicBezTo>
                  <a:cubicBezTo>
                    <a:pt x="10674" y="8715"/>
                    <a:pt x="11005" y="8357"/>
                    <a:pt x="11005" y="7916"/>
                  </a:cubicBezTo>
                  <a:lnTo>
                    <a:pt x="11005" y="4827"/>
                  </a:lnTo>
                  <a:cubicBezTo>
                    <a:pt x="11005" y="4385"/>
                    <a:pt x="10646" y="4027"/>
                    <a:pt x="10232" y="4027"/>
                  </a:cubicBezTo>
                  <a:cubicBezTo>
                    <a:pt x="9791" y="4027"/>
                    <a:pt x="9460" y="4385"/>
                    <a:pt x="9460" y="4827"/>
                  </a:cubicBezTo>
                  <a:lnTo>
                    <a:pt x="9460" y="7916"/>
                  </a:lnTo>
                  <a:close/>
                  <a:moveTo>
                    <a:pt x="6647" y="2234"/>
                  </a:moveTo>
                  <a:cubicBezTo>
                    <a:pt x="6647" y="2013"/>
                    <a:pt x="6812" y="1848"/>
                    <a:pt x="7033" y="1848"/>
                  </a:cubicBezTo>
                  <a:cubicBezTo>
                    <a:pt x="7254" y="1848"/>
                    <a:pt x="7419" y="2013"/>
                    <a:pt x="7419" y="2234"/>
                  </a:cubicBezTo>
                  <a:cubicBezTo>
                    <a:pt x="7419" y="2455"/>
                    <a:pt x="7254" y="2620"/>
                    <a:pt x="7033" y="2620"/>
                  </a:cubicBezTo>
                  <a:cubicBezTo>
                    <a:pt x="6812" y="2620"/>
                    <a:pt x="6647" y="2455"/>
                    <a:pt x="6647" y="2234"/>
                  </a:cubicBezTo>
                  <a:close/>
                  <a:moveTo>
                    <a:pt x="3668" y="2234"/>
                  </a:moveTo>
                  <a:cubicBezTo>
                    <a:pt x="3668" y="2013"/>
                    <a:pt x="3834" y="1848"/>
                    <a:pt x="4054" y="1848"/>
                  </a:cubicBezTo>
                  <a:cubicBezTo>
                    <a:pt x="4275" y="1848"/>
                    <a:pt x="4440" y="2013"/>
                    <a:pt x="4440" y="2234"/>
                  </a:cubicBezTo>
                  <a:cubicBezTo>
                    <a:pt x="4440" y="2455"/>
                    <a:pt x="4275" y="2620"/>
                    <a:pt x="4054" y="2620"/>
                  </a:cubicBezTo>
                  <a:cubicBezTo>
                    <a:pt x="3834" y="2620"/>
                    <a:pt x="3668" y="2455"/>
                    <a:pt x="3668" y="2234"/>
                  </a:cubicBezTo>
                  <a:close/>
                  <a:moveTo>
                    <a:pt x="2041" y="9708"/>
                  </a:moveTo>
                  <a:cubicBezTo>
                    <a:pt x="2041" y="10039"/>
                    <a:pt x="2317" y="10315"/>
                    <a:pt x="2648" y="10315"/>
                  </a:cubicBezTo>
                  <a:lnTo>
                    <a:pt x="3337" y="10315"/>
                  </a:lnTo>
                  <a:lnTo>
                    <a:pt x="3337" y="12025"/>
                  </a:lnTo>
                  <a:cubicBezTo>
                    <a:pt x="3337" y="12466"/>
                    <a:pt x="3668" y="12825"/>
                    <a:pt x="4109" y="12825"/>
                  </a:cubicBezTo>
                  <a:cubicBezTo>
                    <a:pt x="4523" y="12825"/>
                    <a:pt x="4882" y="12466"/>
                    <a:pt x="4882" y="12025"/>
                  </a:cubicBezTo>
                  <a:lnTo>
                    <a:pt x="4882" y="10315"/>
                  </a:lnTo>
                  <a:lnTo>
                    <a:pt x="6095" y="10315"/>
                  </a:lnTo>
                  <a:lnTo>
                    <a:pt x="6095" y="12025"/>
                  </a:lnTo>
                  <a:cubicBezTo>
                    <a:pt x="6095" y="12466"/>
                    <a:pt x="6426" y="12825"/>
                    <a:pt x="6867" y="12825"/>
                  </a:cubicBezTo>
                  <a:cubicBezTo>
                    <a:pt x="7309" y="12825"/>
                    <a:pt x="7640" y="12466"/>
                    <a:pt x="7640" y="12025"/>
                  </a:cubicBezTo>
                  <a:lnTo>
                    <a:pt x="7640" y="10315"/>
                  </a:lnTo>
                  <a:lnTo>
                    <a:pt x="8329" y="10315"/>
                  </a:lnTo>
                  <a:cubicBezTo>
                    <a:pt x="8688" y="10315"/>
                    <a:pt x="8936" y="10039"/>
                    <a:pt x="8936" y="9708"/>
                  </a:cubicBezTo>
                  <a:lnTo>
                    <a:pt x="8936" y="4054"/>
                  </a:lnTo>
                  <a:lnTo>
                    <a:pt x="2041" y="4054"/>
                  </a:lnTo>
                  <a:lnTo>
                    <a:pt x="2041" y="9708"/>
                  </a:lnTo>
                  <a:close/>
                  <a:moveTo>
                    <a:pt x="9019" y="3585"/>
                  </a:moveTo>
                  <a:cubicBezTo>
                    <a:pt x="8908" y="2510"/>
                    <a:pt x="8219" y="1627"/>
                    <a:pt x="7198" y="1158"/>
                  </a:cubicBezTo>
                  <a:lnTo>
                    <a:pt x="7833" y="221"/>
                  </a:lnTo>
                  <a:cubicBezTo>
                    <a:pt x="7888" y="165"/>
                    <a:pt x="7860" y="83"/>
                    <a:pt x="7805" y="55"/>
                  </a:cubicBezTo>
                  <a:cubicBezTo>
                    <a:pt x="7750" y="27"/>
                    <a:pt x="7695" y="55"/>
                    <a:pt x="7640" y="83"/>
                  </a:cubicBezTo>
                  <a:lnTo>
                    <a:pt x="6978" y="1048"/>
                  </a:lnTo>
                  <a:cubicBezTo>
                    <a:pt x="6536" y="882"/>
                    <a:pt x="6040" y="772"/>
                    <a:pt x="5544" y="772"/>
                  </a:cubicBezTo>
                  <a:cubicBezTo>
                    <a:pt x="5020" y="772"/>
                    <a:pt x="4523" y="882"/>
                    <a:pt x="4082" y="1048"/>
                  </a:cubicBezTo>
                  <a:lnTo>
                    <a:pt x="3420" y="83"/>
                  </a:lnTo>
                  <a:cubicBezTo>
                    <a:pt x="3365" y="27"/>
                    <a:pt x="3310" y="0"/>
                    <a:pt x="3254" y="55"/>
                  </a:cubicBezTo>
                  <a:cubicBezTo>
                    <a:pt x="3199" y="83"/>
                    <a:pt x="3199" y="165"/>
                    <a:pt x="3227" y="221"/>
                  </a:cubicBezTo>
                  <a:lnTo>
                    <a:pt x="3861" y="1158"/>
                  </a:lnTo>
                  <a:cubicBezTo>
                    <a:pt x="2841" y="1627"/>
                    <a:pt x="2124" y="2510"/>
                    <a:pt x="2041" y="3585"/>
                  </a:cubicBezTo>
                  <a:lnTo>
                    <a:pt x="9019" y="3585"/>
                  </a:lnTo>
                  <a:close/>
                  <a:moveTo>
                    <a:pt x="0" y="7916"/>
                  </a:moveTo>
                  <a:cubicBezTo>
                    <a:pt x="0" y="8357"/>
                    <a:pt x="331" y="8715"/>
                    <a:pt x="772" y="8715"/>
                  </a:cubicBezTo>
                  <a:cubicBezTo>
                    <a:pt x="1186" y="8715"/>
                    <a:pt x="1544" y="8357"/>
                    <a:pt x="1544" y="7916"/>
                  </a:cubicBezTo>
                  <a:lnTo>
                    <a:pt x="1544" y="4827"/>
                  </a:lnTo>
                  <a:cubicBezTo>
                    <a:pt x="1544" y="4385"/>
                    <a:pt x="1186" y="4027"/>
                    <a:pt x="772" y="4027"/>
                  </a:cubicBezTo>
                  <a:cubicBezTo>
                    <a:pt x="331" y="4027"/>
                    <a:pt x="0" y="4385"/>
                    <a:pt x="0" y="4827"/>
                  </a:cubicBezTo>
                  <a:lnTo>
                    <a:pt x="0" y="7916"/>
                  </a:lnTo>
                  <a:close/>
                  <a:moveTo>
                    <a:pt x="0" y="791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50EE336-5469-F2B1-FA01-7FD20FA68E2D}"/>
              </a:ext>
            </a:extLst>
          </p:cNvPr>
          <p:cNvSpPr txBox="1"/>
          <p:nvPr/>
        </p:nvSpPr>
        <p:spPr>
          <a:xfrm>
            <a:off x="576790" y="1525885"/>
            <a:ext cx="1755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202X</a:t>
            </a:r>
            <a:endParaRPr lang="zh-CN" altLang="en-US" sz="4800" spc="0" baseline="0">
              <a:solidFill>
                <a:schemeClr val="accent1"/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D31F069-9789-1C37-5927-F133142B4F56}"/>
              </a:ext>
            </a:extLst>
          </p:cNvPr>
          <p:cNvGrpSpPr/>
          <p:nvPr/>
        </p:nvGrpSpPr>
        <p:grpSpPr>
          <a:xfrm>
            <a:off x="5316552" y="4584700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E88C5FA7-73EA-6968-3FAA-05E16FB9164E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83734F0B-E7DE-8939-166D-244E200845FA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45C1025A-6825-58CD-5009-A8BCF088FAAA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67908290-0FE8-BA46-A026-3E4E4458AFA2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CD820B5B-9CFC-3285-A6C5-B21E55ECF320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69BEB51D-057B-33B5-8B3A-3DC739A6016E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98CEE52B-0EC2-FAE9-0F65-881065F45FE8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065D4CCF-B78D-8B1E-A018-46BBA1E18BEF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72CD4AC-1B0D-EB39-0D45-3DF1CD0C86BC}"/>
              </a:ext>
            </a:extLst>
          </p:cNvPr>
          <p:cNvGrpSpPr/>
          <p:nvPr/>
        </p:nvGrpSpPr>
        <p:grpSpPr>
          <a:xfrm>
            <a:off x="6890408" y="1587500"/>
            <a:ext cx="1005200" cy="4354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E37ACA61-4F0F-A8DE-7348-59A56120349F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AAE47A1-8273-78E6-63E4-B0F040ADAFB3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4E42FE37-BA25-B255-FA9D-F0291567E2B7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A6D28FC4-53C1-9FE1-19EF-6EC6CF31F774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89C8AF55-F294-A133-E9D8-741F197636E0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489FD1C0-D619-F948-468E-6BED7E4D115E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BCF247F4-43E5-A55F-1F44-DD5F5E0D28CF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A2A4D3C3-2919-0BF6-6980-D0E73C625045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25" name="图片 124">
            <a:extLst>
              <a:ext uri="{FF2B5EF4-FFF2-40B4-BE49-F238E27FC236}">
                <a16:creationId xmlns:a16="http://schemas.microsoft.com/office/drawing/2014/main" id="{67A7F9F3-32A0-C913-B0C1-CE2BA744C2D2}"/>
              </a:ext>
            </a:extLst>
          </p:cNvPr>
          <p:cNvPicPr>
            <a:picLocks noChangeAspect="1"/>
          </p:cNvPicPr>
          <p:nvPr/>
        </p:nvPicPr>
        <p:blipFill>
          <a:blip r:embed="R7528f20e0d97413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BB041B84-0373-2F85-0DB7-DB61F9F406A3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123" name="图片 122">
              <a:extLst>
                <a:ext uri="{FF2B5EF4-FFF2-40B4-BE49-F238E27FC236}">
                  <a16:creationId xmlns:a16="http://schemas.microsoft.com/office/drawing/2014/main" id="{74907554-95D9-8ABD-335B-FA977371991D}"/>
                </a:ext>
              </a:extLst>
            </p:cNvPr>
            <p:cNvPicPr>
              <a:picLocks noChangeAspect="1"/>
            </p:cNvPicPr>
            <p:nvPr/>
          </p:nvPicPr>
          <p:blipFill>
            <a:blip r:embed="R94b9a7ce2cf94c18">
              <a:extLst>
                <a:ext uri="{BEBA8EAE-BF5A-486C-A8C5-ECC9F3942E4B}">
                  <a14:imgProps xmlns:a14="http://schemas.microsoft.com/office/drawing/2010/main">
                    <a14:imgLayer r:embed="Re933e8acbcc644de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126" name="任意多边形: 形状 125">
              <a:extLst>
                <a:ext uri="{FF2B5EF4-FFF2-40B4-BE49-F238E27FC236}">
                  <a16:creationId xmlns:a16="http://schemas.microsoft.com/office/drawing/2014/main" id="{9E465A04-5540-041E-BEF6-7D566C461BCF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5" grpId="0"/>
      <p:bldP spid="99" grpId="0"/>
      <p:bldP spid="10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C1759A3-2D5F-5BEA-5363-AEC47999880D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96145A3F-3602-7C45-BE1E-EA713832E990}"/>
                </a:ext>
              </a:extLst>
            </p:cNvPr>
            <p:cNvPicPr>
              <a:picLocks noChangeAspect="1"/>
            </p:cNvPicPr>
            <p:nvPr/>
          </p:nvPicPr>
          <p:blipFill>
            <a:blip r:embed="R7cb5dea95162420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5631F50D-DB28-A43E-580C-555E9F6D7959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F90F96D-EEC2-3571-77BA-C659B0FDE1FA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6EC82AC7-8431-0823-A043-DB2E0A01BC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acf4703cf1d4b7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E6A06335-9568-FA85-F49F-254473393E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f373e5a9ee7452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BEBF1008-DD0C-E52A-74E1-7BE6EFD8E8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28b2d13083341b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F948653-58EF-AD70-62B0-C9A254A2F863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0854C4E1-2B37-E318-837B-8C635C90C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b0e3784e4cf04e1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2DBC5237-D280-9A11-70DD-821F8AC64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3154dac0cc8413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4116542-9EFF-4A7E-B9D5-F127DC577319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52E2EB6-A918-E1B2-4979-AB5DE25E388B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D0021C6-B25E-EE00-B77D-AAF80CB3EFFB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标题 1">
            <a:extLst>
              <a:ext uri="{FF2B5EF4-FFF2-40B4-BE49-F238E27FC236}">
                <a16:creationId xmlns:a16="http://schemas.microsoft.com/office/drawing/2014/main" id="{8932FEBA-2DFD-98C1-006C-B6C42993921E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1CDAB779-9DEB-ED43-C859-421C1339A18A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CD22BDE5-A2E5-A03F-9F94-30837DF7AF23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1CF2531F-DD88-1D40-4BF9-8F19A2A90F81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343D41C-B31A-45AF-2792-1AD3CDCC7832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23E22244-1AA6-06BA-419B-53CB9396E3E3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70B2F6D-27EA-4E96-7518-9291F787921A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F6AD44D-A4AA-549E-9D48-D082D296440F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0FADFC7-0F7F-4756-4890-B6F07F0241C7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5D7D53F-69E0-7953-4DB5-8DA0FA12219D}"/>
              </a:ext>
            </a:extLst>
          </p:cNvPr>
          <p:cNvGrpSpPr/>
          <p:nvPr/>
        </p:nvGrpSpPr>
        <p:grpSpPr>
          <a:xfrm>
            <a:off x="2234988" y="5120821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2D396BDC-215C-E856-7074-21E6BA816826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81E95646-26B1-4310-F5D2-F4C5E15290C5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8A43D11E-CB33-1F60-2110-AB4E30109274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5E2746FB-E752-2D64-3084-40EED62EE12B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64FDD5CA-D702-776A-F9AD-A44509F6DA4F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6F5F8371-93AC-046F-9EEA-38EEE3D1DE1C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25477F6-AADA-E7B4-7DF1-728EE62AE7E2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8BDD3FF0-5D74-31D1-B7C1-8C0D6176B8EC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1E23D5E-0B4C-F3A5-1C53-CF49A27D0277}"/>
              </a:ext>
            </a:extLst>
          </p:cNvPr>
          <p:cNvGrpSpPr/>
          <p:nvPr/>
        </p:nvGrpSpPr>
        <p:grpSpPr>
          <a:xfrm>
            <a:off x="6890408" y="1587500"/>
            <a:ext cx="1005200" cy="4354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0C74908-D25F-EA1D-D1D3-0D53BF47C9FA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2BC6A8E4-26CB-39AF-E8F5-D5972650FD98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D25E3FAF-CBF2-242E-7297-08BB1ACA94D2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01D945D-7F55-32EF-D06E-58BE7FF0481C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7D9E7B01-3C8C-B84C-3B26-D7D04734E9C6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CBDC85B-B0B9-D4FC-BEE8-B8EAA47AA56D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5E9466D-337F-DF87-9ACD-2C0A0B062C82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E381C3B-557E-64C1-8882-510A6812DD18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CCCAC152-4C07-A0C1-5737-44CDB72C0F9E}"/>
              </a:ext>
            </a:extLst>
          </p:cNvPr>
          <p:cNvPicPr>
            <a:picLocks noChangeAspect="1"/>
          </p:cNvPicPr>
          <p:nvPr/>
        </p:nvPicPr>
        <p:blipFill>
          <a:blip r:embed="R2a5f0e03725949f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58A37116-B291-2FF2-A40F-E55985AE27AB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E67C8F89-EFBC-DCBE-B951-4BAE424F4D56}"/>
                </a:ext>
              </a:extLst>
            </p:cNvPr>
            <p:cNvPicPr>
              <a:picLocks noChangeAspect="1"/>
            </p:cNvPicPr>
            <p:nvPr/>
          </p:nvPicPr>
          <p:blipFill>
            <a:blip r:embed="R1d52b60885da40c5">
              <a:extLst>
                <a:ext uri="{BEBA8EAE-BF5A-486C-A8C5-ECC9F3942E4B}">
                  <a14:imgProps xmlns:a14="http://schemas.microsoft.com/office/drawing/2010/main">
                    <a14:imgLayer r:embed="R725a01f897cf402e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780A5BED-E227-6367-3CAD-0EA0755F24C3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8" name="椭圆 47">
            <a:extLst>
              <a:ext uri="{FF2B5EF4-FFF2-40B4-BE49-F238E27FC236}">
                <a16:creationId xmlns:a16="http://schemas.microsoft.com/office/drawing/2014/main" id="{0612DC79-6EF0-6009-DF66-85F6DA6EEA17}"/>
              </a:ext>
            </a:extLst>
          </p:cNvPr>
          <p:cNvSpPr/>
          <p:nvPr/>
        </p:nvSpPr>
        <p:spPr>
          <a:xfrm>
            <a:off x="684872" y="2801991"/>
            <a:ext cx="556181" cy="5561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01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CD412B0-225E-97E2-3ED8-3C28A3BCDDDE}"/>
              </a:ext>
            </a:extLst>
          </p:cNvPr>
          <p:cNvSpPr/>
          <p:nvPr/>
        </p:nvSpPr>
        <p:spPr>
          <a:xfrm>
            <a:off x="684872" y="4081156"/>
            <a:ext cx="556181" cy="55618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02</a:t>
            </a:r>
            <a:endParaRPr lang="zh-CN" altLang="en-US" b="1">
              <a:solidFill>
                <a:srgbClr val="FFFFFF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3D47FFD0-A70F-ABB2-4DBC-E4E0E2573122}"/>
              </a:ext>
            </a:extLst>
          </p:cNvPr>
          <p:cNvSpPr/>
          <p:nvPr/>
        </p:nvSpPr>
        <p:spPr>
          <a:xfrm>
            <a:off x="4254063" y="2789603"/>
            <a:ext cx="556181" cy="55618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03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0B5D1D4-B539-0D41-08A4-EC43FFCFDDE3}"/>
              </a:ext>
            </a:extLst>
          </p:cNvPr>
          <p:cNvSpPr/>
          <p:nvPr/>
        </p:nvSpPr>
        <p:spPr>
          <a:xfrm>
            <a:off x="4254063" y="4081156"/>
            <a:ext cx="556181" cy="55618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04</a:t>
            </a:r>
            <a:endParaRPr lang="zh-CN" altLang="en-US" b="1">
              <a:solidFill>
                <a:schemeClr val="bg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BCC6F0D-6CFA-55B3-9448-8BC6D4EF95E2}"/>
              </a:ext>
            </a:extLst>
          </p:cNvPr>
          <p:cNvSpPr txBox="1"/>
          <p:nvPr/>
        </p:nvSpPr>
        <p:spPr>
          <a:xfrm>
            <a:off x="1335718" y="2622255"/>
            <a:ext cx="989744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zh-CN" altLang="en-US" sz="2800" b="1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CF97233-BBFC-84EF-268D-44A5ACE3A6F7}"/>
              </a:ext>
            </a:extLst>
          </p:cNvPr>
          <p:cNvSpPr txBox="1"/>
          <p:nvPr/>
        </p:nvSpPr>
        <p:spPr>
          <a:xfrm>
            <a:off x="1348419" y="3129171"/>
            <a:ext cx="20473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Fundamentals of Photography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D2D6EB2-8AE5-D82F-5131-57ED0E522902}"/>
              </a:ext>
            </a:extLst>
          </p:cNvPr>
          <p:cNvSpPr txBox="1"/>
          <p:nvPr/>
        </p:nvSpPr>
        <p:spPr>
          <a:xfrm>
            <a:off x="1335717" y="3907614"/>
            <a:ext cx="512174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新闻摄影概要</a:t>
            </a:r>
            <a:endParaRPr lang="en-US" altLang="zh-CN" sz="2800" b="1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875BA0F-F1C7-186A-34C1-89E8C3D79A32}"/>
              </a:ext>
            </a:extLst>
          </p:cNvPr>
          <p:cNvSpPr txBox="1"/>
          <p:nvPr/>
        </p:nvSpPr>
        <p:spPr>
          <a:xfrm>
            <a:off x="1348419" y="4415186"/>
            <a:ext cx="21419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Summary of News Photography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6A10860-3036-1A13-CD7B-368D758F6CA5}"/>
              </a:ext>
            </a:extLst>
          </p:cNvPr>
          <p:cNvSpPr txBox="1"/>
          <p:nvPr/>
        </p:nvSpPr>
        <p:spPr>
          <a:xfrm>
            <a:off x="4904908" y="2622255"/>
            <a:ext cx="512174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  <a:endParaRPr lang="en-US" altLang="zh-CN" sz="2800" b="1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0B12D8A-C95C-5E7C-DE8E-D76883FE05F3}"/>
              </a:ext>
            </a:extLst>
          </p:cNvPr>
          <p:cNvSpPr txBox="1"/>
          <p:nvPr/>
        </p:nvSpPr>
        <p:spPr>
          <a:xfrm>
            <a:off x="4917609" y="3130483"/>
            <a:ext cx="1813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News Photography Theme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25BA4B2-7DAD-7F42-1F97-C26640B26193}"/>
              </a:ext>
            </a:extLst>
          </p:cNvPr>
          <p:cNvSpPr txBox="1"/>
          <p:nvPr/>
        </p:nvSpPr>
        <p:spPr>
          <a:xfrm>
            <a:off x="4904908" y="3905642"/>
            <a:ext cx="5121747" cy="65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摄影几点建议</a:t>
            </a:r>
            <a:endParaRPr lang="zh-CN" altLang="en-US" sz="2800" b="1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390A6BA-FF1A-74B1-7A65-640C41D44071}"/>
              </a:ext>
            </a:extLst>
          </p:cNvPr>
          <p:cNvSpPr txBox="1"/>
          <p:nvPr/>
        </p:nvSpPr>
        <p:spPr>
          <a:xfrm>
            <a:off x="4917608" y="4414524"/>
            <a:ext cx="2358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A few suggestions for photography</a:t>
            </a:r>
          </a:p>
        </p:txBody>
      </p:sp>
      <p:sp>
        <p:nvSpPr>
          <p:cNvPr id="60" name="标题 1">
            <a:extLst>
              <a:ext uri="{FF2B5EF4-FFF2-40B4-BE49-F238E27FC236}">
                <a16:creationId xmlns:a16="http://schemas.microsoft.com/office/drawing/2014/main" id="{E7F41480-EEF3-A81D-F195-564AE1320745}"/>
              </a:ext>
            </a:extLst>
          </p:cNvPr>
          <p:cNvSpPr txBox="1"/>
          <p:nvPr/>
        </p:nvSpPr>
        <p:spPr>
          <a:xfrm>
            <a:off x="2093868" y="1133438"/>
            <a:ext cx="3007497" cy="1286921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6000" b="1" spc="-3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目录</a:t>
            </a:r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1791E73C-AC3F-CD63-141F-FD1A65DB6A90}"/>
              </a:ext>
            </a:extLst>
          </p:cNvPr>
          <p:cNvSpPr txBox="1"/>
          <p:nvPr/>
        </p:nvSpPr>
        <p:spPr>
          <a:xfrm>
            <a:off x="3730173" y="1518565"/>
            <a:ext cx="3007497" cy="1286921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600" b="1" spc="-300">
                <a:solidFill>
                  <a:schemeClr val="accent1">
                    <a:alpha val="49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CONTENTS</a:t>
            </a:r>
            <a:endParaRPr lang="zh-CN" altLang="en-US" sz="3600" b="1" spc="-300">
              <a:solidFill>
                <a:schemeClr val="accent1">
                  <a:alpha val="49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63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12829" y="1"/>
            <a:ext cx="453651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noFill/>
                <a:latin typeface="微软雅黑" pitchFamily="34" charset="-122"/>
                <a:ea typeface="微软雅黑" pitchFamily="34" charset="-122"/>
              </a:rPr>
              <a:t>行业</a:t>
            </a:r>
            <a:r>
              <a:rPr lang="en-US" altLang="zh-CN" sz="100">
                <a:noFill/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0">
                <a:noFill/>
                <a:latin typeface="微软雅黑" pitchFamily="34" charset="-122"/>
                <a:ea typeface="微软雅黑" pitchFamily="34" charset="-122"/>
              </a:rPr>
              <a:t>模板</a:t>
            </a:r>
            <a:r>
              <a:rPr lang="en-US" altLang="zh-CN" sz="100">
                <a:noFill/>
                <a:latin typeface="微软雅黑" pitchFamily="34" charset="-122"/>
                <a:ea typeface="微软雅黑" pitchFamily="34" charset="-122"/>
              </a:rPr>
              <a:t>http://www.1ppt.com/hangye/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 tmFilter="0,0; .5, 1; 1, 1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 tmFilter="0,0; .5, 1; 1, 1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 tmFilter="0,0; .5, 1; 1, 1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 tmFilter="0,0; .5, 1; 1, 1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50" grpId="0" animBg="1"/>
      <p:bldP spid="51" grpId="0" animBg="1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620F237B-8652-B643-3C2E-4DC5C2D5EBA8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2B0C3BE1-2523-6D99-264D-6714717AA247}"/>
                </a:ext>
              </a:extLst>
            </p:cNvPr>
            <p:cNvPicPr>
              <a:picLocks noChangeAspect="1"/>
            </p:cNvPicPr>
            <p:nvPr/>
          </p:nvPicPr>
          <p:blipFill>
            <a:blip r:embed="Rdac8d8112ad94280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A9870576-847B-3745-0BB3-906034EA0217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660D53E3-6FF5-BEA8-F574-60EE6BF4D624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57" name="图片 56">
                <a:extLst>
                  <a:ext uri="{FF2B5EF4-FFF2-40B4-BE49-F238E27FC236}">
                    <a16:creationId xmlns:a16="http://schemas.microsoft.com/office/drawing/2014/main" id="{34BF9CBA-682D-970D-C349-F92B52894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1ba703a52d42420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58" name="图片 57">
                <a:extLst>
                  <a:ext uri="{FF2B5EF4-FFF2-40B4-BE49-F238E27FC236}">
                    <a16:creationId xmlns:a16="http://schemas.microsoft.com/office/drawing/2014/main" id="{26C254B8-F425-DFA3-8C4F-C6A3B3FDC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3993812a8cd478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59" name="图片 58">
                <a:extLst>
                  <a:ext uri="{FF2B5EF4-FFF2-40B4-BE49-F238E27FC236}">
                    <a16:creationId xmlns:a16="http://schemas.microsoft.com/office/drawing/2014/main" id="{CA4CCFCB-8EE6-1541-70CA-15B15BBBE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2919ba846e3408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DF931861-9A5E-4A11-F57B-82BF31A91D6A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55" name="图片 54">
                <a:extLst>
                  <a:ext uri="{FF2B5EF4-FFF2-40B4-BE49-F238E27FC236}">
                    <a16:creationId xmlns:a16="http://schemas.microsoft.com/office/drawing/2014/main" id="{4A0687CC-8652-EA6A-9974-CEC988AA0F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76a2abd6c2b49c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56" name="图片 55">
                <a:extLst>
                  <a:ext uri="{FF2B5EF4-FFF2-40B4-BE49-F238E27FC236}">
                    <a16:creationId xmlns:a16="http://schemas.microsoft.com/office/drawing/2014/main" id="{6A518EA5-C6E4-4CAB-3D65-7624C90F9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c94460aa1ab49c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702BEAB-BAF7-10B0-708B-6BDD66B55C0C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72FB0E9-BCAD-ED72-8DDB-B1FC9188F09E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B70BB05-F5AE-8EE7-90A4-A409419B9F7B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0" name="标题 1">
            <a:extLst>
              <a:ext uri="{FF2B5EF4-FFF2-40B4-BE49-F238E27FC236}">
                <a16:creationId xmlns:a16="http://schemas.microsoft.com/office/drawing/2014/main" id="{ACB8DF7F-A6CD-63CF-18F5-81C2149E0F90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61" name="标题 1">
            <a:extLst>
              <a:ext uri="{FF2B5EF4-FFF2-40B4-BE49-F238E27FC236}">
                <a16:creationId xmlns:a16="http://schemas.microsoft.com/office/drawing/2014/main" id="{2042C113-4FAB-627E-8730-CE1E6D313CDB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62" name="标题 1">
            <a:extLst>
              <a:ext uri="{FF2B5EF4-FFF2-40B4-BE49-F238E27FC236}">
                <a16:creationId xmlns:a16="http://schemas.microsoft.com/office/drawing/2014/main" id="{E9B9F9D3-8C77-D8B8-D320-E9F672D7D589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63" name="标题 1">
            <a:extLst>
              <a:ext uri="{FF2B5EF4-FFF2-40B4-BE49-F238E27FC236}">
                <a16:creationId xmlns:a16="http://schemas.microsoft.com/office/drawing/2014/main" id="{EBA30175-A6DE-93B5-DB8B-CBCC3CDD71B1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C8559155-7A85-34F6-1040-32951242751A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5" name="标题 1">
            <a:extLst>
              <a:ext uri="{FF2B5EF4-FFF2-40B4-BE49-F238E27FC236}">
                <a16:creationId xmlns:a16="http://schemas.microsoft.com/office/drawing/2014/main" id="{7EE95F6E-457C-1EDD-C172-70F3942169F5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45DBE40-FE5F-AB88-BFF5-F26865A81359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4B69B1E-5FDD-F9E2-FB14-F1931CD681CD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94F67E36-2720-8130-144F-0B7D20DA528E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0" name="文本框 69">
            <a:extLst>
              <a:ext uri="{FF2B5EF4-FFF2-40B4-BE49-F238E27FC236}">
                <a16:creationId xmlns:a16="http://schemas.microsoft.com/office/drawing/2014/main" id="{66A6A145-2569-C781-C968-0C414C618ED5}"/>
              </a:ext>
            </a:extLst>
          </p:cNvPr>
          <p:cNvSpPr txBox="1"/>
          <p:nvPr/>
        </p:nvSpPr>
        <p:spPr>
          <a:xfrm>
            <a:off x="542383" y="2656452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</a:p>
        </p:txBody>
      </p:sp>
      <p:sp>
        <p:nvSpPr>
          <p:cNvPr id="71" name="Rectangle 3">
            <a:extLst>
              <a:ext uri="{FF2B5EF4-FFF2-40B4-BE49-F238E27FC236}">
                <a16:creationId xmlns:a16="http://schemas.microsoft.com/office/drawing/2014/main" id="{944DC6F9-AD97-AF67-8B1D-865E949EBE0C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41853" y="4011774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433777A-A3B5-9484-93CD-6F69B2680D02}"/>
              </a:ext>
            </a:extLst>
          </p:cNvPr>
          <p:cNvSpPr txBox="1"/>
          <p:nvPr/>
        </p:nvSpPr>
        <p:spPr>
          <a:xfrm>
            <a:off x="649362" y="1685544"/>
            <a:ext cx="27546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>
                    <a:alpha val="38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PART 01</a:t>
            </a:r>
            <a:endParaRPr lang="zh-CN" altLang="en-US" sz="4800" spc="0" baseline="0">
              <a:solidFill>
                <a:schemeClr val="accent1">
                  <a:alpha val="38000"/>
                </a:schemeClr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8E12CC6-69DB-F024-155C-9FA6D5C90858}"/>
              </a:ext>
            </a:extLst>
          </p:cNvPr>
          <p:cNvGrpSpPr/>
          <p:nvPr/>
        </p:nvGrpSpPr>
        <p:grpSpPr>
          <a:xfrm>
            <a:off x="4605352" y="4860471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D2F4188E-2112-9CEF-6139-92AEDE2FC9AD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24D370BD-6B11-2339-37CB-915CB819A54A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F6A365A4-6862-81C6-B777-44980BB4F684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6B14B202-0F58-26A9-3B42-76F8DF4D1F22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8FBBBCFE-528B-CE1C-50F2-AA84FD954D3C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A3B4602-5F49-ED8E-A09D-BA48A1454FAF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AA59913D-937D-7390-C360-2BEAC82B9D18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4A021489-D8E3-F03A-BD69-63050C0A2F39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92E3705E-D17B-E9CF-9076-6B2E07E0B990}"/>
              </a:ext>
            </a:extLst>
          </p:cNvPr>
          <p:cNvGrpSpPr/>
          <p:nvPr/>
        </p:nvGrpSpPr>
        <p:grpSpPr>
          <a:xfrm>
            <a:off x="5666933" y="1636482"/>
            <a:ext cx="1449180" cy="62774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13ACAE5D-F4CD-0A56-23BB-ABE244591502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3459CBD5-88BE-9A46-43B2-27C922F02F64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85E1BDB5-946C-6AB1-4252-EEA217920FF2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A7B624CA-B8DD-A9C4-9130-8494FB789027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F1B8EB57-8C56-EBD1-35D9-C3EF24E16814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F845C366-DD70-F14E-E627-BB8025B4E4B5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6A938536-B397-671A-D916-9732110D4EE5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BD60D645-AEE0-FD06-EBDD-2A32D3BD6486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99" name="图片 98">
            <a:extLst>
              <a:ext uri="{FF2B5EF4-FFF2-40B4-BE49-F238E27FC236}">
                <a16:creationId xmlns:a16="http://schemas.microsoft.com/office/drawing/2014/main" id="{924675A0-99F4-B185-8453-7236EAB7E303}"/>
              </a:ext>
            </a:extLst>
          </p:cNvPr>
          <p:cNvPicPr>
            <a:picLocks noChangeAspect="1"/>
          </p:cNvPicPr>
          <p:nvPr/>
        </p:nvPicPr>
        <p:blipFill>
          <a:blip r:embed="Rbca8da2208494a9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100" name="组合 99">
            <a:extLst>
              <a:ext uri="{FF2B5EF4-FFF2-40B4-BE49-F238E27FC236}">
                <a16:creationId xmlns:a16="http://schemas.microsoft.com/office/drawing/2014/main" id="{036C6C79-2848-C29A-7182-53A297FB2C5B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101" name="图片 100">
              <a:extLst>
                <a:ext uri="{FF2B5EF4-FFF2-40B4-BE49-F238E27FC236}">
                  <a16:creationId xmlns:a16="http://schemas.microsoft.com/office/drawing/2014/main" id="{23EB9CE4-016A-78BE-3910-F2D7A44FCF6B}"/>
                </a:ext>
              </a:extLst>
            </p:cNvPr>
            <p:cNvPicPr>
              <a:picLocks noChangeAspect="1"/>
            </p:cNvPicPr>
            <p:nvPr/>
          </p:nvPicPr>
          <p:blipFill>
            <a:blip r:embed="Raf6468a5832b4d96">
              <a:extLst>
                <a:ext uri="{BEBA8EAE-BF5A-486C-A8C5-ECC9F3942E4B}">
                  <a14:imgProps xmlns:a14="http://schemas.microsoft.com/office/drawing/2010/main">
                    <a14:imgLayer r:embed="R90b45006cd3b40a6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102" name="任意多边形: 形状 101">
              <a:extLst>
                <a:ext uri="{FF2B5EF4-FFF2-40B4-BE49-F238E27FC236}">
                  <a16:creationId xmlns:a16="http://schemas.microsoft.com/office/drawing/2014/main" id="{E033A6FD-D3B4-C146-9931-938FA2638923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179E1DC2-031B-086C-C4FE-AD0A00145583}"/>
              </a:ext>
            </a:extLst>
          </p:cNvPr>
          <p:cNvSpPr txBox="1"/>
          <p:nvPr/>
        </p:nvSpPr>
        <p:spPr>
          <a:xfrm>
            <a:off x="641852" y="2025634"/>
            <a:ext cx="5340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105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XX部分</a:t>
            </a:r>
            <a:endParaRPr lang="zh-CN" altLang="en-US" sz="3200" spc="1050" baseline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80" grpId="0"/>
      <p:bldP spid="6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idx="4294967295"/>
          </p:nvPr>
        </p:nvSpPr>
        <p:spPr>
          <a:xfrm>
            <a:off x="936626" y="2525254"/>
            <a:ext cx="10515599" cy="351790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英文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Photography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，是由希腊文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Phos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与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Grapho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的结合字。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Phos 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是光，</a:t>
            </a:r>
            <a:r>
              <a:rPr lang="en-US" altLang="zh-CN" sz="180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Grapho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是描绘，合字是利用光来描绘的意思。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公元前四世纪，墨子提出X孔成像原理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公元十五世纪，达芬奇制造暗箱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公元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1666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年，牛顿提出光的三原色理论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公元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1839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年，盖达尔发明银盐照相法</a:t>
            </a:r>
          </a:p>
          <a:p>
            <a:pPr marL="342900" indent="-342900" eaLnBrk="1" hangingPunct="1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公元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1981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年，索尼公司发明数码相机</a:t>
            </a:r>
          </a:p>
        </p:txBody>
      </p:sp>
      <p:sp>
        <p:nvSpPr>
          <p:cNvPr id="5125" name="Rectangle 6"/>
          <p:cNvSpPr/>
          <p:nvPr/>
        </p:nvSpPr>
        <p:spPr>
          <a:xfrm>
            <a:off x="936626" y="1920242"/>
            <a:ext cx="4875053" cy="49244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摄影是艺术与技术的组合</a:t>
            </a:r>
            <a:r>
              <a:rPr lang="en-US" altLang="zh-CN" sz="2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;</a:t>
            </a: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摄影是一门技术</a:t>
            </a:r>
            <a:endParaRPr lang="zh-CN" altLang="en-US" sz="2000" b="1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F80A1F1-856F-7267-044C-27494B9F319E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74FD0E-A082-EDCF-3027-B09BD6BFCD81}"/>
              </a:ext>
            </a:extLst>
          </p:cNvPr>
          <p:cNvPicPr>
            <a:picLocks noChangeAspect="1"/>
          </p:cNvPicPr>
          <p:nvPr/>
        </p:nvPicPr>
        <p:blipFill>
          <a:blip r:embed="R8006f1bb7d6b450c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5400" y="3472010"/>
            <a:ext cx="4470400" cy="2022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  <p:bldP spid="51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idx="4294967295"/>
          </p:nvPr>
        </p:nvSpPr>
        <p:spPr>
          <a:xfrm>
            <a:off x="6578600" y="2973705"/>
            <a:ext cx="6400800" cy="229235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、消费级相机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单反相机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: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佳能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EOS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系列、尼康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D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系列等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3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单电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(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微单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):</a:t>
            </a:r>
            <a:r>
              <a:rPr lang="en-US" altLang="zh-CN" sz="180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sony nex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系列等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683A6F1-B4DA-143B-EC67-079C68C8E349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数码相机种类</a:t>
            </a:r>
            <a:endParaRPr lang="en-US" altLang="zh-CN" sz="4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62355419-1F57-3916-1354-4C6669A1C1DC}"/>
              </a:ext>
            </a:extLst>
          </p:cNvPr>
          <p:cNvSpPr/>
          <p:nvPr/>
        </p:nvSpPr>
        <p:spPr>
          <a:xfrm>
            <a:off x="6032501" y="2057400"/>
            <a:ext cx="5295900" cy="3225800"/>
          </a:xfrm>
          <a:prstGeom prst="foldedCorne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E690CC5-0E80-E06E-7DA9-49CB9476A19D}"/>
              </a:ext>
            </a:extLst>
          </p:cNvPr>
          <p:cNvPicPr>
            <a:picLocks noChangeAspect="1"/>
          </p:cNvPicPr>
          <p:nvPr/>
        </p:nvPicPr>
        <p:blipFill>
          <a:blip r:embed="R4f60f15069524c6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398" y="2322581"/>
            <a:ext cx="4191003" cy="2797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551039A-BF45-7F93-504B-1260DEEFEAE6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7BB6B23-5044-C06D-1D61-0FC67F7C93E2}"/>
              </a:ext>
            </a:extLst>
          </p:cNvPr>
          <p:cNvSpPr txBox="1"/>
          <p:nvPr/>
        </p:nvSpPr>
        <p:spPr>
          <a:xfrm>
            <a:off x="1498600" y="2973705"/>
            <a:ext cx="6400800" cy="229235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zh-CN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曝光</a:t>
            </a: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：照片的好坏与曝光量密切相关</a:t>
            </a: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光圈大X决定曝光量通光面积</a:t>
            </a:r>
          </a:p>
          <a:p>
            <a:pPr marL="457200" indent="-4572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快门速度决定曝光量通光时间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FCD8F87C-E9DA-C4BB-15D4-7BC256F6D8F4}"/>
              </a:ext>
            </a:extLst>
          </p:cNvPr>
          <p:cNvSpPr/>
          <p:nvPr/>
        </p:nvSpPr>
        <p:spPr>
          <a:xfrm>
            <a:off x="952501" y="2057400"/>
            <a:ext cx="5295900" cy="3225800"/>
          </a:xfrm>
          <a:prstGeom prst="foldedCorne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A788A8-BCF5-1C0B-1F32-24EB80011F0C}"/>
              </a:ext>
            </a:extLst>
          </p:cNvPr>
          <p:cNvPicPr>
            <a:picLocks noChangeAspect="1"/>
          </p:cNvPicPr>
          <p:nvPr/>
        </p:nvPicPr>
        <p:blipFill>
          <a:blip r:embed="R886c2a99507846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099" y="2323558"/>
            <a:ext cx="4191003" cy="27950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AE67CC8-3C57-55CF-3EE0-0FAFFCF0C072}"/>
              </a:ext>
            </a:extLst>
          </p:cNvPr>
          <p:cNvPicPr>
            <a:picLocks noChangeAspect="1"/>
          </p:cNvPicPr>
          <p:nvPr/>
        </p:nvPicPr>
        <p:blipFill>
          <a:blip r:embed="R14e0865fb04e4b8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38900" y="2208171"/>
            <a:ext cx="4495800" cy="3000458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6F87F5B-ADEB-570C-E378-B4B615BC69CD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0CF58A7-72F4-E94A-88CD-C35AE90CC830}"/>
              </a:ext>
            </a:extLst>
          </p:cNvPr>
          <p:cNvSpPr txBox="1"/>
          <p:nvPr/>
        </p:nvSpPr>
        <p:spPr>
          <a:xfrm>
            <a:off x="1447800" y="3024505"/>
            <a:ext cx="4292600" cy="229235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光圈（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值）：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相机镜头中可以改变大X的孔洞，控制进入镜头的光线量。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、光圈越大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值越X，光圈越X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值越大。</a:t>
            </a: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69FB65ED-167B-AB11-2549-2C1BD1FFCB90}"/>
              </a:ext>
            </a:extLst>
          </p:cNvPr>
          <p:cNvSpPr/>
          <p:nvPr/>
        </p:nvSpPr>
        <p:spPr>
          <a:xfrm>
            <a:off x="952501" y="2057400"/>
            <a:ext cx="5295900" cy="3225800"/>
          </a:xfrm>
          <a:prstGeom prst="foldedCorne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/>
          </p:cNvSpPr>
          <p:nvPr>
            <p:ph idx="4294967295"/>
          </p:nvPr>
        </p:nvSpPr>
        <p:spPr>
          <a:xfrm>
            <a:off x="667658" y="2159182"/>
            <a:ext cx="7402287" cy="466852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快门：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控制光线进入的闸门。快门速度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4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8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15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30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60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、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125……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，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指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1/2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秒，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125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指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1/125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秒。数字越大，快门速度越快。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互易率：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光圈开大（或缩X）几级，快门速度便相应地加快（或放慢）相同的级数。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快门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&gt;&gt;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动感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: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慢速快门引起照片模糊，但也会带来动感。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高速快门凝固瞬间，拍摄高速运动景物。</a:t>
            </a: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B5DC9F3-05C2-3C4A-E744-A61E197C2C62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77F704-B406-43FF-BE0F-C4FD0A652257}"/>
              </a:ext>
            </a:extLst>
          </p:cNvPr>
          <p:cNvPicPr>
            <a:picLocks noChangeAspect="1"/>
          </p:cNvPicPr>
          <p:nvPr/>
        </p:nvPicPr>
        <p:blipFill>
          <a:blip r:embed="Rd2377d6a248e4fe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9045" y="2307772"/>
            <a:ext cx="2463280" cy="29391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/>
          </p:cNvSpPr>
          <p:nvPr>
            <p:ph idx="4294967295"/>
          </p:nvPr>
        </p:nvSpPr>
        <p:spPr>
          <a:xfrm>
            <a:off x="411662" y="1879693"/>
            <a:ext cx="8056245" cy="4784725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（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A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或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AV)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光圈优先</a:t>
            </a:r>
            <a:r>
              <a:rPr lang="zh-CN" altLang="en-US" sz="180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  <a:endParaRPr lang="en-US" altLang="zh-CN" sz="180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自动测算曝光量，根据选定的光圈大X自动决定用多少的快门。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(S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或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TV)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快门优先：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自动测算曝光量，根据选定的快门速度自动决定用多大的光圈。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(M)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手控曝光：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每次拍摄都需手动完成光圈和快门速度的调节，制造不同的图片效果。</a:t>
            </a: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</a:t>
            </a:r>
            <a:r>
              <a:rPr lang="en-US" altLang="zh-CN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(P)</a:t>
            </a: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程序曝光：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相机自动根据光线强弱决定光圈大X和速度快慢。 －－全自动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场景模式：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 人像、风景、微距、运动模式等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521485E-E9D8-AFC1-E474-314973159CCD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（曝光模式）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7C805-E19A-552C-C5A6-923D0541532E}"/>
              </a:ext>
            </a:extLst>
          </p:cNvPr>
          <p:cNvPicPr>
            <a:picLocks noChangeAspect="1"/>
          </p:cNvPicPr>
          <p:nvPr/>
        </p:nvPicPr>
        <p:blipFill>
          <a:blip r:embed="R8e85e2f1f3ce451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2431" y="1770743"/>
            <a:ext cx="2984967" cy="3984172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idx="4294967295"/>
          </p:nvPr>
        </p:nvSpPr>
        <p:spPr>
          <a:xfrm>
            <a:off x="6458858" y="2174878"/>
            <a:ext cx="5326743" cy="4784725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景深：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景物清晰程度的范围。景深越大，前后清晰程度越大；景深越X，前后清晰程度越X。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景深取决于两个因素：</a:t>
            </a:r>
            <a:endParaRPr lang="en-US" altLang="zh-CN" sz="18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 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&amp; 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焦距。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焦距越长，景深越X；焦距越短，景深越大。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光圈越大，景深越X；光圈越X，景深越大。</a:t>
            </a:r>
            <a:endParaRPr lang="en-US" altLang="zh-CN" sz="1800" b="1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拍人物特写用大光圈镜头</a:t>
            </a: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1800" b="1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F0410A0-2655-4B6F-0CEE-9976200D4E7A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（景深）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41FB60-AA82-6738-FFE9-3ACFBD770DAD}"/>
              </a:ext>
            </a:extLst>
          </p:cNvPr>
          <p:cNvPicPr>
            <a:picLocks noChangeAspect="1"/>
          </p:cNvPicPr>
          <p:nvPr/>
        </p:nvPicPr>
        <p:blipFill>
          <a:blip r:embed="R3ad243cf4e8f410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343" y="2101636"/>
            <a:ext cx="4760687" cy="317724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5"/>
          <p:cNvSpPr/>
          <p:nvPr/>
        </p:nvSpPr>
        <p:spPr>
          <a:xfrm>
            <a:off x="1820767" y="5050348"/>
            <a:ext cx="2941831" cy="57246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</a:t>
            </a:r>
            <a:r>
              <a:rPr lang="en-US" altLang="zh-CN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F5  </a:t>
            </a:r>
            <a:r>
              <a:rPr lang="zh-CN" altLang="en-US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速度</a:t>
            </a:r>
            <a:r>
              <a:rPr lang="en-US" altLang="zh-CN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1/125s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18E252B5-D618-493B-7A17-6C7FAC5B2487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r>
              <a:rPr lang="en-US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-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景深示例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8F1EBD43-4E76-BF20-B038-555EC9A70BF9}"/>
              </a:ext>
            </a:extLst>
          </p:cNvPr>
          <p:cNvSpPr/>
          <p:nvPr/>
        </p:nvSpPr>
        <p:spPr>
          <a:xfrm>
            <a:off x="1139031" y="2019300"/>
            <a:ext cx="4305300" cy="2667000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添加相应图片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0CCF8D-D865-BC87-F2D1-0F19DE426C6D}"/>
              </a:ext>
            </a:extLst>
          </p:cNvPr>
          <p:cNvSpPr/>
          <p:nvPr/>
        </p:nvSpPr>
        <p:spPr>
          <a:xfrm>
            <a:off x="7301967" y="5050348"/>
            <a:ext cx="3196708" cy="572464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光圈</a:t>
            </a:r>
            <a:r>
              <a:rPr lang="en-US" altLang="zh-CN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F3.5  </a:t>
            </a:r>
            <a:r>
              <a:rPr lang="zh-CN" altLang="en-US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速度</a:t>
            </a:r>
            <a:r>
              <a:rPr lang="en-US" altLang="zh-CN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1/200s</a:t>
            </a: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D78EF0F6-88AB-B772-E88D-DF1A7A938AA7}"/>
              </a:ext>
            </a:extLst>
          </p:cNvPr>
          <p:cNvSpPr/>
          <p:nvPr/>
        </p:nvSpPr>
        <p:spPr>
          <a:xfrm>
            <a:off x="6747671" y="2019300"/>
            <a:ext cx="4305300" cy="2667000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添加相应图片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p15="http://schemas.microsoft.com/office/powerpoint/2012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4" grpId="0" animBg="1"/>
      <p:bldP spid="5" grpId="0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/>
          </p:cNvSpPr>
          <p:nvPr>
            <p:ph idx="4294967295"/>
          </p:nvPr>
        </p:nvSpPr>
        <p:spPr>
          <a:xfrm>
            <a:off x="1271271" y="2566672"/>
            <a:ext cx="7686675" cy="2868295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zh-CN" sz="2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ISO（感光度）</a:t>
            </a:r>
            <a:endParaRPr lang="en-US" altLang="zh-CN" sz="2400" b="1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 marL="514350" indent="-51435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ISO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越高，光度越高，画面噪点越多</a:t>
            </a:r>
          </a:p>
          <a:p>
            <a:pPr marL="514350" indent="-51435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ISO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越低，光度越低，画面噪点越少</a:t>
            </a:r>
          </a:p>
          <a:p>
            <a:pPr marL="514350" indent="-51435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强光环境下用低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ISO</a:t>
            </a:r>
          </a:p>
          <a:p>
            <a:pPr marL="514350" indent="-51435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弱光环境下用高</a:t>
            </a: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ISO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7F5A5A4-BE8E-BB6B-ED8D-BE6EE3CC601B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3" name="矩形: 折角 2">
            <a:extLst>
              <a:ext uri="{FF2B5EF4-FFF2-40B4-BE49-F238E27FC236}">
                <a16:creationId xmlns:a16="http://schemas.microsoft.com/office/drawing/2014/main" id="{07D45D18-6821-69AB-5C47-633AA05C12FD}"/>
              </a:ext>
            </a:extLst>
          </p:cNvPr>
          <p:cNvSpPr/>
          <p:nvPr/>
        </p:nvSpPr>
        <p:spPr>
          <a:xfrm>
            <a:off x="952500" y="2006600"/>
            <a:ext cx="5232400" cy="3378200"/>
          </a:xfrm>
          <a:prstGeom prst="foldedCorne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58B929-DF60-B29F-73EC-BA51B615DD01}"/>
              </a:ext>
            </a:extLst>
          </p:cNvPr>
          <p:cNvPicPr>
            <a:picLocks noChangeAspect="1"/>
          </p:cNvPicPr>
          <p:nvPr/>
        </p:nvPicPr>
        <p:blipFill>
          <a:blip r:embed="Rac29006a052f459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7070638" y="1946864"/>
            <a:ext cx="3991063" cy="3542390"/>
          </a:xfrm>
          <a:custGeom>
            <a:avLst/>
            <a:gdLst>
              <a:gd name="connsiteX0" fmla="*/ 2755813 w 5000538"/>
              <a:gd name="connsiteY0" fmla="*/ 2464804 h 4438383"/>
              <a:gd name="connsiteX1" fmla="*/ 0 w 5000538"/>
              <a:gd name="connsiteY1" fmla="*/ 2464804 h 4438383"/>
              <a:gd name="connsiteX2" fmla="*/ 0 w 5000538"/>
              <a:gd name="connsiteY2" fmla="*/ 4074204 h 4438383"/>
              <a:gd name="connsiteX3" fmla="*/ 2755813 w 5000538"/>
              <a:gd name="connsiteY3" fmla="*/ 4074204 h 4438383"/>
              <a:gd name="connsiteX4" fmla="*/ 5000538 w 5000538"/>
              <a:gd name="connsiteY4" fmla="*/ 2295642 h 4438383"/>
              <a:gd name="connsiteX5" fmla="*/ 2879638 w 5000538"/>
              <a:gd name="connsiteY5" fmla="*/ 2295642 h 4438383"/>
              <a:gd name="connsiteX6" fmla="*/ 2879638 w 5000538"/>
              <a:gd name="connsiteY6" fmla="*/ 4438383 h 4438383"/>
              <a:gd name="connsiteX7" fmla="*/ 5000538 w 5000538"/>
              <a:gd name="connsiteY7" fmla="*/ 4438383 h 4438383"/>
              <a:gd name="connsiteX8" fmla="*/ 5000538 w 5000538"/>
              <a:gd name="connsiteY8" fmla="*/ 726157 h 4438383"/>
              <a:gd name="connsiteX9" fmla="*/ 2879638 w 5000538"/>
              <a:gd name="connsiteY9" fmla="*/ 726157 h 4438383"/>
              <a:gd name="connsiteX10" fmla="*/ 2879638 w 5000538"/>
              <a:gd name="connsiteY10" fmla="*/ 2205707 h 4438383"/>
              <a:gd name="connsiteX11" fmla="*/ 5000538 w 5000538"/>
              <a:gd name="connsiteY11" fmla="*/ 2205707 h 4438383"/>
              <a:gd name="connsiteX12" fmla="*/ 2755813 w 5000538"/>
              <a:gd name="connsiteY12" fmla="*/ 0 h 4438383"/>
              <a:gd name="connsiteX13" fmla="*/ 0 w 5000538"/>
              <a:gd name="connsiteY13" fmla="*/ 0 h 4438383"/>
              <a:gd name="connsiteX14" fmla="*/ 0 w 5000538"/>
              <a:gd name="connsiteY14" fmla="*/ 2371598 h 4438383"/>
              <a:gd name="connsiteX15" fmla="*/ 2755813 w 5000538"/>
              <a:gd name="connsiteY15" fmla="*/ 2371598 h 4438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000538" h="4438383">
                <a:moveTo>
                  <a:pt x="2755813" y="2464804"/>
                </a:moveTo>
                <a:lnTo>
                  <a:pt x="0" y="2464804"/>
                </a:lnTo>
                <a:lnTo>
                  <a:pt x="0" y="4074204"/>
                </a:lnTo>
                <a:lnTo>
                  <a:pt x="2755813" y="4074204"/>
                </a:lnTo>
                <a:close/>
                <a:moveTo>
                  <a:pt x="5000538" y="2295642"/>
                </a:moveTo>
                <a:lnTo>
                  <a:pt x="2879638" y="2295642"/>
                </a:lnTo>
                <a:lnTo>
                  <a:pt x="2879638" y="4438383"/>
                </a:lnTo>
                <a:lnTo>
                  <a:pt x="5000538" y="4438383"/>
                </a:lnTo>
                <a:close/>
                <a:moveTo>
                  <a:pt x="5000538" y="726157"/>
                </a:moveTo>
                <a:lnTo>
                  <a:pt x="2879638" y="726157"/>
                </a:lnTo>
                <a:lnTo>
                  <a:pt x="2879638" y="2205707"/>
                </a:lnTo>
                <a:lnTo>
                  <a:pt x="5000538" y="2205707"/>
                </a:lnTo>
                <a:close/>
                <a:moveTo>
                  <a:pt x="2755813" y="0"/>
                </a:moveTo>
                <a:lnTo>
                  <a:pt x="0" y="0"/>
                </a:lnTo>
                <a:lnTo>
                  <a:pt x="0" y="2371598"/>
                </a:lnTo>
                <a:lnTo>
                  <a:pt x="2755813" y="2371598"/>
                </a:lnTo>
                <a:close/>
              </a:path>
            </a:pathLst>
          </a:custGeom>
          <a:effectLst>
            <a:outerShdw blurRad="152400" dist="76200" dir="2700000" algn="tl" rotWithShape="0">
              <a:schemeClr val="accent1">
                <a:lumMod val="50000"/>
                <a:lumOff val="50000"/>
                <a:alpha val="20000"/>
              </a:schemeClr>
            </a:outerShdw>
          </a:effec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EBF41805-2898-906A-A38E-F53540290823}"/>
              </a:ext>
            </a:extLst>
          </p:cNvPr>
          <p:cNvGrpSpPr/>
          <p:nvPr/>
        </p:nvGrpSpPr>
        <p:grpSpPr>
          <a:xfrm>
            <a:off x="7347150" y="1589292"/>
            <a:ext cx="3415903" cy="4231866"/>
            <a:chOff x="6343650" y="1054100"/>
            <a:chExt cx="4279900" cy="5302250"/>
          </a:xfrm>
        </p:grpSpPr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419C2AF0-C0C9-5BC4-0F4C-48AF73F6E15A}"/>
                </a:ext>
              </a:extLst>
            </p:cNvPr>
            <p:cNvSpPr/>
            <p:nvPr/>
          </p:nvSpPr>
          <p:spPr>
            <a:xfrm>
              <a:off x="6343650" y="1054100"/>
              <a:ext cx="4279900" cy="1085850"/>
            </a:xfrm>
            <a:custGeom>
              <a:avLst/>
              <a:gdLst>
                <a:gd name="connsiteX0" fmla="*/ 0 w 4279900"/>
                <a:gd name="connsiteY0" fmla="*/ 1085850 h 1085850"/>
                <a:gd name="connsiteX1" fmla="*/ 0 w 4279900"/>
                <a:gd name="connsiteY1" fmla="*/ 0 h 1085850"/>
                <a:gd name="connsiteX2" fmla="*/ 4279900 w 4279900"/>
                <a:gd name="connsiteY2" fmla="*/ 0 h 1085850"/>
                <a:gd name="connsiteX3" fmla="*/ 4279900 w 4279900"/>
                <a:gd name="connsiteY3" fmla="*/ 374650 h 1085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9900" h="1085850">
                  <a:moveTo>
                    <a:pt x="0" y="1085850"/>
                  </a:moveTo>
                  <a:lnTo>
                    <a:pt x="0" y="0"/>
                  </a:lnTo>
                  <a:lnTo>
                    <a:pt x="4279900" y="0"/>
                  </a:lnTo>
                  <a:lnTo>
                    <a:pt x="4279900" y="374650"/>
                  </a:lnTo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99C560B8-8D23-CD1F-0474-66607A06AEF3}"/>
                </a:ext>
              </a:extLst>
            </p:cNvPr>
            <p:cNvSpPr/>
            <p:nvPr/>
          </p:nvSpPr>
          <p:spPr>
            <a:xfrm>
              <a:off x="6350000" y="5629275"/>
              <a:ext cx="4273550" cy="727075"/>
            </a:xfrm>
            <a:custGeom>
              <a:avLst/>
              <a:gdLst>
                <a:gd name="connsiteX0" fmla="*/ 0 w 4273550"/>
                <a:gd name="connsiteY0" fmla="*/ 352425 h 727075"/>
                <a:gd name="connsiteX1" fmla="*/ 0 w 4273550"/>
                <a:gd name="connsiteY1" fmla="*/ 727075 h 727075"/>
                <a:gd name="connsiteX2" fmla="*/ 4273550 w 4273550"/>
                <a:gd name="connsiteY2" fmla="*/ 727075 h 727075"/>
                <a:gd name="connsiteX3" fmla="*/ 4273550 w 4273550"/>
                <a:gd name="connsiteY3" fmla="*/ 0 h 727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3550" h="727075">
                  <a:moveTo>
                    <a:pt x="0" y="352425"/>
                  </a:moveTo>
                  <a:lnTo>
                    <a:pt x="0" y="727075"/>
                  </a:lnTo>
                  <a:lnTo>
                    <a:pt x="4273550" y="727075"/>
                  </a:lnTo>
                  <a:lnTo>
                    <a:pt x="4273550" y="0"/>
                  </a:lnTo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6361726-AB1E-F0B8-B6B4-A1A9D86B6AE9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摄影基础知识</a:t>
            </a:r>
            <a:r>
              <a:rPr lang="en-US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-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九宫格构图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F40383-87D3-7FF1-BBCB-423F02B98FA9}"/>
              </a:ext>
            </a:extLst>
          </p:cNvPr>
          <p:cNvSpPr txBox="1"/>
          <p:nvPr/>
        </p:nvSpPr>
        <p:spPr>
          <a:xfrm>
            <a:off x="1498601" y="2745105"/>
            <a:ext cx="4044951" cy="2292350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</a:pPr>
            <a:r>
              <a:rPr lang="zh-CN" altLang="en-US" sz="2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构图</a:t>
            </a:r>
            <a:r>
              <a:rPr lang="en-US" altLang="zh-CN" sz="2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-</a:t>
            </a:r>
            <a:r>
              <a:rPr lang="zh-CN" altLang="en-US" sz="2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黄金分割法则：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人眼的自然视觉中心在左上角的黄金分割线交汇处。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当然，你可以打破这个常规，前提是你有绝对的自信。</a:t>
            </a:r>
          </a:p>
        </p:txBody>
      </p:sp>
      <p:sp>
        <p:nvSpPr>
          <p:cNvPr id="4" name="矩形: 折角 3">
            <a:extLst>
              <a:ext uri="{FF2B5EF4-FFF2-40B4-BE49-F238E27FC236}">
                <a16:creationId xmlns:a16="http://schemas.microsoft.com/office/drawing/2014/main" id="{9F66A59B-8B38-7CEC-E68F-271FA0D66FA6}"/>
              </a:ext>
            </a:extLst>
          </p:cNvPr>
          <p:cNvSpPr/>
          <p:nvPr/>
        </p:nvSpPr>
        <p:spPr>
          <a:xfrm>
            <a:off x="952501" y="2057400"/>
            <a:ext cx="5295900" cy="3225800"/>
          </a:xfrm>
          <a:prstGeom prst="foldedCorne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15F463-4624-B87E-E5C3-4E84CFD313B1}"/>
              </a:ext>
            </a:extLst>
          </p:cNvPr>
          <p:cNvPicPr>
            <a:picLocks noChangeAspect="1"/>
          </p:cNvPicPr>
          <p:nvPr/>
        </p:nvPicPr>
        <p:blipFill>
          <a:blip r:embed="Rbf7bd7410d8a4cae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7694" y="2323558"/>
            <a:ext cx="4187815" cy="2795087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800E112D-072B-D270-7A06-9B4A868F593D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9B189614-42EB-813E-2267-8437E0047BF9}"/>
                </a:ext>
              </a:extLst>
            </p:cNvPr>
            <p:cNvPicPr>
              <a:picLocks noChangeAspect="1"/>
            </p:cNvPicPr>
            <p:nvPr/>
          </p:nvPicPr>
          <p:blipFill>
            <a:blip r:embed="R4627c93c01c14e8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D489F23C-CDB3-0724-2FC0-E3108CBB4F1D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E34E4FFE-6CF9-62EE-E2DC-0C3BA52A18D8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27CB4D47-7875-0EF9-D893-840439C3E8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c129cdafd9348e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66BA9378-B315-E3F5-B973-5DEB5E903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9487f297d0c4a8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DB435F2A-B94D-6BD4-6967-0677E164E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f42df28efaea4c8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9E7FBAD5-A619-4FF0-5A86-6CD382579A60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14C11133-BB12-6D71-4895-F3F5E9C04E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4ca759c1c6f94f8f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50E2508F-5919-AC75-40D4-C60044123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227f1387f79b400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BB9F6734-5A74-D70B-9C42-480EC64FC75B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5A8F262-50A8-99EE-D536-4BC67F780E2E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A8D69BBC-F9F3-6167-6125-E254E846EA25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标题 1">
            <a:extLst>
              <a:ext uri="{FF2B5EF4-FFF2-40B4-BE49-F238E27FC236}">
                <a16:creationId xmlns:a16="http://schemas.microsoft.com/office/drawing/2014/main" id="{E7FD8A78-BB29-308C-1581-653EB3742B0A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66" name="标题 1">
            <a:extLst>
              <a:ext uri="{FF2B5EF4-FFF2-40B4-BE49-F238E27FC236}">
                <a16:creationId xmlns:a16="http://schemas.microsoft.com/office/drawing/2014/main" id="{7B000B4D-4037-6419-D82D-ACE877309ED0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67" name="标题 1">
            <a:extLst>
              <a:ext uri="{FF2B5EF4-FFF2-40B4-BE49-F238E27FC236}">
                <a16:creationId xmlns:a16="http://schemas.microsoft.com/office/drawing/2014/main" id="{D4909F3B-C24E-1D13-9DB8-3FE03343445D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708AB936-A78E-94FE-7DB6-5C9217D77F38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C9EF92DF-258F-8F14-9597-3AD64A4AF650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标题 1">
            <a:extLst>
              <a:ext uri="{FF2B5EF4-FFF2-40B4-BE49-F238E27FC236}">
                <a16:creationId xmlns:a16="http://schemas.microsoft.com/office/drawing/2014/main" id="{2750C9AC-A214-B544-8BAF-C765A51A1FA6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1F52233-E4E0-4ADB-6691-8822004A1C4D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70F07BD-26CE-0DB8-A64C-E0D8492E146B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5AA0D15-447F-DFBB-3131-3A4854F7A312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BBABDB0B-83E5-9F3F-B55B-692398FB8580}"/>
              </a:ext>
            </a:extLst>
          </p:cNvPr>
          <p:cNvSpPr txBox="1"/>
          <p:nvPr/>
        </p:nvSpPr>
        <p:spPr>
          <a:xfrm>
            <a:off x="542383" y="2656452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新闻摄影概要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6DD834EC-8F72-8140-7966-242B613235BA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41853" y="4011774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885914DF-15E2-B844-B220-F2F57C55DF66}"/>
              </a:ext>
            </a:extLst>
          </p:cNvPr>
          <p:cNvSpPr txBox="1"/>
          <p:nvPr/>
        </p:nvSpPr>
        <p:spPr>
          <a:xfrm>
            <a:off x="649362" y="1685544"/>
            <a:ext cx="27546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>
                    <a:alpha val="38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PART 02</a:t>
            </a:r>
            <a:endParaRPr lang="zh-CN" altLang="en-US" sz="4800" spc="0" baseline="0">
              <a:solidFill>
                <a:schemeClr val="accent1">
                  <a:alpha val="38000"/>
                </a:schemeClr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7884AAC2-7A8C-714D-BA35-85D68FD6A2EB}"/>
              </a:ext>
            </a:extLst>
          </p:cNvPr>
          <p:cNvGrpSpPr/>
          <p:nvPr/>
        </p:nvGrpSpPr>
        <p:grpSpPr>
          <a:xfrm>
            <a:off x="4605352" y="4860471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FCA04303-59A5-DDEF-BD7F-553EC29FB66A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2D775804-3249-2458-48C9-47FD65D5F129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77C33746-FCFD-5F50-54D5-BD4C31B4ABEE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705665F9-5520-7969-199D-3BB558B21910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4E437840-3ABE-76CF-6AD7-1C4538A800EE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700ADB46-D15D-1A4A-BBDE-B8698C2520EA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D90F1CF4-9068-5765-1B84-1A43560329F5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2F64BC88-4EA8-CB39-9A13-C4A121FD422F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485502F-239F-493E-2002-222A16BFDE84}"/>
              </a:ext>
            </a:extLst>
          </p:cNvPr>
          <p:cNvGrpSpPr/>
          <p:nvPr/>
        </p:nvGrpSpPr>
        <p:grpSpPr>
          <a:xfrm>
            <a:off x="5666933" y="1636482"/>
            <a:ext cx="1449180" cy="62774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230C715B-1AF9-50B8-930E-1EB64546998F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824F656D-E49C-595C-DD41-92C5C2E24302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09D183DF-E516-1248-341B-907A0B3717D3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275F19E4-DEC3-38B5-4796-C60E298761FA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89EF7559-D741-BBEC-A415-0EE50F62982E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60C10F9E-6482-020A-C269-66136B60265A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D0A58A3A-92F9-A58C-3E74-2B11CB48B6E9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D762A95B-20A2-F361-4F44-85A19D6C8D74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95" name="图片 94">
            <a:extLst>
              <a:ext uri="{FF2B5EF4-FFF2-40B4-BE49-F238E27FC236}">
                <a16:creationId xmlns:a16="http://schemas.microsoft.com/office/drawing/2014/main" id="{40206981-2157-BF4A-6EBC-42BD85FB662B}"/>
              </a:ext>
            </a:extLst>
          </p:cNvPr>
          <p:cNvPicPr>
            <a:picLocks noChangeAspect="1"/>
          </p:cNvPicPr>
          <p:nvPr/>
        </p:nvPicPr>
        <p:blipFill>
          <a:blip r:embed="R21515e4cc16441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96" name="组合 95">
            <a:extLst>
              <a:ext uri="{FF2B5EF4-FFF2-40B4-BE49-F238E27FC236}">
                <a16:creationId xmlns:a16="http://schemas.microsoft.com/office/drawing/2014/main" id="{210116B8-C85D-DF51-C74D-7B83E7DD054D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F886949D-6950-2BB1-5C13-0B44D5E89EE0}"/>
                </a:ext>
              </a:extLst>
            </p:cNvPr>
            <p:cNvPicPr>
              <a:picLocks noChangeAspect="1"/>
            </p:cNvPicPr>
            <p:nvPr/>
          </p:nvPicPr>
          <p:blipFill>
            <a:blip r:embed="R4a15910348e047ef">
              <a:extLst>
                <a:ext uri="{BEBA8EAE-BF5A-486C-A8C5-ECC9F3942E4B}">
                  <a14:imgProps xmlns:a14="http://schemas.microsoft.com/office/drawing/2010/main">
                    <a14:imgLayer r:embed="Rffd3b80039204b1f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2AA37D82-1675-B387-7CD0-A8F4CA26ADF5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F9EF8863-B7A3-9897-3EEE-FFE1BADEBB15}"/>
              </a:ext>
            </a:extLst>
          </p:cNvPr>
          <p:cNvSpPr txBox="1"/>
          <p:nvPr/>
        </p:nvSpPr>
        <p:spPr>
          <a:xfrm>
            <a:off x="641852" y="2025634"/>
            <a:ext cx="5340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105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第二部分</a:t>
            </a:r>
            <a:endParaRPr lang="zh-CN" altLang="en-US" sz="3200" spc="1050" baseline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Arial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9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2AC2D8-814F-6178-6F7E-A0BDCC5F05FC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</a:t>
            </a: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3" name="图片占位符 33">
            <a:extLst>
              <a:ext uri="{FF2B5EF4-FFF2-40B4-BE49-F238E27FC236}">
                <a16:creationId xmlns:a16="http://schemas.microsoft.com/office/drawing/2014/main" id="{895505BA-2F6F-B5DB-ACCF-243235DF0404}"/>
              </a:ext>
            </a:extLst>
          </p:cNvPr>
          <p:cNvPicPr>
            <a:picLocks noGrp="1" noChangeAspect="1"/>
          </p:cNvPicPr>
          <p:nvPr/>
        </p:nvPicPr>
        <p:blipFill>
          <a:blip r:embed="Re3915aeddb23490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9083" y="1563757"/>
            <a:ext cx="2360424" cy="236042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图片占位符 35">
            <a:extLst>
              <a:ext uri="{FF2B5EF4-FFF2-40B4-BE49-F238E27FC236}">
                <a16:creationId xmlns:a16="http://schemas.microsoft.com/office/drawing/2014/main" id="{ADA5AAF0-2E02-4A8B-D6DC-1CE662A7A89B}"/>
              </a:ext>
            </a:extLst>
          </p:cNvPr>
          <p:cNvPicPr>
            <a:picLocks noGrp="1" noChangeAspect="1"/>
          </p:cNvPicPr>
          <p:nvPr/>
        </p:nvPicPr>
        <p:blipFill>
          <a:blip r:embed="R26ae475f33444d7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15795" y="1563761"/>
            <a:ext cx="2360424" cy="236042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5" name="图片占位符 37">
            <a:extLst>
              <a:ext uri="{FF2B5EF4-FFF2-40B4-BE49-F238E27FC236}">
                <a16:creationId xmlns:a16="http://schemas.microsoft.com/office/drawing/2014/main" id="{546E9018-09CE-9439-F96F-84D6AE94B015}"/>
              </a:ext>
            </a:extLst>
          </p:cNvPr>
          <p:cNvPicPr>
            <a:picLocks noGrp="1" noChangeAspect="1"/>
          </p:cNvPicPr>
          <p:nvPr/>
        </p:nvPicPr>
        <p:blipFill>
          <a:blip r:embed="R1f00379824a94a9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2503" y="1563761"/>
            <a:ext cx="2360424" cy="2360422"/>
          </a:xfrm>
          <a:prstGeom prst="ellipse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A15496A5-5C26-B14E-6C44-8A04B8365C8B}"/>
              </a:ext>
            </a:extLst>
          </p:cNvPr>
          <p:cNvSpPr/>
          <p:nvPr/>
        </p:nvSpPr>
        <p:spPr>
          <a:xfrm>
            <a:off x="2086771" y="3591531"/>
            <a:ext cx="762000" cy="76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395F48-E1DA-0F78-F648-540C0B355BDC}"/>
              </a:ext>
            </a:extLst>
          </p:cNvPr>
          <p:cNvSpPr/>
          <p:nvPr/>
        </p:nvSpPr>
        <p:spPr>
          <a:xfrm>
            <a:off x="900569" y="4528472"/>
            <a:ext cx="3134403" cy="120032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《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浙江农信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》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报、浙江农信微世界、日常宣传</a:t>
            </a:r>
            <a:r>
              <a:rPr lang="en-US" altLang="zh-CN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VCR</a:t>
            </a: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等都需要好的照片XX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9" name="椭圆 41">
            <a:extLst>
              <a:ext uri="{FF2B5EF4-FFF2-40B4-BE49-F238E27FC236}">
                <a16:creationId xmlns:a16="http://schemas.microsoft.com/office/drawing/2014/main" id="{95D2EC82-14E0-0124-0B20-0CC09CF01ACE}"/>
              </a:ext>
            </a:extLst>
          </p:cNvPr>
          <p:cNvSpPr/>
          <p:nvPr/>
        </p:nvSpPr>
        <p:spPr>
          <a:xfrm>
            <a:off x="2289533" y="3747901"/>
            <a:ext cx="355207" cy="449260"/>
          </a:xfrm>
          <a:custGeom>
            <a:avLst/>
            <a:gdLst>
              <a:gd name="connsiteX0" fmla="*/ 126399 w 261072"/>
              <a:gd name="connsiteY0" fmla="*/ 143933 h 330200"/>
              <a:gd name="connsiteX1" fmla="*/ 114493 w 261072"/>
              <a:gd name="connsiteY1" fmla="*/ 165100 h 330200"/>
              <a:gd name="connsiteX2" fmla="*/ 135660 w 261072"/>
              <a:gd name="connsiteY2" fmla="*/ 179652 h 330200"/>
              <a:gd name="connsiteX3" fmla="*/ 148889 w 261072"/>
              <a:gd name="connsiteY3" fmla="*/ 157162 h 330200"/>
              <a:gd name="connsiteX4" fmla="*/ 126399 w 261072"/>
              <a:gd name="connsiteY4" fmla="*/ 143933 h 330200"/>
              <a:gd name="connsiteX5" fmla="*/ 62158 w 261072"/>
              <a:gd name="connsiteY5" fmla="*/ 142587 h 330200"/>
              <a:gd name="connsiteX6" fmla="*/ 59301 w 261072"/>
              <a:gd name="connsiteY6" fmla="*/ 149803 h 330200"/>
              <a:gd name="connsiteX7" fmla="*/ 67873 w 261072"/>
              <a:gd name="connsiteY7" fmla="*/ 154132 h 330200"/>
              <a:gd name="connsiteX8" fmla="*/ 70731 w 261072"/>
              <a:gd name="connsiteY8" fmla="*/ 145473 h 330200"/>
              <a:gd name="connsiteX9" fmla="*/ 62158 w 261072"/>
              <a:gd name="connsiteY9" fmla="*/ 142587 h 330200"/>
              <a:gd name="connsiteX10" fmla="*/ 60253 w 261072"/>
              <a:gd name="connsiteY10" fmla="*/ 111601 h 330200"/>
              <a:gd name="connsiteX11" fmla="*/ 50887 w 261072"/>
              <a:gd name="connsiteY11" fmla="*/ 112077 h 330200"/>
              <a:gd name="connsiteX12" fmla="*/ 41997 w 261072"/>
              <a:gd name="connsiteY12" fmla="*/ 118427 h 330200"/>
              <a:gd name="connsiteX13" fmla="*/ 47077 w 261072"/>
              <a:gd name="connsiteY13" fmla="*/ 124777 h 330200"/>
              <a:gd name="connsiteX14" fmla="*/ 52157 w 261072"/>
              <a:gd name="connsiteY14" fmla="*/ 119697 h 330200"/>
              <a:gd name="connsiteX15" fmla="*/ 57237 w 261072"/>
              <a:gd name="connsiteY15" fmla="*/ 122237 h 330200"/>
              <a:gd name="connsiteX16" fmla="*/ 57237 w 261072"/>
              <a:gd name="connsiteY16" fmla="*/ 128587 h 330200"/>
              <a:gd name="connsiteX17" fmla="*/ 57237 w 261072"/>
              <a:gd name="connsiteY17" fmla="*/ 140017 h 330200"/>
              <a:gd name="connsiteX18" fmla="*/ 58507 w 261072"/>
              <a:gd name="connsiteY18" fmla="*/ 141287 h 330200"/>
              <a:gd name="connsiteX19" fmla="*/ 66127 w 261072"/>
              <a:gd name="connsiteY19" fmla="*/ 137477 h 330200"/>
              <a:gd name="connsiteX20" fmla="*/ 64857 w 261072"/>
              <a:gd name="connsiteY20" fmla="*/ 136207 h 330200"/>
              <a:gd name="connsiteX21" fmla="*/ 64857 w 261072"/>
              <a:gd name="connsiteY21" fmla="*/ 128587 h 330200"/>
              <a:gd name="connsiteX22" fmla="*/ 64857 w 261072"/>
              <a:gd name="connsiteY22" fmla="*/ 115887 h 330200"/>
              <a:gd name="connsiteX23" fmla="*/ 60253 w 261072"/>
              <a:gd name="connsiteY23" fmla="*/ 111601 h 330200"/>
              <a:gd name="connsiteX24" fmla="*/ 182967 w 261072"/>
              <a:gd name="connsiteY24" fmla="*/ 102870 h 330200"/>
              <a:gd name="connsiteX25" fmla="*/ 170584 w 261072"/>
              <a:gd name="connsiteY25" fmla="*/ 109220 h 330200"/>
              <a:gd name="connsiteX26" fmla="*/ 178839 w 261072"/>
              <a:gd name="connsiteY26" fmla="*/ 119380 h 330200"/>
              <a:gd name="connsiteX27" fmla="*/ 189846 w 261072"/>
              <a:gd name="connsiteY27" fmla="*/ 113030 h 330200"/>
              <a:gd name="connsiteX28" fmla="*/ 182967 w 261072"/>
              <a:gd name="connsiteY28" fmla="*/ 102870 h 330200"/>
              <a:gd name="connsiteX29" fmla="*/ 176934 w 261072"/>
              <a:gd name="connsiteY29" fmla="*/ 50542 h 330200"/>
              <a:gd name="connsiteX30" fmla="*/ 178287 w 261072"/>
              <a:gd name="connsiteY30" fmla="*/ 62513 h 330200"/>
              <a:gd name="connsiteX31" fmla="*/ 189105 w 261072"/>
              <a:gd name="connsiteY31" fmla="*/ 62513 h 330200"/>
              <a:gd name="connsiteX32" fmla="*/ 194515 w 261072"/>
              <a:gd name="connsiteY32" fmla="*/ 69163 h 330200"/>
              <a:gd name="connsiteX33" fmla="*/ 186401 w 261072"/>
              <a:gd name="connsiteY33" fmla="*/ 78474 h 330200"/>
              <a:gd name="connsiteX34" fmla="*/ 176934 w 261072"/>
              <a:gd name="connsiteY34" fmla="*/ 93105 h 330200"/>
              <a:gd name="connsiteX35" fmla="*/ 176934 w 261072"/>
              <a:gd name="connsiteY35" fmla="*/ 95765 h 330200"/>
              <a:gd name="connsiteX36" fmla="*/ 190458 w 261072"/>
              <a:gd name="connsiteY36" fmla="*/ 98425 h 330200"/>
              <a:gd name="connsiteX37" fmla="*/ 190458 w 261072"/>
              <a:gd name="connsiteY37" fmla="*/ 97095 h 330200"/>
              <a:gd name="connsiteX38" fmla="*/ 198572 w 261072"/>
              <a:gd name="connsiteY38" fmla="*/ 85124 h 330200"/>
              <a:gd name="connsiteX39" fmla="*/ 210743 w 261072"/>
              <a:gd name="connsiteY39" fmla="*/ 70494 h 330200"/>
              <a:gd name="connsiteX40" fmla="*/ 194515 w 261072"/>
              <a:gd name="connsiteY40" fmla="*/ 50542 h 330200"/>
              <a:gd name="connsiteX41" fmla="*/ 176934 w 261072"/>
              <a:gd name="connsiteY41" fmla="*/ 50542 h 330200"/>
              <a:gd name="connsiteX42" fmla="*/ 104071 w 261072"/>
              <a:gd name="connsiteY42" fmla="*/ 44936 h 330200"/>
              <a:gd name="connsiteX43" fmla="*/ 73747 w 261072"/>
              <a:gd name="connsiteY43" fmla="*/ 60685 h 330200"/>
              <a:gd name="connsiteX44" fmla="*/ 85613 w 261072"/>
              <a:gd name="connsiteY44" fmla="*/ 80370 h 330200"/>
              <a:gd name="connsiteX45" fmla="*/ 102752 w 261072"/>
              <a:gd name="connsiteY45" fmla="*/ 69871 h 330200"/>
              <a:gd name="connsiteX46" fmla="*/ 119892 w 261072"/>
              <a:gd name="connsiteY46" fmla="*/ 77745 h 330200"/>
              <a:gd name="connsiteX47" fmla="*/ 113300 w 261072"/>
              <a:gd name="connsiteY47" fmla="*/ 101367 h 330200"/>
              <a:gd name="connsiteX48" fmla="*/ 109345 w 261072"/>
              <a:gd name="connsiteY48" fmla="*/ 134175 h 330200"/>
              <a:gd name="connsiteX49" fmla="*/ 110663 w 261072"/>
              <a:gd name="connsiteY49" fmla="*/ 138112 h 330200"/>
              <a:gd name="connsiteX50" fmla="*/ 137032 w 261072"/>
              <a:gd name="connsiteY50" fmla="*/ 132863 h 330200"/>
              <a:gd name="connsiteX51" fmla="*/ 135713 w 261072"/>
              <a:gd name="connsiteY51" fmla="*/ 128926 h 330200"/>
              <a:gd name="connsiteX52" fmla="*/ 139669 w 261072"/>
              <a:gd name="connsiteY52" fmla="*/ 102679 h 330200"/>
              <a:gd name="connsiteX53" fmla="*/ 148898 w 261072"/>
              <a:gd name="connsiteY53" fmla="*/ 65934 h 330200"/>
              <a:gd name="connsiteX54" fmla="*/ 104071 w 261072"/>
              <a:gd name="connsiteY54" fmla="*/ 44936 h 330200"/>
              <a:gd name="connsiteX55" fmla="*/ 134819 w 261072"/>
              <a:gd name="connsiteY55" fmla="*/ 0 h 330200"/>
              <a:gd name="connsiteX56" fmla="*/ 221618 w 261072"/>
              <a:gd name="connsiteY56" fmla="*/ 35519 h 330200"/>
              <a:gd name="connsiteX57" fmla="*/ 247921 w 261072"/>
              <a:gd name="connsiteY57" fmla="*/ 113137 h 330200"/>
              <a:gd name="connsiteX58" fmla="*/ 243975 w 261072"/>
              <a:gd name="connsiteY58" fmla="*/ 144709 h 330200"/>
              <a:gd name="connsiteX59" fmla="*/ 261072 w 261072"/>
              <a:gd name="connsiteY59" fmla="*/ 180229 h 330200"/>
              <a:gd name="connsiteX60" fmla="*/ 246606 w 261072"/>
              <a:gd name="connsiteY60" fmla="*/ 190753 h 330200"/>
              <a:gd name="connsiteX61" fmla="*/ 243975 w 261072"/>
              <a:gd name="connsiteY61" fmla="*/ 198646 h 330200"/>
              <a:gd name="connsiteX62" fmla="*/ 243975 w 261072"/>
              <a:gd name="connsiteY62" fmla="*/ 210486 h 330200"/>
              <a:gd name="connsiteX63" fmla="*/ 237400 w 261072"/>
              <a:gd name="connsiteY63" fmla="*/ 215748 h 330200"/>
              <a:gd name="connsiteX64" fmla="*/ 237400 w 261072"/>
              <a:gd name="connsiteY64" fmla="*/ 219695 h 330200"/>
              <a:gd name="connsiteX65" fmla="*/ 236085 w 261072"/>
              <a:gd name="connsiteY65" fmla="*/ 230219 h 330200"/>
              <a:gd name="connsiteX66" fmla="*/ 232139 w 261072"/>
              <a:gd name="connsiteY66" fmla="*/ 244690 h 330200"/>
              <a:gd name="connsiteX67" fmla="*/ 229509 w 261072"/>
              <a:gd name="connsiteY67" fmla="*/ 263108 h 330200"/>
              <a:gd name="connsiteX68" fmla="*/ 196631 w 261072"/>
              <a:gd name="connsiteY68" fmla="*/ 267054 h 330200"/>
              <a:gd name="connsiteX69" fmla="*/ 161121 w 261072"/>
              <a:gd name="connsiteY69" fmla="*/ 273632 h 330200"/>
              <a:gd name="connsiteX70" fmla="*/ 136134 w 261072"/>
              <a:gd name="connsiteY70" fmla="*/ 330200 h 330200"/>
              <a:gd name="connsiteX71" fmla="*/ 45389 w 261072"/>
              <a:gd name="connsiteY71" fmla="*/ 246006 h 330200"/>
              <a:gd name="connsiteX72" fmla="*/ 32238 w 261072"/>
              <a:gd name="connsiteY72" fmla="*/ 184176 h 330200"/>
              <a:gd name="connsiteX73" fmla="*/ 675 w 261072"/>
              <a:gd name="connsiteY73" fmla="*/ 121030 h 330200"/>
              <a:gd name="connsiteX74" fmla="*/ 30923 w 261072"/>
              <a:gd name="connsiteY74" fmla="*/ 40781 h 330200"/>
              <a:gd name="connsiteX75" fmla="*/ 134819 w 261072"/>
              <a:gd name="connsiteY75" fmla="*/ 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61072" h="330200">
                <a:moveTo>
                  <a:pt x="126399" y="143933"/>
                </a:moveTo>
                <a:cubicBezTo>
                  <a:pt x="117138" y="146579"/>
                  <a:pt x="111847" y="155840"/>
                  <a:pt x="114493" y="165100"/>
                </a:cubicBezTo>
                <a:cubicBezTo>
                  <a:pt x="115816" y="175684"/>
                  <a:pt x="125076" y="180975"/>
                  <a:pt x="135660" y="179652"/>
                </a:cubicBezTo>
                <a:cubicBezTo>
                  <a:pt x="146243" y="177006"/>
                  <a:pt x="151535" y="167746"/>
                  <a:pt x="148889" y="157162"/>
                </a:cubicBezTo>
                <a:cubicBezTo>
                  <a:pt x="146243" y="146579"/>
                  <a:pt x="136982" y="141287"/>
                  <a:pt x="126399" y="143933"/>
                </a:cubicBezTo>
                <a:close/>
                <a:moveTo>
                  <a:pt x="62158" y="142587"/>
                </a:moveTo>
                <a:cubicBezTo>
                  <a:pt x="59301" y="144030"/>
                  <a:pt x="57872" y="146916"/>
                  <a:pt x="59301" y="149803"/>
                </a:cubicBezTo>
                <a:cubicBezTo>
                  <a:pt x="60729" y="154132"/>
                  <a:pt x="65016" y="155575"/>
                  <a:pt x="67873" y="154132"/>
                </a:cubicBezTo>
                <a:cubicBezTo>
                  <a:pt x="70731" y="152689"/>
                  <a:pt x="72160" y="148359"/>
                  <a:pt x="70731" y="145473"/>
                </a:cubicBezTo>
                <a:cubicBezTo>
                  <a:pt x="69302" y="141143"/>
                  <a:pt x="66445" y="139700"/>
                  <a:pt x="62158" y="142587"/>
                </a:cubicBezTo>
                <a:close/>
                <a:moveTo>
                  <a:pt x="60253" y="111601"/>
                </a:moveTo>
                <a:cubicBezTo>
                  <a:pt x="57872" y="110807"/>
                  <a:pt x="54697" y="110807"/>
                  <a:pt x="50887" y="112077"/>
                </a:cubicBezTo>
                <a:cubicBezTo>
                  <a:pt x="47077" y="114617"/>
                  <a:pt x="43267" y="117157"/>
                  <a:pt x="41997" y="118427"/>
                </a:cubicBezTo>
                <a:cubicBezTo>
                  <a:pt x="41997" y="118427"/>
                  <a:pt x="41997" y="118427"/>
                  <a:pt x="47077" y="124777"/>
                </a:cubicBezTo>
                <a:cubicBezTo>
                  <a:pt x="48347" y="122237"/>
                  <a:pt x="49617" y="120967"/>
                  <a:pt x="52157" y="119697"/>
                </a:cubicBezTo>
                <a:cubicBezTo>
                  <a:pt x="54697" y="118427"/>
                  <a:pt x="55967" y="119697"/>
                  <a:pt x="57237" y="122237"/>
                </a:cubicBezTo>
                <a:cubicBezTo>
                  <a:pt x="58507" y="123507"/>
                  <a:pt x="57237" y="126047"/>
                  <a:pt x="57237" y="128587"/>
                </a:cubicBezTo>
                <a:cubicBezTo>
                  <a:pt x="55967" y="133667"/>
                  <a:pt x="55967" y="136207"/>
                  <a:pt x="57237" y="140017"/>
                </a:cubicBezTo>
                <a:lnTo>
                  <a:pt x="58507" y="141287"/>
                </a:lnTo>
                <a:cubicBezTo>
                  <a:pt x="58507" y="141287"/>
                  <a:pt x="58507" y="141287"/>
                  <a:pt x="66127" y="137477"/>
                </a:cubicBezTo>
                <a:cubicBezTo>
                  <a:pt x="66127" y="137477"/>
                  <a:pt x="66127" y="137477"/>
                  <a:pt x="64857" y="136207"/>
                </a:cubicBezTo>
                <a:cubicBezTo>
                  <a:pt x="63587" y="133667"/>
                  <a:pt x="63587" y="131127"/>
                  <a:pt x="64857" y="128587"/>
                </a:cubicBezTo>
                <a:cubicBezTo>
                  <a:pt x="66127" y="124777"/>
                  <a:pt x="67397" y="120967"/>
                  <a:pt x="64857" y="115887"/>
                </a:cubicBezTo>
                <a:cubicBezTo>
                  <a:pt x="64222" y="113982"/>
                  <a:pt x="62634" y="112395"/>
                  <a:pt x="60253" y="111601"/>
                </a:cubicBezTo>
                <a:close/>
                <a:moveTo>
                  <a:pt x="182967" y="102870"/>
                </a:moveTo>
                <a:cubicBezTo>
                  <a:pt x="177464" y="101600"/>
                  <a:pt x="171960" y="104140"/>
                  <a:pt x="170584" y="109220"/>
                </a:cubicBezTo>
                <a:cubicBezTo>
                  <a:pt x="170584" y="114300"/>
                  <a:pt x="173335" y="118110"/>
                  <a:pt x="178839" y="119380"/>
                </a:cubicBezTo>
                <a:cubicBezTo>
                  <a:pt x="184343" y="120650"/>
                  <a:pt x="188471" y="118110"/>
                  <a:pt x="189846" y="113030"/>
                </a:cubicBezTo>
                <a:cubicBezTo>
                  <a:pt x="191222" y="107950"/>
                  <a:pt x="188471" y="102870"/>
                  <a:pt x="182967" y="102870"/>
                </a:cubicBezTo>
                <a:close/>
                <a:moveTo>
                  <a:pt x="176934" y="50542"/>
                </a:moveTo>
                <a:cubicBezTo>
                  <a:pt x="176934" y="50542"/>
                  <a:pt x="176934" y="50542"/>
                  <a:pt x="178287" y="62513"/>
                </a:cubicBezTo>
                <a:cubicBezTo>
                  <a:pt x="180991" y="61183"/>
                  <a:pt x="185048" y="61183"/>
                  <a:pt x="189105" y="62513"/>
                </a:cubicBezTo>
                <a:cubicBezTo>
                  <a:pt x="194515" y="63843"/>
                  <a:pt x="195867" y="66503"/>
                  <a:pt x="194515" y="69163"/>
                </a:cubicBezTo>
                <a:cubicBezTo>
                  <a:pt x="194515" y="73154"/>
                  <a:pt x="190458" y="75814"/>
                  <a:pt x="186401" y="78474"/>
                </a:cubicBezTo>
                <a:cubicBezTo>
                  <a:pt x="180991" y="83794"/>
                  <a:pt x="178287" y="87785"/>
                  <a:pt x="176934" y="93105"/>
                </a:cubicBezTo>
                <a:cubicBezTo>
                  <a:pt x="176934" y="93105"/>
                  <a:pt x="176934" y="93105"/>
                  <a:pt x="176934" y="95765"/>
                </a:cubicBezTo>
                <a:cubicBezTo>
                  <a:pt x="176934" y="95765"/>
                  <a:pt x="176934" y="95765"/>
                  <a:pt x="190458" y="98425"/>
                </a:cubicBezTo>
                <a:cubicBezTo>
                  <a:pt x="190458" y="98425"/>
                  <a:pt x="190458" y="98425"/>
                  <a:pt x="190458" y="97095"/>
                </a:cubicBezTo>
                <a:cubicBezTo>
                  <a:pt x="191810" y="91775"/>
                  <a:pt x="193162" y="89115"/>
                  <a:pt x="198572" y="85124"/>
                </a:cubicBezTo>
                <a:cubicBezTo>
                  <a:pt x="203981" y="82464"/>
                  <a:pt x="209390" y="78474"/>
                  <a:pt x="210743" y="70494"/>
                </a:cubicBezTo>
                <a:cubicBezTo>
                  <a:pt x="213447" y="62513"/>
                  <a:pt x="208038" y="53202"/>
                  <a:pt x="194515" y="50542"/>
                </a:cubicBezTo>
                <a:cubicBezTo>
                  <a:pt x="187753" y="49212"/>
                  <a:pt x="180991" y="50542"/>
                  <a:pt x="176934" y="50542"/>
                </a:cubicBezTo>
                <a:close/>
                <a:moveTo>
                  <a:pt x="104071" y="44936"/>
                </a:moveTo>
                <a:cubicBezTo>
                  <a:pt x="90886" y="48873"/>
                  <a:pt x="80339" y="55435"/>
                  <a:pt x="73747" y="60685"/>
                </a:cubicBezTo>
                <a:cubicBezTo>
                  <a:pt x="73747" y="60685"/>
                  <a:pt x="73747" y="60685"/>
                  <a:pt x="85613" y="80370"/>
                </a:cubicBezTo>
                <a:cubicBezTo>
                  <a:pt x="89568" y="76433"/>
                  <a:pt x="97479" y="71183"/>
                  <a:pt x="102752" y="69871"/>
                </a:cubicBezTo>
                <a:cubicBezTo>
                  <a:pt x="113300" y="68559"/>
                  <a:pt x="118574" y="71183"/>
                  <a:pt x="119892" y="77745"/>
                </a:cubicBezTo>
                <a:cubicBezTo>
                  <a:pt x="121211" y="84307"/>
                  <a:pt x="118574" y="92181"/>
                  <a:pt x="113300" y="101367"/>
                </a:cubicBezTo>
                <a:cubicBezTo>
                  <a:pt x="108026" y="113178"/>
                  <a:pt x="106708" y="123677"/>
                  <a:pt x="109345" y="134175"/>
                </a:cubicBezTo>
                <a:cubicBezTo>
                  <a:pt x="109345" y="134175"/>
                  <a:pt x="109345" y="134175"/>
                  <a:pt x="110663" y="138112"/>
                </a:cubicBezTo>
                <a:cubicBezTo>
                  <a:pt x="110663" y="138112"/>
                  <a:pt x="110663" y="138112"/>
                  <a:pt x="137032" y="132863"/>
                </a:cubicBezTo>
                <a:cubicBezTo>
                  <a:pt x="137032" y="132863"/>
                  <a:pt x="137032" y="132863"/>
                  <a:pt x="135713" y="128926"/>
                </a:cubicBezTo>
                <a:cubicBezTo>
                  <a:pt x="134395" y="119740"/>
                  <a:pt x="134395" y="111866"/>
                  <a:pt x="139669" y="102679"/>
                </a:cubicBezTo>
                <a:cubicBezTo>
                  <a:pt x="144943" y="92181"/>
                  <a:pt x="151535" y="81682"/>
                  <a:pt x="148898" y="65934"/>
                </a:cubicBezTo>
                <a:cubicBezTo>
                  <a:pt x="144943" y="50186"/>
                  <a:pt x="129121" y="39687"/>
                  <a:pt x="104071" y="44936"/>
                </a:cubicBezTo>
                <a:close/>
                <a:moveTo>
                  <a:pt x="134819" y="0"/>
                </a:moveTo>
                <a:cubicBezTo>
                  <a:pt x="158491" y="0"/>
                  <a:pt x="194000" y="5262"/>
                  <a:pt x="221618" y="35519"/>
                </a:cubicBezTo>
                <a:cubicBezTo>
                  <a:pt x="238715" y="52622"/>
                  <a:pt x="251866" y="74986"/>
                  <a:pt x="247921" y="113137"/>
                </a:cubicBezTo>
                <a:cubicBezTo>
                  <a:pt x="246606" y="121030"/>
                  <a:pt x="236085" y="130238"/>
                  <a:pt x="243975" y="144709"/>
                </a:cubicBezTo>
                <a:cubicBezTo>
                  <a:pt x="243975" y="144709"/>
                  <a:pt x="261072" y="176282"/>
                  <a:pt x="261072" y="180229"/>
                </a:cubicBezTo>
                <a:cubicBezTo>
                  <a:pt x="261072" y="180229"/>
                  <a:pt x="261072" y="189438"/>
                  <a:pt x="246606" y="190753"/>
                </a:cubicBezTo>
                <a:cubicBezTo>
                  <a:pt x="246606" y="190753"/>
                  <a:pt x="242660" y="190753"/>
                  <a:pt x="243975" y="198646"/>
                </a:cubicBezTo>
                <a:cubicBezTo>
                  <a:pt x="243975" y="198646"/>
                  <a:pt x="243975" y="198646"/>
                  <a:pt x="243975" y="210486"/>
                </a:cubicBezTo>
                <a:cubicBezTo>
                  <a:pt x="243975" y="210486"/>
                  <a:pt x="243975" y="213117"/>
                  <a:pt x="237400" y="215748"/>
                </a:cubicBezTo>
                <a:cubicBezTo>
                  <a:pt x="237400" y="215748"/>
                  <a:pt x="236085" y="217064"/>
                  <a:pt x="237400" y="219695"/>
                </a:cubicBezTo>
                <a:cubicBezTo>
                  <a:pt x="237400" y="219695"/>
                  <a:pt x="241345" y="222326"/>
                  <a:pt x="236085" y="230219"/>
                </a:cubicBezTo>
                <a:cubicBezTo>
                  <a:pt x="233454" y="234166"/>
                  <a:pt x="229509" y="236797"/>
                  <a:pt x="232139" y="244690"/>
                </a:cubicBezTo>
                <a:cubicBezTo>
                  <a:pt x="232139" y="244690"/>
                  <a:pt x="234769" y="259161"/>
                  <a:pt x="229509" y="263108"/>
                </a:cubicBezTo>
                <a:cubicBezTo>
                  <a:pt x="229509" y="263108"/>
                  <a:pt x="222933" y="269685"/>
                  <a:pt x="196631" y="267054"/>
                </a:cubicBezTo>
                <a:cubicBezTo>
                  <a:pt x="187425" y="265739"/>
                  <a:pt x="171642" y="261792"/>
                  <a:pt x="161121" y="273632"/>
                </a:cubicBezTo>
                <a:cubicBezTo>
                  <a:pt x="161121" y="273632"/>
                  <a:pt x="137449" y="319676"/>
                  <a:pt x="136134" y="330200"/>
                </a:cubicBezTo>
                <a:cubicBezTo>
                  <a:pt x="136134" y="330200"/>
                  <a:pt x="95364" y="257846"/>
                  <a:pt x="45389" y="246006"/>
                </a:cubicBezTo>
                <a:cubicBezTo>
                  <a:pt x="45389" y="246006"/>
                  <a:pt x="57225" y="219695"/>
                  <a:pt x="32238" y="184176"/>
                </a:cubicBezTo>
                <a:cubicBezTo>
                  <a:pt x="32238" y="184176"/>
                  <a:pt x="1990" y="143394"/>
                  <a:pt x="675" y="121030"/>
                </a:cubicBezTo>
                <a:cubicBezTo>
                  <a:pt x="675" y="121030"/>
                  <a:pt x="-7216" y="82879"/>
                  <a:pt x="30923" y="40781"/>
                </a:cubicBezTo>
                <a:cubicBezTo>
                  <a:pt x="49335" y="19733"/>
                  <a:pt x="74322" y="0"/>
                  <a:pt x="13481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1034BC7-B9B7-1042-9D30-8D9F2150D1C5}"/>
              </a:ext>
            </a:extLst>
          </p:cNvPr>
          <p:cNvSpPr/>
          <p:nvPr/>
        </p:nvSpPr>
        <p:spPr>
          <a:xfrm>
            <a:off x="5716525" y="3591531"/>
            <a:ext cx="762000" cy="762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1" name="椭圆 42">
            <a:extLst>
              <a:ext uri="{FF2B5EF4-FFF2-40B4-BE49-F238E27FC236}">
                <a16:creationId xmlns:a16="http://schemas.microsoft.com/office/drawing/2014/main" id="{1BD02B49-A31B-EF7D-4713-036A32A95414}"/>
              </a:ext>
            </a:extLst>
          </p:cNvPr>
          <p:cNvSpPr/>
          <p:nvPr/>
        </p:nvSpPr>
        <p:spPr>
          <a:xfrm>
            <a:off x="5872895" y="3760558"/>
            <a:ext cx="449260" cy="423949"/>
          </a:xfrm>
          <a:custGeom>
            <a:avLst/>
            <a:gdLst>
              <a:gd name="connsiteX0" fmla="*/ 255815 w 338138"/>
              <a:gd name="connsiteY0" fmla="*/ 276225 h 319088"/>
              <a:gd name="connsiteX1" fmla="*/ 267653 w 338138"/>
              <a:gd name="connsiteY1" fmla="*/ 282720 h 319088"/>
              <a:gd name="connsiteX2" fmla="*/ 275546 w 338138"/>
              <a:gd name="connsiteY2" fmla="*/ 282720 h 319088"/>
              <a:gd name="connsiteX3" fmla="*/ 287384 w 338138"/>
              <a:gd name="connsiteY3" fmla="*/ 276225 h 319088"/>
              <a:gd name="connsiteX4" fmla="*/ 290015 w 338138"/>
              <a:gd name="connsiteY4" fmla="*/ 277524 h 319088"/>
              <a:gd name="connsiteX5" fmla="*/ 295276 w 338138"/>
              <a:gd name="connsiteY5" fmla="*/ 284018 h 319088"/>
              <a:gd name="connsiteX6" fmla="*/ 295276 w 338138"/>
              <a:gd name="connsiteY6" fmla="*/ 315191 h 319088"/>
              <a:gd name="connsiteX7" fmla="*/ 271600 w 338138"/>
              <a:gd name="connsiteY7" fmla="*/ 319088 h 319088"/>
              <a:gd name="connsiteX8" fmla="*/ 249238 w 338138"/>
              <a:gd name="connsiteY8" fmla="*/ 315191 h 319088"/>
              <a:gd name="connsiteX9" fmla="*/ 249238 w 338138"/>
              <a:gd name="connsiteY9" fmla="*/ 284018 h 319088"/>
              <a:gd name="connsiteX10" fmla="*/ 253184 w 338138"/>
              <a:gd name="connsiteY10" fmla="*/ 277524 h 319088"/>
              <a:gd name="connsiteX11" fmla="*/ 255815 w 338138"/>
              <a:gd name="connsiteY11" fmla="*/ 276225 h 319088"/>
              <a:gd name="connsiteX12" fmla="*/ 50755 w 338138"/>
              <a:gd name="connsiteY12" fmla="*/ 276225 h 319088"/>
              <a:gd name="connsiteX13" fmla="*/ 62593 w 338138"/>
              <a:gd name="connsiteY13" fmla="*/ 282720 h 319088"/>
              <a:gd name="connsiteX14" fmla="*/ 70486 w 338138"/>
              <a:gd name="connsiteY14" fmla="*/ 282720 h 319088"/>
              <a:gd name="connsiteX15" fmla="*/ 82324 w 338138"/>
              <a:gd name="connsiteY15" fmla="*/ 276225 h 319088"/>
              <a:gd name="connsiteX16" fmla="*/ 84955 w 338138"/>
              <a:gd name="connsiteY16" fmla="*/ 277524 h 319088"/>
              <a:gd name="connsiteX17" fmla="*/ 88901 w 338138"/>
              <a:gd name="connsiteY17" fmla="*/ 284018 h 319088"/>
              <a:gd name="connsiteX18" fmla="*/ 88901 w 338138"/>
              <a:gd name="connsiteY18" fmla="*/ 315191 h 319088"/>
              <a:gd name="connsiteX19" fmla="*/ 66539 w 338138"/>
              <a:gd name="connsiteY19" fmla="*/ 319088 h 319088"/>
              <a:gd name="connsiteX20" fmla="*/ 42863 w 338138"/>
              <a:gd name="connsiteY20" fmla="*/ 315191 h 319088"/>
              <a:gd name="connsiteX21" fmla="*/ 42863 w 338138"/>
              <a:gd name="connsiteY21" fmla="*/ 284018 h 319088"/>
              <a:gd name="connsiteX22" fmla="*/ 48124 w 338138"/>
              <a:gd name="connsiteY22" fmla="*/ 277524 h 319088"/>
              <a:gd name="connsiteX23" fmla="*/ 50755 w 338138"/>
              <a:gd name="connsiteY23" fmla="*/ 276225 h 319088"/>
              <a:gd name="connsiteX24" fmla="*/ 273050 w 338138"/>
              <a:gd name="connsiteY24" fmla="*/ 214313 h 319088"/>
              <a:gd name="connsiteX25" fmla="*/ 282575 w 338138"/>
              <a:gd name="connsiteY25" fmla="*/ 224632 h 319088"/>
              <a:gd name="connsiteX26" fmla="*/ 273050 w 338138"/>
              <a:gd name="connsiteY26" fmla="*/ 234951 h 319088"/>
              <a:gd name="connsiteX27" fmla="*/ 263525 w 338138"/>
              <a:gd name="connsiteY27" fmla="*/ 224632 h 319088"/>
              <a:gd name="connsiteX28" fmla="*/ 273050 w 338138"/>
              <a:gd name="connsiteY28" fmla="*/ 214313 h 319088"/>
              <a:gd name="connsiteX29" fmla="*/ 65882 w 338138"/>
              <a:gd name="connsiteY29" fmla="*/ 214313 h 319088"/>
              <a:gd name="connsiteX30" fmla="*/ 76201 w 338138"/>
              <a:gd name="connsiteY30" fmla="*/ 224632 h 319088"/>
              <a:gd name="connsiteX31" fmla="*/ 65882 w 338138"/>
              <a:gd name="connsiteY31" fmla="*/ 234951 h 319088"/>
              <a:gd name="connsiteX32" fmla="*/ 55563 w 338138"/>
              <a:gd name="connsiteY32" fmla="*/ 224632 h 319088"/>
              <a:gd name="connsiteX33" fmla="*/ 65882 w 338138"/>
              <a:gd name="connsiteY33" fmla="*/ 214313 h 319088"/>
              <a:gd name="connsiteX34" fmla="*/ 272257 w 338138"/>
              <a:gd name="connsiteY34" fmla="*/ 196850 h 319088"/>
              <a:gd name="connsiteX35" fmla="*/ 244475 w 338138"/>
              <a:gd name="connsiteY35" fmla="*/ 224632 h 319088"/>
              <a:gd name="connsiteX36" fmla="*/ 272257 w 338138"/>
              <a:gd name="connsiteY36" fmla="*/ 252414 h 319088"/>
              <a:gd name="connsiteX37" fmla="*/ 300039 w 338138"/>
              <a:gd name="connsiteY37" fmla="*/ 224632 h 319088"/>
              <a:gd name="connsiteX38" fmla="*/ 272257 w 338138"/>
              <a:gd name="connsiteY38" fmla="*/ 196850 h 319088"/>
              <a:gd name="connsiteX39" fmla="*/ 65882 w 338138"/>
              <a:gd name="connsiteY39" fmla="*/ 196850 h 319088"/>
              <a:gd name="connsiteX40" fmla="*/ 38100 w 338138"/>
              <a:gd name="connsiteY40" fmla="*/ 224632 h 319088"/>
              <a:gd name="connsiteX41" fmla="*/ 65882 w 338138"/>
              <a:gd name="connsiteY41" fmla="*/ 252414 h 319088"/>
              <a:gd name="connsiteX42" fmla="*/ 93664 w 338138"/>
              <a:gd name="connsiteY42" fmla="*/ 224632 h 319088"/>
              <a:gd name="connsiteX43" fmla="*/ 65882 w 338138"/>
              <a:gd name="connsiteY43" fmla="*/ 196850 h 319088"/>
              <a:gd name="connsiteX44" fmla="*/ 272257 w 338138"/>
              <a:gd name="connsiteY44" fmla="*/ 187325 h 319088"/>
              <a:gd name="connsiteX45" fmla="*/ 338138 w 338138"/>
              <a:gd name="connsiteY45" fmla="*/ 253322 h 319088"/>
              <a:gd name="connsiteX46" fmla="*/ 313103 w 338138"/>
              <a:gd name="connsiteY46" fmla="*/ 304800 h 319088"/>
              <a:gd name="connsiteX47" fmla="*/ 313103 w 338138"/>
              <a:gd name="connsiteY47" fmla="*/ 283681 h 319088"/>
              <a:gd name="connsiteX48" fmla="*/ 295974 w 338138"/>
              <a:gd name="connsiteY48" fmla="*/ 259922 h 319088"/>
              <a:gd name="connsiteX49" fmla="*/ 290704 w 338138"/>
              <a:gd name="connsiteY49" fmla="*/ 258602 h 319088"/>
              <a:gd name="connsiteX50" fmla="*/ 284115 w 338138"/>
              <a:gd name="connsiteY50" fmla="*/ 258602 h 319088"/>
              <a:gd name="connsiteX51" fmla="*/ 272257 w 338138"/>
              <a:gd name="connsiteY51" fmla="*/ 265202 h 319088"/>
              <a:gd name="connsiteX52" fmla="*/ 260398 w 338138"/>
              <a:gd name="connsiteY52" fmla="*/ 258602 h 319088"/>
              <a:gd name="connsiteX53" fmla="*/ 255128 w 338138"/>
              <a:gd name="connsiteY53" fmla="*/ 258602 h 319088"/>
              <a:gd name="connsiteX54" fmla="*/ 248539 w 338138"/>
              <a:gd name="connsiteY54" fmla="*/ 259922 h 319088"/>
              <a:gd name="connsiteX55" fmla="*/ 232728 w 338138"/>
              <a:gd name="connsiteY55" fmla="*/ 283681 h 319088"/>
              <a:gd name="connsiteX56" fmla="*/ 232728 w 338138"/>
              <a:gd name="connsiteY56" fmla="*/ 304800 h 319088"/>
              <a:gd name="connsiteX57" fmla="*/ 206375 w 338138"/>
              <a:gd name="connsiteY57" fmla="*/ 253322 h 319088"/>
              <a:gd name="connsiteX58" fmla="*/ 272257 w 338138"/>
              <a:gd name="connsiteY58" fmla="*/ 187325 h 319088"/>
              <a:gd name="connsiteX59" fmla="*/ 65881 w 338138"/>
              <a:gd name="connsiteY59" fmla="*/ 187325 h 319088"/>
              <a:gd name="connsiteX60" fmla="*/ 131763 w 338138"/>
              <a:gd name="connsiteY60" fmla="*/ 253322 h 319088"/>
              <a:gd name="connsiteX61" fmla="*/ 105410 w 338138"/>
              <a:gd name="connsiteY61" fmla="*/ 304800 h 319088"/>
              <a:gd name="connsiteX62" fmla="*/ 105410 w 338138"/>
              <a:gd name="connsiteY62" fmla="*/ 283681 h 319088"/>
              <a:gd name="connsiteX63" fmla="*/ 89599 w 338138"/>
              <a:gd name="connsiteY63" fmla="*/ 259922 h 319088"/>
              <a:gd name="connsiteX64" fmla="*/ 83010 w 338138"/>
              <a:gd name="connsiteY64" fmla="*/ 258602 h 319088"/>
              <a:gd name="connsiteX65" fmla="*/ 77740 w 338138"/>
              <a:gd name="connsiteY65" fmla="*/ 258602 h 319088"/>
              <a:gd name="connsiteX66" fmla="*/ 65881 w 338138"/>
              <a:gd name="connsiteY66" fmla="*/ 265202 h 319088"/>
              <a:gd name="connsiteX67" fmla="*/ 54023 w 338138"/>
              <a:gd name="connsiteY67" fmla="*/ 258602 h 319088"/>
              <a:gd name="connsiteX68" fmla="*/ 47434 w 338138"/>
              <a:gd name="connsiteY68" fmla="*/ 258602 h 319088"/>
              <a:gd name="connsiteX69" fmla="*/ 42164 w 338138"/>
              <a:gd name="connsiteY69" fmla="*/ 259922 h 319088"/>
              <a:gd name="connsiteX70" fmla="*/ 25035 w 338138"/>
              <a:gd name="connsiteY70" fmla="*/ 283681 h 319088"/>
              <a:gd name="connsiteX71" fmla="*/ 25035 w 338138"/>
              <a:gd name="connsiteY71" fmla="*/ 304800 h 319088"/>
              <a:gd name="connsiteX72" fmla="*/ 0 w 338138"/>
              <a:gd name="connsiteY72" fmla="*/ 253322 h 319088"/>
              <a:gd name="connsiteX73" fmla="*/ 65881 w 338138"/>
              <a:gd name="connsiteY73" fmla="*/ 187325 h 319088"/>
              <a:gd name="connsiteX74" fmla="*/ 159754 w 338138"/>
              <a:gd name="connsiteY74" fmla="*/ 149225 h 319088"/>
              <a:gd name="connsiteX75" fmla="*/ 169069 w 338138"/>
              <a:gd name="connsiteY75" fmla="*/ 149225 h 319088"/>
              <a:gd name="connsiteX76" fmla="*/ 178384 w 338138"/>
              <a:gd name="connsiteY76" fmla="*/ 149225 h 319088"/>
              <a:gd name="connsiteX77" fmla="*/ 178384 w 338138"/>
              <a:gd name="connsiteY77" fmla="*/ 175331 h 319088"/>
              <a:gd name="connsiteX78" fmla="*/ 214313 w 338138"/>
              <a:gd name="connsiteY78" fmla="*/ 193605 h 319088"/>
              <a:gd name="connsiteX79" fmla="*/ 202337 w 338138"/>
              <a:gd name="connsiteY79" fmla="*/ 207963 h 319088"/>
              <a:gd name="connsiteX80" fmla="*/ 169069 w 338138"/>
              <a:gd name="connsiteY80" fmla="*/ 190994 h 319088"/>
              <a:gd name="connsiteX81" fmla="*/ 135802 w 338138"/>
              <a:gd name="connsiteY81" fmla="*/ 207963 h 319088"/>
              <a:gd name="connsiteX82" fmla="*/ 123825 w 338138"/>
              <a:gd name="connsiteY82" fmla="*/ 193605 h 319088"/>
              <a:gd name="connsiteX83" fmla="*/ 159754 w 338138"/>
              <a:gd name="connsiteY83" fmla="*/ 175331 h 319088"/>
              <a:gd name="connsiteX84" fmla="*/ 159754 w 338138"/>
              <a:gd name="connsiteY84" fmla="*/ 149225 h 319088"/>
              <a:gd name="connsiteX85" fmla="*/ 154175 w 338138"/>
              <a:gd name="connsiteY85" fmla="*/ 88900 h 319088"/>
              <a:gd name="connsiteX86" fmla="*/ 165941 w 338138"/>
              <a:gd name="connsiteY86" fmla="*/ 95394 h 319088"/>
              <a:gd name="connsiteX87" fmla="*/ 173785 w 338138"/>
              <a:gd name="connsiteY87" fmla="*/ 95394 h 319088"/>
              <a:gd name="connsiteX88" fmla="*/ 185551 w 338138"/>
              <a:gd name="connsiteY88" fmla="*/ 88900 h 319088"/>
              <a:gd name="connsiteX89" fmla="*/ 188166 w 338138"/>
              <a:gd name="connsiteY89" fmla="*/ 90199 h 319088"/>
              <a:gd name="connsiteX90" fmla="*/ 192088 w 338138"/>
              <a:gd name="connsiteY90" fmla="*/ 96693 h 319088"/>
              <a:gd name="connsiteX91" fmla="*/ 192088 w 338138"/>
              <a:gd name="connsiteY91" fmla="*/ 126567 h 319088"/>
              <a:gd name="connsiteX92" fmla="*/ 169863 w 338138"/>
              <a:gd name="connsiteY92" fmla="*/ 131763 h 319088"/>
              <a:gd name="connsiteX93" fmla="*/ 147638 w 338138"/>
              <a:gd name="connsiteY93" fmla="*/ 126567 h 319088"/>
              <a:gd name="connsiteX94" fmla="*/ 147638 w 338138"/>
              <a:gd name="connsiteY94" fmla="*/ 96693 h 319088"/>
              <a:gd name="connsiteX95" fmla="*/ 151560 w 338138"/>
              <a:gd name="connsiteY95" fmla="*/ 90199 h 319088"/>
              <a:gd name="connsiteX96" fmla="*/ 154175 w 338138"/>
              <a:gd name="connsiteY96" fmla="*/ 88900 h 319088"/>
              <a:gd name="connsiteX97" fmla="*/ 169069 w 338138"/>
              <a:gd name="connsiteY97" fmla="*/ 26988 h 319088"/>
              <a:gd name="connsiteX98" fmla="*/ 179388 w 338138"/>
              <a:gd name="connsiteY98" fmla="*/ 36513 h 319088"/>
              <a:gd name="connsiteX99" fmla="*/ 169069 w 338138"/>
              <a:gd name="connsiteY99" fmla="*/ 46038 h 319088"/>
              <a:gd name="connsiteX100" fmla="*/ 158750 w 338138"/>
              <a:gd name="connsiteY100" fmla="*/ 36513 h 319088"/>
              <a:gd name="connsiteX101" fmla="*/ 169069 w 338138"/>
              <a:gd name="connsiteY101" fmla="*/ 26988 h 319088"/>
              <a:gd name="connsiteX102" fmla="*/ 169070 w 338138"/>
              <a:gd name="connsiteY102" fmla="*/ 9525 h 319088"/>
              <a:gd name="connsiteX103" fmla="*/ 141288 w 338138"/>
              <a:gd name="connsiteY103" fmla="*/ 37307 h 319088"/>
              <a:gd name="connsiteX104" fmla="*/ 169070 w 338138"/>
              <a:gd name="connsiteY104" fmla="*/ 65089 h 319088"/>
              <a:gd name="connsiteX105" fmla="*/ 196852 w 338138"/>
              <a:gd name="connsiteY105" fmla="*/ 37307 h 319088"/>
              <a:gd name="connsiteX106" fmla="*/ 169070 w 338138"/>
              <a:gd name="connsiteY106" fmla="*/ 9525 h 319088"/>
              <a:gd name="connsiteX107" fmla="*/ 169070 w 338138"/>
              <a:gd name="connsiteY107" fmla="*/ 0 h 319088"/>
              <a:gd name="connsiteX108" fmla="*/ 234951 w 338138"/>
              <a:gd name="connsiteY108" fmla="*/ 65997 h 319088"/>
              <a:gd name="connsiteX109" fmla="*/ 209916 w 338138"/>
              <a:gd name="connsiteY109" fmla="*/ 117475 h 319088"/>
              <a:gd name="connsiteX110" fmla="*/ 209916 w 338138"/>
              <a:gd name="connsiteY110" fmla="*/ 96356 h 319088"/>
              <a:gd name="connsiteX111" fmla="*/ 192787 w 338138"/>
              <a:gd name="connsiteY111" fmla="*/ 72597 h 319088"/>
              <a:gd name="connsiteX112" fmla="*/ 187517 w 338138"/>
              <a:gd name="connsiteY112" fmla="*/ 71277 h 319088"/>
              <a:gd name="connsiteX113" fmla="*/ 180928 w 338138"/>
              <a:gd name="connsiteY113" fmla="*/ 71277 h 319088"/>
              <a:gd name="connsiteX114" fmla="*/ 169070 w 338138"/>
              <a:gd name="connsiteY114" fmla="*/ 76557 h 319088"/>
              <a:gd name="connsiteX115" fmla="*/ 157211 w 338138"/>
              <a:gd name="connsiteY115" fmla="*/ 71277 h 319088"/>
              <a:gd name="connsiteX116" fmla="*/ 150623 w 338138"/>
              <a:gd name="connsiteY116" fmla="*/ 71277 h 319088"/>
              <a:gd name="connsiteX117" fmla="*/ 145352 w 338138"/>
              <a:gd name="connsiteY117" fmla="*/ 72597 h 319088"/>
              <a:gd name="connsiteX118" fmla="*/ 128223 w 338138"/>
              <a:gd name="connsiteY118" fmla="*/ 96356 h 319088"/>
              <a:gd name="connsiteX119" fmla="*/ 128223 w 338138"/>
              <a:gd name="connsiteY119" fmla="*/ 117475 h 319088"/>
              <a:gd name="connsiteX120" fmla="*/ 103188 w 338138"/>
              <a:gd name="connsiteY120" fmla="*/ 65997 h 319088"/>
              <a:gd name="connsiteX121" fmla="*/ 169070 w 338138"/>
              <a:gd name="connsiteY121" fmla="*/ 0 h 31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</a:cxnLst>
            <a:rect l="l" t="t" r="r" b="b"/>
            <a:pathLst>
              <a:path w="338138" h="319088">
                <a:moveTo>
                  <a:pt x="255815" y="276225"/>
                </a:moveTo>
                <a:cubicBezTo>
                  <a:pt x="255815" y="276225"/>
                  <a:pt x="255815" y="276225"/>
                  <a:pt x="267653" y="282720"/>
                </a:cubicBezTo>
                <a:cubicBezTo>
                  <a:pt x="270284" y="284018"/>
                  <a:pt x="272915" y="284018"/>
                  <a:pt x="275546" y="282720"/>
                </a:cubicBezTo>
                <a:cubicBezTo>
                  <a:pt x="275546" y="282720"/>
                  <a:pt x="275546" y="282720"/>
                  <a:pt x="287384" y="276225"/>
                </a:cubicBezTo>
                <a:cubicBezTo>
                  <a:pt x="287384" y="276225"/>
                  <a:pt x="287384" y="276225"/>
                  <a:pt x="290015" y="277524"/>
                </a:cubicBezTo>
                <a:cubicBezTo>
                  <a:pt x="292646" y="278823"/>
                  <a:pt x="295276" y="281421"/>
                  <a:pt x="295276" y="284018"/>
                </a:cubicBezTo>
                <a:cubicBezTo>
                  <a:pt x="295276" y="284018"/>
                  <a:pt x="295276" y="284018"/>
                  <a:pt x="295276" y="315191"/>
                </a:cubicBezTo>
                <a:cubicBezTo>
                  <a:pt x="287384" y="317789"/>
                  <a:pt x="279492" y="319088"/>
                  <a:pt x="271600" y="319088"/>
                </a:cubicBezTo>
                <a:cubicBezTo>
                  <a:pt x="263707" y="319088"/>
                  <a:pt x="255815" y="317789"/>
                  <a:pt x="249238" y="315191"/>
                </a:cubicBezTo>
                <a:cubicBezTo>
                  <a:pt x="249238" y="315191"/>
                  <a:pt x="249238" y="315191"/>
                  <a:pt x="249238" y="284018"/>
                </a:cubicBezTo>
                <a:cubicBezTo>
                  <a:pt x="249238" y="281421"/>
                  <a:pt x="250554" y="278823"/>
                  <a:pt x="253184" y="277524"/>
                </a:cubicBezTo>
                <a:cubicBezTo>
                  <a:pt x="253184" y="277524"/>
                  <a:pt x="253184" y="277524"/>
                  <a:pt x="255815" y="276225"/>
                </a:cubicBezTo>
                <a:close/>
                <a:moveTo>
                  <a:pt x="50755" y="276225"/>
                </a:moveTo>
                <a:cubicBezTo>
                  <a:pt x="50755" y="276225"/>
                  <a:pt x="50755" y="276225"/>
                  <a:pt x="62593" y="282720"/>
                </a:cubicBezTo>
                <a:cubicBezTo>
                  <a:pt x="65224" y="284018"/>
                  <a:pt x="67855" y="284018"/>
                  <a:pt x="70486" y="282720"/>
                </a:cubicBezTo>
                <a:cubicBezTo>
                  <a:pt x="70486" y="282720"/>
                  <a:pt x="70486" y="282720"/>
                  <a:pt x="82324" y="276225"/>
                </a:cubicBezTo>
                <a:cubicBezTo>
                  <a:pt x="82324" y="276225"/>
                  <a:pt x="82324" y="276225"/>
                  <a:pt x="84955" y="277524"/>
                </a:cubicBezTo>
                <a:cubicBezTo>
                  <a:pt x="87585" y="278823"/>
                  <a:pt x="88901" y="281421"/>
                  <a:pt x="88901" y="284018"/>
                </a:cubicBezTo>
                <a:cubicBezTo>
                  <a:pt x="88901" y="284018"/>
                  <a:pt x="88901" y="284018"/>
                  <a:pt x="88901" y="315191"/>
                </a:cubicBezTo>
                <a:cubicBezTo>
                  <a:pt x="82324" y="317789"/>
                  <a:pt x="74432" y="319088"/>
                  <a:pt x="66539" y="319088"/>
                </a:cubicBezTo>
                <a:cubicBezTo>
                  <a:pt x="58647" y="319088"/>
                  <a:pt x="50755" y="317789"/>
                  <a:pt x="42863" y="315191"/>
                </a:cubicBezTo>
                <a:cubicBezTo>
                  <a:pt x="42863" y="315191"/>
                  <a:pt x="42863" y="315191"/>
                  <a:pt x="42863" y="284018"/>
                </a:cubicBezTo>
                <a:cubicBezTo>
                  <a:pt x="42863" y="281421"/>
                  <a:pt x="45493" y="278823"/>
                  <a:pt x="48124" y="277524"/>
                </a:cubicBezTo>
                <a:cubicBezTo>
                  <a:pt x="48124" y="277524"/>
                  <a:pt x="48124" y="277524"/>
                  <a:pt x="50755" y="276225"/>
                </a:cubicBezTo>
                <a:close/>
                <a:moveTo>
                  <a:pt x="273050" y="214313"/>
                </a:moveTo>
                <a:cubicBezTo>
                  <a:pt x="278311" y="214313"/>
                  <a:pt x="282575" y="218933"/>
                  <a:pt x="282575" y="224632"/>
                </a:cubicBezTo>
                <a:cubicBezTo>
                  <a:pt x="282575" y="230331"/>
                  <a:pt x="278311" y="234951"/>
                  <a:pt x="273050" y="234951"/>
                </a:cubicBezTo>
                <a:cubicBezTo>
                  <a:pt x="267789" y="234951"/>
                  <a:pt x="263525" y="230331"/>
                  <a:pt x="263525" y="224632"/>
                </a:cubicBezTo>
                <a:cubicBezTo>
                  <a:pt x="263525" y="218933"/>
                  <a:pt x="267789" y="214313"/>
                  <a:pt x="273050" y="214313"/>
                </a:cubicBezTo>
                <a:close/>
                <a:moveTo>
                  <a:pt x="65882" y="214313"/>
                </a:moveTo>
                <a:cubicBezTo>
                  <a:pt x="71581" y="214313"/>
                  <a:pt x="76201" y="218933"/>
                  <a:pt x="76201" y="224632"/>
                </a:cubicBezTo>
                <a:cubicBezTo>
                  <a:pt x="76201" y="230331"/>
                  <a:pt x="71581" y="234951"/>
                  <a:pt x="65882" y="234951"/>
                </a:cubicBezTo>
                <a:cubicBezTo>
                  <a:pt x="60183" y="234951"/>
                  <a:pt x="55563" y="230331"/>
                  <a:pt x="55563" y="224632"/>
                </a:cubicBezTo>
                <a:cubicBezTo>
                  <a:pt x="55563" y="218933"/>
                  <a:pt x="60183" y="214313"/>
                  <a:pt x="65882" y="214313"/>
                </a:cubicBezTo>
                <a:close/>
                <a:moveTo>
                  <a:pt x="272257" y="196850"/>
                </a:moveTo>
                <a:cubicBezTo>
                  <a:pt x="256913" y="196850"/>
                  <a:pt x="244475" y="209288"/>
                  <a:pt x="244475" y="224632"/>
                </a:cubicBezTo>
                <a:cubicBezTo>
                  <a:pt x="244475" y="239976"/>
                  <a:pt x="256913" y="252414"/>
                  <a:pt x="272257" y="252414"/>
                </a:cubicBezTo>
                <a:cubicBezTo>
                  <a:pt x="287601" y="252414"/>
                  <a:pt x="300039" y="239976"/>
                  <a:pt x="300039" y="224632"/>
                </a:cubicBezTo>
                <a:cubicBezTo>
                  <a:pt x="300039" y="209288"/>
                  <a:pt x="287601" y="196850"/>
                  <a:pt x="272257" y="196850"/>
                </a:cubicBezTo>
                <a:close/>
                <a:moveTo>
                  <a:pt x="65882" y="196850"/>
                </a:moveTo>
                <a:cubicBezTo>
                  <a:pt x="50538" y="196850"/>
                  <a:pt x="38100" y="209288"/>
                  <a:pt x="38100" y="224632"/>
                </a:cubicBezTo>
                <a:cubicBezTo>
                  <a:pt x="38100" y="239976"/>
                  <a:pt x="50538" y="252414"/>
                  <a:pt x="65882" y="252414"/>
                </a:cubicBezTo>
                <a:cubicBezTo>
                  <a:pt x="81226" y="252414"/>
                  <a:pt x="93664" y="239976"/>
                  <a:pt x="93664" y="224632"/>
                </a:cubicBezTo>
                <a:cubicBezTo>
                  <a:pt x="93664" y="209288"/>
                  <a:pt x="81226" y="196850"/>
                  <a:pt x="65882" y="196850"/>
                </a:cubicBezTo>
                <a:close/>
                <a:moveTo>
                  <a:pt x="272257" y="187325"/>
                </a:moveTo>
                <a:cubicBezTo>
                  <a:pt x="309150" y="187325"/>
                  <a:pt x="338138" y="217684"/>
                  <a:pt x="338138" y="253322"/>
                </a:cubicBezTo>
                <a:cubicBezTo>
                  <a:pt x="338138" y="274441"/>
                  <a:pt x="328915" y="292921"/>
                  <a:pt x="313103" y="304800"/>
                </a:cubicBezTo>
                <a:cubicBezTo>
                  <a:pt x="313103" y="304800"/>
                  <a:pt x="313103" y="304800"/>
                  <a:pt x="313103" y="283681"/>
                </a:cubicBezTo>
                <a:cubicBezTo>
                  <a:pt x="313103" y="273121"/>
                  <a:pt x="306515" y="263882"/>
                  <a:pt x="295974" y="259922"/>
                </a:cubicBezTo>
                <a:cubicBezTo>
                  <a:pt x="295974" y="259922"/>
                  <a:pt x="290704" y="258602"/>
                  <a:pt x="290704" y="258602"/>
                </a:cubicBezTo>
                <a:cubicBezTo>
                  <a:pt x="288068" y="257282"/>
                  <a:pt x="286751" y="258602"/>
                  <a:pt x="284115" y="258602"/>
                </a:cubicBezTo>
                <a:cubicBezTo>
                  <a:pt x="284115" y="258602"/>
                  <a:pt x="284115" y="258602"/>
                  <a:pt x="272257" y="265202"/>
                </a:cubicBezTo>
                <a:cubicBezTo>
                  <a:pt x="272257" y="265202"/>
                  <a:pt x="272257" y="265202"/>
                  <a:pt x="260398" y="258602"/>
                </a:cubicBezTo>
                <a:cubicBezTo>
                  <a:pt x="259080" y="258602"/>
                  <a:pt x="256445" y="257282"/>
                  <a:pt x="255128" y="258602"/>
                </a:cubicBezTo>
                <a:cubicBezTo>
                  <a:pt x="255128" y="258602"/>
                  <a:pt x="248539" y="259922"/>
                  <a:pt x="248539" y="259922"/>
                </a:cubicBezTo>
                <a:cubicBezTo>
                  <a:pt x="239316" y="263882"/>
                  <a:pt x="232728" y="273121"/>
                  <a:pt x="232728" y="283681"/>
                </a:cubicBezTo>
                <a:cubicBezTo>
                  <a:pt x="232728" y="283681"/>
                  <a:pt x="232728" y="283681"/>
                  <a:pt x="232728" y="304800"/>
                </a:cubicBezTo>
                <a:cubicBezTo>
                  <a:pt x="216916" y="292921"/>
                  <a:pt x="206375" y="274441"/>
                  <a:pt x="206375" y="253322"/>
                </a:cubicBezTo>
                <a:cubicBezTo>
                  <a:pt x="206375" y="217684"/>
                  <a:pt x="236681" y="187325"/>
                  <a:pt x="272257" y="187325"/>
                </a:cubicBezTo>
                <a:close/>
                <a:moveTo>
                  <a:pt x="65881" y="187325"/>
                </a:moveTo>
                <a:cubicBezTo>
                  <a:pt x="101457" y="187325"/>
                  <a:pt x="131763" y="217684"/>
                  <a:pt x="131763" y="253322"/>
                </a:cubicBezTo>
                <a:cubicBezTo>
                  <a:pt x="131763" y="274441"/>
                  <a:pt x="121222" y="292921"/>
                  <a:pt x="105410" y="304800"/>
                </a:cubicBezTo>
                <a:cubicBezTo>
                  <a:pt x="105410" y="304800"/>
                  <a:pt x="105410" y="304800"/>
                  <a:pt x="105410" y="283681"/>
                </a:cubicBezTo>
                <a:cubicBezTo>
                  <a:pt x="105410" y="273121"/>
                  <a:pt x="98822" y="263882"/>
                  <a:pt x="89599" y="259922"/>
                </a:cubicBezTo>
                <a:cubicBezTo>
                  <a:pt x="89599" y="259922"/>
                  <a:pt x="83010" y="258602"/>
                  <a:pt x="83010" y="258602"/>
                </a:cubicBezTo>
                <a:cubicBezTo>
                  <a:pt x="81693" y="257282"/>
                  <a:pt x="79058" y="258602"/>
                  <a:pt x="77740" y="258602"/>
                </a:cubicBezTo>
                <a:cubicBezTo>
                  <a:pt x="77740" y="258602"/>
                  <a:pt x="77740" y="258602"/>
                  <a:pt x="65881" y="265202"/>
                </a:cubicBezTo>
                <a:cubicBezTo>
                  <a:pt x="65881" y="265202"/>
                  <a:pt x="65881" y="265202"/>
                  <a:pt x="54023" y="258602"/>
                </a:cubicBezTo>
                <a:cubicBezTo>
                  <a:pt x="51387" y="258602"/>
                  <a:pt x="50070" y="257282"/>
                  <a:pt x="47434" y="258602"/>
                </a:cubicBezTo>
                <a:cubicBezTo>
                  <a:pt x="47434" y="258602"/>
                  <a:pt x="42164" y="259922"/>
                  <a:pt x="42164" y="259922"/>
                </a:cubicBezTo>
                <a:cubicBezTo>
                  <a:pt x="31623" y="263882"/>
                  <a:pt x="25035" y="273121"/>
                  <a:pt x="25035" y="283681"/>
                </a:cubicBezTo>
                <a:cubicBezTo>
                  <a:pt x="25035" y="283681"/>
                  <a:pt x="25035" y="283681"/>
                  <a:pt x="25035" y="304800"/>
                </a:cubicBezTo>
                <a:cubicBezTo>
                  <a:pt x="9223" y="292921"/>
                  <a:pt x="0" y="274441"/>
                  <a:pt x="0" y="253322"/>
                </a:cubicBezTo>
                <a:cubicBezTo>
                  <a:pt x="0" y="217684"/>
                  <a:pt x="28988" y="187325"/>
                  <a:pt x="65881" y="187325"/>
                </a:cubicBezTo>
                <a:close/>
                <a:moveTo>
                  <a:pt x="159754" y="149225"/>
                </a:moveTo>
                <a:cubicBezTo>
                  <a:pt x="163746" y="149225"/>
                  <a:pt x="166408" y="149225"/>
                  <a:pt x="169069" y="149225"/>
                </a:cubicBezTo>
                <a:cubicBezTo>
                  <a:pt x="171731" y="149225"/>
                  <a:pt x="174392" y="149225"/>
                  <a:pt x="178384" y="149225"/>
                </a:cubicBezTo>
                <a:cubicBezTo>
                  <a:pt x="178384" y="149225"/>
                  <a:pt x="178384" y="149225"/>
                  <a:pt x="178384" y="175331"/>
                </a:cubicBezTo>
                <a:lnTo>
                  <a:pt x="214313" y="193605"/>
                </a:lnTo>
                <a:cubicBezTo>
                  <a:pt x="210321" y="197521"/>
                  <a:pt x="206329" y="202742"/>
                  <a:pt x="202337" y="207963"/>
                </a:cubicBezTo>
                <a:cubicBezTo>
                  <a:pt x="202337" y="207963"/>
                  <a:pt x="202337" y="207963"/>
                  <a:pt x="169069" y="190994"/>
                </a:cubicBezTo>
                <a:cubicBezTo>
                  <a:pt x="169069" y="190994"/>
                  <a:pt x="169069" y="190994"/>
                  <a:pt x="135802" y="207963"/>
                </a:cubicBezTo>
                <a:cubicBezTo>
                  <a:pt x="131809" y="202742"/>
                  <a:pt x="127817" y="197521"/>
                  <a:pt x="123825" y="193605"/>
                </a:cubicBezTo>
                <a:cubicBezTo>
                  <a:pt x="123825" y="193605"/>
                  <a:pt x="123825" y="193605"/>
                  <a:pt x="159754" y="175331"/>
                </a:cubicBezTo>
                <a:cubicBezTo>
                  <a:pt x="159754" y="175331"/>
                  <a:pt x="159754" y="175331"/>
                  <a:pt x="159754" y="149225"/>
                </a:cubicBezTo>
                <a:close/>
                <a:moveTo>
                  <a:pt x="154175" y="88900"/>
                </a:moveTo>
                <a:cubicBezTo>
                  <a:pt x="154175" y="88900"/>
                  <a:pt x="154175" y="88900"/>
                  <a:pt x="165941" y="95394"/>
                </a:cubicBezTo>
                <a:cubicBezTo>
                  <a:pt x="168556" y="95394"/>
                  <a:pt x="171171" y="95394"/>
                  <a:pt x="173785" y="95394"/>
                </a:cubicBezTo>
                <a:cubicBezTo>
                  <a:pt x="173785" y="95394"/>
                  <a:pt x="173785" y="95394"/>
                  <a:pt x="185551" y="88900"/>
                </a:cubicBezTo>
                <a:lnTo>
                  <a:pt x="188166" y="90199"/>
                </a:lnTo>
                <a:cubicBezTo>
                  <a:pt x="190781" y="90199"/>
                  <a:pt x="192088" y="92797"/>
                  <a:pt x="192088" y="96693"/>
                </a:cubicBezTo>
                <a:cubicBezTo>
                  <a:pt x="192088" y="96693"/>
                  <a:pt x="192088" y="96693"/>
                  <a:pt x="192088" y="126567"/>
                </a:cubicBezTo>
                <a:cubicBezTo>
                  <a:pt x="185551" y="129165"/>
                  <a:pt x="177707" y="131763"/>
                  <a:pt x="169863" y="131763"/>
                </a:cubicBezTo>
                <a:cubicBezTo>
                  <a:pt x="162019" y="131763"/>
                  <a:pt x="154175" y="129165"/>
                  <a:pt x="147638" y="126567"/>
                </a:cubicBezTo>
                <a:cubicBezTo>
                  <a:pt x="147638" y="126567"/>
                  <a:pt x="147638" y="126567"/>
                  <a:pt x="147638" y="96693"/>
                </a:cubicBezTo>
                <a:cubicBezTo>
                  <a:pt x="147638" y="92797"/>
                  <a:pt x="148946" y="90199"/>
                  <a:pt x="151560" y="90199"/>
                </a:cubicBezTo>
                <a:cubicBezTo>
                  <a:pt x="151560" y="90199"/>
                  <a:pt x="151560" y="90199"/>
                  <a:pt x="154175" y="88900"/>
                </a:cubicBezTo>
                <a:close/>
                <a:moveTo>
                  <a:pt x="169069" y="26988"/>
                </a:moveTo>
                <a:cubicBezTo>
                  <a:pt x="174768" y="26988"/>
                  <a:pt x="179388" y="31252"/>
                  <a:pt x="179388" y="36513"/>
                </a:cubicBezTo>
                <a:cubicBezTo>
                  <a:pt x="179388" y="41774"/>
                  <a:pt x="174768" y="46038"/>
                  <a:pt x="169069" y="46038"/>
                </a:cubicBezTo>
                <a:cubicBezTo>
                  <a:pt x="163370" y="46038"/>
                  <a:pt x="158750" y="41774"/>
                  <a:pt x="158750" y="36513"/>
                </a:cubicBezTo>
                <a:cubicBezTo>
                  <a:pt x="158750" y="31252"/>
                  <a:pt x="163370" y="26988"/>
                  <a:pt x="169069" y="26988"/>
                </a:cubicBezTo>
                <a:close/>
                <a:moveTo>
                  <a:pt x="169070" y="9525"/>
                </a:moveTo>
                <a:cubicBezTo>
                  <a:pt x="153726" y="9525"/>
                  <a:pt x="141288" y="21963"/>
                  <a:pt x="141288" y="37307"/>
                </a:cubicBezTo>
                <a:cubicBezTo>
                  <a:pt x="141288" y="52651"/>
                  <a:pt x="153726" y="65089"/>
                  <a:pt x="169070" y="65089"/>
                </a:cubicBezTo>
                <a:cubicBezTo>
                  <a:pt x="184414" y="65089"/>
                  <a:pt x="196852" y="52651"/>
                  <a:pt x="196852" y="37307"/>
                </a:cubicBezTo>
                <a:cubicBezTo>
                  <a:pt x="196852" y="21963"/>
                  <a:pt x="184414" y="9525"/>
                  <a:pt x="169070" y="9525"/>
                </a:cubicBezTo>
                <a:close/>
                <a:moveTo>
                  <a:pt x="169070" y="0"/>
                </a:moveTo>
                <a:cubicBezTo>
                  <a:pt x="204646" y="0"/>
                  <a:pt x="234951" y="29039"/>
                  <a:pt x="234951" y="65997"/>
                </a:cubicBezTo>
                <a:cubicBezTo>
                  <a:pt x="234951" y="87116"/>
                  <a:pt x="224410" y="105595"/>
                  <a:pt x="209916" y="117475"/>
                </a:cubicBezTo>
                <a:cubicBezTo>
                  <a:pt x="209916" y="117475"/>
                  <a:pt x="209916" y="117475"/>
                  <a:pt x="209916" y="96356"/>
                </a:cubicBezTo>
                <a:cubicBezTo>
                  <a:pt x="209916" y="85796"/>
                  <a:pt x="203328" y="75237"/>
                  <a:pt x="192787" y="72597"/>
                </a:cubicBezTo>
                <a:cubicBezTo>
                  <a:pt x="192787" y="72597"/>
                  <a:pt x="187517" y="71277"/>
                  <a:pt x="187517" y="71277"/>
                </a:cubicBezTo>
                <a:cubicBezTo>
                  <a:pt x="184881" y="69957"/>
                  <a:pt x="182246" y="69957"/>
                  <a:pt x="180928" y="71277"/>
                </a:cubicBezTo>
                <a:cubicBezTo>
                  <a:pt x="180928" y="71277"/>
                  <a:pt x="180928" y="71277"/>
                  <a:pt x="169070" y="76557"/>
                </a:cubicBezTo>
                <a:cubicBezTo>
                  <a:pt x="169070" y="76557"/>
                  <a:pt x="169070" y="76557"/>
                  <a:pt x="157211" y="71277"/>
                </a:cubicBezTo>
                <a:cubicBezTo>
                  <a:pt x="155893" y="69957"/>
                  <a:pt x="153258" y="69957"/>
                  <a:pt x="150623" y="71277"/>
                </a:cubicBezTo>
                <a:cubicBezTo>
                  <a:pt x="150623" y="71277"/>
                  <a:pt x="145352" y="72597"/>
                  <a:pt x="145352" y="72597"/>
                </a:cubicBezTo>
                <a:cubicBezTo>
                  <a:pt x="134811" y="75237"/>
                  <a:pt x="128223" y="85796"/>
                  <a:pt x="128223" y="96356"/>
                </a:cubicBezTo>
                <a:cubicBezTo>
                  <a:pt x="128223" y="96356"/>
                  <a:pt x="128223" y="96356"/>
                  <a:pt x="128223" y="117475"/>
                </a:cubicBezTo>
                <a:cubicBezTo>
                  <a:pt x="113729" y="105595"/>
                  <a:pt x="103188" y="87116"/>
                  <a:pt x="103188" y="65997"/>
                </a:cubicBezTo>
                <a:cubicBezTo>
                  <a:pt x="103188" y="29039"/>
                  <a:pt x="133494" y="0"/>
                  <a:pt x="1690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E7489-9772-7E1E-672B-A2B06206F63D}"/>
              </a:ext>
            </a:extLst>
          </p:cNvPr>
          <p:cNvSpPr/>
          <p:nvPr/>
        </p:nvSpPr>
        <p:spPr>
          <a:xfrm>
            <a:off x="4528799" y="4528472"/>
            <a:ext cx="3134403" cy="830997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98DB17E-2CEB-D1BF-44B7-1466EE160CA0}"/>
              </a:ext>
            </a:extLst>
          </p:cNvPr>
          <p:cNvSpPr/>
          <p:nvPr/>
        </p:nvSpPr>
        <p:spPr>
          <a:xfrm>
            <a:off x="9343237" y="3591531"/>
            <a:ext cx="762000" cy="76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5" name="椭圆 43">
            <a:extLst>
              <a:ext uri="{FF2B5EF4-FFF2-40B4-BE49-F238E27FC236}">
                <a16:creationId xmlns:a16="http://schemas.microsoft.com/office/drawing/2014/main" id="{21D28C1C-0951-8A15-5A89-DD8E4C6CBADE}"/>
              </a:ext>
            </a:extLst>
          </p:cNvPr>
          <p:cNvSpPr/>
          <p:nvPr/>
        </p:nvSpPr>
        <p:spPr>
          <a:xfrm>
            <a:off x="9499607" y="3747902"/>
            <a:ext cx="449260" cy="449258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6134BE-61F1-EA01-42B9-7C9BA11F5FED}"/>
              </a:ext>
            </a:extLst>
          </p:cNvPr>
          <p:cNvSpPr/>
          <p:nvPr/>
        </p:nvSpPr>
        <p:spPr>
          <a:xfrm>
            <a:off x="8155512" y="4528471"/>
            <a:ext cx="3134403" cy="15696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一张好的新闻照片要求信息丰富、主题突出。所反映的内容和事件，在时效性、重要性、冲击力等方面有突出表现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  <p:cond evt="onBegin" delay="0">
                          <p:tn val="15"/>
                        </p:cond>
                      </p:stCondLst>
                      <p:childTnLst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  <p:cond evt="onBegin" delay="0">
                          <p:tn val="29"/>
                        </p:cond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  <p:cond evt="onBegin" delay="0">
                          <p:tn val="43"/>
                        </p:cond>
                      </p:stCondLst>
                      <p:childTnLst>
                        <p:par>
                          <p:cTn id="4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0" grpId="0" animBg="1"/>
      <p:bldP spid="11" grpId="0" animBg="1"/>
      <p:bldP spid="12" grpId="0"/>
      <p:bldP spid="14" grpId="0" animBg="1"/>
      <p:bldP spid="15" grpId="0" animBg="1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D8CCC1A-1C6B-BE92-D829-C68E39CF1BC8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</a:t>
            </a: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三</a:t>
            </a: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要素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4FBB42-133E-416C-1528-565FA0A1932C}"/>
              </a:ext>
            </a:extLst>
          </p:cNvPr>
          <p:cNvPicPr>
            <a:picLocks noChangeAspect="1"/>
          </p:cNvPicPr>
          <p:nvPr/>
        </p:nvPicPr>
        <p:blipFill>
          <a:blip r:embed="R0e79df67ac98448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4397" y="1863949"/>
            <a:ext cx="3167121" cy="2111414"/>
          </a:xfrm>
          <a:prstGeom prst="rect">
            <a:avLst/>
          </a:prstGeom>
          <a:effectLst/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9DFB39-2118-229C-93D7-987BEC0EB096}"/>
              </a:ext>
            </a:extLst>
          </p:cNvPr>
          <p:cNvPicPr>
            <a:picLocks noChangeAspect="1"/>
          </p:cNvPicPr>
          <p:nvPr/>
        </p:nvPicPr>
        <p:blipFill>
          <a:blip r:embed="R47374b9d6958413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2206" y="1862325"/>
            <a:ext cx="3168551" cy="2114664"/>
          </a:xfrm>
          <a:prstGeom prst="rect">
            <a:avLst/>
          </a:prstGeom>
          <a:effectLst/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741CE35-220B-FE3E-E0AB-795A3E81B18C}"/>
              </a:ext>
            </a:extLst>
          </p:cNvPr>
          <p:cNvSpPr/>
          <p:nvPr/>
        </p:nvSpPr>
        <p:spPr>
          <a:xfrm>
            <a:off x="4492977" y="1556239"/>
            <a:ext cx="3210923" cy="35063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9238696-B6C8-22E2-0591-21B2BB5FC0C6}"/>
              </a:ext>
            </a:extLst>
          </p:cNvPr>
          <p:cNvGrpSpPr/>
          <p:nvPr/>
        </p:nvGrpSpPr>
        <p:grpSpPr>
          <a:xfrm>
            <a:off x="745306" y="4417531"/>
            <a:ext cx="2986537" cy="1299727"/>
            <a:chOff x="906731" y="4090505"/>
            <a:chExt cx="2986537" cy="1299727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A1B14B2-3EBF-05E0-7F4E-C5936FDB1A71}"/>
                </a:ext>
              </a:extLst>
            </p:cNvPr>
            <p:cNvSpPr txBox="1"/>
            <p:nvPr/>
          </p:nvSpPr>
          <p:spPr>
            <a:xfrm>
              <a:off x="906731" y="4457669"/>
              <a:ext cx="2986537" cy="9325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+mn-lt"/>
                </a:rPr>
                <a:t>反映现实生活中发生的真人真事人或事。按照发生事件的地点、人物进行现场拍摄，不捏造事实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74468F01-1B0F-C252-F426-BB0AC129BAC4}"/>
                </a:ext>
              </a:extLst>
            </p:cNvPr>
            <p:cNvSpPr txBox="1"/>
            <p:nvPr/>
          </p:nvSpPr>
          <p:spPr>
            <a:xfrm>
              <a:off x="1008235" y="4090505"/>
              <a:ext cx="1417465" cy="387798"/>
            </a:xfrm>
            <a:prstGeom prst="homePlate">
              <a:avLst/>
            </a:prstGeom>
            <a:solidFill>
              <a:schemeClr val="accent2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真实性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5ABD6C0F-FE7F-1B3F-93AC-23B13C1DAAA8}"/>
              </a:ext>
            </a:extLst>
          </p:cNvPr>
          <p:cNvGrpSpPr/>
          <p:nvPr/>
        </p:nvGrpSpPr>
        <p:grpSpPr>
          <a:xfrm>
            <a:off x="8174397" y="4417531"/>
            <a:ext cx="3262371" cy="1579804"/>
            <a:chOff x="374131" y="4090505"/>
            <a:chExt cx="3262371" cy="1579804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545C847-E733-F6E9-0958-301D331BE380}"/>
                </a:ext>
              </a:extLst>
            </p:cNvPr>
            <p:cNvSpPr txBox="1"/>
            <p:nvPr/>
          </p:nvSpPr>
          <p:spPr>
            <a:xfrm>
              <a:off x="374131" y="4457669"/>
              <a:ext cx="3262371" cy="12126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r">
                <a:lnSpc>
                  <a:spcPct val="130000"/>
                </a:lnSpc>
                <a:spcBef>
                  <a:spcPct val="0"/>
                </a:spcBef>
                <a:buNone/>
              </a:pP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+mn-lt"/>
                </a:rPr>
                <a:t>要求及时、准确、快速，“正在发生和发展、变化的事实的瞬间形象” 。要通过拍摄位置和时机的把握，把最具典型意义的瞬间记录下来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49F49AE-850F-775D-D817-9CE734B997D2}"/>
                </a:ext>
              </a:extLst>
            </p:cNvPr>
            <p:cNvSpPr txBox="1"/>
            <p:nvPr/>
          </p:nvSpPr>
          <p:spPr>
            <a:xfrm flipH="1">
              <a:off x="2123787" y="4090505"/>
              <a:ext cx="1417465" cy="387798"/>
            </a:xfrm>
            <a:prstGeom prst="homePlate">
              <a:avLst/>
            </a:prstGeom>
            <a:solidFill>
              <a:schemeClr val="accent2"/>
            </a:solidFill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6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时效性</a:t>
              </a:r>
              <a:endParaRPr lang="en-US" altLang="zh-CN" sz="16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690425B6-508C-416D-77E6-29DD543D88A8}"/>
              </a:ext>
            </a:extLst>
          </p:cNvPr>
          <p:cNvSpPr/>
          <p:nvPr/>
        </p:nvSpPr>
        <p:spPr>
          <a:xfrm>
            <a:off x="4705627" y="1768021"/>
            <a:ext cx="2785625" cy="2457904"/>
          </a:xfrm>
          <a:prstGeom prst="rect">
            <a:avLst/>
          </a:prstGeom>
          <a:blipFill dpi="0" rotWithShape="1">
            <a:blip r:embed="R7c13e447e5d1499c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D0C06A13-EA60-007B-242D-D9660516FB47}"/>
              </a:ext>
            </a:extLst>
          </p:cNvPr>
          <p:cNvSpPr/>
          <p:nvPr/>
        </p:nvSpPr>
        <p:spPr>
          <a:xfrm>
            <a:off x="4715151" y="4472909"/>
            <a:ext cx="2761699" cy="336823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新鲜性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C0D96E4-6871-7292-1CD0-9D0350A3BC34}"/>
              </a:ext>
            </a:extLst>
          </p:cNvPr>
          <p:cNvSpPr txBox="1"/>
          <p:nvPr/>
        </p:nvSpPr>
        <p:spPr>
          <a:xfrm>
            <a:off x="4778741" y="5176564"/>
            <a:ext cx="2634521" cy="65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accent1"/>
              </a:buClr>
            </a:pPr>
            <a:r>
              <a:rPr lang="zh-CN" altLang="en-US" sz="14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现实生活中的新现象，新颖性、趣味性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2.08333E-07 2.96296E-06 L -2.08333E-07 -0.08658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DF6422E-DFEF-0F42-38C7-7621EF5B2B56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6D32482-A94C-FBF4-3D33-34A11FB1F4C4}"/>
                </a:ext>
              </a:extLst>
            </p:cNvPr>
            <p:cNvPicPr>
              <a:picLocks noChangeAspect="1"/>
            </p:cNvPicPr>
            <p:nvPr/>
          </p:nvPicPr>
          <p:blipFill>
            <a:blip r:embed="Re50dc49b73c84c21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97D375C-0630-2A6E-636B-9B057BEEEEA5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C20263BC-2F89-9E04-7A08-FEBE67CF3F4E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14" name="图片 13">
                <a:extLst>
                  <a:ext uri="{FF2B5EF4-FFF2-40B4-BE49-F238E27FC236}">
                    <a16:creationId xmlns:a16="http://schemas.microsoft.com/office/drawing/2014/main" id="{B100C712-02C7-99FC-808C-F94A2FD97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aa86ed24992940c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686660F4-4E3C-375E-2A8A-EB0E27128B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540fbea4aa74db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2CD5180D-D1C6-A0D2-1B4D-EF270F77CA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8583023a051424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993F1F-7BD6-210D-610C-042D898647A0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B10D2323-F2F1-CCFD-57E8-854B0BFC8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a98b323b5085462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6B365078-DCDC-90C2-A20E-A2CE26089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a3a5b2d75014ad7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4BFAF03-5F79-2832-5294-5F4ACC542620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C8E1FB2-D9AB-52CF-A1B9-2387BA77EC60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A4F35FE-A4D9-2C61-C982-3B1B545170EA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7" name="标题 1">
            <a:extLst>
              <a:ext uri="{FF2B5EF4-FFF2-40B4-BE49-F238E27FC236}">
                <a16:creationId xmlns:a16="http://schemas.microsoft.com/office/drawing/2014/main" id="{494935D2-F25E-F45D-5D49-0D3DD92CE626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7E06EF0-44C1-1493-4EAC-9DF2C3D0A21A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6623204B-BBF3-A4F1-9103-0C519C34E487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8AE6224B-1C3C-2BBA-7AFC-35442A445F71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BDF15A-C75C-4801-9B4E-EA46A3374AEF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BD94999E-1149-0150-BD2A-1E6F32CBFE92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A85442E-2938-B0B8-8906-EAFFD6C2EB23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D9FAE9-048C-C21D-87C2-2ECBAC452A69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2331840D-5616-EFEC-13D8-25B8D1EAD02A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CE9481D-D134-D09A-0B98-54202DAFB707}"/>
              </a:ext>
            </a:extLst>
          </p:cNvPr>
          <p:cNvSpPr txBox="1"/>
          <p:nvPr/>
        </p:nvSpPr>
        <p:spPr>
          <a:xfrm>
            <a:off x="542383" y="2656452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3272FFE6-B007-D099-A4C9-CFFEBE2CE44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41853" y="4011774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BE6ABEE-8654-8630-229E-65B6E6AD032D}"/>
              </a:ext>
            </a:extLst>
          </p:cNvPr>
          <p:cNvSpPr txBox="1"/>
          <p:nvPr/>
        </p:nvSpPr>
        <p:spPr>
          <a:xfrm>
            <a:off x="649362" y="1685544"/>
            <a:ext cx="27546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>
                    <a:alpha val="38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PART 03</a:t>
            </a:r>
            <a:endParaRPr lang="zh-CN" altLang="en-US" sz="4800" spc="0" baseline="0">
              <a:solidFill>
                <a:schemeClr val="accent1">
                  <a:alpha val="38000"/>
                </a:schemeClr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FEA1718-848F-8488-1399-52F01C478E2E}"/>
              </a:ext>
            </a:extLst>
          </p:cNvPr>
          <p:cNvGrpSpPr/>
          <p:nvPr/>
        </p:nvGrpSpPr>
        <p:grpSpPr>
          <a:xfrm>
            <a:off x="4605352" y="4860471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B42F927E-34C4-D83E-4B6E-31B85FFAACD9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83B1CFF9-79E0-9628-C65F-AF187854583F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992CF815-B030-89F4-2AC9-5097126B415B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9CA67CE-5036-27CB-635E-0061D1EE0958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6CD3C528-FC13-B7C9-DBCB-408303BB6419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FFC5FCF5-3B18-F448-131B-2646B3FE651E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CB303FEB-5BBE-631C-B337-6ECA2F4D9985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FB7CD55-3BBB-3608-DFB3-A10D6F009E97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182CD97A-01B2-5BCA-F039-E3A69EF53AE8}"/>
              </a:ext>
            </a:extLst>
          </p:cNvPr>
          <p:cNvGrpSpPr/>
          <p:nvPr/>
        </p:nvGrpSpPr>
        <p:grpSpPr>
          <a:xfrm>
            <a:off x="5666933" y="1636482"/>
            <a:ext cx="1449180" cy="62774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4ADBC754-D087-0370-1854-2F629F55E197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37A8D5EE-D3AD-E2E6-F6FB-67FDACA87687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ED68D618-731B-691F-4E49-B9401E212501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95F6CEE-9E88-C33E-D601-5CFEB35CE83E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FDCA2B5-B00B-3DEA-4701-A6FE6D6483CB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90B1D51-3EEA-121F-B5E1-FBBA54014345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84C2A064-3336-4D0A-4A02-CEA85660D962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AC58D7C4-9E3F-47F5-90C5-4AB40D69572B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7" name="图片 46">
            <a:extLst>
              <a:ext uri="{FF2B5EF4-FFF2-40B4-BE49-F238E27FC236}">
                <a16:creationId xmlns:a16="http://schemas.microsoft.com/office/drawing/2014/main" id="{8547CACD-5E08-CFB1-DBC6-3D0AB6278166}"/>
              </a:ext>
            </a:extLst>
          </p:cNvPr>
          <p:cNvPicPr>
            <a:picLocks noChangeAspect="1"/>
          </p:cNvPicPr>
          <p:nvPr/>
        </p:nvPicPr>
        <p:blipFill>
          <a:blip r:embed="Rc28e1acd4bcc4e2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48" name="组合 47">
            <a:extLst>
              <a:ext uri="{FF2B5EF4-FFF2-40B4-BE49-F238E27FC236}">
                <a16:creationId xmlns:a16="http://schemas.microsoft.com/office/drawing/2014/main" id="{99E34923-7E2A-A46B-716F-076F8306053B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199A1A08-2ED3-4B02-D1A6-85634A6DC7DF}"/>
                </a:ext>
              </a:extLst>
            </p:cNvPr>
            <p:cNvPicPr>
              <a:picLocks noChangeAspect="1"/>
            </p:cNvPicPr>
            <p:nvPr/>
          </p:nvPicPr>
          <p:blipFill>
            <a:blip r:embed="R81e81d5214104600">
              <a:extLst>
                <a:ext uri="{BEBA8EAE-BF5A-486C-A8C5-ECC9F3942E4B}">
                  <a14:imgProps xmlns:a14="http://schemas.microsoft.com/office/drawing/2010/main">
                    <a14:imgLayer r:embed="Re6a7bae8d0094bc0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B8692EF1-BF95-88BB-6F7C-2B0811896947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1512302C-EE18-F608-C88D-CC0D109DBDAF}"/>
              </a:ext>
            </a:extLst>
          </p:cNvPr>
          <p:cNvSpPr txBox="1"/>
          <p:nvPr/>
        </p:nvSpPr>
        <p:spPr>
          <a:xfrm>
            <a:off x="641852" y="2025634"/>
            <a:ext cx="5340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105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第三部分</a:t>
            </a:r>
            <a:endParaRPr lang="zh-CN" altLang="en-US" sz="3200" spc="1050" baseline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5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4969DE4-68D8-EDEB-9229-39AC25FEE218}"/>
              </a:ext>
            </a:extLst>
          </p:cNvPr>
          <p:cNvPicPr>
            <a:picLocks noChangeAspect="1"/>
          </p:cNvPicPr>
          <p:nvPr/>
        </p:nvPicPr>
        <p:blipFill>
          <a:blip r:embed="R5b0de63765b140a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50881" y="1930401"/>
            <a:ext cx="5534811" cy="369388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7255DE24-BE1C-2280-4077-C9F72FE0DF0E}"/>
              </a:ext>
            </a:extLst>
          </p:cNvPr>
          <p:cNvSpPr/>
          <p:nvPr/>
        </p:nvSpPr>
        <p:spPr>
          <a:xfrm>
            <a:off x="827314" y="1698172"/>
            <a:ext cx="3800703" cy="203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18481" y="1444265"/>
            <a:ext cx="609600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会议类（会议、培训、仪式等）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30ED0-B5D0-D143-5DAF-66A738DAABB0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0736F25-E5E6-1D37-81E3-5B636A83B091}"/>
              </a:ext>
            </a:extLst>
          </p:cNvPr>
          <p:cNvSpPr/>
          <p:nvPr/>
        </p:nvSpPr>
        <p:spPr>
          <a:xfrm>
            <a:off x="870858" y="2191659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重点拍摄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7C3AAC-61B5-522B-F232-882AE7FF79DE}"/>
              </a:ext>
            </a:extLst>
          </p:cNvPr>
          <p:cNvSpPr txBox="1"/>
          <p:nvPr/>
        </p:nvSpPr>
        <p:spPr>
          <a:xfrm>
            <a:off x="787854" y="2717982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会场全景中景、领导特写、代表发言、分组讨论、颁奖仪式、签约、投票选举等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0EC1B5-A695-2C17-EEA3-CE9E8D11D7E5}"/>
              </a:ext>
            </a:extLst>
          </p:cNvPr>
          <p:cNvSpPr/>
          <p:nvPr/>
        </p:nvSpPr>
        <p:spPr>
          <a:xfrm>
            <a:off x="870858" y="3672116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注意点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D0862D1-C88F-224C-8581-FA7B780C5B8F}"/>
              </a:ext>
            </a:extLst>
          </p:cNvPr>
          <p:cNvSpPr txBox="1"/>
          <p:nvPr/>
        </p:nvSpPr>
        <p:spPr>
          <a:xfrm>
            <a:off x="787854" y="4198439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提前拿到会议流程，熟悉会场情况。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主要领导要拍得正面、高大。主要领导居于照片正中或领导脸部有</a:t>
            </a: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2/3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以上是正面。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注意背景或前景的杂物。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5" grpId="0" animBg="1"/>
      <p:bldP spid="6" grpId="0"/>
      <p:bldP spid="7" grpId="0" animBg="1"/>
      <p:bldP spid="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F3E032-685D-0FD8-6C35-2C3F97C32438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317917-FAF0-C31C-D7F2-A880CAE7A702}"/>
              </a:ext>
            </a:extLst>
          </p:cNvPr>
          <p:cNvPicPr>
            <a:picLocks noChangeAspect="1"/>
          </p:cNvPicPr>
          <p:nvPr/>
        </p:nvPicPr>
        <p:blipFill>
          <a:blip r:embed="Re17588893925468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7575" y="2164443"/>
            <a:ext cx="4882379" cy="325845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CB0F2FB-9EBB-6446-C627-D3784C676F5B}"/>
              </a:ext>
            </a:extLst>
          </p:cNvPr>
          <p:cNvSpPr/>
          <p:nvPr/>
        </p:nvSpPr>
        <p:spPr>
          <a:xfrm>
            <a:off x="6618513" y="1812472"/>
            <a:ext cx="2639787" cy="203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E43DFF-70CE-1837-085B-3942A6D44F03}"/>
              </a:ext>
            </a:extLst>
          </p:cNvPr>
          <p:cNvSpPr txBox="1"/>
          <p:nvPr/>
        </p:nvSpPr>
        <p:spPr>
          <a:xfrm>
            <a:off x="6709681" y="1558565"/>
            <a:ext cx="609600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领导现场走访调研类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A6BD28-979D-D372-C31A-0C2C37F21EA7}"/>
              </a:ext>
            </a:extLst>
          </p:cNvPr>
          <p:cNvSpPr/>
          <p:nvPr/>
        </p:nvSpPr>
        <p:spPr>
          <a:xfrm>
            <a:off x="6662058" y="2305959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重点拍摄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8A683D7-9AE6-90FD-714F-129F4980A338}"/>
              </a:ext>
            </a:extLst>
          </p:cNvPr>
          <p:cNvSpPr txBox="1"/>
          <p:nvPr/>
        </p:nvSpPr>
        <p:spPr>
          <a:xfrm>
            <a:off x="6579054" y="2832282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现场视察、调研、交流、座谈等</a:t>
            </a:r>
            <a:endParaRPr lang="en-US" altLang="zh-CN" sz="18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E6A1B65-A25F-86C8-262E-E0A5A42D7E7C}"/>
              </a:ext>
            </a:extLst>
          </p:cNvPr>
          <p:cNvSpPr/>
          <p:nvPr/>
        </p:nvSpPr>
        <p:spPr>
          <a:xfrm>
            <a:off x="6662058" y="3336473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注意点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FDA15AB-79A4-5F0D-732F-70CC2E9C9AB1}"/>
              </a:ext>
            </a:extLst>
          </p:cNvPr>
          <p:cNvSpPr txBox="1"/>
          <p:nvPr/>
        </p:nvSpPr>
        <p:spPr>
          <a:xfrm>
            <a:off x="6579055" y="3862796"/>
            <a:ext cx="4553404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熟悉领导调研线路，提前踩点，对相机光圈、快门等进行测试预设。</a:t>
            </a: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</a:t>
            </a: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主要领导要放在正中位置，主要陪同领导要在照片中出现。</a:t>
            </a:r>
          </a:p>
          <a:p>
            <a:pPr marL="342900" indent="-342900" algn="just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注意背景画面。找好位多抓拍。 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981A0C1-2A1F-6792-9B76-B2F8FE6BEACB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DA8A82-C58A-D62D-6D16-A5517E880075}"/>
              </a:ext>
            </a:extLst>
          </p:cNvPr>
          <p:cNvPicPr>
            <a:picLocks noChangeAspect="1"/>
          </p:cNvPicPr>
          <p:nvPr/>
        </p:nvPicPr>
        <p:blipFill>
          <a:blip r:embed="R295b562b22484d7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07725" y="1885994"/>
            <a:ext cx="4882379" cy="325655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7403D89-44B1-709E-7F6A-1D3B8BDDD57E}"/>
              </a:ext>
            </a:extLst>
          </p:cNvPr>
          <p:cNvSpPr/>
          <p:nvPr/>
        </p:nvSpPr>
        <p:spPr>
          <a:xfrm>
            <a:off x="1218474" y="1952172"/>
            <a:ext cx="1687287" cy="203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686374-922F-40B0-2647-9EE105B5F953}"/>
              </a:ext>
            </a:extLst>
          </p:cNvPr>
          <p:cNvSpPr txBox="1"/>
          <p:nvPr/>
        </p:nvSpPr>
        <p:spPr>
          <a:xfrm>
            <a:off x="1309641" y="1698264"/>
            <a:ext cx="609600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文体活动类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D18162-C2A3-4248-C59F-C0BBACF07156}"/>
              </a:ext>
            </a:extLst>
          </p:cNvPr>
          <p:cNvSpPr/>
          <p:nvPr/>
        </p:nvSpPr>
        <p:spPr>
          <a:xfrm>
            <a:off x="1201058" y="2445659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重点拍摄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3008086-F41D-06F6-FD79-F6FB5CCE13CB}"/>
              </a:ext>
            </a:extLst>
          </p:cNvPr>
          <p:cNvSpPr txBox="1"/>
          <p:nvPr/>
        </p:nvSpPr>
        <p:spPr>
          <a:xfrm>
            <a:off x="1118054" y="2971982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全景、领导讲话、特写、花絮等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1BE4ADE-E29D-2B1C-BDD7-F510EC6C89CA}"/>
              </a:ext>
            </a:extLst>
          </p:cNvPr>
          <p:cNvSpPr/>
          <p:nvPr/>
        </p:nvSpPr>
        <p:spPr>
          <a:xfrm>
            <a:off x="1201058" y="3552372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注意点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EF19CB0-9397-51F2-8807-9BCF8E1A0ACE}"/>
              </a:ext>
            </a:extLst>
          </p:cNvPr>
          <p:cNvSpPr txBox="1"/>
          <p:nvPr/>
        </p:nvSpPr>
        <p:spPr>
          <a:xfrm>
            <a:off x="1118055" y="4116796"/>
            <a:ext cx="4553404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全景场面要大气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抓住人物表情，精彩动作，体现动感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画面新闻要素尽量全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3504D3-CE3C-F8BB-757C-94C8330C7752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新闻摄影题材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EC1004-AECD-5C38-D0EC-5CFC2A081E4B}"/>
              </a:ext>
            </a:extLst>
          </p:cNvPr>
          <p:cNvPicPr>
            <a:picLocks noChangeAspect="1"/>
          </p:cNvPicPr>
          <p:nvPr/>
        </p:nvPicPr>
        <p:blipFill>
          <a:blip r:embed="Rd3a7b31e05a0479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051" y="2133643"/>
            <a:ext cx="4879528" cy="325655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7FAEB0E-4A99-3AD2-41C1-322322787416}"/>
              </a:ext>
            </a:extLst>
          </p:cNvPr>
          <p:cNvSpPr/>
          <p:nvPr/>
        </p:nvSpPr>
        <p:spPr>
          <a:xfrm>
            <a:off x="7066825" y="2161722"/>
            <a:ext cx="1687287" cy="203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EA9740-F4C8-7F5D-641C-3EEB3FF21421}"/>
              </a:ext>
            </a:extLst>
          </p:cNvPr>
          <p:cNvSpPr txBox="1"/>
          <p:nvPr/>
        </p:nvSpPr>
        <p:spPr>
          <a:xfrm>
            <a:off x="7157991" y="1907815"/>
            <a:ext cx="609600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走访客户类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8D28DA6-DE9C-A17C-9F14-55BD1170FFA1}"/>
              </a:ext>
            </a:extLst>
          </p:cNvPr>
          <p:cNvSpPr/>
          <p:nvPr/>
        </p:nvSpPr>
        <p:spPr>
          <a:xfrm>
            <a:off x="7049407" y="2655209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重点拍摄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A1E3DC4-03B1-6988-5765-60285D84F3D4}"/>
              </a:ext>
            </a:extLst>
          </p:cNvPr>
          <p:cNvSpPr txBox="1"/>
          <p:nvPr/>
        </p:nvSpPr>
        <p:spPr>
          <a:xfrm>
            <a:off x="6966404" y="3181532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工作人员与客户交流场景 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21AF993-B8CE-2281-642E-30F340C08499}"/>
              </a:ext>
            </a:extLst>
          </p:cNvPr>
          <p:cNvSpPr/>
          <p:nvPr/>
        </p:nvSpPr>
        <p:spPr>
          <a:xfrm>
            <a:off x="7049407" y="3761922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注意点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92F27A-4E36-3C86-D268-608735B47CB6}"/>
              </a:ext>
            </a:extLst>
          </p:cNvPr>
          <p:cNvSpPr txBox="1"/>
          <p:nvPr/>
        </p:nvSpPr>
        <p:spPr>
          <a:xfrm>
            <a:off x="6966405" y="4326346"/>
            <a:ext cx="4553404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体现“现场感”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抓拍表情要自然，避免人为做作</a:t>
            </a:r>
          </a:p>
          <a:p>
            <a:pPr marL="342900" indent="-342900">
              <a:lnSpc>
                <a:spcPct val="130000"/>
              </a:lnSpc>
              <a:spcBef>
                <a:spcPct val="0"/>
              </a:spcBef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善于从工作中捕捉亮点、典型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B7682CF-5A96-B489-D645-483BD12A2BF5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图片新闻题材范围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DBF650-67B1-EFBF-8600-574906DFBC60}"/>
              </a:ext>
            </a:extLst>
          </p:cNvPr>
          <p:cNvSpPr/>
          <p:nvPr/>
        </p:nvSpPr>
        <p:spPr>
          <a:xfrm>
            <a:off x="6487161" y="2358572"/>
            <a:ext cx="4223476" cy="2032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9087AE-9487-7FF1-20BF-9D816A796720}"/>
              </a:ext>
            </a:extLst>
          </p:cNvPr>
          <p:cNvSpPr txBox="1"/>
          <p:nvPr/>
        </p:nvSpPr>
        <p:spPr>
          <a:xfrm>
            <a:off x="6518003" y="2050133"/>
            <a:ext cx="6096000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20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突发事件类</a:t>
            </a:r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（雪灾、洪灾、台风等）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C6404C5-3BB6-B32F-BBF2-4204CF57C286}"/>
              </a:ext>
            </a:extLst>
          </p:cNvPr>
          <p:cNvSpPr/>
          <p:nvPr/>
        </p:nvSpPr>
        <p:spPr>
          <a:xfrm>
            <a:off x="6469743" y="2852059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重点拍摄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C356976-8D87-5B44-6CF5-9771C6DFEE8C}"/>
              </a:ext>
            </a:extLst>
          </p:cNvPr>
          <p:cNvSpPr txBox="1"/>
          <p:nvPr/>
        </p:nvSpPr>
        <p:spPr>
          <a:xfrm>
            <a:off x="6386740" y="3378382"/>
            <a:ext cx="5017861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救灾现场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D887CC1-D8D2-DE63-37E4-7AD1C5DCCDF8}"/>
              </a:ext>
            </a:extLst>
          </p:cNvPr>
          <p:cNvSpPr/>
          <p:nvPr/>
        </p:nvSpPr>
        <p:spPr>
          <a:xfrm>
            <a:off x="6469743" y="3958771"/>
            <a:ext cx="1756228" cy="435429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注意点</a:t>
            </a:r>
            <a:r>
              <a:rPr lang="zh-CN" altLang="en-US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：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8D042C4-ED0F-3C5D-7A33-1F74AB327F6F}"/>
              </a:ext>
            </a:extLst>
          </p:cNvPr>
          <p:cNvSpPr txBox="1"/>
          <p:nvPr/>
        </p:nvSpPr>
        <p:spPr>
          <a:xfrm>
            <a:off x="6386741" y="4523196"/>
            <a:ext cx="4553404" cy="435429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XX时间深入救灾一线多角度抓拍，体现“现场感”，能做出有血有肉的现场报道。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2981F52-4DCB-7D06-4A6E-570A02F8ED73}"/>
              </a:ext>
            </a:extLst>
          </p:cNvPr>
          <p:cNvPicPr>
            <a:picLocks noChangeAspect="1"/>
          </p:cNvPicPr>
          <p:nvPr/>
        </p:nvPicPr>
        <p:blipFill>
          <a:blip r:embed="R2284fdea66494e2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56961" y="4136748"/>
            <a:ext cx="1997211" cy="11804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2FF0C1-DCE7-B2CF-5F1D-C8ACD46C820F}"/>
              </a:ext>
            </a:extLst>
          </p:cNvPr>
          <p:cNvPicPr>
            <a:picLocks noChangeAspect="1"/>
          </p:cNvPicPr>
          <p:nvPr/>
        </p:nvPicPr>
        <p:blipFill>
          <a:blip r:embed="Rcce5883282a5497b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0643" y="4147456"/>
            <a:ext cx="1969319" cy="11697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48CDD4C-B296-6BAD-D3D4-9A628A635A76}"/>
              </a:ext>
            </a:extLst>
          </p:cNvPr>
          <p:cNvPicPr>
            <a:picLocks noChangeAspect="1"/>
          </p:cNvPicPr>
          <p:nvPr/>
        </p:nvPicPr>
        <p:blipFill>
          <a:blip r:embed="R2c8caf75af68497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105" y="2240821"/>
            <a:ext cx="4067067" cy="17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  <p:cond evt="onBegin" delay="0">
                          <p:tn val="16"/>
                        </p:cond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  <p:cond evt="onBegin" delay="0">
                          <p:tn val="21"/>
                        </p:cond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  <p:cond evt="onBegin" delay="0">
                          <p:tn val="26"/>
                        </p:cond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  <p:cond evt="onBegin" delay="0">
                          <p:tn val="31"/>
                        </p:cond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  <p:cond evt="onBegin" delay="0">
                          <p:tn val="36"/>
                        </p:cond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  <p:cond evt="onBegin" delay="0">
                          <p:tn val="41"/>
                        </p:cond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>
            <a:extLst>
              <a:ext uri="{FF2B5EF4-FFF2-40B4-BE49-F238E27FC236}">
                <a16:creationId xmlns:a16="http://schemas.microsoft.com/office/drawing/2014/main" id="{0712D4E5-7ABB-2657-0802-8D2F5104B704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A8D18B26-B2CD-11C4-B1AA-432DF7C54BCC}"/>
                </a:ext>
              </a:extLst>
            </p:cNvPr>
            <p:cNvPicPr>
              <a:picLocks noChangeAspect="1"/>
            </p:cNvPicPr>
            <p:nvPr/>
          </p:nvPicPr>
          <p:blipFill>
            <a:blip r:embed="R0cfb0eb8fc54478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902A99A-9DD8-A11C-1D5D-CA63F2DCD539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190B9D42-1F13-7A57-E97E-C3BCF7DAD75C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62" name="图片 61">
                <a:extLst>
                  <a:ext uri="{FF2B5EF4-FFF2-40B4-BE49-F238E27FC236}">
                    <a16:creationId xmlns:a16="http://schemas.microsoft.com/office/drawing/2014/main" id="{DB8418B9-DB09-3183-CA21-54D00D17C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3700e172176417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63" name="图片 62">
                <a:extLst>
                  <a:ext uri="{FF2B5EF4-FFF2-40B4-BE49-F238E27FC236}">
                    <a16:creationId xmlns:a16="http://schemas.microsoft.com/office/drawing/2014/main" id="{491B7B2F-75F7-0314-129D-1EE094B700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7c87d036063e453c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64" name="图片 63">
                <a:extLst>
                  <a:ext uri="{FF2B5EF4-FFF2-40B4-BE49-F238E27FC236}">
                    <a16:creationId xmlns:a16="http://schemas.microsoft.com/office/drawing/2014/main" id="{86127DAC-FF6C-1EA9-15B8-40F92B3F5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91bd7ea27c1b41d6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55BED55-D2D9-E14E-B5AE-4F558E766F67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60" name="图片 59">
                <a:extLst>
                  <a:ext uri="{FF2B5EF4-FFF2-40B4-BE49-F238E27FC236}">
                    <a16:creationId xmlns:a16="http://schemas.microsoft.com/office/drawing/2014/main" id="{98CE044B-317C-983D-9307-A0FAEDF6A2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0f77189d7ecc4d0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61" name="图片 60">
                <a:extLst>
                  <a:ext uri="{FF2B5EF4-FFF2-40B4-BE49-F238E27FC236}">
                    <a16:creationId xmlns:a16="http://schemas.microsoft.com/office/drawing/2014/main" id="{E84B8970-1DE3-FC64-4B5D-345254DD26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f28ad803bcda4f0b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E194E96-83F1-052E-C668-886D76CFF06A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F48D4A51-56A0-62F6-F52A-5804AEA8E8CA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F9D6C266-BB2D-18EA-F6B3-71CCB49BAC11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5" name="标题 1">
            <a:extLst>
              <a:ext uri="{FF2B5EF4-FFF2-40B4-BE49-F238E27FC236}">
                <a16:creationId xmlns:a16="http://schemas.microsoft.com/office/drawing/2014/main" id="{FFD6A184-8B65-1928-B911-507680BB4300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66" name="标题 1">
            <a:extLst>
              <a:ext uri="{FF2B5EF4-FFF2-40B4-BE49-F238E27FC236}">
                <a16:creationId xmlns:a16="http://schemas.microsoft.com/office/drawing/2014/main" id="{A516660D-7ED1-4F79-9DF7-97DEC30047C9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67" name="标题 1">
            <a:extLst>
              <a:ext uri="{FF2B5EF4-FFF2-40B4-BE49-F238E27FC236}">
                <a16:creationId xmlns:a16="http://schemas.microsoft.com/office/drawing/2014/main" id="{7CC1AC1A-B2EC-A624-27C7-C6E9528A168C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68" name="标题 1">
            <a:extLst>
              <a:ext uri="{FF2B5EF4-FFF2-40B4-BE49-F238E27FC236}">
                <a16:creationId xmlns:a16="http://schemas.microsoft.com/office/drawing/2014/main" id="{CA06A43D-51AE-3ADB-DD83-F76D0269D30E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E2461CDA-645F-E052-D1A7-EE576FF922D6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标题 1">
            <a:extLst>
              <a:ext uri="{FF2B5EF4-FFF2-40B4-BE49-F238E27FC236}">
                <a16:creationId xmlns:a16="http://schemas.microsoft.com/office/drawing/2014/main" id="{18066659-7BE7-756C-1359-E73F03039A22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AE1A09E3-BA0C-9454-FC54-2F39835D9643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532C857E-4F44-AE74-3CF0-384C33E234AB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F3E68AFD-AD68-DE0C-170B-88E5814E1086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:a16="http://schemas.microsoft.com/office/drawing/2014/main" id="{FF817E9F-8FAF-6D48-D89A-3941DA453B50}"/>
              </a:ext>
            </a:extLst>
          </p:cNvPr>
          <p:cNvSpPr txBox="1"/>
          <p:nvPr/>
        </p:nvSpPr>
        <p:spPr>
          <a:xfrm>
            <a:off x="542383" y="2656452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摄影几点建议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00617111-17FC-E81B-2068-2091E9F0F6DB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41853" y="4011774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E0E27B1-76E8-BA51-68FB-41B81BA2A254}"/>
              </a:ext>
            </a:extLst>
          </p:cNvPr>
          <p:cNvSpPr txBox="1"/>
          <p:nvPr/>
        </p:nvSpPr>
        <p:spPr>
          <a:xfrm>
            <a:off x="649362" y="1685544"/>
            <a:ext cx="27546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>
                    <a:alpha val="38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PART 04</a:t>
            </a:r>
            <a:endParaRPr lang="zh-CN" altLang="en-US" sz="4800" spc="0" baseline="0">
              <a:solidFill>
                <a:schemeClr val="accent1">
                  <a:alpha val="38000"/>
                </a:schemeClr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D9FB4686-4291-9AE1-E1EC-EC335DD77048}"/>
              </a:ext>
            </a:extLst>
          </p:cNvPr>
          <p:cNvGrpSpPr/>
          <p:nvPr/>
        </p:nvGrpSpPr>
        <p:grpSpPr>
          <a:xfrm>
            <a:off x="4605352" y="4860471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3E11D82B-C8D1-C46C-378C-1EF517EE32CC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9BB04EC3-148E-5F85-7ACA-328C5EA84D91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66A887BD-12A5-ED6A-23F2-FDB1811431EA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9D1B280A-5F27-C8EA-EA9B-E4F6AB0C749A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id="{C7C3C9ED-A6AC-602A-FC1E-5082495C552A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1D370D80-BA0A-2921-AFCB-378B5A0D47B7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0142BEB2-28DD-B41D-F127-560FB476C3A7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49201B90-12E3-140B-C35F-D3984D618429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8F3F440D-6730-D7EC-9F9B-EECF070C1E4E}"/>
              </a:ext>
            </a:extLst>
          </p:cNvPr>
          <p:cNvGrpSpPr/>
          <p:nvPr/>
        </p:nvGrpSpPr>
        <p:grpSpPr>
          <a:xfrm>
            <a:off x="5666933" y="1636482"/>
            <a:ext cx="1449180" cy="62774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2D780FC-EBC1-8FF4-A0CC-24018A54665A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4BD59C4D-2AD1-7FBB-700D-630DB2B8868A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:a16="http://schemas.microsoft.com/office/drawing/2014/main" id="{3C5A4D8A-1AC7-BDB4-7C26-6BB4871644F8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06F82E2E-77E8-4E9E-026C-67CF08EBD8FF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73E94F80-5565-8E59-1C05-0C892F25A0F0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6E6137E7-69FD-061E-768B-196808372C44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3F31DE64-8142-8A06-2AAD-43161C63F610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5AA0D09D-D6B2-A3F3-A45D-969059084102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95" name="图片 94">
            <a:extLst>
              <a:ext uri="{FF2B5EF4-FFF2-40B4-BE49-F238E27FC236}">
                <a16:creationId xmlns:a16="http://schemas.microsoft.com/office/drawing/2014/main" id="{D9A1F490-A82A-F8A5-A8CF-4D5E5A2123BC}"/>
              </a:ext>
            </a:extLst>
          </p:cNvPr>
          <p:cNvPicPr>
            <a:picLocks noChangeAspect="1"/>
          </p:cNvPicPr>
          <p:nvPr/>
        </p:nvPicPr>
        <p:blipFill>
          <a:blip r:embed="R3ed400f896374e6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96" name="组合 95">
            <a:extLst>
              <a:ext uri="{FF2B5EF4-FFF2-40B4-BE49-F238E27FC236}">
                <a16:creationId xmlns:a16="http://schemas.microsoft.com/office/drawing/2014/main" id="{6C7FB89B-186D-24D2-31EE-34CBFCA87DC0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A6C18F8A-3F6B-EFAB-4BA3-005B17169188}"/>
                </a:ext>
              </a:extLst>
            </p:cNvPr>
            <p:cNvPicPr>
              <a:picLocks noChangeAspect="1"/>
            </p:cNvPicPr>
            <p:nvPr/>
          </p:nvPicPr>
          <p:blipFill>
            <a:blip r:embed="R394f64006eb1479d">
              <a:extLst>
                <a:ext uri="{BEBA8EAE-BF5A-486C-A8C5-ECC9F3942E4B}">
                  <a14:imgProps xmlns:a14="http://schemas.microsoft.com/office/drawing/2010/main">
                    <a14:imgLayer r:embed="R39888fa77a8b4153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98" name="任意多边形: 形状 97">
              <a:extLst>
                <a:ext uri="{FF2B5EF4-FFF2-40B4-BE49-F238E27FC236}">
                  <a16:creationId xmlns:a16="http://schemas.microsoft.com/office/drawing/2014/main" id="{D56CF2AD-7573-AB35-8746-3808E159839F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9" name="文本框 98">
            <a:extLst>
              <a:ext uri="{FF2B5EF4-FFF2-40B4-BE49-F238E27FC236}">
                <a16:creationId xmlns:a16="http://schemas.microsoft.com/office/drawing/2014/main" id="{682846B6-E27A-1930-E5DA-D88F7519A501}"/>
              </a:ext>
            </a:extLst>
          </p:cNvPr>
          <p:cNvSpPr txBox="1"/>
          <p:nvPr/>
        </p:nvSpPr>
        <p:spPr>
          <a:xfrm>
            <a:off x="641852" y="2025634"/>
            <a:ext cx="53406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105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第四部分</a:t>
            </a:r>
            <a:endParaRPr lang="zh-CN" altLang="en-US" sz="3200" spc="1050" baseline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6" grpId="0"/>
      <p:bldP spid="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D1AEAA8-6329-F5EE-631D-FD0C3B0EF733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zh-CN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</a:t>
            </a:r>
            <a:r>
              <a:rPr lang="zh-CN" altLang="en-US" sz="32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几点建议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8DAA7E93-EF33-43AF-4D8E-AA806A2F3B88}"/>
              </a:ext>
            </a:extLst>
          </p:cNvPr>
          <p:cNvSpPr/>
          <p:nvPr/>
        </p:nvSpPr>
        <p:spPr bwMode="auto">
          <a:xfrm>
            <a:off x="1646806" y="1900794"/>
            <a:ext cx="842853" cy="1402802"/>
          </a:xfrm>
          <a:custGeom>
            <a:avLst/>
            <a:gdLst>
              <a:gd name="T0" fmla="*/ 1191 w 1191"/>
              <a:gd name="T1" fmla="*/ 2372 h 2372"/>
              <a:gd name="T2" fmla="*/ 0 w 1191"/>
              <a:gd name="T3" fmla="*/ 2372 h 2372"/>
              <a:gd name="T4" fmla="*/ 0 w 119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191" h="2372">
                <a:moveTo>
                  <a:pt x="119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4D4D4D">
                <a:lumMod val="60000"/>
                <a:lumOff val="40000"/>
              </a:srgbClr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E5E89B6C-DD7C-03B1-305B-AAC7531E15D3}"/>
              </a:ext>
            </a:extLst>
          </p:cNvPr>
          <p:cNvSpPr/>
          <p:nvPr/>
        </p:nvSpPr>
        <p:spPr bwMode="auto">
          <a:xfrm>
            <a:off x="5340438" y="1900794"/>
            <a:ext cx="493649" cy="1402802"/>
          </a:xfrm>
          <a:custGeom>
            <a:avLst/>
            <a:gdLst>
              <a:gd name="T0" fmla="*/ 697 w 697"/>
              <a:gd name="T1" fmla="*/ 2372 h 2372"/>
              <a:gd name="T2" fmla="*/ 0 w 697"/>
              <a:gd name="T3" fmla="*/ 2372 h 2372"/>
              <a:gd name="T4" fmla="*/ 0 w 697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97" h="2372">
                <a:moveTo>
                  <a:pt x="697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4D4D4D">
                <a:lumMod val="60000"/>
                <a:lumOff val="40000"/>
              </a:srgbClr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0175801C-1DE6-8152-E01C-414C9F8902C5}"/>
              </a:ext>
            </a:extLst>
          </p:cNvPr>
          <p:cNvSpPr/>
          <p:nvPr/>
        </p:nvSpPr>
        <p:spPr bwMode="auto">
          <a:xfrm>
            <a:off x="8659469" y="1900794"/>
            <a:ext cx="523807" cy="1402802"/>
          </a:xfrm>
          <a:custGeom>
            <a:avLst/>
            <a:gdLst>
              <a:gd name="T0" fmla="*/ 741 w 741"/>
              <a:gd name="T1" fmla="*/ 2372 h 2372"/>
              <a:gd name="T2" fmla="*/ 0 w 741"/>
              <a:gd name="T3" fmla="*/ 2372 h 2372"/>
              <a:gd name="T4" fmla="*/ 0 w 741"/>
              <a:gd name="T5" fmla="*/ 0 h 2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41" h="2372">
                <a:moveTo>
                  <a:pt x="741" y="2372"/>
                </a:moveTo>
                <a:lnTo>
                  <a:pt x="0" y="2372"/>
                </a:lnTo>
                <a:lnTo>
                  <a:pt x="0" y="0"/>
                </a:lnTo>
              </a:path>
            </a:pathLst>
          </a:custGeom>
          <a:noFill/>
          <a:ln w="9525" cap="flat">
            <a:solidFill>
              <a:srgbClr val="4D4D4D">
                <a:lumMod val="60000"/>
                <a:lumOff val="40000"/>
              </a:srgbClr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19B1CDA8-7378-05E7-D294-5E26955E5820}"/>
              </a:ext>
            </a:extLst>
          </p:cNvPr>
          <p:cNvSpPr/>
          <p:nvPr/>
        </p:nvSpPr>
        <p:spPr bwMode="auto">
          <a:xfrm>
            <a:off x="3618224" y="4273433"/>
            <a:ext cx="599997" cy="1652373"/>
          </a:xfrm>
          <a:custGeom>
            <a:avLst/>
            <a:gdLst>
              <a:gd name="T0" fmla="*/ 847 w 847"/>
              <a:gd name="T1" fmla="*/ 0 h 2329"/>
              <a:gd name="T2" fmla="*/ 0 w 847"/>
              <a:gd name="T3" fmla="*/ 0 h 2329"/>
              <a:gd name="T4" fmla="*/ 0 w 847"/>
              <a:gd name="T5" fmla="*/ 2329 h 2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46" h="2329">
                <a:moveTo>
                  <a:pt x="847" y="0"/>
                </a:moveTo>
                <a:lnTo>
                  <a:pt x="0" y="0"/>
                </a:lnTo>
                <a:lnTo>
                  <a:pt x="0" y="2329"/>
                </a:lnTo>
              </a:path>
            </a:pathLst>
          </a:custGeom>
          <a:noFill/>
          <a:ln w="9525" cap="flat">
            <a:solidFill>
              <a:srgbClr val="4D4D4D">
                <a:lumMod val="60000"/>
                <a:lumOff val="40000"/>
              </a:srgbClr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EDD6D5E8-9DA6-F973-9600-95691E03061A}"/>
              </a:ext>
            </a:extLst>
          </p:cNvPr>
          <p:cNvSpPr/>
          <p:nvPr/>
        </p:nvSpPr>
        <p:spPr bwMode="auto">
          <a:xfrm>
            <a:off x="7075348" y="4273433"/>
            <a:ext cx="455555" cy="1652373"/>
          </a:xfrm>
          <a:custGeom>
            <a:avLst/>
            <a:gdLst>
              <a:gd name="T0" fmla="*/ 644 w 644"/>
              <a:gd name="T1" fmla="*/ 0 h 2329"/>
              <a:gd name="T2" fmla="*/ 0 w 644"/>
              <a:gd name="T3" fmla="*/ 0 h 2329"/>
              <a:gd name="T4" fmla="*/ 0 w 644"/>
              <a:gd name="T5" fmla="*/ 2329 h 2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44" h="2329">
                <a:moveTo>
                  <a:pt x="644" y="0"/>
                </a:moveTo>
                <a:lnTo>
                  <a:pt x="0" y="0"/>
                </a:lnTo>
                <a:lnTo>
                  <a:pt x="0" y="2329"/>
                </a:lnTo>
              </a:path>
            </a:pathLst>
          </a:custGeom>
          <a:noFill/>
          <a:ln w="9525" cap="flat">
            <a:solidFill>
              <a:srgbClr val="4D4D4D">
                <a:lumMod val="60000"/>
                <a:lumOff val="40000"/>
              </a:srgbClr>
            </a:solidFill>
            <a:prstDash val="dash"/>
            <a:miter lim="800000"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8" tIns="45714" rIns="91428" bIns="45714" numCol="1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阿里巴巴普惠体" panose="00020600040101010101" pitchFamily="18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04F589F-5C15-72F7-58B8-A6A99F8B577F}"/>
              </a:ext>
            </a:extLst>
          </p:cNvPr>
          <p:cNvGrpSpPr/>
          <p:nvPr/>
        </p:nvGrpSpPr>
        <p:grpSpPr>
          <a:xfrm>
            <a:off x="1594911" y="3108014"/>
            <a:ext cx="1900603" cy="1389570"/>
            <a:chOff x="1696511" y="2790392"/>
            <a:chExt cx="1900602" cy="1389570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6951D06-4998-566F-095D-BB6E5A5CAFFF}"/>
                </a:ext>
              </a:extLst>
            </p:cNvPr>
            <p:cNvSpPr/>
            <p:nvPr/>
          </p:nvSpPr>
          <p:spPr bwMode="auto">
            <a:xfrm>
              <a:off x="1696511" y="2790392"/>
              <a:ext cx="1900602" cy="1389570"/>
            </a:xfrm>
            <a:custGeom>
              <a:avLst/>
              <a:gdLst>
                <a:gd name="T0" fmla="*/ 1408 w 2454"/>
                <a:gd name="T1" fmla="*/ 175 h 2140"/>
                <a:gd name="T2" fmla="*/ 1887 w 2454"/>
                <a:gd name="T3" fmla="*/ 1005 h 2140"/>
                <a:gd name="T4" fmla="*/ 2364 w 2454"/>
                <a:gd name="T5" fmla="*/ 1832 h 2140"/>
                <a:gd name="T6" fmla="*/ 2189 w 2454"/>
                <a:gd name="T7" fmla="*/ 2140 h 2140"/>
                <a:gd name="T8" fmla="*/ 1231 w 2454"/>
                <a:gd name="T9" fmla="*/ 2140 h 2140"/>
                <a:gd name="T10" fmla="*/ 276 w 2454"/>
                <a:gd name="T11" fmla="*/ 2140 h 2140"/>
                <a:gd name="T12" fmla="*/ 97 w 2454"/>
                <a:gd name="T13" fmla="*/ 1834 h 2140"/>
                <a:gd name="T14" fmla="*/ 575 w 2454"/>
                <a:gd name="T15" fmla="*/ 1005 h 2140"/>
                <a:gd name="T16" fmla="*/ 1053 w 2454"/>
                <a:gd name="T17" fmla="*/ 178 h 2140"/>
                <a:gd name="T18" fmla="*/ 1408 w 2454"/>
                <a:gd name="T19" fmla="*/ 175 h 2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4" h="2140">
                  <a:moveTo>
                    <a:pt x="1408" y="175"/>
                  </a:moveTo>
                  <a:lnTo>
                    <a:pt x="1887" y="1005"/>
                  </a:lnTo>
                  <a:cubicBezTo>
                    <a:pt x="2046" y="1280"/>
                    <a:pt x="2205" y="1556"/>
                    <a:pt x="2364" y="1832"/>
                  </a:cubicBezTo>
                  <a:cubicBezTo>
                    <a:pt x="2454" y="2028"/>
                    <a:pt x="2396" y="2132"/>
                    <a:pt x="2189" y="2140"/>
                  </a:cubicBezTo>
                  <a:lnTo>
                    <a:pt x="1231" y="2140"/>
                  </a:lnTo>
                  <a:cubicBezTo>
                    <a:pt x="913" y="2140"/>
                    <a:pt x="594" y="2140"/>
                    <a:pt x="276" y="2140"/>
                  </a:cubicBezTo>
                  <a:cubicBezTo>
                    <a:pt x="61" y="2119"/>
                    <a:pt x="0" y="2018"/>
                    <a:pt x="97" y="1834"/>
                  </a:cubicBezTo>
                  <a:lnTo>
                    <a:pt x="575" y="1005"/>
                  </a:lnTo>
                  <a:cubicBezTo>
                    <a:pt x="734" y="729"/>
                    <a:pt x="894" y="453"/>
                    <a:pt x="1053" y="178"/>
                  </a:cubicBezTo>
                  <a:cubicBezTo>
                    <a:pt x="1178" y="2"/>
                    <a:pt x="1297" y="0"/>
                    <a:pt x="1408" y="175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4A0D8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25F6FDB-473D-DCEB-A772-9B167B0795AA}"/>
                </a:ext>
              </a:extLst>
            </p:cNvPr>
            <p:cNvSpPr txBox="1"/>
            <p:nvPr/>
          </p:nvSpPr>
          <p:spPr>
            <a:xfrm>
              <a:off x="2288736" y="3249645"/>
              <a:ext cx="84510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阿里巴巴普惠体" panose="00020600040101010101" pitchFamily="18" charset="-122"/>
                </a:rPr>
                <a:t>01</a:t>
              </a: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C771118-2C71-C217-7297-5E0E68F69209}"/>
              </a:ext>
            </a:extLst>
          </p:cNvPr>
          <p:cNvGrpSpPr/>
          <p:nvPr/>
        </p:nvGrpSpPr>
        <p:grpSpPr>
          <a:xfrm>
            <a:off x="3263156" y="3050872"/>
            <a:ext cx="1900603" cy="1389570"/>
            <a:chOff x="3364756" y="2733250"/>
            <a:chExt cx="1900602" cy="1389570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623FC08-B028-6D7B-D608-36537E8BD678}"/>
                </a:ext>
              </a:extLst>
            </p:cNvPr>
            <p:cNvSpPr/>
            <p:nvPr/>
          </p:nvSpPr>
          <p:spPr bwMode="auto">
            <a:xfrm>
              <a:off x="3364756" y="2733250"/>
              <a:ext cx="1900602" cy="1389570"/>
            </a:xfrm>
            <a:custGeom>
              <a:avLst/>
              <a:gdLst>
                <a:gd name="T0" fmla="*/ 1408 w 2454"/>
                <a:gd name="T1" fmla="*/ 1966 h 2141"/>
                <a:gd name="T2" fmla="*/ 1887 w 2454"/>
                <a:gd name="T3" fmla="*/ 1136 h 2141"/>
                <a:gd name="T4" fmla="*/ 2365 w 2454"/>
                <a:gd name="T5" fmla="*/ 309 h 2141"/>
                <a:gd name="T6" fmla="*/ 2189 w 2454"/>
                <a:gd name="T7" fmla="*/ 0 h 2141"/>
                <a:gd name="T8" fmla="*/ 1231 w 2454"/>
                <a:gd name="T9" fmla="*/ 0 h 2141"/>
                <a:gd name="T10" fmla="*/ 276 w 2454"/>
                <a:gd name="T11" fmla="*/ 0 h 2141"/>
                <a:gd name="T12" fmla="*/ 97 w 2454"/>
                <a:gd name="T13" fmla="*/ 307 h 2141"/>
                <a:gd name="T14" fmla="*/ 576 w 2454"/>
                <a:gd name="T15" fmla="*/ 1136 h 2141"/>
                <a:gd name="T16" fmla="*/ 1053 w 2454"/>
                <a:gd name="T17" fmla="*/ 1963 h 2141"/>
                <a:gd name="T18" fmla="*/ 1408 w 2454"/>
                <a:gd name="T19" fmla="*/ 1966 h 2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4" h="2141">
                  <a:moveTo>
                    <a:pt x="1408" y="1966"/>
                  </a:moveTo>
                  <a:lnTo>
                    <a:pt x="1887" y="1136"/>
                  </a:lnTo>
                  <a:cubicBezTo>
                    <a:pt x="2046" y="861"/>
                    <a:pt x="2205" y="585"/>
                    <a:pt x="2365" y="309"/>
                  </a:cubicBezTo>
                  <a:cubicBezTo>
                    <a:pt x="2454" y="113"/>
                    <a:pt x="2396" y="9"/>
                    <a:pt x="2189" y="0"/>
                  </a:cubicBezTo>
                  <a:lnTo>
                    <a:pt x="1231" y="0"/>
                  </a:lnTo>
                  <a:cubicBezTo>
                    <a:pt x="913" y="0"/>
                    <a:pt x="595" y="0"/>
                    <a:pt x="276" y="0"/>
                  </a:cubicBezTo>
                  <a:cubicBezTo>
                    <a:pt x="61" y="21"/>
                    <a:pt x="0" y="123"/>
                    <a:pt x="97" y="307"/>
                  </a:cubicBezTo>
                  <a:lnTo>
                    <a:pt x="576" y="1136"/>
                  </a:lnTo>
                  <a:cubicBezTo>
                    <a:pt x="735" y="1412"/>
                    <a:pt x="894" y="1688"/>
                    <a:pt x="1053" y="1963"/>
                  </a:cubicBezTo>
                  <a:cubicBezTo>
                    <a:pt x="1179" y="2139"/>
                    <a:pt x="1297" y="2141"/>
                    <a:pt x="1408" y="1966"/>
                  </a:cubicBezTo>
                  <a:close/>
                </a:path>
              </a:pathLst>
            </a:cu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4A0D8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85C548D-1E35-D421-B363-939D732CDF1E}"/>
                </a:ext>
              </a:extLst>
            </p:cNvPr>
            <p:cNvSpPr txBox="1"/>
            <p:nvPr/>
          </p:nvSpPr>
          <p:spPr>
            <a:xfrm>
              <a:off x="3890110" y="2780159"/>
              <a:ext cx="84510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阿里巴巴普惠体" panose="00020600040101010101" pitchFamily="18" charset="-122"/>
                </a:rPr>
                <a:t>02</a:t>
              </a: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319EE0D-343C-20EA-089E-CD35E6482560}"/>
              </a:ext>
            </a:extLst>
          </p:cNvPr>
          <p:cNvGrpSpPr/>
          <p:nvPr/>
        </p:nvGrpSpPr>
        <p:grpSpPr>
          <a:xfrm>
            <a:off x="4931477" y="3108014"/>
            <a:ext cx="1898864" cy="1389570"/>
            <a:chOff x="5033077" y="2790392"/>
            <a:chExt cx="1898864" cy="1389570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D8505423-2B31-352F-21FF-D473E3B05B4E}"/>
                </a:ext>
              </a:extLst>
            </p:cNvPr>
            <p:cNvSpPr/>
            <p:nvPr/>
          </p:nvSpPr>
          <p:spPr bwMode="auto">
            <a:xfrm>
              <a:off x="5033077" y="2790392"/>
              <a:ext cx="1898864" cy="1389570"/>
            </a:xfrm>
            <a:custGeom>
              <a:avLst/>
              <a:gdLst>
                <a:gd name="T0" fmla="*/ 1407 w 2453"/>
                <a:gd name="T1" fmla="*/ 175 h 2140"/>
                <a:gd name="T2" fmla="*/ 1886 w 2453"/>
                <a:gd name="T3" fmla="*/ 1005 h 2140"/>
                <a:gd name="T4" fmla="*/ 2364 w 2453"/>
                <a:gd name="T5" fmla="*/ 1832 h 2140"/>
                <a:gd name="T6" fmla="*/ 2188 w 2453"/>
                <a:gd name="T7" fmla="*/ 2140 h 2140"/>
                <a:gd name="T8" fmla="*/ 1231 w 2453"/>
                <a:gd name="T9" fmla="*/ 2140 h 2140"/>
                <a:gd name="T10" fmla="*/ 276 w 2453"/>
                <a:gd name="T11" fmla="*/ 2140 h 2140"/>
                <a:gd name="T12" fmla="*/ 96 w 2453"/>
                <a:gd name="T13" fmla="*/ 1834 h 2140"/>
                <a:gd name="T14" fmla="*/ 575 w 2453"/>
                <a:gd name="T15" fmla="*/ 1005 h 2140"/>
                <a:gd name="T16" fmla="*/ 1052 w 2453"/>
                <a:gd name="T17" fmla="*/ 178 h 2140"/>
                <a:gd name="T18" fmla="*/ 1407 w 2453"/>
                <a:gd name="T19" fmla="*/ 175 h 2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3" h="2140">
                  <a:moveTo>
                    <a:pt x="1407" y="175"/>
                  </a:moveTo>
                  <a:lnTo>
                    <a:pt x="1886" y="1005"/>
                  </a:lnTo>
                  <a:cubicBezTo>
                    <a:pt x="2045" y="1280"/>
                    <a:pt x="2205" y="1556"/>
                    <a:pt x="2364" y="1832"/>
                  </a:cubicBezTo>
                  <a:cubicBezTo>
                    <a:pt x="2453" y="2028"/>
                    <a:pt x="2396" y="2132"/>
                    <a:pt x="2188" y="2140"/>
                  </a:cubicBezTo>
                  <a:lnTo>
                    <a:pt x="1231" y="2140"/>
                  </a:lnTo>
                  <a:cubicBezTo>
                    <a:pt x="912" y="2140"/>
                    <a:pt x="594" y="2140"/>
                    <a:pt x="276" y="2140"/>
                  </a:cubicBezTo>
                  <a:cubicBezTo>
                    <a:pt x="61" y="2119"/>
                    <a:pt x="0" y="2018"/>
                    <a:pt x="96" y="1834"/>
                  </a:cubicBezTo>
                  <a:lnTo>
                    <a:pt x="575" y="1005"/>
                  </a:lnTo>
                  <a:cubicBezTo>
                    <a:pt x="734" y="729"/>
                    <a:pt x="893" y="453"/>
                    <a:pt x="1052" y="178"/>
                  </a:cubicBezTo>
                  <a:cubicBezTo>
                    <a:pt x="1178" y="2"/>
                    <a:pt x="1296" y="0"/>
                    <a:pt x="1407" y="175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4A0D8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5615368-5014-9432-1A0F-C33D461E2DD8}"/>
                </a:ext>
              </a:extLst>
            </p:cNvPr>
            <p:cNvSpPr txBox="1"/>
            <p:nvPr/>
          </p:nvSpPr>
          <p:spPr>
            <a:xfrm>
              <a:off x="5557548" y="3249645"/>
              <a:ext cx="84510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阿里巴巴普惠体" panose="00020600040101010101" pitchFamily="18" charset="-122"/>
                </a:rPr>
                <a:t>03</a:t>
              </a: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ADDD495-4AC9-06EF-C9B0-12DF72A93F52}"/>
              </a:ext>
            </a:extLst>
          </p:cNvPr>
          <p:cNvGrpSpPr/>
          <p:nvPr/>
        </p:nvGrpSpPr>
        <p:grpSpPr>
          <a:xfrm>
            <a:off x="6599723" y="3050872"/>
            <a:ext cx="1898864" cy="1389570"/>
            <a:chOff x="6701322" y="2733250"/>
            <a:chExt cx="1898864" cy="1389570"/>
          </a:xfrm>
        </p:grpSpPr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44AA14DB-DFE6-23FC-DFF6-A00B87C11BFD}"/>
                </a:ext>
              </a:extLst>
            </p:cNvPr>
            <p:cNvSpPr/>
            <p:nvPr/>
          </p:nvSpPr>
          <p:spPr bwMode="auto">
            <a:xfrm>
              <a:off x="6701322" y="2733250"/>
              <a:ext cx="1898864" cy="1389570"/>
            </a:xfrm>
            <a:custGeom>
              <a:avLst/>
              <a:gdLst>
                <a:gd name="T0" fmla="*/ 1408 w 2453"/>
                <a:gd name="T1" fmla="*/ 1966 h 2141"/>
                <a:gd name="T2" fmla="*/ 1886 w 2453"/>
                <a:gd name="T3" fmla="*/ 1136 h 2141"/>
                <a:gd name="T4" fmla="*/ 2364 w 2453"/>
                <a:gd name="T5" fmla="*/ 309 h 2141"/>
                <a:gd name="T6" fmla="*/ 2188 w 2453"/>
                <a:gd name="T7" fmla="*/ 0 h 2141"/>
                <a:gd name="T8" fmla="*/ 1231 w 2453"/>
                <a:gd name="T9" fmla="*/ 0 h 2141"/>
                <a:gd name="T10" fmla="*/ 276 w 2453"/>
                <a:gd name="T11" fmla="*/ 0 h 2141"/>
                <a:gd name="T12" fmla="*/ 96 w 2453"/>
                <a:gd name="T13" fmla="*/ 307 h 2141"/>
                <a:gd name="T14" fmla="*/ 575 w 2453"/>
                <a:gd name="T15" fmla="*/ 1136 h 2141"/>
                <a:gd name="T16" fmla="*/ 1052 w 2453"/>
                <a:gd name="T17" fmla="*/ 1963 h 2141"/>
                <a:gd name="T18" fmla="*/ 1408 w 2453"/>
                <a:gd name="T19" fmla="*/ 1966 h 2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3" h="2141">
                  <a:moveTo>
                    <a:pt x="1408" y="1966"/>
                  </a:moveTo>
                  <a:lnTo>
                    <a:pt x="1886" y="1136"/>
                  </a:lnTo>
                  <a:cubicBezTo>
                    <a:pt x="2046" y="861"/>
                    <a:pt x="2205" y="585"/>
                    <a:pt x="2364" y="309"/>
                  </a:cubicBezTo>
                  <a:cubicBezTo>
                    <a:pt x="2453" y="113"/>
                    <a:pt x="2396" y="9"/>
                    <a:pt x="2188" y="0"/>
                  </a:cubicBezTo>
                  <a:lnTo>
                    <a:pt x="1231" y="0"/>
                  </a:lnTo>
                  <a:cubicBezTo>
                    <a:pt x="912" y="0"/>
                    <a:pt x="594" y="0"/>
                    <a:pt x="276" y="0"/>
                  </a:cubicBezTo>
                  <a:cubicBezTo>
                    <a:pt x="61" y="21"/>
                    <a:pt x="0" y="123"/>
                    <a:pt x="96" y="307"/>
                  </a:cubicBezTo>
                  <a:lnTo>
                    <a:pt x="575" y="1136"/>
                  </a:lnTo>
                  <a:cubicBezTo>
                    <a:pt x="734" y="1412"/>
                    <a:pt x="893" y="1688"/>
                    <a:pt x="1052" y="1963"/>
                  </a:cubicBezTo>
                  <a:cubicBezTo>
                    <a:pt x="1178" y="2139"/>
                    <a:pt x="1297" y="2141"/>
                    <a:pt x="1408" y="1966"/>
                  </a:cubicBezTo>
                  <a:close/>
                </a:path>
              </a:pathLst>
            </a:custGeom>
            <a:solidFill>
              <a:schemeClr val="accent2"/>
            </a:solidFill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4A0D8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ABC2721-90B3-A5E1-8050-4FB4BDB7B164}"/>
                </a:ext>
              </a:extLst>
            </p:cNvPr>
            <p:cNvSpPr txBox="1"/>
            <p:nvPr/>
          </p:nvSpPr>
          <p:spPr>
            <a:xfrm>
              <a:off x="7232089" y="2780159"/>
              <a:ext cx="84510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阿里巴巴普惠体" panose="00020600040101010101" pitchFamily="18" charset="-122"/>
                </a:rPr>
                <a:t>04</a:t>
              </a: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54B77C3-63D7-10DC-B718-98E31D1FFF2E}"/>
              </a:ext>
            </a:extLst>
          </p:cNvPr>
          <p:cNvGrpSpPr/>
          <p:nvPr/>
        </p:nvGrpSpPr>
        <p:grpSpPr>
          <a:xfrm>
            <a:off x="8267968" y="3108014"/>
            <a:ext cx="1898864" cy="1389570"/>
            <a:chOff x="8369568" y="2790392"/>
            <a:chExt cx="1898864" cy="1389570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2122417-29CE-32CE-3FB3-860E73F8514D}"/>
                </a:ext>
              </a:extLst>
            </p:cNvPr>
            <p:cNvSpPr/>
            <p:nvPr/>
          </p:nvSpPr>
          <p:spPr bwMode="auto">
            <a:xfrm>
              <a:off x="8369568" y="2790392"/>
              <a:ext cx="1898864" cy="1389570"/>
            </a:xfrm>
            <a:custGeom>
              <a:avLst/>
              <a:gdLst>
                <a:gd name="T0" fmla="*/ 1408 w 2454"/>
                <a:gd name="T1" fmla="*/ 175 h 2140"/>
                <a:gd name="T2" fmla="*/ 1887 w 2454"/>
                <a:gd name="T3" fmla="*/ 1005 h 2140"/>
                <a:gd name="T4" fmla="*/ 2364 w 2454"/>
                <a:gd name="T5" fmla="*/ 1832 h 2140"/>
                <a:gd name="T6" fmla="*/ 2189 w 2454"/>
                <a:gd name="T7" fmla="*/ 2140 h 2140"/>
                <a:gd name="T8" fmla="*/ 1231 w 2454"/>
                <a:gd name="T9" fmla="*/ 2140 h 2140"/>
                <a:gd name="T10" fmla="*/ 276 w 2454"/>
                <a:gd name="T11" fmla="*/ 2140 h 2140"/>
                <a:gd name="T12" fmla="*/ 96 w 2454"/>
                <a:gd name="T13" fmla="*/ 1834 h 2140"/>
                <a:gd name="T14" fmla="*/ 575 w 2454"/>
                <a:gd name="T15" fmla="*/ 1005 h 2140"/>
                <a:gd name="T16" fmla="*/ 1053 w 2454"/>
                <a:gd name="T17" fmla="*/ 178 h 2140"/>
                <a:gd name="T18" fmla="*/ 1408 w 2454"/>
                <a:gd name="T19" fmla="*/ 175 h 2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54" h="2140">
                  <a:moveTo>
                    <a:pt x="1408" y="175"/>
                  </a:moveTo>
                  <a:lnTo>
                    <a:pt x="1887" y="1005"/>
                  </a:lnTo>
                  <a:cubicBezTo>
                    <a:pt x="2046" y="1280"/>
                    <a:pt x="2205" y="1556"/>
                    <a:pt x="2364" y="1832"/>
                  </a:cubicBezTo>
                  <a:cubicBezTo>
                    <a:pt x="2454" y="2028"/>
                    <a:pt x="2396" y="2132"/>
                    <a:pt x="2189" y="2140"/>
                  </a:cubicBezTo>
                  <a:lnTo>
                    <a:pt x="1231" y="2140"/>
                  </a:lnTo>
                  <a:cubicBezTo>
                    <a:pt x="913" y="2140"/>
                    <a:pt x="594" y="2140"/>
                    <a:pt x="276" y="2140"/>
                  </a:cubicBezTo>
                  <a:cubicBezTo>
                    <a:pt x="61" y="2119"/>
                    <a:pt x="0" y="2018"/>
                    <a:pt x="96" y="1834"/>
                  </a:cubicBezTo>
                  <a:lnTo>
                    <a:pt x="575" y="1005"/>
                  </a:lnTo>
                  <a:cubicBezTo>
                    <a:pt x="734" y="729"/>
                    <a:pt x="894" y="453"/>
                    <a:pt x="1053" y="178"/>
                  </a:cubicBezTo>
                  <a:cubicBezTo>
                    <a:pt x="1178" y="2"/>
                    <a:pt x="1297" y="0"/>
                    <a:pt x="1408" y="175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54A0D8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F54CB45-4F77-2F89-F646-FABD838026FC}"/>
                </a:ext>
              </a:extLst>
            </p:cNvPr>
            <p:cNvSpPr txBox="1"/>
            <p:nvPr/>
          </p:nvSpPr>
          <p:spPr>
            <a:xfrm>
              <a:off x="8936115" y="3249645"/>
              <a:ext cx="84510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4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itchFamily="34" charset="-122"/>
                  <a:ea typeface="微软雅黑" pitchFamily="34" charset="-122"/>
                  <a:cs typeface="阿里巴巴普惠体 Heavy" pitchFamily="18" charset="-122"/>
                  <a:sym typeface="阿里巴巴普惠体" panose="00020600040101010101" pitchFamily="18" charset="-122"/>
                </a:rPr>
                <a:t>05</a:t>
              </a:r>
              <a:endPara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阿里巴巴普惠体" panose="00020600040101010101" pitchFamily="18" charset="-122"/>
              </a:endParaRPr>
            </a:p>
          </p:txBody>
        </p:sp>
      </p:grpSp>
      <p:sp>
        <p:nvSpPr>
          <p:cNvPr id="24" name="Rectangle 26">
            <a:extLst>
              <a:ext uri="{FF2B5EF4-FFF2-40B4-BE49-F238E27FC236}">
                <a16:creationId xmlns:a16="http://schemas.microsoft.com/office/drawing/2014/main" id="{BF79B447-CE67-4943-44CB-8FE857CD6E39}"/>
              </a:ext>
            </a:extLst>
          </p:cNvPr>
          <p:cNvSpPr/>
          <p:nvPr/>
        </p:nvSpPr>
        <p:spPr bwMode="auto">
          <a:xfrm>
            <a:off x="2118601" y="2048073"/>
            <a:ext cx="1829241" cy="79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寻找独特的角度（俯拍、仰拍等）</a:t>
            </a: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6226CA58-C725-33ED-36AD-9F7EB7BE4DDF}"/>
              </a:ext>
            </a:extLst>
          </p:cNvPr>
          <p:cNvSpPr/>
          <p:nvPr/>
        </p:nvSpPr>
        <p:spPr bwMode="auto">
          <a:xfrm>
            <a:off x="5775543" y="2049072"/>
            <a:ext cx="2236964" cy="79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充分利用背景。在保证画面主次分明的前提下多摄入信息量。</a:t>
            </a:r>
          </a:p>
        </p:txBody>
      </p:sp>
      <p:sp>
        <p:nvSpPr>
          <p:cNvPr id="28" name="Rectangle 26">
            <a:extLst>
              <a:ext uri="{FF2B5EF4-FFF2-40B4-BE49-F238E27FC236}">
                <a16:creationId xmlns:a16="http://schemas.microsoft.com/office/drawing/2014/main" id="{3DA5D890-BAAD-A93D-56BD-F9DA79CE3C7F}"/>
              </a:ext>
            </a:extLst>
          </p:cNvPr>
          <p:cNvSpPr/>
          <p:nvPr/>
        </p:nvSpPr>
        <p:spPr bwMode="auto">
          <a:xfrm>
            <a:off x="9119477" y="2048073"/>
            <a:ext cx="1829241" cy="79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抓住细节。仔细观察找趣味点、花絮点。</a:t>
            </a: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69C00291-05A7-EC2D-A4BC-0619BA602FC5}"/>
              </a:ext>
            </a:extLst>
          </p:cNvPr>
          <p:cNvSpPr/>
          <p:nvPr/>
        </p:nvSpPr>
        <p:spPr bwMode="auto">
          <a:xfrm>
            <a:off x="4215161" y="5007354"/>
            <a:ext cx="1829241" cy="79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 lvl="0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虚实结合，更好地表现主题</a:t>
            </a: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9F9AF24E-8773-D999-AB36-F1E977395A5D}"/>
              </a:ext>
            </a:extLst>
          </p:cNvPr>
          <p:cNvSpPr/>
          <p:nvPr/>
        </p:nvSpPr>
        <p:spPr bwMode="auto">
          <a:xfrm>
            <a:off x="7615586" y="5007354"/>
            <a:ext cx="1829241" cy="798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pPr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利用前景表现主题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:p15="http://schemas.microsoft.com/office/powerpoint/2012/main" xmlns:a14="http://schemas.microsoft.com/office/drawing/2010/main" xmlns:a16="http://schemas.microsoft.com/office/drawing/2014/main"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  <p:cond evt="onBegin" delay="0">
                          <p:tn val="34"/>
                        </p:cond>
                      </p:stCondLst>
                      <p:childTnLst>
                        <p:par>
                          <p:cTn id="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  <p:cond evt="onBegin" delay="0">
                          <p:tn val="40"/>
                        </p:cond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  <p:cond evt="onBegin" delay="0">
                          <p:tn val="46"/>
                        </p:cond>
                      </p:stCondLst>
                      <p:childTnLst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  <p:cond evt="onBegin" delay="0">
                          <p:tn val="52"/>
                        </p:cond>
                      </p:stCondLst>
                      <p:childTnLst>
                        <p:par>
                          <p:cTn id="5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  <p:cond evt="onBegin" delay="0">
                          <p:tn val="58"/>
                        </p:cond>
                      </p:stCondLst>
                      <p:childTnLst>
                        <p:par>
                          <p:cTn id="6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4" grpId="0"/>
      <p:bldP spid="26" grpId="0"/>
      <p:bldP spid="28" grpId="0"/>
      <p:bldP spid="30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4"/>
          <p:cNvSpPr/>
          <p:nvPr/>
        </p:nvSpPr>
        <p:spPr>
          <a:xfrm>
            <a:off x="4943477" y="3933825"/>
            <a:ext cx="2232025" cy="5032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>
              <a:lnSpc>
                <a:spcPct val="130000"/>
              </a:lnSpc>
            </a:pPr>
            <a:r>
              <a:rPr lang="zh-CN" altLang="en-US" sz="1600" i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结束语</a:t>
            </a:r>
          </a:p>
        </p:txBody>
      </p:sp>
      <p:sp>
        <p:nvSpPr>
          <p:cNvPr id="48132" name="Rectangle 5"/>
          <p:cNvSpPr/>
          <p:nvPr/>
        </p:nvSpPr>
        <p:spPr>
          <a:xfrm>
            <a:off x="3262993" y="4237605"/>
            <a:ext cx="7272339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</a:pPr>
            <a:endParaRPr lang="en-US" altLang="zh-CN" sz="2400" i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240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779E87F-1940-F190-69BA-EE7BDF7C1178}"/>
              </a:ext>
            </a:extLst>
          </p:cNvPr>
          <p:cNvSpPr txBox="1"/>
          <p:nvPr/>
        </p:nvSpPr>
        <p:spPr>
          <a:xfrm>
            <a:off x="952500" y="60325"/>
            <a:ext cx="10515600" cy="1325880"/>
          </a:xfrm>
          <a:prstGeom prst="rect">
            <a:avLst/>
          </a:prstGeom>
        </p:spPr>
        <p:txBody>
          <a:bodyPr vert="horz" wrap="square" lIns="91440" tIns="45720" rIns="91440" bIns="45720"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200" b="1"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摄影是一门艺术</a:t>
            </a:r>
            <a:endParaRPr lang="en-US" altLang="zh-CN" sz="3200" b="1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4779DD1-570E-486A-1A38-C6A0021C7B59}"/>
              </a:ext>
            </a:extLst>
          </p:cNvPr>
          <p:cNvSpPr/>
          <p:nvPr/>
        </p:nvSpPr>
        <p:spPr>
          <a:xfrm>
            <a:off x="1074056" y="2656114"/>
            <a:ext cx="5094515" cy="682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2000" i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 摄影不单是一门技术，更是一门艺术。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15C282D-F008-8F77-1B68-48E87D6EBA08}"/>
              </a:ext>
            </a:extLst>
          </p:cNvPr>
          <p:cNvSpPr/>
          <p:nvPr/>
        </p:nvSpPr>
        <p:spPr>
          <a:xfrm>
            <a:off x="1074056" y="3889828"/>
            <a:ext cx="5094515" cy="6821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hlink"/>
              </a:buClr>
            </a:pPr>
            <a:r>
              <a:rPr lang="zh-CN" altLang="en-US" sz="2000" i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创造美和记录历史是很有成就的工作。</a:t>
            </a:r>
          </a:p>
        </p:txBody>
      </p:sp>
      <p:pic>
        <p:nvPicPr>
          <p:cNvPr id="5" name="图片占位符 26">
            <a:extLst>
              <a:ext uri="{FF2B5EF4-FFF2-40B4-BE49-F238E27FC236}">
                <a16:creationId xmlns:a16="http://schemas.microsoft.com/office/drawing/2014/main" id="{54F78F90-8B0A-EC5F-04B9-55BE31E9BEBD}"/>
              </a:ext>
            </a:extLst>
          </p:cNvPr>
          <p:cNvPicPr>
            <a:picLocks noChangeAspect="1"/>
          </p:cNvPicPr>
          <p:nvPr/>
        </p:nvPicPr>
        <p:blipFill>
          <a:blip r:embed="R95262a27c19146c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7954" y="1799771"/>
            <a:ext cx="4158271" cy="3744192"/>
          </a:xfrm>
          <a:custGeom>
            <a:avLst/>
            <a:gdLst>
              <a:gd name="connsiteX0" fmla="*/ 1797929 w 3425640"/>
              <a:gd name="connsiteY0" fmla="*/ 1781749 h 3409460"/>
              <a:gd name="connsiteX1" fmla="*/ 3425640 w 3425640"/>
              <a:gd name="connsiteY1" fmla="*/ 1781749 h 3409460"/>
              <a:gd name="connsiteX2" fmla="*/ 3425640 w 3425640"/>
              <a:gd name="connsiteY2" fmla="*/ 3409460 h 3409460"/>
              <a:gd name="connsiteX3" fmla="*/ 1797929 w 3425640"/>
              <a:gd name="connsiteY3" fmla="*/ 3409460 h 3409460"/>
              <a:gd name="connsiteX4" fmla="*/ 0 w 3425640"/>
              <a:gd name="connsiteY4" fmla="*/ 1781749 h 3409460"/>
              <a:gd name="connsiteX5" fmla="*/ 1627711 w 3425640"/>
              <a:gd name="connsiteY5" fmla="*/ 1781749 h 3409460"/>
              <a:gd name="connsiteX6" fmla="*/ 1627711 w 3425640"/>
              <a:gd name="connsiteY6" fmla="*/ 3409460 h 3409460"/>
              <a:gd name="connsiteX7" fmla="*/ 0 w 3425640"/>
              <a:gd name="connsiteY7" fmla="*/ 3409460 h 3409460"/>
              <a:gd name="connsiteX8" fmla="*/ 1797929 w 3425640"/>
              <a:gd name="connsiteY8" fmla="*/ 0 h 3409460"/>
              <a:gd name="connsiteX9" fmla="*/ 3425640 w 3425640"/>
              <a:gd name="connsiteY9" fmla="*/ 0 h 3409460"/>
              <a:gd name="connsiteX10" fmla="*/ 3425640 w 3425640"/>
              <a:gd name="connsiteY10" fmla="*/ 1627711 h 3409460"/>
              <a:gd name="connsiteX11" fmla="*/ 1797929 w 3425640"/>
              <a:gd name="connsiteY11" fmla="*/ 1627711 h 3409460"/>
              <a:gd name="connsiteX12" fmla="*/ 0 w 3425640"/>
              <a:gd name="connsiteY12" fmla="*/ 0 h 3409460"/>
              <a:gd name="connsiteX13" fmla="*/ 1627711 w 3425640"/>
              <a:gd name="connsiteY13" fmla="*/ 0 h 3409460"/>
              <a:gd name="connsiteX14" fmla="*/ 1627711 w 3425640"/>
              <a:gd name="connsiteY14" fmla="*/ 1627711 h 3409460"/>
              <a:gd name="connsiteX15" fmla="*/ 0 w 3425640"/>
              <a:gd name="connsiteY15" fmla="*/ 1627711 h 3409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25639" h="3409459">
                <a:moveTo>
                  <a:pt x="1797929" y="1781749"/>
                </a:moveTo>
                <a:lnTo>
                  <a:pt x="3425640" y="1781749"/>
                </a:lnTo>
                <a:lnTo>
                  <a:pt x="3425640" y="3409460"/>
                </a:lnTo>
                <a:lnTo>
                  <a:pt x="1797929" y="3409460"/>
                </a:lnTo>
                <a:close/>
                <a:moveTo>
                  <a:pt x="0" y="1781749"/>
                </a:moveTo>
                <a:lnTo>
                  <a:pt x="1627711" y="1781749"/>
                </a:lnTo>
                <a:lnTo>
                  <a:pt x="1627711" y="3409460"/>
                </a:lnTo>
                <a:lnTo>
                  <a:pt x="0" y="3409460"/>
                </a:lnTo>
                <a:close/>
                <a:moveTo>
                  <a:pt x="1797929" y="0"/>
                </a:moveTo>
                <a:lnTo>
                  <a:pt x="3425640" y="0"/>
                </a:lnTo>
                <a:lnTo>
                  <a:pt x="3425640" y="1627711"/>
                </a:lnTo>
                <a:lnTo>
                  <a:pt x="1797929" y="1627711"/>
                </a:lnTo>
                <a:close/>
                <a:moveTo>
                  <a:pt x="0" y="0"/>
                </a:moveTo>
                <a:lnTo>
                  <a:pt x="1627711" y="0"/>
                </a:lnTo>
                <a:lnTo>
                  <a:pt x="1627711" y="1627711"/>
                </a:lnTo>
                <a:lnTo>
                  <a:pt x="0" y="1627711"/>
                </a:lnTo>
                <a:close/>
              </a:path>
            </a:pathLst>
          </a:cu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72E4575A-B7DB-606F-9222-5529615AD132}"/>
              </a:ext>
            </a:extLst>
          </p:cNvPr>
          <p:cNvGrpSpPr/>
          <p:nvPr/>
        </p:nvGrpSpPr>
        <p:grpSpPr>
          <a:xfrm>
            <a:off x="8271071" y="2995850"/>
            <a:ext cx="1352035" cy="1352034"/>
            <a:chOff x="5326397" y="2212607"/>
            <a:chExt cx="1571864" cy="157186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7E239AA-0912-3A09-1BC6-D6DE0AD0C7EE}"/>
                </a:ext>
              </a:extLst>
            </p:cNvPr>
            <p:cNvSpPr/>
            <p:nvPr/>
          </p:nvSpPr>
          <p:spPr>
            <a:xfrm>
              <a:off x="5326397" y="2212607"/>
              <a:ext cx="1571864" cy="1571864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18900000" scaled="1"/>
            </a:gradFill>
            <a:ln w="28575">
              <a:gradFill flip="none" rotWithShape="1">
                <a:gsLst>
                  <a:gs pos="0">
                    <a:srgbClr val="DBDBDB"/>
                  </a:gs>
                  <a:gs pos="100000">
                    <a:schemeClr val="bg1"/>
                  </a:gs>
                </a:gsLst>
                <a:lin ang="189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8" name="椭圆 11">
              <a:extLst>
                <a:ext uri="{FF2B5EF4-FFF2-40B4-BE49-F238E27FC236}">
                  <a16:creationId xmlns:a16="http://schemas.microsoft.com/office/drawing/2014/main" id="{E617B633-F035-B2D6-BEAA-AD49AF7FD39B}"/>
                </a:ext>
              </a:extLst>
            </p:cNvPr>
            <p:cNvSpPr/>
            <p:nvPr/>
          </p:nvSpPr>
          <p:spPr>
            <a:xfrm>
              <a:off x="5669331" y="2653478"/>
              <a:ext cx="824513" cy="667368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EECEAE88-DA48-BEDE-F0FB-D2E4E8A0A7D5}"/>
              </a:ext>
            </a:extLst>
          </p:cNvPr>
          <p:cNvGrpSpPr/>
          <p:nvPr/>
        </p:nvGrpSpPr>
        <p:grpSpPr>
          <a:xfrm>
            <a:off x="-723900" y="-1164969"/>
            <a:ext cx="13639800" cy="8200769"/>
            <a:chOff x="-723900" y="-1164969"/>
            <a:chExt cx="13639800" cy="8200769"/>
          </a:xfrm>
        </p:grpSpPr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DE5D5AA3-E0EA-4C10-4346-FEA7B0D380EC}"/>
                </a:ext>
              </a:extLst>
            </p:cNvPr>
            <p:cNvPicPr>
              <a:picLocks noChangeAspect="1"/>
            </p:cNvPicPr>
            <p:nvPr/>
          </p:nvPicPr>
          <p:blipFill>
            <a:blip r:embed="Ra2ffb3e7ab234b8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12700" y="852727"/>
              <a:ext cx="12204699" cy="6005274"/>
            </a:xfrm>
            <a:prstGeom prst="rect">
              <a:avLst/>
            </a:prstGeom>
          </p:spPr>
        </p:pic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0D17E56D-D857-D1E7-8D54-AABC8AF5151D}"/>
                </a:ext>
              </a:extLst>
            </p:cNvPr>
            <p:cNvSpPr/>
            <p:nvPr/>
          </p:nvSpPr>
          <p:spPr>
            <a:xfrm>
              <a:off x="0" y="1"/>
              <a:ext cx="12192000" cy="6858000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BA5EB7B1-9372-E49A-CE0D-0370454318B5}"/>
                </a:ext>
              </a:extLst>
            </p:cNvPr>
            <p:cNvGrpSpPr/>
            <p:nvPr/>
          </p:nvGrpSpPr>
          <p:grpSpPr>
            <a:xfrm rot="21278930">
              <a:off x="-436630" y="-391839"/>
              <a:ext cx="12877158" cy="6549484"/>
              <a:chOff x="2650327" y="0"/>
              <a:chExt cx="7078274" cy="6858000"/>
            </a:xfrm>
          </p:grpSpPr>
          <p:pic>
            <p:nvPicPr>
              <p:cNvPr id="111" name="图片 110">
                <a:extLst>
                  <a:ext uri="{FF2B5EF4-FFF2-40B4-BE49-F238E27FC236}">
                    <a16:creationId xmlns:a16="http://schemas.microsoft.com/office/drawing/2014/main" id="{BB2A2191-456C-0C19-1A26-F0CF90B7E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d9cefd63697471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0"/>
                <a:ext cx="7078274" cy="6858000"/>
              </a:xfrm>
              <a:prstGeom prst="rect">
                <a:avLst/>
              </a:prstGeom>
            </p:spPr>
          </p:pic>
          <p:pic>
            <p:nvPicPr>
              <p:cNvPr id="112" name="图片 111">
                <a:extLst>
                  <a:ext uri="{FF2B5EF4-FFF2-40B4-BE49-F238E27FC236}">
                    <a16:creationId xmlns:a16="http://schemas.microsoft.com/office/drawing/2014/main" id="{0121E231-1C8D-3B65-D737-9EEFAE8B2E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cbb8fbe9b64498e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681548"/>
              </a:xfrm>
              <a:prstGeom prst="rect">
                <a:avLst/>
              </a:prstGeom>
            </p:spPr>
          </p:pic>
          <p:pic>
            <p:nvPicPr>
              <p:cNvPr id="113" name="图片 112">
                <a:extLst>
                  <a:ext uri="{FF2B5EF4-FFF2-40B4-BE49-F238E27FC236}">
                    <a16:creationId xmlns:a16="http://schemas.microsoft.com/office/drawing/2014/main" id="{9AE5DB81-B9AE-B842-8495-60ED666AF7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dc04280fe74342e2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0327" y="33344"/>
                <a:ext cx="7078274" cy="6451600"/>
              </a:xfrm>
              <a:prstGeom prst="rect">
                <a:avLst/>
              </a:prstGeom>
            </p:spPr>
          </p:pic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14DA0F7C-1BA2-E5A5-05F1-0A38394A2FD1}"/>
                </a:ext>
              </a:extLst>
            </p:cNvPr>
            <p:cNvGrpSpPr/>
            <p:nvPr/>
          </p:nvGrpSpPr>
          <p:grpSpPr>
            <a:xfrm>
              <a:off x="0" y="0"/>
              <a:ext cx="3149599" cy="1257300"/>
              <a:chOff x="2266950" y="838199"/>
              <a:chExt cx="7977187" cy="5362575"/>
            </a:xfrm>
          </p:grpSpPr>
          <p:pic>
            <p:nvPicPr>
              <p:cNvPr id="109" name="图片 108">
                <a:extLst>
                  <a:ext uri="{FF2B5EF4-FFF2-40B4-BE49-F238E27FC236}">
                    <a16:creationId xmlns:a16="http://schemas.microsoft.com/office/drawing/2014/main" id="{6366D122-EFEB-ED40-85BD-14A46F8B7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e48f809de2924f3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977187" cy="5362575"/>
              </a:xfrm>
              <a:prstGeom prst="rect">
                <a:avLst/>
              </a:prstGeom>
            </p:spPr>
          </p:pic>
          <p:pic>
            <p:nvPicPr>
              <p:cNvPr id="110" name="图片 109">
                <a:extLst>
                  <a:ext uri="{FF2B5EF4-FFF2-40B4-BE49-F238E27FC236}">
                    <a16:creationId xmlns:a16="http://schemas.microsoft.com/office/drawing/2014/main" id="{6E782A1B-3E7A-7A07-6F23-47F2AAD47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66f8ce8dc8c0489d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66950" y="838199"/>
                <a:ext cx="7521762" cy="5045265"/>
              </a:xfrm>
              <a:prstGeom prst="rect">
                <a:avLst/>
              </a:prstGeom>
            </p:spPr>
          </p:pic>
        </p:grp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4A728173-EC58-582E-6422-51471052124F}"/>
                </a:ext>
              </a:extLst>
            </p:cNvPr>
            <p:cNvSpPr/>
            <p:nvPr/>
          </p:nvSpPr>
          <p:spPr>
            <a:xfrm>
              <a:off x="-7239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A2B0FB75-12B8-4652-BA5F-2556A45BB750}"/>
                </a:ext>
              </a:extLst>
            </p:cNvPr>
            <p:cNvSpPr/>
            <p:nvPr/>
          </p:nvSpPr>
          <p:spPr>
            <a:xfrm>
              <a:off x="12192000" y="-432027"/>
              <a:ext cx="723900" cy="7467827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7904C37D-B686-01E4-B163-1E6EA33C41EC}"/>
                </a:ext>
              </a:extLst>
            </p:cNvPr>
            <p:cNvSpPr/>
            <p:nvPr/>
          </p:nvSpPr>
          <p:spPr>
            <a:xfrm>
              <a:off x="-304800" y="-1164969"/>
              <a:ext cx="12801600" cy="1164969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4" name="标题 1">
            <a:extLst>
              <a:ext uri="{FF2B5EF4-FFF2-40B4-BE49-F238E27FC236}">
                <a16:creationId xmlns:a16="http://schemas.microsoft.com/office/drawing/2014/main" id="{669DD57B-1028-B5BE-EA3D-2AFC86535407}"/>
              </a:ext>
            </a:extLst>
          </p:cNvPr>
          <p:cNvSpPr txBox="1"/>
          <p:nvPr/>
        </p:nvSpPr>
        <p:spPr>
          <a:xfrm>
            <a:off x="103831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摄影建议</a:t>
            </a:r>
          </a:p>
        </p:txBody>
      </p:sp>
      <p:sp>
        <p:nvSpPr>
          <p:cNvPr id="115" name="标题 1">
            <a:extLst>
              <a:ext uri="{FF2B5EF4-FFF2-40B4-BE49-F238E27FC236}">
                <a16:creationId xmlns:a16="http://schemas.microsoft.com/office/drawing/2014/main" id="{B18094B8-FC19-9469-1C59-785309134F0A}"/>
              </a:ext>
            </a:extLst>
          </p:cNvPr>
          <p:cNvSpPr txBox="1"/>
          <p:nvPr/>
        </p:nvSpPr>
        <p:spPr>
          <a:xfrm>
            <a:off x="90242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摄影题材</a:t>
            </a:r>
            <a:endParaRPr lang="en-US" altLang="zh-CN" sz="16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sp>
        <p:nvSpPr>
          <p:cNvPr id="116" name="标题 1">
            <a:extLst>
              <a:ext uri="{FF2B5EF4-FFF2-40B4-BE49-F238E27FC236}">
                <a16:creationId xmlns:a16="http://schemas.microsoft.com/office/drawing/2014/main" id="{DD786D07-605B-F8F1-918C-549A44188507}"/>
              </a:ext>
            </a:extLst>
          </p:cNvPr>
          <p:cNvSpPr txBox="1"/>
          <p:nvPr/>
        </p:nvSpPr>
        <p:spPr>
          <a:xfrm>
            <a:off x="76653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</a:t>
            </a:r>
          </a:p>
        </p:txBody>
      </p:sp>
      <p:sp>
        <p:nvSpPr>
          <p:cNvPr id="117" name="标题 1">
            <a:extLst>
              <a:ext uri="{FF2B5EF4-FFF2-40B4-BE49-F238E27FC236}">
                <a16:creationId xmlns:a16="http://schemas.microsoft.com/office/drawing/2014/main" id="{CBBE9091-4E1F-2AC0-59EE-1926221D259E}"/>
              </a:ext>
            </a:extLst>
          </p:cNvPr>
          <p:cNvSpPr txBox="1"/>
          <p:nvPr/>
        </p:nvSpPr>
        <p:spPr>
          <a:xfrm>
            <a:off x="6306457" y="438921"/>
            <a:ext cx="1238251" cy="4222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摄影基础</a:t>
            </a:r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40EE4DA1-3CC2-01FD-4866-A8FC42B18D80}"/>
              </a:ext>
            </a:extLst>
          </p:cNvPr>
          <p:cNvSpPr/>
          <p:nvPr/>
        </p:nvSpPr>
        <p:spPr>
          <a:xfrm>
            <a:off x="10602687" y="438697"/>
            <a:ext cx="1079500" cy="40481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9" name="标题 1">
            <a:extLst>
              <a:ext uri="{FF2B5EF4-FFF2-40B4-BE49-F238E27FC236}">
                <a16:creationId xmlns:a16="http://schemas.microsoft.com/office/drawing/2014/main" id="{7714F39B-8596-2D72-D8D8-AEADE23530A6}"/>
              </a:ext>
            </a:extLst>
          </p:cNvPr>
          <p:cNvSpPr txBox="1"/>
          <p:nvPr/>
        </p:nvSpPr>
        <p:spPr>
          <a:xfrm>
            <a:off x="854643" y="280989"/>
            <a:ext cx="1238251" cy="342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LOGO</a:t>
            </a:r>
            <a:endParaRPr lang="zh-CN" altLang="en-US" sz="2800" b="1">
              <a:solidFill>
                <a:schemeClr val="accent2"/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152AC2DB-989C-5198-9AD6-F96710E71BE7}"/>
              </a:ext>
            </a:extLst>
          </p:cNvPr>
          <p:cNvGrpSpPr/>
          <p:nvPr/>
        </p:nvGrpSpPr>
        <p:grpSpPr>
          <a:xfrm>
            <a:off x="348345" y="457986"/>
            <a:ext cx="393699" cy="339663"/>
            <a:chOff x="8191500" y="676090"/>
            <a:chExt cx="647698" cy="558800"/>
          </a:xfrm>
          <a:solidFill>
            <a:schemeClr val="bg1"/>
          </a:solidFill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F6AC559-E03B-7DD5-50F3-3AF8BC40D7DA}"/>
                </a:ext>
              </a:extLst>
            </p:cNvPr>
            <p:cNvSpPr/>
            <p:nvPr/>
          </p:nvSpPr>
          <p:spPr>
            <a:xfrm>
              <a:off x="8191500" y="676090"/>
              <a:ext cx="558800" cy="558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8F44742A-B81C-3624-1962-4D5B44B830E6}"/>
                </a:ext>
              </a:extLst>
            </p:cNvPr>
            <p:cNvSpPr/>
            <p:nvPr/>
          </p:nvSpPr>
          <p:spPr>
            <a:xfrm>
              <a:off x="8559799" y="828489"/>
              <a:ext cx="279399" cy="279401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141C378-962A-0008-DEC9-AE7FBA029E87}"/>
              </a:ext>
            </a:extLst>
          </p:cNvPr>
          <p:cNvSpPr txBox="1"/>
          <p:nvPr/>
        </p:nvSpPr>
        <p:spPr>
          <a:xfrm>
            <a:off x="2249758" y="1868140"/>
            <a:ext cx="5340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新闻摄影培训</a:t>
            </a:r>
            <a:r>
              <a:rPr lang="en-US" altLang="zh-CN" sz="1600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PPT</a:t>
            </a:r>
            <a:r>
              <a:rPr lang="zh-CN" altLang="en-US" sz="1600" spc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Arial"/>
              </a:rPr>
              <a:t>模板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B10380D-0C9C-AF96-1390-5B65F4384B1F}"/>
              </a:ext>
            </a:extLst>
          </p:cNvPr>
          <p:cNvSpPr txBox="1"/>
          <p:nvPr/>
        </p:nvSpPr>
        <p:spPr>
          <a:xfrm>
            <a:off x="527870" y="2380681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新闻摄影培训</a:t>
            </a:r>
          </a:p>
        </p:txBody>
      </p:sp>
      <p:sp>
        <p:nvSpPr>
          <p:cNvPr id="125" name="Rectangle 3">
            <a:extLst>
              <a:ext uri="{FF2B5EF4-FFF2-40B4-BE49-F238E27FC236}">
                <a16:creationId xmlns:a16="http://schemas.microsoft.com/office/drawing/2014/main" id="{718E693D-BFC6-E65E-33AB-F1D8A3168ECD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27338" y="3736003"/>
            <a:ext cx="6205263" cy="49244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000">
                <a:solidFill>
                  <a:schemeClr val="tx1">
                    <a:lumMod val="85000"/>
                    <a:lumOff val="15000"/>
                    <a:alpha val="66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图片新闻：以照片为主，辅以简要的文字说明来报道新闻事件。一张好的新闻照片要求信息丰富、主题突出。所反映的内容和事件，在时效性、重要性、冲击力等方面有突出表现。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06FBBB6B-D7CB-DDBE-F236-724978C98002}"/>
              </a:ext>
            </a:extLst>
          </p:cNvPr>
          <p:cNvSpPr txBox="1"/>
          <p:nvPr/>
        </p:nvSpPr>
        <p:spPr>
          <a:xfrm>
            <a:off x="1040383" y="4652730"/>
            <a:ext cx="1436460" cy="312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汇报人：XX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PPT</a:t>
            </a:r>
            <a:endParaRPr lang="zh-CN" altLang="en-US" sz="110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  <a:cs typeface="阿里巴巴普惠体 Heavy" pitchFamily="18" charset="-122"/>
              <a:sym typeface="+mn-lt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2C053914-9592-0269-FE07-85439B284D8D}"/>
              </a:ext>
            </a:extLst>
          </p:cNvPr>
          <p:cNvGrpSpPr/>
          <p:nvPr/>
        </p:nvGrpSpPr>
        <p:grpSpPr>
          <a:xfrm>
            <a:off x="738791" y="4672426"/>
            <a:ext cx="279820" cy="279820"/>
            <a:chOff x="1218780" y="4491524"/>
            <a:chExt cx="407325" cy="407325"/>
          </a:xfrm>
          <a:solidFill>
            <a:schemeClr val="accent1"/>
          </a:solidFill>
        </p:grpSpPr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1A5D5E0C-4A9A-DB89-1643-834FAE225527}"/>
                </a:ext>
              </a:extLst>
            </p:cNvPr>
            <p:cNvSpPr/>
            <p:nvPr/>
          </p:nvSpPr>
          <p:spPr>
            <a:xfrm>
              <a:off x="1218780" y="4491524"/>
              <a:ext cx="407325" cy="407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  <p:sp>
          <p:nvSpPr>
            <p:cNvPr id="129" name="iconfont-1186-567130">
              <a:extLst>
                <a:ext uri="{FF2B5EF4-FFF2-40B4-BE49-F238E27FC236}">
                  <a16:creationId xmlns:a16="http://schemas.microsoft.com/office/drawing/2014/main" id="{305272FD-7287-7163-E921-87E3A728BFB2}"/>
                </a:ext>
              </a:extLst>
            </p:cNvPr>
            <p:cNvSpPr/>
            <p:nvPr/>
          </p:nvSpPr>
          <p:spPr>
            <a:xfrm>
              <a:off x="1330732" y="4588304"/>
              <a:ext cx="183420" cy="213764"/>
            </a:xfrm>
            <a:custGeom>
              <a:avLst/>
              <a:gdLst>
                <a:gd name="T0" fmla="*/ 9460 w 11005"/>
                <a:gd name="T1" fmla="*/ 7916 h 12825"/>
                <a:gd name="T2" fmla="*/ 10232 w 11005"/>
                <a:gd name="T3" fmla="*/ 8715 h 12825"/>
                <a:gd name="T4" fmla="*/ 11005 w 11005"/>
                <a:gd name="T5" fmla="*/ 7916 h 12825"/>
                <a:gd name="T6" fmla="*/ 11005 w 11005"/>
                <a:gd name="T7" fmla="*/ 4827 h 12825"/>
                <a:gd name="T8" fmla="*/ 10232 w 11005"/>
                <a:gd name="T9" fmla="*/ 4027 h 12825"/>
                <a:gd name="T10" fmla="*/ 9460 w 11005"/>
                <a:gd name="T11" fmla="*/ 4827 h 12825"/>
                <a:gd name="T12" fmla="*/ 9460 w 11005"/>
                <a:gd name="T13" fmla="*/ 7916 h 12825"/>
                <a:gd name="T14" fmla="*/ 6647 w 11005"/>
                <a:gd name="T15" fmla="*/ 2234 h 12825"/>
                <a:gd name="T16" fmla="*/ 7033 w 11005"/>
                <a:gd name="T17" fmla="*/ 1848 h 12825"/>
                <a:gd name="T18" fmla="*/ 7419 w 11005"/>
                <a:gd name="T19" fmla="*/ 2234 h 12825"/>
                <a:gd name="T20" fmla="*/ 7033 w 11005"/>
                <a:gd name="T21" fmla="*/ 2620 h 12825"/>
                <a:gd name="T22" fmla="*/ 6647 w 11005"/>
                <a:gd name="T23" fmla="*/ 2234 h 12825"/>
                <a:gd name="T24" fmla="*/ 3668 w 11005"/>
                <a:gd name="T25" fmla="*/ 2234 h 12825"/>
                <a:gd name="T26" fmla="*/ 4054 w 11005"/>
                <a:gd name="T27" fmla="*/ 1848 h 12825"/>
                <a:gd name="T28" fmla="*/ 4440 w 11005"/>
                <a:gd name="T29" fmla="*/ 2234 h 12825"/>
                <a:gd name="T30" fmla="*/ 4054 w 11005"/>
                <a:gd name="T31" fmla="*/ 2620 h 12825"/>
                <a:gd name="T32" fmla="*/ 3668 w 11005"/>
                <a:gd name="T33" fmla="*/ 2234 h 12825"/>
                <a:gd name="T34" fmla="*/ 2041 w 11005"/>
                <a:gd name="T35" fmla="*/ 9708 h 12825"/>
                <a:gd name="T36" fmla="*/ 2648 w 11005"/>
                <a:gd name="T37" fmla="*/ 10315 h 12825"/>
                <a:gd name="T38" fmla="*/ 3337 w 11005"/>
                <a:gd name="T39" fmla="*/ 10315 h 12825"/>
                <a:gd name="T40" fmla="*/ 3337 w 11005"/>
                <a:gd name="T41" fmla="*/ 12025 h 12825"/>
                <a:gd name="T42" fmla="*/ 4109 w 11005"/>
                <a:gd name="T43" fmla="*/ 12825 h 12825"/>
                <a:gd name="T44" fmla="*/ 4882 w 11005"/>
                <a:gd name="T45" fmla="*/ 12025 h 12825"/>
                <a:gd name="T46" fmla="*/ 4882 w 11005"/>
                <a:gd name="T47" fmla="*/ 10315 h 12825"/>
                <a:gd name="T48" fmla="*/ 6095 w 11005"/>
                <a:gd name="T49" fmla="*/ 10315 h 12825"/>
                <a:gd name="T50" fmla="*/ 6095 w 11005"/>
                <a:gd name="T51" fmla="*/ 12025 h 12825"/>
                <a:gd name="T52" fmla="*/ 6867 w 11005"/>
                <a:gd name="T53" fmla="*/ 12825 h 12825"/>
                <a:gd name="T54" fmla="*/ 7640 w 11005"/>
                <a:gd name="T55" fmla="*/ 12025 h 12825"/>
                <a:gd name="T56" fmla="*/ 7640 w 11005"/>
                <a:gd name="T57" fmla="*/ 10315 h 12825"/>
                <a:gd name="T58" fmla="*/ 8329 w 11005"/>
                <a:gd name="T59" fmla="*/ 10315 h 12825"/>
                <a:gd name="T60" fmla="*/ 8936 w 11005"/>
                <a:gd name="T61" fmla="*/ 9708 h 12825"/>
                <a:gd name="T62" fmla="*/ 8936 w 11005"/>
                <a:gd name="T63" fmla="*/ 4054 h 12825"/>
                <a:gd name="T64" fmla="*/ 2041 w 11005"/>
                <a:gd name="T65" fmla="*/ 4054 h 12825"/>
                <a:gd name="T66" fmla="*/ 2041 w 11005"/>
                <a:gd name="T67" fmla="*/ 9708 h 12825"/>
                <a:gd name="T68" fmla="*/ 9019 w 11005"/>
                <a:gd name="T69" fmla="*/ 3585 h 12825"/>
                <a:gd name="T70" fmla="*/ 7198 w 11005"/>
                <a:gd name="T71" fmla="*/ 1158 h 12825"/>
                <a:gd name="T72" fmla="*/ 7833 w 11005"/>
                <a:gd name="T73" fmla="*/ 221 h 12825"/>
                <a:gd name="T74" fmla="*/ 7805 w 11005"/>
                <a:gd name="T75" fmla="*/ 55 h 12825"/>
                <a:gd name="T76" fmla="*/ 7640 w 11005"/>
                <a:gd name="T77" fmla="*/ 83 h 12825"/>
                <a:gd name="T78" fmla="*/ 6978 w 11005"/>
                <a:gd name="T79" fmla="*/ 1048 h 12825"/>
                <a:gd name="T80" fmla="*/ 5544 w 11005"/>
                <a:gd name="T81" fmla="*/ 772 h 12825"/>
                <a:gd name="T82" fmla="*/ 4082 w 11005"/>
                <a:gd name="T83" fmla="*/ 1048 h 12825"/>
                <a:gd name="T84" fmla="*/ 3420 w 11005"/>
                <a:gd name="T85" fmla="*/ 83 h 12825"/>
                <a:gd name="T86" fmla="*/ 3254 w 11005"/>
                <a:gd name="T87" fmla="*/ 55 h 12825"/>
                <a:gd name="T88" fmla="*/ 3227 w 11005"/>
                <a:gd name="T89" fmla="*/ 221 h 12825"/>
                <a:gd name="T90" fmla="*/ 3861 w 11005"/>
                <a:gd name="T91" fmla="*/ 1158 h 12825"/>
                <a:gd name="T92" fmla="*/ 2041 w 11005"/>
                <a:gd name="T93" fmla="*/ 3585 h 12825"/>
                <a:gd name="T94" fmla="*/ 9019 w 11005"/>
                <a:gd name="T95" fmla="*/ 3585 h 12825"/>
                <a:gd name="T96" fmla="*/ 0 w 11005"/>
                <a:gd name="T97" fmla="*/ 7916 h 12825"/>
                <a:gd name="T98" fmla="*/ 772 w 11005"/>
                <a:gd name="T99" fmla="*/ 8715 h 12825"/>
                <a:gd name="T100" fmla="*/ 1544 w 11005"/>
                <a:gd name="T101" fmla="*/ 7916 h 12825"/>
                <a:gd name="T102" fmla="*/ 1544 w 11005"/>
                <a:gd name="T103" fmla="*/ 4827 h 12825"/>
                <a:gd name="T104" fmla="*/ 772 w 11005"/>
                <a:gd name="T105" fmla="*/ 4027 h 12825"/>
                <a:gd name="T106" fmla="*/ 0 w 11005"/>
                <a:gd name="T107" fmla="*/ 4827 h 12825"/>
                <a:gd name="T108" fmla="*/ 0 w 11005"/>
                <a:gd name="T109" fmla="*/ 7916 h 12825"/>
                <a:gd name="T110" fmla="*/ 0 w 11005"/>
                <a:gd name="T111" fmla="*/ 7916 h 12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05" h="12825">
                  <a:moveTo>
                    <a:pt x="9460" y="7916"/>
                  </a:moveTo>
                  <a:cubicBezTo>
                    <a:pt x="9460" y="8357"/>
                    <a:pt x="9819" y="8715"/>
                    <a:pt x="10232" y="8715"/>
                  </a:cubicBezTo>
                  <a:cubicBezTo>
                    <a:pt x="10674" y="8715"/>
                    <a:pt x="11005" y="8357"/>
                    <a:pt x="11005" y="7916"/>
                  </a:cubicBezTo>
                  <a:lnTo>
                    <a:pt x="11005" y="4827"/>
                  </a:lnTo>
                  <a:cubicBezTo>
                    <a:pt x="11005" y="4385"/>
                    <a:pt x="10646" y="4027"/>
                    <a:pt x="10232" y="4027"/>
                  </a:cubicBezTo>
                  <a:cubicBezTo>
                    <a:pt x="9791" y="4027"/>
                    <a:pt x="9460" y="4385"/>
                    <a:pt x="9460" y="4827"/>
                  </a:cubicBezTo>
                  <a:lnTo>
                    <a:pt x="9460" y="7916"/>
                  </a:lnTo>
                  <a:close/>
                  <a:moveTo>
                    <a:pt x="6647" y="2234"/>
                  </a:moveTo>
                  <a:cubicBezTo>
                    <a:pt x="6647" y="2013"/>
                    <a:pt x="6812" y="1848"/>
                    <a:pt x="7033" y="1848"/>
                  </a:cubicBezTo>
                  <a:cubicBezTo>
                    <a:pt x="7254" y="1848"/>
                    <a:pt x="7419" y="2013"/>
                    <a:pt x="7419" y="2234"/>
                  </a:cubicBezTo>
                  <a:cubicBezTo>
                    <a:pt x="7419" y="2455"/>
                    <a:pt x="7254" y="2620"/>
                    <a:pt x="7033" y="2620"/>
                  </a:cubicBezTo>
                  <a:cubicBezTo>
                    <a:pt x="6812" y="2620"/>
                    <a:pt x="6647" y="2455"/>
                    <a:pt x="6647" y="2234"/>
                  </a:cubicBezTo>
                  <a:close/>
                  <a:moveTo>
                    <a:pt x="3668" y="2234"/>
                  </a:moveTo>
                  <a:cubicBezTo>
                    <a:pt x="3668" y="2013"/>
                    <a:pt x="3834" y="1848"/>
                    <a:pt x="4054" y="1848"/>
                  </a:cubicBezTo>
                  <a:cubicBezTo>
                    <a:pt x="4275" y="1848"/>
                    <a:pt x="4440" y="2013"/>
                    <a:pt x="4440" y="2234"/>
                  </a:cubicBezTo>
                  <a:cubicBezTo>
                    <a:pt x="4440" y="2455"/>
                    <a:pt x="4275" y="2620"/>
                    <a:pt x="4054" y="2620"/>
                  </a:cubicBezTo>
                  <a:cubicBezTo>
                    <a:pt x="3834" y="2620"/>
                    <a:pt x="3668" y="2455"/>
                    <a:pt x="3668" y="2234"/>
                  </a:cubicBezTo>
                  <a:close/>
                  <a:moveTo>
                    <a:pt x="2041" y="9708"/>
                  </a:moveTo>
                  <a:cubicBezTo>
                    <a:pt x="2041" y="10039"/>
                    <a:pt x="2317" y="10315"/>
                    <a:pt x="2648" y="10315"/>
                  </a:cubicBezTo>
                  <a:lnTo>
                    <a:pt x="3337" y="10315"/>
                  </a:lnTo>
                  <a:lnTo>
                    <a:pt x="3337" y="12025"/>
                  </a:lnTo>
                  <a:cubicBezTo>
                    <a:pt x="3337" y="12466"/>
                    <a:pt x="3668" y="12825"/>
                    <a:pt x="4109" y="12825"/>
                  </a:cubicBezTo>
                  <a:cubicBezTo>
                    <a:pt x="4523" y="12825"/>
                    <a:pt x="4882" y="12466"/>
                    <a:pt x="4882" y="12025"/>
                  </a:cubicBezTo>
                  <a:lnTo>
                    <a:pt x="4882" y="10315"/>
                  </a:lnTo>
                  <a:lnTo>
                    <a:pt x="6095" y="10315"/>
                  </a:lnTo>
                  <a:lnTo>
                    <a:pt x="6095" y="12025"/>
                  </a:lnTo>
                  <a:cubicBezTo>
                    <a:pt x="6095" y="12466"/>
                    <a:pt x="6426" y="12825"/>
                    <a:pt x="6867" y="12825"/>
                  </a:cubicBezTo>
                  <a:cubicBezTo>
                    <a:pt x="7309" y="12825"/>
                    <a:pt x="7640" y="12466"/>
                    <a:pt x="7640" y="12025"/>
                  </a:cubicBezTo>
                  <a:lnTo>
                    <a:pt x="7640" y="10315"/>
                  </a:lnTo>
                  <a:lnTo>
                    <a:pt x="8329" y="10315"/>
                  </a:lnTo>
                  <a:cubicBezTo>
                    <a:pt x="8688" y="10315"/>
                    <a:pt x="8936" y="10039"/>
                    <a:pt x="8936" y="9708"/>
                  </a:cubicBezTo>
                  <a:lnTo>
                    <a:pt x="8936" y="4054"/>
                  </a:lnTo>
                  <a:lnTo>
                    <a:pt x="2041" y="4054"/>
                  </a:lnTo>
                  <a:lnTo>
                    <a:pt x="2041" y="9708"/>
                  </a:lnTo>
                  <a:close/>
                  <a:moveTo>
                    <a:pt x="9019" y="3585"/>
                  </a:moveTo>
                  <a:cubicBezTo>
                    <a:pt x="8908" y="2510"/>
                    <a:pt x="8219" y="1627"/>
                    <a:pt x="7198" y="1158"/>
                  </a:cubicBezTo>
                  <a:lnTo>
                    <a:pt x="7833" y="221"/>
                  </a:lnTo>
                  <a:cubicBezTo>
                    <a:pt x="7888" y="165"/>
                    <a:pt x="7860" y="83"/>
                    <a:pt x="7805" y="55"/>
                  </a:cubicBezTo>
                  <a:cubicBezTo>
                    <a:pt x="7750" y="27"/>
                    <a:pt x="7695" y="55"/>
                    <a:pt x="7640" y="83"/>
                  </a:cubicBezTo>
                  <a:lnTo>
                    <a:pt x="6978" y="1048"/>
                  </a:lnTo>
                  <a:cubicBezTo>
                    <a:pt x="6536" y="882"/>
                    <a:pt x="6040" y="772"/>
                    <a:pt x="5544" y="772"/>
                  </a:cubicBezTo>
                  <a:cubicBezTo>
                    <a:pt x="5020" y="772"/>
                    <a:pt x="4523" y="882"/>
                    <a:pt x="4082" y="1048"/>
                  </a:cubicBezTo>
                  <a:lnTo>
                    <a:pt x="3420" y="83"/>
                  </a:lnTo>
                  <a:cubicBezTo>
                    <a:pt x="3365" y="27"/>
                    <a:pt x="3310" y="0"/>
                    <a:pt x="3254" y="55"/>
                  </a:cubicBezTo>
                  <a:cubicBezTo>
                    <a:pt x="3199" y="83"/>
                    <a:pt x="3199" y="165"/>
                    <a:pt x="3227" y="221"/>
                  </a:cubicBezTo>
                  <a:lnTo>
                    <a:pt x="3861" y="1158"/>
                  </a:lnTo>
                  <a:cubicBezTo>
                    <a:pt x="2841" y="1627"/>
                    <a:pt x="2124" y="2510"/>
                    <a:pt x="2041" y="3585"/>
                  </a:cubicBezTo>
                  <a:lnTo>
                    <a:pt x="9019" y="3585"/>
                  </a:lnTo>
                  <a:close/>
                  <a:moveTo>
                    <a:pt x="0" y="7916"/>
                  </a:moveTo>
                  <a:cubicBezTo>
                    <a:pt x="0" y="8357"/>
                    <a:pt x="331" y="8715"/>
                    <a:pt x="772" y="8715"/>
                  </a:cubicBezTo>
                  <a:cubicBezTo>
                    <a:pt x="1186" y="8715"/>
                    <a:pt x="1544" y="8357"/>
                    <a:pt x="1544" y="7916"/>
                  </a:cubicBezTo>
                  <a:lnTo>
                    <a:pt x="1544" y="4827"/>
                  </a:lnTo>
                  <a:cubicBezTo>
                    <a:pt x="1544" y="4385"/>
                    <a:pt x="1186" y="4027"/>
                    <a:pt x="772" y="4027"/>
                  </a:cubicBezTo>
                  <a:cubicBezTo>
                    <a:pt x="331" y="4027"/>
                    <a:pt x="0" y="4385"/>
                    <a:pt x="0" y="4827"/>
                  </a:cubicBezTo>
                  <a:lnTo>
                    <a:pt x="0" y="7916"/>
                  </a:lnTo>
                  <a:close/>
                  <a:moveTo>
                    <a:pt x="0" y="791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</p:grpSp>
      <p:sp>
        <p:nvSpPr>
          <p:cNvPr id="130" name="文本框 129">
            <a:extLst>
              <a:ext uri="{FF2B5EF4-FFF2-40B4-BE49-F238E27FC236}">
                <a16:creationId xmlns:a16="http://schemas.microsoft.com/office/drawing/2014/main" id="{5A778CCC-564A-689D-824F-AA4274B0E40F}"/>
              </a:ext>
            </a:extLst>
          </p:cNvPr>
          <p:cNvSpPr txBox="1"/>
          <p:nvPr/>
        </p:nvSpPr>
        <p:spPr>
          <a:xfrm>
            <a:off x="2916755" y="4652730"/>
            <a:ext cx="1436460" cy="3123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汇报班级：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X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级</a:t>
            </a:r>
            <a:r>
              <a:rPr lang="en-US" altLang="zh-CN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X</a:t>
            </a:r>
            <a:r>
              <a:rPr lang="zh-CN" altLang="en-US" sz="1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班</a:t>
            </a:r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8CF29B3D-F67D-C8C4-8909-AF852CDF6E62}"/>
              </a:ext>
            </a:extLst>
          </p:cNvPr>
          <p:cNvGrpSpPr/>
          <p:nvPr/>
        </p:nvGrpSpPr>
        <p:grpSpPr>
          <a:xfrm>
            <a:off x="2605691" y="4672426"/>
            <a:ext cx="279820" cy="279820"/>
            <a:chOff x="1218780" y="4491524"/>
            <a:chExt cx="407325" cy="407325"/>
          </a:xfrm>
          <a:solidFill>
            <a:schemeClr val="accent1"/>
          </a:solidFill>
        </p:grpSpPr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8F2BED67-5C17-E6D2-7FBA-5950603B8A65}"/>
                </a:ext>
              </a:extLst>
            </p:cNvPr>
            <p:cNvSpPr/>
            <p:nvPr/>
          </p:nvSpPr>
          <p:spPr>
            <a:xfrm>
              <a:off x="1218780" y="4491524"/>
              <a:ext cx="407325" cy="4073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  <p:sp>
          <p:nvSpPr>
            <p:cNvPr id="133" name="iconfont-1186-567130">
              <a:extLst>
                <a:ext uri="{FF2B5EF4-FFF2-40B4-BE49-F238E27FC236}">
                  <a16:creationId xmlns:a16="http://schemas.microsoft.com/office/drawing/2014/main" id="{7B238593-6A98-18E3-6A01-4068DF9761AE}"/>
                </a:ext>
              </a:extLst>
            </p:cNvPr>
            <p:cNvSpPr/>
            <p:nvPr/>
          </p:nvSpPr>
          <p:spPr>
            <a:xfrm>
              <a:off x="1330732" y="4588304"/>
              <a:ext cx="183420" cy="213764"/>
            </a:xfrm>
            <a:custGeom>
              <a:avLst/>
              <a:gdLst>
                <a:gd name="T0" fmla="*/ 9460 w 11005"/>
                <a:gd name="T1" fmla="*/ 7916 h 12825"/>
                <a:gd name="T2" fmla="*/ 10232 w 11005"/>
                <a:gd name="T3" fmla="*/ 8715 h 12825"/>
                <a:gd name="T4" fmla="*/ 11005 w 11005"/>
                <a:gd name="T5" fmla="*/ 7916 h 12825"/>
                <a:gd name="T6" fmla="*/ 11005 w 11005"/>
                <a:gd name="T7" fmla="*/ 4827 h 12825"/>
                <a:gd name="T8" fmla="*/ 10232 w 11005"/>
                <a:gd name="T9" fmla="*/ 4027 h 12825"/>
                <a:gd name="T10" fmla="*/ 9460 w 11005"/>
                <a:gd name="T11" fmla="*/ 4827 h 12825"/>
                <a:gd name="T12" fmla="*/ 9460 w 11005"/>
                <a:gd name="T13" fmla="*/ 7916 h 12825"/>
                <a:gd name="T14" fmla="*/ 6647 w 11005"/>
                <a:gd name="T15" fmla="*/ 2234 h 12825"/>
                <a:gd name="T16" fmla="*/ 7033 w 11005"/>
                <a:gd name="T17" fmla="*/ 1848 h 12825"/>
                <a:gd name="T18" fmla="*/ 7419 w 11005"/>
                <a:gd name="T19" fmla="*/ 2234 h 12825"/>
                <a:gd name="T20" fmla="*/ 7033 w 11005"/>
                <a:gd name="T21" fmla="*/ 2620 h 12825"/>
                <a:gd name="T22" fmla="*/ 6647 w 11005"/>
                <a:gd name="T23" fmla="*/ 2234 h 12825"/>
                <a:gd name="T24" fmla="*/ 3668 w 11005"/>
                <a:gd name="T25" fmla="*/ 2234 h 12825"/>
                <a:gd name="T26" fmla="*/ 4054 w 11005"/>
                <a:gd name="T27" fmla="*/ 1848 h 12825"/>
                <a:gd name="T28" fmla="*/ 4440 w 11005"/>
                <a:gd name="T29" fmla="*/ 2234 h 12825"/>
                <a:gd name="T30" fmla="*/ 4054 w 11005"/>
                <a:gd name="T31" fmla="*/ 2620 h 12825"/>
                <a:gd name="T32" fmla="*/ 3668 w 11005"/>
                <a:gd name="T33" fmla="*/ 2234 h 12825"/>
                <a:gd name="T34" fmla="*/ 2041 w 11005"/>
                <a:gd name="T35" fmla="*/ 9708 h 12825"/>
                <a:gd name="T36" fmla="*/ 2648 w 11005"/>
                <a:gd name="T37" fmla="*/ 10315 h 12825"/>
                <a:gd name="T38" fmla="*/ 3337 w 11005"/>
                <a:gd name="T39" fmla="*/ 10315 h 12825"/>
                <a:gd name="T40" fmla="*/ 3337 w 11005"/>
                <a:gd name="T41" fmla="*/ 12025 h 12825"/>
                <a:gd name="T42" fmla="*/ 4109 w 11005"/>
                <a:gd name="T43" fmla="*/ 12825 h 12825"/>
                <a:gd name="T44" fmla="*/ 4882 w 11005"/>
                <a:gd name="T45" fmla="*/ 12025 h 12825"/>
                <a:gd name="T46" fmla="*/ 4882 w 11005"/>
                <a:gd name="T47" fmla="*/ 10315 h 12825"/>
                <a:gd name="T48" fmla="*/ 6095 w 11005"/>
                <a:gd name="T49" fmla="*/ 10315 h 12825"/>
                <a:gd name="T50" fmla="*/ 6095 w 11005"/>
                <a:gd name="T51" fmla="*/ 12025 h 12825"/>
                <a:gd name="T52" fmla="*/ 6867 w 11005"/>
                <a:gd name="T53" fmla="*/ 12825 h 12825"/>
                <a:gd name="T54" fmla="*/ 7640 w 11005"/>
                <a:gd name="T55" fmla="*/ 12025 h 12825"/>
                <a:gd name="T56" fmla="*/ 7640 w 11005"/>
                <a:gd name="T57" fmla="*/ 10315 h 12825"/>
                <a:gd name="T58" fmla="*/ 8329 w 11005"/>
                <a:gd name="T59" fmla="*/ 10315 h 12825"/>
                <a:gd name="T60" fmla="*/ 8936 w 11005"/>
                <a:gd name="T61" fmla="*/ 9708 h 12825"/>
                <a:gd name="T62" fmla="*/ 8936 w 11005"/>
                <a:gd name="T63" fmla="*/ 4054 h 12825"/>
                <a:gd name="T64" fmla="*/ 2041 w 11005"/>
                <a:gd name="T65" fmla="*/ 4054 h 12825"/>
                <a:gd name="T66" fmla="*/ 2041 w 11005"/>
                <a:gd name="T67" fmla="*/ 9708 h 12825"/>
                <a:gd name="T68" fmla="*/ 9019 w 11005"/>
                <a:gd name="T69" fmla="*/ 3585 h 12825"/>
                <a:gd name="T70" fmla="*/ 7198 w 11005"/>
                <a:gd name="T71" fmla="*/ 1158 h 12825"/>
                <a:gd name="T72" fmla="*/ 7833 w 11005"/>
                <a:gd name="T73" fmla="*/ 221 h 12825"/>
                <a:gd name="T74" fmla="*/ 7805 w 11005"/>
                <a:gd name="T75" fmla="*/ 55 h 12825"/>
                <a:gd name="T76" fmla="*/ 7640 w 11005"/>
                <a:gd name="T77" fmla="*/ 83 h 12825"/>
                <a:gd name="T78" fmla="*/ 6978 w 11005"/>
                <a:gd name="T79" fmla="*/ 1048 h 12825"/>
                <a:gd name="T80" fmla="*/ 5544 w 11005"/>
                <a:gd name="T81" fmla="*/ 772 h 12825"/>
                <a:gd name="T82" fmla="*/ 4082 w 11005"/>
                <a:gd name="T83" fmla="*/ 1048 h 12825"/>
                <a:gd name="T84" fmla="*/ 3420 w 11005"/>
                <a:gd name="T85" fmla="*/ 83 h 12825"/>
                <a:gd name="T86" fmla="*/ 3254 w 11005"/>
                <a:gd name="T87" fmla="*/ 55 h 12825"/>
                <a:gd name="T88" fmla="*/ 3227 w 11005"/>
                <a:gd name="T89" fmla="*/ 221 h 12825"/>
                <a:gd name="T90" fmla="*/ 3861 w 11005"/>
                <a:gd name="T91" fmla="*/ 1158 h 12825"/>
                <a:gd name="T92" fmla="*/ 2041 w 11005"/>
                <a:gd name="T93" fmla="*/ 3585 h 12825"/>
                <a:gd name="T94" fmla="*/ 9019 w 11005"/>
                <a:gd name="T95" fmla="*/ 3585 h 12825"/>
                <a:gd name="T96" fmla="*/ 0 w 11005"/>
                <a:gd name="T97" fmla="*/ 7916 h 12825"/>
                <a:gd name="T98" fmla="*/ 772 w 11005"/>
                <a:gd name="T99" fmla="*/ 8715 h 12825"/>
                <a:gd name="T100" fmla="*/ 1544 w 11005"/>
                <a:gd name="T101" fmla="*/ 7916 h 12825"/>
                <a:gd name="T102" fmla="*/ 1544 w 11005"/>
                <a:gd name="T103" fmla="*/ 4827 h 12825"/>
                <a:gd name="T104" fmla="*/ 772 w 11005"/>
                <a:gd name="T105" fmla="*/ 4027 h 12825"/>
                <a:gd name="T106" fmla="*/ 0 w 11005"/>
                <a:gd name="T107" fmla="*/ 4827 h 12825"/>
                <a:gd name="T108" fmla="*/ 0 w 11005"/>
                <a:gd name="T109" fmla="*/ 7916 h 12825"/>
                <a:gd name="T110" fmla="*/ 0 w 11005"/>
                <a:gd name="T111" fmla="*/ 7916 h 12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005" h="12825">
                  <a:moveTo>
                    <a:pt x="9460" y="7916"/>
                  </a:moveTo>
                  <a:cubicBezTo>
                    <a:pt x="9460" y="8357"/>
                    <a:pt x="9819" y="8715"/>
                    <a:pt x="10232" y="8715"/>
                  </a:cubicBezTo>
                  <a:cubicBezTo>
                    <a:pt x="10674" y="8715"/>
                    <a:pt x="11005" y="8357"/>
                    <a:pt x="11005" y="7916"/>
                  </a:cubicBezTo>
                  <a:lnTo>
                    <a:pt x="11005" y="4827"/>
                  </a:lnTo>
                  <a:cubicBezTo>
                    <a:pt x="11005" y="4385"/>
                    <a:pt x="10646" y="4027"/>
                    <a:pt x="10232" y="4027"/>
                  </a:cubicBezTo>
                  <a:cubicBezTo>
                    <a:pt x="9791" y="4027"/>
                    <a:pt x="9460" y="4385"/>
                    <a:pt x="9460" y="4827"/>
                  </a:cubicBezTo>
                  <a:lnTo>
                    <a:pt x="9460" y="7916"/>
                  </a:lnTo>
                  <a:close/>
                  <a:moveTo>
                    <a:pt x="6647" y="2234"/>
                  </a:moveTo>
                  <a:cubicBezTo>
                    <a:pt x="6647" y="2013"/>
                    <a:pt x="6812" y="1848"/>
                    <a:pt x="7033" y="1848"/>
                  </a:cubicBezTo>
                  <a:cubicBezTo>
                    <a:pt x="7254" y="1848"/>
                    <a:pt x="7419" y="2013"/>
                    <a:pt x="7419" y="2234"/>
                  </a:cubicBezTo>
                  <a:cubicBezTo>
                    <a:pt x="7419" y="2455"/>
                    <a:pt x="7254" y="2620"/>
                    <a:pt x="7033" y="2620"/>
                  </a:cubicBezTo>
                  <a:cubicBezTo>
                    <a:pt x="6812" y="2620"/>
                    <a:pt x="6647" y="2455"/>
                    <a:pt x="6647" y="2234"/>
                  </a:cubicBezTo>
                  <a:close/>
                  <a:moveTo>
                    <a:pt x="3668" y="2234"/>
                  </a:moveTo>
                  <a:cubicBezTo>
                    <a:pt x="3668" y="2013"/>
                    <a:pt x="3834" y="1848"/>
                    <a:pt x="4054" y="1848"/>
                  </a:cubicBezTo>
                  <a:cubicBezTo>
                    <a:pt x="4275" y="1848"/>
                    <a:pt x="4440" y="2013"/>
                    <a:pt x="4440" y="2234"/>
                  </a:cubicBezTo>
                  <a:cubicBezTo>
                    <a:pt x="4440" y="2455"/>
                    <a:pt x="4275" y="2620"/>
                    <a:pt x="4054" y="2620"/>
                  </a:cubicBezTo>
                  <a:cubicBezTo>
                    <a:pt x="3834" y="2620"/>
                    <a:pt x="3668" y="2455"/>
                    <a:pt x="3668" y="2234"/>
                  </a:cubicBezTo>
                  <a:close/>
                  <a:moveTo>
                    <a:pt x="2041" y="9708"/>
                  </a:moveTo>
                  <a:cubicBezTo>
                    <a:pt x="2041" y="10039"/>
                    <a:pt x="2317" y="10315"/>
                    <a:pt x="2648" y="10315"/>
                  </a:cubicBezTo>
                  <a:lnTo>
                    <a:pt x="3337" y="10315"/>
                  </a:lnTo>
                  <a:lnTo>
                    <a:pt x="3337" y="12025"/>
                  </a:lnTo>
                  <a:cubicBezTo>
                    <a:pt x="3337" y="12466"/>
                    <a:pt x="3668" y="12825"/>
                    <a:pt x="4109" y="12825"/>
                  </a:cubicBezTo>
                  <a:cubicBezTo>
                    <a:pt x="4523" y="12825"/>
                    <a:pt x="4882" y="12466"/>
                    <a:pt x="4882" y="12025"/>
                  </a:cubicBezTo>
                  <a:lnTo>
                    <a:pt x="4882" y="10315"/>
                  </a:lnTo>
                  <a:lnTo>
                    <a:pt x="6095" y="10315"/>
                  </a:lnTo>
                  <a:lnTo>
                    <a:pt x="6095" y="12025"/>
                  </a:lnTo>
                  <a:cubicBezTo>
                    <a:pt x="6095" y="12466"/>
                    <a:pt x="6426" y="12825"/>
                    <a:pt x="6867" y="12825"/>
                  </a:cubicBezTo>
                  <a:cubicBezTo>
                    <a:pt x="7309" y="12825"/>
                    <a:pt x="7640" y="12466"/>
                    <a:pt x="7640" y="12025"/>
                  </a:cubicBezTo>
                  <a:lnTo>
                    <a:pt x="7640" y="10315"/>
                  </a:lnTo>
                  <a:lnTo>
                    <a:pt x="8329" y="10315"/>
                  </a:lnTo>
                  <a:cubicBezTo>
                    <a:pt x="8688" y="10315"/>
                    <a:pt x="8936" y="10039"/>
                    <a:pt x="8936" y="9708"/>
                  </a:cubicBezTo>
                  <a:lnTo>
                    <a:pt x="8936" y="4054"/>
                  </a:lnTo>
                  <a:lnTo>
                    <a:pt x="2041" y="4054"/>
                  </a:lnTo>
                  <a:lnTo>
                    <a:pt x="2041" y="9708"/>
                  </a:lnTo>
                  <a:close/>
                  <a:moveTo>
                    <a:pt x="9019" y="3585"/>
                  </a:moveTo>
                  <a:cubicBezTo>
                    <a:pt x="8908" y="2510"/>
                    <a:pt x="8219" y="1627"/>
                    <a:pt x="7198" y="1158"/>
                  </a:cubicBezTo>
                  <a:lnTo>
                    <a:pt x="7833" y="221"/>
                  </a:lnTo>
                  <a:cubicBezTo>
                    <a:pt x="7888" y="165"/>
                    <a:pt x="7860" y="83"/>
                    <a:pt x="7805" y="55"/>
                  </a:cubicBezTo>
                  <a:cubicBezTo>
                    <a:pt x="7750" y="27"/>
                    <a:pt x="7695" y="55"/>
                    <a:pt x="7640" y="83"/>
                  </a:cubicBezTo>
                  <a:lnTo>
                    <a:pt x="6978" y="1048"/>
                  </a:lnTo>
                  <a:cubicBezTo>
                    <a:pt x="6536" y="882"/>
                    <a:pt x="6040" y="772"/>
                    <a:pt x="5544" y="772"/>
                  </a:cubicBezTo>
                  <a:cubicBezTo>
                    <a:pt x="5020" y="772"/>
                    <a:pt x="4523" y="882"/>
                    <a:pt x="4082" y="1048"/>
                  </a:cubicBezTo>
                  <a:lnTo>
                    <a:pt x="3420" y="83"/>
                  </a:lnTo>
                  <a:cubicBezTo>
                    <a:pt x="3365" y="27"/>
                    <a:pt x="3310" y="0"/>
                    <a:pt x="3254" y="55"/>
                  </a:cubicBezTo>
                  <a:cubicBezTo>
                    <a:pt x="3199" y="83"/>
                    <a:pt x="3199" y="165"/>
                    <a:pt x="3227" y="221"/>
                  </a:cubicBezTo>
                  <a:lnTo>
                    <a:pt x="3861" y="1158"/>
                  </a:lnTo>
                  <a:cubicBezTo>
                    <a:pt x="2841" y="1627"/>
                    <a:pt x="2124" y="2510"/>
                    <a:pt x="2041" y="3585"/>
                  </a:cubicBezTo>
                  <a:lnTo>
                    <a:pt x="9019" y="3585"/>
                  </a:lnTo>
                  <a:close/>
                  <a:moveTo>
                    <a:pt x="0" y="7916"/>
                  </a:moveTo>
                  <a:cubicBezTo>
                    <a:pt x="0" y="8357"/>
                    <a:pt x="331" y="8715"/>
                    <a:pt x="772" y="8715"/>
                  </a:cubicBezTo>
                  <a:cubicBezTo>
                    <a:pt x="1186" y="8715"/>
                    <a:pt x="1544" y="8357"/>
                    <a:pt x="1544" y="7916"/>
                  </a:cubicBezTo>
                  <a:lnTo>
                    <a:pt x="1544" y="4827"/>
                  </a:lnTo>
                  <a:cubicBezTo>
                    <a:pt x="1544" y="4385"/>
                    <a:pt x="1186" y="4027"/>
                    <a:pt x="772" y="4027"/>
                  </a:cubicBezTo>
                  <a:cubicBezTo>
                    <a:pt x="331" y="4027"/>
                    <a:pt x="0" y="4385"/>
                    <a:pt x="0" y="4827"/>
                  </a:cubicBezTo>
                  <a:lnTo>
                    <a:pt x="0" y="7916"/>
                  </a:lnTo>
                  <a:close/>
                  <a:moveTo>
                    <a:pt x="0" y="7916"/>
                  </a:move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30000"/>
                </a:lnSpc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endParaRPr>
            </a:p>
          </p:txBody>
        </p:sp>
      </p:grpSp>
      <p:sp>
        <p:nvSpPr>
          <p:cNvPr id="134" name="文本框 133">
            <a:extLst>
              <a:ext uri="{FF2B5EF4-FFF2-40B4-BE49-F238E27FC236}">
                <a16:creationId xmlns:a16="http://schemas.microsoft.com/office/drawing/2014/main" id="{5CD4BACD-E902-04EF-22B0-F72D20E51980}"/>
              </a:ext>
            </a:extLst>
          </p:cNvPr>
          <p:cNvSpPr txBox="1"/>
          <p:nvPr/>
        </p:nvSpPr>
        <p:spPr>
          <a:xfrm>
            <a:off x="576790" y="1525885"/>
            <a:ext cx="17556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cs typeface="阿里巴巴普惠体 Heavy" pitchFamily="18" charset="-122"/>
                <a:sym typeface="+mn-lt"/>
              </a:rPr>
              <a:t>202X</a:t>
            </a:r>
            <a:endParaRPr lang="zh-CN" altLang="en-US" sz="4800" spc="0" baseline="0">
              <a:solidFill>
                <a:schemeClr val="accent1"/>
              </a:solidFill>
              <a:latin typeface="Aa汤圆体" panose="00020600040101010101" pitchFamily="18" charset="-122"/>
              <a:ea typeface="Aa汤圆体" panose="00020600040101010101" pitchFamily="18" charset="-122"/>
              <a:cs typeface="Arial"/>
              <a:sym typeface="Arial"/>
            </a:endParaRP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02AACE24-201D-635E-4269-030E061A1D9A}"/>
              </a:ext>
            </a:extLst>
          </p:cNvPr>
          <p:cNvGrpSpPr/>
          <p:nvPr/>
        </p:nvGrpSpPr>
        <p:grpSpPr>
          <a:xfrm>
            <a:off x="5316552" y="4584700"/>
            <a:ext cx="1181112" cy="5116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4BB7EE2B-1267-D430-83B0-787F9D102E10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F825078B-53B8-5FBA-9D88-524E7E42E237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B72844E2-BC1C-9100-70C7-6231938A2C44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166EF23C-2974-E63E-38A8-61FC428574D8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1CADFD3B-FCD6-798B-9203-0A3B909A6CEE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929EDEFD-91F1-FD42-495A-1338C6035FA8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8B33B1A6-AD1F-7BF8-1076-1E1AA527EF7B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455822B8-D81A-2502-1305-F215BF8AF943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89F305CE-41E4-706B-47B8-13694DCD69C7}"/>
              </a:ext>
            </a:extLst>
          </p:cNvPr>
          <p:cNvGrpSpPr/>
          <p:nvPr/>
        </p:nvGrpSpPr>
        <p:grpSpPr>
          <a:xfrm>
            <a:off x="6890408" y="1587500"/>
            <a:ext cx="1005200" cy="435426"/>
            <a:chOff x="7329714" y="7286171"/>
            <a:chExt cx="3417701" cy="1480456"/>
          </a:xfrm>
          <a:solidFill>
            <a:schemeClr val="accent1">
              <a:alpha val="20000"/>
            </a:schemeClr>
          </a:solidFill>
        </p:grpSpPr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E748C5D7-6B4F-ED51-89DB-CD0825194515}"/>
                </a:ext>
              </a:extLst>
            </p:cNvPr>
            <p:cNvSpPr/>
            <p:nvPr/>
          </p:nvSpPr>
          <p:spPr>
            <a:xfrm>
              <a:off x="7329714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AD927388-3739-6463-E1BE-4FC658CD33CB}"/>
                </a:ext>
              </a:extLst>
            </p:cNvPr>
            <p:cNvSpPr/>
            <p:nvPr/>
          </p:nvSpPr>
          <p:spPr>
            <a:xfrm>
              <a:off x="8328643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0E3B2F0E-C175-E086-6F70-2A57C47919B7}"/>
                </a:ext>
              </a:extLst>
            </p:cNvPr>
            <p:cNvSpPr/>
            <p:nvPr/>
          </p:nvSpPr>
          <p:spPr>
            <a:xfrm>
              <a:off x="9327572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F1D13B7C-2285-931E-42F6-62A48FB0F3EC}"/>
                </a:ext>
              </a:extLst>
            </p:cNvPr>
            <p:cNvSpPr/>
            <p:nvPr/>
          </p:nvSpPr>
          <p:spPr>
            <a:xfrm>
              <a:off x="10326501" y="7286171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99FDCFF2-B09B-DCFD-0C9B-2265D5AC647C}"/>
                </a:ext>
              </a:extLst>
            </p:cNvPr>
            <p:cNvSpPr/>
            <p:nvPr/>
          </p:nvSpPr>
          <p:spPr>
            <a:xfrm>
              <a:off x="7329714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0" name="椭圆 149">
              <a:extLst>
                <a:ext uri="{FF2B5EF4-FFF2-40B4-BE49-F238E27FC236}">
                  <a16:creationId xmlns:a16="http://schemas.microsoft.com/office/drawing/2014/main" id="{3BE72A25-7DF8-F950-DDE0-BA39E62D3372}"/>
                </a:ext>
              </a:extLst>
            </p:cNvPr>
            <p:cNvSpPr/>
            <p:nvPr/>
          </p:nvSpPr>
          <p:spPr>
            <a:xfrm>
              <a:off x="8328643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6E0CC5F7-CC1B-4BBE-0CBA-CD05822A0311}"/>
                </a:ext>
              </a:extLst>
            </p:cNvPr>
            <p:cNvSpPr/>
            <p:nvPr/>
          </p:nvSpPr>
          <p:spPr>
            <a:xfrm>
              <a:off x="9327572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A3811D9F-46FE-4157-85CE-601054EDB955}"/>
                </a:ext>
              </a:extLst>
            </p:cNvPr>
            <p:cNvSpPr/>
            <p:nvPr/>
          </p:nvSpPr>
          <p:spPr>
            <a:xfrm>
              <a:off x="10326501" y="8345713"/>
              <a:ext cx="420914" cy="42091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153" name="图片 152">
            <a:extLst>
              <a:ext uri="{FF2B5EF4-FFF2-40B4-BE49-F238E27FC236}">
                <a16:creationId xmlns:a16="http://schemas.microsoft.com/office/drawing/2014/main" id="{3F4B4DF7-A171-3CC7-B08F-2F7B54A80AA2}"/>
              </a:ext>
            </a:extLst>
          </p:cNvPr>
          <p:cNvPicPr>
            <a:picLocks noChangeAspect="1"/>
          </p:cNvPicPr>
          <p:nvPr/>
        </p:nvPicPr>
        <p:blipFill>
          <a:blip r:embed="Rc0384b173ee249df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6742" y="1048140"/>
            <a:ext cx="972513" cy="1879505"/>
          </a:xfrm>
          <a:prstGeom prst="rect">
            <a:avLst/>
          </a:prstGeom>
        </p:spPr>
      </p:pic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49098D7D-EFC5-8C9C-0459-B5AEEFDE6892}"/>
              </a:ext>
            </a:extLst>
          </p:cNvPr>
          <p:cNvGrpSpPr/>
          <p:nvPr/>
        </p:nvGrpSpPr>
        <p:grpSpPr>
          <a:xfrm>
            <a:off x="8344078" y="954328"/>
            <a:ext cx="3182183" cy="3408073"/>
            <a:chOff x="8077199" y="916276"/>
            <a:chExt cx="3182183" cy="3408073"/>
          </a:xfrm>
        </p:grpSpPr>
        <p:pic>
          <p:nvPicPr>
            <p:cNvPr id="155" name="图片 154">
              <a:extLst>
                <a:ext uri="{FF2B5EF4-FFF2-40B4-BE49-F238E27FC236}">
                  <a16:creationId xmlns:a16="http://schemas.microsoft.com/office/drawing/2014/main" id="{63A90041-80D6-82CF-EC7C-39DDD4EA2CB1}"/>
                </a:ext>
              </a:extLst>
            </p:cNvPr>
            <p:cNvPicPr>
              <a:picLocks noChangeAspect="1"/>
            </p:cNvPicPr>
            <p:nvPr/>
          </p:nvPicPr>
          <p:blipFill>
            <a:blip r:embed="Rb858a7fd90954a5c">
              <a:extLst>
                <a:ext uri="{BEBA8EAE-BF5A-486C-A8C5-ECC9F3942E4B}">
                  <a14:imgProps xmlns:a14="http://schemas.microsoft.com/office/drawing/2010/main">
                    <a14:imgLayer r:embed="R75827aa02ba443db">
                      <a14:imgEffect>
                        <a14:backgroundRemoval t="9879" b="97484" l="4203" r="89871">
                          <a14:foregroundMark x1="42241" y1="24511" x2="40948" y2="31966"/>
                          <a14:foregroundMark x1="4310" y1="22647" x2="9052" y2="33085"/>
                          <a14:foregroundMark x1="75431" y1="61789" x2="78879" y2="69245"/>
                          <a14:foregroundMark x1="53017" y1="62908" x2="59914" y2="74091"/>
                          <a14:foregroundMark x1="20690" y1="51351" x2="30603" y2="64399"/>
                          <a14:foregroundMark x1="7759" y1="94595" x2="6466" y2="97577"/>
                          <a14:backgroundMark x1="84914" y1="19292" x2="85345" y2="33085"/>
                          <a14:backgroundMark x1="81034" y1="21528" x2="81466" y2="32339"/>
                          <a14:backgroundMark x1="75862" y1="20783" x2="79741" y2="30848"/>
                          <a14:backgroundMark x1="84052" y1="24138" x2="89655" y2="36440"/>
                          <a14:backgroundMark x1="79310" y1="20783" x2="80603" y2="29357"/>
                          <a14:backgroundMark x1="75431" y1="22647" x2="74138" y2="26747"/>
                          <a14:backgroundMark x1="82328" y1="18546" x2="75431" y2="22647"/>
                          <a14:backgroundMark x1="96552" y1="14445" x2="90948" y2="23392"/>
                          <a14:backgroundMark x1="87069" y1="12954" x2="87500" y2="28611"/>
                          <a14:backgroundMark x1="83190" y1="21901" x2="80603" y2="37185"/>
                          <a14:backgroundMark x1="75431" y1="23020" x2="82759" y2="39795"/>
                          <a14:backgroundMark x1="87069" y1="31966" x2="92241" y2="42777"/>
                          <a14:backgroundMark x1="87069" y1="34949" x2="99569" y2="45014"/>
                          <a14:backgroundMark x1="79310" y1="26002" x2="91810" y2="40541"/>
                          <a14:backgroundMark x1="87500" y1="14073" x2="95690" y2="40541"/>
                          <a14:backgroundMark x1="84483" y1="15191" x2="85776" y2="22274"/>
                          <a14:backgroundMark x1="91379" y1="15937" x2="92672" y2="18546"/>
                          <a14:backgroundMark x1="83621" y1="13327" x2="85776" y2="20410"/>
                          <a14:backgroundMark x1="81466" y1="17055" x2="89655" y2="30103"/>
                          <a14:backgroundMark x1="88793" y1="39795" x2="88793" y2="42032"/>
                        </a14:backgroundRemoval>
                      </a14:imgEffect>
                      <a14:imgEffect>
                        <a14:brightnessContrast brigh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8002"/>
            <a:stretch>
              <a:fillRect/>
            </a:stretch>
          </p:blipFill>
          <p:spPr>
            <a:xfrm>
              <a:off x="8077199" y="916276"/>
              <a:ext cx="3182183" cy="3408073"/>
            </a:xfrm>
            <a:prstGeom prst="rect">
              <a:avLst/>
            </a:prstGeom>
          </p:spPr>
        </p:pic>
        <p:sp>
          <p:nvSpPr>
            <p:cNvPr id="156" name="任意多边形: 形状 155">
              <a:extLst>
                <a:ext uri="{FF2B5EF4-FFF2-40B4-BE49-F238E27FC236}">
                  <a16:creationId xmlns:a16="http://schemas.microsoft.com/office/drawing/2014/main" id="{7BFE0F36-9BBC-57D4-D609-53205685A41F}"/>
                </a:ext>
              </a:extLst>
            </p:cNvPr>
            <p:cNvSpPr/>
            <p:nvPr/>
          </p:nvSpPr>
          <p:spPr>
            <a:xfrm>
              <a:off x="10160000" y="1066800"/>
              <a:ext cx="850900" cy="1231900"/>
            </a:xfrm>
            <a:custGeom>
              <a:avLst/>
              <a:gdLst>
                <a:gd name="connsiteX0" fmla="*/ 76200 w 850900"/>
                <a:gd name="connsiteY0" fmla="*/ 114300 h 1231900"/>
                <a:gd name="connsiteX1" fmla="*/ 63500 w 850900"/>
                <a:gd name="connsiteY1" fmla="*/ 190500 h 1231900"/>
                <a:gd name="connsiteX2" fmla="*/ 25400 w 850900"/>
                <a:gd name="connsiteY2" fmla="*/ 482600 h 1231900"/>
                <a:gd name="connsiteX3" fmla="*/ 0 w 850900"/>
                <a:gd name="connsiteY3" fmla="*/ 622300 h 1231900"/>
                <a:gd name="connsiteX4" fmla="*/ 25400 w 850900"/>
                <a:gd name="connsiteY4" fmla="*/ 876300 h 1231900"/>
                <a:gd name="connsiteX5" fmla="*/ 177800 w 850900"/>
                <a:gd name="connsiteY5" fmla="*/ 1104900 h 1231900"/>
                <a:gd name="connsiteX6" fmla="*/ 279400 w 850900"/>
                <a:gd name="connsiteY6" fmla="*/ 1168400 h 1231900"/>
                <a:gd name="connsiteX7" fmla="*/ 355600 w 850900"/>
                <a:gd name="connsiteY7" fmla="*/ 1206500 h 1231900"/>
                <a:gd name="connsiteX8" fmla="*/ 469900 w 850900"/>
                <a:gd name="connsiteY8" fmla="*/ 1231900 h 1231900"/>
                <a:gd name="connsiteX9" fmla="*/ 825500 w 850900"/>
                <a:gd name="connsiteY9" fmla="*/ 1117600 h 1231900"/>
                <a:gd name="connsiteX10" fmla="*/ 850900 w 850900"/>
                <a:gd name="connsiteY10" fmla="*/ 1016000 h 1231900"/>
                <a:gd name="connsiteX11" fmla="*/ 838200 w 850900"/>
                <a:gd name="connsiteY11" fmla="*/ 203200 h 1231900"/>
                <a:gd name="connsiteX12" fmla="*/ 787400 w 850900"/>
                <a:gd name="connsiteY12" fmla="*/ 190500 h 1231900"/>
                <a:gd name="connsiteX13" fmla="*/ 685800 w 850900"/>
                <a:gd name="connsiteY13" fmla="*/ 139700 h 1231900"/>
                <a:gd name="connsiteX14" fmla="*/ 546100 w 850900"/>
                <a:gd name="connsiteY14" fmla="*/ 88900 h 1231900"/>
                <a:gd name="connsiteX15" fmla="*/ 381000 w 850900"/>
                <a:gd name="connsiteY15" fmla="*/ 25400 h 1231900"/>
                <a:gd name="connsiteX16" fmla="*/ 215900 w 850900"/>
                <a:gd name="connsiteY16" fmla="*/ 0 h 1231900"/>
                <a:gd name="connsiteX17" fmla="*/ 127000 w 850900"/>
                <a:gd name="connsiteY17" fmla="*/ 76200 h 1231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50900" h="1231900">
                  <a:moveTo>
                    <a:pt x="76200" y="114300"/>
                  </a:moveTo>
                  <a:cubicBezTo>
                    <a:pt x="71967" y="139700"/>
                    <a:pt x="67018" y="164991"/>
                    <a:pt x="63500" y="190500"/>
                  </a:cubicBezTo>
                  <a:cubicBezTo>
                    <a:pt x="50083" y="287771"/>
                    <a:pt x="42965" y="385992"/>
                    <a:pt x="25400" y="482600"/>
                  </a:cubicBezTo>
                  <a:lnTo>
                    <a:pt x="0" y="622300"/>
                  </a:lnTo>
                  <a:cubicBezTo>
                    <a:pt x="8467" y="706967"/>
                    <a:pt x="2363" y="794389"/>
                    <a:pt x="25400" y="876300"/>
                  </a:cubicBezTo>
                  <a:cubicBezTo>
                    <a:pt x="35725" y="913013"/>
                    <a:pt x="130190" y="1064615"/>
                    <a:pt x="177800" y="1104900"/>
                  </a:cubicBezTo>
                  <a:cubicBezTo>
                    <a:pt x="208288" y="1130697"/>
                    <a:pt x="244725" y="1148586"/>
                    <a:pt x="279400" y="1168400"/>
                  </a:cubicBezTo>
                  <a:cubicBezTo>
                    <a:pt x="304056" y="1182489"/>
                    <a:pt x="328659" y="1197520"/>
                    <a:pt x="355600" y="1206500"/>
                  </a:cubicBezTo>
                  <a:cubicBezTo>
                    <a:pt x="392627" y="1218842"/>
                    <a:pt x="431800" y="1223433"/>
                    <a:pt x="469900" y="1231900"/>
                  </a:cubicBezTo>
                  <a:cubicBezTo>
                    <a:pt x="547949" y="1217709"/>
                    <a:pt x="758271" y="1226847"/>
                    <a:pt x="825500" y="1117600"/>
                  </a:cubicBezTo>
                  <a:cubicBezTo>
                    <a:pt x="843796" y="1087869"/>
                    <a:pt x="842433" y="1049867"/>
                    <a:pt x="850900" y="1016000"/>
                  </a:cubicBezTo>
                  <a:cubicBezTo>
                    <a:pt x="846667" y="745067"/>
                    <a:pt x="858982" y="473368"/>
                    <a:pt x="838200" y="203200"/>
                  </a:cubicBezTo>
                  <a:cubicBezTo>
                    <a:pt x="836861" y="185797"/>
                    <a:pt x="803512" y="197213"/>
                    <a:pt x="787400" y="190500"/>
                  </a:cubicBezTo>
                  <a:cubicBezTo>
                    <a:pt x="752449" y="175937"/>
                    <a:pt x="720697" y="154393"/>
                    <a:pt x="685800" y="139700"/>
                  </a:cubicBezTo>
                  <a:cubicBezTo>
                    <a:pt x="640133" y="120472"/>
                    <a:pt x="592281" y="106859"/>
                    <a:pt x="546100" y="88900"/>
                  </a:cubicBezTo>
                  <a:cubicBezTo>
                    <a:pt x="495872" y="69367"/>
                    <a:pt x="435233" y="36818"/>
                    <a:pt x="381000" y="25400"/>
                  </a:cubicBezTo>
                  <a:cubicBezTo>
                    <a:pt x="326514" y="13929"/>
                    <a:pt x="270933" y="8467"/>
                    <a:pt x="215900" y="0"/>
                  </a:cubicBezTo>
                  <a:cubicBezTo>
                    <a:pt x="106046" y="15693"/>
                    <a:pt x="127000" y="-17234"/>
                    <a:pt x="127000" y="7620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9889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  <p:bldP spid="125" grpId="0"/>
      <p:bldP spid="126" grpId="0"/>
      <p:bldP spid="130" grpId="0"/>
      <p:bldP spid="1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CE0580-9D1B-EF74-B2D6-3ABC2A2CB185}"/>
              </a:ext>
            </a:extLst>
          </p:cNvPr>
          <p:cNvPicPr>
            <a:picLocks noChangeAspect="1"/>
          </p:cNvPicPr>
          <p:nvPr/>
        </p:nvPicPr>
        <p:blipFill>
          <a:blip r:embed="Re1331e45917544fe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078" y="373516"/>
            <a:ext cx="10863943" cy="61109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19c1176d344f4a41">
            <p14:nvContentPartPr>
              <p14:cNvPr id="16" name="墨迹 15"/>
              <p14:cNvContentPartPr/>
              <p14:nvPr/>
            </p14:nvContentPartPr>
            <p14:xfrm>
              <a:off x="2093051" y="-286110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b55c72ae470d40ee"/>
              <a:stretch>
                <a:fillRect/>
              </a:stretch>
            </p:blipFill>
            <p:spPr>
              <a:xfrm>
                <a:off x="2057051" y="-322110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37dec94b28d44da1">
            <p14:nvContentPartPr>
              <p14:cNvPr id="17" name="墨迹 16"/>
              <p14:cNvContentPartPr/>
              <p14:nvPr/>
            </p14:nvContentPartPr>
            <p14:xfrm>
              <a:off x="822971" y="-489150"/>
              <a:ext cx="360" cy="360"/>
            </p14:xfrm>
          </p:contentPart>
        </mc:Choice>
        <mc:Fallback>
          <p:pic>
            <p:nvPicPr>
              <p:cNvPr id="17" name="墨迹 16"/>
              <p:cNvPicPr/>
              <p:nvPr/>
            </p:nvPicPr>
            <p:blipFill>
              <a:blip r:embed="Rb55c72ae470d40ee"/>
              <a:stretch>
                <a:fillRect/>
              </a:stretch>
            </p:blipFill>
            <p:spPr>
              <a:xfrm>
                <a:off x="786971" y="-525150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文本框 4"/>
          <p:cNvSpPr txBox="1"/>
          <p:nvPr/>
        </p:nvSpPr>
        <p:spPr>
          <a:xfrm>
            <a:off x="995631" y="5853325"/>
            <a:ext cx="5218430" cy="353196"/>
          </a:xfrm>
          <a:prstGeom prst="round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0ae52042030a4b17ba39235356829ee6"/>
              </a:rPr>
              <a:t>https://www.pptsupermarket.com/customizes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505DC9-B288-9E36-2E1C-FAB4AFFB11D1}"/>
              </a:ext>
            </a:extLst>
          </p:cNvPr>
          <p:cNvPicPr>
            <a:picLocks noChangeAspect="1"/>
          </p:cNvPicPr>
          <p:nvPr/>
        </p:nvPicPr>
        <p:blipFill>
          <a:blip r:embed="R24993fd423894ae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028" y="1584183"/>
            <a:ext cx="2669342" cy="275736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B6278BE-3286-7688-C839-03607785B618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64B4C1-1D1A-E7BF-FF1D-C8DA501C10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5872E"/>
              </a:gs>
              <a:gs pos="52100">
                <a:srgbClr val="FC7440"/>
              </a:gs>
              <a:gs pos="100000">
                <a:srgbClr val="FC644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e034fdf93a65432b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2144" y="1028495"/>
            <a:ext cx="6814466" cy="48010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ac7b9e731585440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2" y="3904439"/>
            <a:ext cx="1690961" cy="1690961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7177" y="1095947"/>
            <a:ext cx="415434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超级市场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1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分钟</a:t>
            </a:r>
            <a:r>
              <a:rPr lang="zh-CN" altLang="en-US" sz="4400" b="1">
                <a:solidFill>
                  <a:schemeClr val="bg1"/>
                </a:solidFill>
                <a:latin typeface="MiSans Medium" panose="00000600000000000000" pitchFamily="2" charset="-122"/>
                <a:ea typeface="MiSans Medium" panose="00000600000000000000" pitchFamily="2" charset="-122"/>
              </a:rPr>
              <a:t>免费</a:t>
            </a:r>
            <a:endParaRPr lang="en-US" altLang="zh-CN" sz="4400" b="1" i="0">
              <a:solidFill>
                <a:schemeClr val="bg1"/>
              </a:solidFill>
              <a:effectLst/>
              <a:latin typeface="MiSans Medium" panose="00000600000000000000" pitchFamily="2" charset="-122"/>
              <a:ea typeface="MiSans Medium" panose="00000600000000000000" pitchFamily="2" charset="-122"/>
            </a:endParaRPr>
          </a:p>
          <a:p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AI</a:t>
            </a:r>
            <a:r>
              <a:rPr lang="zh-CN" altLang="en-US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生成精美</a:t>
            </a:r>
            <a:r>
              <a:rPr lang="en-US" altLang="zh-CN" sz="4400" b="1" i="0">
                <a:solidFill>
                  <a:schemeClr val="bg1"/>
                </a:solidFill>
                <a:effectLst/>
                <a:latin typeface="MiSans Medium" panose="00000600000000000000" pitchFamily="2" charset="-122"/>
                <a:ea typeface="MiSans Medium" panose="00000600000000000000" pitchFamily="2" charset="-122"/>
              </a:rPr>
              <a:t>PPT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adf4761f2bc14d7f">
            <p14:nvContentPartPr>
              <p14:cNvPr id="15" name="墨迹 14"/>
              <p14:cNvContentPartPr/>
              <p14:nvPr/>
            </p14:nvContentPartPr>
            <p14:xfrm>
              <a:off x="5357445" y="1361610"/>
              <a:ext cx="189216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c1a5054d46b14d37"/>
            </p:blipFill>
            <p:spPr>
              <a:xfrm>
                <a:off x="5357445" y="1361610"/>
                <a:ext cx="1892160" cy="360"/>
              </a:xfrm>
              <a:prstGeom prst="rect"/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bb4429cca6e943c8">
            <p14:nvContentPartPr>
              <p14:cNvPr id="16" name="墨迹 15"/>
              <p14:cNvContentPartPr/>
              <p14:nvPr/>
            </p14:nvContentPartPr>
            <p14:xfrm>
              <a:off x="1974990" y="-204574"/>
              <a:ext cx="360" cy="360"/>
            </p14:xfrm>
          </p:contentPart>
        </mc:Choice>
        <mc:Fallback>
          <p:pic>
            <p:nvPicPr>
              <p:cNvPr id="16" name="墨迹 15"/>
              <p:cNvPicPr/>
              <p:nvPr/>
            </p:nvPicPr>
            <p:blipFill>
              <a:blip r:embed="Rc417f1e32f3f4e8f"/>
              <a:stretch>
                <a:fillRect/>
              </a:stretch>
            </p:blipFill>
            <p:spPr>
              <a:xfrm>
                <a:off x="1938990" y="-240574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644f640afdb84962">
            <p14:nvContentPartPr>
              <p14:cNvPr id="17" name="墨迹 16"/>
              <p14:cNvContentPartPr/>
              <p14:nvPr/>
            </p14:nvContentPartPr>
            <p14:xfrm>
              <a:off x="704910" y="-489150"/>
              <a:ext cx="360" cy="360"/>
            </p14:xfrm>
          </p:contentPart>
        </mc:Choice>
        <mc:Fallback xmlns="">
          <p:pic>
            <p:nvPicPr>
              <p:cNvPr id="17" name="墨迹 16"/>
            </p:nvPicPr>
            <p:blipFill>
              <a:blip r:embed="R83252d670603404a"/>
            </p:blipFill>
            <p:spPr>
              <a:xfrm>
                <a:off x="704910" y="-489150"/>
                <a:ext cx="360" cy="360"/>
              </a:xfrm>
              <a:prstGeom prst="rect"/>
            </p:spPr>
          </p:pic>
        </mc:Fallback>
      </mc:AlternateContent>
      <p:pic>
        <p:nvPicPr>
          <p:cNvPr id="19" name="图片 18"/>
          <p:cNvPicPr>
            <a:picLocks noChangeAspect="1"/>
          </p:cNvPicPr>
          <p:nvPr/>
        </p:nvPicPr>
        <p:blipFill>
          <a:blip r:embed="Rbffb65b400f44a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32" y="3902536"/>
            <a:ext cx="1690960" cy="16909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ee7d7db3fb534cf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770" y="3902536"/>
            <a:ext cx="1690960" cy="169096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693632" y="3288809"/>
            <a:ext cx="364802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hlinkClick r:id="R26f3c1de2267460a95df38b0356a7125"/>
              </a:rPr>
              <a:t>https://www.pptsupermarket.com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A45F51-90AD-52ED-9B4B-9163368ABC90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6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08264737cae04d8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0996" y="2078418"/>
            <a:ext cx="2674457" cy="26744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62797" y="3051843"/>
            <a:ext cx="309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Powered by</a:t>
            </a:r>
            <a:endParaRPr lang="zh-CN" altLang="en-US" sz="3600" b="1" dirty="0">
              <a:solidFill>
                <a:schemeClr val="bg1"/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82502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定制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955" y="1864461"/>
            <a:ext cx="45719" cy="31023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dabe465a6d42440d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96" y="2021301"/>
            <a:ext cx="2681263" cy="26744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dd50070b093243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918" y="2021301"/>
            <a:ext cx="2674457" cy="267445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825793" y="490971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免费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下载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仓耳渔阳体 W01" panose="02020400000000000000" pitchFamily="18" charset="-122"/>
                <a:ea typeface="仓耳渔阳体 W01" panose="02020400000000000000" pitchFamily="18" charset="-122"/>
              </a:rPr>
              <a:t>PPT</a:t>
            </a:r>
            <a:endParaRPr lang="zh-CN" altLang="en-US" b="1" dirty="0">
              <a:solidFill>
                <a:schemeClr val="bg1">
                  <a:lumMod val="95000"/>
                </a:schemeClr>
              </a:solidFill>
              <a:latin typeface="仓耳渔阳体 W01" panose="02020400000000000000" pitchFamily="18" charset="-122"/>
              <a:ea typeface="仓耳渔阳体 W01" panose="02020400000000000000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14424246cd6146e5">
            <p14:nvContentPartPr>
              <p14:cNvPr id="8" name="墨迹 7"/>
              <p14:cNvContentPartPr/>
              <p14:nvPr/>
            </p14:nvContentPartPr>
            <p14:xfrm>
              <a:off x="907950" y="-825390"/>
              <a:ext cx="36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7f2f04876034411b"/>
            </p:blipFill>
            <p:spPr>
              <a:xfrm>
                <a:off x="907950" y="-82539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9f82be4e8e7e4783">
            <p14:nvContentPartPr>
              <p14:cNvPr id="13" name="墨迹 12"/>
              <p14:cNvContentPartPr/>
              <p14:nvPr/>
            </p14:nvContentPartPr>
            <p14:xfrm>
              <a:off x="1130070" y="-939870"/>
              <a:ext cx="360" cy="360"/>
            </p14:xfrm>
          </p:contentPart>
        </mc:Choice>
        <mc:Fallback xmlns="">
          <p:pic>
            <p:nvPicPr>
              <p:cNvPr id="13" name="墨迹 12"/>
            </p:nvPicPr>
            <p:blipFill>
              <a:blip r:embed="R7f2f04876034411b"/>
            </p:blipFill>
            <p:spPr>
              <a:xfrm>
                <a:off x="1130070" y="-939870"/>
                <a:ext cx="36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efe57a3a44e04d50">
            <p14:nvContentPartPr>
              <p14:cNvPr id="14" name="墨迹 13"/>
              <p14:cNvContentPartPr/>
              <p14:nvPr/>
            </p14:nvContentPartPr>
            <p14:xfrm>
              <a:off x="768270" y="-768510"/>
              <a:ext cx="36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7f2f04876034411b"/>
            </p:blipFill>
            <p:spPr>
              <a:xfrm>
                <a:off x="768270" y="-768510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457408" y="1563181"/>
            <a:ext cx="8048861" cy="2355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提示：</a:t>
            </a:r>
            <a:endParaRPr lang="en-US" altLang="zh-CN" sz="24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此文件仅供您在内部团队交流学习交流之用，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严禁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在其他公共领域传播或商用。如果因为您将本站资源用于其他用途而引起的纠纷，本站不负任何责任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部分页面仅有一行过渡文字，如不需要请删除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文档正文字体为：思源等宽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L(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SourceHanMonoSC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-Light)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dirty="0" err="1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MiSans</a:t>
            </a:r>
            <a:r>
              <a:rPr lang="en-US" altLang="zh-CN" dirty="0">
                <a:solidFill>
                  <a:srgbClr val="212529"/>
                </a:solidFill>
                <a:latin typeface="Helvetica Neue"/>
              </a:rPr>
              <a:t>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Normal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57409" y="4417013"/>
            <a:ext cx="5277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1766c9d72e734938b600dbbc8c8d5fc8"/>
              </a:rPr>
              <a:t>部分字体来源于</a:t>
            </a:r>
            <a:r>
              <a:rPr lang="en-US" altLang="zh-CN" dirty="0">
                <a:hlinkClick r:id="R1766c9d72e734938b600dbbc8c8d5fc8"/>
              </a:rPr>
              <a:t>100font.com  </a:t>
            </a:r>
            <a:r>
              <a:rPr lang="zh-CN" altLang="en-US" dirty="0">
                <a:hlinkClick r:id="R1766c9d72e734938b600dbbc8c8d5fc8"/>
              </a:rPr>
              <a:t>点击此链接下载字体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57409" y="4822886"/>
            <a:ext cx="701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5f25c9c0389d4d7083cc45ee48ff6ae7"/>
              </a:rPr>
              <a:t>部分图标来源于</a:t>
            </a:r>
            <a:r>
              <a:rPr lang="en-US" altLang="zh-CN" dirty="0">
                <a:hlinkClick r:id="R5f25c9c0389d4d7083cc45ee48ff6ae7"/>
              </a:rPr>
              <a:t>Storyset.com </a:t>
            </a:r>
            <a:r>
              <a:rPr lang="zh-CN" altLang="en-US" dirty="0">
                <a:hlinkClick r:id="R5f25c9c0389d4d7083cc45ee48ff6ae7"/>
              </a:rPr>
              <a:t>点击此链接获取图标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88FEA3-84DD-A730-1816-8BF7FBF369D7}"/>
              </a:ext>
            </a:extLst>
          </p:cNvPr>
          <p:cNvSpPr txBox="1"/>
          <p:nvPr/>
        </p:nvSpPr>
        <p:spPr>
          <a:xfrm>
            <a:off x="0" y="7200684"/>
            <a:ext cx="299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PPTSUPERMARKETDELETE</a:t>
            </a:r>
            <a:endParaRPr lang="zh-CN" altLang="en-US" dirty="0"/>
          </a:p>
        </p:txBody>
      </p:sp>
    </p:spTree>
  </p:cSld>
  <p:clrMapOvr>
    <a:masterClrMapping/>
  </p:clrMapOvr>
  <p:transition/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1619</Words>
  <Application>Microsoft Office PowerPoint</Application>
  <PresentationFormat>宽屏</PresentationFormat>
  <Paragraphs>225</Paragraphs>
  <Slides>26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Aa汤圆体</vt:lpstr>
      <vt:lpstr>等线</vt:lpstr>
      <vt:lpstr>微软雅黑</vt:lpstr>
      <vt:lpstr>Arial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keywords>www.1ppt.com</cp:keywords>
  <dc:description>第一PPT</dc:description>
  <cp:lastModifiedBy/>
  <cp:revision>1</cp:revision>
  <dcterms:created xsi:type="dcterms:W3CDTF">2023-07-18T01:11:09Z</dcterms:created>
  <dcterms:modified xsi:type="dcterms:W3CDTF">2025-04-28T04:26:34Z</dcterms:modified>
</cp:coreProperties>
</file>